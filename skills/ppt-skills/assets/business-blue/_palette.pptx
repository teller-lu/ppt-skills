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8" r:id="rId31"/>
    <p:sldId id="289" r:id="rId32"/>
    <p:sldId id="290" r:id="rId33"/>
    <p:sldId id="292" r:id="rId34"/>
    <p:sldId id="293" r:id="rId35"/>
    <p:sldId id="294" r:id="rId36"/>
    <p:sldId id="295" r:id="rId37"/>
    <p:sldId id="298" r:id="rId38"/>
    <p:sldId id="301" r:id="rId39"/>
    <p:sldId id="303" r:id="rId40"/>
    <p:sldId id="307" r:id="rId41"/>
    <p:sldId id="308" r:id="rId42"/>
    <p:sldId id="309" r:id="rId43"/>
    <p:sldId id="310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15" y="120"/>
      </p:cViewPr>
      <p:guideLst>
        <p:guide orient="horz" pos="2160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椭圆 6"/>
          <p:cNvSpPr/>
          <p:nvPr/>
        </p:nvSpPr>
        <p:spPr>
          <a:xfrm>
            <a:off x="4587240" y="1500000"/>
            <a:ext cx="3017520" cy="3017520"/>
          </a:xfrm>
          <a:prstGeom prst="ellipse">
            <a:avLst/>
          </a:prstGeom>
          <a:gradFill flip="none" rotWithShape="1">
            <a:gsLst>
              <a:gs pos="0">
                <a:srgbClr val="00BEFF">
                  <a:lumMod val="20000"/>
                  <a:lumOff val="80000"/>
                </a:srgbClr>
              </a:gs>
              <a:gs pos="31000">
                <a:srgbClr val="00BEFF">
                  <a:lumMod val="56000"/>
                  <a:lumOff val="44000"/>
                </a:srgbClr>
              </a:gs>
              <a:gs pos="100000">
                <a:srgbClr val="0165FF">
                  <a:lumMod val="64000"/>
                </a:srgbClr>
              </a:gs>
              <a:gs pos="68000">
                <a:srgbClr val="0165FF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469900">
              <a:srgbClr val="FFFFFF"/>
            </a:innerShdw>
          </a:effectLst>
        </p:spPr>
        <p:style>
          <a:lnRef idx="2">
            <a:srgbClr val="0165FF">
              <a:shade val="15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HarmonyOS Sans SC" panose="00000500000000000000" charset="-122"/>
              <a:cs typeface="+mn-cs"/>
            </a:endParaRPr>
          </a:p>
        </p:txBody>
      </p:sp>
      <p:sp>
        <p:nvSpPr>
          <p:cNvPr id="901" name="TextBox 900"/>
          <p:cNvSpPr txBox="1"/>
          <p:nvPr/>
        </p:nvSpPr>
        <p:spPr>
          <a:xfrm>
            <a:off x="457200" y="5250000"/>
            <a:ext cx="11277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微软雅黑"/>
                <a:ea typeface="微软雅黑"/>
                <a:cs typeface="微软雅黑"/>
              </a:rPr>
              <a:t>bz-sphere-glow  ·  3D发光圆球(焦点点缀)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效果: 四光圈径向渐变+14pt白色内发光→立体玻璃球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放哪: 封面右侧/四角点睛;章节页点缀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怎么调: 改accent1/accent2换色;改ext换大小;innerShdw blurRad调发光强度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椭圆 5"/>
          <p:cNvSpPr/>
          <p:nvPr/>
        </p:nvSpPr>
        <p:spPr>
          <a:xfrm>
            <a:off x="4587240" y="1500000"/>
            <a:ext cx="3017520" cy="3017520"/>
          </a:xfrm>
          <a:prstGeom prst="ellipse">
            <a:avLst/>
          </a:prstGeom>
          <a:gradFill flip="none" rotWithShape="1">
            <a:gsLst>
              <a:gs pos="18000">
                <a:srgbClr val="0165FF">
                  <a:lumMod val="0"/>
                  <a:lumOff val="100000"/>
                  <a:alpha val="49000"/>
                </a:srgbClr>
              </a:gs>
              <a:gs pos="58000">
                <a:srgbClr val="0165FF">
                  <a:lumMod val="0"/>
                  <a:lumOff val="100000"/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330200" dist="520700" dir="2700000" sx="92000" sy="92000" algn="tl" rotWithShape="0">
              <a:srgbClr val="0165FF">
                <a:alpha val="16000"/>
              </a:srgbClr>
            </a:outerShdw>
            <a:softEdge rad="0"/>
          </a:effectLst>
        </p:spPr>
        <p:style>
          <a:lnRef idx="2">
            <a:srgbClr val="0165FF">
              <a:shade val="15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HarmonyOS Sans SC" panose="00000500000000000000" charset="-122"/>
              <a:cs typeface="+mn-cs"/>
            </a:endParaRPr>
          </a:p>
        </p:txBody>
      </p:sp>
      <p:sp>
        <p:nvSpPr>
          <p:cNvPr id="902" name="TextBox 901"/>
          <p:cNvSpPr txBox="1"/>
          <p:nvPr/>
        </p:nvSpPr>
        <p:spPr>
          <a:xfrm>
            <a:off x="457200" y="5250000"/>
            <a:ext cx="11277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bz-halo-soft  ·  大柔边半透明氛围光晕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softEdge柔边+低alpha→几乎看不清的氛围球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出血到画外四角铺氛围;成组叠多个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改alpha控浓淡;改softEdge控虚化;改色随主题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矩形: 圆角 59"/>
          <p:cNvSpPr/>
          <p:nvPr/>
        </p:nvSpPr>
        <p:spPr>
          <a:xfrm>
            <a:off x="4897046" y="1500000"/>
            <a:ext cx="2397908" cy="8229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BEFF">
                  <a:lumMod val="100000"/>
                </a:srgbClr>
              </a:gs>
              <a:gs pos="98000">
                <a:srgbClr val="0165FF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52400" dist="63500" dir="5400000" sx="95000" sy="95000" algn="tl" rotWithShape="0">
              <a:srgbClr val="0165FF">
                <a:alpha val="40000"/>
              </a:srgbClr>
            </a:outerShdw>
          </a:effectLst>
        </p:spPr>
        <p:style>
          <a:lnRef idx="2">
            <a:srgbClr val="0165FF">
              <a:shade val="15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/>
                <a:ea typeface="HarmonyOS Sans SC" panose="00000500000000000000" charset="-122"/>
                <a:cs typeface="+mn-cs"/>
              </a:rPr>
              <a:t>策划部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457200" y="5250000"/>
            <a:ext cx="11277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微软雅黑"/>
                <a:ea typeface="微软雅黑"/>
                <a:cs typeface="微软雅黑"/>
              </a:rPr>
              <a:t>bz-pill-label  ·  渐变胶囊标签(落款/眉标)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效果: 圆角矩形+渐变填充+透明+外阴影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放哪: 封面左下落款;页眉小标签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怎么调: 改文字;改宽度自适应;改色随主题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矩形: 圆角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81000">
                <a:srgbClr val="0165FF">
                  <a:lumMod val="20000"/>
                  <a:lumOff val="80000"/>
                </a:srgbClr>
              </a:gs>
              <a:gs pos="3000">
                <a:srgbClr val="0165FF">
                  <a:lumMod val="10000"/>
                  <a:lumOff val="90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165FF">
              <a:shade val="50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HarmonyOS Sans SC" panose="00000500000000000000" charset="-122"/>
              <a:cs typeface="+mn-cs"/>
            </a:endParaRPr>
          </a:p>
        </p:txBody>
      </p:sp>
      <p:sp>
        <p:nvSpPr>
          <p:cNvPr id="904" name="TextBox 903"/>
          <p:cNvSpPr txBox="1"/>
          <p:nvPr/>
        </p:nvSpPr>
        <p:spPr>
          <a:xfrm>
            <a:off x="457200" y="5250000"/>
            <a:ext cx="11277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微软雅黑"/>
                <a:ea typeface="微软雅黑"/>
                <a:cs typeface="微软雅黑"/>
              </a:rPr>
              <a:t>bz-bg-base  ·  底层全幅渐变背景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效果: 满版圆角矩形渐变(浅蓝白)做最底层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放哪: 任意页最底层铺底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怎么调: 改渐变两色换整体基调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矩形: 圆角 2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165FF">
                  <a:lumMod val="5000"/>
                  <a:lumOff val="95000"/>
                  <a:alpha val="70000"/>
                </a:srgbClr>
              </a:gs>
              <a:gs pos="100000">
                <a:srgbClr val="0165FF">
                  <a:lumMod val="0"/>
                  <a:lumOff val="100000"/>
                  <a:alpha val="0"/>
                </a:srgbClr>
              </a:gs>
              <a:gs pos="57000">
                <a:srgbClr val="0165FF">
                  <a:lumMod val="0"/>
                  <a:lumOff val="100000"/>
                  <a:alpha val="28000"/>
                </a:srgbClr>
              </a:gs>
            </a:gsLst>
            <a:lin ang="2700000" scaled="0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0165FF">
              <a:shade val="15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HarmonyOS Sans SC" panose="00000500000000000000" charset="-122"/>
              <a:cs typeface="+mn-cs"/>
            </a:endParaRPr>
          </a:p>
        </p:txBody>
      </p:sp>
      <p:sp>
        <p:nvSpPr>
          <p:cNvPr id="905" name="TextBox 904"/>
          <p:cNvSpPr txBox="1"/>
          <p:nvPr/>
        </p:nvSpPr>
        <p:spPr>
          <a:xfrm>
            <a:off x="457200" y="5250000"/>
            <a:ext cx="11277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bz-bg-overlay  ·  带透明度的全幅渐变叠加层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满版渐变+alpha,叠在纹理层上柔化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背景三明治的最上层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改alpha控叠加浓淡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TextBox 907"/>
          <p:cNvSpPr txBox="1"/>
          <p:nvPr/>
        </p:nvSpPr>
        <p:spPr>
          <a:xfrm>
            <a:off x="457200" y="5250000"/>
            <a:ext cx="11277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微软雅黑"/>
                <a:ea typeface="微软雅黑"/>
                <a:cs typeface="微软雅黑"/>
              </a:rPr>
              <a:t>bz-toc-card  ·  目录条目卡(白卡+圆角六边形编号+双行字)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效果: 白圆角卡+轻3D+外阴影+圆角六边形编号+PART眉标+标题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放哪: 目录页左右交错环绕中心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怎么调: 替换 编号/PART/标题 文字;左右镜像;改色随主题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8067857-9AB4-49B7-B193-9874565CB3F3}"/>
              </a:ext>
            </a:extLst>
          </p:cNvPr>
          <p:cNvGrpSpPr/>
          <p:nvPr/>
        </p:nvGrpSpPr>
        <p:grpSpPr>
          <a:xfrm>
            <a:off x="1010837" y="2867308"/>
            <a:ext cx="3243933" cy="996576"/>
            <a:chOff x="617137" y="3069751"/>
            <a:chExt cx="3243933" cy="996576"/>
          </a:xfrm>
        </p:grpSpPr>
        <p:sp>
          <p:nvSpPr>
            <p:cNvPr id="17" name="六边形 73">
              <a:extLst>
                <a:ext uri="{FF2B5EF4-FFF2-40B4-BE49-F238E27FC236}">
                  <a16:creationId xmlns:a16="http://schemas.microsoft.com/office/drawing/2014/main" id="{1BFA7721-F73B-41CE-87CB-C38B284CCBDE}"/>
                </a:ext>
              </a:extLst>
            </p:cNvPr>
            <p:cNvSpPr/>
            <p:nvPr/>
          </p:nvSpPr>
          <p:spPr>
            <a:xfrm>
              <a:off x="617137" y="3069751"/>
              <a:ext cx="3243933" cy="996576"/>
            </a:xfrm>
            <a:custGeom>
              <a:avLst/>
              <a:gdLst>
                <a:gd name="connsiteX0" fmla="*/ 17415 w 3465030"/>
                <a:gd name="connsiteY0" fmla="*/ 463617 h 1064500"/>
                <a:gd name="connsiteX1" fmla="*/ 227909 w 3465030"/>
                <a:gd name="connsiteY1" fmla="*/ 75367 h 1064500"/>
                <a:gd name="connsiteX2" fmla="*/ 354501 w 3465030"/>
                <a:gd name="connsiteY2" fmla="*/ 0 h 1064500"/>
                <a:gd name="connsiteX3" fmla="*/ 3110530 w 3465030"/>
                <a:gd name="connsiteY3" fmla="*/ 0 h 1064500"/>
                <a:gd name="connsiteX4" fmla="*/ 3237122 w 3465030"/>
                <a:gd name="connsiteY4" fmla="*/ 75367 h 1064500"/>
                <a:gd name="connsiteX5" fmla="*/ 3447616 w 3465030"/>
                <a:gd name="connsiteY5" fmla="*/ 463617 h 1064500"/>
                <a:gd name="connsiteX6" fmla="*/ 3447616 w 3465030"/>
                <a:gd name="connsiteY6" fmla="*/ 600883 h 1064500"/>
                <a:gd name="connsiteX7" fmla="*/ 3237122 w 3465030"/>
                <a:gd name="connsiteY7" fmla="*/ 989133 h 1064500"/>
                <a:gd name="connsiteX8" fmla="*/ 3110530 w 3465030"/>
                <a:gd name="connsiteY8" fmla="*/ 1064500 h 1064500"/>
                <a:gd name="connsiteX9" fmla="*/ 354501 w 3465030"/>
                <a:gd name="connsiteY9" fmla="*/ 1064500 h 1064500"/>
                <a:gd name="connsiteX10" fmla="*/ 227909 w 3465030"/>
                <a:gd name="connsiteY10" fmla="*/ 989133 h 1064500"/>
                <a:gd name="connsiteX11" fmla="*/ 17415 w 3465030"/>
                <a:gd name="connsiteY11" fmla="*/ 600883 h 1064500"/>
                <a:gd name="connsiteX12" fmla="*/ 17415 w 3465030"/>
                <a:gd name="connsiteY12" fmla="*/ 463617 h 106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65030" h="1064500">
                  <a:moveTo>
                    <a:pt x="17415" y="463617"/>
                  </a:moveTo>
                  <a:lnTo>
                    <a:pt x="227909" y="75367"/>
                  </a:lnTo>
                  <a:cubicBezTo>
                    <a:pt x="253079" y="28941"/>
                    <a:pt x="301691" y="0"/>
                    <a:pt x="354501" y="0"/>
                  </a:cubicBezTo>
                  <a:lnTo>
                    <a:pt x="3110530" y="0"/>
                  </a:lnTo>
                  <a:cubicBezTo>
                    <a:pt x="3163341" y="0"/>
                    <a:pt x="3211952" y="28941"/>
                    <a:pt x="3237122" y="75367"/>
                  </a:cubicBezTo>
                  <a:lnTo>
                    <a:pt x="3447616" y="463617"/>
                  </a:lnTo>
                  <a:cubicBezTo>
                    <a:pt x="3470835" y="506444"/>
                    <a:pt x="3470835" y="558056"/>
                    <a:pt x="3447616" y="600883"/>
                  </a:cubicBezTo>
                  <a:lnTo>
                    <a:pt x="3237122" y="989133"/>
                  </a:lnTo>
                  <a:cubicBezTo>
                    <a:pt x="3211952" y="1035559"/>
                    <a:pt x="3163341" y="1064500"/>
                    <a:pt x="3110530" y="1064500"/>
                  </a:cubicBezTo>
                  <a:lnTo>
                    <a:pt x="354501" y="1064500"/>
                  </a:lnTo>
                  <a:cubicBezTo>
                    <a:pt x="301691" y="1064500"/>
                    <a:pt x="253079" y="1035559"/>
                    <a:pt x="227909" y="989133"/>
                  </a:cubicBezTo>
                  <a:lnTo>
                    <a:pt x="17415" y="600883"/>
                  </a:lnTo>
                  <a:cubicBezTo>
                    <a:pt x="-5804" y="558056"/>
                    <a:pt x="-5804" y="506444"/>
                    <a:pt x="17415" y="463617"/>
                  </a:cubicBezTo>
                </a:path>
              </a:pathLst>
            </a:custGeom>
            <a:solidFill>
              <a:srgbClr val="FFFFFF">
                <a:alpha val="69000"/>
              </a:srgbClr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127000" dist="88900" dir="2700000" sx="98000" sy="98000" algn="tl" rotWithShape="0">
                <a:srgbClr val="0165FF">
                  <a:lumMod val="40000"/>
                  <a:lumOff val="60000"/>
                  <a:alpha val="40000"/>
                </a:srgbClr>
              </a:outerShdw>
            </a:effectLst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6853222-DB06-493C-9B12-3D005359D994}"/>
                </a:ext>
              </a:extLst>
            </p:cNvPr>
            <p:cNvSpPr txBox="1"/>
            <p:nvPr/>
          </p:nvSpPr>
          <p:spPr>
            <a:xfrm>
              <a:off x="1769884" y="3489751"/>
              <a:ext cx="1415772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HarmonyOS Sans SC"/>
                </a:rPr>
                <a:t>经济环境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3E68916-4F48-4310-9467-DA7223C42551}"/>
                </a:ext>
              </a:extLst>
            </p:cNvPr>
            <p:cNvSpPr txBox="1"/>
            <p:nvPr/>
          </p:nvSpPr>
          <p:spPr>
            <a:xfrm>
              <a:off x="1769884" y="3185245"/>
              <a:ext cx="1399742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44546A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Roboto"/>
                  <a:ea typeface="HarmonyOS Sans SC"/>
                </a:rPr>
                <a:t>PART THREE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828044E-E0D0-4BA1-A898-B86EF827E317}"/>
                </a:ext>
              </a:extLst>
            </p:cNvPr>
            <p:cNvGrpSpPr/>
            <p:nvPr/>
          </p:nvGrpSpPr>
          <p:grpSpPr>
            <a:xfrm>
              <a:off x="722100" y="3155243"/>
              <a:ext cx="935273" cy="825594"/>
              <a:chOff x="4932232" y="2985265"/>
              <a:chExt cx="2327535" cy="2054586"/>
            </a:xfrm>
            <a:scene3d>
              <a:camera prst="orthographicFront"/>
              <a:lightRig rig="contrasting" dir="t"/>
            </a:scene3d>
          </p:grpSpPr>
          <p:sp>
            <p:nvSpPr>
              <p:cNvPr id="21" name="六边形 30">
                <a:extLst>
                  <a:ext uri="{FF2B5EF4-FFF2-40B4-BE49-F238E27FC236}">
                    <a16:creationId xmlns:a16="http://schemas.microsoft.com/office/drawing/2014/main" id="{341548EE-2083-460C-A9C0-CA99E4461286}"/>
                  </a:ext>
                </a:extLst>
              </p:cNvPr>
              <p:cNvSpPr/>
              <p:nvPr/>
            </p:nvSpPr>
            <p:spPr>
              <a:xfrm>
                <a:off x="4932232" y="2985265"/>
                <a:ext cx="2327535" cy="2054586"/>
              </a:xfrm>
              <a:custGeom>
                <a:avLst/>
                <a:gdLst>
                  <a:gd name="connsiteX0" fmla="*/ 22785 w 2129042"/>
                  <a:gd name="connsiteY0" fmla="*/ 843087 h 1879370"/>
                  <a:gd name="connsiteX1" fmla="*/ 384628 w 2129042"/>
                  <a:gd name="connsiteY1" fmla="*/ 119402 h 1879370"/>
                  <a:gd name="connsiteX2" fmla="*/ 577824 w 2129042"/>
                  <a:gd name="connsiteY2" fmla="*/ 0 h 1879370"/>
                  <a:gd name="connsiteX3" fmla="*/ 1551218 w 2129042"/>
                  <a:gd name="connsiteY3" fmla="*/ 0 h 1879370"/>
                  <a:gd name="connsiteX4" fmla="*/ 1744415 w 2129042"/>
                  <a:gd name="connsiteY4" fmla="*/ 119402 h 1879370"/>
                  <a:gd name="connsiteX5" fmla="*/ 2106257 w 2129042"/>
                  <a:gd name="connsiteY5" fmla="*/ 843087 h 1879370"/>
                  <a:gd name="connsiteX6" fmla="*/ 2106257 w 2129042"/>
                  <a:gd name="connsiteY6" fmla="*/ 1036283 h 1879370"/>
                  <a:gd name="connsiteX7" fmla="*/ 1744415 w 2129042"/>
                  <a:gd name="connsiteY7" fmla="*/ 1759968 h 1879370"/>
                  <a:gd name="connsiteX8" fmla="*/ 1551218 w 2129042"/>
                  <a:gd name="connsiteY8" fmla="*/ 1879370 h 1879370"/>
                  <a:gd name="connsiteX9" fmla="*/ 577824 w 2129042"/>
                  <a:gd name="connsiteY9" fmla="*/ 1879370 h 1879370"/>
                  <a:gd name="connsiteX10" fmla="*/ 384628 w 2129042"/>
                  <a:gd name="connsiteY10" fmla="*/ 1759968 h 1879370"/>
                  <a:gd name="connsiteX11" fmla="*/ 22785 w 2129042"/>
                  <a:gd name="connsiteY11" fmla="*/ 1036283 h 1879370"/>
                  <a:gd name="connsiteX12" fmla="*/ 22785 w 2129042"/>
                  <a:gd name="connsiteY12" fmla="*/ 843087 h 1879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29042" h="1879370">
                    <a:moveTo>
                      <a:pt x="22785" y="843087"/>
                    </a:moveTo>
                    <a:lnTo>
                      <a:pt x="384628" y="119402"/>
                    </a:lnTo>
                    <a:cubicBezTo>
                      <a:pt x="421225" y="46208"/>
                      <a:pt x="495992" y="0"/>
                      <a:pt x="577824" y="0"/>
                    </a:cubicBezTo>
                    <a:lnTo>
                      <a:pt x="1551218" y="0"/>
                    </a:lnTo>
                    <a:cubicBezTo>
                      <a:pt x="1633051" y="0"/>
                      <a:pt x="1707818" y="46209"/>
                      <a:pt x="1744415" y="119402"/>
                    </a:cubicBezTo>
                    <a:lnTo>
                      <a:pt x="2106257" y="843087"/>
                    </a:lnTo>
                    <a:cubicBezTo>
                      <a:pt x="2136637" y="903847"/>
                      <a:pt x="2136637" y="975523"/>
                      <a:pt x="2106257" y="1036283"/>
                    </a:cubicBezTo>
                    <a:lnTo>
                      <a:pt x="1744415" y="1759968"/>
                    </a:lnTo>
                    <a:cubicBezTo>
                      <a:pt x="1707818" y="1833162"/>
                      <a:pt x="1633051" y="1879370"/>
                      <a:pt x="1551218" y="1879370"/>
                    </a:cubicBezTo>
                    <a:lnTo>
                      <a:pt x="577824" y="1879370"/>
                    </a:lnTo>
                    <a:cubicBezTo>
                      <a:pt x="495992" y="1879370"/>
                      <a:pt x="421225" y="1833162"/>
                      <a:pt x="384628" y="1759968"/>
                    </a:cubicBezTo>
                    <a:lnTo>
                      <a:pt x="22785" y="1036283"/>
                    </a:lnTo>
                    <a:cubicBezTo>
                      <a:pt x="-7595" y="975523"/>
                      <a:pt x="-7595" y="903847"/>
                      <a:pt x="22785" y="843087"/>
                    </a:cubicBezTo>
                  </a:path>
                </a:pathLst>
              </a:custGeom>
              <a:solidFill>
                <a:srgbClr val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/>
              </a:p>
            </p:txBody>
          </p:sp>
          <p:sp>
            <p:nvSpPr>
              <p:cNvPr id="22" name="六边形 30">
                <a:extLst>
                  <a:ext uri="{FF2B5EF4-FFF2-40B4-BE49-F238E27FC236}">
                    <a16:creationId xmlns:a16="http://schemas.microsoft.com/office/drawing/2014/main" id="{01782A65-E25A-4BA3-BCD5-87AF7753A32D}"/>
                  </a:ext>
                </a:extLst>
              </p:cNvPr>
              <p:cNvSpPr/>
              <p:nvPr/>
            </p:nvSpPr>
            <p:spPr>
              <a:xfrm>
                <a:off x="5080532" y="3116173"/>
                <a:ext cx="2030936" cy="1792768"/>
              </a:xfrm>
              <a:custGeom>
                <a:avLst/>
                <a:gdLst>
                  <a:gd name="connsiteX0" fmla="*/ 22785 w 2129042"/>
                  <a:gd name="connsiteY0" fmla="*/ 843087 h 1879370"/>
                  <a:gd name="connsiteX1" fmla="*/ 384628 w 2129042"/>
                  <a:gd name="connsiteY1" fmla="*/ 119402 h 1879370"/>
                  <a:gd name="connsiteX2" fmla="*/ 577824 w 2129042"/>
                  <a:gd name="connsiteY2" fmla="*/ 0 h 1879370"/>
                  <a:gd name="connsiteX3" fmla="*/ 1551218 w 2129042"/>
                  <a:gd name="connsiteY3" fmla="*/ 0 h 1879370"/>
                  <a:gd name="connsiteX4" fmla="*/ 1744415 w 2129042"/>
                  <a:gd name="connsiteY4" fmla="*/ 119402 h 1879370"/>
                  <a:gd name="connsiteX5" fmla="*/ 2106257 w 2129042"/>
                  <a:gd name="connsiteY5" fmla="*/ 843087 h 1879370"/>
                  <a:gd name="connsiteX6" fmla="*/ 2106257 w 2129042"/>
                  <a:gd name="connsiteY6" fmla="*/ 1036283 h 1879370"/>
                  <a:gd name="connsiteX7" fmla="*/ 1744415 w 2129042"/>
                  <a:gd name="connsiteY7" fmla="*/ 1759968 h 1879370"/>
                  <a:gd name="connsiteX8" fmla="*/ 1551218 w 2129042"/>
                  <a:gd name="connsiteY8" fmla="*/ 1879370 h 1879370"/>
                  <a:gd name="connsiteX9" fmla="*/ 577824 w 2129042"/>
                  <a:gd name="connsiteY9" fmla="*/ 1879370 h 1879370"/>
                  <a:gd name="connsiteX10" fmla="*/ 384628 w 2129042"/>
                  <a:gd name="connsiteY10" fmla="*/ 1759968 h 1879370"/>
                  <a:gd name="connsiteX11" fmla="*/ 22785 w 2129042"/>
                  <a:gd name="connsiteY11" fmla="*/ 1036283 h 1879370"/>
                  <a:gd name="connsiteX12" fmla="*/ 22785 w 2129042"/>
                  <a:gd name="connsiteY12" fmla="*/ 843087 h 1879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29042" h="1879370">
                    <a:moveTo>
                      <a:pt x="22785" y="843087"/>
                    </a:moveTo>
                    <a:lnTo>
                      <a:pt x="384628" y="119402"/>
                    </a:lnTo>
                    <a:cubicBezTo>
                      <a:pt x="421225" y="46208"/>
                      <a:pt x="495992" y="0"/>
                      <a:pt x="577824" y="0"/>
                    </a:cubicBezTo>
                    <a:lnTo>
                      <a:pt x="1551218" y="0"/>
                    </a:lnTo>
                    <a:cubicBezTo>
                      <a:pt x="1633051" y="0"/>
                      <a:pt x="1707818" y="46209"/>
                      <a:pt x="1744415" y="119402"/>
                    </a:cubicBezTo>
                    <a:lnTo>
                      <a:pt x="2106257" y="843087"/>
                    </a:lnTo>
                    <a:cubicBezTo>
                      <a:pt x="2136637" y="903847"/>
                      <a:pt x="2136637" y="975523"/>
                      <a:pt x="2106257" y="1036283"/>
                    </a:cubicBezTo>
                    <a:lnTo>
                      <a:pt x="1744415" y="1759968"/>
                    </a:lnTo>
                    <a:cubicBezTo>
                      <a:pt x="1707818" y="1833162"/>
                      <a:pt x="1633051" y="1879370"/>
                      <a:pt x="1551218" y="1879370"/>
                    </a:cubicBezTo>
                    <a:lnTo>
                      <a:pt x="577824" y="1879370"/>
                    </a:lnTo>
                    <a:cubicBezTo>
                      <a:pt x="495992" y="1879370"/>
                      <a:pt x="421225" y="1833162"/>
                      <a:pt x="384628" y="1759968"/>
                    </a:cubicBezTo>
                    <a:lnTo>
                      <a:pt x="22785" y="1036283"/>
                    </a:lnTo>
                    <a:cubicBezTo>
                      <a:pt x="-7595" y="975523"/>
                      <a:pt x="-7595" y="903847"/>
                      <a:pt x="22785" y="843087"/>
                    </a:cubicBezTo>
                  </a:path>
                </a:pathLst>
              </a:custGeom>
              <a:gradFill>
                <a:gsLst>
                  <a:gs pos="17000">
                    <a:srgbClr val="0165FF">
                      <a:lumMod val="100000"/>
                      <a:alpha val="18000"/>
                    </a:srgbClr>
                  </a:gs>
                  <a:gs pos="92000">
                    <a:srgbClr val="00BEFF">
                      <a:lumMod val="100000"/>
                      <a:alpha val="9000"/>
                    </a:srgbClr>
                  </a:gs>
                </a:gsLst>
                <a:path path="circle">
                  <a:fillToRect l="100000" t="100000"/>
                </a:path>
              </a:gra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/>
              </a:p>
            </p:txBody>
          </p:sp>
          <p:sp>
            <p:nvSpPr>
              <p:cNvPr id="23" name="六边形 30">
                <a:extLst>
                  <a:ext uri="{FF2B5EF4-FFF2-40B4-BE49-F238E27FC236}">
                    <a16:creationId xmlns:a16="http://schemas.microsoft.com/office/drawing/2014/main" id="{7438D816-9DF6-4B69-B13E-A4C247A2F5B2}"/>
                  </a:ext>
                </a:extLst>
              </p:cNvPr>
              <p:cNvSpPr/>
              <p:nvPr/>
            </p:nvSpPr>
            <p:spPr>
              <a:xfrm>
                <a:off x="5202481" y="3223822"/>
                <a:ext cx="1787038" cy="1577472"/>
              </a:xfrm>
              <a:custGeom>
                <a:avLst/>
                <a:gdLst>
                  <a:gd name="connsiteX0" fmla="*/ 22785 w 2129042"/>
                  <a:gd name="connsiteY0" fmla="*/ 843087 h 1879370"/>
                  <a:gd name="connsiteX1" fmla="*/ 384628 w 2129042"/>
                  <a:gd name="connsiteY1" fmla="*/ 119402 h 1879370"/>
                  <a:gd name="connsiteX2" fmla="*/ 577824 w 2129042"/>
                  <a:gd name="connsiteY2" fmla="*/ 0 h 1879370"/>
                  <a:gd name="connsiteX3" fmla="*/ 1551218 w 2129042"/>
                  <a:gd name="connsiteY3" fmla="*/ 0 h 1879370"/>
                  <a:gd name="connsiteX4" fmla="*/ 1744415 w 2129042"/>
                  <a:gd name="connsiteY4" fmla="*/ 119402 h 1879370"/>
                  <a:gd name="connsiteX5" fmla="*/ 2106257 w 2129042"/>
                  <a:gd name="connsiteY5" fmla="*/ 843087 h 1879370"/>
                  <a:gd name="connsiteX6" fmla="*/ 2106257 w 2129042"/>
                  <a:gd name="connsiteY6" fmla="*/ 1036283 h 1879370"/>
                  <a:gd name="connsiteX7" fmla="*/ 1744415 w 2129042"/>
                  <a:gd name="connsiteY7" fmla="*/ 1759968 h 1879370"/>
                  <a:gd name="connsiteX8" fmla="*/ 1551218 w 2129042"/>
                  <a:gd name="connsiteY8" fmla="*/ 1879370 h 1879370"/>
                  <a:gd name="connsiteX9" fmla="*/ 577824 w 2129042"/>
                  <a:gd name="connsiteY9" fmla="*/ 1879370 h 1879370"/>
                  <a:gd name="connsiteX10" fmla="*/ 384628 w 2129042"/>
                  <a:gd name="connsiteY10" fmla="*/ 1759968 h 1879370"/>
                  <a:gd name="connsiteX11" fmla="*/ 22785 w 2129042"/>
                  <a:gd name="connsiteY11" fmla="*/ 1036283 h 1879370"/>
                  <a:gd name="connsiteX12" fmla="*/ 22785 w 2129042"/>
                  <a:gd name="connsiteY12" fmla="*/ 843087 h 1879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29042" h="1879370">
                    <a:moveTo>
                      <a:pt x="22785" y="843087"/>
                    </a:moveTo>
                    <a:lnTo>
                      <a:pt x="384628" y="119402"/>
                    </a:lnTo>
                    <a:cubicBezTo>
                      <a:pt x="421225" y="46208"/>
                      <a:pt x="495992" y="0"/>
                      <a:pt x="577824" y="0"/>
                    </a:cubicBezTo>
                    <a:lnTo>
                      <a:pt x="1551218" y="0"/>
                    </a:lnTo>
                    <a:cubicBezTo>
                      <a:pt x="1633051" y="0"/>
                      <a:pt x="1707818" y="46209"/>
                      <a:pt x="1744415" y="119402"/>
                    </a:cubicBezTo>
                    <a:lnTo>
                      <a:pt x="2106257" y="843087"/>
                    </a:lnTo>
                    <a:cubicBezTo>
                      <a:pt x="2136637" y="903847"/>
                      <a:pt x="2136637" y="975523"/>
                      <a:pt x="2106257" y="1036283"/>
                    </a:cubicBezTo>
                    <a:lnTo>
                      <a:pt x="1744415" y="1759968"/>
                    </a:lnTo>
                    <a:cubicBezTo>
                      <a:pt x="1707818" y="1833162"/>
                      <a:pt x="1633051" y="1879370"/>
                      <a:pt x="1551218" y="1879370"/>
                    </a:cubicBezTo>
                    <a:lnTo>
                      <a:pt x="577824" y="1879370"/>
                    </a:lnTo>
                    <a:cubicBezTo>
                      <a:pt x="495992" y="1879370"/>
                      <a:pt x="421225" y="1833162"/>
                      <a:pt x="384628" y="1759968"/>
                    </a:cubicBezTo>
                    <a:lnTo>
                      <a:pt x="22785" y="1036283"/>
                    </a:lnTo>
                    <a:cubicBezTo>
                      <a:pt x="-7595" y="975523"/>
                      <a:pt x="-7595" y="903847"/>
                      <a:pt x="22785" y="843087"/>
                    </a:cubicBezTo>
                  </a:path>
                </a:pathLst>
              </a:custGeom>
              <a:gradFill>
                <a:gsLst>
                  <a:gs pos="15000">
                    <a:srgbClr val="0165FF">
                      <a:lumMod val="100000"/>
                    </a:srgbClr>
                  </a:gs>
                  <a:gs pos="92000">
                    <a:srgbClr val="00BEFF">
                      <a:lumMod val="100000"/>
                    </a:srgbClr>
                  </a:gs>
                </a:gsLst>
                <a:path path="circle">
                  <a:fillToRect l="100000" t="100000"/>
                </a:path>
              </a:gra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/>
                    <a:ea typeface="HarmonyOS Sans SC"/>
                    <a:cs typeface="+mn-cs"/>
                  </a:rPr>
                  <a:t>03</a:t>
                </a:r>
                <a:endPara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文本框 53"/>
          <p:cNvSpPr txBox="1"/>
          <p:nvPr/>
        </p:nvSpPr>
        <p:spPr>
          <a:xfrm>
            <a:off x="1195206" y="1500000"/>
            <a:ext cx="9801588" cy="3017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kumimoji="0" lang="zh-CN" altLang="en-US" sz="8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000">
                      <a:srgbClr val="00BEFF"/>
                    </a:gs>
                    <a:gs pos="94000">
                      <a:srgbClr val="0165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方圆体 VF Medium" pitchFamily="2" charset="-122"/>
                <a:ea typeface="阿里妈妈方圆体 VF Medium" pitchFamily="2" charset="-122"/>
                <a:cs typeface="+mn-cs"/>
              </a:rPr>
              <a:t>智慧城市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457200" y="5250000"/>
            <a:ext cx="11277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微软雅黑"/>
                <a:ea typeface="微软雅黑"/>
                <a:cs typeface="微软雅黑"/>
              </a:rPr>
              <a:t>bz-title-grad-text  ·  渐变填充大标题文字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效果: 微软雅黑大字+渐变填充(azure→cyan)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放哪: 封面左上主标</a:t>
            </a:r>
          </a:p>
          <a:p>
            <a:r>
              <a:rPr sz="1300" b="0">
                <a:latin typeface="微软雅黑"/>
                <a:ea typeface="微软雅黑"/>
                <a:cs typeface="微软雅黑"/>
              </a:rPr>
              <a:t>怎么调: 替换文字;改渐变两色;改字号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A810DC7-88F7-410B-9F39-F9984A6F443F}"/>
              </a:ext>
            </a:extLst>
          </p:cNvPr>
          <p:cNvGrpSpPr/>
          <p:nvPr/>
        </p:nvGrpSpPr>
        <p:grpSpPr>
          <a:xfrm>
            <a:off x="317500" y="-2705100"/>
            <a:ext cx="11557000" cy="12366204"/>
            <a:chOff x="-7029194" y="-3157138"/>
            <a:chExt cx="16149372" cy="18647711"/>
          </a:xfrm>
        </p:grpSpPr>
        <p:sp>
          <p:nvSpPr>
            <p:cNvPr id="3" name="六边形 2">
              <a:extLst>
                <a:ext uri="{FF2B5EF4-FFF2-40B4-BE49-F238E27FC236}">
                  <a16:creationId xmlns:a16="http://schemas.microsoft.com/office/drawing/2014/main" id="{D2A0EA75-4C69-47EC-B3E2-F0B6D911212A}"/>
                </a:ext>
              </a:extLst>
            </p:cNvPr>
            <p:cNvSpPr/>
            <p:nvPr/>
          </p:nvSpPr>
          <p:spPr>
            <a:xfrm rot="5400000">
              <a:off x="-8278364" y="-1907968"/>
              <a:ext cx="18647711" cy="16149372"/>
            </a:xfrm>
            <a:prstGeom prst="hexagon">
              <a:avLst>
                <a:gd name="adj" fmla="val 27276"/>
                <a:gd name="vf" fmla="val 115470"/>
              </a:avLst>
            </a:prstGeom>
            <a:solidFill>
              <a:schemeClr val="bg1">
                <a:alpha val="27000"/>
              </a:schemeClr>
            </a:solidFill>
            <a:ln>
              <a:noFill/>
            </a:ln>
            <a:effectLst>
              <a:softEdge rad="2413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六边形 3">
              <a:extLst>
                <a:ext uri="{FF2B5EF4-FFF2-40B4-BE49-F238E27FC236}">
                  <a16:creationId xmlns:a16="http://schemas.microsoft.com/office/drawing/2014/main" id="{0C803C21-3130-4788-9451-98DA173B0489}"/>
                </a:ext>
              </a:extLst>
            </p:cNvPr>
            <p:cNvSpPr/>
            <p:nvPr/>
          </p:nvSpPr>
          <p:spPr>
            <a:xfrm rot="5400000">
              <a:off x="-5464309" y="529072"/>
              <a:ext cx="13019602" cy="11275292"/>
            </a:xfrm>
            <a:prstGeom prst="hexagon">
              <a:avLst>
                <a:gd name="adj" fmla="val 27276"/>
                <a:gd name="vf" fmla="val 115470"/>
              </a:avLst>
            </a:prstGeom>
            <a:solidFill>
              <a:schemeClr val="bg1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" name="六边形 4">
              <a:extLst>
                <a:ext uri="{FF2B5EF4-FFF2-40B4-BE49-F238E27FC236}">
                  <a16:creationId xmlns:a16="http://schemas.microsoft.com/office/drawing/2014/main" id="{38D60472-307D-47DA-B31B-6C210E41C1BD}"/>
                </a:ext>
              </a:extLst>
            </p:cNvPr>
            <p:cNvSpPr/>
            <p:nvPr/>
          </p:nvSpPr>
          <p:spPr>
            <a:xfrm rot="5400000">
              <a:off x="-3382560" y="2349645"/>
              <a:ext cx="8856087" cy="7669585"/>
            </a:xfrm>
            <a:prstGeom prst="hexagon">
              <a:avLst>
                <a:gd name="adj" fmla="val 27276"/>
                <a:gd name="vf" fmla="val 115470"/>
              </a:avLst>
            </a:prstGeom>
            <a:solidFill>
              <a:schemeClr val="bg1"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57200" y="5248275"/>
            <a:ext cx="11277600" cy="1390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bz-hex-pad-white  ·  六边形白色半透明垫层(中心母题柔白层)</a:t>
            </a:r>
          </a:p>
          <a:p>
            <a:r>
              <a: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3 层同心白色半透明六边形(alpha 35/27/19%)→ 衬出中心层次的柔白垫/光环</a:t>
            </a:r>
          </a:p>
          <a:p>
            <a:r>
              <a: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目录/枢纽页正中,垫在 3D 六边形下方</a:t>
            </a:r>
          </a:p>
          <a:p>
            <a:r>
              <a:rPr sz="13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改 alpha 调浓淡 / 改大小 / 层数;① 可注入(无 scene3d)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8D6B08CB-90A1-4D69-9F24-BF2CC3273295}"/>
              </a:ext>
            </a:extLst>
          </p:cNvPr>
          <p:cNvGrpSpPr/>
          <p:nvPr/>
        </p:nvGrpSpPr>
        <p:grpSpPr>
          <a:xfrm>
            <a:off x="4342214" y="1981760"/>
            <a:ext cx="3353729" cy="2960437"/>
            <a:chOff x="4932232" y="2985265"/>
            <a:chExt cx="2327535" cy="2054586"/>
          </a:xfrm>
          <a:scene3d>
            <a:camera prst="perspectiveContrastingLeftFacing">
              <a:rot lat="21293127" lon="1800000" rev="21440523"/>
            </a:camera>
            <a:lightRig rig="contrasting" dir="t"/>
          </a:scene3d>
        </p:grpSpPr>
        <p:sp>
          <p:nvSpPr>
            <p:cNvPr id="7" name="六边形 30">
              <a:extLst>
                <a:ext uri="{FF2B5EF4-FFF2-40B4-BE49-F238E27FC236}">
                  <a16:creationId xmlns:a16="http://schemas.microsoft.com/office/drawing/2014/main" id="{40F51DF4-49CB-4F10-8811-C1004EEBC179}"/>
                </a:ext>
              </a:extLst>
            </p:cNvPr>
            <p:cNvSpPr/>
            <p:nvPr/>
          </p:nvSpPr>
          <p:spPr>
            <a:xfrm>
              <a:off x="4932232" y="2985265"/>
              <a:ext cx="2327535" cy="2054586"/>
            </a:xfrm>
            <a:custGeom>
              <a:avLst/>
              <a:gdLst>
                <a:gd name="connsiteX0" fmla="*/ 22785 w 2129042"/>
                <a:gd name="connsiteY0" fmla="*/ 843087 h 1879370"/>
                <a:gd name="connsiteX1" fmla="*/ 384628 w 2129042"/>
                <a:gd name="connsiteY1" fmla="*/ 119402 h 1879370"/>
                <a:gd name="connsiteX2" fmla="*/ 577824 w 2129042"/>
                <a:gd name="connsiteY2" fmla="*/ 0 h 1879370"/>
                <a:gd name="connsiteX3" fmla="*/ 1551218 w 2129042"/>
                <a:gd name="connsiteY3" fmla="*/ 0 h 1879370"/>
                <a:gd name="connsiteX4" fmla="*/ 1744415 w 2129042"/>
                <a:gd name="connsiteY4" fmla="*/ 119402 h 1879370"/>
                <a:gd name="connsiteX5" fmla="*/ 2106257 w 2129042"/>
                <a:gd name="connsiteY5" fmla="*/ 843087 h 1879370"/>
                <a:gd name="connsiteX6" fmla="*/ 2106257 w 2129042"/>
                <a:gd name="connsiteY6" fmla="*/ 1036283 h 1879370"/>
                <a:gd name="connsiteX7" fmla="*/ 1744415 w 2129042"/>
                <a:gd name="connsiteY7" fmla="*/ 1759968 h 1879370"/>
                <a:gd name="connsiteX8" fmla="*/ 1551218 w 2129042"/>
                <a:gd name="connsiteY8" fmla="*/ 1879370 h 1879370"/>
                <a:gd name="connsiteX9" fmla="*/ 577824 w 2129042"/>
                <a:gd name="connsiteY9" fmla="*/ 1879370 h 1879370"/>
                <a:gd name="connsiteX10" fmla="*/ 384628 w 2129042"/>
                <a:gd name="connsiteY10" fmla="*/ 1759968 h 1879370"/>
                <a:gd name="connsiteX11" fmla="*/ 22785 w 2129042"/>
                <a:gd name="connsiteY11" fmla="*/ 1036283 h 1879370"/>
                <a:gd name="connsiteX12" fmla="*/ 22785 w 2129042"/>
                <a:gd name="connsiteY12" fmla="*/ 843087 h 187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29042" h="1879370">
                  <a:moveTo>
                    <a:pt x="22785" y="843087"/>
                  </a:moveTo>
                  <a:lnTo>
                    <a:pt x="384628" y="119402"/>
                  </a:lnTo>
                  <a:cubicBezTo>
                    <a:pt x="421225" y="46208"/>
                    <a:pt x="495992" y="0"/>
                    <a:pt x="577824" y="0"/>
                  </a:cubicBezTo>
                  <a:lnTo>
                    <a:pt x="1551218" y="0"/>
                  </a:lnTo>
                  <a:cubicBezTo>
                    <a:pt x="1633051" y="0"/>
                    <a:pt x="1707818" y="46209"/>
                    <a:pt x="1744415" y="119402"/>
                  </a:cubicBezTo>
                  <a:lnTo>
                    <a:pt x="2106257" y="843087"/>
                  </a:lnTo>
                  <a:cubicBezTo>
                    <a:pt x="2136637" y="903847"/>
                    <a:pt x="2136637" y="975523"/>
                    <a:pt x="2106257" y="1036283"/>
                  </a:cubicBezTo>
                  <a:lnTo>
                    <a:pt x="1744415" y="1759968"/>
                  </a:lnTo>
                  <a:cubicBezTo>
                    <a:pt x="1707818" y="1833162"/>
                    <a:pt x="1633051" y="1879370"/>
                    <a:pt x="1551218" y="1879370"/>
                  </a:cubicBezTo>
                  <a:lnTo>
                    <a:pt x="577824" y="1879370"/>
                  </a:lnTo>
                  <a:cubicBezTo>
                    <a:pt x="495992" y="1879370"/>
                    <a:pt x="421225" y="1833162"/>
                    <a:pt x="384628" y="1759968"/>
                  </a:cubicBezTo>
                  <a:lnTo>
                    <a:pt x="22785" y="1036283"/>
                  </a:lnTo>
                  <a:cubicBezTo>
                    <a:pt x="-7595" y="975523"/>
                    <a:pt x="-7595" y="903847"/>
                    <a:pt x="22785" y="843087"/>
                  </a:cubicBezTo>
                </a:path>
              </a:pathLst>
            </a:custGeom>
            <a:gradFill>
              <a:gsLst>
                <a:gs pos="0">
                  <a:srgbClr val="0165FF">
                    <a:lumMod val="0"/>
                    <a:lumOff val="100000"/>
                  </a:srgbClr>
                </a:gs>
                <a:gs pos="52000">
                  <a:srgbClr val="00BEFF">
                    <a:lumMod val="0"/>
                    <a:lumOff val="100000"/>
                    <a:alpha val="56000"/>
                  </a:srgbClr>
                </a:gs>
                <a:gs pos="100000">
                  <a:srgbClr val="0165FF">
                    <a:lumMod val="0"/>
                    <a:lumOff val="100000"/>
                    <a:alpha val="0"/>
                  </a:srgbClr>
                </a:gs>
              </a:gsLst>
              <a:lin ang="2700000" scaled="0"/>
            </a:gradFill>
            <a:ln w="19050" cap="flat" cmpd="sng" algn="ctr">
              <a:gradFill>
                <a:gsLst>
                  <a:gs pos="0">
                    <a:srgbClr val="0165FF">
                      <a:lumMod val="19000"/>
                      <a:lumOff val="81000"/>
                    </a:srgbClr>
                  </a:gs>
                  <a:gs pos="45000">
                    <a:srgbClr val="00BEFF">
                      <a:alpha val="45000"/>
                    </a:srgbClr>
                  </a:gs>
                  <a:gs pos="100000">
                    <a:srgbClr val="0165FF">
                      <a:lumMod val="80000"/>
                      <a:lumOff val="20000"/>
                    </a:srgbClr>
                  </a:gs>
                </a:gsLst>
                <a:lin ang="2700000" scaled="0"/>
              </a:gradFill>
              <a:prstDash val="solid"/>
              <a:miter lim="800000"/>
            </a:ln>
            <a:effectLst/>
            <a:sp3d extrusionH="152400"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六边形 30">
              <a:extLst>
                <a:ext uri="{FF2B5EF4-FFF2-40B4-BE49-F238E27FC236}">
                  <a16:creationId xmlns:a16="http://schemas.microsoft.com/office/drawing/2014/main" id="{7E1B602C-8B47-4ED6-8A52-4D5F9CAA5164}"/>
                </a:ext>
              </a:extLst>
            </p:cNvPr>
            <p:cNvSpPr/>
            <p:nvPr/>
          </p:nvSpPr>
          <p:spPr>
            <a:xfrm>
              <a:off x="5080532" y="3116173"/>
              <a:ext cx="2030936" cy="1792768"/>
            </a:xfrm>
            <a:custGeom>
              <a:avLst/>
              <a:gdLst>
                <a:gd name="connsiteX0" fmla="*/ 22785 w 2129042"/>
                <a:gd name="connsiteY0" fmla="*/ 843087 h 1879370"/>
                <a:gd name="connsiteX1" fmla="*/ 384628 w 2129042"/>
                <a:gd name="connsiteY1" fmla="*/ 119402 h 1879370"/>
                <a:gd name="connsiteX2" fmla="*/ 577824 w 2129042"/>
                <a:gd name="connsiteY2" fmla="*/ 0 h 1879370"/>
                <a:gd name="connsiteX3" fmla="*/ 1551218 w 2129042"/>
                <a:gd name="connsiteY3" fmla="*/ 0 h 1879370"/>
                <a:gd name="connsiteX4" fmla="*/ 1744415 w 2129042"/>
                <a:gd name="connsiteY4" fmla="*/ 119402 h 1879370"/>
                <a:gd name="connsiteX5" fmla="*/ 2106257 w 2129042"/>
                <a:gd name="connsiteY5" fmla="*/ 843087 h 1879370"/>
                <a:gd name="connsiteX6" fmla="*/ 2106257 w 2129042"/>
                <a:gd name="connsiteY6" fmla="*/ 1036283 h 1879370"/>
                <a:gd name="connsiteX7" fmla="*/ 1744415 w 2129042"/>
                <a:gd name="connsiteY7" fmla="*/ 1759968 h 1879370"/>
                <a:gd name="connsiteX8" fmla="*/ 1551218 w 2129042"/>
                <a:gd name="connsiteY8" fmla="*/ 1879370 h 1879370"/>
                <a:gd name="connsiteX9" fmla="*/ 577824 w 2129042"/>
                <a:gd name="connsiteY9" fmla="*/ 1879370 h 1879370"/>
                <a:gd name="connsiteX10" fmla="*/ 384628 w 2129042"/>
                <a:gd name="connsiteY10" fmla="*/ 1759968 h 1879370"/>
                <a:gd name="connsiteX11" fmla="*/ 22785 w 2129042"/>
                <a:gd name="connsiteY11" fmla="*/ 1036283 h 1879370"/>
                <a:gd name="connsiteX12" fmla="*/ 22785 w 2129042"/>
                <a:gd name="connsiteY12" fmla="*/ 843087 h 187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29042" h="1879370">
                  <a:moveTo>
                    <a:pt x="22785" y="843087"/>
                  </a:moveTo>
                  <a:lnTo>
                    <a:pt x="384628" y="119402"/>
                  </a:lnTo>
                  <a:cubicBezTo>
                    <a:pt x="421225" y="46208"/>
                    <a:pt x="495992" y="0"/>
                    <a:pt x="577824" y="0"/>
                  </a:cubicBezTo>
                  <a:lnTo>
                    <a:pt x="1551218" y="0"/>
                  </a:lnTo>
                  <a:cubicBezTo>
                    <a:pt x="1633051" y="0"/>
                    <a:pt x="1707818" y="46209"/>
                    <a:pt x="1744415" y="119402"/>
                  </a:cubicBezTo>
                  <a:lnTo>
                    <a:pt x="2106257" y="843087"/>
                  </a:lnTo>
                  <a:cubicBezTo>
                    <a:pt x="2136637" y="903847"/>
                    <a:pt x="2136637" y="975523"/>
                    <a:pt x="2106257" y="1036283"/>
                  </a:cubicBezTo>
                  <a:lnTo>
                    <a:pt x="1744415" y="1759968"/>
                  </a:lnTo>
                  <a:cubicBezTo>
                    <a:pt x="1707818" y="1833162"/>
                    <a:pt x="1633051" y="1879370"/>
                    <a:pt x="1551218" y="1879370"/>
                  </a:cubicBezTo>
                  <a:lnTo>
                    <a:pt x="577824" y="1879370"/>
                  </a:lnTo>
                  <a:cubicBezTo>
                    <a:pt x="495992" y="1879370"/>
                    <a:pt x="421225" y="1833162"/>
                    <a:pt x="384628" y="1759968"/>
                  </a:cubicBezTo>
                  <a:lnTo>
                    <a:pt x="22785" y="1036283"/>
                  </a:lnTo>
                  <a:cubicBezTo>
                    <a:pt x="-7595" y="975523"/>
                    <a:pt x="-7595" y="903847"/>
                    <a:pt x="22785" y="843087"/>
                  </a:cubicBezTo>
                </a:path>
              </a:pathLst>
            </a:custGeom>
            <a:gradFill>
              <a:gsLst>
                <a:gs pos="17000">
                  <a:srgbClr val="0165FF">
                    <a:lumMod val="100000"/>
                    <a:alpha val="18000"/>
                  </a:srgbClr>
                </a:gs>
                <a:gs pos="92000">
                  <a:srgbClr val="00BEFF">
                    <a:lumMod val="100000"/>
                    <a:alpha val="9000"/>
                  </a:srgbClr>
                </a:gs>
              </a:gsLst>
              <a:path path="circle">
                <a:fillToRect l="100000" t="100000"/>
              </a:path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六边形 30">
              <a:extLst>
                <a:ext uri="{FF2B5EF4-FFF2-40B4-BE49-F238E27FC236}">
                  <a16:creationId xmlns:a16="http://schemas.microsoft.com/office/drawing/2014/main" id="{F2F6A34D-999F-4D46-8276-A7FE3A52BCDA}"/>
                </a:ext>
              </a:extLst>
            </p:cNvPr>
            <p:cNvSpPr/>
            <p:nvPr/>
          </p:nvSpPr>
          <p:spPr>
            <a:xfrm>
              <a:off x="5202481" y="3223822"/>
              <a:ext cx="1787038" cy="1577472"/>
            </a:xfrm>
            <a:custGeom>
              <a:avLst/>
              <a:gdLst>
                <a:gd name="connsiteX0" fmla="*/ 22785 w 2129042"/>
                <a:gd name="connsiteY0" fmla="*/ 843087 h 1879370"/>
                <a:gd name="connsiteX1" fmla="*/ 384628 w 2129042"/>
                <a:gd name="connsiteY1" fmla="*/ 119402 h 1879370"/>
                <a:gd name="connsiteX2" fmla="*/ 577824 w 2129042"/>
                <a:gd name="connsiteY2" fmla="*/ 0 h 1879370"/>
                <a:gd name="connsiteX3" fmla="*/ 1551218 w 2129042"/>
                <a:gd name="connsiteY3" fmla="*/ 0 h 1879370"/>
                <a:gd name="connsiteX4" fmla="*/ 1744415 w 2129042"/>
                <a:gd name="connsiteY4" fmla="*/ 119402 h 1879370"/>
                <a:gd name="connsiteX5" fmla="*/ 2106257 w 2129042"/>
                <a:gd name="connsiteY5" fmla="*/ 843087 h 1879370"/>
                <a:gd name="connsiteX6" fmla="*/ 2106257 w 2129042"/>
                <a:gd name="connsiteY6" fmla="*/ 1036283 h 1879370"/>
                <a:gd name="connsiteX7" fmla="*/ 1744415 w 2129042"/>
                <a:gd name="connsiteY7" fmla="*/ 1759968 h 1879370"/>
                <a:gd name="connsiteX8" fmla="*/ 1551218 w 2129042"/>
                <a:gd name="connsiteY8" fmla="*/ 1879370 h 1879370"/>
                <a:gd name="connsiteX9" fmla="*/ 577824 w 2129042"/>
                <a:gd name="connsiteY9" fmla="*/ 1879370 h 1879370"/>
                <a:gd name="connsiteX10" fmla="*/ 384628 w 2129042"/>
                <a:gd name="connsiteY10" fmla="*/ 1759968 h 1879370"/>
                <a:gd name="connsiteX11" fmla="*/ 22785 w 2129042"/>
                <a:gd name="connsiteY11" fmla="*/ 1036283 h 1879370"/>
                <a:gd name="connsiteX12" fmla="*/ 22785 w 2129042"/>
                <a:gd name="connsiteY12" fmla="*/ 843087 h 187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29042" h="1879370">
                  <a:moveTo>
                    <a:pt x="22785" y="843087"/>
                  </a:moveTo>
                  <a:lnTo>
                    <a:pt x="384628" y="119402"/>
                  </a:lnTo>
                  <a:cubicBezTo>
                    <a:pt x="421225" y="46208"/>
                    <a:pt x="495992" y="0"/>
                    <a:pt x="577824" y="0"/>
                  </a:cubicBezTo>
                  <a:lnTo>
                    <a:pt x="1551218" y="0"/>
                  </a:lnTo>
                  <a:cubicBezTo>
                    <a:pt x="1633051" y="0"/>
                    <a:pt x="1707818" y="46209"/>
                    <a:pt x="1744415" y="119402"/>
                  </a:cubicBezTo>
                  <a:lnTo>
                    <a:pt x="2106257" y="843087"/>
                  </a:lnTo>
                  <a:cubicBezTo>
                    <a:pt x="2136637" y="903847"/>
                    <a:pt x="2136637" y="975523"/>
                    <a:pt x="2106257" y="1036283"/>
                  </a:cubicBezTo>
                  <a:lnTo>
                    <a:pt x="1744415" y="1759968"/>
                  </a:lnTo>
                  <a:cubicBezTo>
                    <a:pt x="1707818" y="1833162"/>
                    <a:pt x="1633051" y="1879370"/>
                    <a:pt x="1551218" y="1879370"/>
                  </a:cubicBezTo>
                  <a:lnTo>
                    <a:pt x="577824" y="1879370"/>
                  </a:lnTo>
                  <a:cubicBezTo>
                    <a:pt x="495992" y="1879370"/>
                    <a:pt x="421225" y="1833162"/>
                    <a:pt x="384628" y="1759968"/>
                  </a:cubicBezTo>
                  <a:lnTo>
                    <a:pt x="22785" y="1036283"/>
                  </a:lnTo>
                  <a:cubicBezTo>
                    <a:pt x="-7595" y="975523"/>
                    <a:pt x="-7595" y="903847"/>
                    <a:pt x="22785" y="843087"/>
                  </a:cubicBezTo>
                </a:path>
              </a:pathLst>
            </a:custGeom>
            <a:gradFill>
              <a:gsLst>
                <a:gs pos="15000">
                  <a:srgbClr val="0165FF">
                    <a:lumMod val="100000"/>
                  </a:srgbClr>
                </a:gs>
                <a:gs pos="92000">
                  <a:srgbClr val="00BEFF">
                    <a:lumMod val="100000"/>
                  </a:srgbClr>
                </a:gs>
              </a:gsLst>
              <a:path path="circle">
                <a:fillToRect l="100000" t="100000"/>
              </a:path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57200" y="5248275"/>
            <a:ext cx="11277600" cy="1390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bz-hex-3d-base  ·  三维层叠六边形(目录中心主体)</a:t>
            </a:r>
          </a:p>
          <a:p>
            <a:r>
              <a:rPr sz="13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效果: custGeom 六边形 + sp3d 厚度 + scene3d 微倾斜 → 渐变蓝 + 白描边环 + 细外框的立体层叠</a:t>
            </a:r>
          </a:p>
          <a:p>
            <a:r>
              <a:rPr sz="13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放哪: 目录/枢纽页正中作 3D 主角(层次感本体)</a:t>
            </a:r>
          </a:p>
          <a:p>
            <a:r>
              <a:rPr sz="13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怎么调: ③ scene3d 注入会丢 → 只能 clone 模板那页;换主题色;标题文字另置上层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矩形: 圆角 1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165FF"/>
              </a:gs>
              <a:gs pos="100000">
                <a:srgbClr val="0165FF">
                  <a:lumMod val="50000"/>
                </a:srgbClr>
              </a:gs>
              <a:gs pos="39000">
                <a:srgbClr val="0165FF">
                  <a:lumMod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0165FF">
              <a:shade val="15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002" name="TextBox 2001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bz-dark-bg  ·  暗系深蓝满底渐变背景(章节/暗页底)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满版圆角矩形 accent1 渐变(深海军蓝)做暗页最底层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暗系章节/结尾页最底层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改渐变两色换暗系基调;改 accent 即整体换色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2" name="组合 115"/>
          <p:cNvGrpSpPr/>
          <p:nvPr/>
        </p:nvGrpSpPr>
        <p:grpSpPr>
          <a:xfrm flipH="1">
            <a:off x="4632960" y="1700000"/>
            <a:ext cx="2926080" cy="398415"/>
            <a:chOff x="7504715" y="7960955"/>
            <a:chExt cx="909429" cy="123828"/>
          </a:xfrm>
          <a:gradFill flip="none" rotWithShape="1">
            <a:gsLst>
              <a:gs pos="13000">
                <a:srgbClr val="0165FF">
                  <a:lumMod val="0"/>
                  <a:lumOff val="100000"/>
                  <a:alpha val="58000"/>
                </a:srgbClr>
              </a:gs>
              <a:gs pos="100000">
                <a:srgbClr val="0165FF">
                  <a:lumMod val="0"/>
                  <a:lumOff val="100000"/>
                  <a:alpha val="0"/>
                </a:srgbClr>
              </a:gs>
            </a:gsLst>
            <a:lin ang="0" scaled="0"/>
            <a:tileRect/>
          </a:gradFill>
        </p:grpSpPr>
        <p:sp>
          <p:nvSpPr>
            <p:cNvPr id="117" name="等腰三角形 116"/>
            <p:cNvSpPr/>
            <p:nvPr/>
          </p:nvSpPr>
          <p:spPr>
            <a:xfrm rot="16200000">
              <a:off x="7496176" y="7969494"/>
              <a:ext cx="123824" cy="10674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8" name="等腰三角形 117"/>
            <p:cNvSpPr/>
            <p:nvPr/>
          </p:nvSpPr>
          <p:spPr>
            <a:xfrm rot="16200000">
              <a:off x="7696847" y="7969495"/>
              <a:ext cx="123824" cy="10674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9" name="等腰三角形 118"/>
            <p:cNvSpPr/>
            <p:nvPr/>
          </p:nvSpPr>
          <p:spPr>
            <a:xfrm rot="16200000">
              <a:off x="7897518" y="7969496"/>
              <a:ext cx="123824" cy="10674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0" name="等腰三角形 119"/>
            <p:cNvSpPr/>
            <p:nvPr/>
          </p:nvSpPr>
          <p:spPr>
            <a:xfrm rot="16200000">
              <a:off x="8098189" y="7969497"/>
              <a:ext cx="123824" cy="10674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1" name="等腰三角形 120"/>
            <p:cNvSpPr/>
            <p:nvPr/>
          </p:nvSpPr>
          <p:spPr>
            <a:xfrm rot="16200000">
              <a:off x="8298860" y="7969498"/>
              <a:ext cx="123824" cy="10674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2003" name="TextBox 2002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bz-progress-arrows  ·  进度/导航三角(▶▶▶▶)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5 个右向等腰三角渐变,做进度/翻页暗示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章节页底部一角点缀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改个数/间距/朝向(rot);改色随主题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3" name="组合 151"/>
          <p:cNvGrpSpPr/>
          <p:nvPr/>
        </p:nvGrpSpPr>
        <p:grpSpPr>
          <a:xfrm>
            <a:off x="4632960" y="1700000"/>
            <a:ext cx="2926080" cy="1555534"/>
            <a:chOff x="2670139" y="7332470"/>
            <a:chExt cx="1540036" cy="818697"/>
          </a:xfrm>
          <a:solidFill>
            <a:srgbClr val="FFFFFF">
              <a:alpha val="68000"/>
            </a:srgbClr>
          </a:solidFill>
        </p:grpSpPr>
        <p:sp>
          <p:nvSpPr>
            <p:cNvPr id="122" name="椭圆 121"/>
            <p:cNvSpPr/>
            <p:nvPr/>
          </p:nvSpPr>
          <p:spPr>
            <a:xfrm>
              <a:off x="2670139" y="7332470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3" name="椭圆 122"/>
            <p:cNvSpPr/>
            <p:nvPr/>
          </p:nvSpPr>
          <p:spPr>
            <a:xfrm>
              <a:off x="2965914" y="7332470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4" name="椭圆 123"/>
            <p:cNvSpPr/>
            <p:nvPr/>
          </p:nvSpPr>
          <p:spPr>
            <a:xfrm>
              <a:off x="3261689" y="7332470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5" name="椭圆 124"/>
            <p:cNvSpPr/>
            <p:nvPr/>
          </p:nvSpPr>
          <p:spPr>
            <a:xfrm>
              <a:off x="3557464" y="7332470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6" name="椭圆 125"/>
            <p:cNvSpPr/>
            <p:nvPr/>
          </p:nvSpPr>
          <p:spPr>
            <a:xfrm>
              <a:off x="3853239" y="7332470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7" name="椭圆 126"/>
            <p:cNvSpPr/>
            <p:nvPr/>
          </p:nvSpPr>
          <p:spPr>
            <a:xfrm>
              <a:off x="4149014" y="7332470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8" name="椭圆 127"/>
            <p:cNvSpPr/>
            <p:nvPr/>
          </p:nvSpPr>
          <p:spPr>
            <a:xfrm>
              <a:off x="2670139" y="7521854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9" name="椭圆 128"/>
            <p:cNvSpPr/>
            <p:nvPr/>
          </p:nvSpPr>
          <p:spPr>
            <a:xfrm>
              <a:off x="2965914" y="7521854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0" name="椭圆 129"/>
            <p:cNvSpPr/>
            <p:nvPr/>
          </p:nvSpPr>
          <p:spPr>
            <a:xfrm>
              <a:off x="3261689" y="7521854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1" name="椭圆 130"/>
            <p:cNvSpPr/>
            <p:nvPr/>
          </p:nvSpPr>
          <p:spPr>
            <a:xfrm>
              <a:off x="3557464" y="7521854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2" name="椭圆 131"/>
            <p:cNvSpPr/>
            <p:nvPr/>
          </p:nvSpPr>
          <p:spPr>
            <a:xfrm>
              <a:off x="3853239" y="7521854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3" name="椭圆 132"/>
            <p:cNvSpPr/>
            <p:nvPr/>
          </p:nvSpPr>
          <p:spPr>
            <a:xfrm>
              <a:off x="4149014" y="7521854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4" name="椭圆 133"/>
            <p:cNvSpPr/>
            <p:nvPr/>
          </p:nvSpPr>
          <p:spPr>
            <a:xfrm>
              <a:off x="2670139" y="7711238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5" name="椭圆 134"/>
            <p:cNvSpPr/>
            <p:nvPr/>
          </p:nvSpPr>
          <p:spPr>
            <a:xfrm>
              <a:off x="2965914" y="7711238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6" name="椭圆 135"/>
            <p:cNvSpPr/>
            <p:nvPr/>
          </p:nvSpPr>
          <p:spPr>
            <a:xfrm>
              <a:off x="3261689" y="7711238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>
              <a:off x="3557464" y="7711238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8" name="椭圆 137"/>
            <p:cNvSpPr/>
            <p:nvPr/>
          </p:nvSpPr>
          <p:spPr>
            <a:xfrm>
              <a:off x="3853239" y="7711238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9" name="椭圆 138"/>
            <p:cNvSpPr/>
            <p:nvPr/>
          </p:nvSpPr>
          <p:spPr>
            <a:xfrm>
              <a:off x="4149014" y="7711238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0" name="椭圆 139"/>
            <p:cNvSpPr/>
            <p:nvPr/>
          </p:nvSpPr>
          <p:spPr>
            <a:xfrm>
              <a:off x="2670139" y="7900622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1" name="椭圆 140"/>
            <p:cNvSpPr/>
            <p:nvPr/>
          </p:nvSpPr>
          <p:spPr>
            <a:xfrm>
              <a:off x="2965914" y="7900622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2" name="椭圆 141"/>
            <p:cNvSpPr/>
            <p:nvPr/>
          </p:nvSpPr>
          <p:spPr>
            <a:xfrm>
              <a:off x="3261689" y="7900622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3" name="椭圆 142"/>
            <p:cNvSpPr/>
            <p:nvPr/>
          </p:nvSpPr>
          <p:spPr>
            <a:xfrm>
              <a:off x="3557464" y="7900622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4" name="椭圆 143"/>
            <p:cNvSpPr/>
            <p:nvPr/>
          </p:nvSpPr>
          <p:spPr>
            <a:xfrm>
              <a:off x="3853239" y="7900622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5" name="椭圆 144"/>
            <p:cNvSpPr/>
            <p:nvPr/>
          </p:nvSpPr>
          <p:spPr>
            <a:xfrm>
              <a:off x="4149014" y="7900622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6" name="椭圆 145"/>
            <p:cNvSpPr/>
            <p:nvPr/>
          </p:nvSpPr>
          <p:spPr>
            <a:xfrm>
              <a:off x="2670139" y="8090006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7" name="椭圆 146"/>
            <p:cNvSpPr/>
            <p:nvPr/>
          </p:nvSpPr>
          <p:spPr>
            <a:xfrm>
              <a:off x="2965914" y="8090006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8" name="椭圆 147"/>
            <p:cNvSpPr/>
            <p:nvPr/>
          </p:nvSpPr>
          <p:spPr>
            <a:xfrm>
              <a:off x="3261689" y="8090006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9" name="椭圆 148"/>
            <p:cNvSpPr/>
            <p:nvPr/>
          </p:nvSpPr>
          <p:spPr>
            <a:xfrm>
              <a:off x="3557464" y="8090006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0" name="椭圆 149"/>
            <p:cNvSpPr/>
            <p:nvPr/>
          </p:nvSpPr>
          <p:spPr>
            <a:xfrm>
              <a:off x="3853239" y="8090006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>
              <a:off x="4149014" y="8090006"/>
              <a:ext cx="61161" cy="6116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2004" name="TextBox 2003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bz-dot-grid  ·  点阵网格纹理(角落装饰)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6×5 小圆点阵,极淡,做角落科技感纹理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暗页右上/角落出血淡纹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改行列数/点距/alpha;改色随主题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759A111E-D79D-4848-B248-86EA85634449}"/>
              </a:ext>
            </a:extLst>
          </p:cNvPr>
          <p:cNvGrpSpPr/>
          <p:nvPr/>
        </p:nvGrpSpPr>
        <p:grpSpPr>
          <a:xfrm>
            <a:off x="7103373" y="-459307"/>
            <a:ext cx="4984649" cy="9518633"/>
            <a:chOff x="6754365" y="2139714"/>
            <a:chExt cx="4984649" cy="9518633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CAD14D87-92BD-46CC-9080-77874D4B2472}"/>
                </a:ext>
              </a:extLst>
            </p:cNvPr>
            <p:cNvGrpSpPr/>
            <p:nvPr/>
          </p:nvGrpSpPr>
          <p:grpSpPr>
            <a:xfrm>
              <a:off x="7553480" y="2634658"/>
              <a:ext cx="3389585" cy="6922794"/>
              <a:chOff x="4479818" y="1874582"/>
              <a:chExt cx="1062044" cy="2169089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D38254D-D1CC-468A-AA29-0E897E549C26}"/>
                  </a:ext>
                </a:extLst>
              </p:cNvPr>
              <p:cNvSpPr/>
              <p:nvPr/>
            </p:nvSpPr>
            <p:spPr>
              <a:xfrm>
                <a:off x="4704800" y="1874582"/>
                <a:ext cx="614892" cy="614892"/>
              </a:xfrm>
              <a:prstGeom prst="rect">
                <a:avLst/>
              </a:prstGeom>
              <a:gradFill flip="none" rotWithShape="1">
                <a:gsLst>
                  <a:gs pos="32000">
                    <a:srgbClr val="0165FF">
                      <a:lumMod val="99000"/>
                    </a:srgbClr>
                  </a:gs>
                  <a:gs pos="93000">
                    <a:srgbClr val="0165FF">
                      <a:lumMod val="69000"/>
                    </a:srgbClr>
                  </a:gs>
                </a:gsLst>
                <a:lin ang="81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TopUp">
                  <a:rot lat="19208655" lon="18204191" rev="4025410"/>
                </a:camera>
                <a:lightRig rig="threePt" dir="t"/>
              </a:scene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213B86BE-745C-4936-B70B-AAA5BD24C785}"/>
                  </a:ext>
                </a:extLst>
              </p:cNvPr>
              <p:cNvSpPr/>
              <p:nvPr/>
            </p:nvSpPr>
            <p:spPr>
              <a:xfrm>
                <a:off x="4479818" y="2188892"/>
                <a:ext cx="621524" cy="1854779"/>
              </a:xfrm>
              <a:prstGeom prst="rect">
                <a:avLst/>
              </a:prstGeom>
              <a:gradFill flip="none" rotWithShape="1">
                <a:gsLst>
                  <a:gs pos="100000">
                    <a:srgbClr val="0165FF">
                      <a:lumMod val="85000"/>
                      <a:alpha val="0"/>
                    </a:srgbClr>
                  </a:gs>
                  <a:gs pos="71000">
                    <a:srgbClr val="0165FF">
                      <a:lumMod val="75000"/>
                    </a:srgbClr>
                  </a:gs>
                  <a:gs pos="17000">
                    <a:srgbClr val="0165FF">
                      <a:lumMod val="50000"/>
                    </a:srgbClr>
                  </a:gs>
                </a:gsLst>
                <a:lin ang="54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LeftDown">
                  <a:rot lat="1500001" lon="2700000" rev="0"/>
                </a:camera>
                <a:lightRig rig="threePt" dir="t"/>
              </a:scene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FF5242A-2D59-4654-8FF5-95E95A1FE44A}"/>
                  </a:ext>
                </a:extLst>
              </p:cNvPr>
              <p:cNvSpPr/>
              <p:nvPr/>
            </p:nvSpPr>
            <p:spPr>
              <a:xfrm>
                <a:off x="4920338" y="2188892"/>
                <a:ext cx="621524" cy="1854779"/>
              </a:xfrm>
              <a:prstGeom prst="rect">
                <a:avLst/>
              </a:prstGeom>
              <a:gradFill flip="none" rotWithShape="1">
                <a:gsLst>
                  <a:gs pos="100000">
                    <a:srgbClr val="0165FF">
                      <a:lumMod val="85000"/>
                      <a:alpha val="0"/>
                    </a:srgbClr>
                  </a:gs>
                  <a:gs pos="63000">
                    <a:srgbClr val="0165FF">
                      <a:lumMod val="69000"/>
                    </a:srgbClr>
                  </a:gs>
                  <a:gs pos="8000">
                    <a:srgbClr val="0165FF">
                      <a:lumMod val="49000"/>
                    </a:srgbClr>
                  </a:gs>
                </a:gsLst>
                <a:lin ang="54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RightUp">
                  <a:rot lat="1500001" lon="18899998" rev="0"/>
                </a:camera>
                <a:lightRig rig="threePt" dir="t"/>
              </a:scene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</p:grp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7B30E2A-8375-429C-80F7-96A296927508}"/>
                </a:ext>
              </a:extLst>
            </p:cNvPr>
            <p:cNvSpPr/>
            <p:nvPr/>
          </p:nvSpPr>
          <p:spPr>
            <a:xfrm>
              <a:off x="6754365" y="3663343"/>
              <a:ext cx="2915663" cy="7995004"/>
            </a:xfrm>
            <a:prstGeom prst="rect">
              <a:avLst/>
            </a:prstGeom>
            <a:gradFill flip="none" rotWithShape="1">
              <a:gsLst>
                <a:gs pos="59000">
                  <a:srgbClr val="0165FF">
                    <a:alpha val="32000"/>
                  </a:srgbClr>
                </a:gs>
                <a:gs pos="0">
                  <a:srgbClr val="00BEFF">
                    <a:alpha val="51000"/>
                  </a:srgbClr>
                </a:gs>
                <a:gs pos="100000">
                  <a:srgbClr val="0165FF">
                    <a:lumMod val="50000"/>
                    <a:alpha val="0"/>
                  </a:srgbClr>
                </a:gs>
              </a:gsLst>
              <a:lin ang="54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54000"/>
                    </a:srgbClr>
                  </a:gs>
                  <a:gs pos="100000">
                    <a:srgbClr val="0165FF">
                      <a:lumMod val="0"/>
                      <a:lumOff val="10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  <a:scene3d>
              <a:camera prst="isometricLeftDown">
                <a:rot lat="1500001" lon="2700000" rev="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8D3007F-6AEE-481C-848E-A79A80CD1018}"/>
                </a:ext>
              </a:extLst>
            </p:cNvPr>
            <p:cNvSpPr/>
            <p:nvPr/>
          </p:nvSpPr>
          <p:spPr>
            <a:xfrm>
              <a:off x="8823351" y="3663005"/>
              <a:ext cx="2915663" cy="7995004"/>
            </a:xfrm>
            <a:prstGeom prst="rect">
              <a:avLst/>
            </a:prstGeom>
            <a:gradFill flip="none" rotWithShape="1">
              <a:gsLst>
                <a:gs pos="48000">
                  <a:srgbClr val="00BEFF">
                    <a:alpha val="46000"/>
                    <a:lumMod val="99000"/>
                    <a:lumOff val="1000"/>
                  </a:srgbClr>
                </a:gs>
                <a:gs pos="9000">
                  <a:srgbClr val="0165FF">
                    <a:alpha val="65000"/>
                  </a:srgbClr>
                </a:gs>
                <a:gs pos="100000">
                  <a:srgbClr val="0165FF">
                    <a:alpha val="0"/>
                    <a:lumMod val="0"/>
                  </a:srgbClr>
                </a:gs>
              </a:gsLst>
              <a:lin ang="54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33000"/>
                    </a:srgbClr>
                  </a:gs>
                  <a:gs pos="100000">
                    <a:srgbClr val="0165FF">
                      <a:lumMod val="30000"/>
                      <a:lumOff val="7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  <a:scene3d>
              <a:camera prst="isometricRightUp">
                <a:rot lat="1500001" lon="18899998" rev="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E262D87-D35F-43FD-BA56-E369F7C5C164}"/>
                </a:ext>
              </a:extLst>
            </p:cNvPr>
            <p:cNvSpPr/>
            <p:nvPr/>
          </p:nvSpPr>
          <p:spPr>
            <a:xfrm>
              <a:off x="7791804" y="2139714"/>
              <a:ext cx="2915663" cy="2915663"/>
            </a:xfrm>
            <a:prstGeom prst="rect">
              <a:avLst/>
            </a:prstGeom>
            <a:gradFill flip="none" rotWithShape="1">
              <a:gsLst>
                <a:gs pos="59000">
                  <a:srgbClr val="0165FF">
                    <a:alpha val="58000"/>
                  </a:srgbClr>
                </a:gs>
                <a:gs pos="0">
                  <a:srgbClr val="00BEFF">
                    <a:alpha val="72000"/>
                  </a:srgbClr>
                </a:gs>
                <a:gs pos="100000">
                  <a:srgbClr val="0165FF">
                    <a:lumMod val="50000"/>
                    <a:alpha val="44000"/>
                  </a:srgbClr>
                </a:gs>
              </a:gsLst>
              <a:lin ang="81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0"/>
                    </a:srgbClr>
                  </a:gs>
                  <a:gs pos="82000">
                    <a:srgbClr val="00BEFF">
                      <a:lumMod val="20000"/>
                      <a:lumOff val="80000"/>
                      <a:alpha val="55000"/>
                    </a:srgbClr>
                  </a:gs>
                </a:gsLst>
                <a:lin ang="8100000" scaled="0"/>
              </a:gradFill>
              <a:prstDash val="solid"/>
              <a:miter lim="800000"/>
            </a:ln>
            <a:effectLst/>
            <a:scene3d>
              <a:camera prst="isometricTopUp">
                <a:rot lat="19208655" lon="18204191" rev="402541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C52548E-022D-4BAD-A7CB-BF8D2C567E6D}"/>
              </a:ext>
            </a:extLst>
          </p:cNvPr>
          <p:cNvGrpSpPr/>
          <p:nvPr/>
        </p:nvGrpSpPr>
        <p:grpSpPr>
          <a:xfrm>
            <a:off x="10415068" y="2729396"/>
            <a:ext cx="1754010" cy="3349438"/>
            <a:chOff x="6754365" y="2139714"/>
            <a:chExt cx="4984649" cy="9518633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51E90849-C639-40FD-845B-E5858BE25DF1}"/>
                </a:ext>
              </a:extLst>
            </p:cNvPr>
            <p:cNvGrpSpPr/>
            <p:nvPr/>
          </p:nvGrpSpPr>
          <p:grpSpPr>
            <a:xfrm>
              <a:off x="7553480" y="2634658"/>
              <a:ext cx="3389585" cy="6922794"/>
              <a:chOff x="4479818" y="1874582"/>
              <a:chExt cx="1062044" cy="2169089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0158D5E3-C21E-429A-9B0B-7C2FBE88F49C}"/>
                  </a:ext>
                </a:extLst>
              </p:cNvPr>
              <p:cNvSpPr/>
              <p:nvPr/>
            </p:nvSpPr>
            <p:spPr>
              <a:xfrm>
                <a:off x="4704800" y="1874582"/>
                <a:ext cx="614892" cy="614892"/>
              </a:xfrm>
              <a:prstGeom prst="rect">
                <a:avLst/>
              </a:prstGeom>
              <a:gradFill flip="none" rotWithShape="1">
                <a:gsLst>
                  <a:gs pos="32000">
                    <a:srgbClr val="0165FF">
                      <a:lumMod val="99000"/>
                    </a:srgbClr>
                  </a:gs>
                  <a:gs pos="93000">
                    <a:srgbClr val="0165FF">
                      <a:lumMod val="69000"/>
                    </a:srgbClr>
                  </a:gs>
                </a:gsLst>
                <a:lin ang="81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TopUp">
                  <a:rot lat="19208655" lon="18204191" rev="4025410"/>
                </a:camera>
                <a:lightRig rig="threePt" dir="t"/>
              </a:scene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6604EA49-5FB4-4DC1-88BC-233D7D64254D}"/>
                  </a:ext>
                </a:extLst>
              </p:cNvPr>
              <p:cNvSpPr/>
              <p:nvPr/>
            </p:nvSpPr>
            <p:spPr>
              <a:xfrm>
                <a:off x="4479818" y="2188892"/>
                <a:ext cx="621524" cy="1854779"/>
              </a:xfrm>
              <a:prstGeom prst="rect">
                <a:avLst/>
              </a:prstGeom>
              <a:gradFill flip="none" rotWithShape="1">
                <a:gsLst>
                  <a:gs pos="100000">
                    <a:srgbClr val="0165FF">
                      <a:lumMod val="85000"/>
                      <a:alpha val="0"/>
                    </a:srgbClr>
                  </a:gs>
                  <a:gs pos="71000">
                    <a:srgbClr val="0165FF">
                      <a:lumMod val="75000"/>
                    </a:srgbClr>
                  </a:gs>
                  <a:gs pos="17000">
                    <a:srgbClr val="0165FF">
                      <a:lumMod val="50000"/>
                    </a:srgbClr>
                  </a:gs>
                </a:gsLst>
                <a:lin ang="54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LeftDown">
                  <a:rot lat="1500001" lon="2700000" rev="0"/>
                </a:camera>
                <a:lightRig rig="threePt" dir="t"/>
              </a:scene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C415B70C-292B-4804-9A96-5159864338E7}"/>
                  </a:ext>
                </a:extLst>
              </p:cNvPr>
              <p:cNvSpPr/>
              <p:nvPr/>
            </p:nvSpPr>
            <p:spPr>
              <a:xfrm>
                <a:off x="4920338" y="2188892"/>
                <a:ext cx="621524" cy="1854779"/>
              </a:xfrm>
              <a:prstGeom prst="rect">
                <a:avLst/>
              </a:prstGeom>
              <a:gradFill flip="none" rotWithShape="1">
                <a:gsLst>
                  <a:gs pos="100000">
                    <a:srgbClr val="0165FF">
                      <a:lumMod val="85000"/>
                      <a:alpha val="0"/>
                    </a:srgbClr>
                  </a:gs>
                  <a:gs pos="63000">
                    <a:srgbClr val="0165FF">
                      <a:lumMod val="69000"/>
                    </a:srgbClr>
                  </a:gs>
                  <a:gs pos="8000">
                    <a:srgbClr val="0165FF">
                      <a:lumMod val="49000"/>
                    </a:srgbClr>
                  </a:gs>
                </a:gsLst>
                <a:lin ang="54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RightUp">
                  <a:rot lat="1500001" lon="18899998" rev="0"/>
                </a:camera>
                <a:lightRig rig="threePt" dir="t"/>
              </a:scene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</p:grp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D3B463C-6E4C-4D02-97F3-4529328A4CD5}"/>
                </a:ext>
              </a:extLst>
            </p:cNvPr>
            <p:cNvSpPr/>
            <p:nvPr/>
          </p:nvSpPr>
          <p:spPr>
            <a:xfrm>
              <a:off x="6754365" y="3663343"/>
              <a:ext cx="2915663" cy="7995004"/>
            </a:xfrm>
            <a:prstGeom prst="rect">
              <a:avLst/>
            </a:prstGeom>
            <a:gradFill flip="none" rotWithShape="1">
              <a:gsLst>
                <a:gs pos="59000">
                  <a:srgbClr val="0165FF">
                    <a:alpha val="32000"/>
                  </a:srgbClr>
                </a:gs>
                <a:gs pos="0">
                  <a:srgbClr val="00BEFF">
                    <a:alpha val="51000"/>
                  </a:srgbClr>
                </a:gs>
                <a:gs pos="100000">
                  <a:srgbClr val="0165FF">
                    <a:lumMod val="50000"/>
                    <a:alpha val="0"/>
                  </a:srgbClr>
                </a:gs>
              </a:gsLst>
              <a:lin ang="54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54000"/>
                    </a:srgbClr>
                  </a:gs>
                  <a:gs pos="100000">
                    <a:srgbClr val="0165FF">
                      <a:lumMod val="0"/>
                      <a:lumOff val="10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  <a:scene3d>
              <a:camera prst="isometricLeftDown">
                <a:rot lat="1500001" lon="2700000" rev="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2B4F638-E15C-4019-B7A1-F2F458313C72}"/>
                </a:ext>
              </a:extLst>
            </p:cNvPr>
            <p:cNvSpPr/>
            <p:nvPr/>
          </p:nvSpPr>
          <p:spPr>
            <a:xfrm>
              <a:off x="8823351" y="3663005"/>
              <a:ext cx="2915663" cy="7995004"/>
            </a:xfrm>
            <a:prstGeom prst="rect">
              <a:avLst/>
            </a:prstGeom>
            <a:gradFill flip="none" rotWithShape="1">
              <a:gsLst>
                <a:gs pos="48000">
                  <a:srgbClr val="00BEFF">
                    <a:alpha val="46000"/>
                    <a:lumMod val="99000"/>
                    <a:lumOff val="1000"/>
                  </a:srgbClr>
                </a:gs>
                <a:gs pos="9000">
                  <a:srgbClr val="0165FF">
                    <a:alpha val="65000"/>
                  </a:srgbClr>
                </a:gs>
                <a:gs pos="100000">
                  <a:srgbClr val="0165FF">
                    <a:alpha val="0"/>
                    <a:lumMod val="0"/>
                  </a:srgbClr>
                </a:gs>
              </a:gsLst>
              <a:lin ang="54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33000"/>
                    </a:srgbClr>
                  </a:gs>
                  <a:gs pos="100000">
                    <a:srgbClr val="0165FF">
                      <a:lumMod val="30000"/>
                      <a:lumOff val="7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  <a:scene3d>
              <a:camera prst="isometricRightUp">
                <a:rot lat="1500001" lon="18899998" rev="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A9E8411-F33C-487F-A81F-D6201A134FC8}"/>
                </a:ext>
              </a:extLst>
            </p:cNvPr>
            <p:cNvSpPr/>
            <p:nvPr/>
          </p:nvSpPr>
          <p:spPr>
            <a:xfrm>
              <a:off x="7791804" y="2139714"/>
              <a:ext cx="2915663" cy="2915663"/>
            </a:xfrm>
            <a:prstGeom prst="rect">
              <a:avLst/>
            </a:prstGeom>
            <a:gradFill flip="none" rotWithShape="1">
              <a:gsLst>
                <a:gs pos="59000">
                  <a:srgbClr val="0165FF">
                    <a:alpha val="58000"/>
                  </a:srgbClr>
                </a:gs>
                <a:gs pos="0">
                  <a:srgbClr val="00BEFF">
                    <a:alpha val="72000"/>
                  </a:srgbClr>
                </a:gs>
                <a:gs pos="100000">
                  <a:srgbClr val="0165FF">
                    <a:lumMod val="50000"/>
                    <a:alpha val="44000"/>
                  </a:srgbClr>
                </a:gs>
              </a:gsLst>
              <a:lin ang="81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0"/>
                    </a:srgbClr>
                  </a:gs>
                  <a:gs pos="82000">
                    <a:srgbClr val="00BEFF">
                      <a:lumMod val="20000"/>
                      <a:lumOff val="80000"/>
                      <a:alpha val="55000"/>
                    </a:srgbClr>
                  </a:gs>
                </a:gsLst>
                <a:lin ang="8100000" scaled="0"/>
              </a:gradFill>
              <a:prstDash val="solid"/>
              <a:miter lim="800000"/>
            </a:ln>
            <a:effectLst/>
            <a:scene3d>
              <a:camera prst="isometricTopUp">
                <a:rot lat="19208655" lon="18204191" rev="402541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5F565A5-ED36-47AC-A109-066A5C399F90}"/>
              </a:ext>
            </a:extLst>
          </p:cNvPr>
          <p:cNvGrpSpPr/>
          <p:nvPr/>
        </p:nvGrpSpPr>
        <p:grpSpPr>
          <a:xfrm>
            <a:off x="6416495" y="1946463"/>
            <a:ext cx="3042178" cy="5809311"/>
            <a:chOff x="6754365" y="2139714"/>
            <a:chExt cx="4984649" cy="9518633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FD4C644B-0D7B-4235-9F2C-F2F16F2D5220}"/>
                </a:ext>
              </a:extLst>
            </p:cNvPr>
            <p:cNvGrpSpPr/>
            <p:nvPr/>
          </p:nvGrpSpPr>
          <p:grpSpPr>
            <a:xfrm>
              <a:off x="7553480" y="2634658"/>
              <a:ext cx="3389585" cy="6922794"/>
              <a:chOff x="4479818" y="1874582"/>
              <a:chExt cx="1062044" cy="2169089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4A55DDD8-E218-401D-A8C1-DBDBA8C2A938}"/>
                  </a:ext>
                </a:extLst>
              </p:cNvPr>
              <p:cNvSpPr/>
              <p:nvPr/>
            </p:nvSpPr>
            <p:spPr>
              <a:xfrm>
                <a:off x="4704800" y="1874582"/>
                <a:ext cx="614892" cy="614892"/>
              </a:xfrm>
              <a:prstGeom prst="rect">
                <a:avLst/>
              </a:prstGeom>
              <a:gradFill flip="none" rotWithShape="1">
                <a:gsLst>
                  <a:gs pos="32000">
                    <a:srgbClr val="0165FF">
                      <a:lumMod val="99000"/>
                    </a:srgbClr>
                  </a:gs>
                  <a:gs pos="93000">
                    <a:srgbClr val="0165FF">
                      <a:lumMod val="69000"/>
                    </a:srgbClr>
                  </a:gs>
                </a:gsLst>
                <a:lin ang="81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TopUp">
                  <a:rot lat="19208655" lon="18204191" rev="4025410"/>
                </a:camera>
                <a:lightRig rig="threePt" dir="t"/>
              </a:scene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D95FF384-7E31-4FD5-BC69-14645BC73815}"/>
                  </a:ext>
                </a:extLst>
              </p:cNvPr>
              <p:cNvSpPr/>
              <p:nvPr/>
            </p:nvSpPr>
            <p:spPr>
              <a:xfrm>
                <a:off x="4479818" y="2188892"/>
                <a:ext cx="621524" cy="1854779"/>
              </a:xfrm>
              <a:prstGeom prst="rect">
                <a:avLst/>
              </a:prstGeom>
              <a:gradFill flip="none" rotWithShape="1">
                <a:gsLst>
                  <a:gs pos="100000">
                    <a:srgbClr val="0165FF">
                      <a:lumMod val="85000"/>
                      <a:alpha val="0"/>
                    </a:srgbClr>
                  </a:gs>
                  <a:gs pos="71000">
                    <a:srgbClr val="0165FF">
                      <a:lumMod val="75000"/>
                    </a:srgbClr>
                  </a:gs>
                  <a:gs pos="17000">
                    <a:srgbClr val="0165FF">
                      <a:lumMod val="50000"/>
                    </a:srgbClr>
                  </a:gs>
                </a:gsLst>
                <a:lin ang="54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LeftDown">
                  <a:rot lat="1500001" lon="2700000" rev="0"/>
                </a:camera>
                <a:lightRig rig="threePt" dir="t"/>
              </a:scene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0C714936-23B1-40F7-9E37-3F4D224FC7E0}"/>
                  </a:ext>
                </a:extLst>
              </p:cNvPr>
              <p:cNvSpPr/>
              <p:nvPr/>
            </p:nvSpPr>
            <p:spPr>
              <a:xfrm>
                <a:off x="4920338" y="2188892"/>
                <a:ext cx="621524" cy="1854779"/>
              </a:xfrm>
              <a:prstGeom prst="rect">
                <a:avLst/>
              </a:prstGeom>
              <a:gradFill flip="none" rotWithShape="1">
                <a:gsLst>
                  <a:gs pos="100000">
                    <a:srgbClr val="0165FF">
                      <a:lumMod val="85000"/>
                      <a:alpha val="0"/>
                    </a:srgbClr>
                  </a:gs>
                  <a:gs pos="63000">
                    <a:srgbClr val="0165FF">
                      <a:lumMod val="69000"/>
                    </a:srgbClr>
                  </a:gs>
                  <a:gs pos="8000">
                    <a:srgbClr val="0165FF">
                      <a:lumMod val="49000"/>
                    </a:srgbClr>
                  </a:gs>
                </a:gsLst>
                <a:lin ang="54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RightUp">
                  <a:rot lat="1500001" lon="18899998" rev="0"/>
                </a:camera>
                <a:lightRig rig="threePt" dir="t"/>
              </a:scene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</p:grp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F9C1DCD-554E-4488-9BF3-21CF2930AFF9}"/>
                </a:ext>
              </a:extLst>
            </p:cNvPr>
            <p:cNvSpPr/>
            <p:nvPr/>
          </p:nvSpPr>
          <p:spPr>
            <a:xfrm>
              <a:off x="6754365" y="3663343"/>
              <a:ext cx="2915663" cy="7995004"/>
            </a:xfrm>
            <a:prstGeom prst="rect">
              <a:avLst/>
            </a:prstGeom>
            <a:gradFill flip="none" rotWithShape="1">
              <a:gsLst>
                <a:gs pos="59000">
                  <a:srgbClr val="0165FF">
                    <a:alpha val="32000"/>
                  </a:srgbClr>
                </a:gs>
                <a:gs pos="0">
                  <a:srgbClr val="00BEFF">
                    <a:alpha val="51000"/>
                  </a:srgbClr>
                </a:gs>
                <a:gs pos="100000">
                  <a:srgbClr val="0165FF">
                    <a:lumMod val="50000"/>
                    <a:alpha val="0"/>
                  </a:srgbClr>
                </a:gs>
              </a:gsLst>
              <a:lin ang="54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54000"/>
                    </a:srgbClr>
                  </a:gs>
                  <a:gs pos="100000">
                    <a:srgbClr val="0165FF">
                      <a:lumMod val="0"/>
                      <a:lumOff val="10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  <a:scene3d>
              <a:camera prst="isometricLeftDown">
                <a:rot lat="1500001" lon="2700000" rev="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EA13CDE8-40DB-4F04-B201-C79E008F50FB}"/>
                </a:ext>
              </a:extLst>
            </p:cNvPr>
            <p:cNvSpPr/>
            <p:nvPr/>
          </p:nvSpPr>
          <p:spPr>
            <a:xfrm>
              <a:off x="8823351" y="3663005"/>
              <a:ext cx="2915663" cy="7995004"/>
            </a:xfrm>
            <a:prstGeom prst="rect">
              <a:avLst/>
            </a:prstGeom>
            <a:gradFill flip="none" rotWithShape="1">
              <a:gsLst>
                <a:gs pos="48000">
                  <a:srgbClr val="00BEFF">
                    <a:alpha val="46000"/>
                    <a:lumMod val="99000"/>
                    <a:lumOff val="1000"/>
                  </a:srgbClr>
                </a:gs>
                <a:gs pos="9000">
                  <a:srgbClr val="0165FF">
                    <a:alpha val="65000"/>
                  </a:srgbClr>
                </a:gs>
                <a:gs pos="100000">
                  <a:srgbClr val="0165FF">
                    <a:alpha val="0"/>
                    <a:lumMod val="0"/>
                  </a:srgbClr>
                </a:gs>
              </a:gsLst>
              <a:lin ang="54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33000"/>
                    </a:srgbClr>
                  </a:gs>
                  <a:gs pos="100000">
                    <a:srgbClr val="0165FF">
                      <a:lumMod val="30000"/>
                      <a:lumOff val="7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  <a:scene3d>
              <a:camera prst="isometricRightUp">
                <a:rot lat="1500001" lon="18899998" rev="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4FEDC1B3-05EF-46E5-AD5F-B0643715BFE7}"/>
                </a:ext>
              </a:extLst>
            </p:cNvPr>
            <p:cNvSpPr/>
            <p:nvPr/>
          </p:nvSpPr>
          <p:spPr>
            <a:xfrm>
              <a:off x="7791804" y="2139714"/>
              <a:ext cx="2915662" cy="2915662"/>
            </a:xfrm>
            <a:prstGeom prst="rect">
              <a:avLst/>
            </a:prstGeom>
            <a:gradFill flip="none" rotWithShape="1">
              <a:gsLst>
                <a:gs pos="59000">
                  <a:srgbClr val="0165FF">
                    <a:alpha val="58000"/>
                  </a:srgbClr>
                </a:gs>
                <a:gs pos="0">
                  <a:srgbClr val="00BEFF">
                    <a:alpha val="81000"/>
                  </a:srgbClr>
                </a:gs>
                <a:gs pos="100000">
                  <a:srgbClr val="0165FF">
                    <a:lumMod val="50000"/>
                    <a:alpha val="44000"/>
                  </a:srgbClr>
                </a:gs>
              </a:gsLst>
              <a:lin ang="81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0"/>
                    </a:srgbClr>
                  </a:gs>
                  <a:gs pos="82000">
                    <a:srgbClr val="00BEFF">
                      <a:lumMod val="20000"/>
                      <a:lumOff val="80000"/>
                      <a:alpha val="55000"/>
                    </a:srgbClr>
                  </a:gs>
                </a:gsLst>
                <a:lin ang="8100000" scaled="0"/>
              </a:gradFill>
              <a:prstDash val="solid"/>
              <a:miter lim="800000"/>
            </a:ln>
            <a:effectLst/>
            <a:scene3d>
              <a:camera prst="isometricTopUp">
                <a:rot lat="19208655" lon="18204191" rev="402541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57200" y="5250000"/>
            <a:ext cx="1127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latin typeface="微软雅黑"/>
                <a:ea typeface="微软雅黑"/>
                <a:cs typeface="微软雅黑"/>
              </a:rPr>
              <a:t>bz-iso-cube  ·  等距3D立柱群(大基座三柱+迷你双柱,多尺寸多组合)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E0587FB-B4A8-48C4-954E-6B465FCBA5FF}"/>
              </a:ext>
            </a:extLst>
          </p:cNvPr>
          <p:cNvGrpSpPr/>
          <p:nvPr/>
        </p:nvGrpSpPr>
        <p:grpSpPr>
          <a:xfrm>
            <a:off x="5096673" y="1603049"/>
            <a:ext cx="1152780" cy="2201335"/>
            <a:chOff x="6754365" y="2139714"/>
            <a:chExt cx="4984649" cy="9518633"/>
          </a:xfrm>
        </p:grpSpPr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8CBAB213-1851-4D1E-910E-1EB3440377C5}"/>
                </a:ext>
              </a:extLst>
            </p:cNvPr>
            <p:cNvGrpSpPr/>
            <p:nvPr/>
          </p:nvGrpSpPr>
          <p:grpSpPr>
            <a:xfrm>
              <a:off x="7553480" y="2634658"/>
              <a:ext cx="3389585" cy="6922794"/>
              <a:chOff x="4479818" y="1874582"/>
              <a:chExt cx="1062044" cy="2169089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065F07FD-D051-463C-8E94-73CC2585A8E2}"/>
                  </a:ext>
                </a:extLst>
              </p:cNvPr>
              <p:cNvSpPr/>
              <p:nvPr/>
            </p:nvSpPr>
            <p:spPr>
              <a:xfrm>
                <a:off x="4704800" y="1874582"/>
                <a:ext cx="614892" cy="614892"/>
              </a:xfrm>
              <a:prstGeom prst="rect">
                <a:avLst/>
              </a:prstGeom>
              <a:gradFill flip="none" rotWithShape="1">
                <a:gsLst>
                  <a:gs pos="32000">
                    <a:srgbClr val="0165FF">
                      <a:lumMod val="99000"/>
                    </a:srgbClr>
                  </a:gs>
                  <a:gs pos="93000">
                    <a:srgbClr val="0165FF">
                      <a:lumMod val="69000"/>
                    </a:srgbClr>
                  </a:gs>
                </a:gsLst>
                <a:lin ang="81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TopUp">
                  <a:rot lat="19208655" lon="18204191" rev="4025410"/>
                </a:camera>
                <a:lightRig rig="threePt" dir="t"/>
              </a:scene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AD287628-DFB3-4FAF-B6BF-239A2438E611}"/>
                  </a:ext>
                </a:extLst>
              </p:cNvPr>
              <p:cNvSpPr/>
              <p:nvPr/>
            </p:nvSpPr>
            <p:spPr>
              <a:xfrm>
                <a:off x="4479818" y="2188892"/>
                <a:ext cx="621524" cy="1854779"/>
              </a:xfrm>
              <a:prstGeom prst="rect">
                <a:avLst/>
              </a:prstGeom>
              <a:gradFill flip="none" rotWithShape="1">
                <a:gsLst>
                  <a:gs pos="100000">
                    <a:srgbClr val="0165FF">
                      <a:lumMod val="85000"/>
                      <a:alpha val="0"/>
                    </a:srgbClr>
                  </a:gs>
                  <a:gs pos="71000">
                    <a:srgbClr val="0165FF">
                      <a:lumMod val="75000"/>
                    </a:srgbClr>
                  </a:gs>
                  <a:gs pos="17000">
                    <a:srgbClr val="0165FF">
                      <a:lumMod val="50000"/>
                    </a:srgbClr>
                  </a:gs>
                </a:gsLst>
                <a:lin ang="54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LeftDown">
                  <a:rot lat="1500001" lon="2700000" rev="0"/>
                </a:camera>
                <a:lightRig rig="threePt" dir="t"/>
              </a:scene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EA7DC141-066C-4C12-A629-7D55E4C10040}"/>
                  </a:ext>
                </a:extLst>
              </p:cNvPr>
              <p:cNvSpPr/>
              <p:nvPr/>
            </p:nvSpPr>
            <p:spPr>
              <a:xfrm>
                <a:off x="4920338" y="2188892"/>
                <a:ext cx="621524" cy="1854779"/>
              </a:xfrm>
              <a:prstGeom prst="rect">
                <a:avLst/>
              </a:prstGeom>
              <a:gradFill flip="none" rotWithShape="1">
                <a:gsLst>
                  <a:gs pos="100000">
                    <a:srgbClr val="0165FF">
                      <a:lumMod val="85000"/>
                      <a:alpha val="0"/>
                    </a:srgbClr>
                  </a:gs>
                  <a:gs pos="63000">
                    <a:srgbClr val="0165FF">
                      <a:lumMod val="69000"/>
                    </a:srgbClr>
                  </a:gs>
                  <a:gs pos="8000">
                    <a:srgbClr val="0165FF">
                      <a:lumMod val="49000"/>
                    </a:srgbClr>
                  </a:gs>
                </a:gsLst>
                <a:lin ang="54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RightUp">
                  <a:rot lat="1500001" lon="18899998" rev="0"/>
                </a:camera>
                <a:lightRig rig="threePt" dir="t"/>
              </a:scene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</p:grp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D6D9E4E9-6D6E-47B7-A438-EB711E644282}"/>
                </a:ext>
              </a:extLst>
            </p:cNvPr>
            <p:cNvSpPr/>
            <p:nvPr/>
          </p:nvSpPr>
          <p:spPr>
            <a:xfrm>
              <a:off x="6754365" y="3663343"/>
              <a:ext cx="2915663" cy="7995004"/>
            </a:xfrm>
            <a:prstGeom prst="rect">
              <a:avLst/>
            </a:prstGeom>
            <a:gradFill flip="none" rotWithShape="1">
              <a:gsLst>
                <a:gs pos="59000">
                  <a:srgbClr val="0165FF">
                    <a:alpha val="32000"/>
                  </a:srgbClr>
                </a:gs>
                <a:gs pos="0">
                  <a:srgbClr val="00BEFF">
                    <a:alpha val="51000"/>
                  </a:srgbClr>
                </a:gs>
                <a:gs pos="100000">
                  <a:srgbClr val="0165FF">
                    <a:lumMod val="50000"/>
                    <a:alpha val="0"/>
                  </a:srgbClr>
                </a:gs>
              </a:gsLst>
              <a:lin ang="54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54000"/>
                    </a:srgbClr>
                  </a:gs>
                  <a:gs pos="100000">
                    <a:srgbClr val="0165FF">
                      <a:lumMod val="0"/>
                      <a:lumOff val="10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  <a:scene3d>
              <a:camera prst="isometricLeftDown">
                <a:rot lat="1500001" lon="2700000" rev="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DEA512C2-DFDF-4FEF-9804-0C4650283DFF}"/>
                </a:ext>
              </a:extLst>
            </p:cNvPr>
            <p:cNvSpPr/>
            <p:nvPr/>
          </p:nvSpPr>
          <p:spPr>
            <a:xfrm>
              <a:off x="8823351" y="3663005"/>
              <a:ext cx="2915663" cy="7995004"/>
            </a:xfrm>
            <a:prstGeom prst="rect">
              <a:avLst/>
            </a:prstGeom>
            <a:gradFill flip="none" rotWithShape="1">
              <a:gsLst>
                <a:gs pos="48000">
                  <a:srgbClr val="00BEFF">
                    <a:alpha val="46000"/>
                    <a:lumMod val="99000"/>
                    <a:lumOff val="1000"/>
                  </a:srgbClr>
                </a:gs>
                <a:gs pos="9000">
                  <a:srgbClr val="0165FF">
                    <a:alpha val="65000"/>
                  </a:srgbClr>
                </a:gs>
                <a:gs pos="100000">
                  <a:srgbClr val="0165FF">
                    <a:alpha val="0"/>
                    <a:lumMod val="0"/>
                  </a:srgbClr>
                </a:gs>
              </a:gsLst>
              <a:lin ang="54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33000"/>
                    </a:srgbClr>
                  </a:gs>
                  <a:gs pos="100000">
                    <a:srgbClr val="0165FF">
                      <a:lumMod val="30000"/>
                      <a:lumOff val="7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  <a:scene3d>
              <a:camera prst="isometricRightUp">
                <a:rot lat="1500001" lon="18899998" rev="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27344DB5-4CC8-444F-AAC7-49001A7A79AB}"/>
                </a:ext>
              </a:extLst>
            </p:cNvPr>
            <p:cNvSpPr/>
            <p:nvPr/>
          </p:nvSpPr>
          <p:spPr>
            <a:xfrm>
              <a:off x="7791804" y="2139714"/>
              <a:ext cx="2915663" cy="2915663"/>
            </a:xfrm>
            <a:prstGeom prst="rect">
              <a:avLst/>
            </a:prstGeom>
            <a:gradFill flip="none" rotWithShape="1">
              <a:gsLst>
                <a:gs pos="59000">
                  <a:srgbClr val="0165FF">
                    <a:alpha val="58000"/>
                  </a:srgbClr>
                </a:gs>
                <a:gs pos="0">
                  <a:srgbClr val="00BEFF">
                    <a:alpha val="72000"/>
                  </a:srgbClr>
                </a:gs>
                <a:gs pos="100000">
                  <a:srgbClr val="0165FF">
                    <a:lumMod val="50000"/>
                    <a:alpha val="44000"/>
                  </a:srgbClr>
                </a:gs>
              </a:gsLst>
              <a:lin ang="81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0"/>
                    </a:srgbClr>
                  </a:gs>
                  <a:gs pos="82000">
                    <a:srgbClr val="00BEFF">
                      <a:lumMod val="20000"/>
                      <a:lumOff val="80000"/>
                      <a:alpha val="55000"/>
                    </a:srgbClr>
                  </a:gs>
                </a:gsLst>
                <a:lin ang="8100000" scaled="0"/>
              </a:gradFill>
              <a:prstDash val="solid"/>
              <a:miter lim="800000"/>
            </a:ln>
            <a:effectLst/>
            <a:scene3d>
              <a:camera prst="isometricTopUp">
                <a:rot lat="19208655" lon="18204191" rev="402541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410BA544-EF77-4EB4-9740-E130F003EAA5}"/>
              </a:ext>
            </a:extLst>
          </p:cNvPr>
          <p:cNvGrpSpPr/>
          <p:nvPr/>
        </p:nvGrpSpPr>
        <p:grpSpPr>
          <a:xfrm>
            <a:off x="5994238" y="2270891"/>
            <a:ext cx="637760" cy="1217858"/>
            <a:chOff x="6754365" y="2139714"/>
            <a:chExt cx="4984649" cy="9518633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10E7D13C-3ED5-42C9-A24B-79E827C1FA5A}"/>
                </a:ext>
              </a:extLst>
            </p:cNvPr>
            <p:cNvGrpSpPr/>
            <p:nvPr/>
          </p:nvGrpSpPr>
          <p:grpSpPr>
            <a:xfrm>
              <a:off x="7553480" y="2634658"/>
              <a:ext cx="3389585" cy="6922794"/>
              <a:chOff x="4479818" y="1874582"/>
              <a:chExt cx="1062044" cy="2169089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49FCEB51-3F80-4531-A350-F5E36683AFBD}"/>
                  </a:ext>
                </a:extLst>
              </p:cNvPr>
              <p:cNvSpPr/>
              <p:nvPr/>
            </p:nvSpPr>
            <p:spPr>
              <a:xfrm>
                <a:off x="4704800" y="1874582"/>
                <a:ext cx="614892" cy="614892"/>
              </a:xfrm>
              <a:prstGeom prst="rect">
                <a:avLst/>
              </a:prstGeom>
              <a:gradFill flip="none" rotWithShape="1">
                <a:gsLst>
                  <a:gs pos="32000">
                    <a:srgbClr val="0165FF">
                      <a:lumMod val="99000"/>
                    </a:srgbClr>
                  </a:gs>
                  <a:gs pos="93000">
                    <a:srgbClr val="0165FF">
                      <a:lumMod val="69000"/>
                    </a:srgbClr>
                  </a:gs>
                </a:gsLst>
                <a:lin ang="81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TopUp">
                  <a:rot lat="19208655" lon="18204191" rev="4025410"/>
                </a:camera>
                <a:lightRig rig="threePt" dir="t"/>
              </a:scene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1CDE2F5E-6F2F-4EAA-ACD3-D3303AC99024}"/>
                  </a:ext>
                </a:extLst>
              </p:cNvPr>
              <p:cNvSpPr/>
              <p:nvPr/>
            </p:nvSpPr>
            <p:spPr>
              <a:xfrm>
                <a:off x="4479818" y="2188892"/>
                <a:ext cx="621524" cy="1854779"/>
              </a:xfrm>
              <a:prstGeom prst="rect">
                <a:avLst/>
              </a:prstGeom>
              <a:gradFill flip="none" rotWithShape="1">
                <a:gsLst>
                  <a:gs pos="100000">
                    <a:srgbClr val="0165FF">
                      <a:lumMod val="85000"/>
                      <a:alpha val="0"/>
                    </a:srgbClr>
                  </a:gs>
                  <a:gs pos="71000">
                    <a:srgbClr val="0165FF">
                      <a:lumMod val="75000"/>
                    </a:srgbClr>
                  </a:gs>
                  <a:gs pos="17000">
                    <a:srgbClr val="0165FF">
                      <a:lumMod val="50000"/>
                    </a:srgbClr>
                  </a:gs>
                </a:gsLst>
                <a:lin ang="54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LeftDown">
                  <a:rot lat="1500001" lon="2700000" rev="0"/>
                </a:camera>
                <a:lightRig rig="threePt" dir="t"/>
              </a:scene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60578B8D-7FFD-4DEA-B155-CF1A042BAAD2}"/>
                  </a:ext>
                </a:extLst>
              </p:cNvPr>
              <p:cNvSpPr/>
              <p:nvPr/>
            </p:nvSpPr>
            <p:spPr>
              <a:xfrm>
                <a:off x="4920338" y="2188892"/>
                <a:ext cx="621524" cy="1854779"/>
              </a:xfrm>
              <a:prstGeom prst="rect">
                <a:avLst/>
              </a:prstGeom>
              <a:gradFill flip="none" rotWithShape="1">
                <a:gsLst>
                  <a:gs pos="100000">
                    <a:srgbClr val="0165FF">
                      <a:lumMod val="85000"/>
                      <a:alpha val="0"/>
                    </a:srgbClr>
                  </a:gs>
                  <a:gs pos="63000">
                    <a:srgbClr val="0165FF">
                      <a:lumMod val="69000"/>
                    </a:srgbClr>
                  </a:gs>
                  <a:gs pos="8000">
                    <a:srgbClr val="0165FF">
                      <a:lumMod val="49000"/>
                    </a:srgbClr>
                  </a:gs>
                </a:gsLst>
                <a:lin ang="5400000" scaled="0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  <a:scene3d>
                <a:camera prst="isometricRightUp">
                  <a:rot lat="1500001" lon="18899998" rev="0"/>
                </a:camera>
                <a:lightRig rig="threePt" dir="t"/>
              </a:scene3d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微软雅黑"/>
                    <a:ea typeface="微软雅黑"/>
                    <a:cs typeface="微软雅黑"/>
                  </a:defRPr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</p:grp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F2DED241-5221-4C72-9C89-C9D3CC604CB5}"/>
                </a:ext>
              </a:extLst>
            </p:cNvPr>
            <p:cNvSpPr/>
            <p:nvPr/>
          </p:nvSpPr>
          <p:spPr>
            <a:xfrm>
              <a:off x="6754365" y="3663343"/>
              <a:ext cx="2915663" cy="7995004"/>
            </a:xfrm>
            <a:prstGeom prst="rect">
              <a:avLst/>
            </a:prstGeom>
            <a:gradFill flip="none" rotWithShape="1">
              <a:gsLst>
                <a:gs pos="59000">
                  <a:srgbClr val="0165FF">
                    <a:alpha val="32000"/>
                  </a:srgbClr>
                </a:gs>
                <a:gs pos="0">
                  <a:srgbClr val="00BEFF">
                    <a:alpha val="51000"/>
                  </a:srgbClr>
                </a:gs>
                <a:gs pos="100000">
                  <a:srgbClr val="0165FF">
                    <a:lumMod val="50000"/>
                    <a:alpha val="0"/>
                  </a:srgbClr>
                </a:gs>
              </a:gsLst>
              <a:lin ang="54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54000"/>
                    </a:srgbClr>
                  </a:gs>
                  <a:gs pos="100000">
                    <a:srgbClr val="0165FF">
                      <a:lumMod val="0"/>
                      <a:lumOff val="10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  <a:scene3d>
              <a:camera prst="isometricLeftDown">
                <a:rot lat="1500001" lon="2700000" rev="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4964E09F-410F-4065-A288-C041C81C9BC7}"/>
                </a:ext>
              </a:extLst>
            </p:cNvPr>
            <p:cNvSpPr/>
            <p:nvPr/>
          </p:nvSpPr>
          <p:spPr>
            <a:xfrm>
              <a:off x="8823351" y="3663005"/>
              <a:ext cx="2915663" cy="7995004"/>
            </a:xfrm>
            <a:prstGeom prst="rect">
              <a:avLst/>
            </a:prstGeom>
            <a:gradFill flip="none" rotWithShape="1">
              <a:gsLst>
                <a:gs pos="48000">
                  <a:srgbClr val="00BEFF">
                    <a:alpha val="46000"/>
                    <a:lumMod val="99000"/>
                    <a:lumOff val="1000"/>
                  </a:srgbClr>
                </a:gs>
                <a:gs pos="9000">
                  <a:srgbClr val="0165FF">
                    <a:alpha val="65000"/>
                  </a:srgbClr>
                </a:gs>
                <a:gs pos="100000">
                  <a:srgbClr val="0165FF">
                    <a:alpha val="0"/>
                    <a:lumMod val="0"/>
                  </a:srgbClr>
                </a:gs>
              </a:gsLst>
              <a:lin ang="54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33000"/>
                    </a:srgbClr>
                  </a:gs>
                  <a:gs pos="100000">
                    <a:srgbClr val="0165FF">
                      <a:lumMod val="30000"/>
                      <a:lumOff val="7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  <a:scene3d>
              <a:camera prst="isometricRightUp">
                <a:rot lat="1500001" lon="18899998" rev="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B010FD87-B9B0-44FF-BCDD-006A676CD925}"/>
                </a:ext>
              </a:extLst>
            </p:cNvPr>
            <p:cNvSpPr/>
            <p:nvPr/>
          </p:nvSpPr>
          <p:spPr>
            <a:xfrm>
              <a:off x="7791804" y="2139714"/>
              <a:ext cx="2915663" cy="2915663"/>
            </a:xfrm>
            <a:prstGeom prst="rect">
              <a:avLst/>
            </a:prstGeom>
            <a:gradFill flip="none" rotWithShape="1">
              <a:gsLst>
                <a:gs pos="59000">
                  <a:srgbClr val="0165FF">
                    <a:alpha val="58000"/>
                  </a:srgbClr>
                </a:gs>
                <a:gs pos="0">
                  <a:srgbClr val="00BEFF">
                    <a:alpha val="72000"/>
                  </a:srgbClr>
                </a:gs>
                <a:gs pos="100000">
                  <a:srgbClr val="0165FF">
                    <a:lumMod val="50000"/>
                    <a:alpha val="44000"/>
                  </a:srgbClr>
                </a:gs>
              </a:gsLst>
              <a:lin ang="8100000" scaled="0"/>
              <a:tileRect/>
            </a:gradFill>
            <a:ln w="9525" cap="flat" cmpd="sng" algn="ctr">
              <a:gradFill>
                <a:gsLst>
                  <a:gs pos="0">
                    <a:srgbClr val="0165FF">
                      <a:lumMod val="5000"/>
                      <a:lumOff val="95000"/>
                      <a:alpha val="0"/>
                    </a:srgbClr>
                  </a:gs>
                  <a:gs pos="82000">
                    <a:srgbClr val="00BEFF">
                      <a:lumMod val="20000"/>
                      <a:lumOff val="80000"/>
                      <a:alpha val="55000"/>
                    </a:srgbClr>
                  </a:gs>
                </a:gsLst>
                <a:lin ang="8100000" scaled="0"/>
              </a:gradFill>
              <a:prstDash val="solid"/>
              <a:miter lim="800000"/>
            </a:ln>
            <a:effectLst/>
            <a:scene3d>
              <a:camera prst="isometricTopUp">
                <a:rot lat="19208655" lon="18204191" rev="4025410"/>
              </a:camera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  <a:cs typeface="微软雅黑"/>
                </a:defRPr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bz-iso-num-02  ·  3D挤出大编号(章节主体,scene3d+sp3d;同文件内复制保3D)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2FCC65A-E96B-4CE4-97C5-54E4B9180E9D}"/>
              </a:ext>
            </a:extLst>
          </p:cNvPr>
          <p:cNvGrpSpPr/>
          <p:nvPr/>
        </p:nvGrpSpPr>
        <p:grpSpPr>
          <a:xfrm>
            <a:off x="4693157" y="1252585"/>
            <a:ext cx="4580793" cy="3768714"/>
            <a:chOff x="7115027" y="368403"/>
            <a:chExt cx="4580793" cy="3768714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F632B7F-D632-4134-AF53-EA4D3E3F4805}"/>
                </a:ext>
              </a:extLst>
            </p:cNvPr>
            <p:cNvSpPr txBox="1"/>
            <p:nvPr/>
          </p:nvSpPr>
          <p:spPr>
            <a:xfrm>
              <a:off x="7391437" y="368403"/>
              <a:ext cx="4304383" cy="3677930"/>
            </a:xfrm>
            <a:prstGeom prst="rect">
              <a:avLst/>
            </a:prstGeom>
            <a:noFill/>
            <a:scene3d>
              <a:camera prst="isometricLeftDown">
                <a:rot lat="1200001" lon="2700000" rev="0"/>
              </a:camera>
              <a:lightRig rig="contrasting" dir="t"/>
            </a:scene3d>
          </p:spPr>
          <p:txBody>
            <a:bodyPr wrap="square" rtlCol="0">
              <a:spAutoFit/>
              <a:sp3d extrusionH="381000" prstMaterial="clear"/>
            </a:bodyPr>
            <a:lstStyle/>
            <a:p>
              <a:pPr defTabSz="914400"/>
              <a:r>
                <a:rPr lang="en-US" altLang="zh-CN" sz="23300" b="1" dirty="0">
                  <a:gradFill>
                    <a:gsLst>
                      <a:gs pos="100000">
                        <a:srgbClr val="0165FF">
                          <a:lumMod val="31000"/>
                          <a:lumOff val="69000"/>
                        </a:srgbClr>
                      </a:gs>
                      <a:gs pos="33000">
                        <a:srgbClr val="00BEFF">
                          <a:lumMod val="79000"/>
                          <a:lumOff val="21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latin typeface="Roboto"/>
                  <a:ea typeface="HarmonyOS Sans SC"/>
                </a:rPr>
                <a:t>02</a:t>
              </a:r>
              <a:endParaRPr lang="zh-CN" altLang="en-US" sz="23300" b="1" dirty="0">
                <a:gradFill>
                  <a:gsLst>
                    <a:gs pos="100000">
                      <a:srgbClr val="0165FF">
                        <a:lumMod val="31000"/>
                        <a:lumOff val="69000"/>
                      </a:srgbClr>
                    </a:gs>
                    <a:gs pos="33000">
                      <a:srgbClr val="00BEFF">
                        <a:lumMod val="79000"/>
                        <a:lumOff val="21000"/>
                      </a:srgbClr>
                    </a:gs>
                  </a:gsLst>
                  <a:path path="circle">
                    <a:fillToRect r="100000" b="100000"/>
                  </a:path>
                </a:gradFill>
                <a:latin typeface="Roboto"/>
                <a:ea typeface="HarmonyOS Sans SC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0E139E2-218B-4B24-BB91-0481CF69B252}"/>
                </a:ext>
              </a:extLst>
            </p:cNvPr>
            <p:cNvSpPr txBox="1"/>
            <p:nvPr/>
          </p:nvSpPr>
          <p:spPr>
            <a:xfrm>
              <a:off x="7115027" y="459187"/>
              <a:ext cx="4304383" cy="3677930"/>
            </a:xfrm>
            <a:prstGeom prst="rect">
              <a:avLst/>
            </a:prstGeom>
            <a:noFill/>
            <a:scene3d>
              <a:camera prst="isometricLeftDown">
                <a:rot lat="1200001" lon="27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defTabSz="914400"/>
              <a:r>
                <a:rPr lang="en-US" altLang="zh-CN" sz="23300" b="1" dirty="0">
                  <a:gradFill>
                    <a:gsLst>
                      <a:gs pos="0">
                        <a:srgbClr val="0165FF">
                          <a:lumMod val="3000"/>
                          <a:lumOff val="97000"/>
                        </a:srgbClr>
                      </a:gs>
                      <a:gs pos="43000">
                        <a:srgbClr val="0165FF">
                          <a:lumMod val="12000"/>
                          <a:lumOff val="88000"/>
                        </a:srgbClr>
                      </a:gs>
                      <a:gs pos="96000">
                        <a:srgbClr val="00BEFF">
                          <a:lumMod val="36000"/>
                          <a:lumOff val="64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latin typeface="Roboto"/>
                  <a:ea typeface="HarmonyOS Sans SC"/>
                </a:rPr>
                <a:t>02</a:t>
              </a:r>
              <a:endParaRPr lang="zh-CN" altLang="en-US" sz="23300" b="1" dirty="0">
                <a:gradFill>
                  <a:gsLst>
                    <a:gs pos="0">
                      <a:srgbClr val="0165FF">
                        <a:lumMod val="3000"/>
                        <a:lumOff val="97000"/>
                      </a:srgbClr>
                    </a:gs>
                    <a:gs pos="43000">
                      <a:srgbClr val="0165FF">
                        <a:lumMod val="12000"/>
                        <a:lumOff val="88000"/>
                      </a:srgbClr>
                    </a:gs>
                    <a:gs pos="96000">
                      <a:srgbClr val="00BEFF">
                        <a:lumMod val="36000"/>
                        <a:lumOff val="64000"/>
                      </a:srgbClr>
                    </a:gs>
                  </a:gsLst>
                  <a:path path="circle">
                    <a:fillToRect r="100000" b="100000"/>
                  </a:path>
                </a:gradFill>
                <a:latin typeface="Roboto"/>
                <a:ea typeface="HarmonyOS Sans SC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矩形: light-bg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FFFF"/>
              </a:gs>
              <a:gs pos="55000">
                <a:srgbClr val="FFFFFF"/>
              </a:gs>
              <a:gs pos="100000">
                <a:srgbClr val="00BEFF">
                  <a:lumMod val="35000"/>
                  <a:lumOff val="62000"/>
                </a:srgbClr>
              </a:gs>
            </a:gsLst>
            <a:lin ang="3000000" scaled="1"/>
          </a:gradFill>
          <a:ln>
            <a:noFill/>
          </a:ln>
          <a:effectLst/>
        </p:spPr>
        <p:txBody>
          <a:bodyPr/>
          <a:lstStyle/>
          <a:p>
            <a:endParaRPr lang="zh-CN">
              <a:latin typeface="微软雅黑"/>
              <a:ea typeface="微软雅黑"/>
              <a:cs typeface="微软雅黑"/>
            </a:endParaRPr>
          </a:p>
        </p:txBody>
      </p:sp>
      <p:sp>
        <p:nvSpPr>
          <p:cNvPr id="3002" name="TextBox 3001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bz-light-bg  ·  亮系浅蓝渐变满底(白→淡蓝,章节/亮页底;bz-dark-bg 的亮系对偶)</a:t>
            </a: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白→accent2淡蓝 对角线性渐变,通透 airy</a:t>
            </a: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亮系章节过渡页/内容页满底  |  怎么调: 改渐变角度/淡蓝深浅;换 accent2 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0" name="bz-venn-dual"/>
          <p:cNvGrpSpPr/>
          <p:nvPr/>
        </p:nvGrpSpPr>
        <p:grpSpPr>
          <a:xfrm>
            <a:off x="1295400" y="320040"/>
            <a:ext cx="9601200" cy="5038419"/>
            <a:chOff x="242815" y="714850"/>
            <a:chExt cx="11706371" cy="6143150"/>
          </a:xfrm>
        </p:grpSpPr>
        <p:grpSp>
          <p:nvGrpSpPr>
            <p:cNvPr id="61" name="组合 60"/>
            <p:cNvGrpSpPr/>
            <p:nvPr/>
          </p:nvGrpSpPr>
          <p:grpSpPr>
            <a:xfrm>
              <a:off x="242815" y="714850"/>
              <a:ext cx="11706371" cy="6143150"/>
              <a:chOff x="32856" y="714850"/>
              <a:chExt cx="11706371" cy="6143150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2856" y="714850"/>
                <a:ext cx="6143148" cy="6143150"/>
              </a:xfrm>
              <a:prstGeom prst="ellipse">
                <a:avLst/>
              </a:prstGeom>
              <a:gradFill>
                <a:gsLst>
                  <a:gs pos="100000">
                    <a:srgbClr val="0165FF">
                      <a:alpha val="0"/>
                      <a:lumMod val="0"/>
                      <a:lumOff val="100000"/>
                    </a:srgbClr>
                  </a:gs>
                  <a:gs pos="0">
                    <a:srgbClr val="0165FF">
                      <a:lumMod val="15000"/>
                      <a:lumOff val="85000"/>
                    </a:srgb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椭圆 9"/>
              <p:cNvSpPr/>
              <p:nvPr/>
            </p:nvSpPr>
            <p:spPr>
              <a:xfrm flipH="1">
                <a:off x="5596079" y="714850"/>
                <a:ext cx="6143148" cy="6143150"/>
              </a:xfrm>
              <a:prstGeom prst="ellipse">
                <a:avLst/>
              </a:prstGeom>
              <a:gradFill>
                <a:gsLst>
                  <a:gs pos="100000">
                    <a:srgbClr val="0165FF">
                      <a:alpha val="0"/>
                      <a:lumMod val="0"/>
                      <a:lumOff val="100000"/>
                    </a:srgbClr>
                  </a:gs>
                  <a:gs pos="0">
                    <a:srgbClr val="00BEFF">
                      <a:lumMod val="17000"/>
                      <a:lumOff val="83000"/>
                    </a:srgb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5" name="椭圆 4"/>
            <p:cNvSpPr/>
            <p:nvPr/>
          </p:nvSpPr>
          <p:spPr>
            <a:xfrm>
              <a:off x="3605221" y="2080802"/>
              <a:ext cx="3259821" cy="3259822"/>
            </a:xfrm>
            <a:prstGeom prst="ellipse">
              <a:avLst/>
            </a:prstGeom>
            <a:gradFill>
              <a:gsLst>
                <a:gs pos="1000">
                  <a:srgbClr val="0165FF">
                    <a:alpha val="0"/>
                  </a:srgbClr>
                </a:gs>
                <a:gs pos="100000">
                  <a:srgbClr val="0165FF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椭圆 5"/>
            <p:cNvSpPr/>
            <p:nvPr/>
          </p:nvSpPr>
          <p:spPr>
            <a:xfrm>
              <a:off x="5406920" y="2080802"/>
              <a:ext cx="3259821" cy="3259822"/>
            </a:xfrm>
            <a:prstGeom prst="ellipse">
              <a:avLst/>
            </a:prstGeom>
            <a:gradFill>
              <a:gsLst>
                <a:gs pos="1000">
                  <a:srgbClr val="00BEFF">
                    <a:alpha val="0"/>
                    <a:lumMod val="0"/>
                    <a:lumOff val="100000"/>
                  </a:srgbClr>
                </a:gs>
                <a:gs pos="79000">
                  <a:srgbClr val="00BEFF">
                    <a:lumMod val="0"/>
                    <a:lumOff val="100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498746" y="2080802"/>
              <a:ext cx="3259821" cy="3259822"/>
            </a:xfrm>
            <a:prstGeom prst="ellipse">
              <a:avLst/>
            </a:prstGeom>
            <a:gradFill>
              <a:gsLst>
                <a:gs pos="1000">
                  <a:srgbClr val="00BEFF">
                    <a:alpha val="0"/>
                  </a:srgbClr>
                </a:gs>
                <a:gs pos="100000">
                  <a:srgbClr val="00BE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椭圆 22"/>
            <p:cNvSpPr/>
            <p:nvPr/>
          </p:nvSpPr>
          <p:spPr>
            <a:xfrm>
              <a:off x="2870307" y="1557495"/>
              <a:ext cx="4306435" cy="4306436"/>
            </a:xfrm>
            <a:prstGeom prst="ellipse">
              <a:avLst/>
            </a:prstGeom>
            <a:noFill/>
            <a:ln>
              <a:gradFill>
                <a:gsLst>
                  <a:gs pos="72000">
                    <a:srgbClr val="0165FF">
                      <a:lumMod val="5000"/>
                      <a:lumOff val="95000"/>
                      <a:alpha val="0"/>
                    </a:srgbClr>
                  </a:gs>
                  <a:gs pos="0">
                    <a:srgbClr val="0165FF">
                      <a:lumMod val="30000"/>
                      <a:lumOff val="70000"/>
                    </a:srgbClr>
                  </a:gs>
                </a:gsLst>
                <a:lin ang="0" scaled="0"/>
              </a:gradFill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椭圆 23"/>
            <p:cNvSpPr/>
            <p:nvPr/>
          </p:nvSpPr>
          <p:spPr>
            <a:xfrm flipH="1">
              <a:off x="5015260" y="1557495"/>
              <a:ext cx="4306435" cy="4306436"/>
            </a:xfrm>
            <a:prstGeom prst="ellipse">
              <a:avLst/>
            </a:prstGeom>
            <a:noFill/>
            <a:ln>
              <a:gradFill>
                <a:gsLst>
                  <a:gs pos="72000">
                    <a:srgbClr val="00BEFF">
                      <a:lumMod val="20000"/>
                      <a:lumOff val="80000"/>
                      <a:alpha val="0"/>
                    </a:srgbClr>
                  </a:gs>
                  <a:gs pos="0">
                    <a:srgbClr val="00BEFF">
                      <a:lumMod val="60000"/>
                      <a:lumOff val="40000"/>
                    </a:srgbClr>
                  </a:gs>
                </a:gsLst>
                <a:lin ang="0" scaled="0"/>
              </a:gradFill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3520736" y="1889541"/>
              <a:ext cx="276536" cy="276536"/>
              <a:chOff x="3061518" y="2250748"/>
              <a:chExt cx="276536" cy="276536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3061518" y="2250748"/>
                <a:ext cx="276536" cy="2765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165FF">
                    <a:lumMod val="20000"/>
                    <a:lumOff val="80000"/>
                  </a:srgbClr>
                </a:solidFill>
                <a:prstDash val="sys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3104430" y="2293660"/>
                <a:ext cx="190712" cy="190712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0165FF">
                      <a:lumMod val="60000"/>
                      <a:lumOff val="40000"/>
                    </a:srgbClr>
                  </a:gs>
                  <a:gs pos="0">
                    <a:srgbClr val="0165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804982" y="4106661"/>
              <a:ext cx="276536" cy="276536"/>
              <a:chOff x="3061518" y="2250748"/>
              <a:chExt cx="276536" cy="276536"/>
            </a:xfrm>
          </p:grpSpPr>
          <p:sp>
            <p:nvSpPr>
              <p:cNvPr id="15" name="椭圆 14"/>
              <p:cNvSpPr/>
              <p:nvPr/>
            </p:nvSpPr>
            <p:spPr>
              <a:xfrm>
                <a:off x="3061518" y="2250748"/>
                <a:ext cx="276536" cy="2765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165FF">
                    <a:lumMod val="20000"/>
                    <a:lumOff val="80000"/>
                  </a:srgbClr>
                </a:solidFill>
                <a:prstDash val="sys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3104430" y="2293660"/>
                <a:ext cx="190712" cy="190712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0165FF">
                      <a:lumMod val="60000"/>
                      <a:lumOff val="40000"/>
                    </a:srgbClr>
                  </a:gs>
                  <a:gs pos="0">
                    <a:srgbClr val="0165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3520736" y="5215222"/>
              <a:ext cx="276536" cy="276536"/>
              <a:chOff x="3061518" y="2250748"/>
              <a:chExt cx="276536" cy="276536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3061518" y="2250748"/>
                <a:ext cx="276536" cy="2765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165FF">
                    <a:lumMod val="20000"/>
                    <a:lumOff val="80000"/>
                  </a:srgbClr>
                </a:solidFill>
                <a:prstDash val="sys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3104430" y="2293660"/>
                <a:ext cx="190712" cy="190712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0165FF">
                      <a:lumMod val="60000"/>
                      <a:lumOff val="40000"/>
                    </a:srgbClr>
                  </a:gs>
                  <a:gs pos="0">
                    <a:srgbClr val="0165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078" name="组合 3077"/>
            <p:cNvGrpSpPr/>
            <p:nvPr/>
          </p:nvGrpSpPr>
          <p:grpSpPr>
            <a:xfrm>
              <a:off x="2796731" y="2998101"/>
              <a:ext cx="276536" cy="276536"/>
              <a:chOff x="3061518" y="2250748"/>
              <a:chExt cx="276536" cy="276536"/>
            </a:xfrm>
          </p:grpSpPr>
          <p:sp>
            <p:nvSpPr>
              <p:cNvPr id="3079" name="椭圆 3078"/>
              <p:cNvSpPr/>
              <p:nvPr/>
            </p:nvSpPr>
            <p:spPr>
              <a:xfrm>
                <a:off x="3061518" y="2250748"/>
                <a:ext cx="276536" cy="2765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165FF">
                    <a:lumMod val="20000"/>
                    <a:lumOff val="80000"/>
                  </a:srgbClr>
                </a:solidFill>
                <a:prstDash val="sys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80" name="椭圆 3079"/>
              <p:cNvSpPr/>
              <p:nvPr/>
            </p:nvSpPr>
            <p:spPr>
              <a:xfrm>
                <a:off x="3104430" y="2293660"/>
                <a:ext cx="190712" cy="190712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0165FF">
                      <a:lumMod val="60000"/>
                      <a:lumOff val="40000"/>
                    </a:srgbClr>
                  </a:gs>
                  <a:gs pos="0">
                    <a:srgbClr val="0165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8399514" y="1889541"/>
              <a:ext cx="276536" cy="276536"/>
              <a:chOff x="3061518" y="2250748"/>
              <a:chExt cx="276536" cy="276536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3061518" y="2250748"/>
                <a:ext cx="276536" cy="2765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BEFF">
                    <a:lumMod val="20000"/>
                    <a:lumOff val="80000"/>
                  </a:srgbClr>
                </a:solidFill>
                <a:prstDash val="sys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3104430" y="2293660"/>
                <a:ext cx="190712" cy="190712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00BEFF">
                      <a:lumMod val="60000"/>
                      <a:lumOff val="40000"/>
                    </a:srgbClr>
                  </a:gs>
                  <a:gs pos="0">
                    <a:srgbClr val="00BE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9115268" y="4106661"/>
              <a:ext cx="276536" cy="276536"/>
              <a:chOff x="3061518" y="2250748"/>
              <a:chExt cx="276536" cy="276536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3061518" y="2250748"/>
                <a:ext cx="276536" cy="2765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BEFF">
                    <a:lumMod val="20000"/>
                    <a:lumOff val="80000"/>
                  </a:srgbClr>
                </a:solidFill>
                <a:prstDash val="sys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3104430" y="2293660"/>
                <a:ext cx="190712" cy="190712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00BEFF">
                      <a:lumMod val="60000"/>
                      <a:lumOff val="40000"/>
                    </a:srgbClr>
                  </a:gs>
                  <a:gs pos="0">
                    <a:srgbClr val="00BE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8399514" y="5215222"/>
              <a:ext cx="276536" cy="276536"/>
              <a:chOff x="3061518" y="2250748"/>
              <a:chExt cx="276536" cy="276536"/>
            </a:xfrm>
          </p:grpSpPr>
          <p:sp>
            <p:nvSpPr>
              <p:cNvPr id="55" name="椭圆 54"/>
              <p:cNvSpPr/>
              <p:nvPr/>
            </p:nvSpPr>
            <p:spPr>
              <a:xfrm>
                <a:off x="3061518" y="2250748"/>
                <a:ext cx="276536" cy="2765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BEFF">
                    <a:lumMod val="20000"/>
                    <a:lumOff val="80000"/>
                  </a:srgbClr>
                </a:solidFill>
                <a:prstDash val="sys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3104430" y="2293660"/>
                <a:ext cx="190712" cy="190712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00BEFF">
                      <a:lumMod val="60000"/>
                      <a:lumOff val="40000"/>
                    </a:srgbClr>
                  </a:gs>
                  <a:gs pos="0">
                    <a:srgbClr val="00BE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9123519" y="2998101"/>
              <a:ext cx="276536" cy="276536"/>
              <a:chOff x="3061518" y="2250748"/>
              <a:chExt cx="276536" cy="276536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3061518" y="2250748"/>
                <a:ext cx="276536" cy="27653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BEFF">
                    <a:lumMod val="20000"/>
                    <a:lumOff val="80000"/>
                  </a:srgbClr>
                </a:solidFill>
                <a:prstDash val="sys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3104430" y="2293660"/>
                <a:ext cx="190712" cy="190712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00BEFF">
                      <a:lumMod val="60000"/>
                      <a:lumOff val="40000"/>
                    </a:srgbClr>
                  </a:gs>
                  <a:gs pos="0">
                    <a:srgbClr val="00BE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3081" name="TextBox 3080"/>
          <p:cNvSpPr txBox="1"/>
          <p:nvPr/>
        </p:nvSpPr>
        <p:spPr>
          <a:xfrm>
            <a:off x="457200" y="5989320"/>
            <a:ext cx="11277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22A52"/>
                </a:solidFill>
                <a:latin typeface="微软雅黑"/>
                <a:ea typeface="微软雅黑"/>
                <a:cs typeface="微软雅黑"/>
              </a:rPr>
              <a:t>bz-venn-dual  ·  双圆嵌套对比结构(同心探边双圆 + 渐变光圈轮廓环 + 8 点沿弧均布)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1" name="bz-ring-radial"/>
          <p:cNvGrpSpPr/>
          <p:nvPr/>
        </p:nvGrpSpPr>
        <p:grpSpPr>
          <a:xfrm>
            <a:off x="4541520" y="1450000"/>
            <a:ext cx="3108959" cy="3108959"/>
            <a:chOff x="3009900" y="-608139"/>
            <a:chExt cx="6172200" cy="6172200"/>
          </a:xfrm>
        </p:grpSpPr>
        <p:sp>
          <p:nvSpPr>
            <p:cNvPr id="7" name="椭圆 6"/>
            <p:cNvSpPr/>
            <p:nvPr/>
          </p:nvSpPr>
          <p:spPr>
            <a:xfrm>
              <a:off x="3885398" y="267359"/>
              <a:ext cx="4421204" cy="4421204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rgbClr val="00BEFF">
                      <a:lumMod val="40000"/>
                      <a:lumOff val="60000"/>
                      <a:alpha val="0"/>
                    </a:srgbClr>
                  </a:gs>
                  <a:gs pos="67000">
                    <a:srgbClr val="0165FF">
                      <a:lumMod val="40000"/>
                      <a:lumOff val="60000"/>
                    </a:srgbClr>
                  </a:gs>
                </a:gsLst>
                <a:lin ang="5400000" scaled="0"/>
              </a:gradFill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4" name="圆: 空心 313"/>
            <p:cNvSpPr/>
            <p:nvPr/>
          </p:nvSpPr>
          <p:spPr>
            <a:xfrm>
              <a:off x="3009900" y="-608139"/>
              <a:ext cx="6172200" cy="6172200"/>
            </a:xfrm>
            <a:prstGeom prst="donut">
              <a:avLst>
                <a:gd name="adj" fmla="val 10712"/>
              </a:avLst>
            </a:prstGeom>
            <a:gradFill>
              <a:gsLst>
                <a:gs pos="38000">
                  <a:srgbClr val="0165FF">
                    <a:lumMod val="0"/>
                    <a:lumOff val="100000"/>
                    <a:alpha val="54000"/>
                  </a:srgbClr>
                </a:gs>
                <a:gs pos="0">
                  <a:srgbClr val="0165FF">
                    <a:lumMod val="2000"/>
                    <a:lumOff val="98000"/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99" name="组合 298"/>
            <p:cNvGrpSpPr/>
            <p:nvPr/>
          </p:nvGrpSpPr>
          <p:grpSpPr>
            <a:xfrm>
              <a:off x="4083673" y="488950"/>
              <a:ext cx="4024654" cy="4026972"/>
              <a:chOff x="7705761" y="-720725"/>
              <a:chExt cx="2687677" cy="2689225"/>
            </a:xfrm>
            <a:gradFill>
              <a:gsLst>
                <a:gs pos="100000">
                  <a:srgbClr val="0165FF">
                    <a:lumMod val="100000"/>
                    <a:alpha val="37000"/>
                  </a:srgbClr>
                </a:gs>
                <a:gs pos="0">
                  <a:srgbClr val="00BEFF">
                    <a:lumMod val="100000"/>
                    <a:alpha val="0"/>
                  </a:srgbClr>
                </a:gs>
              </a:gsLst>
              <a:lin ang="2700000" scaled="1"/>
            </a:gradFill>
          </p:grpSpPr>
          <p:sp>
            <p:nvSpPr>
              <p:cNvPr id="208" name="矩形: 圆角 207"/>
              <p:cNvSpPr/>
              <p:nvPr/>
            </p:nvSpPr>
            <p:spPr>
              <a:xfrm>
                <a:off x="9042400" y="-72072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09" name="矩形: 圆角 208"/>
              <p:cNvSpPr/>
              <p:nvPr/>
            </p:nvSpPr>
            <p:spPr>
              <a:xfrm rot="240000">
                <a:off x="9130991" y="-717631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10" name="矩形: 圆角 209"/>
              <p:cNvSpPr/>
              <p:nvPr/>
            </p:nvSpPr>
            <p:spPr>
              <a:xfrm rot="480000">
                <a:off x="9219150" y="-70836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11" name="矩形: 圆角 210"/>
              <p:cNvSpPr/>
              <p:nvPr/>
            </p:nvSpPr>
            <p:spPr>
              <a:xfrm rot="720000">
                <a:off x="9306448" y="-692972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12" name="矩形: 圆角 211"/>
              <p:cNvSpPr/>
              <p:nvPr/>
            </p:nvSpPr>
            <p:spPr>
              <a:xfrm rot="960000">
                <a:off x="9392459" y="-67152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13" name="矩形: 圆角 212"/>
              <p:cNvSpPr/>
              <p:nvPr/>
            </p:nvSpPr>
            <p:spPr>
              <a:xfrm rot="1200000">
                <a:off x="9476766" y="-64413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14" name="矩形: 圆角 213"/>
              <p:cNvSpPr/>
              <p:nvPr/>
            </p:nvSpPr>
            <p:spPr>
              <a:xfrm rot="1440000">
                <a:off x="9558955" y="-610928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15" name="矩形: 圆角 214"/>
              <p:cNvSpPr/>
              <p:nvPr/>
            </p:nvSpPr>
            <p:spPr>
              <a:xfrm rot="1680000">
                <a:off x="9638629" y="-572068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16" name="矩形: 圆角 215"/>
              <p:cNvSpPr/>
              <p:nvPr/>
            </p:nvSpPr>
            <p:spPr>
              <a:xfrm rot="1920000">
                <a:off x="9715398" y="-527746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17" name="矩形: 圆角 216"/>
              <p:cNvSpPr/>
              <p:nvPr/>
            </p:nvSpPr>
            <p:spPr>
              <a:xfrm rot="2160000">
                <a:off x="9788887" y="-47817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18" name="矩形: 圆角 217"/>
              <p:cNvSpPr/>
              <p:nvPr/>
            </p:nvSpPr>
            <p:spPr>
              <a:xfrm rot="2400000">
                <a:off x="9858740" y="-423601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19" name="矩形: 圆角 218"/>
              <p:cNvSpPr/>
              <p:nvPr/>
            </p:nvSpPr>
            <p:spPr>
              <a:xfrm rot="2640000">
                <a:off x="9924616" y="-36428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20" name="矩形: 圆角 219"/>
              <p:cNvSpPr/>
              <p:nvPr/>
            </p:nvSpPr>
            <p:spPr>
              <a:xfrm rot="2880000">
                <a:off x="9986194" y="-300521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21" name="矩形: 圆角 220"/>
              <p:cNvSpPr/>
              <p:nvPr/>
            </p:nvSpPr>
            <p:spPr>
              <a:xfrm rot="3120000">
                <a:off x="10043174" y="-23261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22" name="矩形: 圆角 221"/>
              <p:cNvSpPr/>
              <p:nvPr/>
            </p:nvSpPr>
            <p:spPr>
              <a:xfrm rot="3360000">
                <a:off x="10095278" y="-160900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23" name="矩形: 圆角 222"/>
              <p:cNvSpPr/>
              <p:nvPr/>
            </p:nvSpPr>
            <p:spPr>
              <a:xfrm rot="3600000">
                <a:off x="10142252" y="-8572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24" name="矩形: 圆角 223"/>
              <p:cNvSpPr/>
              <p:nvPr/>
            </p:nvSpPr>
            <p:spPr>
              <a:xfrm rot="3840000">
                <a:off x="10183868" y="-7456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25" name="矩形: 圆角 224"/>
              <p:cNvSpPr/>
              <p:nvPr/>
            </p:nvSpPr>
            <p:spPr>
              <a:xfrm rot="4080000">
                <a:off x="10219923" y="7352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26" name="矩形: 圆角 225"/>
              <p:cNvSpPr/>
              <p:nvPr/>
            </p:nvSpPr>
            <p:spPr>
              <a:xfrm rot="4320000">
                <a:off x="10250242" y="156823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27" name="矩形: 圆角 226"/>
              <p:cNvSpPr/>
              <p:nvPr/>
            </p:nvSpPr>
            <p:spPr>
              <a:xfrm rot="4560000">
                <a:off x="10274676" y="242034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28" name="矩形: 圆角 227"/>
              <p:cNvSpPr/>
              <p:nvPr/>
            </p:nvSpPr>
            <p:spPr>
              <a:xfrm rot="4800000">
                <a:off x="10293106" y="328742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29" name="矩形: 圆角 228"/>
              <p:cNvSpPr/>
              <p:nvPr/>
            </p:nvSpPr>
            <p:spPr>
              <a:xfrm rot="5040000">
                <a:off x="10305443" y="416524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0" name="矩形: 圆角 229"/>
              <p:cNvSpPr/>
              <p:nvPr/>
            </p:nvSpPr>
            <p:spPr>
              <a:xfrm rot="5280000">
                <a:off x="10311626" y="504953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1" name="矩形: 圆角 230"/>
              <p:cNvSpPr/>
              <p:nvPr/>
            </p:nvSpPr>
            <p:spPr>
              <a:xfrm rot="5520000">
                <a:off x="10311626" y="59359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2" name="矩形: 圆角 231"/>
              <p:cNvSpPr/>
              <p:nvPr/>
            </p:nvSpPr>
            <p:spPr>
              <a:xfrm rot="5760000">
                <a:off x="10305443" y="682026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3" name="矩形: 圆角 232"/>
              <p:cNvSpPr/>
              <p:nvPr/>
            </p:nvSpPr>
            <p:spPr>
              <a:xfrm rot="6000000">
                <a:off x="10293106" y="769808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4" name="矩形: 圆角 233"/>
              <p:cNvSpPr/>
              <p:nvPr/>
            </p:nvSpPr>
            <p:spPr>
              <a:xfrm rot="6240000">
                <a:off x="10274676" y="856516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5" name="矩形: 圆角 234"/>
              <p:cNvSpPr/>
              <p:nvPr/>
            </p:nvSpPr>
            <p:spPr>
              <a:xfrm rot="6480000">
                <a:off x="10250242" y="94172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6" name="矩形: 圆角 235"/>
              <p:cNvSpPr/>
              <p:nvPr/>
            </p:nvSpPr>
            <p:spPr>
              <a:xfrm rot="6720000">
                <a:off x="10219923" y="102502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7" name="矩形: 圆角 236"/>
              <p:cNvSpPr/>
              <p:nvPr/>
            </p:nvSpPr>
            <p:spPr>
              <a:xfrm rot="6960000">
                <a:off x="10183868" y="1106006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8" name="矩形: 圆角 237"/>
              <p:cNvSpPr/>
              <p:nvPr/>
            </p:nvSpPr>
            <p:spPr>
              <a:xfrm rot="7200000">
                <a:off x="10142252" y="118427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39" name="矩形: 圆角 238"/>
              <p:cNvSpPr/>
              <p:nvPr/>
            </p:nvSpPr>
            <p:spPr>
              <a:xfrm rot="7440000">
                <a:off x="10095278" y="1259450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0" name="矩形: 圆角 239"/>
              <p:cNvSpPr/>
              <p:nvPr/>
            </p:nvSpPr>
            <p:spPr>
              <a:xfrm rot="7680000">
                <a:off x="10043174" y="133116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1" name="矩形: 圆角 240"/>
              <p:cNvSpPr/>
              <p:nvPr/>
            </p:nvSpPr>
            <p:spPr>
              <a:xfrm rot="7920000">
                <a:off x="9986194" y="1399071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2" name="矩形: 圆角 241"/>
              <p:cNvSpPr/>
              <p:nvPr/>
            </p:nvSpPr>
            <p:spPr>
              <a:xfrm rot="8160000">
                <a:off x="9924616" y="146283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3" name="矩形: 圆角 242"/>
              <p:cNvSpPr/>
              <p:nvPr/>
            </p:nvSpPr>
            <p:spPr>
              <a:xfrm rot="8400000">
                <a:off x="9858740" y="1522151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4" name="矩形: 圆角 243"/>
              <p:cNvSpPr/>
              <p:nvPr/>
            </p:nvSpPr>
            <p:spPr>
              <a:xfrm rot="8640000">
                <a:off x="9788887" y="157672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5" name="矩形: 圆角 244"/>
              <p:cNvSpPr/>
              <p:nvPr/>
            </p:nvSpPr>
            <p:spPr>
              <a:xfrm rot="8880000">
                <a:off x="9715398" y="1626296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6" name="矩形: 圆角 245"/>
              <p:cNvSpPr/>
              <p:nvPr/>
            </p:nvSpPr>
            <p:spPr>
              <a:xfrm rot="9120000">
                <a:off x="9638629" y="1670618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7" name="矩形: 圆角 246"/>
              <p:cNvSpPr/>
              <p:nvPr/>
            </p:nvSpPr>
            <p:spPr>
              <a:xfrm rot="9360000">
                <a:off x="9558955" y="1709478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8" name="矩形: 圆角 247"/>
              <p:cNvSpPr/>
              <p:nvPr/>
            </p:nvSpPr>
            <p:spPr>
              <a:xfrm rot="9600000">
                <a:off x="9476766" y="174268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49" name="矩形: 圆角 248"/>
              <p:cNvSpPr/>
              <p:nvPr/>
            </p:nvSpPr>
            <p:spPr>
              <a:xfrm rot="9840000">
                <a:off x="9392459" y="177007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0" name="矩形: 圆角 249"/>
              <p:cNvSpPr/>
              <p:nvPr/>
            </p:nvSpPr>
            <p:spPr>
              <a:xfrm rot="10080000">
                <a:off x="9306448" y="1791522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1" name="矩形: 圆角 250"/>
              <p:cNvSpPr/>
              <p:nvPr/>
            </p:nvSpPr>
            <p:spPr>
              <a:xfrm rot="10320000">
                <a:off x="9219150" y="180691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2" name="矩形: 圆角 251"/>
              <p:cNvSpPr/>
              <p:nvPr/>
            </p:nvSpPr>
            <p:spPr>
              <a:xfrm rot="10560000">
                <a:off x="9130991" y="1816181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3" name="矩形: 圆角 252"/>
              <p:cNvSpPr/>
              <p:nvPr/>
            </p:nvSpPr>
            <p:spPr>
              <a:xfrm rot="10800000">
                <a:off x="9042400" y="181927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4" name="矩形: 圆角 253"/>
              <p:cNvSpPr/>
              <p:nvPr/>
            </p:nvSpPr>
            <p:spPr>
              <a:xfrm rot="11040000">
                <a:off x="8953809" y="1816181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5" name="矩形: 圆角 254"/>
              <p:cNvSpPr/>
              <p:nvPr/>
            </p:nvSpPr>
            <p:spPr>
              <a:xfrm rot="11280000">
                <a:off x="8865650" y="180691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6" name="矩形: 圆角 255"/>
              <p:cNvSpPr/>
              <p:nvPr/>
            </p:nvSpPr>
            <p:spPr>
              <a:xfrm rot="11520000">
                <a:off x="8778352" y="1791522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7" name="矩形: 圆角 256"/>
              <p:cNvSpPr/>
              <p:nvPr/>
            </p:nvSpPr>
            <p:spPr>
              <a:xfrm rot="11760000">
                <a:off x="8692341" y="177007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8" name="矩形: 圆角 257"/>
              <p:cNvSpPr/>
              <p:nvPr/>
            </p:nvSpPr>
            <p:spPr>
              <a:xfrm rot="12000000">
                <a:off x="8608034" y="174268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59" name="矩形: 圆角 258"/>
              <p:cNvSpPr/>
              <p:nvPr/>
            </p:nvSpPr>
            <p:spPr>
              <a:xfrm rot="12240000">
                <a:off x="8525845" y="1709478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0" name="矩形: 圆角 259"/>
              <p:cNvSpPr/>
              <p:nvPr/>
            </p:nvSpPr>
            <p:spPr>
              <a:xfrm rot="12480000">
                <a:off x="8446171" y="1670618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1" name="矩形: 圆角 260"/>
              <p:cNvSpPr/>
              <p:nvPr/>
            </p:nvSpPr>
            <p:spPr>
              <a:xfrm rot="12720000">
                <a:off x="8369402" y="1626296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2" name="矩形: 圆角 261"/>
              <p:cNvSpPr/>
              <p:nvPr/>
            </p:nvSpPr>
            <p:spPr>
              <a:xfrm rot="12960000">
                <a:off x="8295913" y="157672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3" name="矩形: 圆角 262"/>
              <p:cNvSpPr/>
              <p:nvPr/>
            </p:nvSpPr>
            <p:spPr>
              <a:xfrm rot="13200000">
                <a:off x="8226060" y="1522151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4" name="矩形: 圆角 263"/>
              <p:cNvSpPr/>
              <p:nvPr/>
            </p:nvSpPr>
            <p:spPr>
              <a:xfrm rot="13440000">
                <a:off x="8160184" y="146283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5" name="矩形: 圆角 264"/>
              <p:cNvSpPr/>
              <p:nvPr/>
            </p:nvSpPr>
            <p:spPr>
              <a:xfrm rot="13680000">
                <a:off x="8098606" y="1399071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6" name="矩形: 圆角 265"/>
              <p:cNvSpPr/>
              <p:nvPr/>
            </p:nvSpPr>
            <p:spPr>
              <a:xfrm rot="13920000">
                <a:off x="8041626" y="133116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7" name="矩形: 圆角 266"/>
              <p:cNvSpPr/>
              <p:nvPr/>
            </p:nvSpPr>
            <p:spPr>
              <a:xfrm rot="14160000">
                <a:off x="7989522" y="1259450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8" name="矩形: 圆角 267"/>
              <p:cNvSpPr/>
              <p:nvPr/>
            </p:nvSpPr>
            <p:spPr>
              <a:xfrm rot="14400000">
                <a:off x="7942548" y="118427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69" name="矩形: 圆角 268"/>
              <p:cNvSpPr/>
              <p:nvPr/>
            </p:nvSpPr>
            <p:spPr>
              <a:xfrm rot="14640000">
                <a:off x="7900932" y="1106006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0" name="矩形: 圆角 269"/>
              <p:cNvSpPr/>
              <p:nvPr/>
            </p:nvSpPr>
            <p:spPr>
              <a:xfrm rot="14880000">
                <a:off x="7864877" y="102502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1" name="矩形: 圆角 270"/>
              <p:cNvSpPr/>
              <p:nvPr/>
            </p:nvSpPr>
            <p:spPr>
              <a:xfrm rot="15120000">
                <a:off x="7834558" y="94172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2" name="矩形: 圆角 271"/>
              <p:cNvSpPr/>
              <p:nvPr/>
            </p:nvSpPr>
            <p:spPr>
              <a:xfrm rot="15360000">
                <a:off x="7810124" y="856516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3" name="矩形: 圆角 272"/>
              <p:cNvSpPr/>
              <p:nvPr/>
            </p:nvSpPr>
            <p:spPr>
              <a:xfrm rot="15600000">
                <a:off x="7791694" y="769808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4" name="矩形: 圆角 273"/>
              <p:cNvSpPr/>
              <p:nvPr/>
            </p:nvSpPr>
            <p:spPr>
              <a:xfrm rot="15840000">
                <a:off x="7779357" y="682026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5" name="矩形: 圆角 274"/>
              <p:cNvSpPr/>
              <p:nvPr/>
            </p:nvSpPr>
            <p:spPr>
              <a:xfrm rot="16080000">
                <a:off x="7773174" y="59359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6" name="矩形: 圆角 275"/>
              <p:cNvSpPr/>
              <p:nvPr/>
            </p:nvSpPr>
            <p:spPr>
              <a:xfrm rot="16320000">
                <a:off x="7773174" y="504953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7" name="矩形: 圆角 276"/>
              <p:cNvSpPr/>
              <p:nvPr/>
            </p:nvSpPr>
            <p:spPr>
              <a:xfrm rot="16560000">
                <a:off x="7779357" y="416524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8" name="矩形: 圆角 277"/>
              <p:cNvSpPr/>
              <p:nvPr/>
            </p:nvSpPr>
            <p:spPr>
              <a:xfrm rot="16800000">
                <a:off x="7791694" y="328742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79" name="矩形: 圆角 278"/>
              <p:cNvSpPr/>
              <p:nvPr/>
            </p:nvSpPr>
            <p:spPr>
              <a:xfrm rot="17040000">
                <a:off x="7810124" y="242034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0" name="矩形: 圆角 279"/>
              <p:cNvSpPr/>
              <p:nvPr/>
            </p:nvSpPr>
            <p:spPr>
              <a:xfrm rot="17280000">
                <a:off x="7834558" y="156823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1" name="矩形: 圆角 280"/>
              <p:cNvSpPr/>
              <p:nvPr/>
            </p:nvSpPr>
            <p:spPr>
              <a:xfrm rot="17520000">
                <a:off x="7864877" y="7352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2" name="矩形: 圆角 281"/>
              <p:cNvSpPr/>
              <p:nvPr/>
            </p:nvSpPr>
            <p:spPr>
              <a:xfrm rot="17760000">
                <a:off x="7900932" y="-7456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3" name="矩形: 圆角 282"/>
              <p:cNvSpPr/>
              <p:nvPr/>
            </p:nvSpPr>
            <p:spPr>
              <a:xfrm rot="18000000">
                <a:off x="7942548" y="-8572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4" name="矩形: 圆角 283"/>
              <p:cNvSpPr/>
              <p:nvPr/>
            </p:nvSpPr>
            <p:spPr>
              <a:xfrm rot="18240000">
                <a:off x="7989522" y="-160900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5" name="矩形: 圆角 284"/>
              <p:cNvSpPr/>
              <p:nvPr/>
            </p:nvSpPr>
            <p:spPr>
              <a:xfrm rot="18480000">
                <a:off x="8041626" y="-23261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6" name="矩形: 圆角 285"/>
              <p:cNvSpPr/>
              <p:nvPr/>
            </p:nvSpPr>
            <p:spPr>
              <a:xfrm rot="18720000">
                <a:off x="8098606" y="-300521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7" name="矩形: 圆角 286"/>
              <p:cNvSpPr/>
              <p:nvPr/>
            </p:nvSpPr>
            <p:spPr>
              <a:xfrm rot="18960000">
                <a:off x="8160184" y="-36428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8" name="矩形: 圆角 287"/>
              <p:cNvSpPr/>
              <p:nvPr/>
            </p:nvSpPr>
            <p:spPr>
              <a:xfrm rot="19200000">
                <a:off x="8226060" y="-423601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89" name="矩形: 圆角 288"/>
              <p:cNvSpPr/>
              <p:nvPr/>
            </p:nvSpPr>
            <p:spPr>
              <a:xfrm rot="19440000">
                <a:off x="8295913" y="-47817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0" name="矩形: 圆角 289"/>
              <p:cNvSpPr/>
              <p:nvPr/>
            </p:nvSpPr>
            <p:spPr>
              <a:xfrm rot="19680000">
                <a:off x="8369402" y="-527746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1" name="矩形: 圆角 290"/>
              <p:cNvSpPr/>
              <p:nvPr/>
            </p:nvSpPr>
            <p:spPr>
              <a:xfrm rot="19920000">
                <a:off x="8446171" y="-572068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2" name="矩形: 圆角 291"/>
              <p:cNvSpPr/>
              <p:nvPr/>
            </p:nvSpPr>
            <p:spPr>
              <a:xfrm rot="20160000">
                <a:off x="8525845" y="-610928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3" name="矩形: 圆角 292"/>
              <p:cNvSpPr/>
              <p:nvPr/>
            </p:nvSpPr>
            <p:spPr>
              <a:xfrm rot="20400000">
                <a:off x="8608034" y="-64413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4" name="矩形: 圆角 293"/>
              <p:cNvSpPr/>
              <p:nvPr/>
            </p:nvSpPr>
            <p:spPr>
              <a:xfrm rot="20640000">
                <a:off x="8692341" y="-671527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5" name="矩形: 圆角 294"/>
              <p:cNvSpPr/>
              <p:nvPr/>
            </p:nvSpPr>
            <p:spPr>
              <a:xfrm rot="20880000">
                <a:off x="8778352" y="-692972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6" name="矩形: 圆角 295"/>
              <p:cNvSpPr/>
              <p:nvPr/>
            </p:nvSpPr>
            <p:spPr>
              <a:xfrm rot="21120000">
                <a:off x="8865650" y="-708365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  <p:sp>
            <p:nvSpPr>
              <p:cNvPr id="298" name="矩形: 圆角 297"/>
              <p:cNvSpPr/>
              <p:nvPr/>
            </p:nvSpPr>
            <p:spPr>
              <a:xfrm rot="21360000">
                <a:off x="8953809" y="-717631"/>
                <a:ext cx="14400" cy="149225"/>
              </a:xfrm>
              <a:prstGeom prst="roundRect">
                <a:avLst>
                  <a:gd name="adj" fmla="val 0"/>
                </a:avLst>
              </a:prstGeom>
              <a:grpFill/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0165FF">
                        <a:shade val="15000"/>
                      </a:srgb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sp>
          <p:nvSpPr>
            <p:cNvPr id="5" name="圆: 空心 4"/>
            <p:cNvSpPr/>
            <p:nvPr/>
          </p:nvSpPr>
          <p:spPr>
            <a:xfrm>
              <a:off x="4726737" y="1108698"/>
              <a:ext cx="2738526" cy="2738526"/>
            </a:xfrm>
            <a:prstGeom prst="donut">
              <a:avLst>
                <a:gd name="adj" fmla="val 3385"/>
              </a:avLst>
            </a:prstGeom>
            <a:gradFill>
              <a:gsLst>
                <a:gs pos="100000">
                  <a:srgbClr val="0165FF">
                    <a:lumMod val="100000"/>
                  </a:srgbClr>
                </a:gs>
                <a:gs pos="0">
                  <a:srgbClr val="00BEFF">
                    <a:lumMod val="100000"/>
                  </a:srgb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椭圆 5"/>
            <p:cNvSpPr/>
            <p:nvPr/>
          </p:nvSpPr>
          <p:spPr>
            <a:xfrm>
              <a:off x="4425036" y="806997"/>
              <a:ext cx="3341929" cy="3341929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rgbClr val="00BEFF"/>
                  </a:gs>
                  <a:gs pos="100000">
                    <a:srgbClr val="0165FF"/>
                  </a:gs>
                </a:gsLst>
                <a:lin ang="2700000" scaled="0"/>
              </a:gradFill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602" name="TextBox 2601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bz-ring-radial  ·  圆环放射刻度盘(中心枢纽母题:azure粗主环+89放射刻度+同心探边淡环)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azure→蓝渐变主环 + 89根细刻度条沿环放射 + 2圈淡同心描边环,做仪表盘式中心母题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三段/多段内容页中央做枢纽;卫星图标圆沿环弧分布,中心放图标/编号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换 accent 色/整体缩放;刻度疏密在 id299 组内增删;外围更大 ghost 淡环按页自画补;注入完好(全 donut/椭圆/roundRect,非 scene3d)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1" name="bz-hex-hub"/>
          <p:cNvGrpSpPr/>
          <p:nvPr/>
        </p:nvGrpSpPr>
        <p:grpSpPr>
          <a:xfrm>
            <a:off x="2346960" y="1950179"/>
            <a:ext cx="7498079" cy="1899641"/>
            <a:chOff x="1142195" y="2379319"/>
            <a:chExt cx="9907608" cy="2510097"/>
          </a:xfrm>
        </p:grpSpPr>
        <p:sp>
          <p:nvSpPr>
            <p:cNvPr id="2702" name="六边形 4"/>
            <p:cNvSpPr/>
            <p:nvPr/>
          </p:nvSpPr>
          <p:spPr>
            <a:xfrm>
              <a:off x="5139227" y="2379319"/>
              <a:ext cx="1913547" cy="1673398"/>
            </a:xfrm>
            <a:custGeom>
              <a:avLst/>
              <a:gdLst>
                <a:gd name="connsiteX0" fmla="*/ 11411 w 1766746"/>
                <a:gd name="connsiteY0" fmla="*/ 724211 h 1545020"/>
                <a:gd name="connsiteX1" fmla="*/ 343666 w 1766746"/>
                <a:gd name="connsiteY1" fmla="*/ 59701 h 1545020"/>
                <a:gd name="connsiteX2" fmla="*/ 440264 w 1766746"/>
                <a:gd name="connsiteY2" fmla="*/ 0 h 1545020"/>
                <a:gd name="connsiteX3" fmla="*/ 1326482 w 1766746"/>
                <a:gd name="connsiteY3" fmla="*/ 0 h 1545020"/>
                <a:gd name="connsiteX4" fmla="*/ 1423080 w 1766746"/>
                <a:gd name="connsiteY4" fmla="*/ 59701 h 1545020"/>
                <a:gd name="connsiteX5" fmla="*/ 1755335 w 1766746"/>
                <a:gd name="connsiteY5" fmla="*/ 724211 h 1545020"/>
                <a:gd name="connsiteX6" fmla="*/ 1755335 w 1766746"/>
                <a:gd name="connsiteY6" fmla="*/ 820809 h 1545020"/>
                <a:gd name="connsiteX7" fmla="*/ 1423080 w 1766746"/>
                <a:gd name="connsiteY7" fmla="*/ 1485319 h 1545020"/>
                <a:gd name="connsiteX8" fmla="*/ 1326482 w 1766746"/>
                <a:gd name="connsiteY8" fmla="*/ 1545020 h 1545020"/>
                <a:gd name="connsiteX9" fmla="*/ 440264 w 1766746"/>
                <a:gd name="connsiteY9" fmla="*/ 1545020 h 1545020"/>
                <a:gd name="connsiteX10" fmla="*/ 343666 w 1766746"/>
                <a:gd name="connsiteY10" fmla="*/ 1485319 h 1545020"/>
                <a:gd name="connsiteX11" fmla="*/ 11411 w 1766746"/>
                <a:gd name="connsiteY11" fmla="*/ 820809 h 1545020"/>
                <a:gd name="connsiteX12" fmla="*/ 11411 w 1766746"/>
                <a:gd name="connsiteY12" fmla="*/ 724211 h 154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6746" h="1545020">
                  <a:moveTo>
                    <a:pt x="11411" y="724211"/>
                  </a:moveTo>
                  <a:lnTo>
                    <a:pt x="343666" y="59701"/>
                  </a:lnTo>
                  <a:cubicBezTo>
                    <a:pt x="361964" y="23104"/>
                    <a:pt x="399348" y="0"/>
                    <a:pt x="440264" y="0"/>
                  </a:cubicBezTo>
                  <a:lnTo>
                    <a:pt x="1326482" y="0"/>
                  </a:lnTo>
                  <a:cubicBezTo>
                    <a:pt x="1367398" y="0"/>
                    <a:pt x="1404782" y="23104"/>
                    <a:pt x="1423080" y="59701"/>
                  </a:cubicBezTo>
                  <a:lnTo>
                    <a:pt x="1755335" y="724211"/>
                  </a:lnTo>
                  <a:cubicBezTo>
                    <a:pt x="1770550" y="754639"/>
                    <a:pt x="1770550" y="790381"/>
                    <a:pt x="1755335" y="820809"/>
                  </a:cubicBezTo>
                  <a:lnTo>
                    <a:pt x="1423080" y="1485319"/>
                  </a:lnTo>
                  <a:cubicBezTo>
                    <a:pt x="1404782" y="1521916"/>
                    <a:pt x="1367398" y="1545020"/>
                    <a:pt x="1326482" y="1545020"/>
                  </a:cubicBezTo>
                  <a:lnTo>
                    <a:pt x="440264" y="1545020"/>
                  </a:lnTo>
                  <a:cubicBezTo>
                    <a:pt x="399348" y="1545020"/>
                    <a:pt x="361964" y="1521916"/>
                    <a:pt x="343666" y="1485319"/>
                  </a:cubicBezTo>
                  <a:lnTo>
                    <a:pt x="11411" y="820809"/>
                  </a:lnTo>
                  <a:cubicBezTo>
                    <a:pt x="-3803" y="790381"/>
                    <a:pt x="-3803" y="754639"/>
                    <a:pt x="11411" y="724211"/>
                  </a:cubicBezTo>
                </a:path>
              </a:pathLst>
            </a:custGeom>
            <a:gradFill flip="none" rotWithShape="1">
              <a:gsLst>
                <a:gs pos="30000">
                  <a:srgbClr val="00BEFF"/>
                </a:gs>
                <a:gs pos="87000">
                  <a:srgbClr val="0165FF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03" name="六边形 5"/>
            <p:cNvSpPr/>
            <p:nvPr/>
          </p:nvSpPr>
          <p:spPr>
            <a:xfrm>
              <a:off x="3140711" y="3216018"/>
              <a:ext cx="1913547" cy="1673398"/>
            </a:xfrm>
            <a:custGeom>
              <a:avLst/>
              <a:gdLst>
                <a:gd name="connsiteX0" fmla="*/ 11412 w 1766746"/>
                <a:gd name="connsiteY0" fmla="*/ 724211 h 1545020"/>
                <a:gd name="connsiteX1" fmla="*/ 343667 w 1766746"/>
                <a:gd name="connsiteY1" fmla="*/ 59701 h 1545020"/>
                <a:gd name="connsiteX2" fmla="*/ 440264 w 1766746"/>
                <a:gd name="connsiteY2" fmla="*/ 0 h 1545020"/>
                <a:gd name="connsiteX3" fmla="*/ 1326483 w 1766746"/>
                <a:gd name="connsiteY3" fmla="*/ 0 h 1545020"/>
                <a:gd name="connsiteX4" fmla="*/ 1423082 w 1766746"/>
                <a:gd name="connsiteY4" fmla="*/ 59701 h 1545020"/>
                <a:gd name="connsiteX5" fmla="*/ 1755336 w 1766746"/>
                <a:gd name="connsiteY5" fmla="*/ 724211 h 1545020"/>
                <a:gd name="connsiteX6" fmla="*/ 1755336 w 1766746"/>
                <a:gd name="connsiteY6" fmla="*/ 820809 h 1545020"/>
                <a:gd name="connsiteX7" fmla="*/ 1423082 w 1766746"/>
                <a:gd name="connsiteY7" fmla="*/ 1485319 h 1545020"/>
                <a:gd name="connsiteX8" fmla="*/ 1326483 w 1766746"/>
                <a:gd name="connsiteY8" fmla="*/ 1545020 h 1545020"/>
                <a:gd name="connsiteX9" fmla="*/ 440264 w 1766746"/>
                <a:gd name="connsiteY9" fmla="*/ 1545020 h 1545020"/>
                <a:gd name="connsiteX10" fmla="*/ 343667 w 1766746"/>
                <a:gd name="connsiteY10" fmla="*/ 1485319 h 1545020"/>
                <a:gd name="connsiteX11" fmla="*/ 11412 w 1766746"/>
                <a:gd name="connsiteY11" fmla="*/ 820809 h 1545020"/>
                <a:gd name="connsiteX12" fmla="*/ 11412 w 1766746"/>
                <a:gd name="connsiteY12" fmla="*/ 724211 h 154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6746" h="1545020">
                  <a:moveTo>
                    <a:pt x="11412" y="724211"/>
                  </a:moveTo>
                  <a:lnTo>
                    <a:pt x="343667" y="59701"/>
                  </a:lnTo>
                  <a:cubicBezTo>
                    <a:pt x="361965" y="23104"/>
                    <a:pt x="399348" y="0"/>
                    <a:pt x="440264" y="0"/>
                  </a:cubicBezTo>
                  <a:lnTo>
                    <a:pt x="1326483" y="0"/>
                  </a:lnTo>
                  <a:cubicBezTo>
                    <a:pt x="1367400" y="0"/>
                    <a:pt x="1404783" y="23104"/>
                    <a:pt x="1423082" y="59701"/>
                  </a:cubicBezTo>
                  <a:lnTo>
                    <a:pt x="1755336" y="724211"/>
                  </a:lnTo>
                  <a:cubicBezTo>
                    <a:pt x="1770550" y="754639"/>
                    <a:pt x="1770550" y="790381"/>
                    <a:pt x="1755336" y="820809"/>
                  </a:cubicBezTo>
                  <a:lnTo>
                    <a:pt x="1423082" y="1485319"/>
                  </a:lnTo>
                  <a:cubicBezTo>
                    <a:pt x="1404783" y="1521916"/>
                    <a:pt x="1367400" y="1545020"/>
                    <a:pt x="1326483" y="1545020"/>
                  </a:cubicBezTo>
                  <a:lnTo>
                    <a:pt x="440264" y="1545020"/>
                  </a:lnTo>
                  <a:cubicBezTo>
                    <a:pt x="399348" y="1545020"/>
                    <a:pt x="361965" y="1521916"/>
                    <a:pt x="343667" y="1485319"/>
                  </a:cubicBezTo>
                  <a:lnTo>
                    <a:pt x="11412" y="820809"/>
                  </a:lnTo>
                  <a:cubicBezTo>
                    <a:pt x="-3803" y="790381"/>
                    <a:pt x="-3803" y="754639"/>
                    <a:pt x="11412" y="724211"/>
                  </a:cubicBezTo>
                </a:path>
              </a:pathLst>
            </a:custGeom>
            <a:solidFill>
              <a:srgbClr val="FFFFFF"/>
            </a:solidFill>
            <a:ln>
              <a:gradFill>
                <a:gsLst>
                  <a:gs pos="9000">
                    <a:srgbClr val="00BEFF"/>
                  </a:gs>
                  <a:gs pos="100000">
                    <a:srgbClr val="0165FF"/>
                  </a:gs>
                </a:gsLst>
                <a:lin ang="2700000" scaled="0"/>
              </a:gradFill>
            </a:ln>
            <a:effectLst>
              <a:outerShdw blurRad="368300" dist="190500" dir="2700000" sx="93000" sy="93000" algn="tl" rotWithShape="0">
                <a:srgbClr val="0165FF">
                  <a:lumMod val="75000"/>
                  <a:alpha val="2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04" name="六边形 6"/>
            <p:cNvSpPr/>
            <p:nvPr/>
          </p:nvSpPr>
          <p:spPr>
            <a:xfrm>
              <a:off x="1142195" y="2379319"/>
              <a:ext cx="1913549" cy="1673398"/>
            </a:xfrm>
            <a:custGeom>
              <a:avLst/>
              <a:gdLst>
                <a:gd name="connsiteX0" fmla="*/ 11412 w 1766747"/>
                <a:gd name="connsiteY0" fmla="*/ 724211 h 1545020"/>
                <a:gd name="connsiteX1" fmla="*/ 343667 w 1766747"/>
                <a:gd name="connsiteY1" fmla="*/ 59701 h 1545020"/>
                <a:gd name="connsiteX2" fmla="*/ 440265 w 1766747"/>
                <a:gd name="connsiteY2" fmla="*/ 0 h 1545020"/>
                <a:gd name="connsiteX3" fmla="*/ 1326483 w 1766747"/>
                <a:gd name="connsiteY3" fmla="*/ 0 h 1545020"/>
                <a:gd name="connsiteX4" fmla="*/ 1423082 w 1766747"/>
                <a:gd name="connsiteY4" fmla="*/ 59701 h 1545020"/>
                <a:gd name="connsiteX5" fmla="*/ 1755336 w 1766747"/>
                <a:gd name="connsiteY5" fmla="*/ 724211 h 1545020"/>
                <a:gd name="connsiteX6" fmla="*/ 1755336 w 1766747"/>
                <a:gd name="connsiteY6" fmla="*/ 820809 h 1545020"/>
                <a:gd name="connsiteX7" fmla="*/ 1423082 w 1766747"/>
                <a:gd name="connsiteY7" fmla="*/ 1485319 h 1545020"/>
                <a:gd name="connsiteX8" fmla="*/ 1326483 w 1766747"/>
                <a:gd name="connsiteY8" fmla="*/ 1545020 h 1545020"/>
                <a:gd name="connsiteX9" fmla="*/ 440265 w 1766747"/>
                <a:gd name="connsiteY9" fmla="*/ 1545020 h 1545020"/>
                <a:gd name="connsiteX10" fmla="*/ 343667 w 1766747"/>
                <a:gd name="connsiteY10" fmla="*/ 1485319 h 1545020"/>
                <a:gd name="connsiteX11" fmla="*/ 11412 w 1766747"/>
                <a:gd name="connsiteY11" fmla="*/ 820809 h 1545020"/>
                <a:gd name="connsiteX12" fmla="*/ 11412 w 1766747"/>
                <a:gd name="connsiteY12" fmla="*/ 724211 h 154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6747" h="1545020">
                  <a:moveTo>
                    <a:pt x="11412" y="724211"/>
                  </a:moveTo>
                  <a:lnTo>
                    <a:pt x="343667" y="59701"/>
                  </a:lnTo>
                  <a:cubicBezTo>
                    <a:pt x="361965" y="23104"/>
                    <a:pt x="399348" y="0"/>
                    <a:pt x="440265" y="0"/>
                  </a:cubicBezTo>
                  <a:lnTo>
                    <a:pt x="1326483" y="0"/>
                  </a:lnTo>
                  <a:cubicBezTo>
                    <a:pt x="1367400" y="0"/>
                    <a:pt x="1404783" y="23104"/>
                    <a:pt x="1423082" y="59701"/>
                  </a:cubicBezTo>
                  <a:lnTo>
                    <a:pt x="1755336" y="724211"/>
                  </a:lnTo>
                  <a:cubicBezTo>
                    <a:pt x="1770551" y="754639"/>
                    <a:pt x="1770551" y="790381"/>
                    <a:pt x="1755336" y="820809"/>
                  </a:cubicBezTo>
                  <a:lnTo>
                    <a:pt x="1423082" y="1485319"/>
                  </a:lnTo>
                  <a:cubicBezTo>
                    <a:pt x="1404783" y="1521916"/>
                    <a:pt x="1367400" y="1545020"/>
                    <a:pt x="1326483" y="1545020"/>
                  </a:cubicBezTo>
                  <a:lnTo>
                    <a:pt x="440265" y="1545020"/>
                  </a:lnTo>
                  <a:cubicBezTo>
                    <a:pt x="399348" y="1545020"/>
                    <a:pt x="361965" y="1521916"/>
                    <a:pt x="343667" y="1485319"/>
                  </a:cubicBezTo>
                  <a:lnTo>
                    <a:pt x="11412" y="820809"/>
                  </a:lnTo>
                  <a:cubicBezTo>
                    <a:pt x="-3803" y="790381"/>
                    <a:pt x="-3803" y="754639"/>
                    <a:pt x="11412" y="724211"/>
                  </a:cubicBezTo>
                </a:path>
              </a:pathLst>
            </a:custGeom>
            <a:solidFill>
              <a:srgbClr val="FFFFFF"/>
            </a:solidFill>
            <a:ln>
              <a:gradFill>
                <a:gsLst>
                  <a:gs pos="9000">
                    <a:srgbClr val="00BEFF"/>
                  </a:gs>
                  <a:gs pos="100000">
                    <a:srgbClr val="0165FF"/>
                  </a:gs>
                </a:gsLst>
                <a:lin ang="2700000" scaled="0"/>
              </a:gradFill>
            </a:ln>
            <a:effectLst>
              <a:outerShdw blurRad="368300" dist="190500" dir="2700000" sx="93000" sy="93000" algn="tl" rotWithShape="0">
                <a:srgbClr val="0165FF">
                  <a:lumMod val="75000"/>
                  <a:alpha val="2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05" name="六边形 7"/>
            <p:cNvSpPr/>
            <p:nvPr/>
          </p:nvSpPr>
          <p:spPr>
            <a:xfrm>
              <a:off x="7137740" y="3216018"/>
              <a:ext cx="1913549" cy="1673398"/>
            </a:xfrm>
            <a:custGeom>
              <a:avLst/>
              <a:gdLst>
                <a:gd name="connsiteX0" fmla="*/ 11412 w 1766747"/>
                <a:gd name="connsiteY0" fmla="*/ 724211 h 1545020"/>
                <a:gd name="connsiteX1" fmla="*/ 343667 w 1766747"/>
                <a:gd name="connsiteY1" fmla="*/ 59701 h 1545020"/>
                <a:gd name="connsiteX2" fmla="*/ 440265 w 1766747"/>
                <a:gd name="connsiteY2" fmla="*/ 0 h 1545020"/>
                <a:gd name="connsiteX3" fmla="*/ 1326484 w 1766747"/>
                <a:gd name="connsiteY3" fmla="*/ 0 h 1545020"/>
                <a:gd name="connsiteX4" fmla="*/ 1423081 w 1766747"/>
                <a:gd name="connsiteY4" fmla="*/ 59701 h 1545020"/>
                <a:gd name="connsiteX5" fmla="*/ 1755336 w 1766747"/>
                <a:gd name="connsiteY5" fmla="*/ 724211 h 1545020"/>
                <a:gd name="connsiteX6" fmla="*/ 1755336 w 1766747"/>
                <a:gd name="connsiteY6" fmla="*/ 820809 h 1545020"/>
                <a:gd name="connsiteX7" fmla="*/ 1423081 w 1766747"/>
                <a:gd name="connsiteY7" fmla="*/ 1485319 h 1545020"/>
                <a:gd name="connsiteX8" fmla="*/ 1326484 w 1766747"/>
                <a:gd name="connsiteY8" fmla="*/ 1545020 h 1545020"/>
                <a:gd name="connsiteX9" fmla="*/ 440265 w 1766747"/>
                <a:gd name="connsiteY9" fmla="*/ 1545020 h 1545020"/>
                <a:gd name="connsiteX10" fmla="*/ 343667 w 1766747"/>
                <a:gd name="connsiteY10" fmla="*/ 1485319 h 1545020"/>
                <a:gd name="connsiteX11" fmla="*/ 11412 w 1766747"/>
                <a:gd name="connsiteY11" fmla="*/ 820809 h 1545020"/>
                <a:gd name="connsiteX12" fmla="*/ 11412 w 1766747"/>
                <a:gd name="connsiteY12" fmla="*/ 724211 h 154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6747" h="1545020">
                  <a:moveTo>
                    <a:pt x="11412" y="724211"/>
                  </a:moveTo>
                  <a:lnTo>
                    <a:pt x="343667" y="59701"/>
                  </a:lnTo>
                  <a:cubicBezTo>
                    <a:pt x="361965" y="23104"/>
                    <a:pt x="399349" y="0"/>
                    <a:pt x="440265" y="0"/>
                  </a:cubicBezTo>
                  <a:lnTo>
                    <a:pt x="1326484" y="0"/>
                  </a:lnTo>
                  <a:cubicBezTo>
                    <a:pt x="1367400" y="0"/>
                    <a:pt x="1404783" y="23104"/>
                    <a:pt x="1423081" y="59701"/>
                  </a:cubicBezTo>
                  <a:lnTo>
                    <a:pt x="1755336" y="724211"/>
                  </a:lnTo>
                  <a:cubicBezTo>
                    <a:pt x="1770551" y="754639"/>
                    <a:pt x="1770551" y="790381"/>
                    <a:pt x="1755336" y="820809"/>
                  </a:cubicBezTo>
                  <a:lnTo>
                    <a:pt x="1423081" y="1485319"/>
                  </a:lnTo>
                  <a:cubicBezTo>
                    <a:pt x="1404783" y="1521916"/>
                    <a:pt x="1367400" y="1545020"/>
                    <a:pt x="1326484" y="1545020"/>
                  </a:cubicBezTo>
                  <a:lnTo>
                    <a:pt x="440265" y="1545020"/>
                  </a:lnTo>
                  <a:cubicBezTo>
                    <a:pt x="399349" y="1545020"/>
                    <a:pt x="361965" y="1521916"/>
                    <a:pt x="343667" y="1485319"/>
                  </a:cubicBezTo>
                  <a:lnTo>
                    <a:pt x="11412" y="820809"/>
                  </a:lnTo>
                  <a:cubicBezTo>
                    <a:pt x="-3803" y="790381"/>
                    <a:pt x="-3803" y="754639"/>
                    <a:pt x="11412" y="724211"/>
                  </a:cubicBezTo>
                </a:path>
              </a:pathLst>
            </a:custGeom>
            <a:solidFill>
              <a:srgbClr val="FFFFFF"/>
            </a:solidFill>
            <a:ln>
              <a:gradFill>
                <a:gsLst>
                  <a:gs pos="9000">
                    <a:srgbClr val="00BEFF"/>
                  </a:gs>
                  <a:gs pos="100000">
                    <a:srgbClr val="0165FF"/>
                  </a:gs>
                </a:gsLst>
                <a:lin ang="2700000" scaled="0"/>
              </a:gradFill>
            </a:ln>
            <a:effectLst>
              <a:outerShdw blurRad="368300" dist="190500" dir="2700000" sx="93000" sy="93000" algn="tl" rotWithShape="0">
                <a:srgbClr val="0165FF">
                  <a:lumMod val="75000"/>
                  <a:alpha val="2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06" name="六边形 8"/>
            <p:cNvSpPr/>
            <p:nvPr/>
          </p:nvSpPr>
          <p:spPr>
            <a:xfrm>
              <a:off x="9136254" y="2379319"/>
              <a:ext cx="1913549" cy="1673398"/>
            </a:xfrm>
            <a:custGeom>
              <a:avLst/>
              <a:gdLst>
                <a:gd name="connsiteX0" fmla="*/ 11412 w 1766747"/>
                <a:gd name="connsiteY0" fmla="*/ 724211 h 1545020"/>
                <a:gd name="connsiteX1" fmla="*/ 343667 w 1766747"/>
                <a:gd name="connsiteY1" fmla="*/ 59701 h 1545020"/>
                <a:gd name="connsiteX2" fmla="*/ 440265 w 1766747"/>
                <a:gd name="connsiteY2" fmla="*/ 0 h 1545020"/>
                <a:gd name="connsiteX3" fmla="*/ 1326483 w 1766747"/>
                <a:gd name="connsiteY3" fmla="*/ 0 h 1545020"/>
                <a:gd name="connsiteX4" fmla="*/ 1423081 w 1766747"/>
                <a:gd name="connsiteY4" fmla="*/ 59701 h 1545020"/>
                <a:gd name="connsiteX5" fmla="*/ 1755337 w 1766747"/>
                <a:gd name="connsiteY5" fmla="*/ 724211 h 1545020"/>
                <a:gd name="connsiteX6" fmla="*/ 1755337 w 1766747"/>
                <a:gd name="connsiteY6" fmla="*/ 820809 h 1545020"/>
                <a:gd name="connsiteX7" fmla="*/ 1423081 w 1766747"/>
                <a:gd name="connsiteY7" fmla="*/ 1485319 h 1545020"/>
                <a:gd name="connsiteX8" fmla="*/ 1326483 w 1766747"/>
                <a:gd name="connsiteY8" fmla="*/ 1545020 h 1545020"/>
                <a:gd name="connsiteX9" fmla="*/ 440265 w 1766747"/>
                <a:gd name="connsiteY9" fmla="*/ 1545020 h 1545020"/>
                <a:gd name="connsiteX10" fmla="*/ 343667 w 1766747"/>
                <a:gd name="connsiteY10" fmla="*/ 1485319 h 1545020"/>
                <a:gd name="connsiteX11" fmla="*/ 11412 w 1766747"/>
                <a:gd name="connsiteY11" fmla="*/ 820809 h 1545020"/>
                <a:gd name="connsiteX12" fmla="*/ 11412 w 1766747"/>
                <a:gd name="connsiteY12" fmla="*/ 724211 h 154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6747" h="1545020">
                  <a:moveTo>
                    <a:pt x="11412" y="724211"/>
                  </a:moveTo>
                  <a:lnTo>
                    <a:pt x="343667" y="59701"/>
                  </a:lnTo>
                  <a:cubicBezTo>
                    <a:pt x="361965" y="23104"/>
                    <a:pt x="399349" y="0"/>
                    <a:pt x="440265" y="0"/>
                  </a:cubicBezTo>
                  <a:lnTo>
                    <a:pt x="1326483" y="0"/>
                  </a:lnTo>
                  <a:cubicBezTo>
                    <a:pt x="1367399" y="0"/>
                    <a:pt x="1404783" y="23104"/>
                    <a:pt x="1423081" y="59701"/>
                  </a:cubicBezTo>
                  <a:lnTo>
                    <a:pt x="1755337" y="724211"/>
                  </a:lnTo>
                  <a:cubicBezTo>
                    <a:pt x="1770551" y="754639"/>
                    <a:pt x="1770551" y="790381"/>
                    <a:pt x="1755337" y="820809"/>
                  </a:cubicBezTo>
                  <a:lnTo>
                    <a:pt x="1423081" y="1485319"/>
                  </a:lnTo>
                  <a:cubicBezTo>
                    <a:pt x="1404783" y="1521916"/>
                    <a:pt x="1367399" y="1545020"/>
                    <a:pt x="1326483" y="1545020"/>
                  </a:cubicBezTo>
                  <a:lnTo>
                    <a:pt x="440265" y="1545020"/>
                  </a:lnTo>
                  <a:cubicBezTo>
                    <a:pt x="399349" y="1545020"/>
                    <a:pt x="361965" y="1521916"/>
                    <a:pt x="343667" y="1485319"/>
                  </a:cubicBezTo>
                  <a:lnTo>
                    <a:pt x="11412" y="820809"/>
                  </a:lnTo>
                  <a:cubicBezTo>
                    <a:pt x="-3803" y="790381"/>
                    <a:pt x="-3803" y="754639"/>
                    <a:pt x="11412" y="724211"/>
                  </a:cubicBezTo>
                </a:path>
              </a:pathLst>
            </a:custGeom>
            <a:solidFill>
              <a:srgbClr val="FFFFFF"/>
            </a:solidFill>
            <a:ln>
              <a:gradFill>
                <a:gsLst>
                  <a:gs pos="9000">
                    <a:srgbClr val="00BEFF"/>
                  </a:gs>
                  <a:gs pos="100000">
                    <a:srgbClr val="0165FF"/>
                  </a:gs>
                </a:gsLst>
                <a:lin ang="2700000" scaled="0"/>
              </a:gradFill>
            </a:ln>
            <a:effectLst>
              <a:outerShdw blurRad="368300" dist="190500" dir="2700000" sx="93000" sy="93000" algn="tl" rotWithShape="0">
                <a:srgbClr val="0165FF">
                  <a:lumMod val="75000"/>
                  <a:alpha val="2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707" name="TextBox 2706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bz-hex-hub  ·  六边形蜂窝枢纽(中心 azure 渐变六边 + 4 白描边卫星六边,蜂窝镶嵌)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中心实心 azure→cyan 渐变六边 + 4 白底 azure 描边卫星六边(轻投影),蜂窝偏移(远端同高、内侧下沉半身位)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四段 seg-4 内容页中央;中心放图标,4 卫星内嵌图标 + 旁配编号/标签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换 accent 色/整体缩放;卫星数固定 4(蜂窝几何);中心/卫星图标从 templates/icons 叠;注入完好(custGeom 六边,非 scene3d)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1" name="bz-pillar-hub"/>
          <p:cNvGrpSpPr/>
          <p:nvPr/>
        </p:nvGrpSpPr>
        <p:grpSpPr>
          <a:xfrm>
            <a:off x="-395001" y="-2208646"/>
            <a:ext cx="13019602" cy="11275292"/>
            <a:chOff x="-395001" y="-2208646"/>
            <a:chExt cx="13019602" cy="11275292"/>
          </a:xfrm>
        </p:grpSpPr>
        <p:sp>
          <p:nvSpPr>
            <p:cNvPr id="63" name="六边形 62"/>
            <p:cNvSpPr/>
            <p:nvPr/>
          </p:nvSpPr>
          <p:spPr>
            <a:xfrm rot="5400000">
              <a:off x="-395001" y="-2208646"/>
              <a:ext cx="13019602" cy="11275292"/>
            </a:xfrm>
            <a:prstGeom prst="hexagon">
              <a:avLst>
                <a:gd name="adj" fmla="val 27276"/>
                <a:gd name="vf" fmla="val 115470"/>
              </a:avLst>
            </a:prstGeom>
            <a:solidFill>
              <a:srgbClr val="FFFFFF">
                <a:alpha val="27000"/>
              </a:srgbClr>
            </a:soli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六边形 60"/>
            <p:cNvSpPr/>
            <p:nvPr/>
          </p:nvSpPr>
          <p:spPr>
            <a:xfrm rot="5400000">
              <a:off x="964416" y="-1031358"/>
              <a:ext cx="10300768" cy="8920716"/>
            </a:xfrm>
            <a:prstGeom prst="hexagon">
              <a:avLst>
                <a:gd name="adj" fmla="val 27276"/>
                <a:gd name="vf" fmla="val 115470"/>
              </a:avLst>
            </a:prstGeom>
            <a:solidFill>
              <a:srgbClr val="FFFFFF">
                <a:alpha val="55000"/>
              </a:srgbClr>
            </a:soli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六边形 61"/>
            <p:cNvSpPr/>
            <p:nvPr/>
          </p:nvSpPr>
          <p:spPr>
            <a:xfrm rot="5400000">
              <a:off x="3017917" y="747025"/>
              <a:ext cx="6193764" cy="5363950"/>
            </a:xfrm>
            <a:prstGeom prst="hexagon">
              <a:avLst>
                <a:gd name="adj" fmla="val 27276"/>
                <a:gd name="vf" fmla="val 115470"/>
              </a:avLst>
            </a:prstGeom>
            <a:solidFill>
              <a:srgbClr val="0165FF">
                <a:lumMod val="20000"/>
                <a:lumOff val="80000"/>
                <a:alpha val="20000"/>
              </a:srgbClr>
            </a:soli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六边形 34"/>
            <p:cNvSpPr/>
            <p:nvPr/>
          </p:nvSpPr>
          <p:spPr>
            <a:xfrm>
              <a:off x="5169447" y="1737745"/>
              <a:ext cx="1853106" cy="2116514"/>
            </a:xfrm>
            <a:custGeom>
              <a:avLst/>
              <a:gdLst/>
              <a:ahLst/>
              <a:cxnLst/>
              <a:rect l="0" t="0" r="0" b="0"/>
              <a:pathLst>
                <a:path w="1334655" h="1524371">
                  <a:moveTo>
                    <a:pt x="731726" y="20286"/>
                  </a:moveTo>
                  <a:lnTo>
                    <a:pt x="1255053" y="281949"/>
                  </a:lnTo>
                  <a:cubicBezTo>
                    <a:pt x="1303848" y="306347"/>
                    <a:pt x="1334654" y="356192"/>
                    <a:pt x="1334654" y="410747"/>
                  </a:cubicBezTo>
                  <a:lnTo>
                    <a:pt x="1334654" y="1113624"/>
                  </a:lnTo>
                  <a:cubicBezTo>
                    <a:pt x="1334654" y="1168179"/>
                    <a:pt x="1303848" y="1218024"/>
                    <a:pt x="1255053" y="1242422"/>
                  </a:cubicBezTo>
                  <a:lnTo>
                    <a:pt x="731726" y="1504085"/>
                  </a:lnTo>
                  <a:cubicBezTo>
                    <a:pt x="691155" y="1524370"/>
                    <a:pt x="643499" y="1524370"/>
                    <a:pt x="602928" y="1504085"/>
                  </a:cubicBezTo>
                  <a:lnTo>
                    <a:pt x="79601" y="1242422"/>
                  </a:lnTo>
                  <a:cubicBezTo>
                    <a:pt x="30806" y="1218024"/>
                    <a:pt x="0" y="1168179"/>
                    <a:pt x="0" y="1113624"/>
                  </a:cubicBezTo>
                  <a:lnTo>
                    <a:pt x="0" y="410747"/>
                  </a:lnTo>
                  <a:cubicBezTo>
                    <a:pt x="0" y="356192"/>
                    <a:pt x="30806" y="306347"/>
                    <a:pt x="79601" y="281949"/>
                  </a:cubicBezTo>
                  <a:lnTo>
                    <a:pt x="602928" y="20286"/>
                  </a:lnTo>
                  <a:cubicBezTo>
                    <a:pt x="643499" y="0"/>
                    <a:pt x="691155" y="0"/>
                    <a:pt x="731726" y="20286"/>
                  </a:cubicBezTo>
                  <a:close/>
                </a:path>
              </a:pathLst>
            </a:custGeom>
            <a:gradFill>
              <a:gsLst>
                <a:gs pos="15000">
                  <a:srgbClr val="0165FF">
                    <a:lumMod val="100000"/>
                  </a:srgbClr>
                </a:gs>
                <a:gs pos="78000">
                  <a:srgbClr val="00BEFF">
                    <a:lumMod val="100000"/>
                  </a:srgb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reflection blurRad="127000" stA="24000" endPos="15000" dir="5400000" sy="-100000" algn="bl" rotWithShape="0"/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b="1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60" name="六边形 34"/>
            <p:cNvSpPr/>
            <p:nvPr/>
          </p:nvSpPr>
          <p:spPr>
            <a:xfrm>
              <a:off x="5098181" y="1579792"/>
              <a:ext cx="1995638" cy="2279306"/>
            </a:xfrm>
            <a:custGeom>
              <a:avLst/>
              <a:gdLst/>
              <a:ahLst/>
              <a:cxnLst/>
              <a:rect l="0" t="0" r="0" b="0"/>
              <a:pathLst>
                <a:path w="1334655" h="1524371">
                  <a:moveTo>
                    <a:pt x="731726" y="20286"/>
                  </a:moveTo>
                  <a:lnTo>
                    <a:pt x="1255053" y="281949"/>
                  </a:lnTo>
                  <a:cubicBezTo>
                    <a:pt x="1303848" y="306347"/>
                    <a:pt x="1334654" y="356192"/>
                    <a:pt x="1334654" y="410747"/>
                  </a:cubicBezTo>
                  <a:lnTo>
                    <a:pt x="1334654" y="1113624"/>
                  </a:lnTo>
                  <a:cubicBezTo>
                    <a:pt x="1334654" y="1168179"/>
                    <a:pt x="1303848" y="1218024"/>
                    <a:pt x="1255053" y="1242422"/>
                  </a:cubicBezTo>
                  <a:lnTo>
                    <a:pt x="731726" y="1504085"/>
                  </a:lnTo>
                  <a:cubicBezTo>
                    <a:pt x="691155" y="1524370"/>
                    <a:pt x="643499" y="1524370"/>
                    <a:pt x="602928" y="1504085"/>
                  </a:cubicBezTo>
                  <a:lnTo>
                    <a:pt x="79601" y="1242422"/>
                  </a:lnTo>
                  <a:cubicBezTo>
                    <a:pt x="30806" y="1218024"/>
                    <a:pt x="0" y="1168179"/>
                    <a:pt x="0" y="1113624"/>
                  </a:cubicBezTo>
                  <a:lnTo>
                    <a:pt x="0" y="410747"/>
                  </a:lnTo>
                  <a:cubicBezTo>
                    <a:pt x="0" y="356192"/>
                    <a:pt x="30806" y="306347"/>
                    <a:pt x="79601" y="281949"/>
                  </a:cubicBezTo>
                  <a:lnTo>
                    <a:pt x="602928" y="20286"/>
                  </a:lnTo>
                  <a:cubicBezTo>
                    <a:pt x="643499" y="0"/>
                    <a:pt x="691155" y="0"/>
                    <a:pt x="731726" y="20286"/>
                  </a:cubicBezTo>
                  <a:close/>
                </a:path>
              </a:pathLst>
            </a:custGeom>
            <a:gradFill>
              <a:gsLst>
                <a:gs pos="15000">
                  <a:srgbClr val="0165FF">
                    <a:lumMod val="100000"/>
                  </a:srgbClr>
                </a:gs>
                <a:gs pos="78000">
                  <a:srgbClr val="00BEFF">
                    <a:lumMod val="100000"/>
                  </a:srgb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/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44" name="矩形: 圆角 43"/>
            <p:cNvSpPr/>
            <p:nvPr/>
          </p:nvSpPr>
          <p:spPr>
            <a:xfrm>
              <a:off x="5715000" y="4647952"/>
              <a:ext cx="762000" cy="762000"/>
            </a:xfrm>
            <a:prstGeom prst="roundRect">
              <a:avLst/>
            </a:prstGeom>
            <a:gradFill>
              <a:gsLst>
                <a:gs pos="78000">
                  <a:srgbClr val="0165FF">
                    <a:lumMod val="0"/>
                    <a:lumOff val="100000"/>
                    <a:alpha val="92000"/>
                  </a:srgbClr>
                </a:gs>
                <a:gs pos="0">
                  <a:srgbClr val="0165FF">
                    <a:lumMod val="0"/>
                    <a:lumOff val="100000"/>
                  </a:srgbClr>
                </a:gs>
              </a:gsLst>
              <a:lin ang="5400000" scaled="0"/>
            </a:gradFill>
            <a:ln w="9525">
              <a:gradFill>
                <a:gsLst>
                  <a:gs pos="0">
                    <a:srgbClr val="00BEFF"/>
                  </a:gs>
                  <a:gs pos="100000">
                    <a:srgbClr val="0165FF"/>
                  </a:gs>
                </a:gsLst>
                <a:lin ang="2700000" scaled="0"/>
              </a:gradFill>
            </a:ln>
            <a:effectLst>
              <a:outerShdw blurRad="279400" dist="165100" dir="5400000" sx="95000" sy="95000" algn="t" rotWithShape="0">
                <a:srgbClr val="0165FF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矩形: 圆角 42"/>
            <p:cNvSpPr/>
            <p:nvPr/>
          </p:nvSpPr>
          <p:spPr>
            <a:xfrm>
              <a:off x="8021716" y="3780080"/>
              <a:ext cx="762000" cy="762000"/>
            </a:xfrm>
            <a:prstGeom prst="roundRect">
              <a:avLst/>
            </a:prstGeom>
            <a:gradFill>
              <a:gsLst>
                <a:gs pos="78000">
                  <a:srgbClr val="0165FF">
                    <a:lumMod val="0"/>
                    <a:lumOff val="100000"/>
                    <a:alpha val="92000"/>
                  </a:srgbClr>
                </a:gs>
                <a:gs pos="0">
                  <a:srgbClr val="0165FF">
                    <a:lumMod val="0"/>
                    <a:lumOff val="100000"/>
                  </a:srgbClr>
                </a:gs>
              </a:gsLst>
              <a:lin ang="5400000" scaled="0"/>
            </a:gradFill>
            <a:ln w="9525">
              <a:gradFill>
                <a:gsLst>
                  <a:gs pos="0">
                    <a:srgbClr val="00BEFF"/>
                  </a:gs>
                  <a:gs pos="100000">
                    <a:srgbClr val="0165FF"/>
                  </a:gs>
                </a:gsLst>
                <a:lin ang="2700000" scaled="0"/>
              </a:gradFill>
            </a:ln>
            <a:effectLst>
              <a:outerShdw blurRad="279400" dist="165100" dir="5400000" sx="95000" sy="95000" algn="t" rotWithShape="0">
                <a:srgbClr val="0165FF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矩形: 圆角 44"/>
            <p:cNvSpPr/>
            <p:nvPr/>
          </p:nvSpPr>
          <p:spPr>
            <a:xfrm>
              <a:off x="3338099" y="3780080"/>
              <a:ext cx="762000" cy="762000"/>
            </a:xfrm>
            <a:prstGeom prst="roundRect">
              <a:avLst/>
            </a:prstGeom>
            <a:gradFill>
              <a:gsLst>
                <a:gs pos="78000">
                  <a:srgbClr val="0165FF">
                    <a:lumMod val="0"/>
                    <a:lumOff val="100000"/>
                    <a:alpha val="92000"/>
                  </a:srgbClr>
                </a:gs>
                <a:gs pos="0">
                  <a:srgbClr val="0165FF">
                    <a:lumMod val="0"/>
                    <a:lumOff val="100000"/>
                  </a:srgbClr>
                </a:gs>
              </a:gsLst>
              <a:lin ang="5400000" scaled="0"/>
            </a:gradFill>
            <a:ln w="9525">
              <a:gradFill>
                <a:gsLst>
                  <a:gs pos="0">
                    <a:srgbClr val="00BEFF"/>
                  </a:gs>
                  <a:gs pos="100000">
                    <a:srgbClr val="0165FF"/>
                  </a:gs>
                </a:gsLst>
                <a:lin ang="2700000" scaled="0"/>
              </a:gradFill>
            </a:ln>
            <a:effectLst>
              <a:outerShdw blurRad="279400" dist="165100" dir="5400000" sx="95000" sy="95000" algn="t" rotWithShape="0">
                <a:srgbClr val="0165FF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矩形: 圆角 41"/>
            <p:cNvSpPr/>
            <p:nvPr/>
          </p:nvSpPr>
          <p:spPr>
            <a:xfrm>
              <a:off x="8024453" y="1102881"/>
              <a:ext cx="759263" cy="762000"/>
            </a:xfrm>
            <a:prstGeom prst="roundRect">
              <a:avLst/>
            </a:prstGeom>
            <a:gradFill>
              <a:gsLst>
                <a:gs pos="78000">
                  <a:srgbClr val="0165FF">
                    <a:lumMod val="0"/>
                    <a:lumOff val="100000"/>
                    <a:alpha val="92000"/>
                  </a:srgbClr>
                </a:gs>
                <a:gs pos="0">
                  <a:srgbClr val="0165FF">
                    <a:lumMod val="0"/>
                    <a:lumOff val="100000"/>
                  </a:srgbClr>
                </a:gs>
              </a:gsLst>
              <a:lin ang="5400000" scaled="0"/>
            </a:gradFill>
            <a:ln w="9525">
              <a:gradFill>
                <a:gsLst>
                  <a:gs pos="0">
                    <a:srgbClr val="00BEFF"/>
                  </a:gs>
                  <a:gs pos="100000">
                    <a:srgbClr val="0165FF"/>
                  </a:gs>
                </a:gsLst>
                <a:lin ang="2700000" scaled="0"/>
              </a:gradFill>
            </a:ln>
            <a:effectLst>
              <a:outerShdw blurRad="279400" dist="165100" dir="5400000" sx="95000" sy="95000" algn="t" rotWithShape="0">
                <a:srgbClr val="0165FF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矩形: 圆角 45"/>
            <p:cNvSpPr/>
            <p:nvPr/>
          </p:nvSpPr>
          <p:spPr>
            <a:xfrm>
              <a:off x="3317234" y="1102881"/>
              <a:ext cx="759263" cy="762000"/>
            </a:xfrm>
            <a:prstGeom prst="roundRect">
              <a:avLst/>
            </a:prstGeom>
            <a:gradFill>
              <a:gsLst>
                <a:gs pos="78000">
                  <a:srgbClr val="0165FF">
                    <a:lumMod val="0"/>
                    <a:lumOff val="100000"/>
                    <a:alpha val="92000"/>
                  </a:srgbClr>
                </a:gs>
                <a:gs pos="0">
                  <a:srgbClr val="0165FF">
                    <a:lumMod val="0"/>
                    <a:lumOff val="100000"/>
                  </a:srgbClr>
                </a:gs>
              </a:gsLst>
              <a:lin ang="5400000" scaled="0"/>
            </a:gradFill>
            <a:ln w="9525">
              <a:gradFill>
                <a:gsLst>
                  <a:gs pos="0">
                    <a:srgbClr val="00BEFF"/>
                  </a:gs>
                  <a:gs pos="100000">
                    <a:srgbClr val="0165FF"/>
                  </a:gs>
                </a:gsLst>
                <a:lin ang="2700000" scaled="0"/>
              </a:gradFill>
            </a:ln>
            <a:effectLst>
              <a:outerShdw blurRad="279400" dist="165100" dir="5400000" sx="95000" sy="95000" algn="t" rotWithShape="0">
                <a:srgbClr val="0165FF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7" name="六边形 1026"/>
            <p:cNvSpPr/>
            <p:nvPr/>
          </p:nvSpPr>
          <p:spPr>
            <a:xfrm rot="5400000">
              <a:off x="4420432" y="1313721"/>
              <a:ext cx="3388734" cy="2934726"/>
            </a:xfrm>
            <a:prstGeom prst="hexagon">
              <a:avLst>
                <a:gd name="adj" fmla="val 27276"/>
                <a:gd name="vf" fmla="val 115470"/>
              </a:avLst>
            </a:prstGeom>
            <a:noFill/>
            <a:ln w="19050">
              <a:gradFill>
                <a:gsLst>
                  <a:gs pos="0">
                    <a:srgbClr val="0165FF">
                      <a:lumMod val="38000"/>
                      <a:lumOff val="62000"/>
                      <a:alpha val="54000"/>
                    </a:srgbClr>
                  </a:gs>
                  <a:gs pos="44000">
                    <a:srgbClr val="0165FF"/>
                  </a:gs>
                  <a:gs pos="100000">
                    <a:srgbClr val="00BEFF"/>
                  </a:gs>
                </a:gsLst>
                <a:lin ang="0" scaled="0"/>
              </a:gradFill>
              <a:prstDash val="sysDot"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002" name="TextBox 3001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bz-pillar-hub  ·  支柱枢纽(中心标题六边 hub + 5 图标圆底放射 + 出血外框六边,多段 seg-multi 并列)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中心 azure→cyan 渐变尖顶六边(承载标题,柔投影) + 同心虚线/淡描边外框六边(出血,蜂窝氛围) + 5 白圆角图标圆底(左2右2下1放射,细描边轻投影,含 accent2 小蓝点)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多段 seg-multi(5段) 内容页中央;中心六边放标题,5 圆底各嵌图标 + 旁配标题/正文向外辐射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换 accent 色/整体缩放;含出血外框→注入时 off 对齐画面原点(默认满版);圆底数固定5(左2右2下1放射);图标从 templates/icons 透明化叠;注入完好(prst/custGeom 六边+roundRect,非 scene3d)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0" name="bz-cycle-loop"/>
          <p:cNvGrpSpPr/>
          <p:nvPr/>
        </p:nvGrpSpPr>
        <p:grpSpPr>
          <a:xfrm>
            <a:off x="-979220" y="-441985"/>
            <a:ext cx="8757126" cy="8365540"/>
            <a:chOff x="-979220" y="-441985"/>
            <a:chExt cx="8757126" cy="8365540"/>
          </a:xfrm>
        </p:grpSpPr>
        <p:sp>
          <p:nvSpPr>
            <p:cNvPr id="32" name="圆: 空心 31"/>
            <p:cNvSpPr/>
            <p:nvPr/>
          </p:nvSpPr>
          <p:spPr>
            <a:xfrm>
              <a:off x="-253968" y="283267"/>
              <a:ext cx="6915036" cy="6915036"/>
            </a:xfrm>
            <a:prstGeom prst="donut">
              <a:avLst>
                <a:gd name="adj" fmla="val 13324"/>
              </a:avLst>
            </a:prstGeom>
            <a:gradFill flip="none" rotWithShape="1">
              <a:gsLst>
                <a:gs pos="43000">
                  <a:srgbClr val="0165FF">
                    <a:lumMod val="0"/>
                    <a:lumOff val="100000"/>
                    <a:alpha val="23000"/>
                  </a:srgbClr>
                </a:gs>
                <a:gs pos="90000">
                  <a:srgbClr val="0165FF">
                    <a:lumMod val="0"/>
                    <a:lumOff val="100000"/>
                    <a:alpha val="28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椭圆 57"/>
            <p:cNvSpPr/>
            <p:nvPr/>
          </p:nvSpPr>
          <p:spPr>
            <a:xfrm>
              <a:off x="-979220" y="-441985"/>
              <a:ext cx="8365540" cy="8365540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rgbClr val="0165FF">
                      <a:lumMod val="5000"/>
                      <a:lumOff val="95000"/>
                      <a:alpha val="0"/>
                    </a:srgbClr>
                  </a:gs>
                  <a:gs pos="53000">
                    <a:srgbClr val="0165FF">
                      <a:lumMod val="45000"/>
                      <a:lumOff val="55000"/>
                    </a:srgbClr>
                  </a:gs>
                  <a:gs pos="100000">
                    <a:srgbClr val="0165FF">
                      <a:lumMod val="45000"/>
                      <a:lumOff val="55000"/>
                      <a:alpha val="0"/>
                    </a:srgbClr>
                  </a:gs>
                </a:gsLst>
                <a:lin ang="5400000" scaled="1"/>
              </a:gradFill>
            </a:ln>
            <a:effectLst>
              <a:outerShdw blurRad="431800" sx="101000" sy="101000" algn="ctr" rotWithShape="0">
                <a:srgbClr val="0165FF">
                  <a:lumMod val="40000"/>
                  <a:lumOff val="60000"/>
                  <a:alpha val="3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818490" y="1355725"/>
              <a:ext cx="4770120" cy="4770120"/>
              <a:chOff x="860252" y="1728297"/>
              <a:chExt cx="4024975" cy="4024975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860252" y="1728297"/>
                <a:ext cx="4024975" cy="4024975"/>
              </a:xfrm>
              <a:prstGeom prst="ellipse">
                <a:avLst/>
              </a:prstGeom>
              <a:gradFill flip="none" rotWithShape="1">
                <a:gsLst>
                  <a:gs pos="44000">
                    <a:srgbClr val="0165FF">
                      <a:alpha val="0"/>
                      <a:lumMod val="10000"/>
                      <a:lumOff val="90000"/>
                    </a:srgbClr>
                  </a:gs>
                  <a:gs pos="91000">
                    <a:srgbClr val="0165FF">
                      <a:alpha val="86000"/>
                      <a:lumMod val="30000"/>
                      <a:lumOff val="7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弧形 27"/>
              <p:cNvSpPr/>
              <p:nvPr/>
            </p:nvSpPr>
            <p:spPr>
              <a:xfrm>
                <a:off x="1279574" y="2147619"/>
                <a:ext cx="3186332" cy="3186332"/>
              </a:xfrm>
              <a:prstGeom prst="arc">
                <a:avLst>
                  <a:gd name="adj1" fmla="val 16316784"/>
                  <a:gd name="adj2" fmla="val 19887609"/>
                </a:avLst>
              </a:prstGeom>
              <a:noFill/>
              <a:ln w="31750">
                <a:gradFill>
                  <a:gsLst>
                    <a:gs pos="22000">
                      <a:srgbClr val="0165FF">
                        <a:lumMod val="5000"/>
                        <a:lumOff val="95000"/>
                        <a:alpha val="0"/>
                      </a:srgbClr>
                    </a:gs>
                    <a:gs pos="91000">
                      <a:srgbClr val="0165FF">
                        <a:lumMod val="60000"/>
                        <a:lumOff val="40000"/>
                      </a:srgbClr>
                    </a:gs>
                  </a:gsLst>
                  <a:lin ang="0" scaled="0"/>
                </a:gradFill>
                <a:tailEnd type="triangle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弧形 28"/>
              <p:cNvSpPr/>
              <p:nvPr/>
            </p:nvSpPr>
            <p:spPr>
              <a:xfrm rot="5598824">
                <a:off x="1279574" y="2147619"/>
                <a:ext cx="3186332" cy="3186332"/>
              </a:xfrm>
              <a:prstGeom prst="arc">
                <a:avLst>
                  <a:gd name="adj1" fmla="val 16316784"/>
                  <a:gd name="adj2" fmla="val 19887609"/>
                </a:avLst>
              </a:prstGeom>
              <a:noFill/>
              <a:ln w="31750">
                <a:gradFill>
                  <a:gsLst>
                    <a:gs pos="22000">
                      <a:srgbClr val="0165FF">
                        <a:lumMod val="5000"/>
                        <a:lumOff val="95000"/>
                        <a:alpha val="0"/>
                      </a:srgbClr>
                    </a:gs>
                    <a:gs pos="91000">
                      <a:srgbClr val="0165FF">
                        <a:lumMod val="60000"/>
                        <a:lumOff val="40000"/>
                      </a:srgbClr>
                    </a:gs>
                  </a:gsLst>
                  <a:lin ang="0" scaled="0"/>
                </a:gradFill>
                <a:tailEnd type="triangle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弧形 29"/>
              <p:cNvSpPr/>
              <p:nvPr/>
            </p:nvSpPr>
            <p:spPr>
              <a:xfrm rot="10987136">
                <a:off x="1279574" y="2147619"/>
                <a:ext cx="3186332" cy="3186332"/>
              </a:xfrm>
              <a:prstGeom prst="arc">
                <a:avLst>
                  <a:gd name="adj1" fmla="val 16316784"/>
                  <a:gd name="adj2" fmla="val 19887609"/>
                </a:avLst>
              </a:prstGeom>
              <a:noFill/>
              <a:ln w="31750">
                <a:gradFill>
                  <a:gsLst>
                    <a:gs pos="22000">
                      <a:srgbClr val="0165FF">
                        <a:lumMod val="5000"/>
                        <a:lumOff val="95000"/>
                        <a:alpha val="0"/>
                      </a:srgbClr>
                    </a:gs>
                    <a:gs pos="91000">
                      <a:srgbClr val="0165FF">
                        <a:lumMod val="60000"/>
                        <a:lumOff val="40000"/>
                      </a:srgbClr>
                    </a:gs>
                  </a:gsLst>
                  <a:lin ang="0" scaled="0"/>
                </a:gradFill>
                <a:tailEnd type="triangle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弧形 30"/>
              <p:cNvSpPr/>
              <p:nvPr/>
            </p:nvSpPr>
            <p:spPr>
              <a:xfrm rot="16359965">
                <a:off x="1279574" y="2147619"/>
                <a:ext cx="3186332" cy="3186332"/>
              </a:xfrm>
              <a:prstGeom prst="arc">
                <a:avLst>
                  <a:gd name="adj1" fmla="val 16316784"/>
                  <a:gd name="adj2" fmla="val 19887609"/>
                </a:avLst>
              </a:prstGeom>
              <a:noFill/>
              <a:ln w="31750">
                <a:gradFill>
                  <a:gsLst>
                    <a:gs pos="22000">
                      <a:srgbClr val="0165FF">
                        <a:lumMod val="5000"/>
                        <a:lumOff val="95000"/>
                        <a:alpha val="0"/>
                      </a:srgbClr>
                    </a:gs>
                    <a:gs pos="91000">
                      <a:srgbClr val="0165FF">
                        <a:lumMod val="60000"/>
                        <a:lumOff val="40000"/>
                      </a:srgbClr>
                    </a:gs>
                  </a:gsLst>
                  <a:lin ang="0" scaled="0"/>
                </a:gradFill>
                <a:tailEnd type="triangle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2286000" y="1884045"/>
                <a:ext cx="1173480" cy="1173480"/>
              </a:xfrm>
              <a:prstGeom prst="ellipse">
                <a:avLst/>
              </a:prstGeom>
              <a:gradFill>
                <a:gsLst>
                  <a:gs pos="68000">
                    <a:srgbClr val="0165FF">
                      <a:lumMod val="1000"/>
                      <a:lumOff val="99000"/>
                    </a:srgbClr>
                  </a:gs>
                  <a:gs pos="0">
                    <a:srgbClr val="0165FF">
                      <a:lumMod val="2000"/>
                      <a:lumOff val="98000"/>
                    </a:srgbClr>
                  </a:gs>
                </a:gsLst>
                <a:lin ang="2700000" scaled="0"/>
              </a:gradFill>
              <a:ln>
                <a:noFill/>
              </a:ln>
              <a:effectLst>
                <a:outerShdw blurRad="254000" dist="114300" dir="5400000" algn="tl" rotWithShape="0">
                  <a:srgbClr val="0A2A55">
                    <a:lumMod val="40000"/>
                    <a:lumOff val="60000"/>
                    <a:alpha val="30000"/>
                  </a:srgbClr>
                </a:outerShdw>
              </a:effec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dirty="0">
                    <a:solidFill>
                      <a:srgbClr val="0A2A55"/>
                    </a:solidFill>
                    <a:latin typeface="微软雅黑"/>
                    <a:ea typeface="微软雅黑"/>
                    <a:cs typeface="微软雅黑"/>
                  </a:rPr>
                  <a:t>汇聚</a:t>
                </a: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3556000" y="3154045"/>
                <a:ext cx="1173480" cy="1173480"/>
              </a:xfrm>
              <a:prstGeom prst="ellipse">
                <a:avLst/>
              </a:prstGeom>
              <a:gradFill>
                <a:gsLst>
                  <a:gs pos="68000">
                    <a:srgbClr val="0165FF">
                      <a:lumMod val="1000"/>
                      <a:lumOff val="99000"/>
                    </a:srgbClr>
                  </a:gs>
                  <a:gs pos="0">
                    <a:srgbClr val="0165FF">
                      <a:lumMod val="2000"/>
                      <a:lumOff val="98000"/>
                    </a:srgbClr>
                  </a:gs>
                </a:gsLst>
                <a:lin ang="2700000" scaled="0"/>
              </a:gradFill>
              <a:ln>
                <a:noFill/>
              </a:ln>
              <a:effectLst>
                <a:outerShdw blurRad="254000" dist="114300" dir="5400000" algn="tl" rotWithShape="0">
                  <a:srgbClr val="0A2A55">
                    <a:lumMod val="40000"/>
                    <a:lumOff val="60000"/>
                    <a:alpha val="30000"/>
                  </a:srgbClr>
                </a:outerShdw>
              </a:effec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dirty="0">
                    <a:solidFill>
                      <a:srgbClr val="0A2A55"/>
                    </a:solidFill>
                    <a:latin typeface="微软雅黑"/>
                    <a:ea typeface="微软雅黑"/>
                    <a:cs typeface="微软雅黑"/>
                  </a:rPr>
                  <a:t>分析</a:t>
                </a: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2286000" y="4424045"/>
                <a:ext cx="1173480" cy="1173480"/>
              </a:xfrm>
              <a:prstGeom prst="ellipse">
                <a:avLst/>
              </a:prstGeom>
              <a:gradFill>
                <a:gsLst>
                  <a:gs pos="68000">
                    <a:srgbClr val="0165FF">
                      <a:lumMod val="1000"/>
                      <a:lumOff val="99000"/>
                    </a:srgbClr>
                  </a:gs>
                  <a:gs pos="0">
                    <a:srgbClr val="0165FF">
                      <a:lumMod val="2000"/>
                      <a:lumOff val="98000"/>
                    </a:srgbClr>
                  </a:gs>
                </a:gsLst>
                <a:lin ang="2700000" scaled="0"/>
              </a:gradFill>
              <a:ln>
                <a:noFill/>
              </a:ln>
              <a:effectLst>
                <a:outerShdw blurRad="254000" dist="114300" dir="5400000" algn="tl" rotWithShape="0">
                  <a:srgbClr val="0A2A55">
                    <a:lumMod val="40000"/>
                    <a:lumOff val="60000"/>
                    <a:alpha val="30000"/>
                  </a:srgbClr>
                </a:outerShdw>
              </a:effec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dirty="0">
                    <a:solidFill>
                      <a:srgbClr val="0A2A55"/>
                    </a:solidFill>
                    <a:latin typeface="微软雅黑"/>
                    <a:ea typeface="微软雅黑"/>
                    <a:cs typeface="微软雅黑"/>
                  </a:rPr>
                  <a:t>检测</a:t>
                </a:r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1016000" y="3154045"/>
                <a:ext cx="1173480" cy="1173480"/>
              </a:xfrm>
              <a:prstGeom prst="ellipse">
                <a:avLst/>
              </a:prstGeom>
              <a:gradFill>
                <a:gsLst>
                  <a:gs pos="68000">
                    <a:srgbClr val="0165FF">
                      <a:lumMod val="1000"/>
                      <a:lumOff val="99000"/>
                    </a:srgbClr>
                  </a:gs>
                  <a:gs pos="0">
                    <a:srgbClr val="0165FF">
                      <a:lumMod val="2000"/>
                      <a:lumOff val="98000"/>
                    </a:srgbClr>
                  </a:gs>
                </a:gsLst>
                <a:lin ang="2700000" scaled="0"/>
              </a:gradFill>
              <a:ln>
                <a:noFill/>
              </a:ln>
              <a:effectLst>
                <a:outerShdw blurRad="254000" dist="114300" dir="5400000" algn="tl" rotWithShape="0">
                  <a:srgbClr val="0A2A55">
                    <a:lumMod val="40000"/>
                    <a:lumOff val="60000"/>
                    <a:alpha val="30000"/>
                  </a:srgbClr>
                </a:outerShdw>
              </a:effec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dirty="0">
                    <a:solidFill>
                      <a:srgbClr val="0A2A55"/>
                    </a:solidFill>
                    <a:latin typeface="微软雅黑"/>
                    <a:ea typeface="微软雅黑"/>
                    <a:cs typeface="微软雅黑"/>
                  </a:rPr>
                  <a:t>响应</a:t>
                </a:r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2133600" y="3001645"/>
                <a:ext cx="1478280" cy="1478280"/>
              </a:xfrm>
              <a:prstGeom prst="ellipse">
                <a:avLst/>
              </a:prstGeom>
              <a:gradFill flip="none" rotWithShape="1">
                <a:gsLst>
                  <a:gs pos="28000">
                    <a:srgbClr val="00BEFF"/>
                  </a:gs>
                  <a:gs pos="82000">
                    <a:srgbClr val="0165FF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XDR</a:t>
                </a: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2794803" y="4816011"/>
                <a:ext cx="155874" cy="38954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endParaRPr lang="zh-CN" altLang="en-US" sz="2400" dirty="0">
                  <a:solidFill>
                    <a:srgbClr val="0A2A55">
                      <a:lumMod val="75000"/>
                    </a:srgbClr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p:grpSp>
        <p:sp>
          <p:nvSpPr>
            <p:cNvPr id="55" name="矩形: 圆角 54"/>
            <p:cNvSpPr/>
            <p:nvPr/>
          </p:nvSpPr>
          <p:spPr>
            <a:xfrm>
              <a:off x="6549888" y="1498877"/>
              <a:ext cx="783172" cy="783172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rgbClr val="0165FF">
                    <a:lumMod val="80000"/>
                    <a:lumOff val="20000"/>
                  </a:srgbClr>
                </a:gs>
                <a:gs pos="92000">
                  <a:srgbClr val="00BEFF">
                    <a:lumMod val="60000"/>
                    <a:lumOff val="40000"/>
                  </a:srgb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/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61" name="矩形: 圆角 60"/>
            <p:cNvSpPr/>
            <p:nvPr/>
          </p:nvSpPr>
          <p:spPr>
            <a:xfrm>
              <a:off x="6994734" y="3261869"/>
              <a:ext cx="783172" cy="783172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rgbClr val="0165FF">
                    <a:lumMod val="80000"/>
                    <a:lumOff val="20000"/>
                  </a:srgbClr>
                </a:gs>
                <a:gs pos="92000">
                  <a:srgbClr val="00BEFF">
                    <a:lumMod val="60000"/>
                    <a:lumOff val="40000"/>
                  </a:srgb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/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64" name="矩形: 圆角 63"/>
            <p:cNvSpPr/>
            <p:nvPr/>
          </p:nvSpPr>
          <p:spPr>
            <a:xfrm>
              <a:off x="6661068" y="5024861"/>
              <a:ext cx="783172" cy="783172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rgbClr val="0165FF">
                    <a:lumMod val="80000"/>
                    <a:lumOff val="20000"/>
                  </a:srgbClr>
                </a:gs>
                <a:gs pos="92000">
                  <a:srgbClr val="00BEFF">
                    <a:lumMod val="60000"/>
                    <a:lumOff val="40000"/>
                  </a:srgb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/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/>
            </a:p>
          </p:txBody>
        </p:sp>
      </p:grpSp>
      <p:sp>
        <p:nvSpPr>
          <p:cNvPr id="3101" name="TextBox 3100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bz-cycle-loop  ·  闭环循环图整页母题(左:中心渐变球+4节点+循环箭头+同心景深 ＋ 右:3图标步骤球,logic-diagram)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左闭环:中心 azure→cyan 渐变球 + 4 白节点椭圆(上右下左,保留文字run) + 4 弧形循环箭头(顺时针) + 同心淡环donut + 光晕出血景深; 右:3 azure 渐变圆角球错落纵列(配白图标)。整页 logic 母题一件到位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逻辑/流程闭环页:左母题4节点回填环节名、中心填核心词;右3球叠白图标+标题/正文做步骤说明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换 accent 色/整体缩放;左节点固定4(环形几何)+循环箭头4段、文字保留run回填只改a:t(零偏移§6.22);右球数随步骤增删、叠白图标(templates/icons透明化);含光晕出血→off对齐画面;注入完好(椭圆/arc/roundRect,非scene3d)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0" name="bz-timeline-snake"/>
          <p:cNvGrpSpPr/>
          <p:nvPr/>
        </p:nvGrpSpPr>
        <p:grpSpPr>
          <a:xfrm>
            <a:off x="-117108" y="556884"/>
            <a:ext cx="12426216" cy="4675471"/>
            <a:chOff x="-117108" y="556884"/>
            <a:chExt cx="12426216" cy="4675471"/>
          </a:xfrm>
        </p:grpSpPr>
        <p:sp>
          <p:nvSpPr>
            <p:cNvPr id="12" name="Freeform 64"/>
            <p:cNvSpPr/>
            <p:nvPr/>
          </p:nvSpPr>
          <p:spPr>
            <a:xfrm>
              <a:off x="-117108" y="858890"/>
              <a:ext cx="12426216" cy="4067113"/>
            </a:xfrm>
            <a:custGeom>
              <a:avLst/>
              <a:gdLst/>
              <a:ahLst/>
              <a:cxnLst/>
              <a:rect l="0" t="0" r="0" b="0"/>
              <a:pathLst>
                <a:path w="12426216" h="4581627">
                  <a:moveTo>
                    <a:pt x="0" y="4581626"/>
                  </a:moveTo>
                  <a:lnTo>
                    <a:pt x="4394880" y="4581626"/>
                  </a:lnTo>
                  <a:cubicBezTo>
                    <a:pt x="4593600" y="4581626"/>
                    <a:pt x="4754880" y="4420346"/>
                    <a:pt x="4754880" y="4221626"/>
                  </a:cubicBezTo>
                  <a:lnTo>
                    <a:pt x="4754880" y="3324581"/>
                  </a:lnTo>
                  <a:cubicBezTo>
                    <a:pt x="4754880" y="3125861"/>
                    <a:pt x="4916160" y="2964581"/>
                    <a:pt x="5114880" y="2964581"/>
                  </a:cubicBezTo>
                  <a:lnTo>
                    <a:pt x="9303765" y="2964581"/>
                  </a:lnTo>
                  <a:cubicBezTo>
                    <a:pt x="9502484" y="2964581"/>
                    <a:pt x="9663764" y="2803301"/>
                    <a:pt x="9663764" y="2604581"/>
                  </a:cubicBezTo>
                  <a:lnTo>
                    <a:pt x="9663764" y="360000"/>
                  </a:lnTo>
                  <a:cubicBezTo>
                    <a:pt x="9663764" y="161280"/>
                    <a:pt x="9825044" y="0"/>
                    <a:pt x="10023764" y="0"/>
                  </a:cubicBezTo>
                  <a:lnTo>
                    <a:pt x="12426215" y="0"/>
                  </a:lnTo>
                </a:path>
              </a:pathLst>
            </a:custGeom>
            <a:noFill/>
            <a:ln w="31750">
              <a:gradFill>
                <a:gsLst>
                  <a:gs pos="31000">
                    <a:srgbClr val="0165FF"/>
                  </a:gs>
                  <a:gs pos="89000">
                    <a:srgbClr val="00BEFF"/>
                  </a:gs>
                </a:gsLst>
                <a:lin ang="0" scaled="0"/>
              </a:gradFill>
              <a:tailEnd type="none"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H="1">
              <a:off x="7474590" y="3329248"/>
              <a:ext cx="957020" cy="0"/>
            </a:xfrm>
            <a:prstGeom prst="straightConnector1">
              <a:avLst/>
            </a:prstGeom>
            <a:ln w="25400">
              <a:gradFill>
                <a:gsLst>
                  <a:gs pos="0">
                    <a:srgbClr val="0165FF">
                      <a:alpha val="0"/>
                    </a:srgbClr>
                  </a:gs>
                  <a:gs pos="79000">
                    <a:srgbClr val="00BEFF"/>
                  </a:gs>
                </a:gsLst>
                <a:lin ang="0" scaled="0"/>
              </a:gradFill>
              <a:prstDash val="sysDot"/>
              <a:headEnd w="lg" len="lg"/>
              <a:tailEnd type="triangle" w="lg" len="lg"/>
            </a:ln>
          </p:spPr>
          <p:style>
            <a:lnRef idx="2">
              <a:srgbClr val="0165FF"/>
            </a:lnRef>
            <a:fillRef idx="0">
              <a:srgbClr val="0165FF"/>
            </a:fillRef>
            <a:effectRef idx="1">
              <a:srgbClr val="0165FF"/>
            </a:effectRef>
            <a:fontRef idx="minor">
              <a:srgbClr val="0A2A55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6747623" y="3184064"/>
              <a:ext cx="604012" cy="604012"/>
            </a:xfrm>
            <a:prstGeom prst="ellipse">
              <a:avLst/>
            </a:prstGeom>
            <a:gradFill flip="none" rotWithShape="1">
              <a:gsLst>
                <a:gs pos="81000">
                  <a:srgbClr val="00BEFF"/>
                </a:gs>
                <a:gs pos="18000">
                  <a:srgbClr val="0165F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flat" cmpd="sng" algn="ctr">
              <a:noFill/>
              <a:prstDash val="solid"/>
              <a:miter lim="800000"/>
            </a:ln>
            <a:effectLst>
              <a:outerShdw blurRad="190500" dist="101600" dir="2700000" sx="94000" sy="94000" algn="tl" rotWithShape="0">
                <a:srgbClr val="0165FF">
                  <a:lumMod val="5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4" name="椭圆 13"/>
            <p:cNvSpPr/>
            <p:nvPr/>
          </p:nvSpPr>
          <p:spPr>
            <a:xfrm>
              <a:off x="8554564" y="3184064"/>
              <a:ext cx="604012" cy="604012"/>
            </a:xfrm>
            <a:prstGeom prst="ellipse">
              <a:avLst/>
            </a:prstGeom>
            <a:gradFill flip="none" rotWithShape="1">
              <a:gsLst>
                <a:gs pos="81000">
                  <a:srgbClr val="00BEFF"/>
                </a:gs>
                <a:gs pos="18000">
                  <a:srgbClr val="0165F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flat" cmpd="sng" algn="ctr">
              <a:noFill/>
              <a:prstDash val="solid"/>
              <a:miter lim="800000"/>
            </a:ln>
            <a:effectLst>
              <a:outerShdw blurRad="190500" dist="101600" dir="2700000" sx="94000" sy="94000" algn="tl" rotWithShape="0">
                <a:srgbClr val="0165FF">
                  <a:lumMod val="5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5" name="椭圆 14"/>
            <p:cNvSpPr/>
            <p:nvPr/>
          </p:nvSpPr>
          <p:spPr>
            <a:xfrm>
              <a:off x="4940681" y="3184064"/>
              <a:ext cx="604012" cy="604012"/>
            </a:xfrm>
            <a:prstGeom prst="ellipse">
              <a:avLst/>
            </a:prstGeom>
            <a:gradFill flip="none" rotWithShape="1">
              <a:gsLst>
                <a:gs pos="81000">
                  <a:srgbClr val="00BEFF"/>
                </a:gs>
                <a:gs pos="18000">
                  <a:srgbClr val="0165F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flat" cmpd="sng" algn="ctr">
              <a:noFill/>
              <a:prstDash val="solid"/>
              <a:miter lim="800000"/>
            </a:ln>
            <a:effectLst>
              <a:outerShdw blurRad="190500" dist="101600" dir="2700000" sx="94000" sy="94000" algn="tl" rotWithShape="0">
                <a:srgbClr val="0165FF">
                  <a:lumMod val="5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8" name="椭圆 17"/>
            <p:cNvSpPr/>
            <p:nvPr/>
          </p:nvSpPr>
          <p:spPr>
            <a:xfrm>
              <a:off x="9246519" y="1920877"/>
              <a:ext cx="604012" cy="604012"/>
            </a:xfrm>
            <a:prstGeom prst="ellipse">
              <a:avLst/>
            </a:prstGeom>
            <a:gradFill flip="none" rotWithShape="1">
              <a:gsLst>
                <a:gs pos="81000">
                  <a:srgbClr val="00BEFF"/>
                </a:gs>
                <a:gs pos="18000">
                  <a:srgbClr val="0165F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flat" cmpd="sng" algn="ctr">
              <a:noFill/>
              <a:prstDash val="solid"/>
              <a:miter lim="800000"/>
            </a:ln>
            <a:effectLst>
              <a:outerShdw blurRad="190500" dist="101600" dir="2700000" sx="94000" sy="94000" algn="tl" rotWithShape="0">
                <a:srgbClr val="0165FF">
                  <a:lumMod val="5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0261541" y="556884"/>
              <a:ext cx="604012" cy="604012"/>
            </a:xfrm>
            <a:prstGeom prst="ellipse">
              <a:avLst/>
            </a:prstGeom>
            <a:gradFill flip="none" rotWithShape="1">
              <a:gsLst>
                <a:gs pos="81000">
                  <a:srgbClr val="00BEFF"/>
                </a:gs>
                <a:gs pos="18000">
                  <a:srgbClr val="0165F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flat" cmpd="sng" algn="ctr">
              <a:noFill/>
              <a:prstDash val="solid"/>
              <a:miter lim="800000"/>
            </a:ln>
            <a:effectLst>
              <a:outerShdw blurRad="190500" dist="101600" dir="2700000" sx="94000" sy="94000" algn="tl" rotWithShape="0">
                <a:srgbClr val="0165FF">
                  <a:lumMod val="5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764531" y="4628343"/>
              <a:ext cx="604012" cy="604012"/>
            </a:xfrm>
            <a:prstGeom prst="ellipse">
              <a:avLst/>
            </a:prstGeom>
            <a:gradFill flip="none" rotWithShape="1">
              <a:gsLst>
                <a:gs pos="81000">
                  <a:srgbClr val="00BEFF"/>
                </a:gs>
                <a:gs pos="18000">
                  <a:srgbClr val="0165F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flat" cmpd="sng" algn="ctr">
              <a:noFill/>
              <a:prstDash val="solid"/>
              <a:miter lim="800000"/>
            </a:ln>
            <a:effectLst>
              <a:outerShdw blurRad="190500" dist="101600" dir="2700000" sx="94000" sy="94000" algn="tl" rotWithShape="0">
                <a:srgbClr val="0165FF">
                  <a:lumMod val="5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8" name="椭圆 27"/>
            <p:cNvSpPr/>
            <p:nvPr/>
          </p:nvSpPr>
          <p:spPr>
            <a:xfrm>
              <a:off x="2589752" y="4628343"/>
              <a:ext cx="604012" cy="604012"/>
            </a:xfrm>
            <a:prstGeom prst="ellipse">
              <a:avLst/>
            </a:prstGeom>
            <a:gradFill flip="none" rotWithShape="1">
              <a:gsLst>
                <a:gs pos="81000">
                  <a:srgbClr val="00BEFF"/>
                </a:gs>
                <a:gs pos="18000">
                  <a:srgbClr val="0165F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flat" cmpd="sng" algn="ctr">
              <a:noFill/>
              <a:prstDash val="solid"/>
              <a:miter lim="800000"/>
            </a:ln>
            <a:effectLst>
              <a:outerShdw blurRad="190500" dist="101600" dir="2700000" sx="94000" sy="94000" algn="tl" rotWithShape="0">
                <a:srgbClr val="0165FF">
                  <a:lumMod val="5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/>
            </a:p>
          </p:txBody>
        </p:sp>
      </p:grpSp>
      <p:sp>
        <p:nvSpPr>
          <p:cNvPr id="3301" name="TextBox 3300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bz-timeline-snake  ·  蛇形升序时间轴骨架(渐变蛇形路径 + 7 渐变圆节点;图标/文字用时再加,timeline)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accent1→accent2 渐变蛇形折返线串 7 个 azure→cyan 径向渐变圆(柔投影) + 一小段虚线回指箭头;纯骨架,白图标/阶段名/说明用时叠加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流程/时间轴页:7 圆即节点位,叠白图标 + 旁配阶段名/说明;左下→右上升序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换 accent/缩放;节点固定7(路径耦合);图标从 templates/icons 叠白色、文字另置(都用时加,别蒸进来);注入完好(custGeom/ellipse,非 scene3d)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1" name="bz-footer-note"/>
          <p:cNvGrpSpPr/>
          <p:nvPr/>
        </p:nvGrpSpPr>
        <p:grpSpPr>
          <a:xfrm>
            <a:off x="0" y="5949950"/>
            <a:ext cx="12192000" cy="947384"/>
            <a:chOff x="0" y="5949950"/>
            <a:chExt cx="12192000" cy="947384"/>
          </a:xfrm>
        </p:grpSpPr>
        <p:sp>
          <p:nvSpPr>
            <p:cNvPr id="3" name="矩形: 圆角 2"/>
            <p:cNvSpPr/>
            <p:nvPr/>
          </p:nvSpPr>
          <p:spPr>
            <a:xfrm>
              <a:off x="0" y="5949950"/>
              <a:ext cx="12192000" cy="94738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5000">
                  <a:srgbClr val="00BEFF"/>
                </a:gs>
                <a:gs pos="0">
                  <a:srgbClr val="0165FF"/>
                </a:gs>
              </a:gsLst>
              <a:path path="circle">
                <a:fillToRect r="100000" b="100000"/>
              </a:path>
              <a:tileRect l="-100000" t="-100000"/>
            </a:gra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447507" y="6238976"/>
              <a:ext cx="92969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0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规划设计阶段同样需要进行现场踏勘，依据申报单位提供的文件和报告进行评价</a:t>
              </a:r>
            </a:p>
          </p:txBody>
        </p:sp>
      </p:grpSp>
      <p:sp>
        <p:nvSpPr>
          <p:cNvPr id="3002" name="TextBox 3001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bz-footer-note  ·  底部满宽渐变注释条(footer 总注 / 强调句)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满宽 accent1→accent2 径向渐变条 + 居中白 20pt 粗字,做页脚总注/强调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任意内容页底部横贯;放一句总结/强调/注脚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换 accent 色;改白字内容(保留 run);高度/圆角按页调;注入完好(roundRect)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1" name="bz-team-card"/>
          <p:cNvGrpSpPr/>
          <p:nvPr/>
        </p:nvGrpSpPr>
        <p:grpSpPr>
          <a:xfrm>
            <a:off x="799219" y="1757434"/>
            <a:ext cx="2476579" cy="3929801"/>
            <a:chOff x="799219" y="1757434"/>
            <a:chExt cx="2476579" cy="3929801"/>
          </a:xfrm>
          <a:effectLst>
            <a:reflection blurRad="152400" stA="52000" endA="300" endPos="9000" dir="5400000" sy="-100000" algn="bl" rotWithShape="0"/>
          </a:effectLst>
        </p:grpSpPr>
        <p:sp>
          <p:nvSpPr>
            <p:cNvPr id="4" name="矩形: 圆角 3"/>
            <p:cNvSpPr/>
            <p:nvPr/>
          </p:nvSpPr>
          <p:spPr>
            <a:xfrm>
              <a:off x="799219" y="1757434"/>
              <a:ext cx="2476579" cy="3929801"/>
            </a:xfrm>
            <a:prstGeom prst="roundRect">
              <a:avLst>
                <a:gd name="adj" fmla="val 15701"/>
              </a:avLst>
            </a:prstGeom>
            <a:gradFill>
              <a:gsLst>
                <a:gs pos="88000">
                  <a:srgbClr val="0165FF">
                    <a:lumMod val="0"/>
                    <a:lumOff val="100000"/>
                  </a:srgbClr>
                </a:gs>
                <a:gs pos="0">
                  <a:srgbClr val="0165FF">
                    <a:lumMod val="0"/>
                    <a:lumOff val="100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279400" dist="241300" dir="5400000" sx="93000" sy="93000" algn="t" rotWithShape="0">
                <a:srgbClr val="0165FF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椭圆 9"/>
            <p:cNvSpPr/>
            <p:nvPr/>
          </p:nvSpPr>
          <p:spPr>
            <a:xfrm>
              <a:off x="1277742" y="2050711"/>
              <a:ext cx="1519532" cy="1519532"/>
            </a:xfrm>
            <a:prstGeom prst="ellipse">
              <a:avLst/>
            </a:prstGeom>
            <a:noFill/>
            <a:ln w="9525">
              <a:gradFill>
                <a:gsLst>
                  <a:gs pos="15000">
                    <a:srgbClr val="00BEFF">
                      <a:alpha val="0"/>
                    </a:srgbClr>
                  </a:gs>
                  <a:gs pos="100000">
                    <a:srgbClr val="0165FF"/>
                  </a:gs>
                </a:gsLst>
                <a:lin ang="2700000" scaled="0"/>
              </a:gradFill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椭圆 62"/>
            <p:cNvSpPr/>
            <p:nvPr/>
          </p:nvSpPr>
          <p:spPr>
            <a:xfrm>
              <a:off x="1156328" y="1929297"/>
              <a:ext cx="1762360" cy="1762360"/>
            </a:xfrm>
            <a:prstGeom prst="ellipse">
              <a:avLst/>
            </a:prstGeom>
            <a:noFill/>
            <a:ln w="3175">
              <a:gradFill>
                <a:gsLst>
                  <a:gs pos="91000">
                    <a:srgbClr val="00BEFF">
                      <a:alpha val="0"/>
                    </a:srgbClr>
                  </a:gs>
                  <a:gs pos="0">
                    <a:srgbClr val="0165FF"/>
                  </a:gs>
                </a:gsLst>
                <a:lin ang="2700000" scaled="0"/>
              </a:gradFill>
              <a:prstDash val="sysDash"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624575" y="3983161"/>
              <a:ext cx="82586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微软雅黑"/>
                  <a:ea typeface="微软雅黑"/>
                  <a:cs typeface="微软雅黑"/>
                </a:rPr>
                <a:t>姓名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483510" y="4383271"/>
              <a:ext cx="110799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0165FF"/>
                  </a:solidFill>
                  <a:latin typeface="微软雅黑"/>
                  <a:ea typeface="微软雅黑"/>
                  <a:cs typeface="微软雅黑"/>
                </a:rPr>
                <a:t>职务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309251" y="4926086"/>
              <a:ext cx="1456516" cy="5890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0A2A55"/>
                  </a:solidFill>
                  <a:latin typeface="微软雅黑"/>
                  <a:ea typeface="微软雅黑"/>
                  <a:cs typeface="微软雅黑"/>
                </a:rPr>
                <a:t>一句话职责描述（占位）</a:t>
              </a:r>
            </a:p>
          </p:txBody>
        </p:sp>
        <p:sp>
          <p:nvSpPr>
            <p:cNvPr id="38" name="图片 37" descr="男人穿着西装站着&#10;&#10;描述已自动生成"/>
            <p:cNvSpPr/>
            <p:nvPr/>
          </p:nvSpPr>
          <p:spPr>
            <a:xfrm>
              <a:off x="1403123" y="2176092"/>
              <a:ext cx="1268770" cy="1268770"/>
            </a:xfrm>
            <a:prstGeom prst="ellipse">
              <a:avLst/>
            </a:prstGeom>
            <a:gradFill>
              <a:gsLst>
                <a:gs pos="25000">
                  <a:srgbClr val="00BEFF">
                    <a:lumMod val="20000"/>
                    <a:lumOff val="80000"/>
                  </a:srgbClr>
                </a:gs>
                <a:gs pos="100000">
                  <a:srgbClr val="0165FF">
                    <a:lumMod val="20000"/>
                    <a:lumOff val="80000"/>
                  </a:srgbClr>
                </a:gs>
              </a:gsLst>
              <a:path path="circle">
                <a:fillToRect r="100000" b="100000"/>
              </a:path>
            </a:gradFill>
            <a:ln>
              <a:solidFill>
                <a:srgbClr val="FFFFFF"/>
              </a:solidFill>
            </a:ln>
            <a:effectLst>
              <a:outerShdw blurRad="266700" dist="101600" dir="2700000" sx="96000" sy="96000" algn="tl" rotWithShape="0">
                <a:srgbClr val="0A2A55">
                  <a:lumMod val="60000"/>
                  <a:lumOff val="40000"/>
                  <a:alpha val="53000"/>
                </a:srgbClr>
              </a:outerShdw>
            </a:effectLst>
          </p:spPr>
        </p:sp>
        <p:sp>
          <p:nvSpPr>
            <p:cNvPr id="381" name="avatar-head"/>
            <p:cNvSpPr/>
            <p:nvPr/>
          </p:nvSpPr>
          <p:spPr>
            <a:xfrm>
              <a:off x="1882060" y="2517869"/>
              <a:ext cx="310896" cy="310896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</p:spPr>
        </p:sp>
        <p:sp>
          <p:nvSpPr>
            <p:cNvPr id="382" name="avatar-torso"/>
            <p:cNvSpPr/>
            <p:nvPr/>
          </p:nvSpPr>
          <p:spPr>
            <a:xfrm>
              <a:off x="1699180" y="2828765"/>
              <a:ext cx="676656" cy="566928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</p:spPr>
        </p:sp>
        <p:cxnSp>
          <p:nvCxnSpPr>
            <p:cNvPr id="57" name="直接连接符 56"/>
            <p:cNvCxnSpPr/>
            <p:nvPr/>
          </p:nvCxnSpPr>
          <p:spPr>
            <a:xfrm>
              <a:off x="1875848" y="4823956"/>
              <a:ext cx="323320" cy="0"/>
            </a:xfrm>
            <a:prstGeom prst="line">
              <a:avLst/>
            </a:prstGeom>
            <a:ln w="22225">
              <a:gradFill flip="none" rotWithShape="1">
                <a:gsLst>
                  <a:gs pos="0">
                    <a:srgbClr val="00BEFF"/>
                  </a:gs>
                  <a:gs pos="87000">
                    <a:srgbClr val="0165FF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rgbClr val="0165FF"/>
            </a:lnRef>
            <a:fillRef idx="0">
              <a:srgbClr val="0165FF"/>
            </a:fillRef>
            <a:effectRef idx="1">
              <a:srgbClr val="0165FF"/>
            </a:effectRef>
            <a:fontRef idx="minor">
              <a:srgbClr val="0A2A55"/>
            </a:fontRef>
          </p:style>
        </p:cxnSp>
      </p:grpSp>
      <p:sp>
        <p:nvSpPr>
          <p:cNvPr id="3002" name="TextBox 3001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bz-team-card  ·  团队成员卡(白卡+双幽灵环+头像占位+姓名/职务/分隔/描述)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白圆角卡(adj15701)+柔蓝投影 + 双渐变幽灵环(0.75/0.25pt) + azure径向头像占位圆(白色人形,可换照片) + 姓名20粗墨/职务16azure/渐变短分隔/描述14;文字保留run、回填改a:t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团队/人物页;clone N张zigzag错位(配 bz-team-grid builder)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回填姓名/职务/描述(改a:t);头像传photo则换blipFill填图、去人形;clone后改组off定位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1" name="bz-team-bg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矩形: 圆角 5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74000">
                  <a:srgbClr val="0165FF">
                    <a:lumMod val="19000"/>
                    <a:lumOff val="81000"/>
                  </a:srgbClr>
                </a:gs>
                <a:gs pos="0">
                  <a:srgbClr val="0165FF">
                    <a:lumMod val="4000"/>
                    <a:lumOff val="9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165FF">
                <a:shade val="50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0" y="2724308"/>
              <a:ext cx="12192000" cy="4133692"/>
            </a:xfrm>
            <a:custGeom>
              <a:avLst/>
              <a:gdLst>
                <a:gd name="connsiteX0" fmla="*/ 12192000 w 12192000"/>
                <a:gd name="connsiteY0" fmla="*/ 0 h 4133692"/>
                <a:gd name="connsiteX1" fmla="*/ 12192000 w 12192000"/>
                <a:gd name="connsiteY1" fmla="*/ 3454379 h 4133692"/>
                <a:gd name="connsiteX2" fmla="*/ 12192000 w 12192000"/>
                <a:gd name="connsiteY2" fmla="*/ 4133692 h 4133692"/>
                <a:gd name="connsiteX3" fmla="*/ 0 w 12192000"/>
                <a:gd name="connsiteY3" fmla="*/ 4133692 h 4133692"/>
                <a:gd name="connsiteX4" fmla="*/ 0 w 12192000"/>
                <a:gd name="connsiteY4" fmla="*/ 3454379 h 4133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4133692">
                  <a:moveTo>
                    <a:pt x="12192000" y="0"/>
                  </a:moveTo>
                  <a:lnTo>
                    <a:pt x="12192000" y="3454379"/>
                  </a:lnTo>
                  <a:lnTo>
                    <a:pt x="12192000" y="4133692"/>
                  </a:lnTo>
                  <a:lnTo>
                    <a:pt x="0" y="4133692"/>
                  </a:lnTo>
                  <a:lnTo>
                    <a:pt x="0" y="3454379"/>
                  </a:lnTo>
                  <a:close/>
                </a:path>
              </a:pathLst>
            </a:custGeom>
            <a:solidFill>
              <a:srgbClr val="FFFFFF">
                <a:alpha val="42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002" name="TextBox 3001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bz-team-bg  ·  团队/人物页 完整背景(浅蓝径向渐变底 + airy 白波浪)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满版浅蓝径向渐变(accent1 lumMod4/96→lumMod19/81) + 下半幅自由形白波浪(bg1 alpha42%) 合一 → 通透 airy 背景(§1.1 多层景深)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团队/人物/章节/图文等浅色页满版底;压最底层,内容/水印词叠其上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换渐变两色换调;波浪改 alpha 控浓淡、改 off 上下移;注入完好(grpSp identity)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2" name="bz-dot-sphere"/>
          <p:cNvGrpSpPr/>
          <p:nvPr/>
        </p:nvGrpSpPr>
        <p:grpSpPr>
          <a:xfrm>
            <a:off x="4632960" y="1700000"/>
            <a:ext cx="2926080" cy="2926078"/>
            <a:chOff x="3216274" y="549275"/>
            <a:chExt cx="5759452" cy="5759450"/>
          </a:xfrm>
        </p:grpSpPr>
        <p:sp>
          <p:nvSpPr>
            <p:cNvPr id="101" name="椭圆 11"/>
            <p:cNvSpPr/>
            <p:nvPr/>
          </p:nvSpPr>
          <p:spPr>
            <a:xfrm>
              <a:off x="3216275" y="549275"/>
              <a:ext cx="5759450" cy="5759450"/>
            </a:xfrm>
            <a:prstGeom prst="ellipse">
              <a:avLst/>
            </a:prstGeom>
            <a:gradFill>
              <a:gsLst>
                <a:gs pos="18000">
                  <a:srgbClr val="0165FF">
                    <a:lumMod val="16000"/>
                    <a:lumOff val="84000"/>
                    <a:alpha val="58000"/>
                  </a:srgbClr>
                </a:gs>
                <a:gs pos="96000">
                  <a:srgbClr val="00BEFF">
                    <a:alpha val="0"/>
                    <a:lumMod val="0"/>
                    <a:lumOff val="100000"/>
                  </a:srgbClr>
                </a:gs>
                <a:gs pos="71000">
                  <a:srgbClr val="0165FF">
                    <a:alpha val="40000"/>
                    <a:lumMod val="4000"/>
                    <a:lumOff val="96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图形 23"/>
            <p:cNvSpPr/>
            <p:nvPr/>
          </p:nvSpPr>
          <p:spPr>
            <a:xfrm>
              <a:off x="3216274" y="591239"/>
              <a:ext cx="5759452" cy="5675522"/>
            </a:xfrm>
            <a:custGeom>
              <a:avLst/>
              <a:gdLst>
                <a:gd name="connsiteX0" fmla="*/ 1921258 w 4954903"/>
                <a:gd name="connsiteY0" fmla="*/ 4874598 h 4882701"/>
                <a:gd name="connsiteX1" fmla="*/ 1949113 w 4954903"/>
                <a:gd name="connsiteY1" fmla="*/ 4880676 h 4882701"/>
                <a:gd name="connsiteX2" fmla="*/ 1936705 w 4954903"/>
                <a:gd name="connsiteY2" fmla="*/ 4877890 h 4882701"/>
                <a:gd name="connsiteX3" fmla="*/ 1921258 w 4954903"/>
                <a:gd name="connsiteY3" fmla="*/ 4874598 h 4882701"/>
                <a:gd name="connsiteX4" fmla="*/ 1919992 w 4954903"/>
                <a:gd name="connsiteY4" fmla="*/ 4875105 h 4882701"/>
                <a:gd name="connsiteX5" fmla="*/ 1947847 w 4954903"/>
                <a:gd name="connsiteY5" fmla="*/ 4881182 h 4882701"/>
                <a:gd name="connsiteX6" fmla="*/ 1935439 w 4954903"/>
                <a:gd name="connsiteY6" fmla="*/ 4878396 h 4882701"/>
                <a:gd name="connsiteX7" fmla="*/ 1919992 w 4954903"/>
                <a:gd name="connsiteY7" fmla="*/ 4875105 h 4882701"/>
                <a:gd name="connsiteX8" fmla="*/ 1919232 w 4954903"/>
                <a:gd name="connsiteY8" fmla="*/ 4875864 h 4882701"/>
                <a:gd name="connsiteX9" fmla="*/ 1947087 w 4954903"/>
                <a:gd name="connsiteY9" fmla="*/ 4881941 h 4882701"/>
                <a:gd name="connsiteX10" fmla="*/ 1934679 w 4954903"/>
                <a:gd name="connsiteY10" fmla="*/ 4879156 h 4882701"/>
                <a:gd name="connsiteX11" fmla="*/ 1919232 w 4954903"/>
                <a:gd name="connsiteY11" fmla="*/ 4875864 h 4882701"/>
                <a:gd name="connsiteX12" fmla="*/ 1918979 w 4954903"/>
                <a:gd name="connsiteY12" fmla="*/ 4876624 h 4882701"/>
                <a:gd name="connsiteX13" fmla="*/ 1947087 w 4954903"/>
                <a:gd name="connsiteY13" fmla="*/ 4882701 h 4882701"/>
                <a:gd name="connsiteX14" fmla="*/ 1934426 w 4954903"/>
                <a:gd name="connsiteY14" fmla="*/ 4879916 h 4882701"/>
                <a:gd name="connsiteX15" fmla="*/ 1918979 w 4954903"/>
                <a:gd name="connsiteY15" fmla="*/ 4876624 h 4882701"/>
                <a:gd name="connsiteX16" fmla="*/ 1873398 w 4954903"/>
                <a:gd name="connsiteY16" fmla="*/ 4865735 h 4882701"/>
                <a:gd name="connsiteX17" fmla="*/ 1858205 w 4954903"/>
                <a:gd name="connsiteY17" fmla="*/ 4862190 h 4882701"/>
                <a:gd name="connsiteX18" fmla="*/ 1885806 w 4954903"/>
                <a:gd name="connsiteY18" fmla="*/ 4869027 h 4882701"/>
                <a:gd name="connsiteX19" fmla="*/ 1873398 w 4954903"/>
                <a:gd name="connsiteY19" fmla="*/ 4865735 h 4882701"/>
                <a:gd name="connsiteX20" fmla="*/ 1858711 w 4954903"/>
                <a:gd name="connsiteY20" fmla="*/ 4863709 h 4882701"/>
                <a:gd name="connsiteX21" fmla="*/ 1886313 w 4954903"/>
                <a:gd name="connsiteY21" fmla="*/ 4870293 h 4882701"/>
                <a:gd name="connsiteX22" fmla="*/ 1873651 w 4954903"/>
                <a:gd name="connsiteY22" fmla="*/ 4867255 h 4882701"/>
                <a:gd name="connsiteX23" fmla="*/ 1858711 w 4954903"/>
                <a:gd name="connsiteY23" fmla="*/ 4863709 h 4882701"/>
                <a:gd name="connsiteX24" fmla="*/ 1798443 w 4954903"/>
                <a:gd name="connsiteY24" fmla="*/ 4845224 h 4882701"/>
                <a:gd name="connsiteX25" fmla="*/ 1825792 w 4954903"/>
                <a:gd name="connsiteY25" fmla="*/ 4852567 h 4882701"/>
                <a:gd name="connsiteX26" fmla="*/ 1813637 w 4954903"/>
                <a:gd name="connsiteY26" fmla="*/ 4849022 h 4882701"/>
                <a:gd name="connsiteX27" fmla="*/ 1798443 w 4954903"/>
                <a:gd name="connsiteY27" fmla="*/ 4845224 h 4882701"/>
                <a:gd name="connsiteX28" fmla="*/ 1813131 w 4954903"/>
                <a:gd name="connsiteY28" fmla="*/ 4850288 h 4882701"/>
                <a:gd name="connsiteX29" fmla="*/ 1797937 w 4954903"/>
                <a:gd name="connsiteY29" fmla="*/ 4846237 h 4882701"/>
                <a:gd name="connsiteX30" fmla="*/ 1825285 w 4954903"/>
                <a:gd name="connsiteY30" fmla="*/ 4853580 h 4882701"/>
                <a:gd name="connsiteX31" fmla="*/ 1813131 w 4954903"/>
                <a:gd name="connsiteY31" fmla="*/ 4850288 h 4882701"/>
                <a:gd name="connsiteX32" fmla="*/ 1753116 w 4954903"/>
                <a:gd name="connsiteY32" fmla="*/ 4822433 h 4882701"/>
                <a:gd name="connsiteX33" fmla="*/ 1753116 w 4954903"/>
                <a:gd name="connsiteY33" fmla="*/ 4822433 h 4882701"/>
                <a:gd name="connsiteX34" fmla="*/ 1779705 w 4954903"/>
                <a:gd name="connsiteY34" fmla="*/ 4830790 h 4882701"/>
                <a:gd name="connsiteX35" fmla="*/ 1768563 w 4954903"/>
                <a:gd name="connsiteY35" fmla="*/ 4826991 h 4882701"/>
                <a:gd name="connsiteX36" fmla="*/ 1753116 w 4954903"/>
                <a:gd name="connsiteY36" fmla="*/ 4822433 h 4882701"/>
                <a:gd name="connsiteX37" fmla="*/ 1766031 w 4954903"/>
                <a:gd name="connsiteY37" fmla="*/ 4835854 h 4882701"/>
                <a:gd name="connsiteX38" fmla="*/ 1754129 w 4954903"/>
                <a:gd name="connsiteY38" fmla="*/ 4832056 h 4882701"/>
                <a:gd name="connsiteX39" fmla="*/ 1738935 w 4954903"/>
                <a:gd name="connsiteY39" fmla="*/ 4827751 h 4882701"/>
                <a:gd name="connsiteX40" fmla="*/ 1766031 w 4954903"/>
                <a:gd name="connsiteY40" fmla="*/ 4835854 h 4882701"/>
                <a:gd name="connsiteX41" fmla="*/ 1740202 w 4954903"/>
                <a:gd name="connsiteY41" fmla="*/ 4831803 h 4882701"/>
                <a:gd name="connsiteX42" fmla="*/ 1767043 w 4954903"/>
                <a:gd name="connsiteY42" fmla="*/ 4839653 h 4882701"/>
                <a:gd name="connsiteX43" fmla="*/ 1754635 w 4954903"/>
                <a:gd name="connsiteY43" fmla="*/ 4835854 h 4882701"/>
                <a:gd name="connsiteX44" fmla="*/ 1740202 w 4954903"/>
                <a:gd name="connsiteY44" fmla="*/ 4831803 h 4882701"/>
                <a:gd name="connsiteX45" fmla="*/ 1680187 w 4954903"/>
                <a:gd name="connsiteY45" fmla="*/ 4809013 h 4882701"/>
                <a:gd name="connsiteX46" fmla="*/ 1706776 w 4954903"/>
                <a:gd name="connsiteY46" fmla="*/ 4817875 h 4882701"/>
                <a:gd name="connsiteX47" fmla="*/ 1695127 w 4954903"/>
                <a:gd name="connsiteY47" fmla="*/ 4813824 h 4882701"/>
                <a:gd name="connsiteX48" fmla="*/ 1680187 w 4954903"/>
                <a:gd name="connsiteY48" fmla="*/ 4809013 h 4882701"/>
                <a:gd name="connsiteX49" fmla="*/ 1681453 w 4954903"/>
                <a:gd name="connsiteY49" fmla="*/ 4813317 h 4882701"/>
                <a:gd name="connsiteX50" fmla="*/ 1708042 w 4954903"/>
                <a:gd name="connsiteY50" fmla="*/ 4821927 h 4882701"/>
                <a:gd name="connsiteX51" fmla="*/ 1695887 w 4954903"/>
                <a:gd name="connsiteY51" fmla="*/ 4817875 h 4882701"/>
                <a:gd name="connsiteX52" fmla="*/ 1681453 w 4954903"/>
                <a:gd name="connsiteY52" fmla="*/ 4813317 h 4882701"/>
                <a:gd name="connsiteX53" fmla="*/ 1638152 w 4954903"/>
                <a:gd name="connsiteY53" fmla="*/ 4792553 h 4882701"/>
                <a:gd name="connsiteX54" fmla="*/ 1623211 w 4954903"/>
                <a:gd name="connsiteY54" fmla="*/ 4787488 h 4882701"/>
                <a:gd name="connsiteX55" fmla="*/ 1649800 w 4954903"/>
                <a:gd name="connsiteY55" fmla="*/ 4797111 h 4882701"/>
                <a:gd name="connsiteX56" fmla="*/ 1638152 w 4954903"/>
                <a:gd name="connsiteY56" fmla="*/ 4792553 h 4882701"/>
                <a:gd name="connsiteX57" fmla="*/ 1623211 w 4954903"/>
                <a:gd name="connsiteY57" fmla="*/ 4793059 h 4882701"/>
                <a:gd name="connsiteX58" fmla="*/ 1649547 w 4954903"/>
                <a:gd name="connsiteY58" fmla="*/ 4802428 h 4882701"/>
                <a:gd name="connsiteX59" fmla="*/ 1637392 w 4954903"/>
                <a:gd name="connsiteY59" fmla="*/ 4798124 h 4882701"/>
                <a:gd name="connsiteX60" fmla="*/ 1623211 w 4954903"/>
                <a:gd name="connsiteY60" fmla="*/ 4793059 h 4882701"/>
                <a:gd name="connsiteX61" fmla="*/ 1565729 w 4954903"/>
                <a:gd name="connsiteY61" fmla="*/ 4771535 h 4882701"/>
                <a:gd name="connsiteX62" fmla="*/ 1591811 w 4954903"/>
                <a:gd name="connsiteY62" fmla="*/ 4781411 h 4882701"/>
                <a:gd name="connsiteX63" fmla="*/ 1579910 w 4954903"/>
                <a:gd name="connsiteY63" fmla="*/ 4776853 h 4882701"/>
                <a:gd name="connsiteX64" fmla="*/ 1565729 w 4954903"/>
                <a:gd name="connsiteY64" fmla="*/ 4771535 h 4882701"/>
                <a:gd name="connsiteX65" fmla="*/ 1523693 w 4954903"/>
                <a:gd name="connsiteY65" fmla="*/ 4747985 h 4882701"/>
                <a:gd name="connsiteX66" fmla="*/ 1509006 w 4954903"/>
                <a:gd name="connsiteY66" fmla="*/ 4742414 h 4882701"/>
                <a:gd name="connsiteX67" fmla="*/ 1534835 w 4954903"/>
                <a:gd name="connsiteY67" fmla="*/ 4753303 h 4882701"/>
                <a:gd name="connsiteX68" fmla="*/ 1523693 w 4954903"/>
                <a:gd name="connsiteY68" fmla="*/ 4747985 h 4882701"/>
                <a:gd name="connsiteX69" fmla="*/ 1509259 w 4954903"/>
                <a:gd name="connsiteY69" fmla="*/ 4748745 h 4882701"/>
                <a:gd name="connsiteX70" fmla="*/ 1535089 w 4954903"/>
                <a:gd name="connsiteY70" fmla="*/ 4759380 h 4882701"/>
                <a:gd name="connsiteX71" fmla="*/ 1523187 w 4954903"/>
                <a:gd name="connsiteY71" fmla="*/ 4754316 h 4882701"/>
                <a:gd name="connsiteX72" fmla="*/ 1509259 w 4954903"/>
                <a:gd name="connsiteY72" fmla="*/ 4748745 h 4882701"/>
                <a:gd name="connsiteX73" fmla="*/ 1455322 w 4954903"/>
                <a:gd name="connsiteY73" fmla="*/ 4716332 h 4882701"/>
                <a:gd name="connsiteX74" fmla="*/ 1480898 w 4954903"/>
                <a:gd name="connsiteY74" fmla="*/ 4727727 h 4882701"/>
                <a:gd name="connsiteX75" fmla="*/ 1470009 w 4954903"/>
                <a:gd name="connsiteY75" fmla="*/ 4722409 h 4882701"/>
                <a:gd name="connsiteX76" fmla="*/ 1455322 w 4954903"/>
                <a:gd name="connsiteY76" fmla="*/ 4716332 h 4882701"/>
                <a:gd name="connsiteX77" fmla="*/ 1453043 w 4954903"/>
                <a:gd name="connsiteY77" fmla="*/ 4717598 h 4882701"/>
                <a:gd name="connsiteX78" fmla="*/ 1478619 w 4954903"/>
                <a:gd name="connsiteY78" fmla="*/ 4728993 h 4882701"/>
                <a:gd name="connsiteX79" fmla="*/ 1467477 w 4954903"/>
                <a:gd name="connsiteY79" fmla="*/ 4723675 h 4882701"/>
                <a:gd name="connsiteX80" fmla="*/ 1453043 w 4954903"/>
                <a:gd name="connsiteY80" fmla="*/ 4717598 h 4882701"/>
                <a:gd name="connsiteX81" fmla="*/ 1396321 w 4954903"/>
                <a:gd name="connsiteY81" fmla="*/ 4697593 h 4882701"/>
                <a:gd name="connsiteX82" fmla="*/ 1421390 w 4954903"/>
                <a:gd name="connsiteY82" fmla="*/ 4709495 h 4882701"/>
                <a:gd name="connsiteX83" fmla="*/ 1409995 w 4954903"/>
                <a:gd name="connsiteY83" fmla="*/ 4703924 h 4882701"/>
                <a:gd name="connsiteX84" fmla="*/ 1396321 w 4954903"/>
                <a:gd name="connsiteY84" fmla="*/ 4697593 h 4882701"/>
                <a:gd name="connsiteX85" fmla="*/ 1349221 w 4954903"/>
                <a:gd name="connsiteY85" fmla="*/ 4661382 h 4882701"/>
                <a:gd name="connsiteX86" fmla="*/ 1349221 w 4954903"/>
                <a:gd name="connsiteY86" fmla="*/ 4661382 h 4882701"/>
                <a:gd name="connsiteX87" fmla="*/ 1373784 w 4954903"/>
                <a:gd name="connsiteY87" fmla="*/ 4674043 h 4882701"/>
                <a:gd name="connsiteX88" fmla="*/ 1363655 w 4954903"/>
                <a:gd name="connsiteY88" fmla="*/ 4668219 h 4882701"/>
                <a:gd name="connsiteX89" fmla="*/ 1349221 w 4954903"/>
                <a:gd name="connsiteY89" fmla="*/ 4661382 h 4882701"/>
                <a:gd name="connsiteX90" fmla="*/ 1354539 w 4954903"/>
                <a:gd name="connsiteY90" fmla="*/ 4675562 h 4882701"/>
                <a:gd name="connsiteX91" fmla="*/ 1340864 w 4954903"/>
                <a:gd name="connsiteY91" fmla="*/ 4668979 h 4882701"/>
                <a:gd name="connsiteX92" fmla="*/ 1365680 w 4954903"/>
                <a:gd name="connsiteY92" fmla="*/ 4681387 h 4882701"/>
                <a:gd name="connsiteX93" fmla="*/ 1354539 w 4954903"/>
                <a:gd name="connsiteY93" fmla="*/ 4675562 h 4882701"/>
                <a:gd name="connsiteX94" fmla="*/ 1341624 w 4954903"/>
                <a:gd name="connsiteY94" fmla="*/ 4670498 h 4882701"/>
                <a:gd name="connsiteX95" fmla="*/ 1366440 w 4954903"/>
                <a:gd name="connsiteY95" fmla="*/ 4682906 h 4882701"/>
                <a:gd name="connsiteX96" fmla="*/ 1355045 w 4954903"/>
                <a:gd name="connsiteY96" fmla="*/ 4677082 h 4882701"/>
                <a:gd name="connsiteX97" fmla="*/ 1341624 w 4954903"/>
                <a:gd name="connsiteY97" fmla="*/ 4670498 h 4882701"/>
                <a:gd name="connsiteX98" fmla="*/ 1311237 w 4954903"/>
                <a:gd name="connsiteY98" fmla="*/ 4628209 h 4882701"/>
                <a:gd name="connsiteX99" fmla="*/ 1311237 w 4954903"/>
                <a:gd name="connsiteY99" fmla="*/ 4628209 h 4882701"/>
                <a:gd name="connsiteX100" fmla="*/ 1335293 w 4954903"/>
                <a:gd name="connsiteY100" fmla="*/ 4641377 h 4882701"/>
                <a:gd name="connsiteX101" fmla="*/ 1325924 w 4954903"/>
                <a:gd name="connsiteY101" fmla="*/ 4635046 h 4882701"/>
                <a:gd name="connsiteX102" fmla="*/ 1311237 w 4954903"/>
                <a:gd name="connsiteY102" fmla="*/ 4628209 h 4882701"/>
                <a:gd name="connsiteX103" fmla="*/ 1305413 w 4954903"/>
                <a:gd name="connsiteY103" fmla="*/ 4629729 h 4882701"/>
                <a:gd name="connsiteX104" fmla="*/ 1305413 w 4954903"/>
                <a:gd name="connsiteY104" fmla="*/ 4629729 h 4882701"/>
                <a:gd name="connsiteX105" fmla="*/ 1329469 w 4954903"/>
                <a:gd name="connsiteY105" fmla="*/ 4642896 h 4882701"/>
                <a:gd name="connsiteX106" fmla="*/ 1319847 w 4954903"/>
                <a:gd name="connsiteY106" fmla="*/ 4636566 h 4882701"/>
                <a:gd name="connsiteX107" fmla="*/ 1305413 w 4954903"/>
                <a:gd name="connsiteY107" fmla="*/ 4629729 h 4882701"/>
                <a:gd name="connsiteX108" fmla="*/ 1300095 w 4954903"/>
                <a:gd name="connsiteY108" fmla="*/ 4631248 h 4882701"/>
                <a:gd name="connsiteX109" fmla="*/ 1300095 w 4954903"/>
                <a:gd name="connsiteY109" fmla="*/ 4631248 h 4882701"/>
                <a:gd name="connsiteX110" fmla="*/ 1324405 w 4954903"/>
                <a:gd name="connsiteY110" fmla="*/ 4644416 h 4882701"/>
                <a:gd name="connsiteX111" fmla="*/ 1314529 w 4954903"/>
                <a:gd name="connsiteY111" fmla="*/ 4638085 h 4882701"/>
                <a:gd name="connsiteX112" fmla="*/ 1300095 w 4954903"/>
                <a:gd name="connsiteY112" fmla="*/ 4631248 h 4882701"/>
                <a:gd name="connsiteX113" fmla="*/ 1287940 w 4954903"/>
                <a:gd name="connsiteY113" fmla="*/ 4642137 h 4882701"/>
                <a:gd name="connsiteX114" fmla="*/ 1312250 w 4954903"/>
                <a:gd name="connsiteY114" fmla="*/ 4655051 h 4882701"/>
                <a:gd name="connsiteX115" fmla="*/ 1301108 w 4954903"/>
                <a:gd name="connsiteY115" fmla="*/ 4648974 h 4882701"/>
                <a:gd name="connsiteX116" fmla="*/ 1287940 w 4954903"/>
                <a:gd name="connsiteY116" fmla="*/ 4642137 h 4882701"/>
                <a:gd name="connsiteX117" fmla="*/ 1290219 w 4954903"/>
                <a:gd name="connsiteY117" fmla="*/ 4610484 h 4882701"/>
                <a:gd name="connsiteX118" fmla="*/ 1281356 w 4954903"/>
                <a:gd name="connsiteY118" fmla="*/ 4603899 h 4882701"/>
                <a:gd name="connsiteX119" fmla="*/ 1266669 w 4954903"/>
                <a:gd name="connsiteY119" fmla="*/ 4596303 h 4882701"/>
                <a:gd name="connsiteX120" fmla="*/ 1266669 w 4954903"/>
                <a:gd name="connsiteY120" fmla="*/ 4596303 h 4882701"/>
                <a:gd name="connsiteX121" fmla="*/ 1290219 w 4954903"/>
                <a:gd name="connsiteY121" fmla="*/ 4610484 h 4882701"/>
                <a:gd name="connsiteX122" fmla="*/ 1234763 w 4954903"/>
                <a:gd name="connsiteY122" fmla="*/ 4612509 h 4882701"/>
                <a:gd name="connsiteX123" fmla="*/ 1258819 w 4954903"/>
                <a:gd name="connsiteY123" fmla="*/ 4626183 h 4882701"/>
                <a:gd name="connsiteX124" fmla="*/ 1247677 w 4954903"/>
                <a:gd name="connsiteY124" fmla="*/ 4619853 h 4882701"/>
                <a:gd name="connsiteX125" fmla="*/ 1234763 w 4954903"/>
                <a:gd name="connsiteY125" fmla="*/ 4612509 h 4882701"/>
                <a:gd name="connsiteX126" fmla="*/ 1239068 w 4954903"/>
                <a:gd name="connsiteY126" fmla="*/ 4579590 h 4882701"/>
                <a:gd name="connsiteX127" fmla="*/ 1230458 w 4954903"/>
                <a:gd name="connsiteY127" fmla="*/ 4572753 h 4882701"/>
                <a:gd name="connsiteX128" fmla="*/ 1215771 w 4954903"/>
                <a:gd name="connsiteY128" fmla="*/ 4564903 h 4882701"/>
                <a:gd name="connsiteX129" fmla="*/ 1215518 w 4954903"/>
                <a:gd name="connsiteY129" fmla="*/ 4564903 h 4882701"/>
                <a:gd name="connsiteX130" fmla="*/ 1239068 w 4954903"/>
                <a:gd name="connsiteY130" fmla="*/ 4579590 h 4882701"/>
                <a:gd name="connsiteX131" fmla="*/ 1182598 w 4954903"/>
                <a:gd name="connsiteY131" fmla="*/ 4581869 h 4882701"/>
                <a:gd name="connsiteX132" fmla="*/ 1206401 w 4954903"/>
                <a:gd name="connsiteY132" fmla="*/ 4596050 h 4882701"/>
                <a:gd name="connsiteX133" fmla="*/ 1195513 w 4954903"/>
                <a:gd name="connsiteY133" fmla="*/ 4589212 h 4882701"/>
                <a:gd name="connsiteX134" fmla="*/ 1182598 w 4954903"/>
                <a:gd name="connsiteY134" fmla="*/ 4581869 h 4882701"/>
                <a:gd name="connsiteX135" fmla="*/ 2514566 w 4954903"/>
                <a:gd name="connsiteY135" fmla="*/ 4507420 h 4882701"/>
                <a:gd name="connsiteX136" fmla="*/ 2506463 w 4954903"/>
                <a:gd name="connsiteY136" fmla="*/ 4519322 h 4882701"/>
                <a:gd name="connsiteX137" fmla="*/ 2521657 w 4954903"/>
                <a:gd name="connsiteY137" fmla="*/ 4516030 h 4882701"/>
                <a:gd name="connsiteX138" fmla="*/ 2514566 w 4954903"/>
                <a:gd name="connsiteY138" fmla="*/ 4507420 h 4882701"/>
                <a:gd name="connsiteX139" fmla="*/ 2478608 w 4954903"/>
                <a:gd name="connsiteY139" fmla="*/ 4506661 h 4882701"/>
                <a:gd name="connsiteX140" fmla="*/ 2471011 w 4954903"/>
                <a:gd name="connsiteY140" fmla="*/ 4518816 h 4882701"/>
                <a:gd name="connsiteX141" fmla="*/ 2486205 w 4954903"/>
                <a:gd name="connsiteY141" fmla="*/ 4515524 h 4882701"/>
                <a:gd name="connsiteX142" fmla="*/ 2478608 w 4954903"/>
                <a:gd name="connsiteY142" fmla="*/ 4506661 h 4882701"/>
                <a:gd name="connsiteX143" fmla="*/ 1198805 w 4954903"/>
                <a:gd name="connsiteY143" fmla="*/ 4537048 h 4882701"/>
                <a:gd name="connsiteX144" fmla="*/ 1184117 w 4954903"/>
                <a:gd name="connsiteY144" fmla="*/ 4528945 h 4882701"/>
                <a:gd name="connsiteX145" fmla="*/ 1183864 w 4954903"/>
                <a:gd name="connsiteY145" fmla="*/ 4528945 h 4882701"/>
                <a:gd name="connsiteX146" fmla="*/ 1183864 w 4954903"/>
                <a:gd name="connsiteY146" fmla="*/ 4529198 h 4882701"/>
                <a:gd name="connsiteX147" fmla="*/ 1206655 w 4954903"/>
                <a:gd name="connsiteY147" fmla="*/ 4544138 h 4882701"/>
                <a:gd name="connsiteX148" fmla="*/ 1198805 w 4954903"/>
                <a:gd name="connsiteY148" fmla="*/ 4537048 h 4882701"/>
                <a:gd name="connsiteX149" fmla="*/ 1188929 w 4954903"/>
                <a:gd name="connsiteY149" fmla="*/ 4538567 h 4882701"/>
                <a:gd name="connsiteX150" fmla="*/ 1174495 w 4954903"/>
                <a:gd name="connsiteY150" fmla="*/ 4530464 h 4882701"/>
                <a:gd name="connsiteX151" fmla="*/ 1174242 w 4954903"/>
                <a:gd name="connsiteY151" fmla="*/ 4530464 h 4882701"/>
                <a:gd name="connsiteX152" fmla="*/ 1197285 w 4954903"/>
                <a:gd name="connsiteY152" fmla="*/ 4545657 h 4882701"/>
                <a:gd name="connsiteX153" fmla="*/ 1188929 w 4954903"/>
                <a:gd name="connsiteY153" fmla="*/ 4538567 h 4882701"/>
                <a:gd name="connsiteX154" fmla="*/ 1131447 w 4954903"/>
                <a:gd name="connsiteY154" fmla="*/ 4549709 h 4882701"/>
                <a:gd name="connsiteX155" fmla="*/ 1154997 w 4954903"/>
                <a:gd name="connsiteY155" fmla="*/ 4564649 h 4882701"/>
                <a:gd name="connsiteX156" fmla="*/ 1144108 w 4954903"/>
                <a:gd name="connsiteY156" fmla="*/ 4557559 h 4882701"/>
                <a:gd name="connsiteX157" fmla="*/ 1131447 w 4954903"/>
                <a:gd name="connsiteY157" fmla="*/ 4549709 h 4882701"/>
                <a:gd name="connsiteX158" fmla="*/ 3767528 w 4954903"/>
                <a:gd name="connsiteY158" fmla="*/ 4584654 h 4882701"/>
                <a:gd name="connsiteX159" fmla="*/ 3767781 w 4954903"/>
                <a:gd name="connsiteY159" fmla="*/ 4584401 h 4882701"/>
                <a:gd name="connsiteX160" fmla="*/ 3787279 w 4954903"/>
                <a:gd name="connsiteY160" fmla="*/ 4572500 h 4882701"/>
                <a:gd name="connsiteX161" fmla="*/ 3788546 w 4954903"/>
                <a:gd name="connsiteY161" fmla="*/ 4571740 h 4882701"/>
                <a:gd name="connsiteX162" fmla="*/ 3765249 w 4954903"/>
                <a:gd name="connsiteY162" fmla="*/ 4585921 h 4882701"/>
                <a:gd name="connsiteX163" fmla="*/ 3767528 w 4954903"/>
                <a:gd name="connsiteY163" fmla="*/ 4584654 h 4882701"/>
                <a:gd name="connsiteX164" fmla="*/ 3788546 w 4954903"/>
                <a:gd name="connsiteY164" fmla="*/ 4571740 h 4882701"/>
                <a:gd name="connsiteX165" fmla="*/ 3788799 w 4954903"/>
                <a:gd name="connsiteY165" fmla="*/ 4571487 h 4882701"/>
                <a:gd name="connsiteX166" fmla="*/ 3788799 w 4954903"/>
                <a:gd name="connsiteY166" fmla="*/ 4571487 h 4882701"/>
                <a:gd name="connsiteX167" fmla="*/ 3788546 w 4954903"/>
                <a:gd name="connsiteY167" fmla="*/ 4571740 h 4882701"/>
                <a:gd name="connsiteX168" fmla="*/ 2592813 w 4954903"/>
                <a:gd name="connsiteY168" fmla="*/ 4474248 h 4882701"/>
                <a:gd name="connsiteX169" fmla="*/ 2583697 w 4954903"/>
                <a:gd name="connsiteY169" fmla="*/ 4486656 h 4882701"/>
                <a:gd name="connsiteX170" fmla="*/ 2599650 w 4954903"/>
                <a:gd name="connsiteY170" fmla="*/ 4483364 h 4882701"/>
                <a:gd name="connsiteX171" fmla="*/ 2592813 w 4954903"/>
                <a:gd name="connsiteY171" fmla="*/ 4474248 h 4882701"/>
                <a:gd name="connsiteX172" fmla="*/ 2443157 w 4954903"/>
                <a:gd name="connsiteY172" fmla="*/ 4470703 h 4882701"/>
                <a:gd name="connsiteX173" fmla="*/ 2435813 w 4954903"/>
                <a:gd name="connsiteY173" fmla="*/ 4483111 h 4882701"/>
                <a:gd name="connsiteX174" fmla="*/ 2451513 w 4954903"/>
                <a:gd name="connsiteY174" fmla="*/ 4479819 h 4882701"/>
                <a:gd name="connsiteX175" fmla="*/ 2443157 w 4954903"/>
                <a:gd name="connsiteY175" fmla="*/ 4470703 h 4882701"/>
                <a:gd name="connsiteX176" fmla="*/ 1161327 w 4954903"/>
                <a:gd name="connsiteY176" fmla="*/ 4501596 h 4882701"/>
                <a:gd name="connsiteX177" fmla="*/ 1146640 w 4954903"/>
                <a:gd name="connsiteY177" fmla="*/ 4493240 h 4882701"/>
                <a:gd name="connsiteX178" fmla="*/ 1146387 w 4954903"/>
                <a:gd name="connsiteY178" fmla="*/ 4493240 h 4882701"/>
                <a:gd name="connsiteX179" fmla="*/ 1168417 w 4954903"/>
                <a:gd name="connsiteY179" fmla="*/ 4508940 h 4882701"/>
                <a:gd name="connsiteX180" fmla="*/ 1161327 w 4954903"/>
                <a:gd name="connsiteY180" fmla="*/ 4501596 h 4882701"/>
                <a:gd name="connsiteX181" fmla="*/ 1092450 w 4954903"/>
                <a:gd name="connsiteY181" fmla="*/ 4522614 h 4882701"/>
                <a:gd name="connsiteX182" fmla="*/ 1080042 w 4954903"/>
                <a:gd name="connsiteY182" fmla="*/ 4514511 h 4882701"/>
                <a:gd name="connsiteX183" fmla="*/ 1103085 w 4954903"/>
                <a:gd name="connsiteY183" fmla="*/ 4529958 h 4882701"/>
                <a:gd name="connsiteX184" fmla="*/ 1092450 w 4954903"/>
                <a:gd name="connsiteY184" fmla="*/ 4522614 h 4882701"/>
                <a:gd name="connsiteX185" fmla="*/ 1092450 w 4954903"/>
                <a:gd name="connsiteY185" fmla="*/ 4522614 h 4882701"/>
                <a:gd name="connsiteX186" fmla="*/ 2675618 w 4954903"/>
                <a:gd name="connsiteY186" fmla="*/ 4440062 h 4882701"/>
                <a:gd name="connsiteX187" fmla="*/ 2665236 w 4954903"/>
                <a:gd name="connsiteY187" fmla="*/ 4452724 h 4882701"/>
                <a:gd name="connsiteX188" fmla="*/ 2681695 w 4954903"/>
                <a:gd name="connsiteY188" fmla="*/ 4449432 h 4882701"/>
                <a:gd name="connsiteX189" fmla="*/ 2675618 w 4954903"/>
                <a:gd name="connsiteY189" fmla="*/ 4440062 h 4882701"/>
                <a:gd name="connsiteX190" fmla="*/ 2637634 w 4954903"/>
                <a:gd name="connsiteY190" fmla="*/ 4439050 h 4882701"/>
                <a:gd name="connsiteX191" fmla="*/ 2627758 w 4954903"/>
                <a:gd name="connsiteY191" fmla="*/ 4451711 h 4882701"/>
                <a:gd name="connsiteX192" fmla="*/ 2644471 w 4954903"/>
                <a:gd name="connsiteY192" fmla="*/ 4448419 h 4882701"/>
                <a:gd name="connsiteX193" fmla="*/ 2637634 w 4954903"/>
                <a:gd name="connsiteY193" fmla="*/ 4439050 h 4882701"/>
                <a:gd name="connsiteX194" fmla="*/ 1120811 w 4954903"/>
                <a:gd name="connsiteY194" fmla="*/ 4474248 h 4882701"/>
                <a:gd name="connsiteX195" fmla="*/ 1113974 w 4954903"/>
                <a:gd name="connsiteY195" fmla="*/ 4466651 h 4882701"/>
                <a:gd name="connsiteX196" fmla="*/ 1099540 w 4954903"/>
                <a:gd name="connsiteY196" fmla="*/ 4458042 h 4882701"/>
                <a:gd name="connsiteX197" fmla="*/ 1099287 w 4954903"/>
                <a:gd name="connsiteY197" fmla="*/ 4458042 h 4882701"/>
                <a:gd name="connsiteX198" fmla="*/ 1120811 w 4954903"/>
                <a:gd name="connsiteY198" fmla="*/ 4474248 h 4882701"/>
                <a:gd name="connsiteX199" fmla="*/ 2723731 w 4954903"/>
                <a:gd name="connsiteY199" fmla="*/ 4404104 h 4882701"/>
                <a:gd name="connsiteX200" fmla="*/ 2712842 w 4954903"/>
                <a:gd name="connsiteY200" fmla="*/ 4417272 h 4882701"/>
                <a:gd name="connsiteX201" fmla="*/ 2730061 w 4954903"/>
                <a:gd name="connsiteY201" fmla="*/ 4413980 h 4882701"/>
                <a:gd name="connsiteX202" fmla="*/ 2723731 w 4954903"/>
                <a:gd name="connsiteY202" fmla="*/ 4404104 h 4882701"/>
                <a:gd name="connsiteX203" fmla="*/ 1080548 w 4954903"/>
                <a:gd name="connsiteY203" fmla="*/ 4428667 h 4882701"/>
                <a:gd name="connsiteX204" fmla="*/ 1066114 w 4954903"/>
                <a:gd name="connsiteY204" fmla="*/ 4419804 h 4882701"/>
                <a:gd name="connsiteX205" fmla="*/ 1065608 w 4954903"/>
                <a:gd name="connsiteY205" fmla="*/ 4420058 h 4882701"/>
                <a:gd name="connsiteX206" fmla="*/ 1086879 w 4954903"/>
                <a:gd name="connsiteY206" fmla="*/ 4436517 h 4882701"/>
                <a:gd name="connsiteX207" fmla="*/ 1080548 w 4954903"/>
                <a:gd name="connsiteY207" fmla="*/ 4428667 h 4882701"/>
                <a:gd name="connsiteX208" fmla="*/ 2403907 w 4954903"/>
                <a:gd name="connsiteY208" fmla="*/ 4358017 h 4882701"/>
                <a:gd name="connsiteX209" fmla="*/ 2396057 w 4954903"/>
                <a:gd name="connsiteY209" fmla="*/ 4371691 h 4882701"/>
                <a:gd name="connsiteX210" fmla="*/ 2413529 w 4954903"/>
                <a:gd name="connsiteY210" fmla="*/ 4367893 h 4882701"/>
                <a:gd name="connsiteX211" fmla="*/ 2403907 w 4954903"/>
                <a:gd name="connsiteY211" fmla="*/ 4358017 h 4882701"/>
                <a:gd name="connsiteX212" fmla="*/ 1049655 w 4954903"/>
                <a:gd name="connsiteY212" fmla="*/ 4389671 h 4882701"/>
                <a:gd name="connsiteX213" fmla="*/ 1034967 w 4954903"/>
                <a:gd name="connsiteY213" fmla="*/ 4380301 h 4882701"/>
                <a:gd name="connsiteX214" fmla="*/ 1034461 w 4954903"/>
                <a:gd name="connsiteY214" fmla="*/ 4380554 h 4882701"/>
                <a:gd name="connsiteX215" fmla="*/ 1055226 w 4954903"/>
                <a:gd name="connsiteY215" fmla="*/ 4397774 h 4882701"/>
                <a:gd name="connsiteX216" fmla="*/ 1049655 w 4954903"/>
                <a:gd name="connsiteY216" fmla="*/ 4389671 h 4882701"/>
                <a:gd name="connsiteX217" fmla="*/ 1035221 w 4954903"/>
                <a:gd name="connsiteY217" fmla="*/ 4391443 h 4882701"/>
                <a:gd name="connsiteX218" fmla="*/ 1020787 w 4954903"/>
                <a:gd name="connsiteY218" fmla="*/ 4382074 h 4882701"/>
                <a:gd name="connsiteX219" fmla="*/ 1020280 w 4954903"/>
                <a:gd name="connsiteY219" fmla="*/ 4382327 h 4882701"/>
                <a:gd name="connsiteX220" fmla="*/ 1041298 w 4954903"/>
                <a:gd name="connsiteY220" fmla="*/ 4399546 h 4882701"/>
                <a:gd name="connsiteX221" fmla="*/ 1035221 w 4954903"/>
                <a:gd name="connsiteY221" fmla="*/ 4391443 h 4882701"/>
                <a:gd name="connsiteX222" fmla="*/ 2826287 w 4954903"/>
                <a:gd name="connsiteY222" fmla="*/ 4329150 h 4882701"/>
                <a:gd name="connsiteX223" fmla="*/ 2814132 w 4954903"/>
                <a:gd name="connsiteY223" fmla="*/ 4343077 h 4882701"/>
                <a:gd name="connsiteX224" fmla="*/ 2832365 w 4954903"/>
                <a:gd name="connsiteY224" fmla="*/ 4339532 h 4882701"/>
                <a:gd name="connsiteX225" fmla="*/ 2826287 w 4954903"/>
                <a:gd name="connsiteY225" fmla="*/ 4329150 h 4882701"/>
                <a:gd name="connsiteX226" fmla="*/ 1026611 w 4954903"/>
                <a:gd name="connsiteY226" fmla="*/ 4357764 h 4882701"/>
                <a:gd name="connsiteX227" fmla="*/ 1021546 w 4954903"/>
                <a:gd name="connsiteY227" fmla="*/ 4349407 h 4882701"/>
                <a:gd name="connsiteX228" fmla="*/ 1007113 w 4954903"/>
                <a:gd name="connsiteY228" fmla="*/ 4339785 h 4882701"/>
                <a:gd name="connsiteX229" fmla="*/ 1006606 w 4954903"/>
                <a:gd name="connsiteY229" fmla="*/ 4340038 h 4882701"/>
                <a:gd name="connsiteX230" fmla="*/ 1026611 w 4954903"/>
                <a:gd name="connsiteY230" fmla="*/ 4357764 h 4882701"/>
                <a:gd name="connsiteX231" fmla="*/ 3160292 w 4954903"/>
                <a:gd name="connsiteY231" fmla="*/ 4301042 h 4882701"/>
                <a:gd name="connsiteX232" fmla="*/ 3145605 w 4954903"/>
                <a:gd name="connsiteY232" fmla="*/ 4315982 h 4882701"/>
                <a:gd name="connsiteX233" fmla="*/ 3163584 w 4954903"/>
                <a:gd name="connsiteY233" fmla="*/ 4311677 h 4882701"/>
                <a:gd name="connsiteX234" fmla="*/ 3160292 w 4954903"/>
                <a:gd name="connsiteY234" fmla="*/ 4301042 h 4882701"/>
                <a:gd name="connsiteX235" fmla="*/ 2838442 w 4954903"/>
                <a:gd name="connsiteY235" fmla="*/ 4288633 h 4882701"/>
                <a:gd name="connsiteX236" fmla="*/ 2826034 w 4954903"/>
                <a:gd name="connsiteY236" fmla="*/ 4303067 h 4882701"/>
                <a:gd name="connsiteX237" fmla="*/ 2844773 w 4954903"/>
                <a:gd name="connsiteY237" fmla="*/ 4299522 h 4882701"/>
                <a:gd name="connsiteX238" fmla="*/ 2838442 w 4954903"/>
                <a:gd name="connsiteY238" fmla="*/ 4288633 h 4882701"/>
                <a:gd name="connsiteX239" fmla="*/ 2313252 w 4954903"/>
                <a:gd name="connsiteY239" fmla="*/ 4276225 h 4882701"/>
                <a:gd name="connsiteX240" fmla="*/ 2306415 w 4954903"/>
                <a:gd name="connsiteY240" fmla="*/ 4291419 h 4882701"/>
                <a:gd name="connsiteX241" fmla="*/ 2324140 w 4954903"/>
                <a:gd name="connsiteY241" fmla="*/ 4286607 h 4882701"/>
                <a:gd name="connsiteX242" fmla="*/ 2313252 w 4954903"/>
                <a:gd name="connsiteY242" fmla="*/ 4276225 h 4882701"/>
                <a:gd name="connsiteX243" fmla="*/ 984069 w 4954903"/>
                <a:gd name="connsiteY243" fmla="*/ 4318261 h 4882701"/>
                <a:gd name="connsiteX244" fmla="*/ 979258 w 4954903"/>
                <a:gd name="connsiteY244" fmla="*/ 4309651 h 4882701"/>
                <a:gd name="connsiteX245" fmla="*/ 964824 w 4954903"/>
                <a:gd name="connsiteY245" fmla="*/ 4299775 h 4882701"/>
                <a:gd name="connsiteX246" fmla="*/ 964317 w 4954903"/>
                <a:gd name="connsiteY246" fmla="*/ 4300028 h 4882701"/>
                <a:gd name="connsiteX247" fmla="*/ 984069 w 4954903"/>
                <a:gd name="connsiteY247" fmla="*/ 4318261 h 4882701"/>
                <a:gd name="connsiteX248" fmla="*/ 852645 w 4954903"/>
                <a:gd name="connsiteY248" fmla="*/ 4337253 h 4882701"/>
                <a:gd name="connsiteX249" fmla="*/ 840996 w 4954903"/>
                <a:gd name="connsiteY249" fmla="*/ 4327630 h 4882701"/>
                <a:gd name="connsiteX250" fmla="*/ 862014 w 4954903"/>
                <a:gd name="connsiteY250" fmla="*/ 4345862 h 4882701"/>
                <a:gd name="connsiteX251" fmla="*/ 852645 w 4954903"/>
                <a:gd name="connsiteY251" fmla="*/ 4337253 h 4882701"/>
                <a:gd name="connsiteX252" fmla="*/ 3220813 w 4954903"/>
                <a:gd name="connsiteY252" fmla="*/ 4261791 h 4882701"/>
                <a:gd name="connsiteX253" fmla="*/ 3205620 w 4954903"/>
                <a:gd name="connsiteY253" fmla="*/ 4276985 h 4882701"/>
                <a:gd name="connsiteX254" fmla="*/ 3224105 w 4954903"/>
                <a:gd name="connsiteY254" fmla="*/ 4272680 h 4882701"/>
                <a:gd name="connsiteX255" fmla="*/ 3220813 w 4954903"/>
                <a:gd name="connsiteY255" fmla="*/ 4261791 h 4882701"/>
                <a:gd name="connsiteX256" fmla="*/ 3142060 w 4954903"/>
                <a:gd name="connsiteY256" fmla="*/ 4258246 h 4882701"/>
                <a:gd name="connsiteX257" fmla="*/ 3127373 w 4954903"/>
                <a:gd name="connsiteY257" fmla="*/ 4273440 h 4882701"/>
                <a:gd name="connsiteX258" fmla="*/ 3145858 w 4954903"/>
                <a:gd name="connsiteY258" fmla="*/ 4269135 h 4882701"/>
                <a:gd name="connsiteX259" fmla="*/ 3142060 w 4954903"/>
                <a:gd name="connsiteY259" fmla="*/ 4258246 h 4882701"/>
                <a:gd name="connsiteX260" fmla="*/ 3101797 w 4954903"/>
                <a:gd name="connsiteY260" fmla="*/ 4256474 h 4882701"/>
                <a:gd name="connsiteX261" fmla="*/ 3087616 w 4954903"/>
                <a:gd name="connsiteY261" fmla="*/ 4271667 h 4882701"/>
                <a:gd name="connsiteX262" fmla="*/ 3106355 w 4954903"/>
                <a:gd name="connsiteY262" fmla="*/ 4267362 h 4882701"/>
                <a:gd name="connsiteX263" fmla="*/ 3101797 w 4954903"/>
                <a:gd name="connsiteY263" fmla="*/ 4256474 h 4882701"/>
                <a:gd name="connsiteX264" fmla="*/ 2893645 w 4954903"/>
                <a:gd name="connsiteY264" fmla="*/ 4248624 h 4882701"/>
                <a:gd name="connsiteX265" fmla="*/ 2880984 w 4954903"/>
                <a:gd name="connsiteY265" fmla="*/ 4263311 h 4882701"/>
                <a:gd name="connsiteX266" fmla="*/ 2899976 w 4954903"/>
                <a:gd name="connsiteY266" fmla="*/ 4259513 h 4882701"/>
                <a:gd name="connsiteX267" fmla="*/ 2893645 w 4954903"/>
                <a:gd name="connsiteY267" fmla="*/ 4248624 h 4882701"/>
                <a:gd name="connsiteX268" fmla="*/ 2321608 w 4954903"/>
                <a:gd name="connsiteY268" fmla="*/ 4245078 h 4882701"/>
                <a:gd name="connsiteX269" fmla="*/ 2310213 w 4954903"/>
                <a:gd name="connsiteY269" fmla="*/ 4234190 h 4882701"/>
                <a:gd name="connsiteX270" fmla="*/ 2303123 w 4954903"/>
                <a:gd name="connsiteY270" fmla="*/ 4249890 h 4882701"/>
                <a:gd name="connsiteX271" fmla="*/ 2321608 w 4954903"/>
                <a:gd name="connsiteY271" fmla="*/ 4245078 h 4882701"/>
                <a:gd name="connsiteX272" fmla="*/ 977738 w 4954903"/>
                <a:gd name="connsiteY272" fmla="*/ 4274199 h 4882701"/>
                <a:gd name="connsiteX273" fmla="*/ 974193 w 4954903"/>
                <a:gd name="connsiteY273" fmla="*/ 4265337 h 4882701"/>
                <a:gd name="connsiteX274" fmla="*/ 959759 w 4954903"/>
                <a:gd name="connsiteY274" fmla="*/ 4255207 h 4882701"/>
                <a:gd name="connsiteX275" fmla="*/ 959000 w 4954903"/>
                <a:gd name="connsiteY275" fmla="*/ 4255461 h 4882701"/>
                <a:gd name="connsiteX276" fmla="*/ 977738 w 4954903"/>
                <a:gd name="connsiteY276" fmla="*/ 4274199 h 4882701"/>
                <a:gd name="connsiteX277" fmla="*/ 959253 w 4954903"/>
                <a:gd name="connsiteY277" fmla="*/ 4275972 h 4882701"/>
                <a:gd name="connsiteX278" fmla="*/ 955455 w 4954903"/>
                <a:gd name="connsiteY278" fmla="*/ 4267109 h 4882701"/>
                <a:gd name="connsiteX279" fmla="*/ 941021 w 4954903"/>
                <a:gd name="connsiteY279" fmla="*/ 4256980 h 4882701"/>
                <a:gd name="connsiteX280" fmla="*/ 940261 w 4954903"/>
                <a:gd name="connsiteY280" fmla="*/ 4257233 h 4882701"/>
                <a:gd name="connsiteX281" fmla="*/ 959253 w 4954903"/>
                <a:gd name="connsiteY281" fmla="*/ 4275972 h 4882701"/>
                <a:gd name="connsiteX282" fmla="*/ 807317 w 4954903"/>
                <a:gd name="connsiteY282" fmla="*/ 4296990 h 4882701"/>
                <a:gd name="connsiteX283" fmla="*/ 795922 w 4954903"/>
                <a:gd name="connsiteY283" fmla="*/ 4287367 h 4882701"/>
                <a:gd name="connsiteX284" fmla="*/ 816434 w 4954903"/>
                <a:gd name="connsiteY284" fmla="*/ 4306106 h 4882701"/>
                <a:gd name="connsiteX285" fmla="*/ 807317 w 4954903"/>
                <a:gd name="connsiteY285" fmla="*/ 4296990 h 4882701"/>
                <a:gd name="connsiteX286" fmla="*/ 3242844 w 4954903"/>
                <a:gd name="connsiteY286" fmla="*/ 4219756 h 4882701"/>
                <a:gd name="connsiteX287" fmla="*/ 3227650 w 4954903"/>
                <a:gd name="connsiteY287" fmla="*/ 4235203 h 4882701"/>
                <a:gd name="connsiteX288" fmla="*/ 3246389 w 4954903"/>
                <a:gd name="connsiteY288" fmla="*/ 4230645 h 4882701"/>
                <a:gd name="connsiteX289" fmla="*/ 3242844 w 4954903"/>
                <a:gd name="connsiteY289" fmla="*/ 4219756 h 4882701"/>
                <a:gd name="connsiteX290" fmla="*/ 3162065 w 4954903"/>
                <a:gd name="connsiteY290" fmla="*/ 4216211 h 4882701"/>
                <a:gd name="connsiteX291" fmla="*/ 3147378 w 4954903"/>
                <a:gd name="connsiteY291" fmla="*/ 4231911 h 4882701"/>
                <a:gd name="connsiteX292" fmla="*/ 3166370 w 4954903"/>
                <a:gd name="connsiteY292" fmla="*/ 4227353 h 4882701"/>
                <a:gd name="connsiteX293" fmla="*/ 3162065 w 4954903"/>
                <a:gd name="connsiteY293" fmla="*/ 4216211 h 4882701"/>
                <a:gd name="connsiteX294" fmla="*/ 3120536 w 4954903"/>
                <a:gd name="connsiteY294" fmla="*/ 4214438 h 4882701"/>
                <a:gd name="connsiteX295" fmla="*/ 3106355 w 4954903"/>
                <a:gd name="connsiteY295" fmla="*/ 4230138 h 4882701"/>
                <a:gd name="connsiteX296" fmla="*/ 3125347 w 4954903"/>
                <a:gd name="connsiteY296" fmla="*/ 4225580 h 4882701"/>
                <a:gd name="connsiteX297" fmla="*/ 3120536 w 4954903"/>
                <a:gd name="connsiteY297" fmla="*/ 4214438 h 4882701"/>
                <a:gd name="connsiteX298" fmla="*/ 2319076 w 4954903"/>
                <a:gd name="connsiteY298" fmla="*/ 4202537 h 4882701"/>
                <a:gd name="connsiteX299" fmla="*/ 2307428 w 4954903"/>
                <a:gd name="connsiteY299" fmla="*/ 4191395 h 4882701"/>
                <a:gd name="connsiteX300" fmla="*/ 2300084 w 4954903"/>
                <a:gd name="connsiteY300" fmla="*/ 4207348 h 4882701"/>
                <a:gd name="connsiteX301" fmla="*/ 2319076 w 4954903"/>
                <a:gd name="connsiteY301" fmla="*/ 4202537 h 4882701"/>
                <a:gd name="connsiteX302" fmla="*/ 979005 w 4954903"/>
                <a:gd name="connsiteY302" fmla="*/ 4229379 h 4882701"/>
                <a:gd name="connsiteX303" fmla="*/ 976725 w 4954903"/>
                <a:gd name="connsiteY303" fmla="*/ 4220262 h 4882701"/>
                <a:gd name="connsiteX304" fmla="*/ 962292 w 4954903"/>
                <a:gd name="connsiteY304" fmla="*/ 4209880 h 4882701"/>
                <a:gd name="connsiteX305" fmla="*/ 961532 w 4954903"/>
                <a:gd name="connsiteY305" fmla="*/ 4210133 h 4882701"/>
                <a:gd name="connsiteX306" fmla="*/ 979005 w 4954903"/>
                <a:gd name="connsiteY306" fmla="*/ 4229379 h 4882701"/>
                <a:gd name="connsiteX307" fmla="*/ 957734 w 4954903"/>
                <a:gd name="connsiteY307" fmla="*/ 4230898 h 4882701"/>
                <a:gd name="connsiteX308" fmla="*/ 954948 w 4954903"/>
                <a:gd name="connsiteY308" fmla="*/ 4221782 h 4882701"/>
                <a:gd name="connsiteX309" fmla="*/ 940514 w 4954903"/>
                <a:gd name="connsiteY309" fmla="*/ 4211399 h 4882701"/>
                <a:gd name="connsiteX310" fmla="*/ 939755 w 4954903"/>
                <a:gd name="connsiteY310" fmla="*/ 4211653 h 4882701"/>
                <a:gd name="connsiteX311" fmla="*/ 957734 w 4954903"/>
                <a:gd name="connsiteY311" fmla="*/ 4230898 h 4882701"/>
                <a:gd name="connsiteX312" fmla="*/ 763256 w 4954903"/>
                <a:gd name="connsiteY312" fmla="*/ 4255967 h 4882701"/>
                <a:gd name="connsiteX313" fmla="*/ 752114 w 4954903"/>
                <a:gd name="connsiteY313" fmla="*/ 4246091 h 4882701"/>
                <a:gd name="connsiteX314" fmla="*/ 772119 w 4954903"/>
                <a:gd name="connsiteY314" fmla="*/ 4265337 h 4882701"/>
                <a:gd name="connsiteX315" fmla="*/ 763256 w 4954903"/>
                <a:gd name="connsiteY315" fmla="*/ 4255967 h 4882701"/>
                <a:gd name="connsiteX316" fmla="*/ 3304884 w 4954903"/>
                <a:gd name="connsiteY316" fmla="*/ 4178480 h 4882701"/>
                <a:gd name="connsiteX317" fmla="*/ 3289437 w 4954903"/>
                <a:gd name="connsiteY317" fmla="*/ 4194433 h 4882701"/>
                <a:gd name="connsiteX318" fmla="*/ 3308429 w 4954903"/>
                <a:gd name="connsiteY318" fmla="*/ 4189875 h 4882701"/>
                <a:gd name="connsiteX319" fmla="*/ 3304884 w 4954903"/>
                <a:gd name="connsiteY319" fmla="*/ 4178480 h 4882701"/>
                <a:gd name="connsiteX320" fmla="*/ 3181310 w 4954903"/>
                <a:gd name="connsiteY320" fmla="*/ 4172909 h 4882701"/>
                <a:gd name="connsiteX321" fmla="*/ 3166623 w 4954903"/>
                <a:gd name="connsiteY321" fmla="*/ 4188862 h 4882701"/>
                <a:gd name="connsiteX322" fmla="*/ 3185868 w 4954903"/>
                <a:gd name="connsiteY322" fmla="*/ 4184304 h 4882701"/>
                <a:gd name="connsiteX323" fmla="*/ 3181310 w 4954903"/>
                <a:gd name="connsiteY323" fmla="*/ 4172909 h 4882701"/>
                <a:gd name="connsiteX324" fmla="*/ 3144086 w 4954903"/>
                <a:gd name="connsiteY324" fmla="*/ 4182532 h 4882701"/>
                <a:gd name="connsiteX325" fmla="*/ 3139021 w 4954903"/>
                <a:gd name="connsiteY325" fmla="*/ 4171136 h 4882701"/>
                <a:gd name="connsiteX326" fmla="*/ 3124841 w 4954903"/>
                <a:gd name="connsiteY326" fmla="*/ 4187090 h 4882701"/>
                <a:gd name="connsiteX327" fmla="*/ 3144086 w 4954903"/>
                <a:gd name="connsiteY327" fmla="*/ 4182532 h 4882701"/>
                <a:gd name="connsiteX328" fmla="*/ 2919474 w 4954903"/>
                <a:gd name="connsiteY328" fmla="*/ 4162780 h 4882701"/>
                <a:gd name="connsiteX329" fmla="*/ 2906560 w 4954903"/>
                <a:gd name="connsiteY329" fmla="*/ 4177974 h 4882701"/>
                <a:gd name="connsiteX330" fmla="*/ 2926565 w 4954903"/>
                <a:gd name="connsiteY330" fmla="*/ 4174175 h 4882701"/>
                <a:gd name="connsiteX331" fmla="*/ 2919474 w 4954903"/>
                <a:gd name="connsiteY331" fmla="*/ 4162780 h 4882701"/>
                <a:gd name="connsiteX332" fmla="*/ 2256023 w 4954903"/>
                <a:gd name="connsiteY332" fmla="*/ 4147080 h 4882701"/>
                <a:gd name="connsiteX333" fmla="*/ 2248932 w 4954903"/>
                <a:gd name="connsiteY333" fmla="*/ 4163540 h 4882701"/>
                <a:gd name="connsiteX334" fmla="*/ 2268178 w 4954903"/>
                <a:gd name="connsiteY334" fmla="*/ 4158475 h 4882701"/>
                <a:gd name="connsiteX335" fmla="*/ 2256023 w 4954903"/>
                <a:gd name="connsiteY335" fmla="*/ 4147080 h 4882701"/>
                <a:gd name="connsiteX336" fmla="*/ 2206897 w 4954903"/>
                <a:gd name="connsiteY336" fmla="*/ 4146320 h 4882701"/>
                <a:gd name="connsiteX337" fmla="*/ 2200060 w 4954903"/>
                <a:gd name="connsiteY337" fmla="*/ 4162780 h 4882701"/>
                <a:gd name="connsiteX338" fmla="*/ 2219305 w 4954903"/>
                <a:gd name="connsiteY338" fmla="*/ 4157715 h 4882701"/>
                <a:gd name="connsiteX339" fmla="*/ 2206897 w 4954903"/>
                <a:gd name="connsiteY339" fmla="*/ 4146320 h 4882701"/>
                <a:gd name="connsiteX340" fmla="*/ 2157771 w 4954903"/>
                <a:gd name="connsiteY340" fmla="*/ 4145814 h 4882701"/>
                <a:gd name="connsiteX341" fmla="*/ 2151440 w 4954903"/>
                <a:gd name="connsiteY341" fmla="*/ 4162273 h 4882701"/>
                <a:gd name="connsiteX342" fmla="*/ 2170432 w 4954903"/>
                <a:gd name="connsiteY342" fmla="*/ 4157209 h 4882701"/>
                <a:gd name="connsiteX343" fmla="*/ 2157771 w 4954903"/>
                <a:gd name="connsiteY343" fmla="*/ 4145814 h 4882701"/>
                <a:gd name="connsiteX344" fmla="*/ 962038 w 4954903"/>
                <a:gd name="connsiteY344" fmla="*/ 4175441 h 4882701"/>
                <a:gd name="connsiteX345" fmla="*/ 947351 w 4954903"/>
                <a:gd name="connsiteY345" fmla="*/ 4164806 h 4882701"/>
                <a:gd name="connsiteX346" fmla="*/ 946338 w 4954903"/>
                <a:gd name="connsiteY346" fmla="*/ 4165059 h 4882701"/>
                <a:gd name="connsiteX347" fmla="*/ 963305 w 4954903"/>
                <a:gd name="connsiteY347" fmla="*/ 4184810 h 4882701"/>
                <a:gd name="connsiteX348" fmla="*/ 962038 w 4954903"/>
                <a:gd name="connsiteY348" fmla="*/ 4175441 h 4882701"/>
                <a:gd name="connsiteX349" fmla="*/ 709319 w 4954903"/>
                <a:gd name="connsiteY349" fmla="*/ 4203549 h 4882701"/>
                <a:gd name="connsiteX350" fmla="*/ 728817 w 4954903"/>
                <a:gd name="connsiteY350" fmla="*/ 4223048 h 4882701"/>
                <a:gd name="connsiteX351" fmla="*/ 720208 w 4954903"/>
                <a:gd name="connsiteY351" fmla="*/ 4213678 h 4882701"/>
                <a:gd name="connsiteX352" fmla="*/ 709319 w 4954903"/>
                <a:gd name="connsiteY352" fmla="*/ 4203549 h 4882701"/>
                <a:gd name="connsiteX353" fmla="*/ 3326915 w 4954903"/>
                <a:gd name="connsiteY353" fmla="*/ 4134419 h 4882701"/>
                <a:gd name="connsiteX354" fmla="*/ 3311468 w 4954903"/>
                <a:gd name="connsiteY354" fmla="*/ 4150625 h 4882701"/>
                <a:gd name="connsiteX355" fmla="*/ 3330713 w 4954903"/>
                <a:gd name="connsiteY355" fmla="*/ 4146067 h 4882701"/>
                <a:gd name="connsiteX356" fmla="*/ 3326915 w 4954903"/>
                <a:gd name="connsiteY356" fmla="*/ 4134419 h 4882701"/>
                <a:gd name="connsiteX357" fmla="*/ 3205366 w 4954903"/>
                <a:gd name="connsiteY357" fmla="*/ 4140243 h 4882701"/>
                <a:gd name="connsiteX358" fmla="*/ 3200302 w 4954903"/>
                <a:gd name="connsiteY358" fmla="*/ 4128594 h 4882701"/>
                <a:gd name="connsiteX359" fmla="*/ 3185615 w 4954903"/>
                <a:gd name="connsiteY359" fmla="*/ 4144801 h 4882701"/>
                <a:gd name="connsiteX360" fmla="*/ 3205366 w 4954903"/>
                <a:gd name="connsiteY360" fmla="*/ 4140243 h 4882701"/>
                <a:gd name="connsiteX361" fmla="*/ 2977970 w 4954903"/>
                <a:gd name="connsiteY361" fmla="*/ 4119985 h 4882701"/>
                <a:gd name="connsiteX362" fmla="*/ 2964549 w 4954903"/>
                <a:gd name="connsiteY362" fmla="*/ 4135685 h 4882701"/>
                <a:gd name="connsiteX363" fmla="*/ 2985060 w 4954903"/>
                <a:gd name="connsiteY363" fmla="*/ 4131633 h 4882701"/>
                <a:gd name="connsiteX364" fmla="*/ 2977970 w 4954903"/>
                <a:gd name="connsiteY364" fmla="*/ 4119985 h 4882701"/>
                <a:gd name="connsiteX365" fmla="*/ 2164608 w 4954903"/>
                <a:gd name="connsiteY365" fmla="*/ 4112388 h 4882701"/>
                <a:gd name="connsiteX366" fmla="*/ 2151694 w 4954903"/>
                <a:gd name="connsiteY366" fmla="*/ 4100993 h 4882701"/>
                <a:gd name="connsiteX367" fmla="*/ 2145110 w 4954903"/>
                <a:gd name="connsiteY367" fmla="*/ 4117706 h 4882701"/>
                <a:gd name="connsiteX368" fmla="*/ 2164608 w 4954903"/>
                <a:gd name="connsiteY368" fmla="*/ 4112388 h 4882701"/>
                <a:gd name="connsiteX369" fmla="*/ 934943 w 4954903"/>
                <a:gd name="connsiteY369" fmla="*/ 4119225 h 4882701"/>
                <a:gd name="connsiteX370" fmla="*/ 951656 w 4954903"/>
                <a:gd name="connsiteY370" fmla="*/ 4138977 h 4882701"/>
                <a:gd name="connsiteX371" fmla="*/ 950896 w 4954903"/>
                <a:gd name="connsiteY371" fmla="*/ 4129607 h 4882701"/>
                <a:gd name="connsiteX372" fmla="*/ 936463 w 4954903"/>
                <a:gd name="connsiteY372" fmla="*/ 4118719 h 4882701"/>
                <a:gd name="connsiteX373" fmla="*/ 934943 w 4954903"/>
                <a:gd name="connsiteY373" fmla="*/ 4119225 h 4882701"/>
                <a:gd name="connsiteX374" fmla="*/ 926080 w 4954903"/>
                <a:gd name="connsiteY374" fmla="*/ 4131127 h 4882701"/>
                <a:gd name="connsiteX375" fmla="*/ 911646 w 4954903"/>
                <a:gd name="connsiteY375" fmla="*/ 4120238 h 4882701"/>
                <a:gd name="connsiteX376" fmla="*/ 910634 w 4954903"/>
                <a:gd name="connsiteY376" fmla="*/ 4120491 h 4882701"/>
                <a:gd name="connsiteX377" fmla="*/ 927346 w 4954903"/>
                <a:gd name="connsiteY377" fmla="*/ 4140496 h 4882701"/>
                <a:gd name="connsiteX378" fmla="*/ 926080 w 4954903"/>
                <a:gd name="connsiteY378" fmla="*/ 4131127 h 4882701"/>
                <a:gd name="connsiteX379" fmla="*/ 667537 w 4954903"/>
                <a:gd name="connsiteY379" fmla="*/ 4159994 h 4882701"/>
                <a:gd name="connsiteX380" fmla="*/ 686529 w 4954903"/>
                <a:gd name="connsiteY380" fmla="*/ 4179999 h 4882701"/>
                <a:gd name="connsiteX381" fmla="*/ 678172 w 4954903"/>
                <a:gd name="connsiteY381" fmla="*/ 4170630 h 4882701"/>
                <a:gd name="connsiteX382" fmla="*/ 667537 w 4954903"/>
                <a:gd name="connsiteY382" fmla="*/ 4159994 h 4882701"/>
                <a:gd name="connsiteX383" fmla="*/ 3219041 w 4954903"/>
                <a:gd name="connsiteY383" fmla="*/ 4083267 h 4882701"/>
                <a:gd name="connsiteX384" fmla="*/ 3204354 w 4954903"/>
                <a:gd name="connsiteY384" fmla="*/ 4099980 h 4882701"/>
                <a:gd name="connsiteX385" fmla="*/ 3224358 w 4954903"/>
                <a:gd name="connsiteY385" fmla="*/ 4095169 h 4882701"/>
                <a:gd name="connsiteX386" fmla="*/ 3224358 w 4954903"/>
                <a:gd name="connsiteY386" fmla="*/ 4095169 h 4882701"/>
                <a:gd name="connsiteX387" fmla="*/ 3219041 w 4954903"/>
                <a:gd name="connsiteY387" fmla="*/ 4083267 h 4882701"/>
                <a:gd name="connsiteX388" fmla="*/ 3084071 w 4954903"/>
                <a:gd name="connsiteY388" fmla="*/ 4077696 h 4882701"/>
                <a:gd name="connsiteX389" fmla="*/ 3069891 w 4954903"/>
                <a:gd name="connsiteY389" fmla="*/ 4093649 h 4882701"/>
                <a:gd name="connsiteX390" fmla="*/ 3090402 w 4954903"/>
                <a:gd name="connsiteY390" fmla="*/ 4089598 h 4882701"/>
                <a:gd name="connsiteX391" fmla="*/ 3084071 w 4954903"/>
                <a:gd name="connsiteY391" fmla="*/ 4077696 h 4882701"/>
                <a:gd name="connsiteX392" fmla="*/ 3038237 w 4954903"/>
                <a:gd name="connsiteY392" fmla="*/ 4076177 h 4882701"/>
                <a:gd name="connsiteX393" fmla="*/ 3024310 w 4954903"/>
                <a:gd name="connsiteY393" fmla="*/ 4092130 h 4882701"/>
                <a:gd name="connsiteX394" fmla="*/ 3045074 w 4954903"/>
                <a:gd name="connsiteY394" fmla="*/ 4088078 h 4882701"/>
                <a:gd name="connsiteX395" fmla="*/ 3038237 w 4954903"/>
                <a:gd name="connsiteY395" fmla="*/ 4076177 h 4882701"/>
                <a:gd name="connsiteX396" fmla="*/ 2210189 w 4954903"/>
                <a:gd name="connsiteY396" fmla="*/ 4067314 h 4882701"/>
                <a:gd name="connsiteX397" fmla="*/ 2197274 w 4954903"/>
                <a:gd name="connsiteY397" fmla="*/ 4055412 h 4882701"/>
                <a:gd name="connsiteX398" fmla="*/ 2189931 w 4954903"/>
                <a:gd name="connsiteY398" fmla="*/ 4072632 h 4882701"/>
                <a:gd name="connsiteX399" fmla="*/ 2210189 w 4954903"/>
                <a:gd name="connsiteY399" fmla="*/ 4067314 h 4882701"/>
                <a:gd name="connsiteX400" fmla="*/ 2158784 w 4954903"/>
                <a:gd name="connsiteY400" fmla="*/ 4066808 h 4882701"/>
                <a:gd name="connsiteX401" fmla="*/ 2145616 w 4954903"/>
                <a:gd name="connsiteY401" fmla="*/ 4054906 h 4882701"/>
                <a:gd name="connsiteX402" fmla="*/ 2138779 w 4954903"/>
                <a:gd name="connsiteY402" fmla="*/ 4072125 h 4882701"/>
                <a:gd name="connsiteX403" fmla="*/ 2158784 w 4954903"/>
                <a:gd name="connsiteY403" fmla="*/ 4066808 h 4882701"/>
                <a:gd name="connsiteX404" fmla="*/ 900505 w 4954903"/>
                <a:gd name="connsiteY404" fmla="*/ 4073391 h 4882701"/>
                <a:gd name="connsiteX405" fmla="*/ 915951 w 4954903"/>
                <a:gd name="connsiteY405" fmla="*/ 4093902 h 4882701"/>
                <a:gd name="connsiteX406" fmla="*/ 916205 w 4954903"/>
                <a:gd name="connsiteY406" fmla="*/ 4084280 h 4882701"/>
                <a:gd name="connsiteX407" fmla="*/ 901771 w 4954903"/>
                <a:gd name="connsiteY407" fmla="*/ 4072885 h 4882701"/>
                <a:gd name="connsiteX408" fmla="*/ 900505 w 4954903"/>
                <a:gd name="connsiteY408" fmla="*/ 4073391 h 4882701"/>
                <a:gd name="connsiteX409" fmla="*/ 645253 w 4954903"/>
                <a:gd name="connsiteY409" fmla="*/ 4135938 h 4882701"/>
                <a:gd name="connsiteX410" fmla="*/ 637150 w 4954903"/>
                <a:gd name="connsiteY410" fmla="*/ 4126315 h 4882701"/>
                <a:gd name="connsiteX411" fmla="*/ 626767 w 4954903"/>
                <a:gd name="connsiteY411" fmla="*/ 4115427 h 4882701"/>
                <a:gd name="connsiteX412" fmla="*/ 645253 w 4954903"/>
                <a:gd name="connsiteY412" fmla="*/ 4135938 h 4882701"/>
                <a:gd name="connsiteX413" fmla="*/ 626767 w 4954903"/>
                <a:gd name="connsiteY413" fmla="*/ 4117959 h 4882701"/>
                <a:gd name="connsiteX414" fmla="*/ 645253 w 4954903"/>
                <a:gd name="connsiteY414" fmla="*/ 4138470 h 4882701"/>
                <a:gd name="connsiteX415" fmla="*/ 636896 w 4954903"/>
                <a:gd name="connsiteY415" fmla="*/ 4128848 h 4882701"/>
                <a:gd name="connsiteX416" fmla="*/ 626767 w 4954903"/>
                <a:gd name="connsiteY416" fmla="*/ 4117959 h 4882701"/>
                <a:gd name="connsiteX417" fmla="*/ 3412505 w 4954903"/>
                <a:gd name="connsiteY417" fmla="*/ 4045283 h 4882701"/>
                <a:gd name="connsiteX418" fmla="*/ 3396805 w 4954903"/>
                <a:gd name="connsiteY418" fmla="*/ 4062249 h 4882701"/>
                <a:gd name="connsiteX419" fmla="*/ 3416557 w 4954903"/>
                <a:gd name="connsiteY419" fmla="*/ 4057438 h 4882701"/>
                <a:gd name="connsiteX420" fmla="*/ 3412505 w 4954903"/>
                <a:gd name="connsiteY420" fmla="*/ 4045283 h 4882701"/>
                <a:gd name="connsiteX421" fmla="*/ 3287158 w 4954903"/>
                <a:gd name="connsiteY421" fmla="*/ 4051361 h 4882701"/>
                <a:gd name="connsiteX422" fmla="*/ 3281841 w 4954903"/>
                <a:gd name="connsiteY422" fmla="*/ 4039206 h 4882701"/>
                <a:gd name="connsiteX423" fmla="*/ 3266900 w 4954903"/>
                <a:gd name="connsiteY423" fmla="*/ 4056425 h 4882701"/>
                <a:gd name="connsiteX424" fmla="*/ 3287158 w 4954903"/>
                <a:gd name="connsiteY424" fmla="*/ 4051361 h 4882701"/>
                <a:gd name="connsiteX425" fmla="*/ 2205631 w 4954903"/>
                <a:gd name="connsiteY425" fmla="*/ 4020973 h 4882701"/>
                <a:gd name="connsiteX426" fmla="*/ 2192463 w 4954903"/>
                <a:gd name="connsiteY426" fmla="*/ 4008819 h 4882701"/>
                <a:gd name="connsiteX427" fmla="*/ 2184866 w 4954903"/>
                <a:gd name="connsiteY427" fmla="*/ 4026291 h 4882701"/>
                <a:gd name="connsiteX428" fmla="*/ 2205631 w 4954903"/>
                <a:gd name="connsiteY428" fmla="*/ 4020973 h 4882701"/>
                <a:gd name="connsiteX429" fmla="*/ 868092 w 4954903"/>
                <a:gd name="connsiteY429" fmla="*/ 4026798 h 4882701"/>
                <a:gd name="connsiteX430" fmla="*/ 867079 w 4954903"/>
                <a:gd name="connsiteY430" fmla="*/ 4027051 h 4882701"/>
                <a:gd name="connsiteX431" fmla="*/ 882019 w 4954903"/>
                <a:gd name="connsiteY431" fmla="*/ 4048069 h 4882701"/>
                <a:gd name="connsiteX432" fmla="*/ 882525 w 4954903"/>
                <a:gd name="connsiteY432" fmla="*/ 4038193 h 4882701"/>
                <a:gd name="connsiteX433" fmla="*/ 868092 w 4954903"/>
                <a:gd name="connsiteY433" fmla="*/ 4026798 h 4882701"/>
                <a:gd name="connsiteX434" fmla="*/ 3433776 w 4954903"/>
                <a:gd name="connsiteY434" fmla="*/ 3998436 h 4882701"/>
                <a:gd name="connsiteX435" fmla="*/ 3418076 w 4954903"/>
                <a:gd name="connsiteY435" fmla="*/ 4015909 h 4882701"/>
                <a:gd name="connsiteX436" fmla="*/ 3438081 w 4954903"/>
                <a:gd name="connsiteY436" fmla="*/ 4011098 h 4882701"/>
                <a:gd name="connsiteX437" fmla="*/ 3433776 w 4954903"/>
                <a:gd name="connsiteY437" fmla="*/ 3998436 h 4882701"/>
                <a:gd name="connsiteX438" fmla="*/ 3390221 w 4954903"/>
                <a:gd name="connsiteY438" fmla="*/ 3996411 h 4882701"/>
                <a:gd name="connsiteX439" fmla="*/ 3374775 w 4954903"/>
                <a:gd name="connsiteY439" fmla="*/ 4013883 h 4882701"/>
                <a:gd name="connsiteX440" fmla="*/ 3395033 w 4954903"/>
                <a:gd name="connsiteY440" fmla="*/ 4009072 h 4882701"/>
                <a:gd name="connsiteX441" fmla="*/ 3390221 w 4954903"/>
                <a:gd name="connsiteY441" fmla="*/ 3996411 h 4882701"/>
                <a:gd name="connsiteX442" fmla="*/ 3350971 w 4954903"/>
                <a:gd name="connsiteY442" fmla="*/ 4006793 h 4882701"/>
                <a:gd name="connsiteX443" fmla="*/ 3345653 w 4954903"/>
                <a:gd name="connsiteY443" fmla="*/ 3994385 h 4882701"/>
                <a:gd name="connsiteX444" fmla="*/ 3330460 w 4954903"/>
                <a:gd name="connsiteY444" fmla="*/ 4011857 h 4882701"/>
                <a:gd name="connsiteX445" fmla="*/ 3350971 w 4954903"/>
                <a:gd name="connsiteY445" fmla="*/ 4006793 h 4882701"/>
                <a:gd name="connsiteX446" fmla="*/ 2201326 w 4954903"/>
                <a:gd name="connsiteY446" fmla="*/ 3973367 h 4882701"/>
                <a:gd name="connsiteX447" fmla="*/ 2188158 w 4954903"/>
                <a:gd name="connsiteY447" fmla="*/ 3960959 h 4882701"/>
                <a:gd name="connsiteX448" fmla="*/ 2180308 w 4954903"/>
                <a:gd name="connsiteY448" fmla="*/ 3978938 h 4882701"/>
                <a:gd name="connsiteX449" fmla="*/ 2201326 w 4954903"/>
                <a:gd name="connsiteY449" fmla="*/ 3973367 h 4882701"/>
                <a:gd name="connsiteX450" fmla="*/ 849100 w 4954903"/>
                <a:gd name="connsiteY450" fmla="*/ 4001222 h 4882701"/>
                <a:gd name="connsiteX451" fmla="*/ 849859 w 4954903"/>
                <a:gd name="connsiteY451" fmla="*/ 3991346 h 4882701"/>
                <a:gd name="connsiteX452" fmla="*/ 835679 w 4954903"/>
                <a:gd name="connsiteY452" fmla="*/ 3979698 h 4882701"/>
                <a:gd name="connsiteX453" fmla="*/ 834666 w 4954903"/>
                <a:gd name="connsiteY453" fmla="*/ 3979951 h 4882701"/>
                <a:gd name="connsiteX454" fmla="*/ 849100 w 4954903"/>
                <a:gd name="connsiteY454" fmla="*/ 4001222 h 4882701"/>
                <a:gd name="connsiteX455" fmla="*/ 2251718 w 4954903"/>
                <a:gd name="connsiteY455" fmla="*/ 3925507 h 4882701"/>
                <a:gd name="connsiteX456" fmla="*/ 2238550 w 4954903"/>
                <a:gd name="connsiteY456" fmla="*/ 3913099 h 4882701"/>
                <a:gd name="connsiteX457" fmla="*/ 2230194 w 4954903"/>
                <a:gd name="connsiteY457" fmla="*/ 3931332 h 4882701"/>
                <a:gd name="connsiteX458" fmla="*/ 2251718 w 4954903"/>
                <a:gd name="connsiteY458" fmla="*/ 3925507 h 4882701"/>
                <a:gd name="connsiteX459" fmla="*/ 2197274 w 4954903"/>
                <a:gd name="connsiteY459" fmla="*/ 3924748 h 4882701"/>
                <a:gd name="connsiteX460" fmla="*/ 2183853 w 4954903"/>
                <a:gd name="connsiteY460" fmla="*/ 3912340 h 4882701"/>
                <a:gd name="connsiteX461" fmla="*/ 2175750 w 4954903"/>
                <a:gd name="connsiteY461" fmla="*/ 3930572 h 4882701"/>
                <a:gd name="connsiteX462" fmla="*/ 2197274 w 4954903"/>
                <a:gd name="connsiteY462" fmla="*/ 3924748 h 4882701"/>
                <a:gd name="connsiteX463" fmla="*/ 844542 w 4954903"/>
                <a:gd name="connsiteY463" fmla="*/ 3951590 h 4882701"/>
                <a:gd name="connsiteX464" fmla="*/ 846061 w 4954903"/>
                <a:gd name="connsiteY464" fmla="*/ 3941207 h 4882701"/>
                <a:gd name="connsiteX465" fmla="*/ 831880 w 4954903"/>
                <a:gd name="connsiteY465" fmla="*/ 3929306 h 4882701"/>
                <a:gd name="connsiteX466" fmla="*/ 830614 w 4954903"/>
                <a:gd name="connsiteY466" fmla="*/ 3929559 h 4882701"/>
                <a:gd name="connsiteX467" fmla="*/ 844542 w 4954903"/>
                <a:gd name="connsiteY467" fmla="*/ 3951590 h 4882701"/>
                <a:gd name="connsiteX468" fmla="*/ 3150163 w 4954903"/>
                <a:gd name="connsiteY468" fmla="*/ 3899931 h 4882701"/>
                <a:gd name="connsiteX469" fmla="*/ 3142313 w 4954903"/>
                <a:gd name="connsiteY469" fmla="*/ 3887017 h 4882701"/>
                <a:gd name="connsiteX470" fmla="*/ 3127879 w 4954903"/>
                <a:gd name="connsiteY470" fmla="*/ 3904236 h 4882701"/>
                <a:gd name="connsiteX471" fmla="*/ 3150163 w 4954903"/>
                <a:gd name="connsiteY471" fmla="*/ 3899931 h 4882701"/>
                <a:gd name="connsiteX472" fmla="*/ 842516 w 4954903"/>
                <a:gd name="connsiteY472" fmla="*/ 3900944 h 4882701"/>
                <a:gd name="connsiteX473" fmla="*/ 845808 w 4954903"/>
                <a:gd name="connsiteY473" fmla="*/ 3890815 h 4882701"/>
                <a:gd name="connsiteX474" fmla="*/ 831627 w 4954903"/>
                <a:gd name="connsiteY474" fmla="*/ 3878660 h 4882701"/>
                <a:gd name="connsiteX475" fmla="*/ 830361 w 4954903"/>
                <a:gd name="connsiteY475" fmla="*/ 3878914 h 4882701"/>
                <a:gd name="connsiteX476" fmla="*/ 842516 w 4954903"/>
                <a:gd name="connsiteY476" fmla="*/ 3900944 h 4882701"/>
                <a:gd name="connsiteX477" fmla="*/ 4440602 w 4954903"/>
                <a:gd name="connsiteY477" fmla="*/ 3979698 h 4882701"/>
                <a:gd name="connsiteX478" fmla="*/ 4448199 w 4954903"/>
                <a:gd name="connsiteY478" fmla="*/ 3970582 h 4882701"/>
                <a:gd name="connsiteX479" fmla="*/ 4457315 w 4954903"/>
                <a:gd name="connsiteY479" fmla="*/ 3957920 h 4882701"/>
                <a:gd name="connsiteX480" fmla="*/ 4457315 w 4954903"/>
                <a:gd name="connsiteY480" fmla="*/ 3957920 h 4882701"/>
                <a:gd name="connsiteX481" fmla="*/ 4440602 w 4954903"/>
                <a:gd name="connsiteY481" fmla="*/ 3979698 h 4882701"/>
                <a:gd name="connsiteX482" fmla="*/ 4447440 w 4954903"/>
                <a:gd name="connsiteY482" fmla="*/ 3967543 h 4882701"/>
                <a:gd name="connsiteX483" fmla="*/ 4456302 w 4954903"/>
                <a:gd name="connsiteY483" fmla="*/ 3954881 h 4882701"/>
                <a:gd name="connsiteX484" fmla="*/ 4439590 w 4954903"/>
                <a:gd name="connsiteY484" fmla="*/ 3976659 h 4882701"/>
                <a:gd name="connsiteX485" fmla="*/ 4439590 w 4954903"/>
                <a:gd name="connsiteY485" fmla="*/ 3976912 h 4882701"/>
                <a:gd name="connsiteX486" fmla="*/ 4447440 w 4954903"/>
                <a:gd name="connsiteY486" fmla="*/ 3967543 h 4882701"/>
                <a:gd name="connsiteX487" fmla="*/ 4453517 w 4954903"/>
                <a:gd name="connsiteY487" fmla="*/ 3951843 h 4882701"/>
                <a:gd name="connsiteX488" fmla="*/ 4436804 w 4954903"/>
                <a:gd name="connsiteY488" fmla="*/ 3973873 h 4882701"/>
                <a:gd name="connsiteX489" fmla="*/ 4445160 w 4954903"/>
                <a:gd name="connsiteY489" fmla="*/ 3964758 h 4882701"/>
                <a:gd name="connsiteX490" fmla="*/ 4453517 w 4954903"/>
                <a:gd name="connsiteY490" fmla="*/ 3951843 h 4882701"/>
                <a:gd name="connsiteX491" fmla="*/ 3164344 w 4954903"/>
                <a:gd name="connsiteY491" fmla="*/ 3850299 h 4882701"/>
                <a:gd name="connsiteX492" fmla="*/ 3156241 w 4954903"/>
                <a:gd name="connsiteY492" fmla="*/ 3837131 h 4882701"/>
                <a:gd name="connsiteX493" fmla="*/ 3141807 w 4954903"/>
                <a:gd name="connsiteY493" fmla="*/ 3854604 h 4882701"/>
                <a:gd name="connsiteX494" fmla="*/ 3164344 w 4954903"/>
                <a:gd name="connsiteY494" fmla="*/ 3850299 h 4882701"/>
                <a:gd name="connsiteX495" fmla="*/ 2246147 w 4954903"/>
                <a:gd name="connsiteY495" fmla="*/ 3826243 h 4882701"/>
                <a:gd name="connsiteX496" fmla="*/ 2232473 w 4954903"/>
                <a:gd name="connsiteY496" fmla="*/ 3813328 h 4882701"/>
                <a:gd name="connsiteX497" fmla="*/ 2222850 w 4954903"/>
                <a:gd name="connsiteY497" fmla="*/ 3831307 h 4882701"/>
                <a:gd name="connsiteX498" fmla="*/ 2246147 w 4954903"/>
                <a:gd name="connsiteY498" fmla="*/ 3826243 h 4882701"/>
                <a:gd name="connsiteX499" fmla="*/ 834413 w 4954903"/>
                <a:gd name="connsiteY499" fmla="*/ 3827003 h 4882701"/>
                <a:gd name="connsiteX500" fmla="*/ 833146 w 4954903"/>
                <a:gd name="connsiteY500" fmla="*/ 3827256 h 4882701"/>
                <a:gd name="connsiteX501" fmla="*/ 844795 w 4954903"/>
                <a:gd name="connsiteY501" fmla="*/ 3849540 h 4882701"/>
                <a:gd name="connsiteX502" fmla="*/ 848846 w 4954903"/>
                <a:gd name="connsiteY502" fmla="*/ 3839410 h 4882701"/>
                <a:gd name="connsiteX503" fmla="*/ 834413 w 4954903"/>
                <a:gd name="connsiteY503" fmla="*/ 3827003 h 4882701"/>
                <a:gd name="connsiteX504" fmla="*/ 4475801 w 4954903"/>
                <a:gd name="connsiteY504" fmla="*/ 3928293 h 4882701"/>
                <a:gd name="connsiteX505" fmla="*/ 4475801 w 4954903"/>
                <a:gd name="connsiteY505" fmla="*/ 3928293 h 4882701"/>
                <a:gd name="connsiteX506" fmla="*/ 4483398 w 4954903"/>
                <a:gd name="connsiteY506" fmla="*/ 3919177 h 4882701"/>
                <a:gd name="connsiteX507" fmla="*/ 4492007 w 4954903"/>
                <a:gd name="connsiteY507" fmla="*/ 3906262 h 4882701"/>
                <a:gd name="connsiteX508" fmla="*/ 4475801 w 4954903"/>
                <a:gd name="connsiteY508" fmla="*/ 3928293 h 4882701"/>
                <a:gd name="connsiteX509" fmla="*/ 4489475 w 4954903"/>
                <a:gd name="connsiteY509" fmla="*/ 3903223 h 4882701"/>
                <a:gd name="connsiteX510" fmla="*/ 4473268 w 4954903"/>
                <a:gd name="connsiteY510" fmla="*/ 3925507 h 4882701"/>
                <a:gd name="connsiteX511" fmla="*/ 4481372 w 4954903"/>
                <a:gd name="connsiteY511" fmla="*/ 3916138 h 4882701"/>
                <a:gd name="connsiteX512" fmla="*/ 4489475 w 4954903"/>
                <a:gd name="connsiteY512" fmla="*/ 3903223 h 4882701"/>
                <a:gd name="connsiteX513" fmla="*/ 4484917 w 4954903"/>
                <a:gd name="connsiteY513" fmla="*/ 3900185 h 4882701"/>
                <a:gd name="connsiteX514" fmla="*/ 4468710 w 4954903"/>
                <a:gd name="connsiteY514" fmla="*/ 3922468 h 4882701"/>
                <a:gd name="connsiteX515" fmla="*/ 4477067 w 4954903"/>
                <a:gd name="connsiteY515" fmla="*/ 3913099 h 4882701"/>
                <a:gd name="connsiteX516" fmla="*/ 4484917 w 4954903"/>
                <a:gd name="connsiteY516" fmla="*/ 3900185 h 4882701"/>
                <a:gd name="connsiteX517" fmla="*/ 3177765 w 4954903"/>
                <a:gd name="connsiteY517" fmla="*/ 3799654 h 4882701"/>
                <a:gd name="connsiteX518" fmla="*/ 3169408 w 4954903"/>
                <a:gd name="connsiteY518" fmla="*/ 3786233 h 4882701"/>
                <a:gd name="connsiteX519" fmla="*/ 3154974 w 4954903"/>
                <a:gd name="connsiteY519" fmla="*/ 3803959 h 4882701"/>
                <a:gd name="connsiteX520" fmla="*/ 3177765 w 4954903"/>
                <a:gd name="connsiteY520" fmla="*/ 3799654 h 4882701"/>
                <a:gd name="connsiteX521" fmla="*/ 2243615 w 4954903"/>
                <a:gd name="connsiteY521" fmla="*/ 3775091 h 4882701"/>
                <a:gd name="connsiteX522" fmla="*/ 2229940 w 4954903"/>
                <a:gd name="connsiteY522" fmla="*/ 3761923 h 4882701"/>
                <a:gd name="connsiteX523" fmla="*/ 2220065 w 4954903"/>
                <a:gd name="connsiteY523" fmla="*/ 3780156 h 4882701"/>
                <a:gd name="connsiteX524" fmla="*/ 2243615 w 4954903"/>
                <a:gd name="connsiteY524" fmla="*/ 3775091 h 4882701"/>
                <a:gd name="connsiteX525" fmla="*/ 2186132 w 4954903"/>
                <a:gd name="connsiteY525" fmla="*/ 3774332 h 4882701"/>
                <a:gd name="connsiteX526" fmla="*/ 2172205 w 4954903"/>
                <a:gd name="connsiteY526" fmla="*/ 3761164 h 4882701"/>
                <a:gd name="connsiteX527" fmla="*/ 2162582 w 4954903"/>
                <a:gd name="connsiteY527" fmla="*/ 3779396 h 4882701"/>
                <a:gd name="connsiteX528" fmla="*/ 2186132 w 4954903"/>
                <a:gd name="connsiteY528" fmla="*/ 3774332 h 4882701"/>
                <a:gd name="connsiteX529" fmla="*/ 775158 w 4954903"/>
                <a:gd name="connsiteY529" fmla="*/ 3777623 h 4882701"/>
                <a:gd name="connsiteX530" fmla="*/ 773892 w 4954903"/>
                <a:gd name="connsiteY530" fmla="*/ 3777877 h 4882701"/>
                <a:gd name="connsiteX531" fmla="*/ 785287 w 4954903"/>
                <a:gd name="connsiteY531" fmla="*/ 3800414 h 4882701"/>
                <a:gd name="connsiteX532" fmla="*/ 789338 w 4954903"/>
                <a:gd name="connsiteY532" fmla="*/ 3790031 h 4882701"/>
                <a:gd name="connsiteX533" fmla="*/ 775158 w 4954903"/>
                <a:gd name="connsiteY533" fmla="*/ 3777623 h 4882701"/>
                <a:gd name="connsiteX534" fmla="*/ 4508467 w 4954903"/>
                <a:gd name="connsiteY534" fmla="*/ 3876128 h 4882701"/>
                <a:gd name="connsiteX535" fmla="*/ 4516317 w 4954903"/>
                <a:gd name="connsiteY535" fmla="*/ 3866506 h 4882701"/>
                <a:gd name="connsiteX536" fmla="*/ 4524167 w 4954903"/>
                <a:gd name="connsiteY536" fmla="*/ 3853085 h 4882701"/>
                <a:gd name="connsiteX537" fmla="*/ 4508467 w 4954903"/>
                <a:gd name="connsiteY537" fmla="*/ 3876128 h 4882701"/>
                <a:gd name="connsiteX538" fmla="*/ 4513532 w 4954903"/>
                <a:gd name="connsiteY538" fmla="*/ 3847260 h 4882701"/>
                <a:gd name="connsiteX539" fmla="*/ 4497831 w 4954903"/>
                <a:gd name="connsiteY539" fmla="*/ 3870051 h 4882701"/>
                <a:gd name="connsiteX540" fmla="*/ 4506441 w 4954903"/>
                <a:gd name="connsiteY540" fmla="*/ 3860682 h 4882701"/>
                <a:gd name="connsiteX541" fmla="*/ 4513532 w 4954903"/>
                <a:gd name="connsiteY541" fmla="*/ 3847260 h 4882701"/>
                <a:gd name="connsiteX542" fmla="*/ 3190933 w 4954903"/>
                <a:gd name="connsiteY542" fmla="*/ 3748249 h 4882701"/>
                <a:gd name="connsiteX543" fmla="*/ 3182323 w 4954903"/>
                <a:gd name="connsiteY543" fmla="*/ 3734575 h 4882701"/>
                <a:gd name="connsiteX544" fmla="*/ 3167889 w 4954903"/>
                <a:gd name="connsiteY544" fmla="*/ 3752807 h 4882701"/>
                <a:gd name="connsiteX545" fmla="*/ 3190933 w 4954903"/>
                <a:gd name="connsiteY545" fmla="*/ 3748249 h 4882701"/>
                <a:gd name="connsiteX546" fmla="*/ 2109405 w 4954903"/>
                <a:gd name="connsiteY546" fmla="*/ 3708493 h 4882701"/>
                <a:gd name="connsiteX547" fmla="*/ 2100542 w 4954903"/>
                <a:gd name="connsiteY547" fmla="*/ 3727991 h 4882701"/>
                <a:gd name="connsiteX548" fmla="*/ 2123839 w 4954903"/>
                <a:gd name="connsiteY548" fmla="*/ 3721914 h 4882701"/>
                <a:gd name="connsiteX549" fmla="*/ 2109405 w 4954903"/>
                <a:gd name="connsiteY549" fmla="*/ 3708493 h 4882701"/>
                <a:gd name="connsiteX550" fmla="*/ 687288 w 4954903"/>
                <a:gd name="connsiteY550" fmla="*/ 3729257 h 4882701"/>
                <a:gd name="connsiteX551" fmla="*/ 686022 w 4954903"/>
                <a:gd name="connsiteY551" fmla="*/ 3729510 h 4882701"/>
                <a:gd name="connsiteX552" fmla="*/ 697417 w 4954903"/>
                <a:gd name="connsiteY552" fmla="*/ 3752554 h 4882701"/>
                <a:gd name="connsiteX553" fmla="*/ 700709 w 4954903"/>
                <a:gd name="connsiteY553" fmla="*/ 3741919 h 4882701"/>
                <a:gd name="connsiteX554" fmla="*/ 687288 w 4954903"/>
                <a:gd name="connsiteY554" fmla="*/ 3729257 h 4882701"/>
                <a:gd name="connsiteX555" fmla="*/ 4560378 w 4954903"/>
                <a:gd name="connsiteY555" fmla="*/ 3805731 h 4882701"/>
                <a:gd name="connsiteX556" fmla="*/ 4545185 w 4954903"/>
                <a:gd name="connsiteY556" fmla="*/ 3828775 h 4882701"/>
                <a:gd name="connsiteX557" fmla="*/ 4545185 w 4954903"/>
                <a:gd name="connsiteY557" fmla="*/ 3829028 h 4882701"/>
                <a:gd name="connsiteX558" fmla="*/ 4552275 w 4954903"/>
                <a:gd name="connsiteY558" fmla="*/ 3819406 h 4882701"/>
                <a:gd name="connsiteX559" fmla="*/ 4560378 w 4954903"/>
                <a:gd name="connsiteY559" fmla="*/ 3805731 h 4882701"/>
                <a:gd name="connsiteX560" fmla="*/ 4557593 w 4954903"/>
                <a:gd name="connsiteY560" fmla="*/ 3802693 h 4882701"/>
                <a:gd name="connsiteX561" fmla="*/ 4542399 w 4954903"/>
                <a:gd name="connsiteY561" fmla="*/ 3825989 h 4882701"/>
                <a:gd name="connsiteX562" fmla="*/ 4549996 w 4954903"/>
                <a:gd name="connsiteY562" fmla="*/ 3816367 h 4882701"/>
                <a:gd name="connsiteX563" fmla="*/ 4557593 w 4954903"/>
                <a:gd name="connsiteY563" fmla="*/ 3802693 h 4882701"/>
                <a:gd name="connsiteX564" fmla="*/ 3256265 w 4954903"/>
                <a:gd name="connsiteY564" fmla="*/ 3698110 h 4882701"/>
                <a:gd name="connsiteX565" fmla="*/ 3247655 w 4954903"/>
                <a:gd name="connsiteY565" fmla="*/ 3684183 h 4882701"/>
                <a:gd name="connsiteX566" fmla="*/ 3232968 w 4954903"/>
                <a:gd name="connsiteY566" fmla="*/ 3702669 h 4882701"/>
                <a:gd name="connsiteX567" fmla="*/ 3256265 w 4954903"/>
                <a:gd name="connsiteY567" fmla="*/ 3698110 h 4882701"/>
                <a:gd name="connsiteX568" fmla="*/ 551306 w 4954903"/>
                <a:gd name="connsiteY568" fmla="*/ 3684689 h 4882701"/>
                <a:gd name="connsiteX569" fmla="*/ 550293 w 4954903"/>
                <a:gd name="connsiteY569" fmla="*/ 3684943 h 4882701"/>
                <a:gd name="connsiteX570" fmla="*/ 562954 w 4954903"/>
                <a:gd name="connsiteY570" fmla="*/ 3708493 h 4882701"/>
                <a:gd name="connsiteX571" fmla="*/ 564221 w 4954903"/>
                <a:gd name="connsiteY571" fmla="*/ 3697351 h 4882701"/>
                <a:gd name="connsiteX572" fmla="*/ 551306 w 4954903"/>
                <a:gd name="connsiteY572" fmla="*/ 3684689 h 4882701"/>
                <a:gd name="connsiteX573" fmla="*/ 4579117 w 4954903"/>
                <a:gd name="connsiteY573" fmla="*/ 3781169 h 4882701"/>
                <a:gd name="connsiteX574" fmla="*/ 4585701 w 4954903"/>
                <a:gd name="connsiteY574" fmla="*/ 3771293 h 4882701"/>
                <a:gd name="connsiteX575" fmla="*/ 4593551 w 4954903"/>
                <a:gd name="connsiteY575" fmla="*/ 3757619 h 4882701"/>
                <a:gd name="connsiteX576" fmla="*/ 4593551 w 4954903"/>
                <a:gd name="connsiteY576" fmla="*/ 3757619 h 4882701"/>
                <a:gd name="connsiteX577" fmla="*/ 4579117 w 4954903"/>
                <a:gd name="connsiteY577" fmla="*/ 3781169 h 4882701"/>
                <a:gd name="connsiteX578" fmla="*/ 4570507 w 4954903"/>
                <a:gd name="connsiteY578" fmla="*/ 3771799 h 4882701"/>
                <a:gd name="connsiteX579" fmla="*/ 4578357 w 4954903"/>
                <a:gd name="connsiteY579" fmla="*/ 3761923 h 4882701"/>
                <a:gd name="connsiteX580" fmla="*/ 4585195 w 4954903"/>
                <a:gd name="connsiteY580" fmla="*/ 3748249 h 4882701"/>
                <a:gd name="connsiteX581" fmla="*/ 4570507 w 4954903"/>
                <a:gd name="connsiteY581" fmla="*/ 3771799 h 4882701"/>
                <a:gd name="connsiteX582" fmla="*/ 4555314 w 4954903"/>
                <a:gd name="connsiteY582" fmla="*/ 3752301 h 4882701"/>
                <a:gd name="connsiteX583" fmla="*/ 4560885 w 4954903"/>
                <a:gd name="connsiteY583" fmla="*/ 3738374 h 4882701"/>
                <a:gd name="connsiteX584" fmla="*/ 4546198 w 4954903"/>
                <a:gd name="connsiteY584" fmla="*/ 3761670 h 4882701"/>
                <a:gd name="connsiteX585" fmla="*/ 4555314 w 4954903"/>
                <a:gd name="connsiteY585" fmla="*/ 3752301 h 4882701"/>
                <a:gd name="connsiteX586" fmla="*/ 3322104 w 4954903"/>
                <a:gd name="connsiteY586" fmla="*/ 3647212 h 4882701"/>
                <a:gd name="connsiteX587" fmla="*/ 3313494 w 4954903"/>
                <a:gd name="connsiteY587" fmla="*/ 3633285 h 4882701"/>
                <a:gd name="connsiteX588" fmla="*/ 3299313 w 4954903"/>
                <a:gd name="connsiteY588" fmla="*/ 3653036 h 4882701"/>
                <a:gd name="connsiteX589" fmla="*/ 3322104 w 4954903"/>
                <a:gd name="connsiteY589" fmla="*/ 3647212 h 4882701"/>
                <a:gd name="connsiteX590" fmla="*/ 476351 w 4954903"/>
                <a:gd name="connsiteY590" fmla="*/ 3636070 h 4882701"/>
                <a:gd name="connsiteX591" fmla="*/ 488253 w 4954903"/>
                <a:gd name="connsiteY591" fmla="*/ 3660380 h 4882701"/>
                <a:gd name="connsiteX592" fmla="*/ 488759 w 4954903"/>
                <a:gd name="connsiteY592" fmla="*/ 3648985 h 4882701"/>
                <a:gd name="connsiteX593" fmla="*/ 476858 w 4954903"/>
                <a:gd name="connsiteY593" fmla="*/ 3636070 h 4882701"/>
                <a:gd name="connsiteX594" fmla="*/ 476351 w 4954903"/>
                <a:gd name="connsiteY594" fmla="*/ 3636070 h 4882701"/>
                <a:gd name="connsiteX595" fmla="*/ 4616341 w 4954903"/>
                <a:gd name="connsiteY595" fmla="*/ 3722167 h 4882701"/>
                <a:gd name="connsiteX596" fmla="*/ 4624444 w 4954903"/>
                <a:gd name="connsiteY596" fmla="*/ 3708240 h 4882701"/>
                <a:gd name="connsiteX597" fmla="*/ 4624444 w 4954903"/>
                <a:gd name="connsiteY597" fmla="*/ 3708240 h 4882701"/>
                <a:gd name="connsiteX598" fmla="*/ 4610264 w 4954903"/>
                <a:gd name="connsiteY598" fmla="*/ 3732296 h 4882701"/>
                <a:gd name="connsiteX599" fmla="*/ 4616341 w 4954903"/>
                <a:gd name="connsiteY599" fmla="*/ 3722167 h 4882701"/>
                <a:gd name="connsiteX600" fmla="*/ 4610770 w 4954903"/>
                <a:gd name="connsiteY600" fmla="*/ 3729257 h 4882701"/>
                <a:gd name="connsiteX601" fmla="*/ 4617101 w 4954903"/>
                <a:gd name="connsiteY601" fmla="*/ 3719128 h 4882701"/>
                <a:gd name="connsiteX602" fmla="*/ 4624698 w 4954903"/>
                <a:gd name="connsiteY602" fmla="*/ 3705201 h 4882701"/>
                <a:gd name="connsiteX603" fmla="*/ 4624698 w 4954903"/>
                <a:gd name="connsiteY603" fmla="*/ 3705201 h 4882701"/>
                <a:gd name="connsiteX604" fmla="*/ 4610770 w 4954903"/>
                <a:gd name="connsiteY604" fmla="*/ 3729257 h 4882701"/>
                <a:gd name="connsiteX605" fmla="*/ 4602161 w 4954903"/>
                <a:gd name="connsiteY605" fmla="*/ 3719888 h 4882701"/>
                <a:gd name="connsiteX606" fmla="*/ 4609757 w 4954903"/>
                <a:gd name="connsiteY606" fmla="*/ 3709759 h 4882701"/>
                <a:gd name="connsiteX607" fmla="*/ 4616088 w 4954903"/>
                <a:gd name="connsiteY607" fmla="*/ 3695831 h 4882701"/>
                <a:gd name="connsiteX608" fmla="*/ 4602161 w 4954903"/>
                <a:gd name="connsiteY608" fmla="*/ 3719888 h 4882701"/>
                <a:gd name="connsiteX609" fmla="*/ 4609757 w 4954903"/>
                <a:gd name="connsiteY609" fmla="*/ 3692540 h 4882701"/>
                <a:gd name="connsiteX610" fmla="*/ 4595576 w 4954903"/>
                <a:gd name="connsiteY610" fmla="*/ 3716596 h 4882701"/>
                <a:gd name="connsiteX611" fmla="*/ 4603680 w 4954903"/>
                <a:gd name="connsiteY611" fmla="*/ 3706720 h 4882701"/>
                <a:gd name="connsiteX612" fmla="*/ 4609757 w 4954903"/>
                <a:gd name="connsiteY612" fmla="*/ 3692540 h 4882701"/>
                <a:gd name="connsiteX613" fmla="*/ 4595830 w 4954903"/>
                <a:gd name="connsiteY613" fmla="*/ 3703175 h 4882701"/>
                <a:gd name="connsiteX614" fmla="*/ 4601401 w 4954903"/>
                <a:gd name="connsiteY614" fmla="*/ 3689248 h 4882701"/>
                <a:gd name="connsiteX615" fmla="*/ 4587220 w 4954903"/>
                <a:gd name="connsiteY615" fmla="*/ 3713051 h 4882701"/>
                <a:gd name="connsiteX616" fmla="*/ 4595830 w 4954903"/>
                <a:gd name="connsiteY616" fmla="*/ 3703175 h 4882701"/>
                <a:gd name="connsiteX617" fmla="*/ 4579624 w 4954903"/>
                <a:gd name="connsiteY617" fmla="*/ 3682664 h 4882701"/>
                <a:gd name="connsiteX618" fmla="*/ 4565189 w 4954903"/>
                <a:gd name="connsiteY618" fmla="*/ 3705961 h 4882701"/>
                <a:gd name="connsiteX619" fmla="*/ 4574812 w 4954903"/>
                <a:gd name="connsiteY619" fmla="*/ 3696591 h 4882701"/>
                <a:gd name="connsiteX620" fmla="*/ 4579624 w 4954903"/>
                <a:gd name="connsiteY620" fmla="*/ 3682664 h 4882701"/>
                <a:gd name="connsiteX621" fmla="*/ 3432004 w 4954903"/>
                <a:gd name="connsiteY621" fmla="*/ 3583906 h 4882701"/>
                <a:gd name="connsiteX622" fmla="*/ 3417570 w 4954903"/>
                <a:gd name="connsiteY622" fmla="*/ 3603657 h 4882701"/>
                <a:gd name="connsiteX623" fmla="*/ 3440360 w 4954903"/>
                <a:gd name="connsiteY623" fmla="*/ 3597833 h 4882701"/>
                <a:gd name="connsiteX624" fmla="*/ 3432004 w 4954903"/>
                <a:gd name="connsiteY624" fmla="*/ 3583906 h 4882701"/>
                <a:gd name="connsiteX625" fmla="*/ 1696393 w 4954903"/>
                <a:gd name="connsiteY625" fmla="*/ 3558836 h 4882701"/>
                <a:gd name="connsiteX626" fmla="*/ 1681200 w 4954903"/>
                <a:gd name="connsiteY626" fmla="*/ 3545162 h 4882701"/>
                <a:gd name="connsiteX627" fmla="*/ 1679934 w 4954903"/>
                <a:gd name="connsiteY627" fmla="*/ 3545162 h 4882701"/>
                <a:gd name="connsiteX628" fmla="*/ 1675629 w 4954903"/>
                <a:gd name="connsiteY628" fmla="*/ 3566433 h 4882701"/>
                <a:gd name="connsiteX629" fmla="*/ 1696393 w 4954903"/>
                <a:gd name="connsiteY629" fmla="*/ 3558836 h 4882701"/>
                <a:gd name="connsiteX630" fmla="*/ 439633 w 4954903"/>
                <a:gd name="connsiteY630" fmla="*/ 3608975 h 4882701"/>
                <a:gd name="connsiteX631" fmla="*/ 439887 w 4954903"/>
                <a:gd name="connsiteY631" fmla="*/ 3597327 h 4882701"/>
                <a:gd name="connsiteX632" fmla="*/ 428491 w 4954903"/>
                <a:gd name="connsiteY632" fmla="*/ 3584159 h 4882701"/>
                <a:gd name="connsiteX633" fmla="*/ 427985 w 4954903"/>
                <a:gd name="connsiteY633" fmla="*/ 3584159 h 4882701"/>
                <a:gd name="connsiteX634" fmla="*/ 439633 w 4954903"/>
                <a:gd name="connsiteY634" fmla="*/ 3608975 h 4882701"/>
                <a:gd name="connsiteX635" fmla="*/ 4631028 w 4954903"/>
                <a:gd name="connsiteY635" fmla="*/ 3636070 h 4882701"/>
                <a:gd name="connsiteX636" fmla="*/ 4617354 w 4954903"/>
                <a:gd name="connsiteY636" fmla="*/ 3660126 h 4882701"/>
                <a:gd name="connsiteX637" fmla="*/ 4625710 w 4954903"/>
                <a:gd name="connsiteY637" fmla="*/ 3650251 h 4882701"/>
                <a:gd name="connsiteX638" fmla="*/ 4631028 w 4954903"/>
                <a:gd name="connsiteY638" fmla="*/ 3636070 h 4882701"/>
                <a:gd name="connsiteX639" fmla="*/ 4616088 w 4954903"/>
                <a:gd name="connsiteY639" fmla="*/ 3646959 h 4882701"/>
                <a:gd name="connsiteX640" fmla="*/ 4620899 w 4954903"/>
                <a:gd name="connsiteY640" fmla="*/ 3632778 h 4882701"/>
                <a:gd name="connsiteX641" fmla="*/ 4607225 w 4954903"/>
                <a:gd name="connsiteY641" fmla="*/ 3656835 h 4882701"/>
                <a:gd name="connsiteX642" fmla="*/ 4616088 w 4954903"/>
                <a:gd name="connsiteY642" fmla="*/ 3646959 h 4882701"/>
                <a:gd name="connsiteX643" fmla="*/ 4591272 w 4954903"/>
                <a:gd name="connsiteY643" fmla="*/ 3640122 h 4882701"/>
                <a:gd name="connsiteX644" fmla="*/ 4595070 w 4954903"/>
                <a:gd name="connsiteY644" fmla="*/ 3625941 h 4882701"/>
                <a:gd name="connsiteX645" fmla="*/ 4581143 w 4954903"/>
                <a:gd name="connsiteY645" fmla="*/ 3649744 h 4882701"/>
                <a:gd name="connsiteX646" fmla="*/ 4591272 w 4954903"/>
                <a:gd name="connsiteY646" fmla="*/ 3640122 h 4882701"/>
                <a:gd name="connsiteX647" fmla="*/ 3498096 w 4954903"/>
                <a:gd name="connsiteY647" fmla="*/ 3531741 h 4882701"/>
                <a:gd name="connsiteX648" fmla="*/ 3483662 w 4954903"/>
                <a:gd name="connsiteY648" fmla="*/ 3551746 h 4882701"/>
                <a:gd name="connsiteX649" fmla="*/ 3506452 w 4954903"/>
                <a:gd name="connsiteY649" fmla="*/ 3545922 h 4882701"/>
                <a:gd name="connsiteX650" fmla="*/ 3498096 w 4954903"/>
                <a:gd name="connsiteY650" fmla="*/ 3531741 h 4882701"/>
                <a:gd name="connsiteX651" fmla="*/ 2108645 w 4954903"/>
                <a:gd name="connsiteY651" fmla="*/ 3506419 h 4882701"/>
                <a:gd name="connsiteX652" fmla="*/ 2093705 w 4954903"/>
                <a:gd name="connsiteY652" fmla="*/ 3492238 h 4882701"/>
                <a:gd name="connsiteX653" fmla="*/ 2083829 w 4954903"/>
                <a:gd name="connsiteY653" fmla="*/ 3512749 h 4882701"/>
                <a:gd name="connsiteX654" fmla="*/ 2108645 w 4954903"/>
                <a:gd name="connsiteY654" fmla="*/ 3506419 h 4882701"/>
                <a:gd name="connsiteX655" fmla="*/ 1574339 w 4954903"/>
                <a:gd name="connsiteY655" fmla="*/ 3504140 h 4882701"/>
                <a:gd name="connsiteX656" fmla="*/ 1559145 w 4954903"/>
                <a:gd name="connsiteY656" fmla="*/ 3490212 h 4882701"/>
                <a:gd name="connsiteX657" fmla="*/ 1557879 w 4954903"/>
                <a:gd name="connsiteY657" fmla="*/ 3490212 h 4882701"/>
                <a:gd name="connsiteX658" fmla="*/ 1554334 w 4954903"/>
                <a:gd name="connsiteY658" fmla="*/ 3511736 h 4882701"/>
                <a:gd name="connsiteX659" fmla="*/ 1574339 w 4954903"/>
                <a:gd name="connsiteY659" fmla="*/ 3504140 h 4882701"/>
                <a:gd name="connsiteX660" fmla="*/ 402662 w 4954903"/>
                <a:gd name="connsiteY660" fmla="*/ 3529715 h 4882701"/>
                <a:gd name="connsiteX661" fmla="*/ 402156 w 4954903"/>
                <a:gd name="connsiteY661" fmla="*/ 3529715 h 4882701"/>
                <a:gd name="connsiteX662" fmla="*/ 413298 w 4954903"/>
                <a:gd name="connsiteY662" fmla="*/ 3554531 h 4882701"/>
                <a:gd name="connsiteX663" fmla="*/ 414058 w 4954903"/>
                <a:gd name="connsiteY663" fmla="*/ 3542883 h 4882701"/>
                <a:gd name="connsiteX664" fmla="*/ 402662 w 4954903"/>
                <a:gd name="connsiteY664" fmla="*/ 3529715 h 4882701"/>
                <a:gd name="connsiteX665" fmla="*/ 392533 w 4954903"/>
                <a:gd name="connsiteY665" fmla="*/ 3557317 h 4882701"/>
                <a:gd name="connsiteX666" fmla="*/ 392787 w 4954903"/>
                <a:gd name="connsiteY666" fmla="*/ 3545669 h 4882701"/>
                <a:gd name="connsiteX667" fmla="*/ 381645 w 4954903"/>
                <a:gd name="connsiteY667" fmla="*/ 3532501 h 4882701"/>
                <a:gd name="connsiteX668" fmla="*/ 381138 w 4954903"/>
                <a:gd name="connsiteY668" fmla="*/ 3532501 h 4882701"/>
                <a:gd name="connsiteX669" fmla="*/ 392533 w 4954903"/>
                <a:gd name="connsiteY669" fmla="*/ 3557317 h 4882701"/>
                <a:gd name="connsiteX670" fmla="*/ 4654578 w 4954903"/>
                <a:gd name="connsiteY670" fmla="*/ 3609988 h 4882701"/>
                <a:gd name="connsiteX671" fmla="*/ 4662175 w 4954903"/>
                <a:gd name="connsiteY671" fmla="*/ 3599859 h 4882701"/>
                <a:gd name="connsiteX672" fmla="*/ 4662175 w 4954903"/>
                <a:gd name="connsiteY672" fmla="*/ 3599859 h 4882701"/>
                <a:gd name="connsiteX673" fmla="*/ 4667493 w 4954903"/>
                <a:gd name="connsiteY673" fmla="*/ 3585425 h 4882701"/>
                <a:gd name="connsiteX674" fmla="*/ 4654578 w 4954903"/>
                <a:gd name="connsiteY674" fmla="*/ 3609988 h 4882701"/>
                <a:gd name="connsiteX675" fmla="*/ 4659136 w 4954903"/>
                <a:gd name="connsiteY675" fmla="*/ 3582133 h 4882701"/>
                <a:gd name="connsiteX676" fmla="*/ 4646222 w 4954903"/>
                <a:gd name="connsiteY676" fmla="*/ 3606443 h 4882701"/>
                <a:gd name="connsiteX677" fmla="*/ 4654325 w 4954903"/>
                <a:gd name="connsiteY677" fmla="*/ 3596567 h 4882701"/>
                <a:gd name="connsiteX678" fmla="*/ 4659136 w 4954903"/>
                <a:gd name="connsiteY678" fmla="*/ 3582133 h 4882701"/>
                <a:gd name="connsiteX679" fmla="*/ 4649007 w 4954903"/>
                <a:gd name="connsiteY679" fmla="*/ 3578588 h 4882701"/>
                <a:gd name="connsiteX680" fmla="*/ 4635840 w 4954903"/>
                <a:gd name="connsiteY680" fmla="*/ 3602898 h 4882701"/>
                <a:gd name="connsiteX681" fmla="*/ 4644449 w 4954903"/>
                <a:gd name="connsiteY681" fmla="*/ 3593022 h 4882701"/>
                <a:gd name="connsiteX682" fmla="*/ 4649007 w 4954903"/>
                <a:gd name="connsiteY682" fmla="*/ 3578588 h 4882701"/>
                <a:gd name="connsiteX683" fmla="*/ 4427941 w 4954903"/>
                <a:gd name="connsiteY683" fmla="*/ 3541110 h 4882701"/>
                <a:gd name="connsiteX684" fmla="*/ 4413760 w 4954903"/>
                <a:gd name="connsiteY684" fmla="*/ 3563647 h 4882701"/>
                <a:gd name="connsiteX685" fmla="*/ 4427941 w 4954903"/>
                <a:gd name="connsiteY685" fmla="*/ 3555798 h 4882701"/>
                <a:gd name="connsiteX686" fmla="*/ 4427941 w 4954903"/>
                <a:gd name="connsiteY686" fmla="*/ 3541110 h 4882701"/>
                <a:gd name="connsiteX687" fmla="*/ 4398567 w 4954903"/>
                <a:gd name="connsiteY687" fmla="*/ 3537819 h 4882701"/>
                <a:gd name="connsiteX688" fmla="*/ 4384386 w 4954903"/>
                <a:gd name="connsiteY688" fmla="*/ 3560356 h 4882701"/>
                <a:gd name="connsiteX689" fmla="*/ 4399073 w 4954903"/>
                <a:gd name="connsiteY689" fmla="*/ 3552505 h 4882701"/>
                <a:gd name="connsiteX690" fmla="*/ 4398567 w 4954903"/>
                <a:gd name="connsiteY690" fmla="*/ 3537819 h 4882701"/>
                <a:gd name="connsiteX691" fmla="*/ 3564441 w 4954903"/>
                <a:gd name="connsiteY691" fmla="*/ 3478817 h 4882701"/>
                <a:gd name="connsiteX692" fmla="*/ 3549753 w 4954903"/>
                <a:gd name="connsiteY692" fmla="*/ 3499075 h 4882701"/>
                <a:gd name="connsiteX693" fmla="*/ 3572544 w 4954903"/>
                <a:gd name="connsiteY693" fmla="*/ 3493251 h 4882701"/>
                <a:gd name="connsiteX694" fmla="*/ 3564441 w 4954903"/>
                <a:gd name="connsiteY694" fmla="*/ 3478817 h 4882701"/>
                <a:gd name="connsiteX695" fmla="*/ 1841239 w 4954903"/>
                <a:gd name="connsiteY695" fmla="*/ 3434756 h 4882701"/>
                <a:gd name="connsiteX696" fmla="*/ 1832882 w 4954903"/>
                <a:gd name="connsiteY696" fmla="*/ 3455520 h 4882701"/>
                <a:gd name="connsiteX697" fmla="*/ 1856685 w 4954903"/>
                <a:gd name="connsiteY697" fmla="*/ 3448936 h 4882701"/>
                <a:gd name="connsiteX698" fmla="*/ 1841239 w 4954903"/>
                <a:gd name="connsiteY698" fmla="*/ 3434756 h 4882701"/>
                <a:gd name="connsiteX699" fmla="*/ 1781224 w 4954903"/>
                <a:gd name="connsiteY699" fmla="*/ 3434503 h 4882701"/>
                <a:gd name="connsiteX700" fmla="*/ 1773374 w 4954903"/>
                <a:gd name="connsiteY700" fmla="*/ 3455520 h 4882701"/>
                <a:gd name="connsiteX701" fmla="*/ 1796671 w 4954903"/>
                <a:gd name="connsiteY701" fmla="*/ 3448683 h 4882701"/>
                <a:gd name="connsiteX702" fmla="*/ 1781224 w 4954903"/>
                <a:gd name="connsiteY702" fmla="*/ 3434503 h 4882701"/>
                <a:gd name="connsiteX703" fmla="*/ 1346182 w 4954903"/>
                <a:gd name="connsiteY703" fmla="*/ 3449949 h 4882701"/>
                <a:gd name="connsiteX704" fmla="*/ 1330989 w 4954903"/>
                <a:gd name="connsiteY704" fmla="*/ 3436022 h 4882701"/>
                <a:gd name="connsiteX705" fmla="*/ 1329722 w 4954903"/>
                <a:gd name="connsiteY705" fmla="*/ 3436022 h 4882701"/>
                <a:gd name="connsiteX706" fmla="*/ 1328456 w 4954903"/>
                <a:gd name="connsiteY706" fmla="*/ 3458559 h 4882701"/>
                <a:gd name="connsiteX707" fmla="*/ 1346182 w 4954903"/>
                <a:gd name="connsiteY707" fmla="*/ 3449949 h 4882701"/>
                <a:gd name="connsiteX708" fmla="*/ 330240 w 4954903"/>
                <a:gd name="connsiteY708" fmla="*/ 3507178 h 4882701"/>
                <a:gd name="connsiteX709" fmla="*/ 329987 w 4954903"/>
                <a:gd name="connsiteY709" fmla="*/ 3495277 h 4882701"/>
                <a:gd name="connsiteX710" fmla="*/ 319858 w 4954903"/>
                <a:gd name="connsiteY710" fmla="*/ 3481856 h 4882701"/>
                <a:gd name="connsiteX711" fmla="*/ 319604 w 4954903"/>
                <a:gd name="connsiteY711" fmla="*/ 3482109 h 4882701"/>
                <a:gd name="connsiteX712" fmla="*/ 330240 w 4954903"/>
                <a:gd name="connsiteY712" fmla="*/ 3507178 h 4882701"/>
                <a:gd name="connsiteX713" fmla="*/ 314033 w 4954903"/>
                <a:gd name="connsiteY713" fmla="*/ 3509711 h 4882701"/>
                <a:gd name="connsiteX714" fmla="*/ 313274 w 4954903"/>
                <a:gd name="connsiteY714" fmla="*/ 3497809 h 4882701"/>
                <a:gd name="connsiteX715" fmla="*/ 303398 w 4954903"/>
                <a:gd name="connsiteY715" fmla="*/ 3484388 h 4882701"/>
                <a:gd name="connsiteX716" fmla="*/ 303145 w 4954903"/>
                <a:gd name="connsiteY716" fmla="*/ 3484641 h 4882701"/>
                <a:gd name="connsiteX717" fmla="*/ 314033 w 4954903"/>
                <a:gd name="connsiteY717" fmla="*/ 3509711 h 4882701"/>
                <a:gd name="connsiteX718" fmla="*/ 288458 w 4954903"/>
                <a:gd name="connsiteY718" fmla="*/ 3487427 h 4882701"/>
                <a:gd name="connsiteX719" fmla="*/ 299346 w 4954903"/>
                <a:gd name="connsiteY719" fmla="*/ 3512496 h 4882701"/>
                <a:gd name="connsiteX720" fmla="*/ 298080 w 4954903"/>
                <a:gd name="connsiteY720" fmla="*/ 3500594 h 4882701"/>
                <a:gd name="connsiteX721" fmla="*/ 288458 w 4954903"/>
                <a:gd name="connsiteY721" fmla="*/ 3487427 h 4882701"/>
                <a:gd name="connsiteX722" fmla="*/ 4650780 w 4954903"/>
                <a:gd name="connsiteY722" fmla="*/ 3544656 h 4882701"/>
                <a:gd name="connsiteX723" fmla="*/ 4659643 w 4954903"/>
                <a:gd name="connsiteY723" fmla="*/ 3535033 h 4882701"/>
                <a:gd name="connsiteX724" fmla="*/ 4663188 w 4954903"/>
                <a:gd name="connsiteY724" fmla="*/ 3520346 h 4882701"/>
                <a:gd name="connsiteX725" fmla="*/ 4650780 w 4954903"/>
                <a:gd name="connsiteY725" fmla="*/ 3544656 h 4882701"/>
                <a:gd name="connsiteX726" fmla="*/ 4438323 w 4954903"/>
                <a:gd name="connsiteY726" fmla="*/ 3508698 h 4882701"/>
                <a:gd name="connsiteX727" fmla="*/ 4452504 w 4954903"/>
                <a:gd name="connsiteY727" fmla="*/ 3500594 h 4882701"/>
                <a:gd name="connsiteX728" fmla="*/ 4451997 w 4954903"/>
                <a:gd name="connsiteY728" fmla="*/ 3485907 h 4882701"/>
                <a:gd name="connsiteX729" fmla="*/ 4438323 w 4954903"/>
                <a:gd name="connsiteY729" fmla="*/ 3508698 h 4882701"/>
                <a:gd name="connsiteX730" fmla="*/ 4423636 w 4954903"/>
                <a:gd name="connsiteY730" fmla="*/ 3497302 h 4882701"/>
                <a:gd name="connsiteX731" fmla="*/ 4422623 w 4954903"/>
                <a:gd name="connsiteY731" fmla="*/ 3482615 h 4882701"/>
                <a:gd name="connsiteX732" fmla="*/ 4408949 w 4954903"/>
                <a:gd name="connsiteY732" fmla="*/ 3505405 h 4882701"/>
                <a:gd name="connsiteX733" fmla="*/ 4423636 w 4954903"/>
                <a:gd name="connsiteY733" fmla="*/ 3497302 h 4882701"/>
                <a:gd name="connsiteX734" fmla="*/ 4392996 w 4954903"/>
                <a:gd name="connsiteY734" fmla="*/ 3494010 h 4882701"/>
                <a:gd name="connsiteX735" fmla="*/ 4391730 w 4954903"/>
                <a:gd name="connsiteY735" fmla="*/ 3479323 h 4882701"/>
                <a:gd name="connsiteX736" fmla="*/ 4378056 w 4954903"/>
                <a:gd name="connsiteY736" fmla="*/ 3502114 h 4882701"/>
                <a:gd name="connsiteX737" fmla="*/ 4392996 w 4954903"/>
                <a:gd name="connsiteY737" fmla="*/ 3494010 h 4882701"/>
                <a:gd name="connsiteX738" fmla="*/ 4359570 w 4954903"/>
                <a:gd name="connsiteY738" fmla="*/ 3476032 h 4882701"/>
                <a:gd name="connsiteX739" fmla="*/ 4345643 w 4954903"/>
                <a:gd name="connsiteY739" fmla="*/ 3498062 h 4882701"/>
                <a:gd name="connsiteX740" fmla="*/ 4361343 w 4954903"/>
                <a:gd name="connsiteY740" fmla="*/ 3490719 h 4882701"/>
                <a:gd name="connsiteX741" fmla="*/ 4359570 w 4954903"/>
                <a:gd name="connsiteY741" fmla="*/ 3476032 h 4882701"/>
                <a:gd name="connsiteX742" fmla="*/ 3630533 w 4954903"/>
                <a:gd name="connsiteY742" fmla="*/ 3425386 h 4882701"/>
                <a:gd name="connsiteX743" fmla="*/ 3616099 w 4954903"/>
                <a:gd name="connsiteY743" fmla="*/ 3445898 h 4882701"/>
                <a:gd name="connsiteX744" fmla="*/ 3638636 w 4954903"/>
                <a:gd name="connsiteY744" fmla="*/ 3440074 h 4882701"/>
                <a:gd name="connsiteX745" fmla="*/ 3630533 w 4954903"/>
                <a:gd name="connsiteY745" fmla="*/ 3425386 h 4882701"/>
                <a:gd name="connsiteX746" fmla="*/ 1179053 w 4954903"/>
                <a:gd name="connsiteY746" fmla="*/ 3395506 h 4882701"/>
                <a:gd name="connsiteX747" fmla="*/ 1164366 w 4954903"/>
                <a:gd name="connsiteY747" fmla="*/ 3381325 h 4882701"/>
                <a:gd name="connsiteX748" fmla="*/ 1163100 w 4954903"/>
                <a:gd name="connsiteY748" fmla="*/ 3381325 h 4882701"/>
                <a:gd name="connsiteX749" fmla="*/ 1162593 w 4954903"/>
                <a:gd name="connsiteY749" fmla="*/ 3404369 h 4882701"/>
                <a:gd name="connsiteX750" fmla="*/ 1179053 w 4954903"/>
                <a:gd name="connsiteY750" fmla="*/ 3395506 h 4882701"/>
                <a:gd name="connsiteX751" fmla="*/ 4723456 w 4954903"/>
                <a:gd name="connsiteY751" fmla="*/ 3510723 h 4882701"/>
                <a:gd name="connsiteX752" fmla="*/ 4729027 w 4954903"/>
                <a:gd name="connsiteY752" fmla="*/ 3500088 h 4882701"/>
                <a:gd name="connsiteX753" fmla="*/ 4735104 w 4954903"/>
                <a:gd name="connsiteY753" fmla="*/ 3485148 h 4882701"/>
                <a:gd name="connsiteX754" fmla="*/ 4735104 w 4954903"/>
                <a:gd name="connsiteY754" fmla="*/ 3485148 h 4882701"/>
                <a:gd name="connsiteX755" fmla="*/ 4723456 w 4954903"/>
                <a:gd name="connsiteY755" fmla="*/ 3510723 h 4882701"/>
                <a:gd name="connsiteX756" fmla="*/ 4727254 w 4954903"/>
                <a:gd name="connsiteY756" fmla="*/ 3478310 h 4882701"/>
                <a:gd name="connsiteX757" fmla="*/ 4715606 w 4954903"/>
                <a:gd name="connsiteY757" fmla="*/ 3503886 h 4882701"/>
                <a:gd name="connsiteX758" fmla="*/ 4722189 w 4954903"/>
                <a:gd name="connsiteY758" fmla="*/ 3493251 h 4882701"/>
                <a:gd name="connsiteX759" fmla="*/ 4727254 w 4954903"/>
                <a:gd name="connsiteY759" fmla="*/ 3478310 h 4882701"/>
                <a:gd name="connsiteX760" fmla="*/ 4720417 w 4954903"/>
                <a:gd name="connsiteY760" fmla="*/ 3475018 h 4882701"/>
                <a:gd name="connsiteX761" fmla="*/ 4708515 w 4954903"/>
                <a:gd name="connsiteY761" fmla="*/ 3500341 h 4882701"/>
                <a:gd name="connsiteX762" fmla="*/ 4715606 w 4954903"/>
                <a:gd name="connsiteY762" fmla="*/ 3489959 h 4882701"/>
                <a:gd name="connsiteX763" fmla="*/ 4720417 w 4954903"/>
                <a:gd name="connsiteY763" fmla="*/ 3475018 h 4882701"/>
                <a:gd name="connsiteX764" fmla="*/ 4711807 w 4954903"/>
                <a:gd name="connsiteY764" fmla="*/ 3471473 h 4882701"/>
                <a:gd name="connsiteX765" fmla="*/ 4699906 w 4954903"/>
                <a:gd name="connsiteY765" fmla="*/ 3496543 h 4882701"/>
                <a:gd name="connsiteX766" fmla="*/ 4707502 w 4954903"/>
                <a:gd name="connsiteY766" fmla="*/ 3486414 h 4882701"/>
                <a:gd name="connsiteX767" fmla="*/ 4711807 w 4954903"/>
                <a:gd name="connsiteY767" fmla="*/ 3471473 h 4882701"/>
                <a:gd name="connsiteX768" fmla="*/ 4701172 w 4954903"/>
                <a:gd name="connsiteY768" fmla="*/ 3467928 h 4882701"/>
                <a:gd name="connsiteX769" fmla="*/ 4689270 w 4954903"/>
                <a:gd name="connsiteY769" fmla="*/ 3492998 h 4882701"/>
                <a:gd name="connsiteX770" fmla="*/ 4697373 w 4954903"/>
                <a:gd name="connsiteY770" fmla="*/ 3482868 h 4882701"/>
                <a:gd name="connsiteX771" fmla="*/ 4701172 w 4954903"/>
                <a:gd name="connsiteY771" fmla="*/ 3467928 h 4882701"/>
                <a:gd name="connsiteX772" fmla="*/ 4446680 w 4954903"/>
                <a:gd name="connsiteY772" fmla="*/ 3441593 h 4882701"/>
                <a:gd name="connsiteX773" fmla="*/ 4445414 w 4954903"/>
                <a:gd name="connsiteY773" fmla="*/ 3426399 h 4882701"/>
                <a:gd name="connsiteX774" fmla="*/ 4431993 w 4954903"/>
                <a:gd name="connsiteY774" fmla="*/ 3449696 h 4882701"/>
                <a:gd name="connsiteX775" fmla="*/ 4446680 w 4954903"/>
                <a:gd name="connsiteY775" fmla="*/ 3441593 h 4882701"/>
                <a:gd name="connsiteX776" fmla="*/ 4415786 w 4954903"/>
                <a:gd name="connsiteY776" fmla="*/ 3438048 h 4882701"/>
                <a:gd name="connsiteX777" fmla="*/ 4414267 w 4954903"/>
                <a:gd name="connsiteY777" fmla="*/ 3422854 h 4882701"/>
                <a:gd name="connsiteX778" fmla="*/ 4400846 w 4954903"/>
                <a:gd name="connsiteY778" fmla="*/ 3446151 h 4882701"/>
                <a:gd name="connsiteX779" fmla="*/ 4415786 w 4954903"/>
                <a:gd name="connsiteY779" fmla="*/ 3438048 h 4882701"/>
                <a:gd name="connsiteX780" fmla="*/ 4350201 w 4954903"/>
                <a:gd name="connsiteY780" fmla="*/ 3431464 h 4882701"/>
                <a:gd name="connsiteX781" fmla="*/ 4347669 w 4954903"/>
                <a:gd name="connsiteY781" fmla="*/ 3416270 h 4882701"/>
                <a:gd name="connsiteX782" fmla="*/ 4333994 w 4954903"/>
                <a:gd name="connsiteY782" fmla="*/ 3438807 h 4882701"/>
                <a:gd name="connsiteX783" fmla="*/ 4350201 w 4954903"/>
                <a:gd name="connsiteY783" fmla="*/ 3431464 h 4882701"/>
                <a:gd name="connsiteX784" fmla="*/ 3644460 w 4954903"/>
                <a:gd name="connsiteY784" fmla="*/ 3368664 h 4882701"/>
                <a:gd name="connsiteX785" fmla="*/ 3630026 w 4954903"/>
                <a:gd name="connsiteY785" fmla="*/ 3389681 h 4882701"/>
                <a:gd name="connsiteX786" fmla="*/ 3652563 w 4954903"/>
                <a:gd name="connsiteY786" fmla="*/ 3383857 h 4882701"/>
                <a:gd name="connsiteX787" fmla="*/ 3644460 w 4954903"/>
                <a:gd name="connsiteY787" fmla="*/ 3368664 h 4882701"/>
                <a:gd name="connsiteX788" fmla="*/ 1217037 w 4954903"/>
                <a:gd name="connsiteY788" fmla="*/ 3337770 h 4882701"/>
                <a:gd name="connsiteX789" fmla="*/ 1202097 w 4954903"/>
                <a:gd name="connsiteY789" fmla="*/ 3323336 h 4882701"/>
                <a:gd name="connsiteX790" fmla="*/ 1200830 w 4954903"/>
                <a:gd name="connsiteY790" fmla="*/ 3323336 h 4882701"/>
                <a:gd name="connsiteX791" fmla="*/ 1199564 w 4954903"/>
                <a:gd name="connsiteY791" fmla="*/ 3346633 h 4882701"/>
                <a:gd name="connsiteX792" fmla="*/ 1217037 w 4954903"/>
                <a:gd name="connsiteY792" fmla="*/ 3337770 h 4882701"/>
                <a:gd name="connsiteX793" fmla="*/ 1165885 w 4954903"/>
                <a:gd name="connsiteY793" fmla="*/ 3338530 h 4882701"/>
                <a:gd name="connsiteX794" fmla="*/ 1151198 w 4954903"/>
                <a:gd name="connsiteY794" fmla="*/ 3324096 h 4882701"/>
                <a:gd name="connsiteX795" fmla="*/ 1149932 w 4954903"/>
                <a:gd name="connsiteY795" fmla="*/ 3324096 h 4882701"/>
                <a:gd name="connsiteX796" fmla="*/ 1148919 w 4954903"/>
                <a:gd name="connsiteY796" fmla="*/ 3347393 h 4882701"/>
                <a:gd name="connsiteX797" fmla="*/ 1165885 w 4954903"/>
                <a:gd name="connsiteY797" fmla="*/ 3338530 h 4882701"/>
                <a:gd name="connsiteX798" fmla="*/ 1115747 w 4954903"/>
                <a:gd name="connsiteY798" fmla="*/ 3339289 h 4882701"/>
                <a:gd name="connsiteX799" fmla="*/ 1101059 w 4954903"/>
                <a:gd name="connsiteY799" fmla="*/ 3324856 h 4882701"/>
                <a:gd name="connsiteX800" fmla="*/ 1099793 w 4954903"/>
                <a:gd name="connsiteY800" fmla="*/ 3324856 h 4882701"/>
                <a:gd name="connsiteX801" fmla="*/ 1099287 w 4954903"/>
                <a:gd name="connsiteY801" fmla="*/ 3348152 h 4882701"/>
                <a:gd name="connsiteX802" fmla="*/ 1115747 w 4954903"/>
                <a:gd name="connsiteY802" fmla="*/ 3339289 h 4882701"/>
                <a:gd name="connsiteX803" fmla="*/ 223885 w 4954903"/>
                <a:gd name="connsiteY803" fmla="*/ 3394239 h 4882701"/>
                <a:gd name="connsiteX804" fmla="*/ 215529 w 4954903"/>
                <a:gd name="connsiteY804" fmla="*/ 3380565 h 4882701"/>
                <a:gd name="connsiteX805" fmla="*/ 225404 w 4954903"/>
                <a:gd name="connsiteY805" fmla="*/ 3406394 h 4882701"/>
                <a:gd name="connsiteX806" fmla="*/ 223885 w 4954903"/>
                <a:gd name="connsiteY806" fmla="*/ 3394239 h 4882701"/>
                <a:gd name="connsiteX807" fmla="*/ 213249 w 4954903"/>
                <a:gd name="connsiteY807" fmla="*/ 3397025 h 4882701"/>
                <a:gd name="connsiteX808" fmla="*/ 205146 w 4954903"/>
                <a:gd name="connsiteY808" fmla="*/ 3383351 h 4882701"/>
                <a:gd name="connsiteX809" fmla="*/ 215275 w 4954903"/>
                <a:gd name="connsiteY809" fmla="*/ 3409180 h 4882701"/>
                <a:gd name="connsiteX810" fmla="*/ 213249 w 4954903"/>
                <a:gd name="connsiteY810" fmla="*/ 3397025 h 4882701"/>
                <a:gd name="connsiteX811" fmla="*/ 204133 w 4954903"/>
                <a:gd name="connsiteY811" fmla="*/ 3400064 h 4882701"/>
                <a:gd name="connsiteX812" fmla="*/ 196537 w 4954903"/>
                <a:gd name="connsiteY812" fmla="*/ 3386389 h 4882701"/>
                <a:gd name="connsiteX813" fmla="*/ 206919 w 4954903"/>
                <a:gd name="connsiteY813" fmla="*/ 3412472 h 4882701"/>
                <a:gd name="connsiteX814" fmla="*/ 204133 w 4954903"/>
                <a:gd name="connsiteY814" fmla="*/ 3400064 h 4882701"/>
                <a:gd name="connsiteX815" fmla="*/ 189446 w 4954903"/>
                <a:gd name="connsiteY815" fmla="*/ 3389175 h 4882701"/>
                <a:gd name="connsiteX816" fmla="*/ 200082 w 4954903"/>
                <a:gd name="connsiteY816" fmla="*/ 3415257 h 4882701"/>
                <a:gd name="connsiteX817" fmla="*/ 196790 w 4954903"/>
                <a:gd name="connsiteY817" fmla="*/ 3403102 h 4882701"/>
                <a:gd name="connsiteX818" fmla="*/ 189446 w 4954903"/>
                <a:gd name="connsiteY818" fmla="*/ 3389175 h 4882701"/>
                <a:gd name="connsiteX819" fmla="*/ 4749791 w 4954903"/>
                <a:gd name="connsiteY819" fmla="*/ 3458052 h 4882701"/>
                <a:gd name="connsiteX820" fmla="*/ 4754856 w 4954903"/>
                <a:gd name="connsiteY820" fmla="*/ 3447417 h 4882701"/>
                <a:gd name="connsiteX821" fmla="*/ 4760933 w 4954903"/>
                <a:gd name="connsiteY821" fmla="*/ 3432223 h 4882701"/>
                <a:gd name="connsiteX822" fmla="*/ 4760933 w 4954903"/>
                <a:gd name="connsiteY822" fmla="*/ 3432223 h 4882701"/>
                <a:gd name="connsiteX823" fmla="*/ 4749791 w 4954903"/>
                <a:gd name="connsiteY823" fmla="*/ 3458052 h 4882701"/>
                <a:gd name="connsiteX824" fmla="*/ 4744726 w 4954903"/>
                <a:gd name="connsiteY824" fmla="*/ 3418802 h 4882701"/>
                <a:gd name="connsiteX825" fmla="*/ 4733584 w 4954903"/>
                <a:gd name="connsiteY825" fmla="*/ 3444631 h 4882701"/>
                <a:gd name="connsiteX826" fmla="*/ 4740422 w 4954903"/>
                <a:gd name="connsiteY826" fmla="*/ 3433996 h 4882701"/>
                <a:gd name="connsiteX827" fmla="*/ 4744726 w 4954903"/>
                <a:gd name="connsiteY827" fmla="*/ 3418802 h 4882701"/>
                <a:gd name="connsiteX828" fmla="*/ 4732065 w 4954903"/>
                <a:gd name="connsiteY828" fmla="*/ 3430451 h 4882701"/>
                <a:gd name="connsiteX829" fmla="*/ 4735864 w 4954903"/>
                <a:gd name="connsiteY829" fmla="*/ 3415257 h 4882701"/>
                <a:gd name="connsiteX830" fmla="*/ 4724469 w 4954903"/>
                <a:gd name="connsiteY830" fmla="*/ 3440833 h 4882701"/>
                <a:gd name="connsiteX831" fmla="*/ 4732065 w 4954903"/>
                <a:gd name="connsiteY831" fmla="*/ 3430451 h 4882701"/>
                <a:gd name="connsiteX832" fmla="*/ 4466938 w 4954903"/>
                <a:gd name="connsiteY832" fmla="*/ 3369677 h 4882701"/>
                <a:gd name="connsiteX833" fmla="*/ 4454023 w 4954903"/>
                <a:gd name="connsiteY833" fmla="*/ 3393227 h 4882701"/>
                <a:gd name="connsiteX834" fmla="*/ 4468457 w 4954903"/>
                <a:gd name="connsiteY834" fmla="*/ 3385123 h 4882701"/>
                <a:gd name="connsiteX835" fmla="*/ 4466938 w 4954903"/>
                <a:gd name="connsiteY835" fmla="*/ 3369677 h 4882701"/>
                <a:gd name="connsiteX836" fmla="*/ 4368180 w 4954903"/>
                <a:gd name="connsiteY836" fmla="*/ 3359547 h 4882701"/>
                <a:gd name="connsiteX837" fmla="*/ 4354759 w 4954903"/>
                <a:gd name="connsiteY837" fmla="*/ 3382338 h 4882701"/>
                <a:gd name="connsiteX838" fmla="*/ 4370965 w 4954903"/>
                <a:gd name="connsiteY838" fmla="*/ 3374994 h 4882701"/>
                <a:gd name="connsiteX839" fmla="*/ 4368180 w 4954903"/>
                <a:gd name="connsiteY839" fmla="*/ 3359547 h 4882701"/>
                <a:gd name="connsiteX840" fmla="*/ 4332728 w 4954903"/>
                <a:gd name="connsiteY840" fmla="*/ 3356255 h 4882701"/>
                <a:gd name="connsiteX841" fmla="*/ 4319307 w 4954903"/>
                <a:gd name="connsiteY841" fmla="*/ 3379046 h 4882701"/>
                <a:gd name="connsiteX842" fmla="*/ 4336020 w 4954903"/>
                <a:gd name="connsiteY842" fmla="*/ 3371702 h 4882701"/>
                <a:gd name="connsiteX843" fmla="*/ 4332728 w 4954903"/>
                <a:gd name="connsiteY843" fmla="*/ 3356255 h 4882701"/>
                <a:gd name="connsiteX844" fmla="*/ 3761197 w 4954903"/>
                <a:gd name="connsiteY844" fmla="*/ 3316752 h 4882701"/>
                <a:gd name="connsiteX845" fmla="*/ 3747017 w 4954903"/>
                <a:gd name="connsiteY845" fmla="*/ 3337770 h 4882701"/>
                <a:gd name="connsiteX846" fmla="*/ 3769301 w 4954903"/>
                <a:gd name="connsiteY846" fmla="*/ 3331946 h 4882701"/>
                <a:gd name="connsiteX847" fmla="*/ 3761197 w 4954903"/>
                <a:gd name="connsiteY847" fmla="*/ 3316752 h 4882701"/>
                <a:gd name="connsiteX848" fmla="*/ 3657881 w 4954903"/>
                <a:gd name="connsiteY848" fmla="*/ 3311181 h 4882701"/>
                <a:gd name="connsiteX849" fmla="*/ 3643700 w 4954903"/>
                <a:gd name="connsiteY849" fmla="*/ 3332453 h 4882701"/>
                <a:gd name="connsiteX850" fmla="*/ 3666491 w 4954903"/>
                <a:gd name="connsiteY850" fmla="*/ 3326628 h 4882701"/>
                <a:gd name="connsiteX851" fmla="*/ 3657881 w 4954903"/>
                <a:gd name="connsiteY851" fmla="*/ 3311181 h 4882701"/>
                <a:gd name="connsiteX852" fmla="*/ 3394779 w 4954903"/>
                <a:gd name="connsiteY852" fmla="*/ 3313714 h 4882701"/>
                <a:gd name="connsiteX853" fmla="*/ 3384397 w 4954903"/>
                <a:gd name="connsiteY853" fmla="*/ 3298520 h 4882701"/>
                <a:gd name="connsiteX854" fmla="*/ 3370470 w 4954903"/>
                <a:gd name="connsiteY854" fmla="*/ 3319791 h 4882701"/>
                <a:gd name="connsiteX855" fmla="*/ 3394779 w 4954903"/>
                <a:gd name="connsiteY855" fmla="*/ 3313714 h 4882701"/>
                <a:gd name="connsiteX856" fmla="*/ 1102832 w 4954903"/>
                <a:gd name="connsiteY856" fmla="*/ 3281807 h 4882701"/>
                <a:gd name="connsiteX857" fmla="*/ 1088398 w 4954903"/>
                <a:gd name="connsiteY857" fmla="*/ 3267373 h 4882701"/>
                <a:gd name="connsiteX858" fmla="*/ 1087132 w 4954903"/>
                <a:gd name="connsiteY858" fmla="*/ 3267373 h 4882701"/>
                <a:gd name="connsiteX859" fmla="*/ 1086119 w 4954903"/>
                <a:gd name="connsiteY859" fmla="*/ 3290924 h 4882701"/>
                <a:gd name="connsiteX860" fmla="*/ 1102832 w 4954903"/>
                <a:gd name="connsiteY860" fmla="*/ 3281807 h 4882701"/>
                <a:gd name="connsiteX861" fmla="*/ 158553 w 4954903"/>
                <a:gd name="connsiteY861" fmla="*/ 3338530 h 4882701"/>
                <a:gd name="connsiteX862" fmla="*/ 168682 w 4954903"/>
                <a:gd name="connsiteY862" fmla="*/ 3364865 h 4882701"/>
                <a:gd name="connsiteX863" fmla="*/ 164883 w 4954903"/>
                <a:gd name="connsiteY863" fmla="*/ 3352457 h 4882701"/>
                <a:gd name="connsiteX864" fmla="*/ 158553 w 4954903"/>
                <a:gd name="connsiteY864" fmla="*/ 3338530 h 4882701"/>
                <a:gd name="connsiteX865" fmla="*/ 162604 w 4954903"/>
                <a:gd name="connsiteY865" fmla="*/ 3355496 h 4882701"/>
                <a:gd name="connsiteX866" fmla="*/ 156780 w 4954903"/>
                <a:gd name="connsiteY866" fmla="*/ 3341569 h 4882701"/>
                <a:gd name="connsiteX867" fmla="*/ 166909 w 4954903"/>
                <a:gd name="connsiteY867" fmla="*/ 3367904 h 4882701"/>
                <a:gd name="connsiteX868" fmla="*/ 162604 w 4954903"/>
                <a:gd name="connsiteY868" fmla="*/ 3355496 h 4882701"/>
                <a:gd name="connsiteX869" fmla="*/ 4745233 w 4954903"/>
                <a:gd name="connsiteY869" fmla="*/ 3369930 h 4882701"/>
                <a:gd name="connsiteX870" fmla="*/ 4748272 w 4954903"/>
                <a:gd name="connsiteY870" fmla="*/ 3354736 h 4882701"/>
                <a:gd name="connsiteX871" fmla="*/ 4737636 w 4954903"/>
                <a:gd name="connsiteY871" fmla="*/ 3380565 h 4882701"/>
                <a:gd name="connsiteX872" fmla="*/ 4745233 w 4954903"/>
                <a:gd name="connsiteY872" fmla="*/ 3369930 h 4882701"/>
                <a:gd name="connsiteX873" fmla="*/ 4735864 w 4954903"/>
                <a:gd name="connsiteY873" fmla="*/ 3351191 h 4882701"/>
                <a:gd name="connsiteX874" fmla="*/ 4724975 w 4954903"/>
                <a:gd name="connsiteY874" fmla="*/ 3376514 h 4882701"/>
                <a:gd name="connsiteX875" fmla="*/ 4733331 w 4954903"/>
                <a:gd name="connsiteY875" fmla="*/ 3366385 h 4882701"/>
                <a:gd name="connsiteX876" fmla="*/ 4735864 w 4954903"/>
                <a:gd name="connsiteY876" fmla="*/ 3351191 h 4882701"/>
                <a:gd name="connsiteX877" fmla="*/ 4489475 w 4954903"/>
                <a:gd name="connsiteY877" fmla="*/ 3327641 h 4882701"/>
                <a:gd name="connsiteX878" fmla="*/ 4487449 w 4954903"/>
                <a:gd name="connsiteY878" fmla="*/ 3312447 h 4882701"/>
                <a:gd name="connsiteX879" fmla="*/ 4475041 w 4954903"/>
                <a:gd name="connsiteY879" fmla="*/ 3336251 h 4882701"/>
                <a:gd name="connsiteX880" fmla="*/ 4489475 w 4954903"/>
                <a:gd name="connsiteY880" fmla="*/ 3327641 h 4882701"/>
                <a:gd name="connsiteX881" fmla="*/ 4355518 w 4954903"/>
                <a:gd name="connsiteY881" fmla="*/ 3313967 h 4882701"/>
                <a:gd name="connsiteX882" fmla="*/ 4351973 w 4954903"/>
                <a:gd name="connsiteY882" fmla="*/ 3298520 h 4882701"/>
                <a:gd name="connsiteX883" fmla="*/ 4339059 w 4954903"/>
                <a:gd name="connsiteY883" fmla="*/ 3321564 h 4882701"/>
                <a:gd name="connsiteX884" fmla="*/ 4355518 w 4954903"/>
                <a:gd name="connsiteY884" fmla="*/ 3313967 h 4882701"/>
                <a:gd name="connsiteX885" fmla="*/ 3626228 w 4954903"/>
                <a:gd name="connsiteY885" fmla="*/ 3265854 h 4882701"/>
                <a:gd name="connsiteX886" fmla="*/ 3617112 w 4954903"/>
                <a:gd name="connsiteY886" fmla="*/ 3250660 h 4882701"/>
                <a:gd name="connsiteX887" fmla="*/ 3602931 w 4954903"/>
                <a:gd name="connsiteY887" fmla="*/ 3271932 h 4882701"/>
                <a:gd name="connsiteX888" fmla="*/ 3626228 w 4954903"/>
                <a:gd name="connsiteY888" fmla="*/ 3265854 h 4882701"/>
                <a:gd name="connsiteX889" fmla="*/ 3572037 w 4954903"/>
                <a:gd name="connsiteY889" fmla="*/ 3263322 h 4882701"/>
                <a:gd name="connsiteX890" fmla="*/ 3562415 w 4954903"/>
                <a:gd name="connsiteY890" fmla="*/ 3248128 h 4882701"/>
                <a:gd name="connsiteX891" fmla="*/ 3548488 w 4954903"/>
                <a:gd name="connsiteY891" fmla="*/ 3269652 h 4882701"/>
                <a:gd name="connsiteX892" fmla="*/ 3572037 w 4954903"/>
                <a:gd name="connsiteY892" fmla="*/ 3263322 h 4882701"/>
                <a:gd name="connsiteX893" fmla="*/ 3517087 w 4954903"/>
                <a:gd name="connsiteY893" fmla="*/ 3260790 h 4882701"/>
                <a:gd name="connsiteX894" fmla="*/ 3507212 w 4954903"/>
                <a:gd name="connsiteY894" fmla="*/ 3245596 h 4882701"/>
                <a:gd name="connsiteX895" fmla="*/ 3493284 w 4954903"/>
                <a:gd name="connsiteY895" fmla="*/ 3267120 h 4882701"/>
                <a:gd name="connsiteX896" fmla="*/ 3517087 w 4954903"/>
                <a:gd name="connsiteY896" fmla="*/ 3260790 h 4882701"/>
                <a:gd name="connsiteX897" fmla="*/ 3404909 w 4954903"/>
                <a:gd name="connsiteY897" fmla="*/ 3255725 h 4882701"/>
                <a:gd name="connsiteX898" fmla="*/ 3394273 w 4954903"/>
                <a:gd name="connsiteY898" fmla="*/ 3240531 h 4882701"/>
                <a:gd name="connsiteX899" fmla="*/ 3380599 w 4954903"/>
                <a:gd name="connsiteY899" fmla="*/ 3262056 h 4882701"/>
                <a:gd name="connsiteX900" fmla="*/ 3404909 w 4954903"/>
                <a:gd name="connsiteY900" fmla="*/ 3255725 h 4882701"/>
                <a:gd name="connsiteX901" fmla="*/ 3347933 w 4954903"/>
                <a:gd name="connsiteY901" fmla="*/ 3253446 h 4882701"/>
                <a:gd name="connsiteX902" fmla="*/ 3337044 w 4954903"/>
                <a:gd name="connsiteY902" fmla="*/ 3238252 h 4882701"/>
                <a:gd name="connsiteX903" fmla="*/ 3323370 w 4954903"/>
                <a:gd name="connsiteY903" fmla="*/ 3259776 h 4882701"/>
                <a:gd name="connsiteX904" fmla="*/ 3347933 w 4954903"/>
                <a:gd name="connsiteY904" fmla="*/ 3253446 h 4882701"/>
                <a:gd name="connsiteX905" fmla="*/ 1090677 w 4954903"/>
                <a:gd name="connsiteY905" fmla="*/ 3223312 h 4882701"/>
                <a:gd name="connsiteX906" fmla="*/ 1076243 w 4954903"/>
                <a:gd name="connsiteY906" fmla="*/ 3208625 h 4882701"/>
                <a:gd name="connsiteX907" fmla="*/ 1074977 w 4954903"/>
                <a:gd name="connsiteY907" fmla="*/ 3208625 h 4882701"/>
                <a:gd name="connsiteX908" fmla="*/ 1073458 w 4954903"/>
                <a:gd name="connsiteY908" fmla="*/ 3232428 h 4882701"/>
                <a:gd name="connsiteX909" fmla="*/ 1090677 w 4954903"/>
                <a:gd name="connsiteY909" fmla="*/ 3223312 h 4882701"/>
                <a:gd name="connsiteX910" fmla="*/ 4796131 w 4954903"/>
                <a:gd name="connsiteY910" fmla="*/ 3344354 h 4882701"/>
                <a:gd name="connsiteX911" fmla="*/ 4800690 w 4954903"/>
                <a:gd name="connsiteY911" fmla="*/ 3333212 h 4882701"/>
                <a:gd name="connsiteX912" fmla="*/ 4806007 w 4954903"/>
                <a:gd name="connsiteY912" fmla="*/ 3318018 h 4882701"/>
                <a:gd name="connsiteX913" fmla="*/ 4806007 w 4954903"/>
                <a:gd name="connsiteY913" fmla="*/ 3318018 h 4882701"/>
                <a:gd name="connsiteX914" fmla="*/ 4796131 w 4954903"/>
                <a:gd name="connsiteY914" fmla="*/ 3344354 h 4882701"/>
                <a:gd name="connsiteX915" fmla="*/ 4754856 w 4954903"/>
                <a:gd name="connsiteY915" fmla="*/ 3308649 h 4882701"/>
                <a:gd name="connsiteX916" fmla="*/ 4757135 w 4954903"/>
                <a:gd name="connsiteY916" fmla="*/ 3293202 h 4882701"/>
                <a:gd name="connsiteX917" fmla="*/ 4747006 w 4954903"/>
                <a:gd name="connsiteY917" fmla="*/ 3319285 h 4882701"/>
                <a:gd name="connsiteX918" fmla="*/ 4754856 w 4954903"/>
                <a:gd name="connsiteY918" fmla="*/ 3308649 h 4882701"/>
                <a:gd name="connsiteX919" fmla="*/ 4742701 w 4954903"/>
                <a:gd name="connsiteY919" fmla="*/ 3289657 h 4882701"/>
                <a:gd name="connsiteX920" fmla="*/ 4732319 w 4954903"/>
                <a:gd name="connsiteY920" fmla="*/ 3315486 h 4882701"/>
                <a:gd name="connsiteX921" fmla="*/ 4740928 w 4954903"/>
                <a:gd name="connsiteY921" fmla="*/ 3305104 h 4882701"/>
                <a:gd name="connsiteX922" fmla="*/ 4742701 w 4954903"/>
                <a:gd name="connsiteY922" fmla="*/ 3289657 h 4882701"/>
                <a:gd name="connsiteX923" fmla="*/ 4715859 w 4954903"/>
                <a:gd name="connsiteY923" fmla="*/ 3311941 h 4882701"/>
                <a:gd name="connsiteX924" fmla="*/ 4724975 w 4954903"/>
                <a:gd name="connsiteY924" fmla="*/ 3301559 h 4882701"/>
                <a:gd name="connsiteX925" fmla="*/ 4726241 w 4954903"/>
                <a:gd name="connsiteY925" fmla="*/ 3286112 h 4882701"/>
                <a:gd name="connsiteX926" fmla="*/ 4715859 w 4954903"/>
                <a:gd name="connsiteY926" fmla="*/ 3311941 h 4882701"/>
                <a:gd name="connsiteX927" fmla="*/ 4508973 w 4954903"/>
                <a:gd name="connsiteY927" fmla="*/ 3269652 h 4882701"/>
                <a:gd name="connsiteX928" fmla="*/ 4506441 w 4954903"/>
                <a:gd name="connsiteY928" fmla="*/ 3254205 h 4882701"/>
                <a:gd name="connsiteX929" fmla="*/ 4494540 w 4954903"/>
                <a:gd name="connsiteY929" fmla="*/ 3278262 h 4882701"/>
                <a:gd name="connsiteX930" fmla="*/ 4508973 w 4954903"/>
                <a:gd name="connsiteY930" fmla="*/ 3269652 h 4882701"/>
                <a:gd name="connsiteX931" fmla="*/ 3735368 w 4954903"/>
                <a:gd name="connsiteY931" fmla="*/ 3197230 h 4882701"/>
                <a:gd name="connsiteX932" fmla="*/ 3721441 w 4954903"/>
                <a:gd name="connsiteY932" fmla="*/ 3218754 h 4882701"/>
                <a:gd name="connsiteX933" fmla="*/ 3744231 w 4954903"/>
                <a:gd name="connsiteY933" fmla="*/ 3212677 h 4882701"/>
                <a:gd name="connsiteX934" fmla="*/ 3735368 w 4954903"/>
                <a:gd name="connsiteY934" fmla="*/ 3197230 h 4882701"/>
                <a:gd name="connsiteX935" fmla="*/ 3414784 w 4954903"/>
                <a:gd name="connsiteY935" fmla="*/ 3197230 h 4882701"/>
                <a:gd name="connsiteX936" fmla="*/ 3403895 w 4954903"/>
                <a:gd name="connsiteY936" fmla="*/ 3181783 h 4882701"/>
                <a:gd name="connsiteX937" fmla="*/ 3390221 w 4954903"/>
                <a:gd name="connsiteY937" fmla="*/ 3203307 h 4882701"/>
                <a:gd name="connsiteX938" fmla="*/ 3414784 w 4954903"/>
                <a:gd name="connsiteY938" fmla="*/ 3197230 h 4882701"/>
                <a:gd name="connsiteX939" fmla="*/ 3298553 w 4954903"/>
                <a:gd name="connsiteY939" fmla="*/ 3192418 h 4882701"/>
                <a:gd name="connsiteX940" fmla="*/ 3287158 w 4954903"/>
                <a:gd name="connsiteY940" fmla="*/ 3176972 h 4882701"/>
                <a:gd name="connsiteX941" fmla="*/ 3273737 w 4954903"/>
                <a:gd name="connsiteY941" fmla="*/ 3198749 h 4882701"/>
                <a:gd name="connsiteX942" fmla="*/ 3298553 w 4954903"/>
                <a:gd name="connsiteY942" fmla="*/ 3192418 h 4882701"/>
                <a:gd name="connsiteX943" fmla="*/ 1079282 w 4954903"/>
                <a:gd name="connsiteY943" fmla="*/ 3164564 h 4882701"/>
                <a:gd name="connsiteX944" fmla="*/ 1064848 w 4954903"/>
                <a:gd name="connsiteY944" fmla="*/ 3149877 h 4882701"/>
                <a:gd name="connsiteX945" fmla="*/ 1063582 w 4954903"/>
                <a:gd name="connsiteY945" fmla="*/ 3149877 h 4882701"/>
                <a:gd name="connsiteX946" fmla="*/ 1061809 w 4954903"/>
                <a:gd name="connsiteY946" fmla="*/ 3173933 h 4882701"/>
                <a:gd name="connsiteX947" fmla="*/ 1079282 w 4954903"/>
                <a:gd name="connsiteY947" fmla="*/ 3164564 h 4882701"/>
                <a:gd name="connsiteX948" fmla="*/ 4815883 w 4954903"/>
                <a:gd name="connsiteY948" fmla="*/ 3283073 h 4882701"/>
                <a:gd name="connsiteX949" fmla="*/ 4820441 w 4954903"/>
                <a:gd name="connsiteY949" fmla="*/ 3271678 h 4882701"/>
                <a:gd name="connsiteX950" fmla="*/ 4824999 w 4954903"/>
                <a:gd name="connsiteY950" fmla="*/ 3256231 h 4882701"/>
                <a:gd name="connsiteX951" fmla="*/ 4824999 w 4954903"/>
                <a:gd name="connsiteY951" fmla="*/ 3256231 h 4882701"/>
                <a:gd name="connsiteX952" fmla="*/ 4815883 w 4954903"/>
                <a:gd name="connsiteY952" fmla="*/ 3283073 h 4882701"/>
                <a:gd name="connsiteX953" fmla="*/ 4745233 w 4954903"/>
                <a:gd name="connsiteY953" fmla="*/ 3243317 h 4882701"/>
                <a:gd name="connsiteX954" fmla="*/ 4746246 w 4954903"/>
                <a:gd name="connsiteY954" fmla="*/ 3227617 h 4882701"/>
                <a:gd name="connsiteX955" fmla="*/ 4736370 w 4954903"/>
                <a:gd name="connsiteY955" fmla="*/ 3253699 h 4882701"/>
                <a:gd name="connsiteX956" fmla="*/ 4745233 w 4954903"/>
                <a:gd name="connsiteY956" fmla="*/ 3243317 h 4882701"/>
                <a:gd name="connsiteX957" fmla="*/ 4557846 w 4954903"/>
                <a:gd name="connsiteY957" fmla="*/ 3214449 h 4882701"/>
                <a:gd name="connsiteX958" fmla="*/ 4555567 w 4954903"/>
                <a:gd name="connsiteY958" fmla="*/ 3198749 h 4882701"/>
                <a:gd name="connsiteX959" fmla="*/ 4544172 w 4954903"/>
                <a:gd name="connsiteY959" fmla="*/ 3223059 h 4882701"/>
                <a:gd name="connsiteX960" fmla="*/ 4557846 w 4954903"/>
                <a:gd name="connsiteY960" fmla="*/ 3214449 h 4882701"/>
                <a:gd name="connsiteX961" fmla="*/ 4353240 w 4954903"/>
                <a:gd name="connsiteY961" fmla="*/ 3193938 h 4882701"/>
                <a:gd name="connsiteX962" fmla="*/ 4348681 w 4954903"/>
                <a:gd name="connsiteY962" fmla="*/ 3178238 h 4882701"/>
                <a:gd name="connsiteX963" fmla="*/ 4336527 w 4954903"/>
                <a:gd name="connsiteY963" fmla="*/ 3201788 h 4882701"/>
                <a:gd name="connsiteX964" fmla="*/ 4353240 w 4954903"/>
                <a:gd name="connsiteY964" fmla="*/ 3193938 h 4882701"/>
                <a:gd name="connsiteX965" fmla="*/ 3851346 w 4954903"/>
                <a:gd name="connsiteY965" fmla="*/ 3143799 h 4882701"/>
                <a:gd name="connsiteX966" fmla="*/ 3837672 w 4954903"/>
                <a:gd name="connsiteY966" fmla="*/ 3165577 h 4882701"/>
                <a:gd name="connsiteX967" fmla="*/ 3859955 w 4954903"/>
                <a:gd name="connsiteY967" fmla="*/ 3159499 h 4882701"/>
                <a:gd name="connsiteX968" fmla="*/ 3851346 w 4954903"/>
                <a:gd name="connsiteY968" fmla="*/ 3143799 h 4882701"/>
                <a:gd name="connsiteX969" fmla="*/ 3799688 w 4954903"/>
                <a:gd name="connsiteY969" fmla="*/ 3141014 h 4882701"/>
                <a:gd name="connsiteX970" fmla="*/ 3786013 w 4954903"/>
                <a:gd name="connsiteY970" fmla="*/ 3162791 h 4882701"/>
                <a:gd name="connsiteX971" fmla="*/ 3808550 w 4954903"/>
                <a:gd name="connsiteY971" fmla="*/ 3156714 h 4882701"/>
                <a:gd name="connsiteX972" fmla="*/ 3799688 w 4954903"/>
                <a:gd name="connsiteY972" fmla="*/ 3141014 h 4882701"/>
                <a:gd name="connsiteX973" fmla="*/ 3306657 w 4954903"/>
                <a:gd name="connsiteY973" fmla="*/ 3133164 h 4882701"/>
                <a:gd name="connsiteX974" fmla="*/ 3295008 w 4954903"/>
                <a:gd name="connsiteY974" fmla="*/ 3117717 h 4882701"/>
                <a:gd name="connsiteX975" fmla="*/ 3281587 w 4954903"/>
                <a:gd name="connsiteY975" fmla="*/ 3139494 h 4882701"/>
                <a:gd name="connsiteX976" fmla="*/ 3306657 w 4954903"/>
                <a:gd name="connsiteY976" fmla="*/ 3133164 h 4882701"/>
                <a:gd name="connsiteX977" fmla="*/ 3235247 w 4954903"/>
                <a:gd name="connsiteY977" fmla="*/ 3115438 h 4882701"/>
                <a:gd name="connsiteX978" fmla="*/ 3221826 w 4954903"/>
                <a:gd name="connsiteY978" fmla="*/ 3137215 h 4882701"/>
                <a:gd name="connsiteX979" fmla="*/ 3247149 w 4954903"/>
                <a:gd name="connsiteY979" fmla="*/ 3130885 h 4882701"/>
                <a:gd name="connsiteX980" fmla="*/ 3235247 w 4954903"/>
                <a:gd name="connsiteY980" fmla="*/ 3115438 h 4882701"/>
                <a:gd name="connsiteX981" fmla="*/ 1068900 w 4954903"/>
                <a:gd name="connsiteY981" fmla="*/ 3105056 h 4882701"/>
                <a:gd name="connsiteX982" fmla="*/ 1054719 w 4954903"/>
                <a:gd name="connsiteY982" fmla="*/ 3090115 h 4882701"/>
                <a:gd name="connsiteX983" fmla="*/ 1053453 w 4954903"/>
                <a:gd name="connsiteY983" fmla="*/ 3090115 h 4882701"/>
                <a:gd name="connsiteX984" fmla="*/ 1051174 w 4954903"/>
                <a:gd name="connsiteY984" fmla="*/ 3114425 h 4882701"/>
                <a:gd name="connsiteX985" fmla="*/ 1068900 w 4954903"/>
                <a:gd name="connsiteY985" fmla="*/ 3105056 h 4882701"/>
                <a:gd name="connsiteX986" fmla="*/ 4839433 w 4954903"/>
                <a:gd name="connsiteY986" fmla="*/ 3222046 h 4882701"/>
                <a:gd name="connsiteX987" fmla="*/ 4842219 w 4954903"/>
                <a:gd name="connsiteY987" fmla="*/ 3213183 h 4882701"/>
                <a:gd name="connsiteX988" fmla="*/ 4839686 w 4954903"/>
                <a:gd name="connsiteY988" fmla="*/ 3221033 h 4882701"/>
                <a:gd name="connsiteX989" fmla="*/ 4839433 w 4954903"/>
                <a:gd name="connsiteY989" fmla="*/ 3222046 h 4882701"/>
                <a:gd name="connsiteX990" fmla="*/ 4836901 w 4954903"/>
                <a:gd name="connsiteY990" fmla="*/ 3227870 h 4882701"/>
                <a:gd name="connsiteX991" fmla="*/ 4840699 w 4954903"/>
                <a:gd name="connsiteY991" fmla="*/ 3216475 h 4882701"/>
                <a:gd name="connsiteX992" fmla="*/ 4845257 w 4954903"/>
                <a:gd name="connsiteY992" fmla="*/ 3200775 h 4882701"/>
                <a:gd name="connsiteX993" fmla="*/ 4845257 w 4954903"/>
                <a:gd name="connsiteY993" fmla="*/ 3200775 h 4882701"/>
                <a:gd name="connsiteX994" fmla="*/ 4836901 w 4954903"/>
                <a:gd name="connsiteY994" fmla="*/ 3227870 h 4882701"/>
                <a:gd name="connsiteX995" fmla="*/ 4843991 w 4954903"/>
                <a:gd name="connsiteY995" fmla="*/ 3197483 h 4882701"/>
                <a:gd name="connsiteX996" fmla="*/ 4843991 w 4954903"/>
                <a:gd name="connsiteY996" fmla="*/ 3197483 h 4882701"/>
                <a:gd name="connsiteX997" fmla="*/ 4835635 w 4954903"/>
                <a:gd name="connsiteY997" fmla="*/ 3224325 h 4882701"/>
                <a:gd name="connsiteX998" fmla="*/ 4839940 w 4954903"/>
                <a:gd name="connsiteY998" fmla="*/ 3212930 h 4882701"/>
                <a:gd name="connsiteX999" fmla="*/ 4843991 w 4954903"/>
                <a:gd name="connsiteY999" fmla="*/ 3197483 h 4882701"/>
                <a:gd name="connsiteX1000" fmla="*/ 4840952 w 4954903"/>
                <a:gd name="connsiteY1000" fmla="*/ 3193938 h 4882701"/>
                <a:gd name="connsiteX1001" fmla="*/ 4840952 w 4954903"/>
                <a:gd name="connsiteY1001" fmla="*/ 3193938 h 4882701"/>
                <a:gd name="connsiteX1002" fmla="*/ 4835381 w 4954903"/>
                <a:gd name="connsiteY1002" fmla="*/ 3208119 h 4882701"/>
                <a:gd name="connsiteX1003" fmla="*/ 4832596 w 4954903"/>
                <a:gd name="connsiteY1003" fmla="*/ 3221033 h 4882701"/>
                <a:gd name="connsiteX1004" fmla="*/ 4837154 w 4954903"/>
                <a:gd name="connsiteY1004" fmla="*/ 3209638 h 4882701"/>
                <a:gd name="connsiteX1005" fmla="*/ 4840952 w 4954903"/>
                <a:gd name="connsiteY1005" fmla="*/ 3193938 h 4882701"/>
                <a:gd name="connsiteX1006" fmla="*/ 4736877 w 4954903"/>
                <a:gd name="connsiteY1006" fmla="*/ 3190646 h 4882701"/>
                <a:gd name="connsiteX1007" fmla="*/ 4746246 w 4954903"/>
                <a:gd name="connsiteY1007" fmla="*/ 3180770 h 4882701"/>
                <a:gd name="connsiteX1008" fmla="*/ 4746499 w 4954903"/>
                <a:gd name="connsiteY1008" fmla="*/ 3165070 h 4882701"/>
                <a:gd name="connsiteX1009" fmla="*/ 4736877 w 4954903"/>
                <a:gd name="connsiteY1009" fmla="*/ 3190646 h 4882701"/>
                <a:gd name="connsiteX1010" fmla="*/ 4368939 w 4954903"/>
                <a:gd name="connsiteY1010" fmla="*/ 3134683 h 4882701"/>
                <a:gd name="connsiteX1011" fmla="*/ 4363875 w 4954903"/>
                <a:gd name="connsiteY1011" fmla="*/ 3118983 h 4882701"/>
                <a:gd name="connsiteX1012" fmla="*/ 4352226 w 4954903"/>
                <a:gd name="connsiteY1012" fmla="*/ 3142533 h 4882701"/>
                <a:gd name="connsiteX1013" fmla="*/ 4368939 w 4954903"/>
                <a:gd name="connsiteY1013" fmla="*/ 3134683 h 4882701"/>
                <a:gd name="connsiteX1014" fmla="*/ 3373762 w 4954903"/>
                <a:gd name="connsiteY1014" fmla="*/ 3075681 h 4882701"/>
                <a:gd name="connsiteX1015" fmla="*/ 3362113 w 4954903"/>
                <a:gd name="connsiteY1015" fmla="*/ 3059981 h 4882701"/>
                <a:gd name="connsiteX1016" fmla="*/ 3348692 w 4954903"/>
                <a:gd name="connsiteY1016" fmla="*/ 3082012 h 4882701"/>
                <a:gd name="connsiteX1017" fmla="*/ 3373762 w 4954903"/>
                <a:gd name="connsiteY1017" fmla="*/ 3075681 h 4882701"/>
                <a:gd name="connsiteX1018" fmla="*/ 92208 w 4954903"/>
                <a:gd name="connsiteY1018" fmla="*/ 3097205 h 4882701"/>
                <a:gd name="connsiteX1019" fmla="*/ 99551 w 4954903"/>
                <a:gd name="connsiteY1019" fmla="*/ 3124554 h 4882701"/>
                <a:gd name="connsiteX1020" fmla="*/ 97778 w 4954903"/>
                <a:gd name="connsiteY1020" fmla="*/ 3111639 h 4882701"/>
                <a:gd name="connsiteX1021" fmla="*/ 92208 w 4954903"/>
                <a:gd name="connsiteY1021" fmla="*/ 3097205 h 4882701"/>
                <a:gd name="connsiteX1022" fmla="*/ 86890 w 4954903"/>
                <a:gd name="connsiteY1022" fmla="*/ 3100498 h 4882701"/>
                <a:gd name="connsiteX1023" fmla="*/ 94233 w 4954903"/>
                <a:gd name="connsiteY1023" fmla="*/ 3127846 h 4882701"/>
                <a:gd name="connsiteX1024" fmla="*/ 91954 w 4954903"/>
                <a:gd name="connsiteY1024" fmla="*/ 3114931 h 4882701"/>
                <a:gd name="connsiteX1025" fmla="*/ 86890 w 4954903"/>
                <a:gd name="connsiteY1025" fmla="*/ 3100498 h 4882701"/>
                <a:gd name="connsiteX1026" fmla="*/ 83091 w 4954903"/>
                <a:gd name="connsiteY1026" fmla="*/ 3103789 h 4882701"/>
                <a:gd name="connsiteX1027" fmla="*/ 90435 w 4954903"/>
                <a:gd name="connsiteY1027" fmla="*/ 3131138 h 4882701"/>
                <a:gd name="connsiteX1028" fmla="*/ 87649 w 4954903"/>
                <a:gd name="connsiteY1028" fmla="*/ 3118223 h 4882701"/>
                <a:gd name="connsiteX1029" fmla="*/ 83091 w 4954903"/>
                <a:gd name="connsiteY1029" fmla="*/ 3103789 h 4882701"/>
                <a:gd name="connsiteX1030" fmla="*/ 81319 w 4954903"/>
                <a:gd name="connsiteY1030" fmla="*/ 3110626 h 4882701"/>
                <a:gd name="connsiteX1031" fmla="*/ 88662 w 4954903"/>
                <a:gd name="connsiteY1031" fmla="*/ 3137975 h 4882701"/>
                <a:gd name="connsiteX1032" fmla="*/ 85117 w 4954903"/>
                <a:gd name="connsiteY1032" fmla="*/ 3125060 h 4882701"/>
                <a:gd name="connsiteX1033" fmla="*/ 81319 w 4954903"/>
                <a:gd name="connsiteY1033" fmla="*/ 3110626 h 4882701"/>
                <a:gd name="connsiteX1034" fmla="*/ 4853867 w 4954903"/>
                <a:gd name="connsiteY1034" fmla="*/ 3165070 h 4882701"/>
                <a:gd name="connsiteX1035" fmla="*/ 4857918 w 4954903"/>
                <a:gd name="connsiteY1035" fmla="*/ 3153675 h 4882701"/>
                <a:gd name="connsiteX1036" fmla="*/ 4861717 w 4954903"/>
                <a:gd name="connsiteY1036" fmla="*/ 3137975 h 4882701"/>
                <a:gd name="connsiteX1037" fmla="*/ 4861717 w 4954903"/>
                <a:gd name="connsiteY1037" fmla="*/ 3137975 h 4882701"/>
                <a:gd name="connsiteX1038" fmla="*/ 4853867 w 4954903"/>
                <a:gd name="connsiteY1038" fmla="*/ 3165070 h 4882701"/>
                <a:gd name="connsiteX1039" fmla="*/ 4763465 w 4954903"/>
                <a:gd name="connsiteY1039" fmla="*/ 3121009 h 4882701"/>
                <a:gd name="connsiteX1040" fmla="*/ 4763212 w 4954903"/>
                <a:gd name="connsiteY1040" fmla="*/ 3105056 h 4882701"/>
                <a:gd name="connsiteX1041" fmla="*/ 4754602 w 4954903"/>
                <a:gd name="connsiteY1041" fmla="*/ 3131644 h 4882701"/>
                <a:gd name="connsiteX1042" fmla="*/ 4763465 w 4954903"/>
                <a:gd name="connsiteY1042" fmla="*/ 3121009 h 4882701"/>
                <a:gd name="connsiteX1043" fmla="*/ 4674583 w 4954903"/>
                <a:gd name="connsiteY1043" fmla="*/ 3106322 h 4882701"/>
                <a:gd name="connsiteX1044" fmla="*/ 4672557 w 4954903"/>
                <a:gd name="connsiteY1044" fmla="*/ 3090368 h 4882701"/>
                <a:gd name="connsiteX1045" fmla="*/ 4662935 w 4954903"/>
                <a:gd name="connsiteY1045" fmla="*/ 3115691 h 4882701"/>
                <a:gd name="connsiteX1046" fmla="*/ 4674583 w 4954903"/>
                <a:gd name="connsiteY1046" fmla="*/ 3106322 h 4882701"/>
                <a:gd name="connsiteX1047" fmla="*/ 4383627 w 4954903"/>
                <a:gd name="connsiteY1047" fmla="*/ 3074668 h 4882701"/>
                <a:gd name="connsiteX1048" fmla="*/ 4378309 w 4954903"/>
                <a:gd name="connsiteY1048" fmla="*/ 3058715 h 4882701"/>
                <a:gd name="connsiteX1049" fmla="*/ 4366914 w 4954903"/>
                <a:gd name="connsiteY1049" fmla="*/ 3082519 h 4882701"/>
                <a:gd name="connsiteX1050" fmla="*/ 4383627 w 4954903"/>
                <a:gd name="connsiteY1050" fmla="*/ 3074668 h 4882701"/>
                <a:gd name="connsiteX1051" fmla="*/ 4344376 w 4954903"/>
                <a:gd name="connsiteY1051" fmla="*/ 3071377 h 4882701"/>
                <a:gd name="connsiteX1052" fmla="*/ 4338552 w 4954903"/>
                <a:gd name="connsiteY1052" fmla="*/ 3055423 h 4882701"/>
                <a:gd name="connsiteX1053" fmla="*/ 4327157 w 4954903"/>
                <a:gd name="connsiteY1053" fmla="*/ 3079226 h 4882701"/>
                <a:gd name="connsiteX1054" fmla="*/ 4344376 w 4954903"/>
                <a:gd name="connsiteY1054" fmla="*/ 3071377 h 4882701"/>
                <a:gd name="connsiteX1055" fmla="*/ 4297276 w 4954903"/>
                <a:gd name="connsiteY1055" fmla="*/ 3052131 h 4882701"/>
                <a:gd name="connsiteX1056" fmla="*/ 4285881 w 4954903"/>
                <a:gd name="connsiteY1056" fmla="*/ 3075935 h 4882701"/>
                <a:gd name="connsiteX1057" fmla="*/ 4303607 w 4954903"/>
                <a:gd name="connsiteY1057" fmla="*/ 3068085 h 4882701"/>
                <a:gd name="connsiteX1058" fmla="*/ 4297276 w 4954903"/>
                <a:gd name="connsiteY1058" fmla="*/ 3052131 h 4882701"/>
                <a:gd name="connsiteX1059" fmla="*/ 3975680 w 4954903"/>
                <a:gd name="connsiteY1059" fmla="*/ 3029848 h 4882701"/>
                <a:gd name="connsiteX1060" fmla="*/ 3963271 w 4954903"/>
                <a:gd name="connsiteY1060" fmla="*/ 3052891 h 4882701"/>
                <a:gd name="connsiteX1061" fmla="*/ 3984289 w 4954903"/>
                <a:gd name="connsiteY1061" fmla="*/ 3045801 h 4882701"/>
                <a:gd name="connsiteX1062" fmla="*/ 3975680 w 4954903"/>
                <a:gd name="connsiteY1062" fmla="*/ 3029848 h 4882701"/>
                <a:gd name="connsiteX1063" fmla="*/ 3309442 w 4954903"/>
                <a:gd name="connsiteY1063" fmla="*/ 2997181 h 4882701"/>
                <a:gd name="connsiteX1064" fmla="*/ 3296274 w 4954903"/>
                <a:gd name="connsiteY1064" fmla="*/ 3019465 h 4882701"/>
                <a:gd name="connsiteX1065" fmla="*/ 3321344 w 4954903"/>
                <a:gd name="connsiteY1065" fmla="*/ 3013135 h 4882701"/>
                <a:gd name="connsiteX1066" fmla="*/ 3321344 w 4954903"/>
                <a:gd name="connsiteY1066" fmla="*/ 3013135 h 4882701"/>
                <a:gd name="connsiteX1067" fmla="*/ 3309442 w 4954903"/>
                <a:gd name="connsiteY1067" fmla="*/ 2997181 h 4882701"/>
                <a:gd name="connsiteX1068" fmla="*/ 1050414 w 4954903"/>
                <a:gd name="connsiteY1068" fmla="*/ 2984520 h 4882701"/>
                <a:gd name="connsiteX1069" fmla="*/ 1036487 w 4954903"/>
                <a:gd name="connsiteY1069" fmla="*/ 2969327 h 4882701"/>
                <a:gd name="connsiteX1070" fmla="*/ 1031169 w 4954903"/>
                <a:gd name="connsiteY1070" fmla="*/ 2993130 h 4882701"/>
                <a:gd name="connsiteX1071" fmla="*/ 1050414 w 4954903"/>
                <a:gd name="connsiteY1071" fmla="*/ 2984520 h 4882701"/>
                <a:gd name="connsiteX1072" fmla="*/ 4267396 w 4954903"/>
                <a:gd name="connsiteY1072" fmla="*/ 2987812 h 4882701"/>
                <a:gd name="connsiteX1073" fmla="*/ 4256254 w 4954903"/>
                <a:gd name="connsiteY1073" fmla="*/ 3012122 h 4882701"/>
                <a:gd name="connsiteX1074" fmla="*/ 4274233 w 4954903"/>
                <a:gd name="connsiteY1074" fmla="*/ 3004018 h 4882701"/>
                <a:gd name="connsiteX1075" fmla="*/ 4267396 w 4954903"/>
                <a:gd name="connsiteY1075" fmla="*/ 2987812 h 4882701"/>
                <a:gd name="connsiteX1076" fmla="*/ 3986315 w 4954903"/>
                <a:gd name="connsiteY1076" fmla="*/ 2968820 h 4882701"/>
                <a:gd name="connsiteX1077" fmla="*/ 3974160 w 4954903"/>
                <a:gd name="connsiteY1077" fmla="*/ 2992117 h 4882701"/>
                <a:gd name="connsiteX1078" fmla="*/ 3995178 w 4954903"/>
                <a:gd name="connsiteY1078" fmla="*/ 2985026 h 4882701"/>
                <a:gd name="connsiteX1079" fmla="*/ 3986315 w 4954903"/>
                <a:gd name="connsiteY1079" fmla="*/ 2968820 h 4882701"/>
                <a:gd name="connsiteX1080" fmla="*/ 4234477 w 4954903"/>
                <a:gd name="connsiteY1080" fmla="*/ 2923239 h 4882701"/>
                <a:gd name="connsiteX1081" fmla="*/ 4223081 w 4954903"/>
                <a:gd name="connsiteY1081" fmla="*/ 2946789 h 4882701"/>
                <a:gd name="connsiteX1082" fmla="*/ 4242073 w 4954903"/>
                <a:gd name="connsiteY1082" fmla="*/ 2939699 h 4882701"/>
                <a:gd name="connsiteX1083" fmla="*/ 4234477 w 4954903"/>
                <a:gd name="connsiteY1083" fmla="*/ 2923239 h 4882701"/>
                <a:gd name="connsiteX1084" fmla="*/ 4188896 w 4954903"/>
                <a:gd name="connsiteY1084" fmla="*/ 2919947 h 4882701"/>
                <a:gd name="connsiteX1085" fmla="*/ 4177501 w 4954903"/>
                <a:gd name="connsiteY1085" fmla="*/ 2943497 h 4882701"/>
                <a:gd name="connsiteX1086" fmla="*/ 4196999 w 4954903"/>
                <a:gd name="connsiteY1086" fmla="*/ 2936407 h 4882701"/>
                <a:gd name="connsiteX1087" fmla="*/ 4188896 w 4954903"/>
                <a:gd name="connsiteY1087" fmla="*/ 2919947 h 4882701"/>
                <a:gd name="connsiteX1088" fmla="*/ 4142555 w 4954903"/>
                <a:gd name="connsiteY1088" fmla="*/ 2916909 h 4882701"/>
                <a:gd name="connsiteX1089" fmla="*/ 4130907 w 4954903"/>
                <a:gd name="connsiteY1089" fmla="*/ 2940459 h 4882701"/>
                <a:gd name="connsiteX1090" fmla="*/ 4150659 w 4954903"/>
                <a:gd name="connsiteY1090" fmla="*/ 2933115 h 4882701"/>
                <a:gd name="connsiteX1091" fmla="*/ 4142555 w 4954903"/>
                <a:gd name="connsiteY1091" fmla="*/ 2916909 h 4882701"/>
                <a:gd name="connsiteX1092" fmla="*/ 4094696 w 4954903"/>
                <a:gd name="connsiteY1092" fmla="*/ 2913617 h 4882701"/>
                <a:gd name="connsiteX1093" fmla="*/ 4083047 w 4954903"/>
                <a:gd name="connsiteY1093" fmla="*/ 2937167 h 4882701"/>
                <a:gd name="connsiteX1094" fmla="*/ 4103052 w 4954903"/>
                <a:gd name="connsiteY1094" fmla="*/ 2929823 h 4882701"/>
                <a:gd name="connsiteX1095" fmla="*/ 4094696 w 4954903"/>
                <a:gd name="connsiteY1095" fmla="*/ 2913617 h 4882701"/>
                <a:gd name="connsiteX1096" fmla="*/ 4046076 w 4954903"/>
                <a:gd name="connsiteY1096" fmla="*/ 2910578 h 4882701"/>
                <a:gd name="connsiteX1097" fmla="*/ 4034175 w 4954903"/>
                <a:gd name="connsiteY1097" fmla="*/ 2934128 h 4882701"/>
                <a:gd name="connsiteX1098" fmla="*/ 4054686 w 4954903"/>
                <a:gd name="connsiteY1098" fmla="*/ 2926785 h 4882701"/>
                <a:gd name="connsiteX1099" fmla="*/ 4046076 w 4954903"/>
                <a:gd name="connsiteY1099" fmla="*/ 2910578 h 4882701"/>
                <a:gd name="connsiteX1100" fmla="*/ 3995938 w 4954903"/>
                <a:gd name="connsiteY1100" fmla="*/ 2907286 h 4882701"/>
                <a:gd name="connsiteX1101" fmla="*/ 3984036 w 4954903"/>
                <a:gd name="connsiteY1101" fmla="*/ 2930836 h 4882701"/>
                <a:gd name="connsiteX1102" fmla="*/ 4005054 w 4954903"/>
                <a:gd name="connsiteY1102" fmla="*/ 2923493 h 4882701"/>
                <a:gd name="connsiteX1103" fmla="*/ 3995938 w 4954903"/>
                <a:gd name="connsiteY1103" fmla="*/ 2907286 h 4882701"/>
                <a:gd name="connsiteX1104" fmla="*/ 3945039 w 4954903"/>
                <a:gd name="connsiteY1104" fmla="*/ 2904248 h 4882701"/>
                <a:gd name="connsiteX1105" fmla="*/ 3933138 w 4954903"/>
                <a:gd name="connsiteY1105" fmla="*/ 2927798 h 4882701"/>
                <a:gd name="connsiteX1106" fmla="*/ 3954409 w 4954903"/>
                <a:gd name="connsiteY1106" fmla="*/ 2920454 h 4882701"/>
                <a:gd name="connsiteX1107" fmla="*/ 3945039 w 4954903"/>
                <a:gd name="connsiteY1107" fmla="*/ 2904248 h 4882701"/>
                <a:gd name="connsiteX1108" fmla="*/ 3892875 w 4954903"/>
                <a:gd name="connsiteY1108" fmla="*/ 2901462 h 4882701"/>
                <a:gd name="connsiteX1109" fmla="*/ 3880973 w 4954903"/>
                <a:gd name="connsiteY1109" fmla="*/ 2925012 h 4882701"/>
                <a:gd name="connsiteX1110" fmla="*/ 3902750 w 4954903"/>
                <a:gd name="connsiteY1110" fmla="*/ 2917668 h 4882701"/>
                <a:gd name="connsiteX1111" fmla="*/ 3892875 w 4954903"/>
                <a:gd name="connsiteY1111" fmla="*/ 2901462 h 4882701"/>
                <a:gd name="connsiteX1112" fmla="*/ 3849826 w 4954903"/>
                <a:gd name="connsiteY1112" fmla="*/ 2914630 h 4882701"/>
                <a:gd name="connsiteX1113" fmla="*/ 3839697 w 4954903"/>
                <a:gd name="connsiteY1113" fmla="*/ 2898423 h 4882701"/>
                <a:gd name="connsiteX1114" fmla="*/ 3827036 w 4954903"/>
                <a:gd name="connsiteY1114" fmla="*/ 2920960 h 4882701"/>
                <a:gd name="connsiteX1115" fmla="*/ 3849826 w 4954903"/>
                <a:gd name="connsiteY1115" fmla="*/ 2914630 h 4882701"/>
                <a:gd name="connsiteX1116" fmla="*/ 3796142 w 4954903"/>
                <a:gd name="connsiteY1116" fmla="*/ 2911844 h 4882701"/>
                <a:gd name="connsiteX1117" fmla="*/ 3785760 w 4954903"/>
                <a:gd name="connsiteY1117" fmla="*/ 2895638 h 4882701"/>
                <a:gd name="connsiteX1118" fmla="*/ 3773099 w 4954903"/>
                <a:gd name="connsiteY1118" fmla="*/ 2918175 h 4882701"/>
                <a:gd name="connsiteX1119" fmla="*/ 3796142 w 4954903"/>
                <a:gd name="connsiteY1119" fmla="*/ 2911844 h 4882701"/>
                <a:gd name="connsiteX1120" fmla="*/ 3741446 w 4954903"/>
                <a:gd name="connsiteY1120" fmla="*/ 2909059 h 4882701"/>
                <a:gd name="connsiteX1121" fmla="*/ 3730810 w 4954903"/>
                <a:gd name="connsiteY1121" fmla="*/ 2892852 h 4882701"/>
                <a:gd name="connsiteX1122" fmla="*/ 3718149 w 4954903"/>
                <a:gd name="connsiteY1122" fmla="*/ 2915389 h 4882701"/>
                <a:gd name="connsiteX1123" fmla="*/ 3741446 w 4954903"/>
                <a:gd name="connsiteY1123" fmla="*/ 2909059 h 4882701"/>
                <a:gd name="connsiteX1124" fmla="*/ 3185108 w 4954903"/>
                <a:gd name="connsiteY1124" fmla="*/ 2892852 h 4882701"/>
                <a:gd name="connsiteX1125" fmla="*/ 3211191 w 4954903"/>
                <a:gd name="connsiteY1125" fmla="*/ 2886269 h 4882701"/>
                <a:gd name="connsiteX1126" fmla="*/ 3198276 w 4954903"/>
                <a:gd name="connsiteY1126" fmla="*/ 2870062 h 4882701"/>
                <a:gd name="connsiteX1127" fmla="*/ 3185108 w 4954903"/>
                <a:gd name="connsiteY1127" fmla="*/ 2892852 h 4882701"/>
                <a:gd name="connsiteX1128" fmla="*/ 3122308 w 4954903"/>
                <a:gd name="connsiteY1128" fmla="*/ 2890573 h 4882701"/>
                <a:gd name="connsiteX1129" fmla="*/ 3148391 w 4954903"/>
                <a:gd name="connsiteY1129" fmla="*/ 2883989 h 4882701"/>
                <a:gd name="connsiteX1130" fmla="*/ 3135223 w 4954903"/>
                <a:gd name="connsiteY1130" fmla="*/ 2867783 h 4882701"/>
                <a:gd name="connsiteX1131" fmla="*/ 3122308 w 4954903"/>
                <a:gd name="connsiteY1131" fmla="*/ 2890573 h 4882701"/>
                <a:gd name="connsiteX1132" fmla="*/ 1089158 w 4954903"/>
                <a:gd name="connsiteY1132" fmla="*/ 2860946 h 4882701"/>
                <a:gd name="connsiteX1133" fmla="*/ 1075230 w 4954903"/>
                <a:gd name="connsiteY1133" fmla="*/ 2845499 h 4882701"/>
                <a:gd name="connsiteX1134" fmla="*/ 1068900 w 4954903"/>
                <a:gd name="connsiteY1134" fmla="*/ 2869809 h 4882701"/>
                <a:gd name="connsiteX1135" fmla="*/ 1089158 w 4954903"/>
                <a:gd name="connsiteY1135" fmla="*/ 2860946 h 4882701"/>
                <a:gd name="connsiteX1136" fmla="*/ 3953396 w 4954903"/>
                <a:gd name="connsiteY1136" fmla="*/ 2842460 h 4882701"/>
                <a:gd name="connsiteX1137" fmla="*/ 3941747 w 4954903"/>
                <a:gd name="connsiteY1137" fmla="*/ 2866264 h 4882701"/>
                <a:gd name="connsiteX1138" fmla="*/ 3963018 w 4954903"/>
                <a:gd name="connsiteY1138" fmla="*/ 2858667 h 4882701"/>
                <a:gd name="connsiteX1139" fmla="*/ 3953396 w 4954903"/>
                <a:gd name="connsiteY1139" fmla="*/ 2842460 h 4882701"/>
                <a:gd name="connsiteX1140" fmla="*/ 3911107 w 4954903"/>
                <a:gd name="connsiteY1140" fmla="*/ 2855881 h 4882701"/>
                <a:gd name="connsiteX1141" fmla="*/ 3901231 w 4954903"/>
                <a:gd name="connsiteY1141" fmla="*/ 2839675 h 4882701"/>
                <a:gd name="connsiteX1142" fmla="*/ 3889583 w 4954903"/>
                <a:gd name="connsiteY1142" fmla="*/ 2863478 h 4882701"/>
                <a:gd name="connsiteX1143" fmla="*/ 3911107 w 4954903"/>
                <a:gd name="connsiteY1143" fmla="*/ 2855881 h 4882701"/>
                <a:gd name="connsiteX1144" fmla="*/ 3858183 w 4954903"/>
                <a:gd name="connsiteY1144" fmla="*/ 2852843 h 4882701"/>
                <a:gd name="connsiteX1145" fmla="*/ 3847800 w 4954903"/>
                <a:gd name="connsiteY1145" fmla="*/ 2836636 h 4882701"/>
                <a:gd name="connsiteX1146" fmla="*/ 3836152 w 4954903"/>
                <a:gd name="connsiteY1146" fmla="*/ 2860439 h 4882701"/>
                <a:gd name="connsiteX1147" fmla="*/ 3858183 w 4954903"/>
                <a:gd name="connsiteY1147" fmla="*/ 2852843 h 4882701"/>
                <a:gd name="connsiteX1148" fmla="*/ 3749042 w 4954903"/>
                <a:gd name="connsiteY1148" fmla="*/ 2847018 h 4882701"/>
                <a:gd name="connsiteX1149" fmla="*/ 3738154 w 4954903"/>
                <a:gd name="connsiteY1149" fmla="*/ 2830812 h 4882701"/>
                <a:gd name="connsiteX1150" fmla="*/ 3725746 w 4954903"/>
                <a:gd name="connsiteY1150" fmla="*/ 2853602 h 4882701"/>
                <a:gd name="connsiteX1151" fmla="*/ 3749042 w 4954903"/>
                <a:gd name="connsiteY1151" fmla="*/ 2847018 h 4882701"/>
                <a:gd name="connsiteX1152" fmla="*/ 3190173 w 4954903"/>
                <a:gd name="connsiteY1152" fmla="*/ 2830812 h 4882701"/>
                <a:gd name="connsiteX1153" fmla="*/ 3216255 w 4954903"/>
                <a:gd name="connsiteY1153" fmla="*/ 2823975 h 4882701"/>
                <a:gd name="connsiteX1154" fmla="*/ 3203087 w 4954903"/>
                <a:gd name="connsiteY1154" fmla="*/ 2807768 h 4882701"/>
                <a:gd name="connsiteX1155" fmla="*/ 3190173 w 4954903"/>
                <a:gd name="connsiteY1155" fmla="*/ 2830812 h 4882701"/>
                <a:gd name="connsiteX1156" fmla="*/ 1138284 w 4954903"/>
                <a:gd name="connsiteY1156" fmla="*/ 2797893 h 4882701"/>
                <a:gd name="connsiteX1157" fmla="*/ 1124356 w 4954903"/>
                <a:gd name="connsiteY1157" fmla="*/ 2782446 h 4882701"/>
                <a:gd name="connsiteX1158" fmla="*/ 1117519 w 4954903"/>
                <a:gd name="connsiteY1158" fmla="*/ 2807009 h 4882701"/>
                <a:gd name="connsiteX1159" fmla="*/ 1138284 w 4954903"/>
                <a:gd name="connsiteY1159" fmla="*/ 2797893 h 4882701"/>
                <a:gd name="connsiteX1160" fmla="*/ 3755880 w 4954903"/>
                <a:gd name="connsiteY1160" fmla="*/ 2784725 h 4882701"/>
                <a:gd name="connsiteX1161" fmla="*/ 3744738 w 4954903"/>
                <a:gd name="connsiteY1161" fmla="*/ 2768265 h 4882701"/>
                <a:gd name="connsiteX1162" fmla="*/ 3733089 w 4954903"/>
                <a:gd name="connsiteY1162" fmla="*/ 2792322 h 4882701"/>
                <a:gd name="connsiteX1163" fmla="*/ 3755880 w 4954903"/>
                <a:gd name="connsiteY1163" fmla="*/ 2784725 h 4882701"/>
                <a:gd name="connsiteX1164" fmla="*/ 3699663 w 4954903"/>
                <a:gd name="connsiteY1164" fmla="*/ 2781939 h 4882701"/>
                <a:gd name="connsiteX1165" fmla="*/ 3688268 w 4954903"/>
                <a:gd name="connsiteY1165" fmla="*/ 2765480 h 4882701"/>
                <a:gd name="connsiteX1166" fmla="*/ 3675860 w 4954903"/>
                <a:gd name="connsiteY1166" fmla="*/ 2788523 h 4882701"/>
                <a:gd name="connsiteX1167" fmla="*/ 3699663 w 4954903"/>
                <a:gd name="connsiteY1167" fmla="*/ 2781939 h 4882701"/>
                <a:gd name="connsiteX1168" fmla="*/ 3131171 w 4954903"/>
                <a:gd name="connsiteY1168" fmla="*/ 2766239 h 4882701"/>
                <a:gd name="connsiteX1169" fmla="*/ 3157254 w 4954903"/>
                <a:gd name="connsiteY1169" fmla="*/ 2759402 h 4882701"/>
                <a:gd name="connsiteX1170" fmla="*/ 3143833 w 4954903"/>
                <a:gd name="connsiteY1170" fmla="*/ 2743196 h 4882701"/>
                <a:gd name="connsiteX1171" fmla="*/ 3131171 w 4954903"/>
                <a:gd name="connsiteY1171" fmla="*/ 2766239 h 4882701"/>
                <a:gd name="connsiteX1172" fmla="*/ 1189942 w 4954903"/>
                <a:gd name="connsiteY1172" fmla="*/ 2734586 h 4882701"/>
                <a:gd name="connsiteX1173" fmla="*/ 1176014 w 4954903"/>
                <a:gd name="connsiteY1173" fmla="*/ 2718886 h 4882701"/>
                <a:gd name="connsiteX1174" fmla="*/ 1168417 w 4954903"/>
                <a:gd name="connsiteY1174" fmla="*/ 2743449 h 4882701"/>
                <a:gd name="connsiteX1175" fmla="*/ 1189942 w 4954903"/>
                <a:gd name="connsiteY1175" fmla="*/ 2734586 h 4882701"/>
                <a:gd name="connsiteX1176" fmla="*/ 3705488 w 4954903"/>
                <a:gd name="connsiteY1176" fmla="*/ 2719139 h 4882701"/>
                <a:gd name="connsiteX1177" fmla="*/ 3693839 w 4954903"/>
                <a:gd name="connsiteY1177" fmla="*/ 2702680 h 4882701"/>
                <a:gd name="connsiteX1178" fmla="*/ 3681684 w 4954903"/>
                <a:gd name="connsiteY1178" fmla="*/ 2725723 h 4882701"/>
                <a:gd name="connsiteX1179" fmla="*/ 3705488 w 4954903"/>
                <a:gd name="connsiteY1179" fmla="*/ 2719139 h 4882701"/>
                <a:gd name="connsiteX1180" fmla="*/ 1243879 w 4954903"/>
                <a:gd name="connsiteY1180" fmla="*/ 2671027 h 4882701"/>
                <a:gd name="connsiteX1181" fmla="*/ 1229951 w 4954903"/>
                <a:gd name="connsiteY1181" fmla="*/ 2655326 h 4882701"/>
                <a:gd name="connsiteX1182" fmla="*/ 1221595 w 4954903"/>
                <a:gd name="connsiteY1182" fmla="*/ 2680142 h 4882701"/>
                <a:gd name="connsiteX1183" fmla="*/ 1243879 w 4954903"/>
                <a:gd name="connsiteY1183" fmla="*/ 2671027 h 4882701"/>
                <a:gd name="connsiteX1184" fmla="*/ 3073689 w 4954903"/>
                <a:gd name="connsiteY1184" fmla="*/ 2638107 h 4882701"/>
                <a:gd name="connsiteX1185" fmla="*/ 3100278 w 4954903"/>
                <a:gd name="connsiteY1185" fmla="*/ 2631270 h 4882701"/>
                <a:gd name="connsiteX1186" fmla="*/ 3086350 w 4954903"/>
                <a:gd name="connsiteY1186" fmla="*/ 2614810 h 4882701"/>
                <a:gd name="connsiteX1187" fmla="*/ 3073689 w 4954903"/>
                <a:gd name="connsiteY1187" fmla="*/ 2638107 h 4882701"/>
                <a:gd name="connsiteX1188" fmla="*/ 3008610 w 4954903"/>
                <a:gd name="connsiteY1188" fmla="*/ 2636081 h 4882701"/>
                <a:gd name="connsiteX1189" fmla="*/ 3035452 w 4954903"/>
                <a:gd name="connsiteY1189" fmla="*/ 2629244 h 4882701"/>
                <a:gd name="connsiteX1190" fmla="*/ 3021018 w 4954903"/>
                <a:gd name="connsiteY1190" fmla="*/ 2612785 h 4882701"/>
                <a:gd name="connsiteX1191" fmla="*/ 3008610 w 4954903"/>
                <a:gd name="connsiteY1191" fmla="*/ 2636081 h 4882701"/>
                <a:gd name="connsiteX1192" fmla="*/ 2955686 w 4954903"/>
                <a:gd name="connsiteY1192" fmla="*/ 2610759 h 4882701"/>
                <a:gd name="connsiteX1193" fmla="*/ 2943024 w 4954903"/>
                <a:gd name="connsiteY1193" fmla="*/ 2634055 h 4882701"/>
                <a:gd name="connsiteX1194" fmla="*/ 2970120 w 4954903"/>
                <a:gd name="connsiteY1194" fmla="*/ 2627218 h 4882701"/>
                <a:gd name="connsiteX1195" fmla="*/ 2955686 w 4954903"/>
                <a:gd name="connsiteY1195" fmla="*/ 2610759 h 4882701"/>
                <a:gd name="connsiteX1196" fmla="*/ 2889594 w 4954903"/>
                <a:gd name="connsiteY1196" fmla="*/ 2608733 h 4882701"/>
                <a:gd name="connsiteX1197" fmla="*/ 2876933 w 4954903"/>
                <a:gd name="connsiteY1197" fmla="*/ 2632030 h 4882701"/>
                <a:gd name="connsiteX1198" fmla="*/ 2904028 w 4954903"/>
                <a:gd name="connsiteY1198" fmla="*/ 2624939 h 4882701"/>
                <a:gd name="connsiteX1199" fmla="*/ 2889594 w 4954903"/>
                <a:gd name="connsiteY1199" fmla="*/ 2608733 h 4882701"/>
                <a:gd name="connsiteX1200" fmla="*/ 2823249 w 4954903"/>
                <a:gd name="connsiteY1200" fmla="*/ 2606960 h 4882701"/>
                <a:gd name="connsiteX1201" fmla="*/ 2809574 w 4954903"/>
                <a:gd name="connsiteY1201" fmla="*/ 2629244 h 4882701"/>
                <a:gd name="connsiteX1202" fmla="*/ 2837682 w 4954903"/>
                <a:gd name="connsiteY1202" fmla="*/ 2623420 h 4882701"/>
                <a:gd name="connsiteX1203" fmla="*/ 2823249 w 4954903"/>
                <a:gd name="connsiteY1203" fmla="*/ 2606960 h 4882701"/>
                <a:gd name="connsiteX1204" fmla="*/ 2743482 w 4954903"/>
                <a:gd name="connsiteY1204" fmla="*/ 2628738 h 4882701"/>
                <a:gd name="connsiteX1205" fmla="*/ 2771084 w 4954903"/>
                <a:gd name="connsiteY1205" fmla="*/ 2621647 h 4882701"/>
                <a:gd name="connsiteX1206" fmla="*/ 2756144 w 4954903"/>
                <a:gd name="connsiteY1206" fmla="*/ 2605188 h 4882701"/>
                <a:gd name="connsiteX1207" fmla="*/ 2743482 w 4954903"/>
                <a:gd name="connsiteY1207" fmla="*/ 2628738 h 4882701"/>
                <a:gd name="connsiteX1208" fmla="*/ 2415049 w 4954903"/>
                <a:gd name="connsiteY1208" fmla="*/ 2597844 h 4882701"/>
                <a:gd name="connsiteX1209" fmla="*/ 2401627 w 4954903"/>
                <a:gd name="connsiteY1209" fmla="*/ 2620128 h 4882701"/>
                <a:gd name="connsiteX1210" fmla="*/ 2430495 w 4954903"/>
                <a:gd name="connsiteY1210" fmla="*/ 2614051 h 4882701"/>
                <a:gd name="connsiteX1211" fmla="*/ 2430495 w 4954903"/>
                <a:gd name="connsiteY1211" fmla="*/ 2614051 h 4882701"/>
                <a:gd name="connsiteX1212" fmla="*/ 2415049 w 4954903"/>
                <a:gd name="connsiteY1212" fmla="*/ 2597844 h 4882701"/>
                <a:gd name="connsiteX1213" fmla="*/ 2345918 w 4954903"/>
                <a:gd name="connsiteY1213" fmla="*/ 2596578 h 4882701"/>
                <a:gd name="connsiteX1214" fmla="*/ 2332244 w 4954903"/>
                <a:gd name="connsiteY1214" fmla="*/ 2618862 h 4882701"/>
                <a:gd name="connsiteX1215" fmla="*/ 2361365 w 4954903"/>
                <a:gd name="connsiteY1215" fmla="*/ 2612785 h 4882701"/>
                <a:gd name="connsiteX1216" fmla="*/ 2345918 w 4954903"/>
                <a:gd name="connsiteY1216" fmla="*/ 2596578 h 4882701"/>
                <a:gd name="connsiteX1217" fmla="*/ 3141300 w 4954903"/>
                <a:gd name="connsiteY1217" fmla="*/ 2576573 h 4882701"/>
                <a:gd name="connsiteX1218" fmla="*/ 3167636 w 4954903"/>
                <a:gd name="connsiteY1218" fmla="*/ 2569736 h 4882701"/>
                <a:gd name="connsiteX1219" fmla="*/ 3153708 w 4954903"/>
                <a:gd name="connsiteY1219" fmla="*/ 2553276 h 4882701"/>
                <a:gd name="connsiteX1220" fmla="*/ 3141300 w 4954903"/>
                <a:gd name="connsiteY1220" fmla="*/ 2576573 h 4882701"/>
                <a:gd name="connsiteX1221" fmla="*/ 2608766 w 4954903"/>
                <a:gd name="connsiteY1221" fmla="*/ 2560620 h 4882701"/>
                <a:gd name="connsiteX1222" fmla="*/ 2637381 w 4954903"/>
                <a:gd name="connsiteY1222" fmla="*/ 2554542 h 4882701"/>
                <a:gd name="connsiteX1223" fmla="*/ 2622187 w 4954903"/>
                <a:gd name="connsiteY1223" fmla="*/ 2538083 h 4882701"/>
                <a:gd name="connsiteX1224" fmla="*/ 2608766 w 4954903"/>
                <a:gd name="connsiteY1224" fmla="*/ 2560620 h 4882701"/>
                <a:gd name="connsiteX1225" fmla="*/ 2569263 w 4954903"/>
                <a:gd name="connsiteY1225" fmla="*/ 2553023 h 4882701"/>
                <a:gd name="connsiteX1226" fmla="*/ 2554070 w 4954903"/>
                <a:gd name="connsiteY1226" fmla="*/ 2536563 h 4882701"/>
                <a:gd name="connsiteX1227" fmla="*/ 2540395 w 4954903"/>
                <a:gd name="connsiteY1227" fmla="*/ 2559101 h 4882701"/>
                <a:gd name="connsiteX1228" fmla="*/ 2569263 w 4954903"/>
                <a:gd name="connsiteY1228" fmla="*/ 2553023 h 4882701"/>
                <a:gd name="connsiteX1229" fmla="*/ 2277294 w 4954903"/>
                <a:gd name="connsiteY1229" fmla="*/ 2531752 h 4882701"/>
                <a:gd name="connsiteX1230" fmla="*/ 2263873 w 4954903"/>
                <a:gd name="connsiteY1230" fmla="*/ 2554289 h 4882701"/>
                <a:gd name="connsiteX1231" fmla="*/ 2293247 w 4954903"/>
                <a:gd name="connsiteY1231" fmla="*/ 2547959 h 4882701"/>
                <a:gd name="connsiteX1232" fmla="*/ 2277294 w 4954903"/>
                <a:gd name="connsiteY1232" fmla="*/ 2531752 h 4882701"/>
                <a:gd name="connsiteX1233" fmla="*/ 2207403 w 4954903"/>
                <a:gd name="connsiteY1233" fmla="*/ 2530739 h 4882701"/>
                <a:gd name="connsiteX1234" fmla="*/ 2193982 w 4954903"/>
                <a:gd name="connsiteY1234" fmla="*/ 2553276 h 4882701"/>
                <a:gd name="connsiteX1235" fmla="*/ 2223103 w 4954903"/>
                <a:gd name="connsiteY1235" fmla="*/ 2546946 h 4882701"/>
                <a:gd name="connsiteX1236" fmla="*/ 2207403 w 4954903"/>
                <a:gd name="connsiteY1236" fmla="*/ 2530739 h 4882701"/>
                <a:gd name="connsiteX1237" fmla="*/ 2137513 w 4954903"/>
                <a:gd name="connsiteY1237" fmla="*/ 2529726 h 4882701"/>
                <a:gd name="connsiteX1238" fmla="*/ 2123839 w 4954903"/>
                <a:gd name="connsiteY1238" fmla="*/ 2552264 h 4882701"/>
                <a:gd name="connsiteX1239" fmla="*/ 2153213 w 4954903"/>
                <a:gd name="connsiteY1239" fmla="*/ 2545933 h 4882701"/>
                <a:gd name="connsiteX1240" fmla="*/ 2137513 w 4954903"/>
                <a:gd name="connsiteY1240" fmla="*/ 2529726 h 4882701"/>
                <a:gd name="connsiteX1241" fmla="*/ 1298576 w 4954903"/>
                <a:gd name="connsiteY1241" fmla="*/ 2543401 h 4882701"/>
                <a:gd name="connsiteX1242" fmla="*/ 1284901 w 4954903"/>
                <a:gd name="connsiteY1242" fmla="*/ 2527447 h 4882701"/>
                <a:gd name="connsiteX1243" fmla="*/ 1275026 w 4954903"/>
                <a:gd name="connsiteY1243" fmla="*/ 2551504 h 4882701"/>
                <a:gd name="connsiteX1244" fmla="*/ 1298576 w 4954903"/>
                <a:gd name="connsiteY1244" fmla="*/ 2543401 h 4882701"/>
                <a:gd name="connsiteX1245" fmla="*/ 3079007 w 4954903"/>
                <a:gd name="connsiteY1245" fmla="*/ 2510481 h 4882701"/>
                <a:gd name="connsiteX1246" fmla="*/ 3105595 w 4954903"/>
                <a:gd name="connsiteY1246" fmla="*/ 2503391 h 4882701"/>
                <a:gd name="connsiteX1247" fmla="*/ 3091415 w 4954903"/>
                <a:gd name="connsiteY1247" fmla="*/ 2486678 h 4882701"/>
                <a:gd name="connsiteX1248" fmla="*/ 3079007 w 4954903"/>
                <a:gd name="connsiteY1248" fmla="*/ 2510481 h 4882701"/>
                <a:gd name="connsiteX1249" fmla="*/ 3013675 w 4954903"/>
                <a:gd name="connsiteY1249" fmla="*/ 2508455 h 4882701"/>
                <a:gd name="connsiteX1250" fmla="*/ 3040516 w 4954903"/>
                <a:gd name="connsiteY1250" fmla="*/ 2501365 h 4882701"/>
                <a:gd name="connsiteX1251" fmla="*/ 3026083 w 4954903"/>
                <a:gd name="connsiteY1251" fmla="*/ 2484652 h 4882701"/>
                <a:gd name="connsiteX1252" fmla="*/ 3013675 w 4954903"/>
                <a:gd name="connsiteY1252" fmla="*/ 2508455 h 4882701"/>
                <a:gd name="connsiteX1253" fmla="*/ 2747028 w 4954903"/>
                <a:gd name="connsiteY1253" fmla="*/ 2500859 h 4882701"/>
                <a:gd name="connsiteX1254" fmla="*/ 2774629 w 4954903"/>
                <a:gd name="connsiteY1254" fmla="*/ 2493768 h 4882701"/>
                <a:gd name="connsiteX1255" fmla="*/ 2759436 w 4954903"/>
                <a:gd name="connsiteY1255" fmla="*/ 2477055 h 4882701"/>
                <a:gd name="connsiteX1256" fmla="*/ 2747028 w 4954903"/>
                <a:gd name="connsiteY1256" fmla="*/ 2500859 h 4882701"/>
                <a:gd name="connsiteX1257" fmla="*/ 3171941 w 4954903"/>
                <a:gd name="connsiteY1257" fmla="*/ 2441351 h 4882701"/>
                <a:gd name="connsiteX1258" fmla="*/ 3157760 w 4954903"/>
                <a:gd name="connsiteY1258" fmla="*/ 2424384 h 4882701"/>
                <a:gd name="connsiteX1259" fmla="*/ 3145605 w 4954903"/>
                <a:gd name="connsiteY1259" fmla="*/ 2448188 h 4882701"/>
                <a:gd name="connsiteX1260" fmla="*/ 3171941 w 4954903"/>
                <a:gd name="connsiteY1260" fmla="*/ 2441351 h 4882701"/>
                <a:gd name="connsiteX1261" fmla="*/ 3080779 w 4954903"/>
                <a:gd name="connsiteY1261" fmla="*/ 2446162 h 4882701"/>
                <a:gd name="connsiteX1262" fmla="*/ 3107368 w 4954903"/>
                <a:gd name="connsiteY1262" fmla="*/ 2439072 h 4882701"/>
                <a:gd name="connsiteX1263" fmla="*/ 3092934 w 4954903"/>
                <a:gd name="connsiteY1263" fmla="*/ 2422105 h 4882701"/>
                <a:gd name="connsiteX1264" fmla="*/ 3080779 w 4954903"/>
                <a:gd name="connsiteY1264" fmla="*/ 2446162 h 4882701"/>
                <a:gd name="connsiteX1265" fmla="*/ 3015447 w 4954903"/>
                <a:gd name="connsiteY1265" fmla="*/ 2444136 h 4882701"/>
                <a:gd name="connsiteX1266" fmla="*/ 3042289 w 4954903"/>
                <a:gd name="connsiteY1266" fmla="*/ 2437046 h 4882701"/>
                <a:gd name="connsiteX1267" fmla="*/ 3027602 w 4954903"/>
                <a:gd name="connsiteY1267" fmla="*/ 2420080 h 4882701"/>
                <a:gd name="connsiteX1268" fmla="*/ 3015447 w 4954903"/>
                <a:gd name="connsiteY1268" fmla="*/ 2444136 h 4882701"/>
                <a:gd name="connsiteX1269" fmla="*/ 2976704 w 4954903"/>
                <a:gd name="connsiteY1269" fmla="*/ 2435020 h 4882701"/>
                <a:gd name="connsiteX1270" fmla="*/ 2962016 w 4954903"/>
                <a:gd name="connsiteY1270" fmla="*/ 2418054 h 4882701"/>
                <a:gd name="connsiteX1271" fmla="*/ 2949608 w 4954903"/>
                <a:gd name="connsiteY1271" fmla="*/ 2442110 h 4882701"/>
                <a:gd name="connsiteX1272" fmla="*/ 2976704 w 4954903"/>
                <a:gd name="connsiteY1272" fmla="*/ 2435020 h 4882701"/>
                <a:gd name="connsiteX1273" fmla="*/ 1659676 w 4954903"/>
                <a:gd name="connsiteY1273" fmla="*/ 2397543 h 4882701"/>
                <a:gd name="connsiteX1274" fmla="*/ 1647774 w 4954903"/>
                <a:gd name="connsiteY1274" fmla="*/ 2421852 h 4882701"/>
                <a:gd name="connsiteX1275" fmla="*/ 1674363 w 4954903"/>
                <a:gd name="connsiteY1275" fmla="*/ 2414002 h 4882701"/>
                <a:gd name="connsiteX1276" fmla="*/ 1659676 w 4954903"/>
                <a:gd name="connsiteY1276" fmla="*/ 2397543 h 4882701"/>
                <a:gd name="connsiteX1277" fmla="*/ 1594597 w 4954903"/>
                <a:gd name="connsiteY1277" fmla="*/ 2397289 h 4882701"/>
                <a:gd name="connsiteX1278" fmla="*/ 1582948 w 4954903"/>
                <a:gd name="connsiteY1278" fmla="*/ 2421599 h 4882701"/>
                <a:gd name="connsiteX1279" fmla="*/ 1609284 w 4954903"/>
                <a:gd name="connsiteY1279" fmla="*/ 2413749 h 4882701"/>
                <a:gd name="connsiteX1280" fmla="*/ 1594597 w 4954903"/>
                <a:gd name="connsiteY1280" fmla="*/ 2397289 h 4882701"/>
                <a:gd name="connsiteX1281" fmla="*/ 1530277 w 4954903"/>
                <a:gd name="connsiteY1281" fmla="*/ 2397289 h 4882701"/>
                <a:gd name="connsiteX1282" fmla="*/ 1518882 w 4954903"/>
                <a:gd name="connsiteY1282" fmla="*/ 2421599 h 4882701"/>
                <a:gd name="connsiteX1283" fmla="*/ 1544711 w 4954903"/>
                <a:gd name="connsiteY1283" fmla="*/ 2413749 h 4882701"/>
                <a:gd name="connsiteX1284" fmla="*/ 1530277 w 4954903"/>
                <a:gd name="connsiteY1284" fmla="*/ 2397289 h 4882701"/>
                <a:gd name="connsiteX1285" fmla="*/ 1481405 w 4954903"/>
                <a:gd name="connsiteY1285" fmla="*/ 2414002 h 4882701"/>
                <a:gd name="connsiteX1286" fmla="*/ 1467224 w 4954903"/>
                <a:gd name="connsiteY1286" fmla="*/ 2397543 h 4882701"/>
                <a:gd name="connsiteX1287" fmla="*/ 1456082 w 4954903"/>
                <a:gd name="connsiteY1287" fmla="*/ 2421852 h 4882701"/>
                <a:gd name="connsiteX1288" fmla="*/ 1481405 w 4954903"/>
                <a:gd name="connsiteY1288" fmla="*/ 2414002 h 4882701"/>
                <a:gd name="connsiteX1289" fmla="*/ 1405184 w 4954903"/>
                <a:gd name="connsiteY1289" fmla="*/ 2397796 h 4882701"/>
                <a:gd name="connsiteX1290" fmla="*/ 1394042 w 4954903"/>
                <a:gd name="connsiteY1290" fmla="*/ 2422105 h 4882701"/>
                <a:gd name="connsiteX1291" fmla="*/ 1419111 w 4954903"/>
                <a:gd name="connsiteY1291" fmla="*/ 2414002 h 4882701"/>
                <a:gd name="connsiteX1292" fmla="*/ 1405184 w 4954903"/>
                <a:gd name="connsiteY1292" fmla="*/ 2397796 h 4882701"/>
                <a:gd name="connsiteX1293" fmla="*/ 3710045 w 4954903"/>
                <a:gd name="connsiteY1293" fmla="*/ 2382096 h 4882701"/>
                <a:gd name="connsiteX1294" fmla="*/ 3700170 w 4954903"/>
                <a:gd name="connsiteY1294" fmla="*/ 2406912 h 4882701"/>
                <a:gd name="connsiteX1295" fmla="*/ 3722707 w 4954903"/>
                <a:gd name="connsiteY1295" fmla="*/ 2399062 h 4882701"/>
                <a:gd name="connsiteX1296" fmla="*/ 3710045 w 4954903"/>
                <a:gd name="connsiteY1296" fmla="*/ 2382096 h 4882701"/>
                <a:gd name="connsiteX1297" fmla="*/ 2750066 w 4954903"/>
                <a:gd name="connsiteY1297" fmla="*/ 2371714 h 4882701"/>
                <a:gd name="connsiteX1298" fmla="*/ 2777668 w 4954903"/>
                <a:gd name="connsiteY1298" fmla="*/ 2364370 h 4882701"/>
                <a:gd name="connsiteX1299" fmla="*/ 2762474 w 4954903"/>
                <a:gd name="connsiteY1299" fmla="*/ 2347657 h 4882701"/>
                <a:gd name="connsiteX1300" fmla="*/ 2750066 w 4954903"/>
                <a:gd name="connsiteY1300" fmla="*/ 2371714 h 4882701"/>
                <a:gd name="connsiteX1301" fmla="*/ 2682202 w 4954903"/>
                <a:gd name="connsiteY1301" fmla="*/ 2370194 h 4882701"/>
                <a:gd name="connsiteX1302" fmla="*/ 2709803 w 4954903"/>
                <a:gd name="connsiteY1302" fmla="*/ 2362851 h 4882701"/>
                <a:gd name="connsiteX1303" fmla="*/ 2694610 w 4954903"/>
                <a:gd name="connsiteY1303" fmla="*/ 2346138 h 4882701"/>
                <a:gd name="connsiteX1304" fmla="*/ 2682202 w 4954903"/>
                <a:gd name="connsiteY1304" fmla="*/ 2370194 h 4882701"/>
                <a:gd name="connsiteX1305" fmla="*/ 2419860 w 4954903"/>
                <a:gd name="connsiteY1305" fmla="*/ 2340313 h 4882701"/>
                <a:gd name="connsiteX1306" fmla="*/ 2407198 w 4954903"/>
                <a:gd name="connsiteY1306" fmla="*/ 2364370 h 4882701"/>
                <a:gd name="connsiteX1307" fmla="*/ 2435307 w 4954903"/>
                <a:gd name="connsiteY1307" fmla="*/ 2357026 h 4882701"/>
                <a:gd name="connsiteX1308" fmla="*/ 2419860 w 4954903"/>
                <a:gd name="connsiteY1308" fmla="*/ 2340313 h 4882701"/>
                <a:gd name="connsiteX1309" fmla="*/ 2365923 w 4954903"/>
                <a:gd name="connsiteY1309" fmla="*/ 2355760 h 4882701"/>
                <a:gd name="connsiteX1310" fmla="*/ 2350476 w 4954903"/>
                <a:gd name="connsiteY1310" fmla="*/ 2339047 h 4882701"/>
                <a:gd name="connsiteX1311" fmla="*/ 2336802 w 4954903"/>
                <a:gd name="connsiteY1311" fmla="*/ 2362091 h 4882701"/>
                <a:gd name="connsiteX1312" fmla="*/ 2365923 w 4954903"/>
                <a:gd name="connsiteY1312" fmla="*/ 2355760 h 4882701"/>
                <a:gd name="connsiteX1313" fmla="*/ 2280332 w 4954903"/>
                <a:gd name="connsiteY1313" fmla="*/ 2338034 h 4882701"/>
                <a:gd name="connsiteX1314" fmla="*/ 2267418 w 4954903"/>
                <a:gd name="connsiteY1314" fmla="*/ 2362091 h 4882701"/>
                <a:gd name="connsiteX1315" fmla="*/ 2296032 w 4954903"/>
                <a:gd name="connsiteY1315" fmla="*/ 2354494 h 4882701"/>
                <a:gd name="connsiteX1316" fmla="*/ 2280332 w 4954903"/>
                <a:gd name="connsiteY1316" fmla="*/ 2338034 h 4882701"/>
                <a:gd name="connsiteX1317" fmla="*/ 2210442 w 4954903"/>
                <a:gd name="connsiteY1317" fmla="*/ 2337022 h 4882701"/>
                <a:gd name="connsiteX1318" fmla="*/ 2197527 w 4954903"/>
                <a:gd name="connsiteY1318" fmla="*/ 2361078 h 4882701"/>
                <a:gd name="connsiteX1319" fmla="*/ 2225889 w 4954903"/>
                <a:gd name="connsiteY1319" fmla="*/ 2353481 h 4882701"/>
                <a:gd name="connsiteX1320" fmla="*/ 2210442 w 4954903"/>
                <a:gd name="connsiteY1320" fmla="*/ 2337022 h 4882701"/>
                <a:gd name="connsiteX1321" fmla="*/ 1793632 w 4954903"/>
                <a:gd name="connsiteY1321" fmla="*/ 2332970 h 4882701"/>
                <a:gd name="connsiteX1322" fmla="*/ 1781224 w 4954903"/>
                <a:gd name="connsiteY1322" fmla="*/ 2357280 h 4882701"/>
                <a:gd name="connsiteX1323" fmla="*/ 1808826 w 4954903"/>
                <a:gd name="connsiteY1323" fmla="*/ 2349430 h 4882701"/>
                <a:gd name="connsiteX1324" fmla="*/ 1793632 w 4954903"/>
                <a:gd name="connsiteY1324" fmla="*/ 2332970 h 4882701"/>
                <a:gd name="connsiteX1325" fmla="*/ 1298322 w 4954903"/>
                <a:gd name="connsiteY1325" fmla="*/ 2349936 h 4882701"/>
                <a:gd name="connsiteX1326" fmla="*/ 1285155 w 4954903"/>
                <a:gd name="connsiteY1326" fmla="*/ 2333730 h 4882701"/>
                <a:gd name="connsiteX1327" fmla="*/ 1274266 w 4954903"/>
                <a:gd name="connsiteY1327" fmla="*/ 2358039 h 4882701"/>
                <a:gd name="connsiteX1328" fmla="*/ 1298322 w 4954903"/>
                <a:gd name="connsiteY1328" fmla="*/ 2349936 h 4882701"/>
                <a:gd name="connsiteX1329" fmla="*/ 3823997 w 4954903"/>
                <a:gd name="connsiteY1329" fmla="*/ 2323094 h 4882701"/>
                <a:gd name="connsiteX1330" fmla="*/ 3814881 w 4954903"/>
                <a:gd name="connsiteY1330" fmla="*/ 2347910 h 4882701"/>
                <a:gd name="connsiteX1331" fmla="*/ 3836658 w 4954903"/>
                <a:gd name="connsiteY1331" fmla="*/ 2340060 h 4882701"/>
                <a:gd name="connsiteX1332" fmla="*/ 3823997 w 4954903"/>
                <a:gd name="connsiteY1332" fmla="*/ 2323094 h 4882701"/>
                <a:gd name="connsiteX1333" fmla="*/ 2683468 w 4954903"/>
                <a:gd name="connsiteY1333" fmla="*/ 2305368 h 4882701"/>
                <a:gd name="connsiteX1334" fmla="*/ 2711069 w 4954903"/>
                <a:gd name="connsiteY1334" fmla="*/ 2298025 h 4882701"/>
                <a:gd name="connsiteX1335" fmla="*/ 2695876 w 4954903"/>
                <a:gd name="connsiteY1335" fmla="*/ 2281565 h 4882701"/>
                <a:gd name="connsiteX1336" fmla="*/ 2683468 w 4954903"/>
                <a:gd name="connsiteY1336" fmla="*/ 2305368 h 4882701"/>
                <a:gd name="connsiteX1337" fmla="*/ 2615097 w 4954903"/>
                <a:gd name="connsiteY1337" fmla="*/ 2303849 h 4882701"/>
                <a:gd name="connsiteX1338" fmla="*/ 2642952 w 4954903"/>
                <a:gd name="connsiteY1338" fmla="*/ 2296505 h 4882701"/>
                <a:gd name="connsiteX1339" fmla="*/ 2627758 w 4954903"/>
                <a:gd name="connsiteY1339" fmla="*/ 2280046 h 4882701"/>
                <a:gd name="connsiteX1340" fmla="*/ 2615097 w 4954903"/>
                <a:gd name="connsiteY1340" fmla="*/ 2303849 h 4882701"/>
                <a:gd name="connsiteX1341" fmla="*/ 2490257 w 4954903"/>
                <a:gd name="connsiteY1341" fmla="*/ 2277007 h 4882701"/>
                <a:gd name="connsiteX1342" fmla="*/ 2477595 w 4954903"/>
                <a:gd name="connsiteY1342" fmla="*/ 2300810 h 4882701"/>
                <a:gd name="connsiteX1343" fmla="*/ 2505703 w 4954903"/>
                <a:gd name="connsiteY1343" fmla="*/ 2293467 h 4882701"/>
                <a:gd name="connsiteX1344" fmla="*/ 2490257 w 4954903"/>
                <a:gd name="connsiteY1344" fmla="*/ 2277007 h 4882701"/>
                <a:gd name="connsiteX1345" fmla="*/ 2408465 w 4954903"/>
                <a:gd name="connsiteY1345" fmla="*/ 2299544 h 4882701"/>
                <a:gd name="connsiteX1346" fmla="*/ 2436573 w 4954903"/>
                <a:gd name="connsiteY1346" fmla="*/ 2292200 h 4882701"/>
                <a:gd name="connsiteX1347" fmla="*/ 2421126 w 4954903"/>
                <a:gd name="connsiteY1347" fmla="*/ 2275741 h 4882701"/>
                <a:gd name="connsiteX1348" fmla="*/ 2408465 w 4954903"/>
                <a:gd name="connsiteY1348" fmla="*/ 2299544 h 4882701"/>
                <a:gd name="connsiteX1349" fmla="*/ 2351742 w 4954903"/>
                <a:gd name="connsiteY1349" fmla="*/ 2274475 h 4882701"/>
                <a:gd name="connsiteX1350" fmla="*/ 2337815 w 4954903"/>
                <a:gd name="connsiteY1350" fmla="*/ 2297265 h 4882701"/>
                <a:gd name="connsiteX1351" fmla="*/ 2367189 w 4954903"/>
                <a:gd name="connsiteY1351" fmla="*/ 2290934 h 4882701"/>
                <a:gd name="connsiteX1352" fmla="*/ 2351742 w 4954903"/>
                <a:gd name="connsiteY1352" fmla="*/ 2274475 h 4882701"/>
                <a:gd name="connsiteX1353" fmla="*/ 2281852 w 4954903"/>
                <a:gd name="connsiteY1353" fmla="*/ 2273462 h 4882701"/>
                <a:gd name="connsiteX1354" fmla="*/ 2268178 w 4954903"/>
                <a:gd name="connsiteY1354" fmla="*/ 2296252 h 4882701"/>
                <a:gd name="connsiteX1355" fmla="*/ 2297552 w 4954903"/>
                <a:gd name="connsiteY1355" fmla="*/ 2289922 h 4882701"/>
                <a:gd name="connsiteX1356" fmla="*/ 2281852 w 4954903"/>
                <a:gd name="connsiteY1356" fmla="*/ 2273462 h 4882701"/>
                <a:gd name="connsiteX1357" fmla="*/ 2071674 w 4954903"/>
                <a:gd name="connsiteY1357" fmla="*/ 2270676 h 4882701"/>
                <a:gd name="connsiteX1358" fmla="*/ 2057494 w 4954903"/>
                <a:gd name="connsiteY1358" fmla="*/ 2293467 h 4882701"/>
                <a:gd name="connsiteX1359" fmla="*/ 2087121 w 4954903"/>
                <a:gd name="connsiteY1359" fmla="*/ 2286883 h 4882701"/>
                <a:gd name="connsiteX1360" fmla="*/ 2071674 w 4954903"/>
                <a:gd name="connsiteY1360" fmla="*/ 2270676 h 4882701"/>
                <a:gd name="connsiteX1361" fmla="*/ 2001277 w 4954903"/>
                <a:gd name="connsiteY1361" fmla="*/ 2269917 h 4882701"/>
                <a:gd name="connsiteX1362" fmla="*/ 1987350 w 4954903"/>
                <a:gd name="connsiteY1362" fmla="*/ 2292707 h 4882701"/>
                <a:gd name="connsiteX1363" fmla="*/ 2016977 w 4954903"/>
                <a:gd name="connsiteY1363" fmla="*/ 2286123 h 4882701"/>
                <a:gd name="connsiteX1364" fmla="*/ 2001277 w 4954903"/>
                <a:gd name="connsiteY1364" fmla="*/ 2269917 h 4882701"/>
                <a:gd name="connsiteX1365" fmla="*/ 1795152 w 4954903"/>
                <a:gd name="connsiteY1365" fmla="*/ 2268397 h 4882701"/>
                <a:gd name="connsiteX1366" fmla="*/ 1782744 w 4954903"/>
                <a:gd name="connsiteY1366" fmla="*/ 2292454 h 4882701"/>
                <a:gd name="connsiteX1367" fmla="*/ 1810345 w 4954903"/>
                <a:gd name="connsiteY1367" fmla="*/ 2284604 h 4882701"/>
                <a:gd name="connsiteX1368" fmla="*/ 1795152 w 4954903"/>
                <a:gd name="connsiteY1368" fmla="*/ 2268397 h 4882701"/>
                <a:gd name="connsiteX1369" fmla="*/ 1728047 w 4954903"/>
                <a:gd name="connsiteY1369" fmla="*/ 2268144 h 4882701"/>
                <a:gd name="connsiteX1370" fmla="*/ 1715639 w 4954903"/>
                <a:gd name="connsiteY1370" fmla="*/ 2292200 h 4882701"/>
                <a:gd name="connsiteX1371" fmla="*/ 1742734 w 4954903"/>
                <a:gd name="connsiteY1371" fmla="*/ 2284351 h 4882701"/>
                <a:gd name="connsiteX1372" fmla="*/ 1728047 w 4954903"/>
                <a:gd name="connsiteY1372" fmla="*/ 2268144 h 4882701"/>
                <a:gd name="connsiteX1373" fmla="*/ 1662208 w 4954903"/>
                <a:gd name="connsiteY1373" fmla="*/ 2267891 h 4882701"/>
                <a:gd name="connsiteX1374" fmla="*/ 1649800 w 4954903"/>
                <a:gd name="connsiteY1374" fmla="*/ 2291947 h 4882701"/>
                <a:gd name="connsiteX1375" fmla="*/ 1676642 w 4954903"/>
                <a:gd name="connsiteY1375" fmla="*/ 2284097 h 4882701"/>
                <a:gd name="connsiteX1376" fmla="*/ 1662208 w 4954903"/>
                <a:gd name="connsiteY1376" fmla="*/ 2267891 h 4882701"/>
                <a:gd name="connsiteX1377" fmla="*/ 1286674 w 4954903"/>
                <a:gd name="connsiteY1377" fmla="*/ 2269157 h 4882701"/>
                <a:gd name="connsiteX1378" fmla="*/ 1275532 w 4954903"/>
                <a:gd name="connsiteY1378" fmla="*/ 2293467 h 4882701"/>
                <a:gd name="connsiteX1379" fmla="*/ 1299842 w 4954903"/>
                <a:gd name="connsiteY1379" fmla="*/ 2285363 h 4882701"/>
                <a:gd name="connsiteX1380" fmla="*/ 1286674 w 4954903"/>
                <a:gd name="connsiteY1380" fmla="*/ 2269157 h 4882701"/>
                <a:gd name="connsiteX1381" fmla="*/ 33 w 4954903"/>
                <a:gd name="connsiteY1381" fmla="*/ 2382855 h 4882701"/>
                <a:gd name="connsiteX1382" fmla="*/ 793 w 4954903"/>
                <a:gd name="connsiteY1382" fmla="*/ 2368675 h 4882701"/>
                <a:gd name="connsiteX1383" fmla="*/ 793 w 4954903"/>
                <a:gd name="connsiteY1383" fmla="*/ 2368675 h 4882701"/>
                <a:gd name="connsiteX1384" fmla="*/ 1299 w 4954903"/>
                <a:gd name="connsiteY1384" fmla="*/ 2353228 h 4882701"/>
                <a:gd name="connsiteX1385" fmla="*/ 33 w 4954903"/>
                <a:gd name="connsiteY1385" fmla="*/ 2382855 h 4882701"/>
                <a:gd name="connsiteX1386" fmla="*/ 3878947 w 4954903"/>
                <a:gd name="connsiteY1386" fmla="*/ 2262067 h 4882701"/>
                <a:gd name="connsiteX1387" fmla="*/ 3870337 w 4954903"/>
                <a:gd name="connsiteY1387" fmla="*/ 2286630 h 4882701"/>
                <a:gd name="connsiteX1388" fmla="*/ 3891608 w 4954903"/>
                <a:gd name="connsiteY1388" fmla="*/ 2279033 h 4882701"/>
                <a:gd name="connsiteX1389" fmla="*/ 3878947 w 4954903"/>
                <a:gd name="connsiteY1389" fmla="*/ 2262067 h 4882701"/>
                <a:gd name="connsiteX1390" fmla="*/ 3823744 w 4954903"/>
                <a:gd name="connsiteY1390" fmla="*/ 2259028 h 4882701"/>
                <a:gd name="connsiteX1391" fmla="*/ 3814881 w 4954903"/>
                <a:gd name="connsiteY1391" fmla="*/ 2283591 h 4882701"/>
                <a:gd name="connsiteX1392" fmla="*/ 3836658 w 4954903"/>
                <a:gd name="connsiteY1392" fmla="*/ 2275994 h 4882701"/>
                <a:gd name="connsiteX1393" fmla="*/ 3823744 w 4954903"/>
                <a:gd name="connsiteY1393" fmla="*/ 2259028 h 4882701"/>
                <a:gd name="connsiteX1394" fmla="*/ 3710805 w 4954903"/>
                <a:gd name="connsiteY1394" fmla="*/ 2253457 h 4882701"/>
                <a:gd name="connsiteX1395" fmla="*/ 3701436 w 4954903"/>
                <a:gd name="connsiteY1395" fmla="*/ 2278020 h 4882701"/>
                <a:gd name="connsiteX1396" fmla="*/ 3723720 w 4954903"/>
                <a:gd name="connsiteY1396" fmla="*/ 2270170 h 4882701"/>
                <a:gd name="connsiteX1397" fmla="*/ 3710805 w 4954903"/>
                <a:gd name="connsiteY1397" fmla="*/ 2253457 h 4882701"/>
                <a:gd name="connsiteX1398" fmla="*/ 3412759 w 4954903"/>
                <a:gd name="connsiteY1398" fmla="*/ 2240036 h 4882701"/>
                <a:gd name="connsiteX1399" fmla="*/ 3401870 w 4954903"/>
                <a:gd name="connsiteY1399" fmla="*/ 2263586 h 4882701"/>
                <a:gd name="connsiteX1400" fmla="*/ 3426939 w 4954903"/>
                <a:gd name="connsiteY1400" fmla="*/ 2256749 h 4882701"/>
                <a:gd name="connsiteX1401" fmla="*/ 3412759 w 4954903"/>
                <a:gd name="connsiteY1401" fmla="*/ 2240036 h 4882701"/>
                <a:gd name="connsiteX1402" fmla="*/ 3350718 w 4954903"/>
                <a:gd name="connsiteY1402" fmla="*/ 2237757 h 4882701"/>
                <a:gd name="connsiteX1403" fmla="*/ 3339576 w 4954903"/>
                <a:gd name="connsiteY1403" fmla="*/ 2261307 h 4882701"/>
                <a:gd name="connsiteX1404" fmla="*/ 3364645 w 4954903"/>
                <a:gd name="connsiteY1404" fmla="*/ 2254470 h 4882701"/>
                <a:gd name="connsiteX1405" fmla="*/ 3350718 w 4954903"/>
                <a:gd name="connsiteY1405" fmla="*/ 2237757 h 4882701"/>
                <a:gd name="connsiteX1406" fmla="*/ 3288171 w 4954903"/>
                <a:gd name="connsiteY1406" fmla="*/ 2235225 h 4882701"/>
                <a:gd name="connsiteX1407" fmla="*/ 3276776 w 4954903"/>
                <a:gd name="connsiteY1407" fmla="*/ 2258775 h 4882701"/>
                <a:gd name="connsiteX1408" fmla="*/ 3302352 w 4954903"/>
                <a:gd name="connsiteY1408" fmla="*/ 2251938 h 4882701"/>
                <a:gd name="connsiteX1409" fmla="*/ 3288171 w 4954903"/>
                <a:gd name="connsiteY1409" fmla="*/ 2235225 h 4882701"/>
                <a:gd name="connsiteX1410" fmla="*/ 3224612 w 4954903"/>
                <a:gd name="connsiteY1410" fmla="*/ 2232946 h 4882701"/>
                <a:gd name="connsiteX1411" fmla="*/ 3213216 w 4954903"/>
                <a:gd name="connsiteY1411" fmla="*/ 2256496 h 4882701"/>
                <a:gd name="connsiteX1412" fmla="*/ 3239046 w 4954903"/>
                <a:gd name="connsiteY1412" fmla="*/ 2249659 h 4882701"/>
                <a:gd name="connsiteX1413" fmla="*/ 3224612 w 4954903"/>
                <a:gd name="connsiteY1413" fmla="*/ 2232946 h 4882701"/>
                <a:gd name="connsiteX1414" fmla="*/ 3030894 w 4954903"/>
                <a:gd name="connsiteY1414" fmla="*/ 2226615 h 4882701"/>
                <a:gd name="connsiteX1415" fmla="*/ 3018992 w 4954903"/>
                <a:gd name="connsiteY1415" fmla="*/ 2250165 h 4882701"/>
                <a:gd name="connsiteX1416" fmla="*/ 3045581 w 4954903"/>
                <a:gd name="connsiteY1416" fmla="*/ 2243075 h 4882701"/>
                <a:gd name="connsiteX1417" fmla="*/ 3045581 w 4954903"/>
                <a:gd name="connsiteY1417" fmla="*/ 2243075 h 4882701"/>
                <a:gd name="connsiteX1418" fmla="*/ 3030894 w 4954903"/>
                <a:gd name="connsiteY1418" fmla="*/ 2226615 h 4882701"/>
                <a:gd name="connsiteX1419" fmla="*/ 2979995 w 4954903"/>
                <a:gd name="connsiteY1419" fmla="*/ 2241049 h 4882701"/>
                <a:gd name="connsiteX1420" fmla="*/ 2965055 w 4954903"/>
                <a:gd name="connsiteY1420" fmla="*/ 2224589 h 4882701"/>
                <a:gd name="connsiteX1421" fmla="*/ 2953154 w 4954903"/>
                <a:gd name="connsiteY1421" fmla="*/ 2248139 h 4882701"/>
                <a:gd name="connsiteX1422" fmla="*/ 2979995 w 4954903"/>
                <a:gd name="connsiteY1422" fmla="*/ 2241049 h 4882701"/>
                <a:gd name="connsiteX1423" fmla="*/ 2898710 w 4954903"/>
                <a:gd name="connsiteY1423" fmla="*/ 2222563 h 4882701"/>
                <a:gd name="connsiteX1424" fmla="*/ 2886555 w 4954903"/>
                <a:gd name="connsiteY1424" fmla="*/ 2246113 h 4882701"/>
                <a:gd name="connsiteX1425" fmla="*/ 2913650 w 4954903"/>
                <a:gd name="connsiteY1425" fmla="*/ 2239023 h 4882701"/>
                <a:gd name="connsiteX1426" fmla="*/ 2898710 w 4954903"/>
                <a:gd name="connsiteY1426" fmla="*/ 2222563 h 4882701"/>
                <a:gd name="connsiteX1427" fmla="*/ 2832111 w 4954903"/>
                <a:gd name="connsiteY1427" fmla="*/ 2220791 h 4882701"/>
                <a:gd name="connsiteX1428" fmla="*/ 2819957 w 4954903"/>
                <a:gd name="connsiteY1428" fmla="*/ 2244341 h 4882701"/>
                <a:gd name="connsiteX1429" fmla="*/ 2847305 w 4954903"/>
                <a:gd name="connsiteY1429" fmla="*/ 2237251 h 4882701"/>
                <a:gd name="connsiteX1430" fmla="*/ 2832111 w 4954903"/>
                <a:gd name="connsiteY1430" fmla="*/ 2220791 h 4882701"/>
                <a:gd name="connsiteX1431" fmla="*/ 2491523 w 4954903"/>
                <a:gd name="connsiteY1431" fmla="*/ 2212941 h 4882701"/>
                <a:gd name="connsiteX1432" fmla="*/ 2478102 w 4954903"/>
                <a:gd name="connsiteY1432" fmla="*/ 2235478 h 4882701"/>
                <a:gd name="connsiteX1433" fmla="*/ 2507223 w 4954903"/>
                <a:gd name="connsiteY1433" fmla="*/ 2229401 h 4882701"/>
                <a:gd name="connsiteX1434" fmla="*/ 2491523 w 4954903"/>
                <a:gd name="connsiteY1434" fmla="*/ 2212941 h 4882701"/>
                <a:gd name="connsiteX1435" fmla="*/ 2422392 w 4954903"/>
                <a:gd name="connsiteY1435" fmla="*/ 2211675 h 4882701"/>
                <a:gd name="connsiteX1436" fmla="*/ 2408718 w 4954903"/>
                <a:gd name="connsiteY1436" fmla="*/ 2234212 h 4882701"/>
                <a:gd name="connsiteX1437" fmla="*/ 2437839 w 4954903"/>
                <a:gd name="connsiteY1437" fmla="*/ 2228134 h 4882701"/>
                <a:gd name="connsiteX1438" fmla="*/ 2422392 w 4954903"/>
                <a:gd name="connsiteY1438" fmla="*/ 2211675 h 4882701"/>
                <a:gd name="connsiteX1439" fmla="*/ 2353008 w 4954903"/>
                <a:gd name="connsiteY1439" fmla="*/ 2210409 h 4882701"/>
                <a:gd name="connsiteX1440" fmla="*/ 2339081 w 4954903"/>
                <a:gd name="connsiteY1440" fmla="*/ 2232946 h 4882701"/>
                <a:gd name="connsiteX1441" fmla="*/ 2368455 w 4954903"/>
                <a:gd name="connsiteY1441" fmla="*/ 2226868 h 4882701"/>
                <a:gd name="connsiteX1442" fmla="*/ 2353008 w 4954903"/>
                <a:gd name="connsiteY1442" fmla="*/ 2210409 h 4882701"/>
                <a:gd name="connsiteX1443" fmla="*/ 2002797 w 4954903"/>
                <a:gd name="connsiteY1443" fmla="*/ 2205851 h 4882701"/>
                <a:gd name="connsiteX1444" fmla="*/ 1988869 w 4954903"/>
                <a:gd name="connsiteY1444" fmla="*/ 2228388 h 4882701"/>
                <a:gd name="connsiteX1445" fmla="*/ 2018497 w 4954903"/>
                <a:gd name="connsiteY1445" fmla="*/ 2222057 h 4882701"/>
                <a:gd name="connsiteX1446" fmla="*/ 2002797 w 4954903"/>
                <a:gd name="connsiteY1446" fmla="*/ 2205851 h 4882701"/>
                <a:gd name="connsiteX1447" fmla="*/ 1730326 w 4954903"/>
                <a:gd name="connsiteY1447" fmla="*/ 2204078 h 4882701"/>
                <a:gd name="connsiteX1448" fmla="*/ 1717664 w 4954903"/>
                <a:gd name="connsiteY1448" fmla="*/ 2227881 h 4882701"/>
                <a:gd name="connsiteX1449" fmla="*/ 1744760 w 4954903"/>
                <a:gd name="connsiteY1449" fmla="*/ 2220284 h 4882701"/>
                <a:gd name="connsiteX1450" fmla="*/ 1730326 w 4954903"/>
                <a:gd name="connsiteY1450" fmla="*/ 2204078 h 4882701"/>
                <a:gd name="connsiteX1451" fmla="*/ 1664234 w 4954903"/>
                <a:gd name="connsiteY1451" fmla="*/ 2203825 h 4882701"/>
                <a:gd name="connsiteX1452" fmla="*/ 1651826 w 4954903"/>
                <a:gd name="connsiteY1452" fmla="*/ 2227628 h 4882701"/>
                <a:gd name="connsiteX1453" fmla="*/ 1678668 w 4954903"/>
                <a:gd name="connsiteY1453" fmla="*/ 2219778 h 4882701"/>
                <a:gd name="connsiteX1454" fmla="*/ 1664234 w 4954903"/>
                <a:gd name="connsiteY1454" fmla="*/ 2203825 h 4882701"/>
                <a:gd name="connsiteX1455" fmla="*/ 1289206 w 4954903"/>
                <a:gd name="connsiteY1455" fmla="*/ 2205091 h 4882701"/>
                <a:gd name="connsiteX1456" fmla="*/ 1277811 w 4954903"/>
                <a:gd name="connsiteY1456" fmla="*/ 2229147 h 4882701"/>
                <a:gd name="connsiteX1457" fmla="*/ 1302121 w 4954903"/>
                <a:gd name="connsiteY1457" fmla="*/ 2221044 h 4882701"/>
                <a:gd name="connsiteX1458" fmla="*/ 1289206 w 4954903"/>
                <a:gd name="connsiteY1458" fmla="*/ 2205091 h 4882701"/>
                <a:gd name="connsiteX1459" fmla="*/ 4338 w 4954903"/>
                <a:gd name="connsiteY1459" fmla="*/ 2304355 h 4882701"/>
                <a:gd name="connsiteX1460" fmla="*/ 5098 w 4954903"/>
                <a:gd name="connsiteY1460" fmla="*/ 2289162 h 4882701"/>
                <a:gd name="connsiteX1461" fmla="*/ 3072 w 4954903"/>
                <a:gd name="connsiteY1461" fmla="*/ 2318283 h 4882701"/>
                <a:gd name="connsiteX1462" fmla="*/ 4338 w 4954903"/>
                <a:gd name="connsiteY1462" fmla="*/ 2304355 h 4882701"/>
                <a:gd name="connsiteX1463" fmla="*/ 3822731 w 4954903"/>
                <a:gd name="connsiteY1463" fmla="*/ 2195468 h 4882701"/>
                <a:gd name="connsiteX1464" fmla="*/ 3814375 w 4954903"/>
                <a:gd name="connsiteY1464" fmla="*/ 2219778 h 4882701"/>
                <a:gd name="connsiteX1465" fmla="*/ 3835899 w 4954903"/>
                <a:gd name="connsiteY1465" fmla="*/ 2212181 h 4882701"/>
                <a:gd name="connsiteX1466" fmla="*/ 3822731 w 4954903"/>
                <a:gd name="connsiteY1466" fmla="*/ 2195468 h 4882701"/>
                <a:gd name="connsiteX1467" fmla="*/ 3723213 w 4954903"/>
                <a:gd name="connsiteY1467" fmla="*/ 2206357 h 4882701"/>
                <a:gd name="connsiteX1468" fmla="*/ 3709792 w 4954903"/>
                <a:gd name="connsiteY1468" fmla="*/ 2189644 h 4882701"/>
                <a:gd name="connsiteX1469" fmla="*/ 3700929 w 4954903"/>
                <a:gd name="connsiteY1469" fmla="*/ 2213954 h 4882701"/>
                <a:gd name="connsiteX1470" fmla="*/ 3723213 w 4954903"/>
                <a:gd name="connsiteY1470" fmla="*/ 2206357 h 4882701"/>
                <a:gd name="connsiteX1471" fmla="*/ 3642941 w 4954903"/>
                <a:gd name="connsiteY1471" fmla="*/ 2211168 h 4882701"/>
                <a:gd name="connsiteX1472" fmla="*/ 3665731 w 4954903"/>
                <a:gd name="connsiteY1472" fmla="*/ 2203571 h 4882701"/>
                <a:gd name="connsiteX1473" fmla="*/ 3652057 w 4954903"/>
                <a:gd name="connsiteY1473" fmla="*/ 2186859 h 4882701"/>
                <a:gd name="connsiteX1474" fmla="*/ 3642941 w 4954903"/>
                <a:gd name="connsiteY1474" fmla="*/ 2211168 h 4882701"/>
                <a:gd name="connsiteX1475" fmla="*/ 3401617 w 4954903"/>
                <a:gd name="connsiteY1475" fmla="*/ 2199773 h 4882701"/>
                <a:gd name="connsiteX1476" fmla="*/ 3426433 w 4954903"/>
                <a:gd name="connsiteY1476" fmla="*/ 2192936 h 4882701"/>
                <a:gd name="connsiteX1477" fmla="*/ 3412252 w 4954903"/>
                <a:gd name="connsiteY1477" fmla="*/ 2176476 h 4882701"/>
                <a:gd name="connsiteX1478" fmla="*/ 3401617 w 4954903"/>
                <a:gd name="connsiteY1478" fmla="*/ 2199773 h 4882701"/>
                <a:gd name="connsiteX1479" fmla="*/ 2899216 w 4954903"/>
                <a:gd name="connsiteY1479" fmla="*/ 2159004 h 4882701"/>
                <a:gd name="connsiteX1480" fmla="*/ 2887315 w 4954903"/>
                <a:gd name="connsiteY1480" fmla="*/ 2182301 h 4882701"/>
                <a:gd name="connsiteX1481" fmla="*/ 2914157 w 4954903"/>
                <a:gd name="connsiteY1481" fmla="*/ 2175210 h 4882701"/>
                <a:gd name="connsiteX1482" fmla="*/ 2899216 w 4954903"/>
                <a:gd name="connsiteY1482" fmla="*/ 2159004 h 4882701"/>
                <a:gd name="connsiteX1483" fmla="*/ 2479115 w 4954903"/>
                <a:gd name="connsiteY1483" fmla="*/ 2171665 h 4882701"/>
                <a:gd name="connsiteX1484" fmla="*/ 2508236 w 4954903"/>
                <a:gd name="connsiteY1484" fmla="*/ 2165588 h 4882701"/>
                <a:gd name="connsiteX1485" fmla="*/ 2492789 w 4954903"/>
                <a:gd name="connsiteY1485" fmla="*/ 2149381 h 4882701"/>
                <a:gd name="connsiteX1486" fmla="*/ 2479115 w 4954903"/>
                <a:gd name="connsiteY1486" fmla="*/ 2171665 h 4882701"/>
                <a:gd name="connsiteX1487" fmla="*/ 2423658 w 4954903"/>
                <a:gd name="connsiteY1487" fmla="*/ 2148115 h 4882701"/>
                <a:gd name="connsiteX1488" fmla="*/ 2409984 w 4954903"/>
                <a:gd name="connsiteY1488" fmla="*/ 2170399 h 4882701"/>
                <a:gd name="connsiteX1489" fmla="*/ 2439105 w 4954903"/>
                <a:gd name="connsiteY1489" fmla="*/ 2164322 h 4882701"/>
                <a:gd name="connsiteX1490" fmla="*/ 2423658 w 4954903"/>
                <a:gd name="connsiteY1490" fmla="*/ 2148115 h 4882701"/>
                <a:gd name="connsiteX1491" fmla="*/ 2354528 w 4954903"/>
                <a:gd name="connsiteY1491" fmla="*/ 2146849 h 4882701"/>
                <a:gd name="connsiteX1492" fmla="*/ 2340600 w 4954903"/>
                <a:gd name="connsiteY1492" fmla="*/ 2169133 h 4882701"/>
                <a:gd name="connsiteX1493" fmla="*/ 2369974 w 4954903"/>
                <a:gd name="connsiteY1493" fmla="*/ 2163055 h 4882701"/>
                <a:gd name="connsiteX1494" fmla="*/ 2354528 w 4954903"/>
                <a:gd name="connsiteY1494" fmla="*/ 2146849 h 4882701"/>
                <a:gd name="connsiteX1495" fmla="*/ 1799456 w 4954903"/>
                <a:gd name="connsiteY1495" fmla="*/ 2140772 h 4882701"/>
                <a:gd name="connsiteX1496" fmla="*/ 1785782 w 4954903"/>
                <a:gd name="connsiteY1496" fmla="*/ 2163309 h 4882701"/>
                <a:gd name="connsiteX1497" fmla="*/ 1814143 w 4954903"/>
                <a:gd name="connsiteY1497" fmla="*/ 2156725 h 4882701"/>
                <a:gd name="connsiteX1498" fmla="*/ 1799456 w 4954903"/>
                <a:gd name="connsiteY1498" fmla="*/ 2140772 h 4882701"/>
                <a:gd name="connsiteX1499" fmla="*/ 1292498 w 4954903"/>
                <a:gd name="connsiteY1499" fmla="*/ 2141531 h 4882701"/>
                <a:gd name="connsiteX1500" fmla="*/ 1280597 w 4954903"/>
                <a:gd name="connsiteY1500" fmla="*/ 2165334 h 4882701"/>
                <a:gd name="connsiteX1501" fmla="*/ 1304906 w 4954903"/>
                <a:gd name="connsiteY1501" fmla="*/ 2157484 h 4882701"/>
                <a:gd name="connsiteX1502" fmla="*/ 1292498 w 4954903"/>
                <a:gd name="connsiteY1502" fmla="*/ 2141531 h 4882701"/>
                <a:gd name="connsiteX1503" fmla="*/ 9403 w 4954903"/>
                <a:gd name="connsiteY1503" fmla="*/ 2240289 h 4882701"/>
                <a:gd name="connsiteX1504" fmla="*/ 10669 w 4954903"/>
                <a:gd name="connsiteY1504" fmla="*/ 2225096 h 4882701"/>
                <a:gd name="connsiteX1505" fmla="*/ 7883 w 4954903"/>
                <a:gd name="connsiteY1505" fmla="*/ 2254217 h 4882701"/>
                <a:gd name="connsiteX1506" fmla="*/ 9403 w 4954903"/>
                <a:gd name="connsiteY1506" fmla="*/ 2240289 h 4882701"/>
                <a:gd name="connsiteX1507" fmla="*/ 3764995 w 4954903"/>
                <a:gd name="connsiteY1507" fmla="*/ 2129376 h 4882701"/>
                <a:gd name="connsiteX1508" fmla="*/ 3756639 w 4954903"/>
                <a:gd name="connsiteY1508" fmla="*/ 2153433 h 4882701"/>
                <a:gd name="connsiteX1509" fmla="*/ 3778163 w 4954903"/>
                <a:gd name="connsiteY1509" fmla="*/ 2145836 h 4882701"/>
                <a:gd name="connsiteX1510" fmla="*/ 3764995 w 4954903"/>
                <a:gd name="connsiteY1510" fmla="*/ 2129376 h 4882701"/>
                <a:gd name="connsiteX1511" fmla="*/ 3650538 w 4954903"/>
                <a:gd name="connsiteY1511" fmla="*/ 2123805 h 4882701"/>
                <a:gd name="connsiteX1512" fmla="*/ 3641928 w 4954903"/>
                <a:gd name="connsiteY1512" fmla="*/ 2147862 h 4882701"/>
                <a:gd name="connsiteX1513" fmla="*/ 3664465 w 4954903"/>
                <a:gd name="connsiteY1513" fmla="*/ 2140265 h 4882701"/>
                <a:gd name="connsiteX1514" fmla="*/ 3650538 w 4954903"/>
                <a:gd name="connsiteY1514" fmla="*/ 2123805 h 4882701"/>
                <a:gd name="connsiteX1515" fmla="*/ 3364139 w 4954903"/>
                <a:gd name="connsiteY1515" fmla="*/ 2127351 h 4882701"/>
                <a:gd name="connsiteX1516" fmla="*/ 3349705 w 4954903"/>
                <a:gd name="connsiteY1516" fmla="*/ 2110891 h 4882701"/>
                <a:gd name="connsiteX1517" fmla="*/ 3339070 w 4954903"/>
                <a:gd name="connsiteY1517" fmla="*/ 2133934 h 4882701"/>
                <a:gd name="connsiteX1518" fmla="*/ 3364139 w 4954903"/>
                <a:gd name="connsiteY1518" fmla="*/ 2127351 h 4882701"/>
                <a:gd name="connsiteX1519" fmla="*/ 3276523 w 4954903"/>
                <a:gd name="connsiteY1519" fmla="*/ 2131655 h 4882701"/>
                <a:gd name="connsiteX1520" fmla="*/ 3301845 w 4954903"/>
                <a:gd name="connsiteY1520" fmla="*/ 2124818 h 4882701"/>
                <a:gd name="connsiteX1521" fmla="*/ 3287412 w 4954903"/>
                <a:gd name="connsiteY1521" fmla="*/ 2108359 h 4882701"/>
                <a:gd name="connsiteX1522" fmla="*/ 3276523 w 4954903"/>
                <a:gd name="connsiteY1522" fmla="*/ 2131655 h 4882701"/>
                <a:gd name="connsiteX1523" fmla="*/ 2899470 w 4954903"/>
                <a:gd name="connsiteY1523" fmla="*/ 2095950 h 4882701"/>
                <a:gd name="connsiteX1524" fmla="*/ 2887821 w 4954903"/>
                <a:gd name="connsiteY1524" fmla="*/ 2118994 h 4882701"/>
                <a:gd name="connsiteX1525" fmla="*/ 2914663 w 4954903"/>
                <a:gd name="connsiteY1525" fmla="*/ 2112157 h 4882701"/>
                <a:gd name="connsiteX1526" fmla="*/ 2899470 w 4954903"/>
                <a:gd name="connsiteY1526" fmla="*/ 2095950 h 4882701"/>
                <a:gd name="connsiteX1527" fmla="*/ 2217026 w 4954903"/>
                <a:gd name="connsiteY1527" fmla="*/ 2081517 h 4882701"/>
                <a:gd name="connsiteX1528" fmla="*/ 2203098 w 4954903"/>
                <a:gd name="connsiteY1528" fmla="*/ 2103801 h 4882701"/>
                <a:gd name="connsiteX1529" fmla="*/ 2232473 w 4954903"/>
                <a:gd name="connsiteY1529" fmla="*/ 2097723 h 4882701"/>
                <a:gd name="connsiteX1530" fmla="*/ 2217026 w 4954903"/>
                <a:gd name="connsiteY1530" fmla="*/ 2081517 h 4882701"/>
                <a:gd name="connsiteX1531" fmla="*/ 2007355 w 4954903"/>
                <a:gd name="connsiteY1531" fmla="*/ 2079238 h 4882701"/>
                <a:gd name="connsiteX1532" fmla="*/ 1993174 w 4954903"/>
                <a:gd name="connsiteY1532" fmla="*/ 2101521 h 4882701"/>
                <a:gd name="connsiteX1533" fmla="*/ 2022802 w 4954903"/>
                <a:gd name="connsiteY1533" fmla="*/ 2095191 h 4882701"/>
                <a:gd name="connsiteX1534" fmla="*/ 2007355 w 4954903"/>
                <a:gd name="connsiteY1534" fmla="*/ 2079238 h 4882701"/>
                <a:gd name="connsiteX1535" fmla="*/ 1605485 w 4954903"/>
                <a:gd name="connsiteY1535" fmla="*/ 2077212 h 4882701"/>
                <a:gd name="connsiteX1536" fmla="*/ 1592571 w 4954903"/>
                <a:gd name="connsiteY1536" fmla="*/ 2100762 h 4882701"/>
                <a:gd name="connsiteX1537" fmla="*/ 1619160 w 4954903"/>
                <a:gd name="connsiteY1537" fmla="*/ 2093165 h 4882701"/>
                <a:gd name="connsiteX1538" fmla="*/ 1605485 w 4954903"/>
                <a:gd name="connsiteY1538" fmla="*/ 2077212 h 4882701"/>
                <a:gd name="connsiteX1539" fmla="*/ 1417085 w 4954903"/>
                <a:gd name="connsiteY1539" fmla="*/ 2077718 h 4882701"/>
                <a:gd name="connsiteX1540" fmla="*/ 1404677 w 4954903"/>
                <a:gd name="connsiteY1540" fmla="*/ 2101268 h 4882701"/>
                <a:gd name="connsiteX1541" fmla="*/ 1430000 w 4954903"/>
                <a:gd name="connsiteY1541" fmla="*/ 2093418 h 4882701"/>
                <a:gd name="connsiteX1542" fmla="*/ 1417085 w 4954903"/>
                <a:gd name="connsiteY1542" fmla="*/ 2077718 h 4882701"/>
                <a:gd name="connsiteX1543" fmla="*/ 1356311 w 4954903"/>
                <a:gd name="connsiteY1543" fmla="*/ 2077971 h 4882701"/>
                <a:gd name="connsiteX1544" fmla="*/ 1344156 w 4954903"/>
                <a:gd name="connsiteY1544" fmla="*/ 2101521 h 4882701"/>
                <a:gd name="connsiteX1545" fmla="*/ 1369226 w 4954903"/>
                <a:gd name="connsiteY1545" fmla="*/ 2093671 h 4882701"/>
                <a:gd name="connsiteX1546" fmla="*/ 1356311 w 4954903"/>
                <a:gd name="connsiteY1546" fmla="*/ 2077971 h 4882701"/>
                <a:gd name="connsiteX1547" fmla="*/ 1308958 w 4954903"/>
                <a:gd name="connsiteY1547" fmla="*/ 2094178 h 4882701"/>
                <a:gd name="connsiteX1548" fmla="*/ 1296550 w 4954903"/>
                <a:gd name="connsiteY1548" fmla="*/ 2078478 h 4882701"/>
                <a:gd name="connsiteX1549" fmla="*/ 1284395 w 4954903"/>
                <a:gd name="connsiteY1549" fmla="*/ 2102028 h 4882701"/>
                <a:gd name="connsiteX1550" fmla="*/ 1308958 w 4954903"/>
                <a:gd name="connsiteY1550" fmla="*/ 2094178 h 4882701"/>
                <a:gd name="connsiteX1551" fmla="*/ 32953 w 4954903"/>
                <a:gd name="connsiteY1551" fmla="*/ 2176983 h 4882701"/>
                <a:gd name="connsiteX1552" fmla="*/ 36751 w 4954903"/>
                <a:gd name="connsiteY1552" fmla="*/ 2163562 h 4882701"/>
                <a:gd name="connsiteX1553" fmla="*/ 36751 w 4954903"/>
                <a:gd name="connsiteY1553" fmla="*/ 2148368 h 4882701"/>
                <a:gd name="connsiteX1554" fmla="*/ 32953 w 4954903"/>
                <a:gd name="connsiteY1554" fmla="*/ 2176983 h 4882701"/>
                <a:gd name="connsiteX1555" fmla="*/ 29154 w 4954903"/>
                <a:gd name="connsiteY1555" fmla="*/ 2151660 h 4882701"/>
                <a:gd name="connsiteX1556" fmla="*/ 29154 w 4954903"/>
                <a:gd name="connsiteY1556" fmla="*/ 2151660 h 4882701"/>
                <a:gd name="connsiteX1557" fmla="*/ 25356 w 4954903"/>
                <a:gd name="connsiteY1557" fmla="*/ 2180528 h 4882701"/>
                <a:gd name="connsiteX1558" fmla="*/ 28648 w 4954903"/>
                <a:gd name="connsiteY1558" fmla="*/ 2166854 h 4882701"/>
                <a:gd name="connsiteX1559" fmla="*/ 28648 w 4954903"/>
                <a:gd name="connsiteY1559" fmla="*/ 2166854 h 4882701"/>
                <a:gd name="connsiteX1560" fmla="*/ 29154 w 4954903"/>
                <a:gd name="connsiteY1560" fmla="*/ 2151660 h 4882701"/>
                <a:gd name="connsiteX1561" fmla="*/ 16240 w 4954903"/>
                <a:gd name="connsiteY1561" fmla="*/ 2187365 h 4882701"/>
                <a:gd name="connsiteX1562" fmla="*/ 18519 w 4954903"/>
                <a:gd name="connsiteY1562" fmla="*/ 2173691 h 4882701"/>
                <a:gd name="connsiteX1563" fmla="*/ 18519 w 4954903"/>
                <a:gd name="connsiteY1563" fmla="*/ 2173691 h 4882701"/>
                <a:gd name="connsiteX1564" fmla="*/ 19785 w 4954903"/>
                <a:gd name="connsiteY1564" fmla="*/ 2158497 h 4882701"/>
                <a:gd name="connsiteX1565" fmla="*/ 16240 w 4954903"/>
                <a:gd name="connsiteY1565" fmla="*/ 2187365 h 4882701"/>
                <a:gd name="connsiteX1566" fmla="*/ 3831341 w 4954903"/>
                <a:gd name="connsiteY1566" fmla="*/ 2085821 h 4882701"/>
                <a:gd name="connsiteX1567" fmla="*/ 3817920 w 4954903"/>
                <a:gd name="connsiteY1567" fmla="*/ 2069362 h 4882701"/>
                <a:gd name="connsiteX1568" fmla="*/ 3810070 w 4954903"/>
                <a:gd name="connsiteY1568" fmla="*/ 2093418 h 4882701"/>
                <a:gd name="connsiteX1569" fmla="*/ 3831341 w 4954903"/>
                <a:gd name="connsiteY1569" fmla="*/ 2085821 h 4882701"/>
                <a:gd name="connsiteX1570" fmla="*/ 3648259 w 4954903"/>
                <a:gd name="connsiteY1570" fmla="*/ 2061005 h 4882701"/>
                <a:gd name="connsiteX1571" fmla="*/ 3639902 w 4954903"/>
                <a:gd name="connsiteY1571" fmla="*/ 2085062 h 4882701"/>
                <a:gd name="connsiteX1572" fmla="*/ 3662186 w 4954903"/>
                <a:gd name="connsiteY1572" fmla="*/ 2077465 h 4882701"/>
                <a:gd name="connsiteX1573" fmla="*/ 3648259 w 4954903"/>
                <a:gd name="connsiteY1573" fmla="*/ 2061005 h 4882701"/>
                <a:gd name="connsiteX1574" fmla="*/ 3223092 w 4954903"/>
                <a:gd name="connsiteY1574" fmla="*/ 2043533 h 4882701"/>
                <a:gd name="connsiteX1575" fmla="*/ 3212457 w 4954903"/>
                <a:gd name="connsiteY1575" fmla="*/ 2066576 h 4882701"/>
                <a:gd name="connsiteX1576" fmla="*/ 3238033 w 4954903"/>
                <a:gd name="connsiteY1576" fmla="*/ 2059992 h 4882701"/>
                <a:gd name="connsiteX1577" fmla="*/ 3223092 w 4954903"/>
                <a:gd name="connsiteY1577" fmla="*/ 2043533 h 4882701"/>
                <a:gd name="connsiteX1578" fmla="*/ 3159532 w 4954903"/>
                <a:gd name="connsiteY1578" fmla="*/ 2041254 h 4882701"/>
                <a:gd name="connsiteX1579" fmla="*/ 3148644 w 4954903"/>
                <a:gd name="connsiteY1579" fmla="*/ 2064297 h 4882701"/>
                <a:gd name="connsiteX1580" fmla="*/ 3174473 w 4954903"/>
                <a:gd name="connsiteY1580" fmla="*/ 2057460 h 4882701"/>
                <a:gd name="connsiteX1581" fmla="*/ 3159532 w 4954903"/>
                <a:gd name="connsiteY1581" fmla="*/ 2041254 h 4882701"/>
                <a:gd name="connsiteX1582" fmla="*/ 3095466 w 4954903"/>
                <a:gd name="connsiteY1582" fmla="*/ 2039228 h 4882701"/>
                <a:gd name="connsiteX1583" fmla="*/ 3084325 w 4954903"/>
                <a:gd name="connsiteY1583" fmla="*/ 2062271 h 4882701"/>
                <a:gd name="connsiteX1584" fmla="*/ 3110407 w 4954903"/>
                <a:gd name="connsiteY1584" fmla="*/ 2055434 h 4882701"/>
                <a:gd name="connsiteX1585" fmla="*/ 3095466 w 4954903"/>
                <a:gd name="connsiteY1585" fmla="*/ 2039228 h 4882701"/>
                <a:gd name="connsiteX1586" fmla="*/ 2965308 w 4954903"/>
                <a:gd name="connsiteY1586" fmla="*/ 2035176 h 4882701"/>
                <a:gd name="connsiteX1587" fmla="*/ 2953913 w 4954903"/>
                <a:gd name="connsiteY1587" fmla="*/ 2058220 h 4882701"/>
                <a:gd name="connsiteX1588" fmla="*/ 2980502 w 4954903"/>
                <a:gd name="connsiteY1588" fmla="*/ 2051383 h 4882701"/>
                <a:gd name="connsiteX1589" fmla="*/ 2965308 w 4954903"/>
                <a:gd name="connsiteY1589" fmla="*/ 2035176 h 4882701"/>
                <a:gd name="connsiteX1590" fmla="*/ 1609284 w 4954903"/>
                <a:gd name="connsiteY1590" fmla="*/ 2014412 h 4882701"/>
                <a:gd name="connsiteX1591" fmla="*/ 1596369 w 4954903"/>
                <a:gd name="connsiteY1591" fmla="*/ 2037962 h 4882701"/>
                <a:gd name="connsiteX1592" fmla="*/ 1622958 w 4954903"/>
                <a:gd name="connsiteY1592" fmla="*/ 2030365 h 4882701"/>
                <a:gd name="connsiteX1593" fmla="*/ 1609284 w 4954903"/>
                <a:gd name="connsiteY1593" fmla="*/ 2014412 h 4882701"/>
                <a:gd name="connsiteX1594" fmla="*/ 1559145 w 4954903"/>
                <a:gd name="connsiteY1594" fmla="*/ 2030365 h 4882701"/>
                <a:gd name="connsiteX1595" fmla="*/ 1545724 w 4954903"/>
                <a:gd name="connsiteY1595" fmla="*/ 2014665 h 4882701"/>
                <a:gd name="connsiteX1596" fmla="*/ 1533063 w 4954903"/>
                <a:gd name="connsiteY1596" fmla="*/ 2038215 h 4882701"/>
                <a:gd name="connsiteX1597" fmla="*/ 1559145 w 4954903"/>
                <a:gd name="connsiteY1597" fmla="*/ 2030365 h 4882701"/>
                <a:gd name="connsiteX1598" fmla="*/ 60808 w 4954903"/>
                <a:gd name="connsiteY1598" fmla="*/ 2107346 h 4882701"/>
                <a:gd name="connsiteX1599" fmla="*/ 66125 w 4954903"/>
                <a:gd name="connsiteY1599" fmla="*/ 2094178 h 4882701"/>
                <a:gd name="connsiteX1600" fmla="*/ 65619 w 4954903"/>
                <a:gd name="connsiteY1600" fmla="*/ 2078984 h 4882701"/>
                <a:gd name="connsiteX1601" fmla="*/ 60808 w 4954903"/>
                <a:gd name="connsiteY1601" fmla="*/ 2107346 h 4882701"/>
                <a:gd name="connsiteX1602" fmla="*/ 49919 w 4954903"/>
                <a:gd name="connsiteY1602" fmla="*/ 2110891 h 4882701"/>
                <a:gd name="connsiteX1603" fmla="*/ 54477 w 4954903"/>
                <a:gd name="connsiteY1603" fmla="*/ 2097470 h 4882701"/>
                <a:gd name="connsiteX1604" fmla="*/ 54477 w 4954903"/>
                <a:gd name="connsiteY1604" fmla="*/ 2082276 h 4882701"/>
                <a:gd name="connsiteX1605" fmla="*/ 49919 w 4954903"/>
                <a:gd name="connsiteY1605" fmla="*/ 2110891 h 4882701"/>
                <a:gd name="connsiteX1606" fmla="*/ 33712 w 4954903"/>
                <a:gd name="connsiteY1606" fmla="*/ 2117475 h 4882701"/>
                <a:gd name="connsiteX1607" fmla="*/ 37004 w 4954903"/>
                <a:gd name="connsiteY1607" fmla="*/ 2103801 h 4882701"/>
                <a:gd name="connsiteX1608" fmla="*/ 37764 w 4954903"/>
                <a:gd name="connsiteY1608" fmla="*/ 2088607 h 4882701"/>
                <a:gd name="connsiteX1609" fmla="*/ 33712 w 4954903"/>
                <a:gd name="connsiteY1609" fmla="*/ 2117475 h 4882701"/>
                <a:gd name="connsiteX1610" fmla="*/ 27888 w 4954903"/>
                <a:gd name="connsiteY1610" fmla="*/ 2120767 h 4882701"/>
                <a:gd name="connsiteX1611" fmla="*/ 30927 w 4954903"/>
                <a:gd name="connsiteY1611" fmla="*/ 2107092 h 4882701"/>
                <a:gd name="connsiteX1612" fmla="*/ 32193 w 4954903"/>
                <a:gd name="connsiteY1612" fmla="*/ 2091899 h 4882701"/>
                <a:gd name="connsiteX1613" fmla="*/ 27888 w 4954903"/>
                <a:gd name="connsiteY1613" fmla="*/ 2120767 h 4882701"/>
                <a:gd name="connsiteX1614" fmla="*/ 3827796 w 4954903"/>
                <a:gd name="connsiteY1614" fmla="*/ 2023528 h 4882701"/>
                <a:gd name="connsiteX1615" fmla="*/ 3814121 w 4954903"/>
                <a:gd name="connsiteY1615" fmla="*/ 2007068 h 4882701"/>
                <a:gd name="connsiteX1616" fmla="*/ 3806778 w 4954903"/>
                <a:gd name="connsiteY1616" fmla="*/ 2030871 h 4882701"/>
                <a:gd name="connsiteX1617" fmla="*/ 3827796 w 4954903"/>
                <a:gd name="connsiteY1617" fmla="*/ 2023528 h 4882701"/>
                <a:gd name="connsiteX1618" fmla="*/ 3772592 w 4954903"/>
                <a:gd name="connsiteY1618" fmla="*/ 2020742 h 4882701"/>
                <a:gd name="connsiteX1619" fmla="*/ 3758918 w 4954903"/>
                <a:gd name="connsiteY1619" fmla="*/ 2004283 h 4882701"/>
                <a:gd name="connsiteX1620" fmla="*/ 3751321 w 4954903"/>
                <a:gd name="connsiteY1620" fmla="*/ 2028086 h 4882701"/>
                <a:gd name="connsiteX1621" fmla="*/ 3772592 w 4954903"/>
                <a:gd name="connsiteY1621" fmla="*/ 2020742 h 4882701"/>
                <a:gd name="connsiteX1622" fmla="*/ 3284373 w 4954903"/>
                <a:gd name="connsiteY1622" fmla="*/ 1983771 h 4882701"/>
                <a:gd name="connsiteX1623" fmla="*/ 3273990 w 4954903"/>
                <a:gd name="connsiteY1623" fmla="*/ 2006562 h 4882701"/>
                <a:gd name="connsiteX1624" fmla="*/ 3299060 w 4954903"/>
                <a:gd name="connsiteY1624" fmla="*/ 1999978 h 4882701"/>
                <a:gd name="connsiteX1625" fmla="*/ 3284373 w 4954903"/>
                <a:gd name="connsiteY1625" fmla="*/ 1983771 h 4882701"/>
                <a:gd name="connsiteX1626" fmla="*/ 3221573 w 4954903"/>
                <a:gd name="connsiteY1626" fmla="*/ 1981492 h 4882701"/>
                <a:gd name="connsiteX1627" fmla="*/ 3210937 w 4954903"/>
                <a:gd name="connsiteY1627" fmla="*/ 2004283 h 4882701"/>
                <a:gd name="connsiteX1628" fmla="*/ 3236260 w 4954903"/>
                <a:gd name="connsiteY1628" fmla="*/ 1997699 h 4882701"/>
                <a:gd name="connsiteX1629" fmla="*/ 3221573 w 4954903"/>
                <a:gd name="connsiteY1629" fmla="*/ 1981492 h 4882701"/>
                <a:gd name="connsiteX1630" fmla="*/ 3158266 w 4954903"/>
                <a:gd name="connsiteY1630" fmla="*/ 1979213 h 4882701"/>
                <a:gd name="connsiteX1631" fmla="*/ 3147631 w 4954903"/>
                <a:gd name="connsiteY1631" fmla="*/ 2002004 h 4882701"/>
                <a:gd name="connsiteX1632" fmla="*/ 3173207 w 4954903"/>
                <a:gd name="connsiteY1632" fmla="*/ 1995420 h 4882701"/>
                <a:gd name="connsiteX1633" fmla="*/ 3158266 w 4954903"/>
                <a:gd name="connsiteY1633" fmla="*/ 1979213 h 4882701"/>
                <a:gd name="connsiteX1634" fmla="*/ 3029628 w 4954903"/>
                <a:gd name="connsiteY1634" fmla="*/ 1975162 h 4882701"/>
                <a:gd name="connsiteX1635" fmla="*/ 3018486 w 4954903"/>
                <a:gd name="connsiteY1635" fmla="*/ 1997952 h 4882701"/>
                <a:gd name="connsiteX1636" fmla="*/ 3044821 w 4954903"/>
                <a:gd name="connsiteY1636" fmla="*/ 1991115 h 4882701"/>
                <a:gd name="connsiteX1637" fmla="*/ 3029628 w 4954903"/>
                <a:gd name="connsiteY1637" fmla="*/ 1975162 h 4882701"/>
                <a:gd name="connsiteX1638" fmla="*/ 1563703 w 4954903"/>
                <a:gd name="connsiteY1638" fmla="*/ 1968325 h 4882701"/>
                <a:gd name="connsiteX1639" fmla="*/ 1550535 w 4954903"/>
                <a:gd name="connsiteY1639" fmla="*/ 1952625 h 4882701"/>
                <a:gd name="connsiteX1640" fmla="*/ 1537621 w 4954903"/>
                <a:gd name="connsiteY1640" fmla="*/ 1975921 h 4882701"/>
                <a:gd name="connsiteX1641" fmla="*/ 1563703 w 4954903"/>
                <a:gd name="connsiteY1641" fmla="*/ 1968325 h 4882701"/>
                <a:gd name="connsiteX1642" fmla="*/ 157287 w 4954903"/>
                <a:gd name="connsiteY1642" fmla="*/ 2002257 h 4882701"/>
                <a:gd name="connsiteX1643" fmla="*/ 150956 w 4954903"/>
                <a:gd name="connsiteY1643" fmla="*/ 2029859 h 4882701"/>
                <a:gd name="connsiteX1644" fmla="*/ 159312 w 4954903"/>
                <a:gd name="connsiteY1644" fmla="*/ 2017450 h 4882701"/>
                <a:gd name="connsiteX1645" fmla="*/ 157287 w 4954903"/>
                <a:gd name="connsiteY1645" fmla="*/ 2002257 h 4882701"/>
                <a:gd name="connsiteX1646" fmla="*/ 83091 w 4954903"/>
                <a:gd name="connsiteY1646" fmla="*/ 2042013 h 4882701"/>
                <a:gd name="connsiteX1647" fmla="*/ 89169 w 4954903"/>
                <a:gd name="connsiteY1647" fmla="*/ 2029099 h 4882701"/>
                <a:gd name="connsiteX1648" fmla="*/ 88662 w 4954903"/>
                <a:gd name="connsiteY1648" fmla="*/ 2014159 h 4882701"/>
                <a:gd name="connsiteX1649" fmla="*/ 83091 w 4954903"/>
                <a:gd name="connsiteY1649" fmla="*/ 2042013 h 4882701"/>
                <a:gd name="connsiteX1650" fmla="*/ 70177 w 4954903"/>
                <a:gd name="connsiteY1650" fmla="*/ 2045052 h 4882701"/>
                <a:gd name="connsiteX1651" fmla="*/ 75748 w 4954903"/>
                <a:gd name="connsiteY1651" fmla="*/ 2032138 h 4882701"/>
                <a:gd name="connsiteX1652" fmla="*/ 75748 w 4954903"/>
                <a:gd name="connsiteY1652" fmla="*/ 2017197 h 4882701"/>
                <a:gd name="connsiteX1653" fmla="*/ 70177 w 4954903"/>
                <a:gd name="connsiteY1653" fmla="*/ 2045052 h 4882701"/>
                <a:gd name="connsiteX1654" fmla="*/ 64353 w 4954903"/>
                <a:gd name="connsiteY1654" fmla="*/ 2035176 h 4882701"/>
                <a:gd name="connsiteX1655" fmla="*/ 64606 w 4954903"/>
                <a:gd name="connsiteY1655" fmla="*/ 2020236 h 4882701"/>
                <a:gd name="connsiteX1656" fmla="*/ 59288 w 4954903"/>
                <a:gd name="connsiteY1656" fmla="*/ 2048597 h 4882701"/>
                <a:gd name="connsiteX1657" fmla="*/ 64353 w 4954903"/>
                <a:gd name="connsiteY1657" fmla="*/ 2035176 h 4882701"/>
                <a:gd name="connsiteX1658" fmla="*/ 50172 w 4954903"/>
                <a:gd name="connsiteY1658" fmla="*/ 2051636 h 4882701"/>
                <a:gd name="connsiteX1659" fmla="*/ 54477 w 4954903"/>
                <a:gd name="connsiteY1659" fmla="*/ 2038215 h 4882701"/>
                <a:gd name="connsiteX1660" fmla="*/ 55237 w 4954903"/>
                <a:gd name="connsiteY1660" fmla="*/ 2023275 h 4882701"/>
                <a:gd name="connsiteX1661" fmla="*/ 50172 w 4954903"/>
                <a:gd name="connsiteY1661" fmla="*/ 2051636 h 4882701"/>
                <a:gd name="connsiteX1662" fmla="*/ 1555600 w 4954903"/>
                <a:gd name="connsiteY1662" fmla="*/ 1891344 h 4882701"/>
                <a:gd name="connsiteX1663" fmla="*/ 1542432 w 4954903"/>
                <a:gd name="connsiteY1663" fmla="*/ 1914134 h 4882701"/>
                <a:gd name="connsiteX1664" fmla="*/ 1568514 w 4954903"/>
                <a:gd name="connsiteY1664" fmla="*/ 1906538 h 4882701"/>
                <a:gd name="connsiteX1665" fmla="*/ 1555600 w 4954903"/>
                <a:gd name="connsiteY1665" fmla="*/ 1891344 h 4882701"/>
                <a:gd name="connsiteX1666" fmla="*/ 1506221 w 4954903"/>
                <a:gd name="connsiteY1666" fmla="*/ 1906791 h 4882701"/>
                <a:gd name="connsiteX1667" fmla="*/ 1493560 w 4954903"/>
                <a:gd name="connsiteY1667" fmla="*/ 1891597 h 4882701"/>
                <a:gd name="connsiteX1668" fmla="*/ 1480645 w 4954903"/>
                <a:gd name="connsiteY1668" fmla="*/ 1914641 h 4882701"/>
                <a:gd name="connsiteX1669" fmla="*/ 1506221 w 4954903"/>
                <a:gd name="connsiteY1669" fmla="*/ 1906791 h 4882701"/>
                <a:gd name="connsiteX1670" fmla="*/ 1444940 w 4954903"/>
                <a:gd name="connsiteY1670" fmla="*/ 1907044 h 4882701"/>
                <a:gd name="connsiteX1671" fmla="*/ 1432532 w 4954903"/>
                <a:gd name="connsiteY1671" fmla="*/ 1891850 h 4882701"/>
                <a:gd name="connsiteX1672" fmla="*/ 1419618 w 4954903"/>
                <a:gd name="connsiteY1672" fmla="*/ 1914894 h 4882701"/>
                <a:gd name="connsiteX1673" fmla="*/ 1444940 w 4954903"/>
                <a:gd name="connsiteY1673" fmla="*/ 1907044 h 4882701"/>
                <a:gd name="connsiteX1674" fmla="*/ 168682 w 4954903"/>
                <a:gd name="connsiteY1674" fmla="*/ 1940723 h 4882701"/>
                <a:gd name="connsiteX1675" fmla="*/ 161591 w 4954903"/>
                <a:gd name="connsiteY1675" fmla="*/ 1968071 h 4882701"/>
                <a:gd name="connsiteX1676" fmla="*/ 170201 w 4954903"/>
                <a:gd name="connsiteY1676" fmla="*/ 1955663 h 4882701"/>
                <a:gd name="connsiteX1677" fmla="*/ 168682 w 4954903"/>
                <a:gd name="connsiteY1677" fmla="*/ 1940723 h 4882701"/>
                <a:gd name="connsiteX1678" fmla="*/ 148930 w 4954903"/>
                <a:gd name="connsiteY1678" fmla="*/ 1943508 h 4882701"/>
                <a:gd name="connsiteX1679" fmla="*/ 142093 w 4954903"/>
                <a:gd name="connsiteY1679" fmla="*/ 1970857 h 4882701"/>
                <a:gd name="connsiteX1680" fmla="*/ 150196 w 4954903"/>
                <a:gd name="connsiteY1680" fmla="*/ 1958449 h 4882701"/>
                <a:gd name="connsiteX1681" fmla="*/ 148930 w 4954903"/>
                <a:gd name="connsiteY1681" fmla="*/ 1943508 h 4882701"/>
                <a:gd name="connsiteX1682" fmla="*/ 130951 w 4954903"/>
                <a:gd name="connsiteY1682" fmla="*/ 1946294 h 4882701"/>
                <a:gd name="connsiteX1683" fmla="*/ 124114 w 4954903"/>
                <a:gd name="connsiteY1683" fmla="*/ 1973642 h 4882701"/>
                <a:gd name="connsiteX1684" fmla="*/ 131711 w 4954903"/>
                <a:gd name="connsiteY1684" fmla="*/ 1960981 h 4882701"/>
                <a:gd name="connsiteX1685" fmla="*/ 130951 w 4954903"/>
                <a:gd name="connsiteY1685" fmla="*/ 1946294 h 4882701"/>
                <a:gd name="connsiteX1686" fmla="*/ 108414 w 4954903"/>
                <a:gd name="connsiteY1686" fmla="*/ 1977188 h 4882701"/>
                <a:gd name="connsiteX1687" fmla="*/ 115251 w 4954903"/>
                <a:gd name="connsiteY1687" fmla="*/ 1964273 h 4882701"/>
                <a:gd name="connsiteX1688" fmla="*/ 114745 w 4954903"/>
                <a:gd name="connsiteY1688" fmla="*/ 1949586 h 4882701"/>
                <a:gd name="connsiteX1689" fmla="*/ 108414 w 4954903"/>
                <a:gd name="connsiteY1689" fmla="*/ 1977188 h 4882701"/>
                <a:gd name="connsiteX1690" fmla="*/ 93980 w 4954903"/>
                <a:gd name="connsiteY1690" fmla="*/ 1979973 h 4882701"/>
                <a:gd name="connsiteX1691" fmla="*/ 100311 w 4954903"/>
                <a:gd name="connsiteY1691" fmla="*/ 1967059 h 4882701"/>
                <a:gd name="connsiteX1692" fmla="*/ 100311 w 4954903"/>
                <a:gd name="connsiteY1692" fmla="*/ 1952371 h 4882701"/>
                <a:gd name="connsiteX1693" fmla="*/ 93980 w 4954903"/>
                <a:gd name="connsiteY1693" fmla="*/ 1979973 h 4882701"/>
                <a:gd name="connsiteX1694" fmla="*/ 61314 w 4954903"/>
                <a:gd name="connsiteY1694" fmla="*/ 1989849 h 4882701"/>
                <a:gd name="connsiteX1695" fmla="*/ 66125 w 4954903"/>
                <a:gd name="connsiteY1695" fmla="*/ 1976428 h 4882701"/>
                <a:gd name="connsiteX1696" fmla="*/ 67391 w 4954903"/>
                <a:gd name="connsiteY1696" fmla="*/ 1961741 h 4882701"/>
                <a:gd name="connsiteX1697" fmla="*/ 61314 w 4954903"/>
                <a:gd name="connsiteY1697" fmla="*/ 1989849 h 4882701"/>
                <a:gd name="connsiteX1698" fmla="*/ 60048 w 4954903"/>
                <a:gd name="connsiteY1698" fmla="*/ 1965033 h 4882701"/>
                <a:gd name="connsiteX1699" fmla="*/ 60048 w 4954903"/>
                <a:gd name="connsiteY1699" fmla="*/ 1965033 h 4882701"/>
                <a:gd name="connsiteX1700" fmla="*/ 53970 w 4954903"/>
                <a:gd name="connsiteY1700" fmla="*/ 1992887 h 4882701"/>
                <a:gd name="connsiteX1701" fmla="*/ 54224 w 4954903"/>
                <a:gd name="connsiteY1701" fmla="*/ 1993141 h 4882701"/>
                <a:gd name="connsiteX1702" fmla="*/ 58275 w 4954903"/>
                <a:gd name="connsiteY1702" fmla="*/ 1979720 h 4882701"/>
                <a:gd name="connsiteX1703" fmla="*/ 60048 w 4954903"/>
                <a:gd name="connsiteY1703" fmla="*/ 1965033 h 4882701"/>
                <a:gd name="connsiteX1704" fmla="*/ 48653 w 4954903"/>
                <a:gd name="connsiteY1704" fmla="*/ 1975162 h 4882701"/>
                <a:gd name="connsiteX1705" fmla="*/ 48146 w 4954903"/>
                <a:gd name="connsiteY1705" fmla="*/ 1977441 h 4882701"/>
                <a:gd name="connsiteX1706" fmla="*/ 43335 w 4954903"/>
                <a:gd name="connsiteY1706" fmla="*/ 2001244 h 4882701"/>
                <a:gd name="connsiteX1707" fmla="*/ 42828 w 4954903"/>
                <a:gd name="connsiteY1707" fmla="*/ 2003523 h 4882701"/>
                <a:gd name="connsiteX1708" fmla="*/ 45614 w 4954903"/>
                <a:gd name="connsiteY1708" fmla="*/ 1989849 h 4882701"/>
                <a:gd name="connsiteX1709" fmla="*/ 48653 w 4954903"/>
                <a:gd name="connsiteY1709" fmla="*/ 1975162 h 4882701"/>
                <a:gd name="connsiteX1710" fmla="*/ 1512045 w 4954903"/>
                <a:gd name="connsiteY1710" fmla="*/ 1845763 h 4882701"/>
                <a:gd name="connsiteX1711" fmla="*/ 1499637 w 4954903"/>
                <a:gd name="connsiteY1711" fmla="*/ 1830570 h 4882701"/>
                <a:gd name="connsiteX1712" fmla="*/ 1486469 w 4954903"/>
                <a:gd name="connsiteY1712" fmla="*/ 1853360 h 4882701"/>
                <a:gd name="connsiteX1713" fmla="*/ 1512045 w 4954903"/>
                <a:gd name="connsiteY1713" fmla="*/ 1845763 h 4882701"/>
                <a:gd name="connsiteX1714" fmla="*/ 1451018 w 4954903"/>
                <a:gd name="connsiteY1714" fmla="*/ 1846017 h 4882701"/>
                <a:gd name="connsiteX1715" fmla="*/ 1438863 w 4954903"/>
                <a:gd name="connsiteY1715" fmla="*/ 1830823 h 4882701"/>
                <a:gd name="connsiteX1716" fmla="*/ 1425695 w 4954903"/>
                <a:gd name="connsiteY1716" fmla="*/ 1853613 h 4882701"/>
                <a:gd name="connsiteX1717" fmla="*/ 1451018 w 4954903"/>
                <a:gd name="connsiteY1717" fmla="*/ 1846017 h 4882701"/>
                <a:gd name="connsiteX1718" fmla="*/ 127659 w 4954903"/>
                <a:gd name="connsiteY1718" fmla="*/ 1888305 h 4882701"/>
                <a:gd name="connsiteX1719" fmla="*/ 120569 w 4954903"/>
                <a:gd name="connsiteY1719" fmla="*/ 1915907 h 4882701"/>
                <a:gd name="connsiteX1720" fmla="*/ 127659 w 4954903"/>
                <a:gd name="connsiteY1720" fmla="*/ 1902992 h 4882701"/>
                <a:gd name="connsiteX1721" fmla="*/ 127659 w 4954903"/>
                <a:gd name="connsiteY1721" fmla="*/ 1888305 h 4882701"/>
                <a:gd name="connsiteX1722" fmla="*/ 89675 w 4954903"/>
                <a:gd name="connsiteY1722" fmla="*/ 1897421 h 4882701"/>
                <a:gd name="connsiteX1723" fmla="*/ 83091 w 4954903"/>
                <a:gd name="connsiteY1723" fmla="*/ 1925276 h 4882701"/>
                <a:gd name="connsiteX1724" fmla="*/ 88662 w 4954903"/>
                <a:gd name="connsiteY1724" fmla="*/ 1912109 h 4882701"/>
                <a:gd name="connsiteX1725" fmla="*/ 89675 w 4954903"/>
                <a:gd name="connsiteY1725" fmla="*/ 1897421 h 4882701"/>
                <a:gd name="connsiteX1726" fmla="*/ 80306 w 4954903"/>
                <a:gd name="connsiteY1726" fmla="*/ 1900713 h 4882701"/>
                <a:gd name="connsiteX1727" fmla="*/ 73975 w 4954903"/>
                <a:gd name="connsiteY1727" fmla="*/ 1928568 h 4882701"/>
                <a:gd name="connsiteX1728" fmla="*/ 78787 w 4954903"/>
                <a:gd name="connsiteY1728" fmla="*/ 1915147 h 4882701"/>
                <a:gd name="connsiteX1729" fmla="*/ 80306 w 4954903"/>
                <a:gd name="connsiteY1729" fmla="*/ 1900713 h 4882701"/>
                <a:gd name="connsiteX1730" fmla="*/ 80306 w 4954903"/>
                <a:gd name="connsiteY1730" fmla="*/ 1900713 h 4882701"/>
                <a:gd name="connsiteX1731" fmla="*/ 61314 w 4954903"/>
                <a:gd name="connsiteY1731" fmla="*/ 1935152 h 4882701"/>
                <a:gd name="connsiteX1732" fmla="*/ 65112 w 4954903"/>
                <a:gd name="connsiteY1732" fmla="*/ 1921731 h 4882701"/>
                <a:gd name="connsiteX1733" fmla="*/ 67391 w 4954903"/>
                <a:gd name="connsiteY1733" fmla="*/ 1907044 h 4882701"/>
                <a:gd name="connsiteX1734" fmla="*/ 61314 w 4954903"/>
                <a:gd name="connsiteY1734" fmla="*/ 1935152 h 4882701"/>
                <a:gd name="connsiteX1735" fmla="*/ 61061 w 4954903"/>
                <a:gd name="connsiteY1735" fmla="*/ 1925023 h 4882701"/>
                <a:gd name="connsiteX1736" fmla="*/ 63846 w 4954903"/>
                <a:gd name="connsiteY1736" fmla="*/ 1910589 h 4882701"/>
                <a:gd name="connsiteX1737" fmla="*/ 57516 w 4954903"/>
                <a:gd name="connsiteY1737" fmla="*/ 1938444 h 4882701"/>
                <a:gd name="connsiteX1738" fmla="*/ 61061 w 4954903"/>
                <a:gd name="connsiteY1738" fmla="*/ 1925023 h 4882701"/>
                <a:gd name="connsiteX1739" fmla="*/ 1771095 w 4954903"/>
                <a:gd name="connsiteY1739" fmla="*/ 1785749 h 4882701"/>
                <a:gd name="connsiteX1740" fmla="*/ 1757674 w 4954903"/>
                <a:gd name="connsiteY1740" fmla="*/ 1770555 h 4882701"/>
                <a:gd name="connsiteX1741" fmla="*/ 1743493 w 4954903"/>
                <a:gd name="connsiteY1741" fmla="*/ 1791826 h 4882701"/>
                <a:gd name="connsiteX1742" fmla="*/ 1771095 w 4954903"/>
                <a:gd name="connsiteY1742" fmla="*/ 1785749 h 4882701"/>
                <a:gd name="connsiteX1743" fmla="*/ 1706776 w 4954903"/>
                <a:gd name="connsiteY1743" fmla="*/ 1785496 h 4882701"/>
                <a:gd name="connsiteX1744" fmla="*/ 1693608 w 4954903"/>
                <a:gd name="connsiteY1744" fmla="*/ 1770302 h 4882701"/>
                <a:gd name="connsiteX1745" fmla="*/ 1679427 w 4954903"/>
                <a:gd name="connsiteY1745" fmla="*/ 1791573 h 4882701"/>
                <a:gd name="connsiteX1746" fmla="*/ 1706776 w 4954903"/>
                <a:gd name="connsiteY1746" fmla="*/ 1785496 h 4882701"/>
                <a:gd name="connsiteX1747" fmla="*/ 1642963 w 4954903"/>
                <a:gd name="connsiteY1747" fmla="*/ 1785496 h 4882701"/>
                <a:gd name="connsiteX1748" fmla="*/ 1630301 w 4954903"/>
                <a:gd name="connsiteY1748" fmla="*/ 1770555 h 4882701"/>
                <a:gd name="connsiteX1749" fmla="*/ 1616121 w 4954903"/>
                <a:gd name="connsiteY1749" fmla="*/ 1791826 h 4882701"/>
                <a:gd name="connsiteX1750" fmla="*/ 1642963 w 4954903"/>
                <a:gd name="connsiteY1750" fmla="*/ 1785496 h 4882701"/>
                <a:gd name="connsiteX1751" fmla="*/ 1580416 w 4954903"/>
                <a:gd name="connsiteY1751" fmla="*/ 1785496 h 4882701"/>
                <a:gd name="connsiteX1752" fmla="*/ 1567755 w 4954903"/>
                <a:gd name="connsiteY1752" fmla="*/ 1770555 h 4882701"/>
                <a:gd name="connsiteX1753" fmla="*/ 1553574 w 4954903"/>
                <a:gd name="connsiteY1753" fmla="*/ 1791826 h 4882701"/>
                <a:gd name="connsiteX1754" fmla="*/ 1580416 w 4954903"/>
                <a:gd name="connsiteY1754" fmla="*/ 1785496 h 4882701"/>
                <a:gd name="connsiteX1755" fmla="*/ 1457855 w 4954903"/>
                <a:gd name="connsiteY1755" fmla="*/ 1785749 h 4882701"/>
                <a:gd name="connsiteX1756" fmla="*/ 1445953 w 4954903"/>
                <a:gd name="connsiteY1756" fmla="*/ 1770808 h 4882701"/>
                <a:gd name="connsiteX1757" fmla="*/ 1431772 w 4954903"/>
                <a:gd name="connsiteY1757" fmla="*/ 1792079 h 4882701"/>
                <a:gd name="connsiteX1758" fmla="*/ 1457855 w 4954903"/>
                <a:gd name="connsiteY1758" fmla="*/ 1785749 h 4882701"/>
                <a:gd name="connsiteX1759" fmla="*/ 1398093 w 4954903"/>
                <a:gd name="connsiteY1759" fmla="*/ 1786255 h 4882701"/>
                <a:gd name="connsiteX1760" fmla="*/ 1386445 w 4954903"/>
                <a:gd name="connsiteY1760" fmla="*/ 1771315 h 4882701"/>
                <a:gd name="connsiteX1761" fmla="*/ 1373277 w 4954903"/>
                <a:gd name="connsiteY1761" fmla="*/ 1793852 h 4882701"/>
                <a:gd name="connsiteX1762" fmla="*/ 1398093 w 4954903"/>
                <a:gd name="connsiteY1762" fmla="*/ 1786255 h 4882701"/>
                <a:gd name="connsiteX1763" fmla="*/ 1339345 w 4954903"/>
                <a:gd name="connsiteY1763" fmla="*/ 1786509 h 4882701"/>
                <a:gd name="connsiteX1764" fmla="*/ 1328203 w 4954903"/>
                <a:gd name="connsiteY1764" fmla="*/ 1771568 h 4882701"/>
                <a:gd name="connsiteX1765" fmla="*/ 1315035 w 4954903"/>
                <a:gd name="connsiteY1765" fmla="*/ 1794105 h 4882701"/>
                <a:gd name="connsiteX1766" fmla="*/ 1339345 w 4954903"/>
                <a:gd name="connsiteY1766" fmla="*/ 1786509 h 4882701"/>
                <a:gd name="connsiteX1767" fmla="*/ 158553 w 4954903"/>
                <a:gd name="connsiteY1767" fmla="*/ 1839433 h 4882701"/>
                <a:gd name="connsiteX1768" fmla="*/ 158299 w 4954903"/>
                <a:gd name="connsiteY1768" fmla="*/ 1824999 h 4882701"/>
                <a:gd name="connsiteX1769" fmla="*/ 150196 w 4954903"/>
                <a:gd name="connsiteY1769" fmla="*/ 1851588 h 4882701"/>
                <a:gd name="connsiteX1770" fmla="*/ 158553 w 4954903"/>
                <a:gd name="connsiteY1770" fmla="*/ 1839433 h 4882701"/>
                <a:gd name="connsiteX1771" fmla="*/ 141840 w 4954903"/>
                <a:gd name="connsiteY1771" fmla="*/ 1842471 h 4882701"/>
                <a:gd name="connsiteX1772" fmla="*/ 142093 w 4954903"/>
                <a:gd name="connsiteY1772" fmla="*/ 1828038 h 4882701"/>
                <a:gd name="connsiteX1773" fmla="*/ 134496 w 4954903"/>
                <a:gd name="connsiteY1773" fmla="*/ 1855133 h 4882701"/>
                <a:gd name="connsiteX1774" fmla="*/ 141840 w 4954903"/>
                <a:gd name="connsiteY1774" fmla="*/ 1842471 h 4882701"/>
                <a:gd name="connsiteX1775" fmla="*/ 127153 w 4954903"/>
                <a:gd name="connsiteY1775" fmla="*/ 1845257 h 4882701"/>
                <a:gd name="connsiteX1776" fmla="*/ 127912 w 4954903"/>
                <a:gd name="connsiteY1776" fmla="*/ 1830823 h 4882701"/>
                <a:gd name="connsiteX1777" fmla="*/ 120316 w 4954903"/>
                <a:gd name="connsiteY1777" fmla="*/ 1857918 h 4882701"/>
                <a:gd name="connsiteX1778" fmla="*/ 127153 w 4954903"/>
                <a:gd name="connsiteY1778" fmla="*/ 1845257 h 4882701"/>
                <a:gd name="connsiteX1779" fmla="*/ 4887040 w 4954903"/>
                <a:gd name="connsiteY1779" fmla="*/ 1908057 h 4882701"/>
                <a:gd name="connsiteX1780" fmla="*/ 4885014 w 4954903"/>
                <a:gd name="connsiteY1780" fmla="*/ 1896662 h 4882701"/>
                <a:gd name="connsiteX1781" fmla="*/ 4880456 w 4954903"/>
                <a:gd name="connsiteY1781" fmla="*/ 1880708 h 4882701"/>
                <a:gd name="connsiteX1782" fmla="*/ 4880456 w 4954903"/>
                <a:gd name="connsiteY1782" fmla="*/ 1880708 h 4882701"/>
                <a:gd name="connsiteX1783" fmla="*/ 4887040 w 4954903"/>
                <a:gd name="connsiteY1783" fmla="*/ 1908057 h 4882701"/>
                <a:gd name="connsiteX1784" fmla="*/ 4887040 w 4954903"/>
                <a:gd name="connsiteY1784" fmla="*/ 1908057 h 4882701"/>
                <a:gd name="connsiteX1785" fmla="*/ 4875138 w 4954903"/>
                <a:gd name="connsiteY1785" fmla="*/ 1877163 h 4882701"/>
                <a:gd name="connsiteX1786" fmla="*/ 4881975 w 4954903"/>
                <a:gd name="connsiteY1786" fmla="*/ 1904765 h 4882701"/>
                <a:gd name="connsiteX1787" fmla="*/ 4880202 w 4954903"/>
                <a:gd name="connsiteY1787" fmla="*/ 1893117 h 4882701"/>
                <a:gd name="connsiteX1788" fmla="*/ 4875138 w 4954903"/>
                <a:gd name="connsiteY1788" fmla="*/ 1877163 h 4882701"/>
                <a:gd name="connsiteX1789" fmla="*/ 4875138 w 4954903"/>
                <a:gd name="connsiteY1789" fmla="*/ 1877163 h 4882701"/>
                <a:gd name="connsiteX1790" fmla="*/ 1841998 w 4954903"/>
                <a:gd name="connsiteY1790" fmla="*/ 1726494 h 4882701"/>
                <a:gd name="connsiteX1791" fmla="*/ 1828324 w 4954903"/>
                <a:gd name="connsiteY1791" fmla="*/ 1711554 h 4882701"/>
                <a:gd name="connsiteX1792" fmla="*/ 1814143 w 4954903"/>
                <a:gd name="connsiteY1792" fmla="*/ 1732571 h 4882701"/>
                <a:gd name="connsiteX1793" fmla="*/ 1841998 w 4954903"/>
                <a:gd name="connsiteY1793" fmla="*/ 1726494 h 4882701"/>
                <a:gd name="connsiteX1794" fmla="*/ 1776666 w 4954903"/>
                <a:gd name="connsiteY1794" fmla="*/ 1726241 h 4882701"/>
                <a:gd name="connsiteX1795" fmla="*/ 1763498 w 4954903"/>
                <a:gd name="connsiteY1795" fmla="*/ 1711300 h 4882701"/>
                <a:gd name="connsiteX1796" fmla="*/ 1749318 w 4954903"/>
                <a:gd name="connsiteY1796" fmla="*/ 1732318 h 4882701"/>
                <a:gd name="connsiteX1797" fmla="*/ 1776666 w 4954903"/>
                <a:gd name="connsiteY1797" fmla="*/ 1726241 h 4882701"/>
                <a:gd name="connsiteX1798" fmla="*/ 1712600 w 4954903"/>
                <a:gd name="connsiteY1798" fmla="*/ 1725988 h 4882701"/>
                <a:gd name="connsiteX1799" fmla="*/ 1699685 w 4954903"/>
                <a:gd name="connsiteY1799" fmla="*/ 1711047 h 4882701"/>
                <a:gd name="connsiteX1800" fmla="*/ 1685252 w 4954903"/>
                <a:gd name="connsiteY1800" fmla="*/ 1732065 h 4882701"/>
                <a:gd name="connsiteX1801" fmla="*/ 1712600 w 4954903"/>
                <a:gd name="connsiteY1801" fmla="*/ 1725988 h 4882701"/>
                <a:gd name="connsiteX1802" fmla="*/ 1465451 w 4954903"/>
                <a:gd name="connsiteY1802" fmla="*/ 1726241 h 4882701"/>
                <a:gd name="connsiteX1803" fmla="*/ 1453803 w 4954903"/>
                <a:gd name="connsiteY1803" fmla="*/ 1711300 h 4882701"/>
                <a:gd name="connsiteX1804" fmla="*/ 1439622 w 4954903"/>
                <a:gd name="connsiteY1804" fmla="*/ 1732318 h 4882701"/>
                <a:gd name="connsiteX1805" fmla="*/ 1465451 w 4954903"/>
                <a:gd name="connsiteY1805" fmla="*/ 1726241 h 4882701"/>
                <a:gd name="connsiteX1806" fmla="*/ 1290219 w 4954903"/>
                <a:gd name="connsiteY1806" fmla="*/ 1727507 h 4882701"/>
                <a:gd name="connsiteX1807" fmla="*/ 1279584 w 4954903"/>
                <a:gd name="connsiteY1807" fmla="*/ 1712820 h 4882701"/>
                <a:gd name="connsiteX1808" fmla="*/ 1266163 w 4954903"/>
                <a:gd name="connsiteY1808" fmla="*/ 1735104 h 4882701"/>
                <a:gd name="connsiteX1809" fmla="*/ 1290219 w 4954903"/>
                <a:gd name="connsiteY1809" fmla="*/ 1727507 h 4882701"/>
                <a:gd name="connsiteX1810" fmla="*/ 165390 w 4954903"/>
                <a:gd name="connsiteY1810" fmla="*/ 1791573 h 4882701"/>
                <a:gd name="connsiteX1811" fmla="*/ 173746 w 4954903"/>
                <a:gd name="connsiteY1811" fmla="*/ 1779418 h 4882701"/>
                <a:gd name="connsiteX1812" fmla="*/ 173999 w 4954903"/>
                <a:gd name="connsiteY1812" fmla="*/ 1764984 h 4882701"/>
                <a:gd name="connsiteX1813" fmla="*/ 165390 w 4954903"/>
                <a:gd name="connsiteY1813" fmla="*/ 1791573 h 4882701"/>
                <a:gd name="connsiteX1814" fmla="*/ 4872606 w 4954903"/>
                <a:gd name="connsiteY1814" fmla="*/ 1839939 h 4882701"/>
                <a:gd name="connsiteX1815" fmla="*/ 4868048 w 4954903"/>
                <a:gd name="connsiteY1815" fmla="*/ 1823986 h 4882701"/>
                <a:gd name="connsiteX1816" fmla="*/ 4875391 w 4954903"/>
                <a:gd name="connsiteY1816" fmla="*/ 1851334 h 4882701"/>
                <a:gd name="connsiteX1817" fmla="*/ 4872606 w 4954903"/>
                <a:gd name="connsiteY1817" fmla="*/ 1839939 h 4882701"/>
                <a:gd name="connsiteX1818" fmla="*/ 1912902 w 4954903"/>
                <a:gd name="connsiteY1818" fmla="*/ 1667746 h 4882701"/>
                <a:gd name="connsiteX1819" fmla="*/ 1899227 w 4954903"/>
                <a:gd name="connsiteY1819" fmla="*/ 1652805 h 4882701"/>
                <a:gd name="connsiteX1820" fmla="*/ 1884793 w 4954903"/>
                <a:gd name="connsiteY1820" fmla="*/ 1673823 h 4882701"/>
                <a:gd name="connsiteX1821" fmla="*/ 1912902 w 4954903"/>
                <a:gd name="connsiteY1821" fmla="*/ 1667746 h 4882701"/>
                <a:gd name="connsiteX1822" fmla="*/ 1782744 w 4954903"/>
                <a:gd name="connsiteY1822" fmla="*/ 1667239 h 4882701"/>
                <a:gd name="connsiteX1823" fmla="*/ 1769829 w 4954903"/>
                <a:gd name="connsiteY1823" fmla="*/ 1652299 h 4882701"/>
                <a:gd name="connsiteX1824" fmla="*/ 1755395 w 4954903"/>
                <a:gd name="connsiteY1824" fmla="*/ 1673317 h 4882701"/>
                <a:gd name="connsiteX1825" fmla="*/ 1782744 w 4954903"/>
                <a:gd name="connsiteY1825" fmla="*/ 1667239 h 4882701"/>
                <a:gd name="connsiteX1826" fmla="*/ 1718930 w 4954903"/>
                <a:gd name="connsiteY1826" fmla="*/ 1666986 h 4882701"/>
                <a:gd name="connsiteX1827" fmla="*/ 1706269 w 4954903"/>
                <a:gd name="connsiteY1827" fmla="*/ 1652045 h 4882701"/>
                <a:gd name="connsiteX1828" fmla="*/ 1691835 w 4954903"/>
                <a:gd name="connsiteY1828" fmla="*/ 1673063 h 4882701"/>
                <a:gd name="connsiteX1829" fmla="*/ 1718930 w 4954903"/>
                <a:gd name="connsiteY1829" fmla="*/ 1666986 h 4882701"/>
                <a:gd name="connsiteX1830" fmla="*/ 1533316 w 4954903"/>
                <a:gd name="connsiteY1830" fmla="*/ 1666986 h 4882701"/>
                <a:gd name="connsiteX1831" fmla="*/ 1521668 w 4954903"/>
                <a:gd name="connsiteY1831" fmla="*/ 1652045 h 4882701"/>
                <a:gd name="connsiteX1832" fmla="*/ 1507234 w 4954903"/>
                <a:gd name="connsiteY1832" fmla="*/ 1673063 h 4882701"/>
                <a:gd name="connsiteX1833" fmla="*/ 1533316 w 4954903"/>
                <a:gd name="connsiteY1833" fmla="*/ 1666986 h 4882701"/>
                <a:gd name="connsiteX1834" fmla="*/ 1473301 w 4954903"/>
                <a:gd name="connsiteY1834" fmla="*/ 1667239 h 4882701"/>
                <a:gd name="connsiteX1835" fmla="*/ 1461906 w 4954903"/>
                <a:gd name="connsiteY1835" fmla="*/ 1652552 h 4882701"/>
                <a:gd name="connsiteX1836" fmla="*/ 1447472 w 4954903"/>
                <a:gd name="connsiteY1836" fmla="*/ 1673570 h 4882701"/>
                <a:gd name="connsiteX1837" fmla="*/ 1473301 w 4954903"/>
                <a:gd name="connsiteY1837" fmla="*/ 1667239 h 4882701"/>
                <a:gd name="connsiteX1838" fmla="*/ 182103 w 4954903"/>
                <a:gd name="connsiteY1838" fmla="*/ 1732065 h 4882701"/>
                <a:gd name="connsiteX1839" fmla="*/ 190712 w 4954903"/>
                <a:gd name="connsiteY1839" fmla="*/ 1720163 h 4882701"/>
                <a:gd name="connsiteX1840" fmla="*/ 191472 w 4954903"/>
                <a:gd name="connsiteY1840" fmla="*/ 1705729 h 4882701"/>
                <a:gd name="connsiteX1841" fmla="*/ 182103 w 4954903"/>
                <a:gd name="connsiteY1841" fmla="*/ 1732065 h 4882701"/>
                <a:gd name="connsiteX1842" fmla="*/ 2490003 w 4954903"/>
                <a:gd name="connsiteY1842" fmla="*/ 1623178 h 4882701"/>
                <a:gd name="connsiteX1843" fmla="*/ 2517858 w 4954903"/>
                <a:gd name="connsiteY1843" fmla="*/ 1617607 h 4882701"/>
                <a:gd name="connsiteX1844" fmla="*/ 2502918 w 4954903"/>
                <a:gd name="connsiteY1844" fmla="*/ 1602667 h 4882701"/>
                <a:gd name="connsiteX1845" fmla="*/ 2490003 w 4954903"/>
                <a:gd name="connsiteY1845" fmla="*/ 1623178 h 4882701"/>
                <a:gd name="connsiteX1846" fmla="*/ 2370734 w 4954903"/>
                <a:gd name="connsiteY1846" fmla="*/ 1600134 h 4882701"/>
                <a:gd name="connsiteX1847" fmla="*/ 2357313 w 4954903"/>
                <a:gd name="connsiteY1847" fmla="*/ 1620646 h 4882701"/>
                <a:gd name="connsiteX1848" fmla="*/ 2385421 w 4954903"/>
                <a:gd name="connsiteY1848" fmla="*/ 1615075 h 4882701"/>
                <a:gd name="connsiteX1849" fmla="*/ 2370734 w 4954903"/>
                <a:gd name="connsiteY1849" fmla="*/ 1600134 h 4882701"/>
                <a:gd name="connsiteX1850" fmla="*/ 2304136 w 4954903"/>
                <a:gd name="connsiteY1850" fmla="*/ 1599121 h 4882701"/>
                <a:gd name="connsiteX1851" fmla="*/ 2290461 w 4954903"/>
                <a:gd name="connsiteY1851" fmla="*/ 1619633 h 4882701"/>
                <a:gd name="connsiteX1852" fmla="*/ 2318823 w 4954903"/>
                <a:gd name="connsiteY1852" fmla="*/ 1614062 h 4882701"/>
                <a:gd name="connsiteX1853" fmla="*/ 2304136 w 4954903"/>
                <a:gd name="connsiteY1853" fmla="*/ 1599121 h 4882701"/>
                <a:gd name="connsiteX1854" fmla="*/ 2237537 w 4954903"/>
                <a:gd name="connsiteY1854" fmla="*/ 1598108 h 4882701"/>
                <a:gd name="connsiteX1855" fmla="*/ 2223610 w 4954903"/>
                <a:gd name="connsiteY1855" fmla="*/ 1618620 h 4882701"/>
                <a:gd name="connsiteX1856" fmla="*/ 2251718 w 4954903"/>
                <a:gd name="connsiteY1856" fmla="*/ 1613049 h 4882701"/>
                <a:gd name="connsiteX1857" fmla="*/ 2237537 w 4954903"/>
                <a:gd name="connsiteY1857" fmla="*/ 1598108 h 4882701"/>
                <a:gd name="connsiteX1858" fmla="*/ 2170686 w 4954903"/>
                <a:gd name="connsiteY1858" fmla="*/ 1597349 h 4882701"/>
                <a:gd name="connsiteX1859" fmla="*/ 2156505 w 4954903"/>
                <a:gd name="connsiteY1859" fmla="*/ 1617860 h 4882701"/>
                <a:gd name="connsiteX1860" fmla="*/ 2184866 w 4954903"/>
                <a:gd name="connsiteY1860" fmla="*/ 1612036 h 4882701"/>
                <a:gd name="connsiteX1861" fmla="*/ 2170686 w 4954903"/>
                <a:gd name="connsiteY1861" fmla="*/ 1597349 h 4882701"/>
                <a:gd name="connsiteX1862" fmla="*/ 1482164 w 4954903"/>
                <a:gd name="connsiteY1862" fmla="*/ 1608997 h 4882701"/>
                <a:gd name="connsiteX1863" fmla="*/ 1471022 w 4954903"/>
                <a:gd name="connsiteY1863" fmla="*/ 1594310 h 4882701"/>
                <a:gd name="connsiteX1864" fmla="*/ 1456589 w 4954903"/>
                <a:gd name="connsiteY1864" fmla="*/ 1615075 h 4882701"/>
                <a:gd name="connsiteX1865" fmla="*/ 1482164 w 4954903"/>
                <a:gd name="connsiteY1865" fmla="*/ 1608997 h 4882701"/>
                <a:gd name="connsiteX1866" fmla="*/ 1365934 w 4954903"/>
                <a:gd name="connsiteY1866" fmla="*/ 1609757 h 4882701"/>
                <a:gd name="connsiteX1867" fmla="*/ 1355551 w 4954903"/>
                <a:gd name="connsiteY1867" fmla="*/ 1595070 h 4882701"/>
                <a:gd name="connsiteX1868" fmla="*/ 1341877 w 4954903"/>
                <a:gd name="connsiteY1868" fmla="*/ 1616847 h 4882701"/>
                <a:gd name="connsiteX1869" fmla="*/ 1365934 w 4954903"/>
                <a:gd name="connsiteY1869" fmla="*/ 1609757 h 4882701"/>
                <a:gd name="connsiteX1870" fmla="*/ 194004 w 4954903"/>
                <a:gd name="connsiteY1870" fmla="*/ 1650273 h 4882701"/>
                <a:gd name="connsiteX1871" fmla="*/ 184382 w 4954903"/>
                <a:gd name="connsiteY1871" fmla="*/ 1676608 h 4882701"/>
                <a:gd name="connsiteX1872" fmla="*/ 192485 w 4954903"/>
                <a:gd name="connsiteY1872" fmla="*/ 1664454 h 4882701"/>
                <a:gd name="connsiteX1873" fmla="*/ 194004 w 4954903"/>
                <a:gd name="connsiteY1873" fmla="*/ 1650273 h 4882701"/>
                <a:gd name="connsiteX1874" fmla="*/ 180077 w 4954903"/>
                <a:gd name="connsiteY1874" fmla="*/ 1653058 h 4882701"/>
                <a:gd name="connsiteX1875" fmla="*/ 170454 w 4954903"/>
                <a:gd name="connsiteY1875" fmla="*/ 1679394 h 4882701"/>
                <a:gd name="connsiteX1876" fmla="*/ 178051 w 4954903"/>
                <a:gd name="connsiteY1876" fmla="*/ 1667239 h 4882701"/>
                <a:gd name="connsiteX1877" fmla="*/ 180077 w 4954903"/>
                <a:gd name="connsiteY1877" fmla="*/ 1653058 h 4882701"/>
                <a:gd name="connsiteX1878" fmla="*/ 148170 w 4954903"/>
                <a:gd name="connsiteY1878" fmla="*/ 1662175 h 4882701"/>
                <a:gd name="connsiteX1879" fmla="*/ 139054 w 4954903"/>
                <a:gd name="connsiteY1879" fmla="*/ 1689016 h 4882701"/>
                <a:gd name="connsiteX1880" fmla="*/ 145132 w 4954903"/>
                <a:gd name="connsiteY1880" fmla="*/ 1676355 h 4882701"/>
                <a:gd name="connsiteX1881" fmla="*/ 148170 w 4954903"/>
                <a:gd name="connsiteY1881" fmla="*/ 1662175 h 4882701"/>
                <a:gd name="connsiteX1882" fmla="*/ 148170 w 4954903"/>
                <a:gd name="connsiteY1882" fmla="*/ 1662175 h 4882701"/>
                <a:gd name="connsiteX1883" fmla="*/ 125380 w 4954903"/>
                <a:gd name="connsiteY1883" fmla="*/ 1689270 h 4882701"/>
                <a:gd name="connsiteX1884" fmla="*/ 125380 w 4954903"/>
                <a:gd name="connsiteY1884" fmla="*/ 1689270 h 4882701"/>
                <a:gd name="connsiteX1885" fmla="*/ 121835 w 4954903"/>
                <a:gd name="connsiteY1885" fmla="*/ 1699905 h 4882701"/>
                <a:gd name="connsiteX1886" fmla="*/ 129432 w 4954903"/>
                <a:gd name="connsiteY1886" fmla="*/ 1677115 h 4882701"/>
                <a:gd name="connsiteX1887" fmla="*/ 125380 w 4954903"/>
                <a:gd name="connsiteY1887" fmla="*/ 1689270 h 4882701"/>
                <a:gd name="connsiteX1888" fmla="*/ 2556602 w 4954903"/>
                <a:gd name="connsiteY1888" fmla="*/ 1566708 h 4882701"/>
                <a:gd name="connsiteX1889" fmla="*/ 2583950 w 4954903"/>
                <a:gd name="connsiteY1889" fmla="*/ 1561391 h 4882701"/>
                <a:gd name="connsiteX1890" fmla="*/ 2569263 w 4954903"/>
                <a:gd name="connsiteY1890" fmla="*/ 1546450 h 4882701"/>
                <a:gd name="connsiteX1891" fmla="*/ 2556602 w 4954903"/>
                <a:gd name="connsiteY1891" fmla="*/ 1566708 h 4882701"/>
                <a:gd name="connsiteX1892" fmla="*/ 2306921 w 4954903"/>
                <a:gd name="connsiteY1892" fmla="*/ 1541639 h 4882701"/>
                <a:gd name="connsiteX1893" fmla="*/ 2293500 w 4954903"/>
                <a:gd name="connsiteY1893" fmla="*/ 1561897 h 4882701"/>
                <a:gd name="connsiteX1894" fmla="*/ 2321608 w 4954903"/>
                <a:gd name="connsiteY1894" fmla="*/ 1556326 h 4882701"/>
                <a:gd name="connsiteX1895" fmla="*/ 2306921 w 4954903"/>
                <a:gd name="connsiteY1895" fmla="*/ 1541639 h 4882701"/>
                <a:gd name="connsiteX1896" fmla="*/ 2240829 w 4954903"/>
                <a:gd name="connsiteY1896" fmla="*/ 1540879 h 4882701"/>
                <a:gd name="connsiteX1897" fmla="*/ 2227155 w 4954903"/>
                <a:gd name="connsiteY1897" fmla="*/ 1561137 h 4882701"/>
                <a:gd name="connsiteX1898" fmla="*/ 2255263 w 4954903"/>
                <a:gd name="connsiteY1898" fmla="*/ 1555566 h 4882701"/>
                <a:gd name="connsiteX1899" fmla="*/ 2240829 w 4954903"/>
                <a:gd name="connsiteY1899" fmla="*/ 1540879 h 4882701"/>
                <a:gd name="connsiteX1900" fmla="*/ 2174484 w 4954903"/>
                <a:gd name="connsiteY1900" fmla="*/ 1539867 h 4882701"/>
                <a:gd name="connsiteX1901" fmla="*/ 2160303 w 4954903"/>
                <a:gd name="connsiteY1901" fmla="*/ 1560125 h 4882701"/>
                <a:gd name="connsiteX1902" fmla="*/ 2188665 w 4954903"/>
                <a:gd name="connsiteY1902" fmla="*/ 1554554 h 4882701"/>
                <a:gd name="connsiteX1903" fmla="*/ 2174484 w 4954903"/>
                <a:gd name="connsiteY1903" fmla="*/ 1539867 h 4882701"/>
                <a:gd name="connsiteX1904" fmla="*/ 2041540 w 4954903"/>
                <a:gd name="connsiteY1904" fmla="*/ 1538600 h 4882701"/>
                <a:gd name="connsiteX1905" fmla="*/ 2027107 w 4954903"/>
                <a:gd name="connsiteY1905" fmla="*/ 1558858 h 4882701"/>
                <a:gd name="connsiteX1906" fmla="*/ 2055468 w 4954903"/>
                <a:gd name="connsiteY1906" fmla="*/ 1553034 h 4882701"/>
                <a:gd name="connsiteX1907" fmla="*/ 2041540 w 4954903"/>
                <a:gd name="connsiteY1907" fmla="*/ 1538600 h 4882701"/>
                <a:gd name="connsiteX1908" fmla="*/ 1989376 w 4954903"/>
                <a:gd name="connsiteY1908" fmla="*/ 1552528 h 4882701"/>
                <a:gd name="connsiteX1909" fmla="*/ 1975955 w 4954903"/>
                <a:gd name="connsiteY1909" fmla="*/ 1537841 h 4882701"/>
                <a:gd name="connsiteX1910" fmla="*/ 1961521 w 4954903"/>
                <a:gd name="connsiteY1910" fmla="*/ 1558099 h 4882701"/>
                <a:gd name="connsiteX1911" fmla="*/ 1989376 w 4954903"/>
                <a:gd name="connsiteY1911" fmla="*/ 1552528 h 4882701"/>
                <a:gd name="connsiteX1912" fmla="*/ 1659676 w 4954903"/>
                <a:gd name="connsiteY1912" fmla="*/ 1536575 h 4882701"/>
                <a:gd name="connsiteX1913" fmla="*/ 1644989 w 4954903"/>
                <a:gd name="connsiteY1913" fmla="*/ 1557086 h 4882701"/>
                <a:gd name="connsiteX1914" fmla="*/ 1671577 w 4954903"/>
                <a:gd name="connsiteY1914" fmla="*/ 1551008 h 4882701"/>
                <a:gd name="connsiteX1915" fmla="*/ 1671577 w 4954903"/>
                <a:gd name="connsiteY1915" fmla="*/ 1551008 h 4882701"/>
                <a:gd name="connsiteX1916" fmla="*/ 1659676 w 4954903"/>
                <a:gd name="connsiteY1916" fmla="*/ 1536575 h 4882701"/>
                <a:gd name="connsiteX1917" fmla="*/ 1433292 w 4954903"/>
                <a:gd name="connsiteY1917" fmla="*/ 1551768 h 4882701"/>
                <a:gd name="connsiteX1918" fmla="*/ 1422656 w 4954903"/>
                <a:gd name="connsiteY1918" fmla="*/ 1537334 h 4882701"/>
                <a:gd name="connsiteX1919" fmla="*/ 1408222 w 4954903"/>
                <a:gd name="connsiteY1919" fmla="*/ 1557846 h 4882701"/>
                <a:gd name="connsiteX1920" fmla="*/ 1433292 w 4954903"/>
                <a:gd name="connsiteY1920" fmla="*/ 1551768 h 4882701"/>
                <a:gd name="connsiteX1921" fmla="*/ 200335 w 4954903"/>
                <a:gd name="connsiteY1921" fmla="*/ 1595323 h 4882701"/>
                <a:gd name="connsiteX1922" fmla="*/ 190206 w 4954903"/>
                <a:gd name="connsiteY1922" fmla="*/ 1621405 h 4882701"/>
                <a:gd name="connsiteX1923" fmla="*/ 198056 w 4954903"/>
                <a:gd name="connsiteY1923" fmla="*/ 1609250 h 4882701"/>
                <a:gd name="connsiteX1924" fmla="*/ 200335 w 4954903"/>
                <a:gd name="connsiteY1924" fmla="*/ 1595323 h 4882701"/>
                <a:gd name="connsiteX1925" fmla="*/ 4798157 w 4954903"/>
                <a:gd name="connsiteY1925" fmla="*/ 1637359 h 4882701"/>
                <a:gd name="connsiteX1926" fmla="*/ 4798157 w 4954903"/>
                <a:gd name="connsiteY1926" fmla="*/ 1637359 h 4882701"/>
                <a:gd name="connsiteX1927" fmla="*/ 4807527 w 4954903"/>
                <a:gd name="connsiteY1927" fmla="*/ 1663947 h 4882701"/>
                <a:gd name="connsiteX1928" fmla="*/ 4804994 w 4954903"/>
                <a:gd name="connsiteY1928" fmla="*/ 1652805 h 4882701"/>
                <a:gd name="connsiteX1929" fmla="*/ 4798157 w 4954903"/>
                <a:gd name="connsiteY1929" fmla="*/ 1637359 h 4882701"/>
                <a:gd name="connsiteX1930" fmla="*/ 4789294 w 4954903"/>
                <a:gd name="connsiteY1930" fmla="*/ 1634066 h 4882701"/>
                <a:gd name="connsiteX1931" fmla="*/ 4789294 w 4954903"/>
                <a:gd name="connsiteY1931" fmla="*/ 1634066 h 4882701"/>
                <a:gd name="connsiteX1932" fmla="*/ 4798411 w 4954903"/>
                <a:gd name="connsiteY1932" fmla="*/ 1660655 h 4882701"/>
                <a:gd name="connsiteX1933" fmla="*/ 4796385 w 4954903"/>
                <a:gd name="connsiteY1933" fmla="*/ 1649513 h 4882701"/>
                <a:gd name="connsiteX1934" fmla="*/ 4789294 w 4954903"/>
                <a:gd name="connsiteY1934" fmla="*/ 1634066 h 4882701"/>
                <a:gd name="connsiteX1935" fmla="*/ 2557108 w 4954903"/>
                <a:gd name="connsiteY1935" fmla="*/ 1509733 h 4882701"/>
                <a:gd name="connsiteX1936" fmla="*/ 2584203 w 4954903"/>
                <a:gd name="connsiteY1936" fmla="*/ 1504415 h 4882701"/>
                <a:gd name="connsiteX1937" fmla="*/ 2569516 w 4954903"/>
                <a:gd name="connsiteY1937" fmla="*/ 1489981 h 4882701"/>
                <a:gd name="connsiteX1938" fmla="*/ 2557108 w 4954903"/>
                <a:gd name="connsiteY1938" fmla="*/ 1509733 h 4882701"/>
                <a:gd name="connsiteX1939" fmla="*/ 2375039 w 4954903"/>
                <a:gd name="connsiteY1939" fmla="*/ 1486183 h 4882701"/>
                <a:gd name="connsiteX1940" fmla="*/ 2361618 w 4954903"/>
                <a:gd name="connsiteY1940" fmla="*/ 1506187 h 4882701"/>
                <a:gd name="connsiteX1941" fmla="*/ 2389219 w 4954903"/>
                <a:gd name="connsiteY1941" fmla="*/ 1500616 h 4882701"/>
                <a:gd name="connsiteX1942" fmla="*/ 2375039 w 4954903"/>
                <a:gd name="connsiteY1942" fmla="*/ 1486183 h 4882701"/>
                <a:gd name="connsiteX1943" fmla="*/ 2309707 w 4954903"/>
                <a:gd name="connsiteY1943" fmla="*/ 1485170 h 4882701"/>
                <a:gd name="connsiteX1944" fmla="*/ 2296286 w 4954903"/>
                <a:gd name="connsiteY1944" fmla="*/ 1505175 h 4882701"/>
                <a:gd name="connsiteX1945" fmla="*/ 2324140 w 4954903"/>
                <a:gd name="connsiteY1945" fmla="*/ 1499604 h 4882701"/>
                <a:gd name="connsiteX1946" fmla="*/ 2309707 w 4954903"/>
                <a:gd name="connsiteY1946" fmla="*/ 1485170 h 4882701"/>
                <a:gd name="connsiteX1947" fmla="*/ 2244121 w 4954903"/>
                <a:gd name="connsiteY1947" fmla="*/ 1484157 h 4882701"/>
                <a:gd name="connsiteX1948" fmla="*/ 2230447 w 4954903"/>
                <a:gd name="connsiteY1948" fmla="*/ 1504162 h 4882701"/>
                <a:gd name="connsiteX1949" fmla="*/ 2258302 w 4954903"/>
                <a:gd name="connsiteY1949" fmla="*/ 1498591 h 4882701"/>
                <a:gd name="connsiteX1950" fmla="*/ 2244121 w 4954903"/>
                <a:gd name="connsiteY1950" fmla="*/ 1484157 h 4882701"/>
                <a:gd name="connsiteX1951" fmla="*/ 2178536 w 4954903"/>
                <a:gd name="connsiteY1951" fmla="*/ 1483144 h 4882701"/>
                <a:gd name="connsiteX1952" fmla="*/ 2164355 w 4954903"/>
                <a:gd name="connsiteY1952" fmla="*/ 1503149 h 4882701"/>
                <a:gd name="connsiteX1953" fmla="*/ 2192463 w 4954903"/>
                <a:gd name="connsiteY1953" fmla="*/ 1497578 h 4882701"/>
                <a:gd name="connsiteX1954" fmla="*/ 2178536 w 4954903"/>
                <a:gd name="connsiteY1954" fmla="*/ 1483144 h 4882701"/>
                <a:gd name="connsiteX1955" fmla="*/ 2060532 w 4954903"/>
                <a:gd name="connsiteY1955" fmla="*/ 1496058 h 4882701"/>
                <a:gd name="connsiteX1956" fmla="*/ 2046605 w 4954903"/>
                <a:gd name="connsiteY1956" fmla="*/ 1481624 h 4882701"/>
                <a:gd name="connsiteX1957" fmla="*/ 2032171 w 4954903"/>
                <a:gd name="connsiteY1957" fmla="*/ 1501629 h 4882701"/>
                <a:gd name="connsiteX1958" fmla="*/ 2060532 w 4954903"/>
                <a:gd name="connsiteY1958" fmla="*/ 1496058 h 4882701"/>
                <a:gd name="connsiteX1959" fmla="*/ 1619413 w 4954903"/>
                <a:gd name="connsiteY1959" fmla="*/ 1494286 h 4882701"/>
                <a:gd name="connsiteX1960" fmla="*/ 1608018 w 4954903"/>
                <a:gd name="connsiteY1960" fmla="*/ 1480105 h 4882701"/>
                <a:gd name="connsiteX1961" fmla="*/ 1593330 w 4954903"/>
                <a:gd name="connsiteY1961" fmla="*/ 1500363 h 4882701"/>
                <a:gd name="connsiteX1962" fmla="*/ 1619413 w 4954903"/>
                <a:gd name="connsiteY1962" fmla="*/ 1494286 h 4882701"/>
                <a:gd name="connsiteX1963" fmla="*/ 1501410 w 4954903"/>
                <a:gd name="connsiteY1963" fmla="*/ 1494539 h 4882701"/>
                <a:gd name="connsiteX1964" fmla="*/ 1490774 w 4954903"/>
                <a:gd name="connsiteY1964" fmla="*/ 1480358 h 4882701"/>
                <a:gd name="connsiteX1965" fmla="*/ 1476087 w 4954903"/>
                <a:gd name="connsiteY1965" fmla="*/ 1500616 h 4882701"/>
                <a:gd name="connsiteX1966" fmla="*/ 1501410 w 4954903"/>
                <a:gd name="connsiteY1966" fmla="*/ 1494539 h 4882701"/>
                <a:gd name="connsiteX1967" fmla="*/ 206666 w 4954903"/>
                <a:gd name="connsiteY1967" fmla="*/ 1554807 h 4882701"/>
                <a:gd name="connsiteX1968" fmla="*/ 209704 w 4954903"/>
                <a:gd name="connsiteY1968" fmla="*/ 1541133 h 4882701"/>
                <a:gd name="connsiteX1969" fmla="*/ 199069 w 4954903"/>
                <a:gd name="connsiteY1969" fmla="*/ 1566962 h 4882701"/>
                <a:gd name="connsiteX1970" fmla="*/ 206666 w 4954903"/>
                <a:gd name="connsiteY1970" fmla="*/ 1554807 h 4882701"/>
                <a:gd name="connsiteX1971" fmla="*/ 2633582 w 4954903"/>
                <a:gd name="connsiteY1971" fmla="*/ 1435284 h 4882701"/>
                <a:gd name="connsiteX1972" fmla="*/ 2621428 w 4954903"/>
                <a:gd name="connsiteY1972" fmla="*/ 1454783 h 4882701"/>
                <a:gd name="connsiteX1973" fmla="*/ 2648016 w 4954903"/>
                <a:gd name="connsiteY1973" fmla="*/ 1449465 h 4882701"/>
                <a:gd name="connsiteX1974" fmla="*/ 2633582 w 4954903"/>
                <a:gd name="connsiteY1974" fmla="*/ 1435284 h 4882701"/>
                <a:gd name="connsiteX1975" fmla="*/ 2557615 w 4954903"/>
                <a:gd name="connsiteY1975" fmla="*/ 1453517 h 4882701"/>
                <a:gd name="connsiteX1976" fmla="*/ 2584457 w 4954903"/>
                <a:gd name="connsiteY1976" fmla="*/ 1448199 h 4882701"/>
                <a:gd name="connsiteX1977" fmla="*/ 2570023 w 4954903"/>
                <a:gd name="connsiteY1977" fmla="*/ 1433765 h 4882701"/>
                <a:gd name="connsiteX1978" fmla="*/ 2557615 w 4954903"/>
                <a:gd name="connsiteY1978" fmla="*/ 1453517 h 4882701"/>
                <a:gd name="connsiteX1979" fmla="*/ 2493295 w 4954903"/>
                <a:gd name="connsiteY1979" fmla="*/ 1452250 h 4882701"/>
                <a:gd name="connsiteX1980" fmla="*/ 2520390 w 4954903"/>
                <a:gd name="connsiteY1980" fmla="*/ 1446933 h 4882701"/>
                <a:gd name="connsiteX1981" fmla="*/ 2505957 w 4954903"/>
                <a:gd name="connsiteY1981" fmla="*/ 1432752 h 4882701"/>
                <a:gd name="connsiteX1982" fmla="*/ 2493295 w 4954903"/>
                <a:gd name="connsiteY1982" fmla="*/ 1452250 h 4882701"/>
                <a:gd name="connsiteX1983" fmla="*/ 2456071 w 4954903"/>
                <a:gd name="connsiteY1983" fmla="*/ 1445666 h 4882701"/>
                <a:gd name="connsiteX1984" fmla="*/ 2441890 w 4954903"/>
                <a:gd name="connsiteY1984" fmla="*/ 1431486 h 4882701"/>
                <a:gd name="connsiteX1985" fmla="*/ 2428976 w 4954903"/>
                <a:gd name="connsiteY1985" fmla="*/ 1451237 h 4882701"/>
                <a:gd name="connsiteX1986" fmla="*/ 2456071 w 4954903"/>
                <a:gd name="connsiteY1986" fmla="*/ 1445666 h 4882701"/>
                <a:gd name="connsiteX1987" fmla="*/ 2391499 w 4954903"/>
                <a:gd name="connsiteY1987" fmla="*/ 1444400 h 4882701"/>
                <a:gd name="connsiteX1988" fmla="*/ 2377318 w 4954903"/>
                <a:gd name="connsiteY1988" fmla="*/ 1430220 h 4882701"/>
                <a:gd name="connsiteX1989" fmla="*/ 2364150 w 4954903"/>
                <a:gd name="connsiteY1989" fmla="*/ 1449971 h 4882701"/>
                <a:gd name="connsiteX1990" fmla="*/ 2391499 w 4954903"/>
                <a:gd name="connsiteY1990" fmla="*/ 1444400 h 4882701"/>
                <a:gd name="connsiteX1991" fmla="*/ 2247666 w 4954903"/>
                <a:gd name="connsiteY1991" fmla="*/ 1428194 h 4882701"/>
                <a:gd name="connsiteX1992" fmla="*/ 2233992 w 4954903"/>
                <a:gd name="connsiteY1992" fmla="*/ 1447946 h 4882701"/>
                <a:gd name="connsiteX1993" fmla="*/ 2261594 w 4954903"/>
                <a:gd name="connsiteY1993" fmla="*/ 1442375 h 4882701"/>
                <a:gd name="connsiteX1994" fmla="*/ 2247666 w 4954903"/>
                <a:gd name="connsiteY1994" fmla="*/ 1428194 h 4882701"/>
                <a:gd name="connsiteX1995" fmla="*/ 2196515 w 4954903"/>
                <a:gd name="connsiteY1995" fmla="*/ 1441615 h 4882701"/>
                <a:gd name="connsiteX1996" fmla="*/ 2182840 w 4954903"/>
                <a:gd name="connsiteY1996" fmla="*/ 1427434 h 4882701"/>
                <a:gd name="connsiteX1997" fmla="*/ 2168913 w 4954903"/>
                <a:gd name="connsiteY1997" fmla="*/ 1447186 h 4882701"/>
                <a:gd name="connsiteX1998" fmla="*/ 2196515 w 4954903"/>
                <a:gd name="connsiteY1998" fmla="*/ 1441615 h 4882701"/>
                <a:gd name="connsiteX1999" fmla="*/ 2131182 w 4954903"/>
                <a:gd name="connsiteY1999" fmla="*/ 1440602 h 4882701"/>
                <a:gd name="connsiteX2000" fmla="*/ 2117508 w 4954903"/>
                <a:gd name="connsiteY2000" fmla="*/ 1426421 h 4882701"/>
                <a:gd name="connsiteX2001" fmla="*/ 2103074 w 4954903"/>
                <a:gd name="connsiteY2001" fmla="*/ 1446173 h 4882701"/>
                <a:gd name="connsiteX2002" fmla="*/ 2131182 w 4954903"/>
                <a:gd name="connsiteY2002" fmla="*/ 1440602 h 4882701"/>
                <a:gd name="connsiteX2003" fmla="*/ 2065597 w 4954903"/>
                <a:gd name="connsiteY2003" fmla="*/ 1440095 h 4882701"/>
                <a:gd name="connsiteX2004" fmla="*/ 2051923 w 4954903"/>
                <a:gd name="connsiteY2004" fmla="*/ 1425915 h 4882701"/>
                <a:gd name="connsiteX2005" fmla="*/ 2037742 w 4954903"/>
                <a:gd name="connsiteY2005" fmla="*/ 1445666 h 4882701"/>
                <a:gd name="connsiteX2006" fmla="*/ 2065597 w 4954903"/>
                <a:gd name="connsiteY2006" fmla="*/ 1440095 h 4882701"/>
                <a:gd name="connsiteX2007" fmla="*/ 1628782 w 4954903"/>
                <a:gd name="connsiteY2007" fmla="*/ 1438070 h 4882701"/>
                <a:gd name="connsiteX2008" fmla="*/ 1617640 w 4954903"/>
                <a:gd name="connsiteY2008" fmla="*/ 1424142 h 4882701"/>
                <a:gd name="connsiteX2009" fmla="*/ 1602953 w 4954903"/>
                <a:gd name="connsiteY2009" fmla="*/ 1443894 h 4882701"/>
                <a:gd name="connsiteX2010" fmla="*/ 1628782 w 4954903"/>
                <a:gd name="connsiteY2010" fmla="*/ 1438070 h 4882701"/>
                <a:gd name="connsiteX2011" fmla="*/ 1454816 w 4954903"/>
                <a:gd name="connsiteY2011" fmla="*/ 1438829 h 4882701"/>
                <a:gd name="connsiteX2012" fmla="*/ 1444687 w 4954903"/>
                <a:gd name="connsiteY2012" fmla="*/ 1424902 h 4882701"/>
                <a:gd name="connsiteX2013" fmla="*/ 1430000 w 4954903"/>
                <a:gd name="connsiteY2013" fmla="*/ 1444907 h 4882701"/>
                <a:gd name="connsiteX2014" fmla="*/ 1454816 w 4954903"/>
                <a:gd name="connsiteY2014" fmla="*/ 1438829 h 4882701"/>
                <a:gd name="connsiteX2015" fmla="*/ 229456 w 4954903"/>
                <a:gd name="connsiteY2015" fmla="*/ 1498084 h 4882701"/>
                <a:gd name="connsiteX2016" fmla="*/ 232748 w 4954903"/>
                <a:gd name="connsiteY2016" fmla="*/ 1484663 h 4882701"/>
                <a:gd name="connsiteX2017" fmla="*/ 221606 w 4954903"/>
                <a:gd name="connsiteY2017" fmla="*/ 1509986 h 4882701"/>
                <a:gd name="connsiteX2018" fmla="*/ 229456 w 4954903"/>
                <a:gd name="connsiteY2018" fmla="*/ 1498084 h 4882701"/>
                <a:gd name="connsiteX2019" fmla="*/ 3239552 w 4954903"/>
                <a:gd name="connsiteY2019" fmla="*/ 1397807 h 4882701"/>
                <a:gd name="connsiteX2020" fmla="*/ 3231702 w 4954903"/>
                <a:gd name="connsiteY2020" fmla="*/ 1418065 h 4882701"/>
                <a:gd name="connsiteX2021" fmla="*/ 3254492 w 4954903"/>
                <a:gd name="connsiteY2021" fmla="*/ 1412241 h 4882701"/>
                <a:gd name="connsiteX2022" fmla="*/ 3239552 w 4954903"/>
                <a:gd name="connsiteY2022" fmla="*/ 1397807 h 4882701"/>
                <a:gd name="connsiteX2023" fmla="*/ 2695876 w 4954903"/>
                <a:gd name="connsiteY2023" fmla="*/ 1381347 h 4882701"/>
                <a:gd name="connsiteX2024" fmla="*/ 2684481 w 4954903"/>
                <a:gd name="connsiteY2024" fmla="*/ 1400592 h 4882701"/>
                <a:gd name="connsiteX2025" fmla="*/ 2710563 w 4954903"/>
                <a:gd name="connsiteY2025" fmla="*/ 1395528 h 4882701"/>
                <a:gd name="connsiteX2026" fmla="*/ 2695876 w 4954903"/>
                <a:gd name="connsiteY2026" fmla="*/ 1381347 h 4882701"/>
                <a:gd name="connsiteX2027" fmla="*/ 2633329 w 4954903"/>
                <a:gd name="connsiteY2027" fmla="*/ 1379828 h 4882701"/>
                <a:gd name="connsiteX2028" fmla="*/ 2621428 w 4954903"/>
                <a:gd name="connsiteY2028" fmla="*/ 1399073 h 4882701"/>
                <a:gd name="connsiteX2029" fmla="*/ 2647763 w 4954903"/>
                <a:gd name="connsiteY2029" fmla="*/ 1394008 h 4882701"/>
                <a:gd name="connsiteX2030" fmla="*/ 2633329 w 4954903"/>
                <a:gd name="connsiteY2030" fmla="*/ 1379828 h 4882701"/>
                <a:gd name="connsiteX2031" fmla="*/ 2302110 w 4954903"/>
                <a:gd name="connsiteY2031" fmla="*/ 1393249 h 4882701"/>
                <a:gd name="connsiteX2032" fmla="*/ 2329458 w 4954903"/>
                <a:gd name="connsiteY2032" fmla="*/ 1387931 h 4882701"/>
                <a:gd name="connsiteX2033" fmla="*/ 2315531 w 4954903"/>
                <a:gd name="connsiteY2033" fmla="*/ 1374004 h 4882701"/>
                <a:gd name="connsiteX2034" fmla="*/ 2302110 w 4954903"/>
                <a:gd name="connsiteY2034" fmla="*/ 1393249 h 4882701"/>
                <a:gd name="connsiteX2035" fmla="*/ 2264886 w 4954903"/>
                <a:gd name="connsiteY2035" fmla="*/ 1386918 h 4882701"/>
                <a:gd name="connsiteX2036" fmla="*/ 2251211 w 4954903"/>
                <a:gd name="connsiteY2036" fmla="*/ 1372991 h 4882701"/>
                <a:gd name="connsiteX2037" fmla="*/ 2237790 w 4954903"/>
                <a:gd name="connsiteY2037" fmla="*/ 1392236 h 4882701"/>
                <a:gd name="connsiteX2038" fmla="*/ 2264886 w 4954903"/>
                <a:gd name="connsiteY2038" fmla="*/ 1386918 h 4882701"/>
                <a:gd name="connsiteX2039" fmla="*/ 2200566 w 4954903"/>
                <a:gd name="connsiteY2039" fmla="*/ 1386158 h 4882701"/>
                <a:gd name="connsiteX2040" fmla="*/ 2186892 w 4954903"/>
                <a:gd name="connsiteY2040" fmla="*/ 1372231 h 4882701"/>
                <a:gd name="connsiteX2041" fmla="*/ 2172965 w 4954903"/>
                <a:gd name="connsiteY2041" fmla="*/ 1391729 h 4882701"/>
                <a:gd name="connsiteX2042" fmla="*/ 2200566 w 4954903"/>
                <a:gd name="connsiteY2042" fmla="*/ 1386158 h 4882701"/>
                <a:gd name="connsiteX2043" fmla="*/ 2071168 w 4954903"/>
                <a:gd name="connsiteY2043" fmla="*/ 1384639 h 4882701"/>
                <a:gd name="connsiteX2044" fmla="*/ 2057747 w 4954903"/>
                <a:gd name="connsiteY2044" fmla="*/ 1370712 h 4882701"/>
                <a:gd name="connsiteX2045" fmla="*/ 2043566 w 4954903"/>
                <a:gd name="connsiteY2045" fmla="*/ 1390210 h 4882701"/>
                <a:gd name="connsiteX2046" fmla="*/ 2071168 w 4954903"/>
                <a:gd name="connsiteY2046" fmla="*/ 1384639 h 4882701"/>
                <a:gd name="connsiteX2047" fmla="*/ 2006848 w 4954903"/>
                <a:gd name="connsiteY2047" fmla="*/ 1384133 h 4882701"/>
                <a:gd name="connsiteX2048" fmla="*/ 1993934 w 4954903"/>
                <a:gd name="connsiteY2048" fmla="*/ 1370205 h 4882701"/>
                <a:gd name="connsiteX2049" fmla="*/ 1979500 w 4954903"/>
                <a:gd name="connsiteY2049" fmla="*/ 1389704 h 4882701"/>
                <a:gd name="connsiteX2050" fmla="*/ 2006848 w 4954903"/>
                <a:gd name="connsiteY2050" fmla="*/ 1384133 h 4882701"/>
                <a:gd name="connsiteX2051" fmla="*/ 1930881 w 4954903"/>
                <a:gd name="connsiteY2051" fmla="*/ 1369699 h 4882701"/>
                <a:gd name="connsiteX2052" fmla="*/ 1916447 w 4954903"/>
                <a:gd name="connsiteY2052" fmla="*/ 1389197 h 4882701"/>
                <a:gd name="connsiteX2053" fmla="*/ 1943542 w 4954903"/>
                <a:gd name="connsiteY2053" fmla="*/ 1383626 h 4882701"/>
                <a:gd name="connsiteX2054" fmla="*/ 1930881 w 4954903"/>
                <a:gd name="connsiteY2054" fmla="*/ 1369699 h 4882701"/>
                <a:gd name="connsiteX2055" fmla="*/ 1638658 w 4954903"/>
                <a:gd name="connsiteY2055" fmla="*/ 1382866 h 4882701"/>
                <a:gd name="connsiteX2056" fmla="*/ 1627769 w 4954903"/>
                <a:gd name="connsiteY2056" fmla="*/ 1369192 h 4882701"/>
                <a:gd name="connsiteX2057" fmla="*/ 1613082 w 4954903"/>
                <a:gd name="connsiteY2057" fmla="*/ 1388691 h 4882701"/>
                <a:gd name="connsiteX2058" fmla="*/ 1638658 w 4954903"/>
                <a:gd name="connsiteY2058" fmla="*/ 1382866 h 4882701"/>
                <a:gd name="connsiteX2059" fmla="*/ 1512805 w 4954903"/>
                <a:gd name="connsiteY2059" fmla="*/ 1369446 h 4882701"/>
                <a:gd name="connsiteX2060" fmla="*/ 1497864 w 4954903"/>
                <a:gd name="connsiteY2060" fmla="*/ 1388944 h 4882701"/>
                <a:gd name="connsiteX2061" fmla="*/ 1522934 w 4954903"/>
                <a:gd name="connsiteY2061" fmla="*/ 1383120 h 4882701"/>
                <a:gd name="connsiteX2062" fmla="*/ 1512805 w 4954903"/>
                <a:gd name="connsiteY2062" fmla="*/ 1369446 h 4882701"/>
                <a:gd name="connsiteX2063" fmla="*/ 242624 w 4954903"/>
                <a:gd name="connsiteY2063" fmla="*/ 1445160 h 4882701"/>
                <a:gd name="connsiteX2064" fmla="*/ 246675 w 4954903"/>
                <a:gd name="connsiteY2064" fmla="*/ 1431992 h 4882701"/>
                <a:gd name="connsiteX2065" fmla="*/ 235027 w 4954903"/>
                <a:gd name="connsiteY2065" fmla="*/ 1457315 h 4882701"/>
                <a:gd name="connsiteX2066" fmla="*/ 242624 w 4954903"/>
                <a:gd name="connsiteY2066" fmla="*/ 1445160 h 4882701"/>
                <a:gd name="connsiteX2067" fmla="*/ 214516 w 4954903"/>
                <a:gd name="connsiteY2067" fmla="*/ 1466178 h 4882701"/>
                <a:gd name="connsiteX2068" fmla="*/ 220593 w 4954903"/>
                <a:gd name="connsiteY2068" fmla="*/ 1454023 h 4882701"/>
                <a:gd name="connsiteX2069" fmla="*/ 225911 w 4954903"/>
                <a:gd name="connsiteY2069" fmla="*/ 1440855 h 4882701"/>
                <a:gd name="connsiteX2070" fmla="*/ 225911 w 4954903"/>
                <a:gd name="connsiteY2070" fmla="*/ 1440855 h 4882701"/>
                <a:gd name="connsiteX2071" fmla="*/ 214516 w 4954903"/>
                <a:gd name="connsiteY2071" fmla="*/ 1466178 h 4882701"/>
                <a:gd name="connsiteX2072" fmla="*/ 214516 w 4954903"/>
                <a:gd name="connsiteY2072" fmla="*/ 1466178 h 4882701"/>
                <a:gd name="connsiteX2073" fmla="*/ 2817678 w 4954903"/>
                <a:gd name="connsiteY2073" fmla="*/ 1329942 h 4882701"/>
                <a:gd name="connsiteX2074" fmla="*/ 2806789 w 4954903"/>
                <a:gd name="connsiteY2074" fmla="*/ 1348934 h 4882701"/>
                <a:gd name="connsiteX2075" fmla="*/ 2832111 w 4954903"/>
                <a:gd name="connsiteY2075" fmla="*/ 1343870 h 4882701"/>
                <a:gd name="connsiteX2076" fmla="*/ 2817678 w 4954903"/>
                <a:gd name="connsiteY2076" fmla="*/ 1329942 h 4882701"/>
                <a:gd name="connsiteX2077" fmla="*/ 2694863 w 4954903"/>
                <a:gd name="connsiteY2077" fmla="*/ 1326904 h 4882701"/>
                <a:gd name="connsiteX2078" fmla="*/ 2683468 w 4954903"/>
                <a:gd name="connsiteY2078" fmla="*/ 1345896 h 4882701"/>
                <a:gd name="connsiteX2079" fmla="*/ 2709044 w 4954903"/>
                <a:gd name="connsiteY2079" fmla="*/ 1340831 h 4882701"/>
                <a:gd name="connsiteX2080" fmla="*/ 2694863 w 4954903"/>
                <a:gd name="connsiteY2080" fmla="*/ 1326904 h 4882701"/>
                <a:gd name="connsiteX2081" fmla="*/ 2632823 w 4954903"/>
                <a:gd name="connsiteY2081" fmla="*/ 1325384 h 4882701"/>
                <a:gd name="connsiteX2082" fmla="*/ 2620921 w 4954903"/>
                <a:gd name="connsiteY2082" fmla="*/ 1344376 h 4882701"/>
                <a:gd name="connsiteX2083" fmla="*/ 2647003 w 4954903"/>
                <a:gd name="connsiteY2083" fmla="*/ 1339312 h 4882701"/>
                <a:gd name="connsiteX2084" fmla="*/ 2632823 w 4954903"/>
                <a:gd name="connsiteY2084" fmla="*/ 1325384 h 4882701"/>
                <a:gd name="connsiteX2085" fmla="*/ 2305402 w 4954903"/>
                <a:gd name="connsiteY2085" fmla="*/ 1338552 h 4882701"/>
                <a:gd name="connsiteX2086" fmla="*/ 2332497 w 4954903"/>
                <a:gd name="connsiteY2086" fmla="*/ 1333234 h 4882701"/>
                <a:gd name="connsiteX2087" fmla="*/ 2318569 w 4954903"/>
                <a:gd name="connsiteY2087" fmla="*/ 1319307 h 4882701"/>
                <a:gd name="connsiteX2088" fmla="*/ 2305402 w 4954903"/>
                <a:gd name="connsiteY2088" fmla="*/ 1338552 h 4882701"/>
                <a:gd name="connsiteX2089" fmla="*/ 2140805 w 4954903"/>
                <a:gd name="connsiteY2089" fmla="*/ 1330702 h 4882701"/>
                <a:gd name="connsiteX2090" fmla="*/ 2127637 w 4954903"/>
                <a:gd name="connsiteY2090" fmla="*/ 1317028 h 4882701"/>
                <a:gd name="connsiteX2091" fmla="*/ 2113456 w 4954903"/>
                <a:gd name="connsiteY2091" fmla="*/ 1336020 h 4882701"/>
                <a:gd name="connsiteX2092" fmla="*/ 2140805 w 4954903"/>
                <a:gd name="connsiteY2092" fmla="*/ 1330702 h 4882701"/>
                <a:gd name="connsiteX2093" fmla="*/ 1950379 w 4954903"/>
                <a:gd name="connsiteY2093" fmla="*/ 1329183 h 4882701"/>
                <a:gd name="connsiteX2094" fmla="*/ 1937971 w 4954903"/>
                <a:gd name="connsiteY2094" fmla="*/ 1315508 h 4882701"/>
                <a:gd name="connsiteX2095" fmla="*/ 1923537 w 4954903"/>
                <a:gd name="connsiteY2095" fmla="*/ 1334754 h 4882701"/>
                <a:gd name="connsiteX2096" fmla="*/ 1950379 w 4954903"/>
                <a:gd name="connsiteY2096" fmla="*/ 1329183 h 4882701"/>
                <a:gd name="connsiteX2097" fmla="*/ 1649040 w 4954903"/>
                <a:gd name="connsiteY2097" fmla="*/ 1328170 h 4882701"/>
                <a:gd name="connsiteX2098" fmla="*/ 1638405 w 4954903"/>
                <a:gd name="connsiteY2098" fmla="*/ 1314495 h 4882701"/>
                <a:gd name="connsiteX2099" fmla="*/ 1623718 w 4954903"/>
                <a:gd name="connsiteY2099" fmla="*/ 1333741 h 4882701"/>
                <a:gd name="connsiteX2100" fmla="*/ 1649040 w 4954903"/>
                <a:gd name="connsiteY2100" fmla="*/ 1328170 h 4882701"/>
                <a:gd name="connsiteX2101" fmla="*/ 245156 w 4954903"/>
                <a:gd name="connsiteY2101" fmla="*/ 1407683 h 4882701"/>
                <a:gd name="connsiteX2102" fmla="*/ 251993 w 4954903"/>
                <a:gd name="connsiteY2102" fmla="*/ 1395781 h 4882701"/>
                <a:gd name="connsiteX2103" fmla="*/ 257311 w 4954903"/>
                <a:gd name="connsiteY2103" fmla="*/ 1382866 h 4882701"/>
                <a:gd name="connsiteX2104" fmla="*/ 257058 w 4954903"/>
                <a:gd name="connsiteY2104" fmla="*/ 1382866 h 4882701"/>
                <a:gd name="connsiteX2105" fmla="*/ 245156 w 4954903"/>
                <a:gd name="connsiteY2105" fmla="*/ 1407683 h 4882701"/>
                <a:gd name="connsiteX2106" fmla="*/ 245156 w 4954903"/>
                <a:gd name="connsiteY2106" fmla="*/ 1407683 h 4882701"/>
                <a:gd name="connsiteX2107" fmla="*/ 248701 w 4954903"/>
                <a:gd name="connsiteY2107" fmla="*/ 1388944 h 4882701"/>
                <a:gd name="connsiteX2108" fmla="*/ 236546 w 4954903"/>
                <a:gd name="connsiteY2108" fmla="*/ 1414013 h 4882701"/>
                <a:gd name="connsiteX2109" fmla="*/ 242624 w 4954903"/>
                <a:gd name="connsiteY2109" fmla="*/ 1402112 h 4882701"/>
                <a:gd name="connsiteX2110" fmla="*/ 248701 w 4954903"/>
                <a:gd name="connsiteY2110" fmla="*/ 1388944 h 4882701"/>
                <a:gd name="connsiteX2111" fmla="*/ 3052165 w 4954903"/>
                <a:gd name="connsiteY2111" fmla="*/ 1283095 h 4882701"/>
                <a:gd name="connsiteX2112" fmla="*/ 3043808 w 4954903"/>
                <a:gd name="connsiteY2112" fmla="*/ 1302847 h 4882701"/>
                <a:gd name="connsiteX2113" fmla="*/ 3066852 w 4954903"/>
                <a:gd name="connsiteY2113" fmla="*/ 1297023 h 4882701"/>
                <a:gd name="connsiteX2114" fmla="*/ 3052165 w 4954903"/>
                <a:gd name="connsiteY2114" fmla="*/ 1283095 h 4882701"/>
                <a:gd name="connsiteX2115" fmla="*/ 2993416 w 4954903"/>
                <a:gd name="connsiteY2115" fmla="*/ 1281323 h 4882701"/>
                <a:gd name="connsiteX2116" fmla="*/ 2984807 w 4954903"/>
                <a:gd name="connsiteY2116" fmla="*/ 1301075 h 4882701"/>
                <a:gd name="connsiteX2117" fmla="*/ 3008357 w 4954903"/>
                <a:gd name="connsiteY2117" fmla="*/ 1295250 h 4882701"/>
                <a:gd name="connsiteX2118" fmla="*/ 2993416 w 4954903"/>
                <a:gd name="connsiteY2118" fmla="*/ 1281323 h 4882701"/>
                <a:gd name="connsiteX2119" fmla="*/ 2934415 w 4954903"/>
                <a:gd name="connsiteY2119" fmla="*/ 1279550 h 4882701"/>
                <a:gd name="connsiteX2120" fmla="*/ 2925552 w 4954903"/>
                <a:gd name="connsiteY2120" fmla="*/ 1299302 h 4882701"/>
                <a:gd name="connsiteX2121" fmla="*/ 2949355 w 4954903"/>
                <a:gd name="connsiteY2121" fmla="*/ 1293478 h 4882701"/>
                <a:gd name="connsiteX2122" fmla="*/ 2934415 w 4954903"/>
                <a:gd name="connsiteY2122" fmla="*/ 1279550 h 4882701"/>
                <a:gd name="connsiteX2123" fmla="*/ 2874907 w 4954903"/>
                <a:gd name="connsiteY2123" fmla="*/ 1277778 h 4882701"/>
                <a:gd name="connsiteX2124" fmla="*/ 2865537 w 4954903"/>
                <a:gd name="connsiteY2124" fmla="*/ 1297529 h 4882701"/>
                <a:gd name="connsiteX2125" fmla="*/ 2889341 w 4954903"/>
                <a:gd name="connsiteY2125" fmla="*/ 1291705 h 4882701"/>
                <a:gd name="connsiteX2126" fmla="*/ 2874907 w 4954903"/>
                <a:gd name="connsiteY2126" fmla="*/ 1277778 h 4882701"/>
                <a:gd name="connsiteX2127" fmla="*/ 2814892 w 4954903"/>
                <a:gd name="connsiteY2127" fmla="*/ 1276258 h 4882701"/>
                <a:gd name="connsiteX2128" fmla="*/ 2804257 w 4954903"/>
                <a:gd name="connsiteY2128" fmla="*/ 1294997 h 4882701"/>
                <a:gd name="connsiteX2129" fmla="*/ 2829326 w 4954903"/>
                <a:gd name="connsiteY2129" fmla="*/ 1290186 h 4882701"/>
                <a:gd name="connsiteX2130" fmla="*/ 2814892 w 4954903"/>
                <a:gd name="connsiteY2130" fmla="*/ 1276258 h 4882701"/>
                <a:gd name="connsiteX2131" fmla="*/ 2754371 w 4954903"/>
                <a:gd name="connsiteY2131" fmla="*/ 1274486 h 4882701"/>
                <a:gd name="connsiteX2132" fmla="*/ 2743482 w 4954903"/>
                <a:gd name="connsiteY2132" fmla="*/ 1293224 h 4882701"/>
                <a:gd name="connsiteX2133" fmla="*/ 2768805 w 4954903"/>
                <a:gd name="connsiteY2133" fmla="*/ 1288160 h 4882701"/>
                <a:gd name="connsiteX2134" fmla="*/ 2754371 w 4954903"/>
                <a:gd name="connsiteY2134" fmla="*/ 1274486 h 4882701"/>
                <a:gd name="connsiteX2135" fmla="*/ 2693597 w 4954903"/>
                <a:gd name="connsiteY2135" fmla="*/ 1272966 h 4882701"/>
                <a:gd name="connsiteX2136" fmla="*/ 2682455 w 4954903"/>
                <a:gd name="connsiteY2136" fmla="*/ 1291958 h 4882701"/>
                <a:gd name="connsiteX2137" fmla="*/ 2707778 w 4954903"/>
                <a:gd name="connsiteY2137" fmla="*/ 1286894 h 4882701"/>
                <a:gd name="connsiteX2138" fmla="*/ 2693597 w 4954903"/>
                <a:gd name="connsiteY2138" fmla="*/ 1272966 h 4882701"/>
                <a:gd name="connsiteX2139" fmla="*/ 2632316 w 4954903"/>
                <a:gd name="connsiteY2139" fmla="*/ 1271700 h 4882701"/>
                <a:gd name="connsiteX2140" fmla="*/ 2620668 w 4954903"/>
                <a:gd name="connsiteY2140" fmla="*/ 1290692 h 4882701"/>
                <a:gd name="connsiteX2141" fmla="*/ 2646497 w 4954903"/>
                <a:gd name="connsiteY2141" fmla="*/ 1285628 h 4882701"/>
                <a:gd name="connsiteX2142" fmla="*/ 2632316 w 4954903"/>
                <a:gd name="connsiteY2142" fmla="*/ 1271700 h 4882701"/>
                <a:gd name="connsiteX2143" fmla="*/ 2522923 w 4954903"/>
                <a:gd name="connsiteY2143" fmla="*/ 1282842 h 4882701"/>
                <a:gd name="connsiteX2144" fmla="*/ 2508742 w 4954903"/>
                <a:gd name="connsiteY2144" fmla="*/ 1268915 h 4882701"/>
                <a:gd name="connsiteX2145" fmla="*/ 2496587 w 4954903"/>
                <a:gd name="connsiteY2145" fmla="*/ 1287907 h 4882701"/>
                <a:gd name="connsiteX2146" fmla="*/ 2522923 w 4954903"/>
                <a:gd name="connsiteY2146" fmla="*/ 1282842 h 4882701"/>
                <a:gd name="connsiteX2147" fmla="*/ 1945821 w 4954903"/>
                <a:gd name="connsiteY2147" fmla="*/ 1261825 h 4882701"/>
                <a:gd name="connsiteX2148" fmla="*/ 1931387 w 4954903"/>
                <a:gd name="connsiteY2148" fmla="*/ 1280816 h 4882701"/>
                <a:gd name="connsiteX2149" fmla="*/ 1957976 w 4954903"/>
                <a:gd name="connsiteY2149" fmla="*/ 1275499 h 4882701"/>
                <a:gd name="connsiteX2150" fmla="*/ 1945821 w 4954903"/>
                <a:gd name="connsiteY2150" fmla="*/ 1261825 h 4882701"/>
                <a:gd name="connsiteX2151" fmla="*/ 495343 w 4954903"/>
                <a:gd name="connsiteY2151" fmla="*/ 1307152 h 4882701"/>
                <a:gd name="connsiteX2152" fmla="*/ 495850 w 4954903"/>
                <a:gd name="connsiteY2152" fmla="*/ 1293984 h 4882701"/>
                <a:gd name="connsiteX2153" fmla="*/ 481922 w 4954903"/>
                <a:gd name="connsiteY2153" fmla="*/ 1316775 h 4882701"/>
                <a:gd name="connsiteX2154" fmla="*/ 495343 w 4954903"/>
                <a:gd name="connsiteY2154" fmla="*/ 1307152 h 4882701"/>
                <a:gd name="connsiteX2155" fmla="*/ 286179 w 4954903"/>
                <a:gd name="connsiteY2155" fmla="*/ 1338299 h 4882701"/>
                <a:gd name="connsiteX2156" fmla="*/ 291496 w 4954903"/>
                <a:gd name="connsiteY2156" fmla="*/ 1325131 h 4882701"/>
                <a:gd name="connsiteX2157" fmla="*/ 291243 w 4954903"/>
                <a:gd name="connsiteY2157" fmla="*/ 1325131 h 4882701"/>
                <a:gd name="connsiteX2158" fmla="*/ 278582 w 4954903"/>
                <a:gd name="connsiteY2158" fmla="*/ 1349947 h 4882701"/>
                <a:gd name="connsiteX2159" fmla="*/ 286179 w 4954903"/>
                <a:gd name="connsiteY2159" fmla="*/ 1338299 h 4882701"/>
                <a:gd name="connsiteX2160" fmla="*/ 271998 w 4954903"/>
                <a:gd name="connsiteY2160" fmla="*/ 1352986 h 4882701"/>
                <a:gd name="connsiteX2161" fmla="*/ 279088 w 4954903"/>
                <a:gd name="connsiteY2161" fmla="*/ 1341084 h 4882701"/>
                <a:gd name="connsiteX2162" fmla="*/ 284912 w 4954903"/>
                <a:gd name="connsiteY2162" fmla="*/ 1328170 h 4882701"/>
                <a:gd name="connsiteX2163" fmla="*/ 284659 w 4954903"/>
                <a:gd name="connsiteY2163" fmla="*/ 1328170 h 4882701"/>
                <a:gd name="connsiteX2164" fmla="*/ 271998 w 4954903"/>
                <a:gd name="connsiteY2164" fmla="*/ 1352986 h 4882701"/>
                <a:gd name="connsiteX2165" fmla="*/ 271998 w 4954903"/>
                <a:gd name="connsiteY2165" fmla="*/ 1352986 h 4882701"/>
                <a:gd name="connsiteX2166" fmla="*/ 269466 w 4954903"/>
                <a:gd name="connsiteY2166" fmla="*/ 1347415 h 4882701"/>
                <a:gd name="connsiteX2167" fmla="*/ 275796 w 4954903"/>
                <a:gd name="connsiteY2167" fmla="*/ 1334247 h 4882701"/>
                <a:gd name="connsiteX2168" fmla="*/ 263135 w 4954903"/>
                <a:gd name="connsiteY2168" fmla="*/ 1359063 h 4882701"/>
                <a:gd name="connsiteX2169" fmla="*/ 269466 w 4954903"/>
                <a:gd name="connsiteY2169" fmla="*/ 1347415 h 4882701"/>
                <a:gd name="connsiteX2170" fmla="*/ 269466 w 4954903"/>
                <a:gd name="connsiteY2170" fmla="*/ 1347415 h 4882701"/>
                <a:gd name="connsiteX2171" fmla="*/ 3153202 w 4954903"/>
                <a:gd name="connsiteY2171" fmla="*/ 1253468 h 4882701"/>
                <a:gd name="connsiteX2172" fmla="*/ 3175486 w 4954903"/>
                <a:gd name="connsiteY2172" fmla="*/ 1247897 h 4882701"/>
                <a:gd name="connsiteX2173" fmla="*/ 3160545 w 4954903"/>
                <a:gd name="connsiteY2173" fmla="*/ 1233970 h 4882701"/>
                <a:gd name="connsiteX2174" fmla="*/ 3153202 w 4954903"/>
                <a:gd name="connsiteY2174" fmla="*/ 1253468 h 4882701"/>
                <a:gd name="connsiteX2175" fmla="*/ 3103823 w 4954903"/>
                <a:gd name="connsiteY2175" fmla="*/ 1232197 h 4882701"/>
                <a:gd name="connsiteX2176" fmla="*/ 3096226 w 4954903"/>
                <a:gd name="connsiteY2176" fmla="*/ 1251695 h 4882701"/>
                <a:gd name="connsiteX2177" fmla="*/ 3118510 w 4954903"/>
                <a:gd name="connsiteY2177" fmla="*/ 1246124 h 4882701"/>
                <a:gd name="connsiteX2178" fmla="*/ 3103823 w 4954903"/>
                <a:gd name="connsiteY2178" fmla="*/ 1232197 h 4882701"/>
                <a:gd name="connsiteX2179" fmla="*/ 2988352 w 4954903"/>
                <a:gd name="connsiteY2179" fmla="*/ 1228399 h 4882701"/>
                <a:gd name="connsiteX2180" fmla="*/ 2979995 w 4954903"/>
                <a:gd name="connsiteY2180" fmla="*/ 1247897 h 4882701"/>
                <a:gd name="connsiteX2181" fmla="*/ 3003039 w 4954903"/>
                <a:gd name="connsiteY2181" fmla="*/ 1242326 h 4882701"/>
                <a:gd name="connsiteX2182" fmla="*/ 2988352 w 4954903"/>
                <a:gd name="connsiteY2182" fmla="*/ 1228399 h 4882701"/>
                <a:gd name="connsiteX2183" fmla="*/ 2930110 w 4954903"/>
                <a:gd name="connsiteY2183" fmla="*/ 1226626 h 4882701"/>
                <a:gd name="connsiteX2184" fmla="*/ 2921500 w 4954903"/>
                <a:gd name="connsiteY2184" fmla="*/ 1246124 h 4882701"/>
                <a:gd name="connsiteX2185" fmla="*/ 2944797 w 4954903"/>
                <a:gd name="connsiteY2185" fmla="*/ 1240300 h 4882701"/>
                <a:gd name="connsiteX2186" fmla="*/ 2930110 w 4954903"/>
                <a:gd name="connsiteY2186" fmla="*/ 1226626 h 4882701"/>
                <a:gd name="connsiteX2187" fmla="*/ 2436066 w 4954903"/>
                <a:gd name="connsiteY2187" fmla="*/ 1233716 h 4882701"/>
                <a:gd name="connsiteX2188" fmla="*/ 2461895 w 4954903"/>
                <a:gd name="connsiteY2188" fmla="*/ 1228652 h 4882701"/>
                <a:gd name="connsiteX2189" fmla="*/ 2448221 w 4954903"/>
                <a:gd name="connsiteY2189" fmla="*/ 1214978 h 4882701"/>
                <a:gd name="connsiteX2190" fmla="*/ 2436066 w 4954903"/>
                <a:gd name="connsiteY2190" fmla="*/ 1233716 h 4882701"/>
                <a:gd name="connsiteX2191" fmla="*/ 1965319 w 4954903"/>
                <a:gd name="connsiteY2191" fmla="*/ 1222321 h 4882701"/>
                <a:gd name="connsiteX2192" fmla="*/ 1953418 w 4954903"/>
                <a:gd name="connsiteY2192" fmla="*/ 1208900 h 4882701"/>
                <a:gd name="connsiteX2193" fmla="*/ 1938984 w 4954903"/>
                <a:gd name="connsiteY2193" fmla="*/ 1227639 h 4882701"/>
                <a:gd name="connsiteX2194" fmla="*/ 1965319 w 4954903"/>
                <a:gd name="connsiteY2194" fmla="*/ 1222321 h 4882701"/>
                <a:gd name="connsiteX2195" fmla="*/ 575616 w 4954903"/>
                <a:gd name="connsiteY2195" fmla="*/ 1249670 h 4882701"/>
                <a:gd name="connsiteX2196" fmla="*/ 575616 w 4954903"/>
                <a:gd name="connsiteY2196" fmla="*/ 1236755 h 4882701"/>
                <a:gd name="connsiteX2197" fmla="*/ 561182 w 4954903"/>
                <a:gd name="connsiteY2197" fmla="*/ 1259292 h 4882701"/>
                <a:gd name="connsiteX2198" fmla="*/ 575616 w 4954903"/>
                <a:gd name="connsiteY2198" fmla="*/ 1249670 h 4882701"/>
                <a:gd name="connsiteX2199" fmla="*/ 3096733 w 4954903"/>
                <a:gd name="connsiteY2199" fmla="*/ 1180033 h 4882701"/>
                <a:gd name="connsiteX2200" fmla="*/ 3089389 w 4954903"/>
                <a:gd name="connsiteY2200" fmla="*/ 1199278 h 4882701"/>
                <a:gd name="connsiteX2201" fmla="*/ 3111420 w 4954903"/>
                <a:gd name="connsiteY2201" fmla="*/ 1193707 h 4882701"/>
                <a:gd name="connsiteX2202" fmla="*/ 3096733 w 4954903"/>
                <a:gd name="connsiteY2202" fmla="*/ 1180033 h 4882701"/>
                <a:gd name="connsiteX2203" fmla="*/ 2559387 w 4954903"/>
                <a:gd name="connsiteY2203" fmla="*/ 1183831 h 4882701"/>
                <a:gd name="connsiteX2204" fmla="*/ 2584710 w 4954903"/>
                <a:gd name="connsiteY2204" fmla="*/ 1179020 h 4882701"/>
                <a:gd name="connsiteX2205" fmla="*/ 2571036 w 4954903"/>
                <a:gd name="connsiteY2205" fmla="*/ 1165599 h 4882701"/>
                <a:gd name="connsiteX2206" fmla="*/ 2559387 w 4954903"/>
                <a:gd name="connsiteY2206" fmla="*/ 1183831 h 4882701"/>
                <a:gd name="connsiteX2207" fmla="*/ 2438092 w 4954903"/>
                <a:gd name="connsiteY2207" fmla="*/ 1181552 h 4882701"/>
                <a:gd name="connsiteX2208" fmla="*/ 2463668 w 4954903"/>
                <a:gd name="connsiteY2208" fmla="*/ 1176487 h 4882701"/>
                <a:gd name="connsiteX2209" fmla="*/ 2450247 w 4954903"/>
                <a:gd name="connsiteY2209" fmla="*/ 1163066 h 4882701"/>
                <a:gd name="connsiteX2210" fmla="*/ 2438092 w 4954903"/>
                <a:gd name="connsiteY2210" fmla="*/ 1181552 h 4882701"/>
                <a:gd name="connsiteX2211" fmla="*/ 1973423 w 4954903"/>
                <a:gd name="connsiteY2211" fmla="*/ 1170410 h 4882701"/>
                <a:gd name="connsiteX2212" fmla="*/ 1961774 w 4954903"/>
                <a:gd name="connsiteY2212" fmla="*/ 1157242 h 4882701"/>
                <a:gd name="connsiteX2213" fmla="*/ 1947340 w 4954903"/>
                <a:gd name="connsiteY2213" fmla="*/ 1175728 h 4882701"/>
                <a:gd name="connsiteX2214" fmla="*/ 1973423 w 4954903"/>
                <a:gd name="connsiteY2214" fmla="*/ 1170410 h 4882701"/>
                <a:gd name="connsiteX2215" fmla="*/ 1494826 w 4954903"/>
                <a:gd name="connsiteY2215" fmla="*/ 1175728 h 4882701"/>
                <a:gd name="connsiteX2216" fmla="*/ 1518629 w 4954903"/>
                <a:gd name="connsiteY2216" fmla="*/ 1170157 h 4882701"/>
                <a:gd name="connsiteX2217" fmla="*/ 1510019 w 4954903"/>
                <a:gd name="connsiteY2217" fmla="*/ 1157242 h 4882701"/>
                <a:gd name="connsiteX2218" fmla="*/ 1494826 w 4954903"/>
                <a:gd name="connsiteY2218" fmla="*/ 1175728 h 4882701"/>
                <a:gd name="connsiteX2219" fmla="*/ 601698 w 4954903"/>
                <a:gd name="connsiteY2219" fmla="*/ 1197252 h 4882701"/>
                <a:gd name="connsiteX2220" fmla="*/ 601698 w 4954903"/>
                <a:gd name="connsiteY2220" fmla="*/ 1197252 h 4882701"/>
                <a:gd name="connsiteX2221" fmla="*/ 601951 w 4954903"/>
                <a:gd name="connsiteY2221" fmla="*/ 1184591 h 4882701"/>
                <a:gd name="connsiteX2222" fmla="*/ 587264 w 4954903"/>
                <a:gd name="connsiteY2222" fmla="*/ 1206621 h 4882701"/>
                <a:gd name="connsiteX2223" fmla="*/ 601698 w 4954903"/>
                <a:gd name="connsiteY2223" fmla="*/ 1197252 h 4882701"/>
                <a:gd name="connsiteX2224" fmla="*/ 476604 w 4954903"/>
                <a:gd name="connsiteY2224" fmla="*/ 1208141 h 4882701"/>
                <a:gd name="connsiteX2225" fmla="*/ 478883 w 4954903"/>
                <a:gd name="connsiteY2225" fmla="*/ 1195479 h 4882701"/>
                <a:gd name="connsiteX2226" fmla="*/ 464450 w 4954903"/>
                <a:gd name="connsiteY2226" fmla="*/ 1218270 h 4882701"/>
                <a:gd name="connsiteX2227" fmla="*/ 476604 w 4954903"/>
                <a:gd name="connsiteY2227" fmla="*/ 1208141 h 4882701"/>
                <a:gd name="connsiteX2228" fmla="*/ 328974 w 4954903"/>
                <a:gd name="connsiteY2228" fmla="*/ 1246124 h 4882701"/>
                <a:gd name="connsiteX2229" fmla="*/ 336570 w 4954903"/>
                <a:gd name="connsiteY2229" fmla="*/ 1234729 h 4882701"/>
                <a:gd name="connsiteX2230" fmla="*/ 343154 w 4954903"/>
                <a:gd name="connsiteY2230" fmla="*/ 1222068 h 4882701"/>
                <a:gd name="connsiteX2231" fmla="*/ 343154 w 4954903"/>
                <a:gd name="connsiteY2231" fmla="*/ 1222068 h 4882701"/>
                <a:gd name="connsiteX2232" fmla="*/ 328974 w 4954903"/>
                <a:gd name="connsiteY2232" fmla="*/ 1246124 h 4882701"/>
                <a:gd name="connsiteX2233" fmla="*/ 328974 w 4954903"/>
                <a:gd name="connsiteY2233" fmla="*/ 1246124 h 4882701"/>
                <a:gd name="connsiteX2234" fmla="*/ 331253 w 4954903"/>
                <a:gd name="connsiteY2234" fmla="*/ 1237515 h 4882701"/>
                <a:gd name="connsiteX2235" fmla="*/ 338090 w 4954903"/>
                <a:gd name="connsiteY2235" fmla="*/ 1224853 h 4882701"/>
                <a:gd name="connsiteX2236" fmla="*/ 324162 w 4954903"/>
                <a:gd name="connsiteY2236" fmla="*/ 1248910 h 4882701"/>
                <a:gd name="connsiteX2237" fmla="*/ 331253 w 4954903"/>
                <a:gd name="connsiteY2237" fmla="*/ 1237515 h 4882701"/>
                <a:gd name="connsiteX2238" fmla="*/ 334545 w 4954903"/>
                <a:gd name="connsiteY2238" fmla="*/ 1227892 h 4882701"/>
                <a:gd name="connsiteX2239" fmla="*/ 320617 w 4954903"/>
                <a:gd name="connsiteY2239" fmla="*/ 1251949 h 4882701"/>
                <a:gd name="connsiteX2240" fmla="*/ 327454 w 4954903"/>
                <a:gd name="connsiteY2240" fmla="*/ 1240554 h 4882701"/>
                <a:gd name="connsiteX2241" fmla="*/ 334545 w 4954903"/>
                <a:gd name="connsiteY2241" fmla="*/ 1227892 h 4882701"/>
                <a:gd name="connsiteX2242" fmla="*/ 2499879 w 4954903"/>
                <a:gd name="connsiteY2242" fmla="*/ 1131160 h 4882701"/>
                <a:gd name="connsiteX2243" fmla="*/ 2525202 w 4954903"/>
                <a:gd name="connsiteY2243" fmla="*/ 1126349 h 4882701"/>
                <a:gd name="connsiteX2244" fmla="*/ 2511781 w 4954903"/>
                <a:gd name="connsiteY2244" fmla="*/ 1113181 h 4882701"/>
                <a:gd name="connsiteX2245" fmla="*/ 2499879 w 4954903"/>
                <a:gd name="connsiteY2245" fmla="*/ 1131160 h 4882701"/>
                <a:gd name="connsiteX2246" fmla="*/ 2101808 w 4954903"/>
                <a:gd name="connsiteY2246" fmla="*/ 1120018 h 4882701"/>
                <a:gd name="connsiteX2247" fmla="*/ 2089653 w 4954903"/>
                <a:gd name="connsiteY2247" fmla="*/ 1107104 h 4882701"/>
                <a:gd name="connsiteX2248" fmla="*/ 2075726 w 4954903"/>
                <a:gd name="connsiteY2248" fmla="*/ 1125083 h 4882701"/>
                <a:gd name="connsiteX2249" fmla="*/ 2101808 w 4954903"/>
                <a:gd name="connsiteY2249" fmla="*/ 1120018 h 4882701"/>
                <a:gd name="connsiteX2250" fmla="*/ 1188169 w 4954903"/>
                <a:gd name="connsiteY2250" fmla="*/ 1123057 h 4882701"/>
                <a:gd name="connsiteX2251" fmla="*/ 1182598 w 4954903"/>
                <a:gd name="connsiteY2251" fmla="*/ 1110395 h 4882701"/>
                <a:gd name="connsiteX2252" fmla="*/ 1167151 w 4954903"/>
                <a:gd name="connsiteY2252" fmla="*/ 1129641 h 4882701"/>
                <a:gd name="connsiteX2253" fmla="*/ 1188169 w 4954903"/>
                <a:gd name="connsiteY2253" fmla="*/ 1123057 h 4882701"/>
                <a:gd name="connsiteX2254" fmla="*/ 1138030 w 4954903"/>
                <a:gd name="connsiteY2254" fmla="*/ 1111662 h 4882701"/>
                <a:gd name="connsiteX2255" fmla="*/ 1122584 w 4954903"/>
                <a:gd name="connsiteY2255" fmla="*/ 1130907 h 4882701"/>
                <a:gd name="connsiteX2256" fmla="*/ 1143095 w 4954903"/>
                <a:gd name="connsiteY2256" fmla="*/ 1124323 h 4882701"/>
                <a:gd name="connsiteX2257" fmla="*/ 1138030 w 4954903"/>
                <a:gd name="connsiteY2257" fmla="*/ 1111662 h 4882701"/>
                <a:gd name="connsiteX2258" fmla="*/ 1078522 w 4954903"/>
                <a:gd name="connsiteY2258" fmla="*/ 1131920 h 4882701"/>
                <a:gd name="connsiteX2259" fmla="*/ 1098780 w 4954903"/>
                <a:gd name="connsiteY2259" fmla="*/ 1125336 h 4882701"/>
                <a:gd name="connsiteX2260" fmla="*/ 1094222 w 4954903"/>
                <a:gd name="connsiteY2260" fmla="*/ 1112928 h 4882701"/>
                <a:gd name="connsiteX2261" fmla="*/ 1078522 w 4954903"/>
                <a:gd name="connsiteY2261" fmla="*/ 1131920 h 4882701"/>
                <a:gd name="connsiteX2262" fmla="*/ 473059 w 4954903"/>
                <a:gd name="connsiteY2262" fmla="*/ 1169144 h 4882701"/>
                <a:gd name="connsiteX2263" fmla="*/ 484961 w 4954903"/>
                <a:gd name="connsiteY2263" fmla="*/ 1158762 h 4882701"/>
                <a:gd name="connsiteX2264" fmla="*/ 488000 w 4954903"/>
                <a:gd name="connsiteY2264" fmla="*/ 1146354 h 4882701"/>
                <a:gd name="connsiteX2265" fmla="*/ 473059 w 4954903"/>
                <a:gd name="connsiteY2265" fmla="*/ 1169144 h 4882701"/>
                <a:gd name="connsiteX2266" fmla="*/ 374301 w 4954903"/>
                <a:gd name="connsiteY2266" fmla="*/ 1179526 h 4882701"/>
                <a:gd name="connsiteX2267" fmla="*/ 380632 w 4954903"/>
                <a:gd name="connsiteY2267" fmla="*/ 1167118 h 4882701"/>
                <a:gd name="connsiteX2268" fmla="*/ 380379 w 4954903"/>
                <a:gd name="connsiteY2268" fmla="*/ 1167118 h 4882701"/>
                <a:gd name="connsiteX2269" fmla="*/ 365945 w 4954903"/>
                <a:gd name="connsiteY2269" fmla="*/ 1190921 h 4882701"/>
                <a:gd name="connsiteX2270" fmla="*/ 374301 w 4954903"/>
                <a:gd name="connsiteY2270" fmla="*/ 1179526 h 4882701"/>
                <a:gd name="connsiteX2271" fmla="*/ 362146 w 4954903"/>
                <a:gd name="connsiteY2271" fmla="*/ 1185097 h 4882701"/>
                <a:gd name="connsiteX2272" fmla="*/ 369237 w 4954903"/>
                <a:gd name="connsiteY2272" fmla="*/ 1172689 h 4882701"/>
                <a:gd name="connsiteX2273" fmla="*/ 354803 w 4954903"/>
                <a:gd name="connsiteY2273" fmla="*/ 1196492 h 4882701"/>
                <a:gd name="connsiteX2274" fmla="*/ 362146 w 4954903"/>
                <a:gd name="connsiteY2274" fmla="*/ 1185097 h 4882701"/>
                <a:gd name="connsiteX2275" fmla="*/ 365691 w 4954903"/>
                <a:gd name="connsiteY2275" fmla="*/ 1175728 h 4882701"/>
                <a:gd name="connsiteX2276" fmla="*/ 351258 w 4954903"/>
                <a:gd name="connsiteY2276" fmla="*/ 1199531 h 4882701"/>
                <a:gd name="connsiteX2277" fmla="*/ 358348 w 4954903"/>
                <a:gd name="connsiteY2277" fmla="*/ 1188136 h 4882701"/>
                <a:gd name="connsiteX2278" fmla="*/ 365691 w 4954903"/>
                <a:gd name="connsiteY2278" fmla="*/ 1175728 h 4882701"/>
                <a:gd name="connsiteX2279" fmla="*/ 3136489 w 4954903"/>
                <a:gd name="connsiteY2279" fmla="*/ 1080008 h 4882701"/>
                <a:gd name="connsiteX2280" fmla="*/ 3135223 w 4954903"/>
                <a:gd name="connsiteY2280" fmla="*/ 1080008 h 4882701"/>
                <a:gd name="connsiteX2281" fmla="*/ 3130918 w 4954903"/>
                <a:gd name="connsiteY2281" fmla="*/ 1099253 h 4882701"/>
                <a:gd name="connsiteX2282" fmla="*/ 3151176 w 4954903"/>
                <a:gd name="connsiteY2282" fmla="*/ 1092923 h 4882701"/>
                <a:gd name="connsiteX2283" fmla="*/ 3136489 w 4954903"/>
                <a:gd name="connsiteY2283" fmla="*/ 1080008 h 4882701"/>
                <a:gd name="connsiteX2284" fmla="*/ 2676884 w 4954903"/>
                <a:gd name="connsiteY2284" fmla="*/ 1084313 h 4882701"/>
                <a:gd name="connsiteX2285" fmla="*/ 2700941 w 4954903"/>
                <a:gd name="connsiteY2285" fmla="*/ 1079502 h 4882701"/>
                <a:gd name="connsiteX2286" fmla="*/ 2687266 w 4954903"/>
                <a:gd name="connsiteY2286" fmla="*/ 1066587 h 4882701"/>
                <a:gd name="connsiteX2287" fmla="*/ 2676884 w 4954903"/>
                <a:gd name="connsiteY2287" fmla="*/ 1084313 h 4882701"/>
                <a:gd name="connsiteX2288" fmla="*/ 2642699 w 4954903"/>
                <a:gd name="connsiteY2288" fmla="*/ 1078236 h 4882701"/>
                <a:gd name="connsiteX2289" fmla="*/ 2629278 w 4954903"/>
                <a:gd name="connsiteY2289" fmla="*/ 1065321 h 4882701"/>
                <a:gd name="connsiteX2290" fmla="*/ 2618389 w 4954903"/>
                <a:gd name="connsiteY2290" fmla="*/ 1082794 h 4882701"/>
                <a:gd name="connsiteX2291" fmla="*/ 2642699 w 4954903"/>
                <a:gd name="connsiteY2291" fmla="*/ 1078236 h 4882701"/>
                <a:gd name="connsiteX2292" fmla="*/ 2168660 w 4954903"/>
                <a:gd name="connsiteY2292" fmla="*/ 1070132 h 4882701"/>
                <a:gd name="connsiteX2293" fmla="*/ 2156505 w 4954903"/>
                <a:gd name="connsiteY2293" fmla="*/ 1057471 h 4882701"/>
                <a:gd name="connsiteX2294" fmla="*/ 2142831 w 4954903"/>
                <a:gd name="connsiteY2294" fmla="*/ 1075197 h 4882701"/>
                <a:gd name="connsiteX2295" fmla="*/ 2168660 w 4954903"/>
                <a:gd name="connsiteY2295" fmla="*/ 1070132 h 4882701"/>
                <a:gd name="connsiteX2296" fmla="*/ 1300601 w 4954903"/>
                <a:gd name="connsiteY2296" fmla="*/ 1071145 h 4882701"/>
                <a:gd name="connsiteX2297" fmla="*/ 1294777 w 4954903"/>
                <a:gd name="connsiteY2297" fmla="*/ 1058737 h 4882701"/>
                <a:gd name="connsiteX2298" fmla="*/ 1279330 w 4954903"/>
                <a:gd name="connsiteY2298" fmla="*/ 1077476 h 4882701"/>
                <a:gd name="connsiteX2299" fmla="*/ 1300601 w 4954903"/>
                <a:gd name="connsiteY2299" fmla="*/ 1071145 h 4882701"/>
                <a:gd name="connsiteX2300" fmla="*/ 1077509 w 4954903"/>
                <a:gd name="connsiteY2300" fmla="*/ 1075703 h 4882701"/>
                <a:gd name="connsiteX2301" fmla="*/ 1073711 w 4954903"/>
                <a:gd name="connsiteY2301" fmla="*/ 1063295 h 4882701"/>
                <a:gd name="connsiteX2302" fmla="*/ 1058011 w 4954903"/>
                <a:gd name="connsiteY2302" fmla="*/ 1083047 h 4882701"/>
                <a:gd name="connsiteX2303" fmla="*/ 1077509 w 4954903"/>
                <a:gd name="connsiteY2303" fmla="*/ 1075703 h 4882701"/>
                <a:gd name="connsiteX2304" fmla="*/ 685516 w 4954903"/>
                <a:gd name="connsiteY2304" fmla="*/ 1092670 h 4882701"/>
                <a:gd name="connsiteX2305" fmla="*/ 686022 w 4954903"/>
                <a:gd name="connsiteY2305" fmla="*/ 1080515 h 4882701"/>
                <a:gd name="connsiteX2306" fmla="*/ 670575 w 4954903"/>
                <a:gd name="connsiteY2306" fmla="*/ 1101786 h 4882701"/>
                <a:gd name="connsiteX2307" fmla="*/ 685516 w 4954903"/>
                <a:gd name="connsiteY2307" fmla="*/ 1092670 h 4882701"/>
                <a:gd name="connsiteX2308" fmla="*/ 503193 w 4954903"/>
                <a:gd name="connsiteY2308" fmla="*/ 1117992 h 4882701"/>
                <a:gd name="connsiteX2309" fmla="*/ 515095 w 4954903"/>
                <a:gd name="connsiteY2309" fmla="*/ 1107610 h 4882701"/>
                <a:gd name="connsiteX2310" fmla="*/ 518387 w 4954903"/>
                <a:gd name="connsiteY2310" fmla="*/ 1095455 h 4882701"/>
                <a:gd name="connsiteX2311" fmla="*/ 503193 w 4954903"/>
                <a:gd name="connsiteY2311" fmla="*/ 1117992 h 4882701"/>
                <a:gd name="connsiteX2312" fmla="*/ 3231955 w 4954903"/>
                <a:gd name="connsiteY2312" fmla="*/ 1034428 h 4882701"/>
                <a:gd name="connsiteX2313" fmla="*/ 3228917 w 4954903"/>
                <a:gd name="connsiteY2313" fmla="*/ 1053420 h 4882701"/>
                <a:gd name="connsiteX2314" fmla="*/ 3247908 w 4954903"/>
                <a:gd name="connsiteY2314" fmla="*/ 1047342 h 4882701"/>
                <a:gd name="connsiteX2315" fmla="*/ 3233221 w 4954903"/>
                <a:gd name="connsiteY2315" fmla="*/ 1034428 h 4882701"/>
                <a:gd name="connsiteX2316" fmla="*/ 3231955 w 4954903"/>
                <a:gd name="connsiteY2316" fmla="*/ 1034428 h 4882701"/>
                <a:gd name="connsiteX2317" fmla="*/ 3178271 w 4954903"/>
                <a:gd name="connsiteY2317" fmla="*/ 1032402 h 4882701"/>
                <a:gd name="connsiteX2318" fmla="*/ 3175739 w 4954903"/>
                <a:gd name="connsiteY2318" fmla="*/ 1051141 h 4882701"/>
                <a:gd name="connsiteX2319" fmla="*/ 3194984 w 4954903"/>
                <a:gd name="connsiteY2319" fmla="*/ 1045063 h 4882701"/>
                <a:gd name="connsiteX2320" fmla="*/ 3180550 w 4954903"/>
                <a:gd name="connsiteY2320" fmla="*/ 1032149 h 4882701"/>
                <a:gd name="connsiteX2321" fmla="*/ 3178271 w 4954903"/>
                <a:gd name="connsiteY2321" fmla="*/ 1032402 h 4882701"/>
                <a:gd name="connsiteX2322" fmla="*/ 3126360 w 4954903"/>
                <a:gd name="connsiteY2322" fmla="*/ 1030376 h 4882701"/>
                <a:gd name="connsiteX2323" fmla="*/ 3122308 w 4954903"/>
                <a:gd name="connsiteY2323" fmla="*/ 1049368 h 4882701"/>
                <a:gd name="connsiteX2324" fmla="*/ 3142060 w 4954903"/>
                <a:gd name="connsiteY2324" fmla="*/ 1043291 h 4882701"/>
                <a:gd name="connsiteX2325" fmla="*/ 3127373 w 4954903"/>
                <a:gd name="connsiteY2325" fmla="*/ 1030376 h 4882701"/>
                <a:gd name="connsiteX2326" fmla="*/ 3126360 w 4954903"/>
                <a:gd name="connsiteY2326" fmla="*/ 1030376 h 4882701"/>
                <a:gd name="connsiteX2327" fmla="*/ 3073942 w 4954903"/>
                <a:gd name="connsiteY2327" fmla="*/ 1028603 h 4882701"/>
                <a:gd name="connsiteX2328" fmla="*/ 3072676 w 4954903"/>
                <a:gd name="connsiteY2328" fmla="*/ 1028603 h 4882701"/>
                <a:gd name="connsiteX2329" fmla="*/ 3067358 w 4954903"/>
                <a:gd name="connsiteY2329" fmla="*/ 1046583 h 4882701"/>
                <a:gd name="connsiteX2330" fmla="*/ 3088123 w 4954903"/>
                <a:gd name="connsiteY2330" fmla="*/ 1041265 h 4882701"/>
                <a:gd name="connsiteX2331" fmla="*/ 3073942 w 4954903"/>
                <a:gd name="connsiteY2331" fmla="*/ 1028603 h 4882701"/>
                <a:gd name="connsiteX2332" fmla="*/ 2732341 w 4954903"/>
                <a:gd name="connsiteY2332" fmla="*/ 1035947 h 4882701"/>
                <a:gd name="connsiteX2333" fmla="*/ 2755891 w 4954903"/>
                <a:gd name="connsiteY2333" fmla="*/ 1031389 h 4882701"/>
                <a:gd name="connsiteX2334" fmla="*/ 2742216 w 4954903"/>
                <a:gd name="connsiteY2334" fmla="*/ 1018728 h 4882701"/>
                <a:gd name="connsiteX2335" fmla="*/ 2732341 w 4954903"/>
                <a:gd name="connsiteY2335" fmla="*/ 1035947 h 4882701"/>
                <a:gd name="connsiteX2336" fmla="*/ 2628265 w 4954903"/>
                <a:gd name="connsiteY2336" fmla="*/ 1015942 h 4882701"/>
                <a:gd name="connsiteX2337" fmla="*/ 2617629 w 4954903"/>
                <a:gd name="connsiteY2337" fmla="*/ 1033162 h 4882701"/>
                <a:gd name="connsiteX2338" fmla="*/ 2641686 w 4954903"/>
                <a:gd name="connsiteY2338" fmla="*/ 1028603 h 4882701"/>
                <a:gd name="connsiteX2339" fmla="*/ 2628265 w 4954903"/>
                <a:gd name="connsiteY2339" fmla="*/ 1015942 h 4882701"/>
                <a:gd name="connsiteX2340" fmla="*/ 1360869 w 4954903"/>
                <a:gd name="connsiteY2340" fmla="*/ 1008599 h 4882701"/>
                <a:gd name="connsiteX2341" fmla="*/ 1345422 w 4954903"/>
                <a:gd name="connsiteY2341" fmla="*/ 1027084 h 4882701"/>
                <a:gd name="connsiteX2342" fmla="*/ 1366947 w 4954903"/>
                <a:gd name="connsiteY2342" fmla="*/ 1020753 h 4882701"/>
                <a:gd name="connsiteX2343" fmla="*/ 1360869 w 4954903"/>
                <a:gd name="connsiteY2343" fmla="*/ 1008599 h 4882701"/>
                <a:gd name="connsiteX2344" fmla="*/ 1097008 w 4954903"/>
                <a:gd name="connsiteY2344" fmla="*/ 1014170 h 4882701"/>
                <a:gd name="connsiteX2345" fmla="*/ 1080801 w 4954903"/>
                <a:gd name="connsiteY2345" fmla="*/ 1032655 h 4882701"/>
                <a:gd name="connsiteX2346" fmla="*/ 1100300 w 4954903"/>
                <a:gd name="connsiteY2346" fmla="*/ 1026324 h 4882701"/>
                <a:gd name="connsiteX2347" fmla="*/ 1097008 w 4954903"/>
                <a:gd name="connsiteY2347" fmla="*/ 1014170 h 4882701"/>
                <a:gd name="connsiteX2348" fmla="*/ 1059530 w 4954903"/>
                <a:gd name="connsiteY2348" fmla="*/ 1027337 h 4882701"/>
                <a:gd name="connsiteX2349" fmla="*/ 1056238 w 4954903"/>
                <a:gd name="connsiteY2349" fmla="*/ 1015182 h 4882701"/>
                <a:gd name="connsiteX2350" fmla="*/ 1040538 w 4954903"/>
                <a:gd name="connsiteY2350" fmla="*/ 1034428 h 4882701"/>
                <a:gd name="connsiteX2351" fmla="*/ 1059530 w 4954903"/>
                <a:gd name="connsiteY2351" fmla="*/ 1027337 h 4882701"/>
                <a:gd name="connsiteX2352" fmla="*/ 714130 w 4954903"/>
                <a:gd name="connsiteY2352" fmla="*/ 1042784 h 4882701"/>
                <a:gd name="connsiteX2353" fmla="*/ 715143 w 4954903"/>
                <a:gd name="connsiteY2353" fmla="*/ 1030882 h 4882701"/>
                <a:gd name="connsiteX2354" fmla="*/ 699190 w 4954903"/>
                <a:gd name="connsiteY2354" fmla="*/ 1051647 h 4882701"/>
                <a:gd name="connsiteX2355" fmla="*/ 714130 w 4954903"/>
                <a:gd name="connsiteY2355" fmla="*/ 1042784 h 4882701"/>
                <a:gd name="connsiteX2356" fmla="*/ 439127 w 4954903"/>
                <a:gd name="connsiteY2356" fmla="*/ 1077983 h 4882701"/>
                <a:gd name="connsiteX2357" fmla="*/ 446217 w 4954903"/>
                <a:gd name="connsiteY2357" fmla="*/ 1066081 h 4882701"/>
                <a:gd name="connsiteX2358" fmla="*/ 446217 w 4954903"/>
                <a:gd name="connsiteY2358" fmla="*/ 1066081 h 4882701"/>
                <a:gd name="connsiteX2359" fmla="*/ 430771 w 4954903"/>
                <a:gd name="connsiteY2359" fmla="*/ 1088871 h 4882701"/>
                <a:gd name="connsiteX2360" fmla="*/ 439127 w 4954903"/>
                <a:gd name="connsiteY2360" fmla="*/ 1077983 h 4882701"/>
                <a:gd name="connsiteX2361" fmla="*/ 424440 w 4954903"/>
                <a:gd name="connsiteY2361" fmla="*/ 1091403 h 4882701"/>
                <a:gd name="connsiteX2362" fmla="*/ 432543 w 4954903"/>
                <a:gd name="connsiteY2362" fmla="*/ 1080515 h 4882701"/>
                <a:gd name="connsiteX2363" fmla="*/ 439887 w 4954903"/>
                <a:gd name="connsiteY2363" fmla="*/ 1068613 h 4882701"/>
                <a:gd name="connsiteX2364" fmla="*/ 439887 w 4954903"/>
                <a:gd name="connsiteY2364" fmla="*/ 1068613 h 4882701"/>
                <a:gd name="connsiteX2365" fmla="*/ 424440 w 4954903"/>
                <a:gd name="connsiteY2365" fmla="*/ 1091403 h 4882701"/>
                <a:gd name="connsiteX2366" fmla="*/ 424440 w 4954903"/>
                <a:gd name="connsiteY2366" fmla="*/ 1091403 h 4882701"/>
                <a:gd name="connsiteX2367" fmla="*/ 427479 w 4954903"/>
                <a:gd name="connsiteY2367" fmla="*/ 1083554 h 4882701"/>
                <a:gd name="connsiteX2368" fmla="*/ 435075 w 4954903"/>
                <a:gd name="connsiteY2368" fmla="*/ 1071652 h 4882701"/>
                <a:gd name="connsiteX2369" fmla="*/ 419629 w 4954903"/>
                <a:gd name="connsiteY2369" fmla="*/ 1094442 h 4882701"/>
                <a:gd name="connsiteX2370" fmla="*/ 427479 w 4954903"/>
                <a:gd name="connsiteY2370" fmla="*/ 1083554 h 4882701"/>
                <a:gd name="connsiteX2371" fmla="*/ 3221066 w 4954903"/>
                <a:gd name="connsiteY2371" fmla="*/ 985555 h 4882701"/>
                <a:gd name="connsiteX2372" fmla="*/ 3218281 w 4954903"/>
                <a:gd name="connsiteY2372" fmla="*/ 1004041 h 4882701"/>
                <a:gd name="connsiteX2373" fmla="*/ 3236766 w 4954903"/>
                <a:gd name="connsiteY2373" fmla="*/ 998216 h 4882701"/>
                <a:gd name="connsiteX2374" fmla="*/ 3222333 w 4954903"/>
                <a:gd name="connsiteY2374" fmla="*/ 985555 h 4882701"/>
                <a:gd name="connsiteX2375" fmla="*/ 3221066 w 4954903"/>
                <a:gd name="connsiteY2375" fmla="*/ 985555 h 4882701"/>
                <a:gd name="connsiteX2376" fmla="*/ 3065586 w 4954903"/>
                <a:gd name="connsiteY2376" fmla="*/ 979984 h 4882701"/>
                <a:gd name="connsiteX2377" fmla="*/ 3064320 w 4954903"/>
                <a:gd name="connsiteY2377" fmla="*/ 979984 h 4882701"/>
                <a:gd name="connsiteX2378" fmla="*/ 3060268 w 4954903"/>
                <a:gd name="connsiteY2378" fmla="*/ 998470 h 4882701"/>
                <a:gd name="connsiteX2379" fmla="*/ 3079766 w 4954903"/>
                <a:gd name="connsiteY2379" fmla="*/ 992392 h 4882701"/>
                <a:gd name="connsiteX2380" fmla="*/ 3065586 w 4954903"/>
                <a:gd name="connsiteY2380" fmla="*/ 979984 h 4882701"/>
                <a:gd name="connsiteX2381" fmla="*/ 2958471 w 4954903"/>
                <a:gd name="connsiteY2381" fmla="*/ 976439 h 4882701"/>
                <a:gd name="connsiteX2382" fmla="*/ 2957205 w 4954903"/>
                <a:gd name="connsiteY2382" fmla="*/ 976439 h 4882701"/>
                <a:gd name="connsiteX2383" fmla="*/ 2951381 w 4954903"/>
                <a:gd name="connsiteY2383" fmla="*/ 994165 h 4882701"/>
                <a:gd name="connsiteX2384" fmla="*/ 2972652 w 4954903"/>
                <a:gd name="connsiteY2384" fmla="*/ 988847 h 4882701"/>
                <a:gd name="connsiteX2385" fmla="*/ 2958471 w 4954903"/>
                <a:gd name="connsiteY2385" fmla="*/ 976439 h 4882701"/>
                <a:gd name="connsiteX2386" fmla="*/ 2683468 w 4954903"/>
                <a:gd name="connsiteY2386" fmla="*/ 968842 h 4882701"/>
                <a:gd name="connsiteX2387" fmla="*/ 2673592 w 4954903"/>
                <a:gd name="connsiteY2387" fmla="*/ 985808 h 4882701"/>
                <a:gd name="connsiteX2388" fmla="*/ 2696889 w 4954903"/>
                <a:gd name="connsiteY2388" fmla="*/ 981250 h 4882701"/>
                <a:gd name="connsiteX2389" fmla="*/ 2683468 w 4954903"/>
                <a:gd name="connsiteY2389" fmla="*/ 968842 h 4882701"/>
                <a:gd name="connsiteX2390" fmla="*/ 2627252 w 4954903"/>
                <a:gd name="connsiteY2390" fmla="*/ 967576 h 4882701"/>
                <a:gd name="connsiteX2391" fmla="*/ 2616869 w 4954903"/>
                <a:gd name="connsiteY2391" fmla="*/ 984542 h 4882701"/>
                <a:gd name="connsiteX2392" fmla="*/ 2640419 w 4954903"/>
                <a:gd name="connsiteY2392" fmla="*/ 979984 h 4882701"/>
                <a:gd name="connsiteX2393" fmla="*/ 2627252 w 4954903"/>
                <a:gd name="connsiteY2393" fmla="*/ 967576 h 4882701"/>
                <a:gd name="connsiteX2394" fmla="*/ 2296792 w 4954903"/>
                <a:gd name="connsiteY2394" fmla="*/ 973653 h 4882701"/>
                <a:gd name="connsiteX2395" fmla="*/ 2284891 w 4954903"/>
                <a:gd name="connsiteY2395" fmla="*/ 961499 h 4882701"/>
                <a:gd name="connsiteX2396" fmla="*/ 2272229 w 4954903"/>
                <a:gd name="connsiteY2396" fmla="*/ 978465 h 4882701"/>
                <a:gd name="connsiteX2397" fmla="*/ 2296792 w 4954903"/>
                <a:gd name="connsiteY2397" fmla="*/ 973653 h 4882701"/>
                <a:gd name="connsiteX2398" fmla="*/ 1386192 w 4954903"/>
                <a:gd name="connsiteY2398" fmla="*/ 972387 h 4882701"/>
                <a:gd name="connsiteX2399" fmla="*/ 1380368 w 4954903"/>
                <a:gd name="connsiteY2399" fmla="*/ 960486 h 4882701"/>
                <a:gd name="connsiteX2400" fmla="*/ 1364668 w 4954903"/>
                <a:gd name="connsiteY2400" fmla="*/ 978465 h 4882701"/>
                <a:gd name="connsiteX2401" fmla="*/ 1386192 w 4954903"/>
                <a:gd name="connsiteY2401" fmla="*/ 972387 h 4882701"/>
                <a:gd name="connsiteX2402" fmla="*/ 1165126 w 4954903"/>
                <a:gd name="connsiteY2402" fmla="*/ 976439 h 4882701"/>
                <a:gd name="connsiteX2403" fmla="*/ 1161580 w 4954903"/>
                <a:gd name="connsiteY2403" fmla="*/ 964537 h 4882701"/>
                <a:gd name="connsiteX2404" fmla="*/ 1145374 w 4954903"/>
                <a:gd name="connsiteY2404" fmla="*/ 982770 h 4882701"/>
                <a:gd name="connsiteX2405" fmla="*/ 1165126 w 4954903"/>
                <a:gd name="connsiteY2405" fmla="*/ 976439 h 4882701"/>
                <a:gd name="connsiteX2406" fmla="*/ 1123850 w 4954903"/>
                <a:gd name="connsiteY2406" fmla="*/ 977452 h 4882701"/>
                <a:gd name="connsiteX2407" fmla="*/ 1120811 w 4954903"/>
                <a:gd name="connsiteY2407" fmla="*/ 965550 h 4882701"/>
                <a:gd name="connsiteX2408" fmla="*/ 1104605 w 4954903"/>
                <a:gd name="connsiteY2408" fmla="*/ 983782 h 4882701"/>
                <a:gd name="connsiteX2409" fmla="*/ 1123850 w 4954903"/>
                <a:gd name="connsiteY2409" fmla="*/ 977452 h 4882701"/>
                <a:gd name="connsiteX2410" fmla="*/ 1083840 w 4954903"/>
                <a:gd name="connsiteY2410" fmla="*/ 978718 h 4882701"/>
                <a:gd name="connsiteX2411" fmla="*/ 1081055 w 4954903"/>
                <a:gd name="connsiteY2411" fmla="*/ 966816 h 4882701"/>
                <a:gd name="connsiteX2412" fmla="*/ 1065101 w 4954903"/>
                <a:gd name="connsiteY2412" fmla="*/ 985808 h 4882701"/>
                <a:gd name="connsiteX2413" fmla="*/ 1083840 w 4954903"/>
                <a:gd name="connsiteY2413" fmla="*/ 978718 h 4882701"/>
                <a:gd name="connsiteX2414" fmla="*/ 802506 w 4954903"/>
                <a:gd name="connsiteY2414" fmla="*/ 990366 h 4882701"/>
                <a:gd name="connsiteX2415" fmla="*/ 803013 w 4954903"/>
                <a:gd name="connsiteY2415" fmla="*/ 978718 h 4882701"/>
                <a:gd name="connsiteX2416" fmla="*/ 786806 w 4954903"/>
                <a:gd name="connsiteY2416" fmla="*/ 998470 h 4882701"/>
                <a:gd name="connsiteX2417" fmla="*/ 802506 w 4954903"/>
                <a:gd name="connsiteY2417" fmla="*/ 990366 h 4882701"/>
                <a:gd name="connsiteX2418" fmla="*/ 772625 w 4954903"/>
                <a:gd name="connsiteY2418" fmla="*/ 992139 h 4882701"/>
                <a:gd name="connsiteX2419" fmla="*/ 773638 w 4954903"/>
                <a:gd name="connsiteY2419" fmla="*/ 980491 h 4882701"/>
                <a:gd name="connsiteX2420" fmla="*/ 757179 w 4954903"/>
                <a:gd name="connsiteY2420" fmla="*/ 1000242 h 4882701"/>
                <a:gd name="connsiteX2421" fmla="*/ 772625 w 4954903"/>
                <a:gd name="connsiteY2421" fmla="*/ 992139 h 4882701"/>
                <a:gd name="connsiteX2422" fmla="*/ 560929 w 4954903"/>
                <a:gd name="connsiteY2422" fmla="*/ 1010624 h 4882701"/>
                <a:gd name="connsiteX2423" fmla="*/ 565487 w 4954903"/>
                <a:gd name="connsiteY2423" fmla="*/ 998976 h 4882701"/>
                <a:gd name="connsiteX2424" fmla="*/ 549280 w 4954903"/>
                <a:gd name="connsiteY2424" fmla="*/ 1020500 h 4882701"/>
                <a:gd name="connsiteX2425" fmla="*/ 560929 w 4954903"/>
                <a:gd name="connsiteY2425" fmla="*/ 1010624 h 4882701"/>
                <a:gd name="connsiteX2426" fmla="*/ 472300 w 4954903"/>
                <a:gd name="connsiteY2426" fmla="*/ 1036453 h 4882701"/>
                <a:gd name="connsiteX2427" fmla="*/ 481416 w 4954903"/>
                <a:gd name="connsiteY2427" fmla="*/ 1025818 h 4882701"/>
                <a:gd name="connsiteX2428" fmla="*/ 488253 w 4954903"/>
                <a:gd name="connsiteY2428" fmla="*/ 1014170 h 4882701"/>
                <a:gd name="connsiteX2429" fmla="*/ 488000 w 4954903"/>
                <a:gd name="connsiteY2429" fmla="*/ 1014170 h 4882701"/>
                <a:gd name="connsiteX2430" fmla="*/ 472300 w 4954903"/>
                <a:gd name="connsiteY2430" fmla="*/ 1036453 h 4882701"/>
                <a:gd name="connsiteX2431" fmla="*/ 461917 w 4954903"/>
                <a:gd name="connsiteY2431" fmla="*/ 1033921 h 4882701"/>
                <a:gd name="connsiteX2432" fmla="*/ 469767 w 4954903"/>
                <a:gd name="connsiteY2432" fmla="*/ 1022273 h 4882701"/>
                <a:gd name="connsiteX2433" fmla="*/ 453814 w 4954903"/>
                <a:gd name="connsiteY2433" fmla="*/ 1044557 h 4882701"/>
                <a:gd name="connsiteX2434" fmla="*/ 461917 w 4954903"/>
                <a:gd name="connsiteY2434" fmla="*/ 1033921 h 4882701"/>
                <a:gd name="connsiteX2435" fmla="*/ 4101786 w 4954903"/>
                <a:gd name="connsiteY2435" fmla="*/ 989353 h 4882701"/>
                <a:gd name="connsiteX2436" fmla="*/ 4114701 w 4954903"/>
                <a:gd name="connsiteY2436" fmla="*/ 1010878 h 4882701"/>
                <a:gd name="connsiteX2437" fmla="*/ 4118246 w 4954903"/>
                <a:gd name="connsiteY2437" fmla="*/ 1002015 h 4882701"/>
                <a:gd name="connsiteX2438" fmla="*/ 4103812 w 4954903"/>
                <a:gd name="connsiteY2438" fmla="*/ 989100 h 4882701"/>
                <a:gd name="connsiteX2439" fmla="*/ 4101786 w 4954903"/>
                <a:gd name="connsiteY2439" fmla="*/ 989353 h 4882701"/>
                <a:gd name="connsiteX2440" fmla="*/ 4068613 w 4954903"/>
                <a:gd name="connsiteY2440" fmla="*/ 986568 h 4882701"/>
                <a:gd name="connsiteX2441" fmla="*/ 4081275 w 4954903"/>
                <a:gd name="connsiteY2441" fmla="*/ 1008092 h 4882701"/>
                <a:gd name="connsiteX2442" fmla="*/ 4085326 w 4954903"/>
                <a:gd name="connsiteY2442" fmla="*/ 999229 h 4882701"/>
                <a:gd name="connsiteX2443" fmla="*/ 4070892 w 4954903"/>
                <a:gd name="connsiteY2443" fmla="*/ 986315 h 4882701"/>
                <a:gd name="connsiteX2444" fmla="*/ 4068613 w 4954903"/>
                <a:gd name="connsiteY2444" fmla="*/ 986568 h 4882701"/>
                <a:gd name="connsiteX2445" fmla="*/ 4034175 w 4954903"/>
                <a:gd name="connsiteY2445" fmla="*/ 983782 h 4882701"/>
                <a:gd name="connsiteX2446" fmla="*/ 4046583 w 4954903"/>
                <a:gd name="connsiteY2446" fmla="*/ 1005307 h 4882701"/>
                <a:gd name="connsiteX2447" fmla="*/ 4051141 w 4954903"/>
                <a:gd name="connsiteY2447" fmla="*/ 996444 h 4882701"/>
                <a:gd name="connsiteX2448" fmla="*/ 4036454 w 4954903"/>
                <a:gd name="connsiteY2448" fmla="*/ 983529 h 4882701"/>
                <a:gd name="connsiteX2449" fmla="*/ 4034175 w 4954903"/>
                <a:gd name="connsiteY2449" fmla="*/ 983782 h 4882701"/>
                <a:gd name="connsiteX2450" fmla="*/ 3357302 w 4954903"/>
                <a:gd name="connsiteY2450" fmla="*/ 943773 h 4882701"/>
                <a:gd name="connsiteX2451" fmla="*/ 3358062 w 4954903"/>
                <a:gd name="connsiteY2451" fmla="*/ 962765 h 4882701"/>
                <a:gd name="connsiteX2452" fmla="*/ 3374268 w 4954903"/>
                <a:gd name="connsiteY2452" fmla="*/ 956181 h 4882701"/>
                <a:gd name="connsiteX2453" fmla="*/ 3359581 w 4954903"/>
                <a:gd name="connsiteY2453" fmla="*/ 943520 h 4882701"/>
                <a:gd name="connsiteX2454" fmla="*/ 3357302 w 4954903"/>
                <a:gd name="connsiteY2454" fmla="*/ 943773 h 4882701"/>
                <a:gd name="connsiteX2455" fmla="*/ 3310455 w 4954903"/>
                <a:gd name="connsiteY2455" fmla="*/ 941747 h 4882701"/>
                <a:gd name="connsiteX2456" fmla="*/ 3308176 w 4954903"/>
                <a:gd name="connsiteY2456" fmla="*/ 942000 h 4882701"/>
                <a:gd name="connsiteX2457" fmla="*/ 3308683 w 4954903"/>
                <a:gd name="connsiteY2457" fmla="*/ 960992 h 4882701"/>
                <a:gd name="connsiteX2458" fmla="*/ 3325142 w 4954903"/>
                <a:gd name="connsiteY2458" fmla="*/ 954408 h 4882701"/>
                <a:gd name="connsiteX2459" fmla="*/ 3310455 w 4954903"/>
                <a:gd name="connsiteY2459" fmla="*/ 941747 h 4882701"/>
                <a:gd name="connsiteX2460" fmla="*/ 3275763 w 4954903"/>
                <a:gd name="connsiteY2460" fmla="*/ 952129 h 4882701"/>
                <a:gd name="connsiteX2461" fmla="*/ 3261076 w 4954903"/>
                <a:gd name="connsiteY2461" fmla="*/ 939468 h 4882701"/>
                <a:gd name="connsiteX2462" fmla="*/ 3258797 w 4954903"/>
                <a:gd name="connsiteY2462" fmla="*/ 939721 h 4882701"/>
                <a:gd name="connsiteX2463" fmla="*/ 3258797 w 4954903"/>
                <a:gd name="connsiteY2463" fmla="*/ 958713 h 4882701"/>
                <a:gd name="connsiteX2464" fmla="*/ 3275763 w 4954903"/>
                <a:gd name="connsiteY2464" fmla="*/ 952129 h 4882701"/>
                <a:gd name="connsiteX2465" fmla="*/ 3107368 w 4954903"/>
                <a:gd name="connsiteY2465" fmla="*/ 933897 h 4882701"/>
                <a:gd name="connsiteX2466" fmla="*/ 3104076 w 4954903"/>
                <a:gd name="connsiteY2466" fmla="*/ 952129 h 4882701"/>
                <a:gd name="connsiteX2467" fmla="*/ 3123068 w 4954903"/>
                <a:gd name="connsiteY2467" fmla="*/ 946305 h 4882701"/>
                <a:gd name="connsiteX2468" fmla="*/ 3108634 w 4954903"/>
                <a:gd name="connsiteY2468" fmla="*/ 933897 h 4882701"/>
                <a:gd name="connsiteX2469" fmla="*/ 3107368 w 4954903"/>
                <a:gd name="connsiteY2469" fmla="*/ 933897 h 4882701"/>
                <a:gd name="connsiteX2470" fmla="*/ 3055710 w 4954903"/>
                <a:gd name="connsiteY2470" fmla="*/ 932124 h 4882701"/>
                <a:gd name="connsiteX2471" fmla="*/ 3051911 w 4954903"/>
                <a:gd name="connsiteY2471" fmla="*/ 950357 h 4882701"/>
                <a:gd name="connsiteX2472" fmla="*/ 3071157 w 4954903"/>
                <a:gd name="connsiteY2472" fmla="*/ 944532 h 4882701"/>
                <a:gd name="connsiteX2473" fmla="*/ 3056976 w 4954903"/>
                <a:gd name="connsiteY2473" fmla="*/ 932124 h 4882701"/>
                <a:gd name="connsiteX2474" fmla="*/ 3055710 w 4954903"/>
                <a:gd name="connsiteY2474" fmla="*/ 932124 h 4882701"/>
                <a:gd name="connsiteX2475" fmla="*/ 3004558 w 4954903"/>
                <a:gd name="connsiteY2475" fmla="*/ 930352 h 4882701"/>
                <a:gd name="connsiteX2476" fmla="*/ 3003292 w 4954903"/>
                <a:gd name="connsiteY2476" fmla="*/ 930352 h 4882701"/>
                <a:gd name="connsiteX2477" fmla="*/ 2997974 w 4954903"/>
                <a:gd name="connsiteY2477" fmla="*/ 947824 h 4882701"/>
                <a:gd name="connsiteX2478" fmla="*/ 3018486 w 4954903"/>
                <a:gd name="connsiteY2478" fmla="*/ 942760 h 4882701"/>
                <a:gd name="connsiteX2479" fmla="*/ 3004558 w 4954903"/>
                <a:gd name="connsiteY2479" fmla="*/ 930352 h 4882701"/>
                <a:gd name="connsiteX2480" fmla="*/ 2289702 w 4954903"/>
                <a:gd name="connsiteY2480" fmla="*/ 913892 h 4882701"/>
                <a:gd name="connsiteX2481" fmla="*/ 2277294 w 4954903"/>
                <a:gd name="connsiteY2481" fmla="*/ 930605 h 4882701"/>
                <a:gd name="connsiteX2482" fmla="*/ 2301603 w 4954903"/>
                <a:gd name="connsiteY2482" fmla="*/ 926047 h 4882701"/>
                <a:gd name="connsiteX2483" fmla="*/ 2289702 w 4954903"/>
                <a:gd name="connsiteY2483" fmla="*/ 913892 h 4882701"/>
                <a:gd name="connsiteX2484" fmla="*/ 1355805 w 4954903"/>
                <a:gd name="connsiteY2484" fmla="*/ 913639 h 4882701"/>
                <a:gd name="connsiteX2485" fmla="*/ 1339851 w 4954903"/>
                <a:gd name="connsiteY2485" fmla="*/ 931365 h 4882701"/>
                <a:gd name="connsiteX2486" fmla="*/ 1360616 w 4954903"/>
                <a:gd name="connsiteY2486" fmla="*/ 925287 h 4882701"/>
                <a:gd name="connsiteX2487" fmla="*/ 1355805 w 4954903"/>
                <a:gd name="connsiteY2487" fmla="*/ 913639 h 4882701"/>
                <a:gd name="connsiteX2488" fmla="*/ 1316301 w 4954903"/>
                <a:gd name="connsiteY2488" fmla="*/ 926047 h 4882701"/>
                <a:gd name="connsiteX2489" fmla="*/ 1311997 w 4954903"/>
                <a:gd name="connsiteY2489" fmla="*/ 914145 h 4882701"/>
                <a:gd name="connsiteX2490" fmla="*/ 1296043 w 4954903"/>
                <a:gd name="connsiteY2490" fmla="*/ 932124 h 4882701"/>
                <a:gd name="connsiteX2491" fmla="*/ 1316301 w 4954903"/>
                <a:gd name="connsiteY2491" fmla="*/ 926047 h 4882701"/>
                <a:gd name="connsiteX2492" fmla="*/ 1188676 w 4954903"/>
                <a:gd name="connsiteY2492" fmla="*/ 928832 h 4882701"/>
                <a:gd name="connsiteX2493" fmla="*/ 1185637 w 4954903"/>
                <a:gd name="connsiteY2493" fmla="*/ 917184 h 4882701"/>
                <a:gd name="connsiteX2494" fmla="*/ 1169177 w 4954903"/>
                <a:gd name="connsiteY2494" fmla="*/ 935163 h 4882701"/>
                <a:gd name="connsiteX2495" fmla="*/ 1188676 w 4954903"/>
                <a:gd name="connsiteY2495" fmla="*/ 928832 h 4882701"/>
                <a:gd name="connsiteX2496" fmla="*/ 1145627 w 4954903"/>
                <a:gd name="connsiteY2496" fmla="*/ 918197 h 4882701"/>
                <a:gd name="connsiteX2497" fmla="*/ 1129168 w 4954903"/>
                <a:gd name="connsiteY2497" fmla="*/ 936176 h 4882701"/>
                <a:gd name="connsiteX2498" fmla="*/ 1148413 w 4954903"/>
                <a:gd name="connsiteY2498" fmla="*/ 929845 h 4882701"/>
                <a:gd name="connsiteX2499" fmla="*/ 1145627 w 4954903"/>
                <a:gd name="connsiteY2499" fmla="*/ 918197 h 4882701"/>
                <a:gd name="connsiteX2500" fmla="*/ 894934 w 4954903"/>
                <a:gd name="connsiteY2500" fmla="*/ 927566 h 4882701"/>
                <a:gd name="connsiteX2501" fmla="*/ 878221 w 4954903"/>
                <a:gd name="connsiteY2501" fmla="*/ 947065 h 4882701"/>
                <a:gd name="connsiteX2502" fmla="*/ 894680 w 4954903"/>
                <a:gd name="connsiteY2502" fmla="*/ 939215 h 4882701"/>
                <a:gd name="connsiteX2503" fmla="*/ 894934 w 4954903"/>
                <a:gd name="connsiteY2503" fmla="*/ 927566 h 4882701"/>
                <a:gd name="connsiteX2504" fmla="*/ 863027 w 4954903"/>
                <a:gd name="connsiteY2504" fmla="*/ 940734 h 4882701"/>
                <a:gd name="connsiteX2505" fmla="*/ 863533 w 4954903"/>
                <a:gd name="connsiteY2505" fmla="*/ 929086 h 4882701"/>
                <a:gd name="connsiteX2506" fmla="*/ 846821 w 4954903"/>
                <a:gd name="connsiteY2506" fmla="*/ 948584 h 4882701"/>
                <a:gd name="connsiteX2507" fmla="*/ 863027 w 4954903"/>
                <a:gd name="connsiteY2507" fmla="*/ 940734 h 4882701"/>
                <a:gd name="connsiteX2508" fmla="*/ 832387 w 4954903"/>
                <a:gd name="connsiteY2508" fmla="*/ 942507 h 4882701"/>
                <a:gd name="connsiteX2509" fmla="*/ 833400 w 4954903"/>
                <a:gd name="connsiteY2509" fmla="*/ 930858 h 4882701"/>
                <a:gd name="connsiteX2510" fmla="*/ 816687 w 4954903"/>
                <a:gd name="connsiteY2510" fmla="*/ 950357 h 4882701"/>
                <a:gd name="connsiteX2511" fmla="*/ 832387 w 4954903"/>
                <a:gd name="connsiteY2511" fmla="*/ 942507 h 4882701"/>
                <a:gd name="connsiteX2512" fmla="*/ 594861 w 4954903"/>
                <a:gd name="connsiteY2512" fmla="*/ 962511 h 4882701"/>
                <a:gd name="connsiteX2513" fmla="*/ 599672 w 4954903"/>
                <a:gd name="connsiteY2513" fmla="*/ 950863 h 4882701"/>
                <a:gd name="connsiteX2514" fmla="*/ 582959 w 4954903"/>
                <a:gd name="connsiteY2514" fmla="*/ 972134 h 4882701"/>
                <a:gd name="connsiteX2515" fmla="*/ 594861 w 4954903"/>
                <a:gd name="connsiteY2515" fmla="*/ 962511 h 4882701"/>
                <a:gd name="connsiteX2516" fmla="*/ 516614 w 4954903"/>
                <a:gd name="connsiteY2516" fmla="*/ 985049 h 4882701"/>
                <a:gd name="connsiteX2517" fmla="*/ 526237 w 4954903"/>
                <a:gd name="connsiteY2517" fmla="*/ 974666 h 4882701"/>
                <a:gd name="connsiteX2518" fmla="*/ 533327 w 4954903"/>
                <a:gd name="connsiteY2518" fmla="*/ 963018 h 4882701"/>
                <a:gd name="connsiteX2519" fmla="*/ 533074 w 4954903"/>
                <a:gd name="connsiteY2519" fmla="*/ 963018 h 4882701"/>
                <a:gd name="connsiteX2520" fmla="*/ 516614 w 4954903"/>
                <a:gd name="connsiteY2520" fmla="*/ 985049 h 4882701"/>
                <a:gd name="connsiteX2521" fmla="*/ 516867 w 4954903"/>
                <a:gd name="connsiteY2521" fmla="*/ 977199 h 4882701"/>
                <a:gd name="connsiteX2522" fmla="*/ 524211 w 4954903"/>
                <a:gd name="connsiteY2522" fmla="*/ 965550 h 4882701"/>
                <a:gd name="connsiteX2523" fmla="*/ 523958 w 4954903"/>
                <a:gd name="connsiteY2523" fmla="*/ 965550 h 4882701"/>
                <a:gd name="connsiteX2524" fmla="*/ 507498 w 4954903"/>
                <a:gd name="connsiteY2524" fmla="*/ 987581 h 4882701"/>
                <a:gd name="connsiteX2525" fmla="*/ 516867 w 4954903"/>
                <a:gd name="connsiteY2525" fmla="*/ 977199 h 4882701"/>
                <a:gd name="connsiteX2526" fmla="*/ 497369 w 4954903"/>
                <a:gd name="connsiteY2526" fmla="*/ 985049 h 4882701"/>
                <a:gd name="connsiteX2527" fmla="*/ 505725 w 4954903"/>
                <a:gd name="connsiteY2527" fmla="*/ 973400 h 4882701"/>
                <a:gd name="connsiteX2528" fmla="*/ 489012 w 4954903"/>
                <a:gd name="connsiteY2528" fmla="*/ 995431 h 4882701"/>
                <a:gd name="connsiteX2529" fmla="*/ 497369 w 4954903"/>
                <a:gd name="connsiteY2529" fmla="*/ 985049 h 4882701"/>
                <a:gd name="connsiteX2530" fmla="*/ 4087099 w 4954903"/>
                <a:gd name="connsiteY2530" fmla="*/ 962765 h 4882701"/>
                <a:gd name="connsiteX2531" fmla="*/ 4090391 w 4954903"/>
                <a:gd name="connsiteY2531" fmla="*/ 953902 h 4882701"/>
                <a:gd name="connsiteX2532" fmla="*/ 4075957 w 4954903"/>
                <a:gd name="connsiteY2532" fmla="*/ 941240 h 4882701"/>
                <a:gd name="connsiteX2533" fmla="*/ 4074184 w 4954903"/>
                <a:gd name="connsiteY2533" fmla="*/ 941494 h 4882701"/>
                <a:gd name="connsiteX2534" fmla="*/ 4087099 w 4954903"/>
                <a:gd name="connsiteY2534" fmla="*/ 962765 h 4882701"/>
                <a:gd name="connsiteX2535" fmla="*/ 3454034 w 4954903"/>
                <a:gd name="connsiteY2535" fmla="*/ 913386 h 4882701"/>
                <a:gd name="connsiteX2536" fmla="*/ 3439094 w 4954903"/>
                <a:gd name="connsiteY2536" fmla="*/ 900978 h 4882701"/>
                <a:gd name="connsiteX2537" fmla="*/ 3436055 w 4954903"/>
                <a:gd name="connsiteY2537" fmla="*/ 901231 h 4882701"/>
                <a:gd name="connsiteX2538" fmla="*/ 3439854 w 4954903"/>
                <a:gd name="connsiteY2538" fmla="*/ 920223 h 4882701"/>
                <a:gd name="connsiteX2539" fmla="*/ 3454034 w 4954903"/>
                <a:gd name="connsiteY2539" fmla="*/ 913386 h 4882701"/>
                <a:gd name="connsiteX2540" fmla="*/ 3389462 w 4954903"/>
                <a:gd name="connsiteY2540" fmla="*/ 899205 h 4882701"/>
                <a:gd name="connsiteX2541" fmla="*/ 3393007 w 4954903"/>
                <a:gd name="connsiteY2541" fmla="*/ 918197 h 4882701"/>
                <a:gd name="connsiteX2542" fmla="*/ 3407188 w 4954903"/>
                <a:gd name="connsiteY2542" fmla="*/ 911107 h 4882701"/>
                <a:gd name="connsiteX2543" fmla="*/ 3392500 w 4954903"/>
                <a:gd name="connsiteY2543" fmla="*/ 898699 h 4882701"/>
                <a:gd name="connsiteX2544" fmla="*/ 3389462 w 4954903"/>
                <a:gd name="connsiteY2544" fmla="*/ 899205 h 4882701"/>
                <a:gd name="connsiteX2545" fmla="*/ 3343881 w 4954903"/>
                <a:gd name="connsiteY2545" fmla="*/ 915412 h 4882701"/>
                <a:gd name="connsiteX2546" fmla="*/ 3359581 w 4954903"/>
                <a:gd name="connsiteY2546" fmla="*/ 909081 h 4882701"/>
                <a:gd name="connsiteX2547" fmla="*/ 3344894 w 4954903"/>
                <a:gd name="connsiteY2547" fmla="*/ 896673 h 4882701"/>
                <a:gd name="connsiteX2548" fmla="*/ 3342868 w 4954903"/>
                <a:gd name="connsiteY2548" fmla="*/ 896673 h 4882701"/>
                <a:gd name="connsiteX2549" fmla="*/ 3343881 w 4954903"/>
                <a:gd name="connsiteY2549" fmla="*/ 915412 h 4882701"/>
                <a:gd name="connsiteX2550" fmla="*/ 3246136 w 4954903"/>
                <a:gd name="connsiteY2550" fmla="*/ 892874 h 4882701"/>
                <a:gd name="connsiteX2551" fmla="*/ 3246389 w 4954903"/>
                <a:gd name="connsiteY2551" fmla="*/ 911360 h 4882701"/>
                <a:gd name="connsiteX2552" fmla="*/ 3262849 w 4954903"/>
                <a:gd name="connsiteY2552" fmla="*/ 905029 h 4882701"/>
                <a:gd name="connsiteX2553" fmla="*/ 3248162 w 4954903"/>
                <a:gd name="connsiteY2553" fmla="*/ 892621 h 4882701"/>
                <a:gd name="connsiteX2554" fmla="*/ 3246136 w 4954903"/>
                <a:gd name="connsiteY2554" fmla="*/ 892874 h 4882701"/>
                <a:gd name="connsiteX2555" fmla="*/ 2996455 w 4954903"/>
                <a:gd name="connsiteY2555" fmla="*/ 883505 h 4882701"/>
                <a:gd name="connsiteX2556" fmla="*/ 2995189 w 4954903"/>
                <a:gd name="connsiteY2556" fmla="*/ 883505 h 4882701"/>
                <a:gd name="connsiteX2557" fmla="*/ 2990125 w 4954903"/>
                <a:gd name="connsiteY2557" fmla="*/ 900724 h 4882701"/>
                <a:gd name="connsiteX2558" fmla="*/ 3010129 w 4954903"/>
                <a:gd name="connsiteY2558" fmla="*/ 895660 h 4882701"/>
                <a:gd name="connsiteX2559" fmla="*/ 2996455 w 4954903"/>
                <a:gd name="connsiteY2559" fmla="*/ 883505 h 4882701"/>
                <a:gd name="connsiteX2560" fmla="*/ 2349970 w 4954903"/>
                <a:gd name="connsiteY2560" fmla="*/ 868058 h 4882701"/>
                <a:gd name="connsiteX2561" fmla="*/ 2338068 w 4954903"/>
                <a:gd name="connsiteY2561" fmla="*/ 884518 h 4882701"/>
                <a:gd name="connsiteX2562" fmla="*/ 2361871 w 4954903"/>
                <a:gd name="connsiteY2562" fmla="*/ 879960 h 4882701"/>
                <a:gd name="connsiteX2563" fmla="*/ 2349970 w 4954903"/>
                <a:gd name="connsiteY2563" fmla="*/ 868058 h 4882701"/>
                <a:gd name="connsiteX2564" fmla="*/ 552572 w 4954903"/>
                <a:gd name="connsiteY2564" fmla="*/ 937189 h 4882701"/>
                <a:gd name="connsiteX2565" fmla="*/ 562448 w 4954903"/>
                <a:gd name="connsiteY2565" fmla="*/ 927060 h 4882701"/>
                <a:gd name="connsiteX2566" fmla="*/ 569792 w 4954903"/>
                <a:gd name="connsiteY2566" fmla="*/ 915665 h 4882701"/>
                <a:gd name="connsiteX2567" fmla="*/ 569538 w 4954903"/>
                <a:gd name="connsiteY2567" fmla="*/ 915665 h 4882701"/>
                <a:gd name="connsiteX2568" fmla="*/ 552572 w 4954903"/>
                <a:gd name="connsiteY2568" fmla="*/ 937189 h 4882701"/>
                <a:gd name="connsiteX2569" fmla="*/ 553332 w 4954903"/>
                <a:gd name="connsiteY2569" fmla="*/ 929592 h 4882701"/>
                <a:gd name="connsiteX2570" fmla="*/ 560929 w 4954903"/>
                <a:gd name="connsiteY2570" fmla="*/ 918197 h 4882701"/>
                <a:gd name="connsiteX2571" fmla="*/ 560675 w 4954903"/>
                <a:gd name="connsiteY2571" fmla="*/ 918197 h 4882701"/>
                <a:gd name="connsiteX2572" fmla="*/ 543456 w 4954903"/>
                <a:gd name="connsiteY2572" fmla="*/ 939721 h 4882701"/>
                <a:gd name="connsiteX2573" fmla="*/ 553332 w 4954903"/>
                <a:gd name="connsiteY2573" fmla="*/ 929592 h 4882701"/>
                <a:gd name="connsiteX2574" fmla="*/ 545482 w 4954903"/>
                <a:gd name="connsiteY2574" fmla="*/ 932124 h 4882701"/>
                <a:gd name="connsiteX2575" fmla="*/ 553585 w 4954903"/>
                <a:gd name="connsiteY2575" fmla="*/ 920729 h 4882701"/>
                <a:gd name="connsiteX2576" fmla="*/ 553585 w 4954903"/>
                <a:gd name="connsiteY2576" fmla="*/ 920729 h 4882701"/>
                <a:gd name="connsiteX2577" fmla="*/ 536366 w 4954903"/>
                <a:gd name="connsiteY2577" fmla="*/ 942507 h 4882701"/>
                <a:gd name="connsiteX2578" fmla="*/ 545482 w 4954903"/>
                <a:gd name="connsiteY2578" fmla="*/ 932124 h 4882701"/>
                <a:gd name="connsiteX2579" fmla="*/ 4136478 w 4954903"/>
                <a:gd name="connsiteY2579" fmla="*/ 902497 h 4882701"/>
                <a:gd name="connsiteX2580" fmla="*/ 4134958 w 4954903"/>
                <a:gd name="connsiteY2580" fmla="*/ 902750 h 4882701"/>
                <a:gd name="connsiteX2581" fmla="*/ 4150152 w 4954903"/>
                <a:gd name="connsiteY2581" fmla="*/ 923768 h 4882701"/>
                <a:gd name="connsiteX2582" fmla="*/ 4150912 w 4954903"/>
                <a:gd name="connsiteY2582" fmla="*/ 914905 h 4882701"/>
                <a:gd name="connsiteX2583" fmla="*/ 4136478 w 4954903"/>
                <a:gd name="connsiteY2583" fmla="*/ 902497 h 4882701"/>
                <a:gd name="connsiteX2584" fmla="*/ 4077983 w 4954903"/>
                <a:gd name="connsiteY2584" fmla="*/ 896926 h 4882701"/>
                <a:gd name="connsiteX2585" fmla="*/ 4076210 w 4954903"/>
                <a:gd name="connsiteY2585" fmla="*/ 897179 h 4882701"/>
                <a:gd name="connsiteX2586" fmla="*/ 4090897 w 4954903"/>
                <a:gd name="connsiteY2586" fmla="*/ 918197 h 4882701"/>
                <a:gd name="connsiteX2587" fmla="*/ 4092670 w 4954903"/>
                <a:gd name="connsiteY2587" fmla="*/ 909334 h 4882701"/>
                <a:gd name="connsiteX2588" fmla="*/ 4077983 w 4954903"/>
                <a:gd name="connsiteY2588" fmla="*/ 896926 h 4882701"/>
                <a:gd name="connsiteX2589" fmla="*/ 3467709 w 4954903"/>
                <a:gd name="connsiteY2589" fmla="*/ 856916 h 4882701"/>
                <a:gd name="connsiteX2590" fmla="*/ 3464923 w 4954903"/>
                <a:gd name="connsiteY2590" fmla="*/ 857170 h 4882701"/>
                <a:gd name="connsiteX2591" fmla="*/ 3469481 w 4954903"/>
                <a:gd name="connsiteY2591" fmla="*/ 875908 h 4882701"/>
                <a:gd name="connsiteX2592" fmla="*/ 3482649 w 4954903"/>
                <a:gd name="connsiteY2592" fmla="*/ 869071 h 4882701"/>
                <a:gd name="connsiteX2593" fmla="*/ 3467709 w 4954903"/>
                <a:gd name="connsiteY2593" fmla="*/ 856916 h 4882701"/>
                <a:gd name="connsiteX2594" fmla="*/ 3376547 w 4954903"/>
                <a:gd name="connsiteY2594" fmla="*/ 852865 h 4882701"/>
                <a:gd name="connsiteX2595" fmla="*/ 3373508 w 4954903"/>
                <a:gd name="connsiteY2595" fmla="*/ 853118 h 4882701"/>
                <a:gd name="connsiteX2596" fmla="*/ 3377307 w 4954903"/>
                <a:gd name="connsiteY2596" fmla="*/ 871857 h 4882701"/>
                <a:gd name="connsiteX2597" fmla="*/ 3391234 w 4954903"/>
                <a:gd name="connsiteY2597" fmla="*/ 865020 h 4882701"/>
                <a:gd name="connsiteX2598" fmla="*/ 3376547 w 4954903"/>
                <a:gd name="connsiteY2598" fmla="*/ 852865 h 4882701"/>
                <a:gd name="connsiteX2599" fmla="*/ 3327928 w 4954903"/>
                <a:gd name="connsiteY2599" fmla="*/ 850839 h 4882701"/>
                <a:gd name="connsiteX2600" fmla="*/ 3329194 w 4954903"/>
                <a:gd name="connsiteY2600" fmla="*/ 869071 h 4882701"/>
                <a:gd name="connsiteX2601" fmla="*/ 3344388 w 4954903"/>
                <a:gd name="connsiteY2601" fmla="*/ 862741 h 4882701"/>
                <a:gd name="connsiteX2602" fmla="*/ 3329954 w 4954903"/>
                <a:gd name="connsiteY2602" fmla="*/ 850586 h 4882701"/>
                <a:gd name="connsiteX2603" fmla="*/ 3327928 w 4954903"/>
                <a:gd name="connsiteY2603" fmla="*/ 850839 h 4882701"/>
                <a:gd name="connsiteX2604" fmla="*/ 2353768 w 4954903"/>
                <a:gd name="connsiteY2604" fmla="*/ 822731 h 4882701"/>
                <a:gd name="connsiteX2605" fmla="*/ 2341866 w 4954903"/>
                <a:gd name="connsiteY2605" fmla="*/ 838684 h 4882701"/>
                <a:gd name="connsiteX2606" fmla="*/ 2365163 w 4954903"/>
                <a:gd name="connsiteY2606" fmla="*/ 834379 h 4882701"/>
                <a:gd name="connsiteX2607" fmla="*/ 2353768 w 4954903"/>
                <a:gd name="connsiteY2607" fmla="*/ 822731 h 4882701"/>
                <a:gd name="connsiteX2608" fmla="*/ 987108 w 4954903"/>
                <a:gd name="connsiteY2608" fmla="*/ 833619 h 4882701"/>
                <a:gd name="connsiteX2609" fmla="*/ 969888 w 4954903"/>
                <a:gd name="connsiteY2609" fmla="*/ 852358 h 4882701"/>
                <a:gd name="connsiteX2610" fmla="*/ 986601 w 4954903"/>
                <a:gd name="connsiteY2610" fmla="*/ 844761 h 4882701"/>
                <a:gd name="connsiteX2611" fmla="*/ 987108 w 4954903"/>
                <a:gd name="connsiteY2611" fmla="*/ 833619 h 4882701"/>
                <a:gd name="connsiteX2612" fmla="*/ 666017 w 4954903"/>
                <a:gd name="connsiteY2612" fmla="*/ 868818 h 4882701"/>
                <a:gd name="connsiteX2613" fmla="*/ 671588 w 4954903"/>
                <a:gd name="connsiteY2613" fmla="*/ 857676 h 4882701"/>
                <a:gd name="connsiteX2614" fmla="*/ 653863 w 4954903"/>
                <a:gd name="connsiteY2614" fmla="*/ 878187 h 4882701"/>
                <a:gd name="connsiteX2615" fmla="*/ 666017 w 4954903"/>
                <a:gd name="connsiteY2615" fmla="*/ 868818 h 4882701"/>
                <a:gd name="connsiteX2616" fmla="*/ 582959 w 4954903"/>
                <a:gd name="connsiteY2616" fmla="*/ 885278 h 4882701"/>
                <a:gd name="connsiteX2617" fmla="*/ 591316 w 4954903"/>
                <a:gd name="connsiteY2617" fmla="*/ 874136 h 4882701"/>
                <a:gd name="connsiteX2618" fmla="*/ 591316 w 4954903"/>
                <a:gd name="connsiteY2618" fmla="*/ 874136 h 4882701"/>
                <a:gd name="connsiteX2619" fmla="*/ 573590 w 4954903"/>
                <a:gd name="connsiteY2619" fmla="*/ 895407 h 4882701"/>
                <a:gd name="connsiteX2620" fmla="*/ 582959 w 4954903"/>
                <a:gd name="connsiteY2620" fmla="*/ 885278 h 4882701"/>
                <a:gd name="connsiteX2621" fmla="*/ 567766 w 4954903"/>
                <a:gd name="connsiteY2621" fmla="*/ 897939 h 4882701"/>
                <a:gd name="connsiteX2622" fmla="*/ 576882 w 4954903"/>
                <a:gd name="connsiteY2622" fmla="*/ 887810 h 4882701"/>
                <a:gd name="connsiteX2623" fmla="*/ 585492 w 4954903"/>
                <a:gd name="connsiteY2623" fmla="*/ 876668 h 4882701"/>
                <a:gd name="connsiteX2624" fmla="*/ 585492 w 4954903"/>
                <a:gd name="connsiteY2624" fmla="*/ 876668 h 4882701"/>
                <a:gd name="connsiteX2625" fmla="*/ 567766 w 4954903"/>
                <a:gd name="connsiteY2625" fmla="*/ 897939 h 4882701"/>
                <a:gd name="connsiteX2626" fmla="*/ 567766 w 4954903"/>
                <a:gd name="connsiteY2626" fmla="*/ 897939 h 4882701"/>
                <a:gd name="connsiteX2627" fmla="*/ 4105078 w 4954903"/>
                <a:gd name="connsiteY2627" fmla="*/ 856410 h 4882701"/>
                <a:gd name="connsiteX2628" fmla="*/ 4103559 w 4954903"/>
                <a:gd name="connsiteY2628" fmla="*/ 856663 h 4882701"/>
                <a:gd name="connsiteX2629" fmla="*/ 4119005 w 4954903"/>
                <a:gd name="connsiteY2629" fmla="*/ 877174 h 4882701"/>
                <a:gd name="connsiteX2630" fmla="*/ 4119512 w 4954903"/>
                <a:gd name="connsiteY2630" fmla="*/ 868312 h 4882701"/>
                <a:gd name="connsiteX2631" fmla="*/ 4105078 w 4954903"/>
                <a:gd name="connsiteY2631" fmla="*/ 856410 h 4882701"/>
                <a:gd name="connsiteX2632" fmla="*/ 4076717 w 4954903"/>
                <a:gd name="connsiteY2632" fmla="*/ 853878 h 4882701"/>
                <a:gd name="connsiteX2633" fmla="*/ 4075197 w 4954903"/>
                <a:gd name="connsiteY2633" fmla="*/ 854131 h 4882701"/>
                <a:gd name="connsiteX2634" fmla="*/ 4090391 w 4954903"/>
                <a:gd name="connsiteY2634" fmla="*/ 874642 h 4882701"/>
                <a:gd name="connsiteX2635" fmla="*/ 4091150 w 4954903"/>
                <a:gd name="connsiteY2635" fmla="*/ 865779 h 4882701"/>
                <a:gd name="connsiteX2636" fmla="*/ 4076717 w 4954903"/>
                <a:gd name="connsiteY2636" fmla="*/ 853878 h 4882701"/>
                <a:gd name="connsiteX2637" fmla="*/ 4047596 w 4954903"/>
                <a:gd name="connsiteY2637" fmla="*/ 851092 h 4882701"/>
                <a:gd name="connsiteX2638" fmla="*/ 4045823 w 4954903"/>
                <a:gd name="connsiteY2638" fmla="*/ 851345 h 4882701"/>
                <a:gd name="connsiteX2639" fmla="*/ 4060763 w 4954903"/>
                <a:gd name="connsiteY2639" fmla="*/ 871857 h 4882701"/>
                <a:gd name="connsiteX2640" fmla="*/ 4062030 w 4954903"/>
                <a:gd name="connsiteY2640" fmla="*/ 862994 h 4882701"/>
                <a:gd name="connsiteX2641" fmla="*/ 4047596 w 4954903"/>
                <a:gd name="connsiteY2641" fmla="*/ 851092 h 4882701"/>
                <a:gd name="connsiteX2642" fmla="*/ 4017209 w 4954903"/>
                <a:gd name="connsiteY2642" fmla="*/ 848307 h 4882701"/>
                <a:gd name="connsiteX2643" fmla="*/ 4015436 w 4954903"/>
                <a:gd name="connsiteY2643" fmla="*/ 848560 h 4882701"/>
                <a:gd name="connsiteX2644" fmla="*/ 4030123 w 4954903"/>
                <a:gd name="connsiteY2644" fmla="*/ 869071 h 4882701"/>
                <a:gd name="connsiteX2645" fmla="*/ 4031643 w 4954903"/>
                <a:gd name="connsiteY2645" fmla="*/ 860208 h 4882701"/>
                <a:gd name="connsiteX2646" fmla="*/ 4017209 w 4954903"/>
                <a:gd name="connsiteY2646" fmla="*/ 848307 h 4882701"/>
                <a:gd name="connsiteX2647" fmla="*/ 3917944 w 4954903"/>
                <a:gd name="connsiteY2647" fmla="*/ 840710 h 4882701"/>
                <a:gd name="connsiteX2648" fmla="*/ 3931112 w 4954903"/>
                <a:gd name="connsiteY2648" fmla="*/ 860968 h 4882701"/>
                <a:gd name="connsiteX2649" fmla="*/ 3934657 w 4954903"/>
                <a:gd name="connsiteY2649" fmla="*/ 852358 h 4882701"/>
                <a:gd name="connsiteX2650" fmla="*/ 3919970 w 4954903"/>
                <a:gd name="connsiteY2650" fmla="*/ 840457 h 4882701"/>
                <a:gd name="connsiteX2651" fmla="*/ 3917944 w 4954903"/>
                <a:gd name="connsiteY2651" fmla="*/ 840710 h 4882701"/>
                <a:gd name="connsiteX2652" fmla="*/ 3883505 w 4954903"/>
                <a:gd name="connsiteY2652" fmla="*/ 838178 h 4882701"/>
                <a:gd name="connsiteX2653" fmla="*/ 3896420 w 4954903"/>
                <a:gd name="connsiteY2653" fmla="*/ 858436 h 4882701"/>
                <a:gd name="connsiteX2654" fmla="*/ 3900471 w 4954903"/>
                <a:gd name="connsiteY2654" fmla="*/ 849826 h 4882701"/>
                <a:gd name="connsiteX2655" fmla="*/ 3885531 w 4954903"/>
                <a:gd name="connsiteY2655" fmla="*/ 837924 h 4882701"/>
                <a:gd name="connsiteX2656" fmla="*/ 3883505 w 4954903"/>
                <a:gd name="connsiteY2656" fmla="*/ 838178 h 4882701"/>
                <a:gd name="connsiteX2657" fmla="*/ 3738660 w 4954903"/>
                <a:gd name="connsiteY2657" fmla="*/ 827795 h 4882701"/>
                <a:gd name="connsiteX2658" fmla="*/ 3735622 w 4954903"/>
                <a:gd name="connsiteY2658" fmla="*/ 828302 h 4882701"/>
                <a:gd name="connsiteX2659" fmla="*/ 3746764 w 4954903"/>
                <a:gd name="connsiteY2659" fmla="*/ 847800 h 4882701"/>
                <a:gd name="connsiteX2660" fmla="*/ 3753347 w 4954903"/>
                <a:gd name="connsiteY2660" fmla="*/ 839697 h 4882701"/>
                <a:gd name="connsiteX2661" fmla="*/ 3738660 w 4954903"/>
                <a:gd name="connsiteY2661" fmla="*/ 827795 h 4882701"/>
                <a:gd name="connsiteX2662" fmla="*/ 3707513 w 4954903"/>
                <a:gd name="connsiteY2662" fmla="*/ 845521 h 4882701"/>
                <a:gd name="connsiteX2663" fmla="*/ 3714604 w 4954903"/>
                <a:gd name="connsiteY2663" fmla="*/ 837418 h 4882701"/>
                <a:gd name="connsiteX2664" fmla="*/ 3699663 w 4954903"/>
                <a:gd name="connsiteY2664" fmla="*/ 825516 h 4882701"/>
                <a:gd name="connsiteX2665" fmla="*/ 3696625 w 4954903"/>
                <a:gd name="connsiteY2665" fmla="*/ 826023 h 4882701"/>
                <a:gd name="connsiteX2666" fmla="*/ 3707513 w 4954903"/>
                <a:gd name="connsiteY2666" fmla="*/ 845521 h 4882701"/>
                <a:gd name="connsiteX2667" fmla="*/ 3583433 w 4954903"/>
                <a:gd name="connsiteY2667" fmla="*/ 838178 h 4882701"/>
                <a:gd name="connsiteX2668" fmla="*/ 3592802 w 4954903"/>
                <a:gd name="connsiteY2668" fmla="*/ 830328 h 4882701"/>
                <a:gd name="connsiteX2669" fmla="*/ 3592802 w 4954903"/>
                <a:gd name="connsiteY2669" fmla="*/ 830328 h 4882701"/>
                <a:gd name="connsiteX2670" fmla="*/ 3577862 w 4954903"/>
                <a:gd name="connsiteY2670" fmla="*/ 818426 h 4882701"/>
                <a:gd name="connsiteX2671" fmla="*/ 3575330 w 4954903"/>
                <a:gd name="connsiteY2671" fmla="*/ 818679 h 4882701"/>
                <a:gd name="connsiteX2672" fmla="*/ 3583433 w 4954903"/>
                <a:gd name="connsiteY2672" fmla="*/ 838178 h 4882701"/>
                <a:gd name="connsiteX2673" fmla="*/ 3533041 w 4954903"/>
                <a:gd name="connsiteY2673" fmla="*/ 816653 h 4882701"/>
                <a:gd name="connsiteX2674" fmla="*/ 3539625 w 4954903"/>
                <a:gd name="connsiteY2674" fmla="*/ 835392 h 4882701"/>
                <a:gd name="connsiteX2675" fmla="*/ 3550513 w 4954903"/>
                <a:gd name="connsiteY2675" fmla="*/ 828049 h 4882701"/>
                <a:gd name="connsiteX2676" fmla="*/ 3535573 w 4954903"/>
                <a:gd name="connsiteY2676" fmla="*/ 816147 h 4882701"/>
                <a:gd name="connsiteX2677" fmla="*/ 3533041 w 4954903"/>
                <a:gd name="connsiteY2677" fmla="*/ 816653 h 4882701"/>
                <a:gd name="connsiteX2678" fmla="*/ 3493031 w 4954903"/>
                <a:gd name="connsiteY2678" fmla="*/ 814121 h 4882701"/>
                <a:gd name="connsiteX2679" fmla="*/ 3490246 w 4954903"/>
                <a:gd name="connsiteY2679" fmla="*/ 814374 h 4882701"/>
                <a:gd name="connsiteX2680" fmla="*/ 3496576 w 4954903"/>
                <a:gd name="connsiteY2680" fmla="*/ 833113 h 4882701"/>
                <a:gd name="connsiteX2681" fmla="*/ 3507718 w 4954903"/>
                <a:gd name="connsiteY2681" fmla="*/ 825770 h 4882701"/>
                <a:gd name="connsiteX2682" fmla="*/ 3493031 w 4954903"/>
                <a:gd name="connsiteY2682" fmla="*/ 814121 h 4882701"/>
                <a:gd name="connsiteX2683" fmla="*/ 3464163 w 4954903"/>
                <a:gd name="connsiteY2683" fmla="*/ 823744 h 4882701"/>
                <a:gd name="connsiteX2684" fmla="*/ 3449476 w 4954903"/>
                <a:gd name="connsiteY2684" fmla="*/ 812095 h 4882701"/>
                <a:gd name="connsiteX2685" fmla="*/ 3446691 w 4954903"/>
                <a:gd name="connsiteY2685" fmla="*/ 812349 h 4882701"/>
                <a:gd name="connsiteX2686" fmla="*/ 3452515 w 4954903"/>
                <a:gd name="connsiteY2686" fmla="*/ 831087 h 4882701"/>
                <a:gd name="connsiteX2687" fmla="*/ 3464163 w 4954903"/>
                <a:gd name="connsiteY2687" fmla="*/ 823744 h 4882701"/>
                <a:gd name="connsiteX2688" fmla="*/ 3406681 w 4954903"/>
                <a:gd name="connsiteY2688" fmla="*/ 828302 h 4882701"/>
                <a:gd name="connsiteX2689" fmla="*/ 3419849 w 4954903"/>
                <a:gd name="connsiteY2689" fmla="*/ 821465 h 4882701"/>
                <a:gd name="connsiteX2690" fmla="*/ 3405162 w 4954903"/>
                <a:gd name="connsiteY2690" fmla="*/ 809816 h 4882701"/>
                <a:gd name="connsiteX2691" fmla="*/ 3402376 w 4954903"/>
                <a:gd name="connsiteY2691" fmla="*/ 810070 h 4882701"/>
                <a:gd name="connsiteX2692" fmla="*/ 3406681 w 4954903"/>
                <a:gd name="connsiteY2692" fmla="*/ 828302 h 4882701"/>
                <a:gd name="connsiteX2693" fmla="*/ 3091668 w 4954903"/>
                <a:gd name="connsiteY2693" fmla="*/ 807790 h 4882701"/>
                <a:gd name="connsiteX2694" fmla="*/ 3077741 w 4954903"/>
                <a:gd name="connsiteY2694" fmla="*/ 796142 h 4882701"/>
                <a:gd name="connsiteX2695" fmla="*/ 3075462 w 4954903"/>
                <a:gd name="connsiteY2695" fmla="*/ 796142 h 4882701"/>
                <a:gd name="connsiteX2696" fmla="*/ 3073942 w 4954903"/>
                <a:gd name="connsiteY2696" fmla="*/ 813108 h 4882701"/>
                <a:gd name="connsiteX2697" fmla="*/ 3091668 w 4954903"/>
                <a:gd name="connsiteY2697" fmla="*/ 807790 h 4882701"/>
                <a:gd name="connsiteX2698" fmla="*/ 2475823 w 4954903"/>
                <a:gd name="connsiteY2698" fmla="*/ 791331 h 4882701"/>
                <a:gd name="connsiteX2699" fmla="*/ 2464174 w 4954903"/>
                <a:gd name="connsiteY2699" fmla="*/ 779936 h 4882701"/>
                <a:gd name="connsiteX2700" fmla="*/ 2453286 w 4954903"/>
                <a:gd name="connsiteY2700" fmla="*/ 795636 h 4882701"/>
                <a:gd name="connsiteX2701" fmla="*/ 2475823 w 4954903"/>
                <a:gd name="connsiteY2701" fmla="*/ 791331 h 4882701"/>
                <a:gd name="connsiteX2702" fmla="*/ 2399855 w 4954903"/>
                <a:gd name="connsiteY2702" fmla="*/ 794623 h 4882701"/>
                <a:gd name="connsiteX2703" fmla="*/ 2422645 w 4954903"/>
                <a:gd name="connsiteY2703" fmla="*/ 790318 h 4882701"/>
                <a:gd name="connsiteX2704" fmla="*/ 2411250 w 4954903"/>
                <a:gd name="connsiteY2704" fmla="*/ 778923 h 4882701"/>
                <a:gd name="connsiteX2705" fmla="*/ 2399855 w 4954903"/>
                <a:gd name="connsiteY2705" fmla="*/ 794623 h 4882701"/>
                <a:gd name="connsiteX2706" fmla="*/ 2369215 w 4954903"/>
                <a:gd name="connsiteY2706" fmla="*/ 789558 h 4882701"/>
                <a:gd name="connsiteX2707" fmla="*/ 2357819 w 4954903"/>
                <a:gd name="connsiteY2707" fmla="*/ 778163 h 4882701"/>
                <a:gd name="connsiteX2708" fmla="*/ 2346171 w 4954903"/>
                <a:gd name="connsiteY2708" fmla="*/ 793863 h 4882701"/>
                <a:gd name="connsiteX2709" fmla="*/ 2369215 w 4954903"/>
                <a:gd name="connsiteY2709" fmla="*/ 789558 h 4882701"/>
                <a:gd name="connsiteX2710" fmla="*/ 1152464 w 4954903"/>
                <a:gd name="connsiteY2710" fmla="*/ 794370 h 4882701"/>
                <a:gd name="connsiteX2711" fmla="*/ 1151705 w 4954903"/>
                <a:gd name="connsiteY2711" fmla="*/ 783481 h 4882701"/>
                <a:gd name="connsiteX2712" fmla="*/ 1134739 w 4954903"/>
                <a:gd name="connsiteY2712" fmla="*/ 800953 h 4882701"/>
                <a:gd name="connsiteX2713" fmla="*/ 1152464 w 4954903"/>
                <a:gd name="connsiteY2713" fmla="*/ 794370 h 4882701"/>
                <a:gd name="connsiteX2714" fmla="*/ 720208 w 4954903"/>
                <a:gd name="connsiteY2714" fmla="*/ 820958 h 4882701"/>
                <a:gd name="connsiteX2715" fmla="*/ 720208 w 4954903"/>
                <a:gd name="connsiteY2715" fmla="*/ 820958 h 4882701"/>
                <a:gd name="connsiteX2716" fmla="*/ 725525 w 4954903"/>
                <a:gd name="connsiteY2716" fmla="*/ 810070 h 4882701"/>
                <a:gd name="connsiteX2717" fmla="*/ 707546 w 4954903"/>
                <a:gd name="connsiteY2717" fmla="*/ 830074 h 4882701"/>
                <a:gd name="connsiteX2718" fmla="*/ 720208 w 4954903"/>
                <a:gd name="connsiteY2718" fmla="*/ 820958 h 4882701"/>
                <a:gd name="connsiteX2719" fmla="*/ 607775 w 4954903"/>
                <a:gd name="connsiteY2719" fmla="*/ 847294 h 4882701"/>
                <a:gd name="connsiteX2720" fmla="*/ 607775 w 4954903"/>
                <a:gd name="connsiteY2720" fmla="*/ 847294 h 4882701"/>
                <a:gd name="connsiteX2721" fmla="*/ 599672 w 4954903"/>
                <a:gd name="connsiteY2721" fmla="*/ 856410 h 4882701"/>
                <a:gd name="connsiteX2722" fmla="*/ 616385 w 4954903"/>
                <a:gd name="connsiteY2722" fmla="*/ 837418 h 4882701"/>
                <a:gd name="connsiteX2723" fmla="*/ 607775 w 4954903"/>
                <a:gd name="connsiteY2723" fmla="*/ 847294 h 4882701"/>
                <a:gd name="connsiteX2724" fmla="*/ 4358557 w 4954903"/>
                <a:gd name="connsiteY2724" fmla="*/ 874389 h 4882701"/>
                <a:gd name="connsiteX2725" fmla="*/ 4352226 w 4954903"/>
                <a:gd name="connsiteY2725" fmla="*/ 865526 h 4882701"/>
                <a:gd name="connsiteX2726" fmla="*/ 4340831 w 4954903"/>
                <a:gd name="connsiteY2726" fmla="*/ 853371 h 4882701"/>
                <a:gd name="connsiteX2727" fmla="*/ 4340578 w 4954903"/>
                <a:gd name="connsiteY2727" fmla="*/ 853371 h 4882701"/>
                <a:gd name="connsiteX2728" fmla="*/ 4358557 w 4954903"/>
                <a:gd name="connsiteY2728" fmla="*/ 874389 h 4882701"/>
                <a:gd name="connsiteX2729" fmla="*/ 3986568 w 4954903"/>
                <a:gd name="connsiteY2729" fmla="*/ 803486 h 4882701"/>
                <a:gd name="connsiteX2730" fmla="*/ 3984796 w 4954903"/>
                <a:gd name="connsiteY2730" fmla="*/ 803739 h 4882701"/>
                <a:gd name="connsiteX2731" fmla="*/ 3999989 w 4954903"/>
                <a:gd name="connsiteY2731" fmla="*/ 823744 h 4882701"/>
                <a:gd name="connsiteX2732" fmla="*/ 4001255 w 4954903"/>
                <a:gd name="connsiteY2732" fmla="*/ 815134 h 4882701"/>
                <a:gd name="connsiteX2733" fmla="*/ 3986568 w 4954903"/>
                <a:gd name="connsiteY2733" fmla="*/ 803486 h 4882701"/>
                <a:gd name="connsiteX2734" fmla="*/ 3903004 w 4954903"/>
                <a:gd name="connsiteY2734" fmla="*/ 815894 h 4882701"/>
                <a:gd name="connsiteX2735" fmla="*/ 3906296 w 4954903"/>
                <a:gd name="connsiteY2735" fmla="*/ 807537 h 4882701"/>
                <a:gd name="connsiteX2736" fmla="*/ 3891355 w 4954903"/>
                <a:gd name="connsiteY2736" fmla="*/ 795889 h 4882701"/>
                <a:gd name="connsiteX2737" fmla="*/ 3889329 w 4954903"/>
                <a:gd name="connsiteY2737" fmla="*/ 796142 h 4882701"/>
                <a:gd name="connsiteX2738" fmla="*/ 3903004 w 4954903"/>
                <a:gd name="connsiteY2738" fmla="*/ 815894 h 4882701"/>
                <a:gd name="connsiteX2739" fmla="*/ 3820452 w 4954903"/>
                <a:gd name="connsiteY2739" fmla="*/ 791331 h 4882701"/>
                <a:gd name="connsiteX2740" fmla="*/ 3833873 w 4954903"/>
                <a:gd name="connsiteY2740" fmla="*/ 810829 h 4882701"/>
                <a:gd name="connsiteX2741" fmla="*/ 3838178 w 4954903"/>
                <a:gd name="connsiteY2741" fmla="*/ 802473 h 4882701"/>
                <a:gd name="connsiteX2742" fmla="*/ 3823237 w 4954903"/>
                <a:gd name="connsiteY2742" fmla="*/ 790824 h 4882701"/>
                <a:gd name="connsiteX2743" fmla="*/ 3820452 w 4954903"/>
                <a:gd name="connsiteY2743" fmla="*/ 791331 h 4882701"/>
                <a:gd name="connsiteX2744" fmla="*/ 3784747 w 4954903"/>
                <a:gd name="connsiteY2744" fmla="*/ 788799 h 4882701"/>
                <a:gd name="connsiteX2745" fmla="*/ 3797915 w 4954903"/>
                <a:gd name="connsiteY2745" fmla="*/ 808297 h 4882701"/>
                <a:gd name="connsiteX2746" fmla="*/ 3802473 w 4954903"/>
                <a:gd name="connsiteY2746" fmla="*/ 799941 h 4882701"/>
                <a:gd name="connsiteX2747" fmla="*/ 3787533 w 4954903"/>
                <a:gd name="connsiteY2747" fmla="*/ 788292 h 4882701"/>
                <a:gd name="connsiteX2748" fmla="*/ 3784747 w 4954903"/>
                <a:gd name="connsiteY2748" fmla="*/ 788799 h 4882701"/>
                <a:gd name="connsiteX2749" fmla="*/ 3728784 w 4954903"/>
                <a:gd name="connsiteY2749" fmla="*/ 795129 h 4882701"/>
                <a:gd name="connsiteX2750" fmla="*/ 3713844 w 4954903"/>
                <a:gd name="connsiteY2750" fmla="*/ 783481 h 4882701"/>
                <a:gd name="connsiteX2751" fmla="*/ 3710805 w 4954903"/>
                <a:gd name="connsiteY2751" fmla="*/ 783987 h 4882701"/>
                <a:gd name="connsiteX2752" fmla="*/ 3722454 w 4954903"/>
                <a:gd name="connsiteY2752" fmla="*/ 802979 h 4882701"/>
                <a:gd name="connsiteX2753" fmla="*/ 3728784 w 4954903"/>
                <a:gd name="connsiteY2753" fmla="*/ 795129 h 4882701"/>
                <a:gd name="connsiteX2754" fmla="*/ 3728784 w 4954903"/>
                <a:gd name="connsiteY2754" fmla="*/ 795129 h 4882701"/>
                <a:gd name="connsiteX2755" fmla="*/ 3445171 w 4954903"/>
                <a:gd name="connsiteY2755" fmla="*/ 779176 h 4882701"/>
                <a:gd name="connsiteX2756" fmla="*/ 3445171 w 4954903"/>
                <a:gd name="connsiteY2756" fmla="*/ 779176 h 4882701"/>
                <a:gd name="connsiteX2757" fmla="*/ 3430484 w 4954903"/>
                <a:gd name="connsiteY2757" fmla="*/ 767781 h 4882701"/>
                <a:gd name="connsiteX2758" fmla="*/ 3427699 w 4954903"/>
                <a:gd name="connsiteY2758" fmla="*/ 768034 h 4882701"/>
                <a:gd name="connsiteX2759" fmla="*/ 3433776 w 4954903"/>
                <a:gd name="connsiteY2759" fmla="*/ 786520 h 4882701"/>
                <a:gd name="connsiteX2760" fmla="*/ 3445171 w 4954903"/>
                <a:gd name="connsiteY2760" fmla="*/ 779176 h 4882701"/>
                <a:gd name="connsiteX2761" fmla="*/ 2983794 w 4954903"/>
                <a:gd name="connsiteY2761" fmla="*/ 760437 h 4882701"/>
                <a:gd name="connsiteX2762" fmla="*/ 2970373 w 4954903"/>
                <a:gd name="connsiteY2762" fmla="*/ 749042 h 4882701"/>
                <a:gd name="connsiteX2763" fmla="*/ 2968094 w 4954903"/>
                <a:gd name="connsiteY2763" fmla="*/ 749295 h 4882701"/>
                <a:gd name="connsiteX2764" fmla="*/ 2965815 w 4954903"/>
                <a:gd name="connsiteY2764" fmla="*/ 766008 h 4882701"/>
                <a:gd name="connsiteX2765" fmla="*/ 2983794 w 4954903"/>
                <a:gd name="connsiteY2765" fmla="*/ 760437 h 4882701"/>
                <a:gd name="connsiteX2766" fmla="*/ 2919221 w 4954903"/>
                <a:gd name="connsiteY2766" fmla="*/ 747776 h 4882701"/>
                <a:gd name="connsiteX2767" fmla="*/ 2916689 w 4954903"/>
                <a:gd name="connsiteY2767" fmla="*/ 764489 h 4882701"/>
                <a:gd name="connsiteX2768" fmla="*/ 2934921 w 4954903"/>
                <a:gd name="connsiteY2768" fmla="*/ 758918 h 4882701"/>
                <a:gd name="connsiteX2769" fmla="*/ 2921500 w 4954903"/>
                <a:gd name="connsiteY2769" fmla="*/ 747776 h 4882701"/>
                <a:gd name="connsiteX2770" fmla="*/ 2919221 w 4954903"/>
                <a:gd name="connsiteY2770" fmla="*/ 747776 h 4882701"/>
                <a:gd name="connsiteX2771" fmla="*/ 2465947 w 4954903"/>
                <a:gd name="connsiteY2771" fmla="*/ 736381 h 4882701"/>
                <a:gd name="connsiteX2772" fmla="*/ 2455311 w 4954903"/>
                <a:gd name="connsiteY2772" fmla="*/ 751574 h 4882701"/>
                <a:gd name="connsiteX2773" fmla="*/ 2477342 w 4954903"/>
                <a:gd name="connsiteY2773" fmla="*/ 747523 h 4882701"/>
                <a:gd name="connsiteX2774" fmla="*/ 2465947 w 4954903"/>
                <a:gd name="connsiteY2774" fmla="*/ 736381 h 4882701"/>
                <a:gd name="connsiteX2775" fmla="*/ 1251982 w 4954903"/>
                <a:gd name="connsiteY2775" fmla="*/ 737900 h 4882701"/>
                <a:gd name="connsiteX2776" fmla="*/ 1235016 w 4954903"/>
                <a:gd name="connsiteY2776" fmla="*/ 754866 h 4882701"/>
                <a:gd name="connsiteX2777" fmla="*/ 1253248 w 4954903"/>
                <a:gd name="connsiteY2777" fmla="*/ 748536 h 4882701"/>
                <a:gd name="connsiteX2778" fmla="*/ 1251982 w 4954903"/>
                <a:gd name="connsiteY2778" fmla="*/ 737900 h 4882701"/>
                <a:gd name="connsiteX2779" fmla="*/ 1217037 w 4954903"/>
                <a:gd name="connsiteY2779" fmla="*/ 749549 h 4882701"/>
                <a:gd name="connsiteX2780" fmla="*/ 1216024 w 4954903"/>
                <a:gd name="connsiteY2780" fmla="*/ 738913 h 4882701"/>
                <a:gd name="connsiteX2781" fmla="*/ 1199058 w 4954903"/>
                <a:gd name="connsiteY2781" fmla="*/ 755879 h 4882701"/>
                <a:gd name="connsiteX2782" fmla="*/ 1217037 w 4954903"/>
                <a:gd name="connsiteY2782" fmla="*/ 749549 h 4882701"/>
                <a:gd name="connsiteX2783" fmla="*/ 762750 w 4954903"/>
                <a:gd name="connsiteY2783" fmla="*/ 783481 h 4882701"/>
                <a:gd name="connsiteX2784" fmla="*/ 775664 w 4954903"/>
                <a:gd name="connsiteY2784" fmla="*/ 774618 h 4882701"/>
                <a:gd name="connsiteX2785" fmla="*/ 780982 w 4954903"/>
                <a:gd name="connsiteY2785" fmla="*/ 763982 h 4882701"/>
                <a:gd name="connsiteX2786" fmla="*/ 762750 w 4954903"/>
                <a:gd name="connsiteY2786" fmla="*/ 783481 h 4882701"/>
                <a:gd name="connsiteX2787" fmla="*/ 757938 w 4954903"/>
                <a:gd name="connsiteY2787" fmla="*/ 776644 h 4882701"/>
                <a:gd name="connsiteX2788" fmla="*/ 763763 w 4954903"/>
                <a:gd name="connsiteY2788" fmla="*/ 766008 h 4882701"/>
                <a:gd name="connsiteX2789" fmla="*/ 745277 w 4954903"/>
                <a:gd name="connsiteY2789" fmla="*/ 785507 h 4882701"/>
                <a:gd name="connsiteX2790" fmla="*/ 757938 w 4954903"/>
                <a:gd name="connsiteY2790" fmla="*/ 776644 h 4882701"/>
                <a:gd name="connsiteX2791" fmla="*/ 741225 w 4954903"/>
                <a:gd name="connsiteY2791" fmla="*/ 778670 h 4882701"/>
                <a:gd name="connsiteX2792" fmla="*/ 747303 w 4954903"/>
                <a:gd name="connsiteY2792" fmla="*/ 768034 h 4882701"/>
                <a:gd name="connsiteX2793" fmla="*/ 728817 w 4954903"/>
                <a:gd name="connsiteY2793" fmla="*/ 787532 h 4882701"/>
                <a:gd name="connsiteX2794" fmla="*/ 741225 w 4954903"/>
                <a:gd name="connsiteY2794" fmla="*/ 778670 h 4882701"/>
                <a:gd name="connsiteX2795" fmla="*/ 726032 w 4954903"/>
                <a:gd name="connsiteY2795" fmla="*/ 780949 h 4882701"/>
                <a:gd name="connsiteX2796" fmla="*/ 732616 w 4954903"/>
                <a:gd name="connsiteY2796" fmla="*/ 770313 h 4882701"/>
                <a:gd name="connsiteX2797" fmla="*/ 714130 w 4954903"/>
                <a:gd name="connsiteY2797" fmla="*/ 790065 h 4882701"/>
                <a:gd name="connsiteX2798" fmla="*/ 726032 w 4954903"/>
                <a:gd name="connsiteY2798" fmla="*/ 780949 h 4882701"/>
                <a:gd name="connsiteX2799" fmla="*/ 660700 w 4954903"/>
                <a:gd name="connsiteY2799" fmla="*/ 789052 h 4882701"/>
                <a:gd name="connsiteX2800" fmla="*/ 641961 w 4954903"/>
                <a:gd name="connsiteY2800" fmla="*/ 809310 h 4882701"/>
                <a:gd name="connsiteX2801" fmla="*/ 651077 w 4954903"/>
                <a:gd name="connsiteY2801" fmla="*/ 799434 h 4882701"/>
                <a:gd name="connsiteX2802" fmla="*/ 660700 w 4954903"/>
                <a:gd name="connsiteY2802" fmla="*/ 789052 h 4882701"/>
                <a:gd name="connsiteX2803" fmla="*/ 3954915 w 4954903"/>
                <a:gd name="connsiteY2803" fmla="*/ 759424 h 4882701"/>
                <a:gd name="connsiteX2804" fmla="*/ 3953142 w 4954903"/>
                <a:gd name="connsiteY2804" fmla="*/ 759678 h 4882701"/>
                <a:gd name="connsiteX2805" fmla="*/ 3968589 w 4954903"/>
                <a:gd name="connsiteY2805" fmla="*/ 779176 h 4882701"/>
                <a:gd name="connsiteX2806" fmla="*/ 3969602 w 4954903"/>
                <a:gd name="connsiteY2806" fmla="*/ 770820 h 4882701"/>
                <a:gd name="connsiteX2807" fmla="*/ 3954915 w 4954903"/>
                <a:gd name="connsiteY2807" fmla="*/ 759424 h 4882701"/>
                <a:gd name="connsiteX2808" fmla="*/ 3925034 w 4954903"/>
                <a:gd name="connsiteY2808" fmla="*/ 756892 h 4882701"/>
                <a:gd name="connsiteX2809" fmla="*/ 3923262 w 4954903"/>
                <a:gd name="connsiteY2809" fmla="*/ 757145 h 4882701"/>
                <a:gd name="connsiteX2810" fmla="*/ 3938455 w 4954903"/>
                <a:gd name="connsiteY2810" fmla="*/ 776644 h 4882701"/>
                <a:gd name="connsiteX2811" fmla="*/ 3939722 w 4954903"/>
                <a:gd name="connsiteY2811" fmla="*/ 768287 h 4882701"/>
                <a:gd name="connsiteX2812" fmla="*/ 3925034 w 4954903"/>
                <a:gd name="connsiteY2812" fmla="*/ 756892 h 4882701"/>
                <a:gd name="connsiteX2813" fmla="*/ 3685483 w 4954903"/>
                <a:gd name="connsiteY2813" fmla="*/ 740432 h 4882701"/>
                <a:gd name="connsiteX2814" fmla="*/ 3697384 w 4954903"/>
                <a:gd name="connsiteY2814" fmla="*/ 758918 h 4882701"/>
                <a:gd name="connsiteX2815" fmla="*/ 3703462 w 4954903"/>
                <a:gd name="connsiteY2815" fmla="*/ 751068 h 4882701"/>
                <a:gd name="connsiteX2816" fmla="*/ 3688521 w 4954903"/>
                <a:gd name="connsiteY2816" fmla="*/ 739673 h 4882701"/>
                <a:gd name="connsiteX2817" fmla="*/ 3685483 w 4954903"/>
                <a:gd name="connsiteY2817" fmla="*/ 740432 h 4882701"/>
                <a:gd name="connsiteX2818" fmla="*/ 3650791 w 4954903"/>
                <a:gd name="connsiteY2818" fmla="*/ 737647 h 4882701"/>
                <a:gd name="connsiteX2819" fmla="*/ 3647752 w 4954903"/>
                <a:gd name="connsiteY2819" fmla="*/ 738153 h 4882701"/>
                <a:gd name="connsiteX2820" fmla="*/ 3659147 w 4954903"/>
                <a:gd name="connsiteY2820" fmla="*/ 756639 h 4882701"/>
                <a:gd name="connsiteX2821" fmla="*/ 3665731 w 4954903"/>
                <a:gd name="connsiteY2821" fmla="*/ 748789 h 4882701"/>
                <a:gd name="connsiteX2822" fmla="*/ 3650791 w 4954903"/>
                <a:gd name="connsiteY2822" fmla="*/ 737647 h 4882701"/>
                <a:gd name="connsiteX2823" fmla="*/ 2864018 w 4954903"/>
                <a:gd name="connsiteY2823" fmla="*/ 703461 h 4882701"/>
                <a:gd name="connsiteX2824" fmla="*/ 2859207 w 4954903"/>
                <a:gd name="connsiteY2824" fmla="*/ 718908 h 4882701"/>
                <a:gd name="connsiteX2825" fmla="*/ 2878199 w 4954903"/>
                <a:gd name="connsiteY2825" fmla="*/ 714350 h 4882701"/>
                <a:gd name="connsiteX2826" fmla="*/ 2865284 w 4954903"/>
                <a:gd name="connsiteY2826" fmla="*/ 703461 h 4882701"/>
                <a:gd name="connsiteX2827" fmla="*/ 2864018 w 4954903"/>
                <a:gd name="connsiteY2827" fmla="*/ 703461 h 4882701"/>
                <a:gd name="connsiteX2828" fmla="*/ 2711069 w 4954903"/>
                <a:gd name="connsiteY2828" fmla="*/ 714857 h 4882701"/>
                <a:gd name="connsiteX2829" fmla="*/ 2730821 w 4954903"/>
                <a:gd name="connsiteY2829" fmla="*/ 710299 h 4882701"/>
                <a:gd name="connsiteX2830" fmla="*/ 2718413 w 4954903"/>
                <a:gd name="connsiteY2830" fmla="*/ 699410 h 4882701"/>
                <a:gd name="connsiteX2831" fmla="*/ 2711069 w 4954903"/>
                <a:gd name="connsiteY2831" fmla="*/ 714857 h 4882701"/>
                <a:gd name="connsiteX2832" fmla="*/ 2618895 w 4954903"/>
                <a:gd name="connsiteY2832" fmla="*/ 697131 h 4882701"/>
                <a:gd name="connsiteX2833" fmla="*/ 2609779 w 4954903"/>
                <a:gd name="connsiteY2833" fmla="*/ 711818 h 4882701"/>
                <a:gd name="connsiteX2834" fmla="*/ 2630797 w 4954903"/>
                <a:gd name="connsiteY2834" fmla="*/ 707766 h 4882701"/>
                <a:gd name="connsiteX2835" fmla="*/ 2618895 w 4954903"/>
                <a:gd name="connsiteY2835" fmla="*/ 697131 h 4882701"/>
                <a:gd name="connsiteX2836" fmla="*/ 2559387 w 4954903"/>
                <a:gd name="connsiteY2836" fmla="*/ 710805 h 4882701"/>
                <a:gd name="connsiteX2837" fmla="*/ 2580658 w 4954903"/>
                <a:gd name="connsiteY2837" fmla="*/ 706753 h 4882701"/>
                <a:gd name="connsiteX2838" fmla="*/ 2569010 w 4954903"/>
                <a:gd name="connsiteY2838" fmla="*/ 695865 h 4882701"/>
                <a:gd name="connsiteX2839" fmla="*/ 2559387 w 4954903"/>
                <a:gd name="connsiteY2839" fmla="*/ 710805 h 4882701"/>
                <a:gd name="connsiteX2840" fmla="*/ 2508489 w 4954903"/>
                <a:gd name="connsiteY2840" fmla="*/ 709792 h 4882701"/>
                <a:gd name="connsiteX2841" fmla="*/ 2530013 w 4954903"/>
                <a:gd name="connsiteY2841" fmla="*/ 705741 h 4882701"/>
                <a:gd name="connsiteX2842" fmla="*/ 2518618 w 4954903"/>
                <a:gd name="connsiteY2842" fmla="*/ 694852 h 4882701"/>
                <a:gd name="connsiteX2843" fmla="*/ 2508489 w 4954903"/>
                <a:gd name="connsiteY2843" fmla="*/ 709792 h 4882701"/>
                <a:gd name="connsiteX2844" fmla="*/ 1281609 w 4954903"/>
                <a:gd name="connsiteY2844" fmla="*/ 705741 h 4882701"/>
                <a:gd name="connsiteX2845" fmla="*/ 1280597 w 4954903"/>
                <a:gd name="connsiteY2845" fmla="*/ 695358 h 4882701"/>
                <a:gd name="connsiteX2846" fmla="*/ 1263630 w 4954903"/>
                <a:gd name="connsiteY2846" fmla="*/ 712071 h 4882701"/>
                <a:gd name="connsiteX2847" fmla="*/ 1281609 w 4954903"/>
                <a:gd name="connsiteY2847" fmla="*/ 705741 h 4882701"/>
                <a:gd name="connsiteX2848" fmla="*/ 1245905 w 4954903"/>
                <a:gd name="connsiteY2848" fmla="*/ 706753 h 4882701"/>
                <a:gd name="connsiteX2849" fmla="*/ 1245145 w 4954903"/>
                <a:gd name="connsiteY2849" fmla="*/ 696371 h 4882701"/>
                <a:gd name="connsiteX2850" fmla="*/ 1227926 w 4954903"/>
                <a:gd name="connsiteY2850" fmla="*/ 713084 h 4882701"/>
                <a:gd name="connsiteX2851" fmla="*/ 1245905 w 4954903"/>
                <a:gd name="connsiteY2851" fmla="*/ 706753 h 4882701"/>
                <a:gd name="connsiteX2852" fmla="*/ 1210959 w 4954903"/>
                <a:gd name="connsiteY2852" fmla="*/ 707766 h 4882701"/>
                <a:gd name="connsiteX2853" fmla="*/ 1210706 w 4954903"/>
                <a:gd name="connsiteY2853" fmla="*/ 697384 h 4882701"/>
                <a:gd name="connsiteX2854" fmla="*/ 1193487 w 4954903"/>
                <a:gd name="connsiteY2854" fmla="*/ 714097 h 4882701"/>
                <a:gd name="connsiteX2855" fmla="*/ 1210959 w 4954903"/>
                <a:gd name="connsiteY2855" fmla="*/ 707766 h 4882701"/>
                <a:gd name="connsiteX2856" fmla="*/ 780475 w 4954903"/>
                <a:gd name="connsiteY2856" fmla="*/ 735368 h 4882701"/>
                <a:gd name="connsiteX2857" fmla="*/ 787059 w 4954903"/>
                <a:gd name="connsiteY2857" fmla="*/ 724986 h 4882701"/>
                <a:gd name="connsiteX2858" fmla="*/ 768321 w 4954903"/>
                <a:gd name="connsiteY2858" fmla="*/ 743978 h 4882701"/>
                <a:gd name="connsiteX2859" fmla="*/ 780475 w 4954903"/>
                <a:gd name="connsiteY2859" fmla="*/ 735368 h 4882701"/>
                <a:gd name="connsiteX2860" fmla="*/ 765535 w 4954903"/>
                <a:gd name="connsiteY2860" fmla="*/ 737394 h 4882701"/>
                <a:gd name="connsiteX2861" fmla="*/ 772372 w 4954903"/>
                <a:gd name="connsiteY2861" fmla="*/ 727011 h 4882701"/>
                <a:gd name="connsiteX2862" fmla="*/ 753634 w 4954903"/>
                <a:gd name="connsiteY2862" fmla="*/ 746257 h 4882701"/>
                <a:gd name="connsiteX2863" fmla="*/ 765535 w 4954903"/>
                <a:gd name="connsiteY2863" fmla="*/ 737394 h 4882701"/>
                <a:gd name="connsiteX2864" fmla="*/ 692353 w 4954903"/>
                <a:gd name="connsiteY2864" fmla="*/ 755879 h 4882701"/>
                <a:gd name="connsiteX2865" fmla="*/ 701975 w 4954903"/>
                <a:gd name="connsiteY2865" fmla="*/ 745497 h 4882701"/>
                <a:gd name="connsiteX2866" fmla="*/ 682983 w 4954903"/>
                <a:gd name="connsiteY2866" fmla="*/ 765249 h 4882701"/>
                <a:gd name="connsiteX2867" fmla="*/ 692353 w 4954903"/>
                <a:gd name="connsiteY2867" fmla="*/ 755879 h 4882701"/>
                <a:gd name="connsiteX2868" fmla="*/ 4099254 w 4954903"/>
                <a:gd name="connsiteY2868" fmla="*/ 734608 h 4882701"/>
                <a:gd name="connsiteX2869" fmla="*/ 4098241 w 4954903"/>
                <a:gd name="connsiteY2869" fmla="*/ 734861 h 4882701"/>
                <a:gd name="connsiteX2870" fmla="*/ 4116220 w 4954903"/>
                <a:gd name="connsiteY2870" fmla="*/ 754360 h 4882701"/>
                <a:gd name="connsiteX2871" fmla="*/ 4113688 w 4954903"/>
                <a:gd name="connsiteY2871" fmla="*/ 746003 h 4882701"/>
                <a:gd name="connsiteX2872" fmla="*/ 4099254 w 4954903"/>
                <a:gd name="connsiteY2872" fmla="*/ 734608 h 4882701"/>
                <a:gd name="connsiteX2873" fmla="*/ 4076210 w 4954903"/>
                <a:gd name="connsiteY2873" fmla="*/ 732329 h 4882701"/>
                <a:gd name="connsiteX2874" fmla="*/ 4093936 w 4954903"/>
                <a:gd name="connsiteY2874" fmla="*/ 751574 h 4882701"/>
                <a:gd name="connsiteX2875" fmla="*/ 4091657 w 4954903"/>
                <a:gd name="connsiteY2875" fmla="*/ 743218 h 4882701"/>
                <a:gd name="connsiteX2876" fmla="*/ 4077476 w 4954903"/>
                <a:gd name="connsiteY2876" fmla="*/ 731823 h 4882701"/>
                <a:gd name="connsiteX2877" fmla="*/ 4076210 w 4954903"/>
                <a:gd name="connsiteY2877" fmla="*/ 732329 h 4882701"/>
                <a:gd name="connsiteX2878" fmla="*/ 3950864 w 4954903"/>
                <a:gd name="connsiteY2878" fmla="*/ 719161 h 4882701"/>
                <a:gd name="connsiteX2879" fmla="*/ 3949344 w 4954903"/>
                <a:gd name="connsiteY2879" fmla="*/ 719415 h 4882701"/>
                <a:gd name="connsiteX2880" fmla="*/ 3965297 w 4954903"/>
                <a:gd name="connsiteY2880" fmla="*/ 738407 h 4882701"/>
                <a:gd name="connsiteX2881" fmla="*/ 3965551 w 4954903"/>
                <a:gd name="connsiteY2881" fmla="*/ 730303 h 4882701"/>
                <a:gd name="connsiteX2882" fmla="*/ 3950864 w 4954903"/>
                <a:gd name="connsiteY2882" fmla="*/ 719161 h 4882701"/>
                <a:gd name="connsiteX2883" fmla="*/ 3922502 w 4954903"/>
                <a:gd name="connsiteY2883" fmla="*/ 716629 h 4882701"/>
                <a:gd name="connsiteX2884" fmla="*/ 3920983 w 4954903"/>
                <a:gd name="connsiteY2884" fmla="*/ 716882 h 4882701"/>
                <a:gd name="connsiteX2885" fmla="*/ 3936683 w 4954903"/>
                <a:gd name="connsiteY2885" fmla="*/ 735874 h 4882701"/>
                <a:gd name="connsiteX2886" fmla="*/ 3937189 w 4954903"/>
                <a:gd name="connsiteY2886" fmla="*/ 727771 h 4882701"/>
                <a:gd name="connsiteX2887" fmla="*/ 3922502 w 4954903"/>
                <a:gd name="connsiteY2887" fmla="*/ 716629 h 4882701"/>
                <a:gd name="connsiteX2888" fmla="*/ 3812095 w 4954903"/>
                <a:gd name="connsiteY2888" fmla="*/ 725999 h 4882701"/>
                <a:gd name="connsiteX2889" fmla="*/ 3814375 w 4954903"/>
                <a:gd name="connsiteY2889" fmla="*/ 717895 h 4882701"/>
                <a:gd name="connsiteX2890" fmla="*/ 3799434 w 4954903"/>
                <a:gd name="connsiteY2890" fmla="*/ 706753 h 4882701"/>
                <a:gd name="connsiteX2891" fmla="*/ 3797155 w 4954903"/>
                <a:gd name="connsiteY2891" fmla="*/ 707260 h 4882701"/>
                <a:gd name="connsiteX2892" fmla="*/ 3812095 w 4954903"/>
                <a:gd name="connsiteY2892" fmla="*/ 725999 h 4882701"/>
                <a:gd name="connsiteX2893" fmla="*/ 3596853 w 4954903"/>
                <a:gd name="connsiteY2893" fmla="*/ 711565 h 4882701"/>
                <a:gd name="connsiteX2894" fmla="*/ 3603184 w 4954903"/>
                <a:gd name="connsiteY2894" fmla="*/ 703968 h 4882701"/>
                <a:gd name="connsiteX2895" fmla="*/ 3588497 w 4954903"/>
                <a:gd name="connsiteY2895" fmla="*/ 692826 h 4882701"/>
                <a:gd name="connsiteX2896" fmla="*/ 3585712 w 4954903"/>
                <a:gd name="connsiteY2896" fmla="*/ 693332 h 4882701"/>
                <a:gd name="connsiteX2897" fmla="*/ 3596853 w 4954903"/>
                <a:gd name="connsiteY2897" fmla="*/ 711565 h 4882701"/>
                <a:gd name="connsiteX2898" fmla="*/ 3558363 w 4954903"/>
                <a:gd name="connsiteY2898" fmla="*/ 709286 h 4882701"/>
                <a:gd name="connsiteX2899" fmla="*/ 3565200 w 4954903"/>
                <a:gd name="connsiteY2899" fmla="*/ 701689 h 4882701"/>
                <a:gd name="connsiteX2900" fmla="*/ 3550513 w 4954903"/>
                <a:gd name="connsiteY2900" fmla="*/ 690547 h 4882701"/>
                <a:gd name="connsiteX2901" fmla="*/ 3547475 w 4954903"/>
                <a:gd name="connsiteY2901" fmla="*/ 691053 h 4882701"/>
                <a:gd name="connsiteX2902" fmla="*/ 3558363 w 4954903"/>
                <a:gd name="connsiteY2902" fmla="*/ 709286 h 4882701"/>
                <a:gd name="connsiteX2903" fmla="*/ 3509238 w 4954903"/>
                <a:gd name="connsiteY2903" fmla="*/ 688774 h 4882701"/>
                <a:gd name="connsiteX2904" fmla="*/ 3518100 w 4954903"/>
                <a:gd name="connsiteY2904" fmla="*/ 706753 h 4882701"/>
                <a:gd name="connsiteX2905" fmla="*/ 3526457 w 4954903"/>
                <a:gd name="connsiteY2905" fmla="*/ 699663 h 4882701"/>
                <a:gd name="connsiteX2906" fmla="*/ 3511770 w 4954903"/>
                <a:gd name="connsiteY2906" fmla="*/ 688521 h 4882701"/>
                <a:gd name="connsiteX2907" fmla="*/ 3509238 w 4954903"/>
                <a:gd name="connsiteY2907" fmla="*/ 688774 h 4882701"/>
                <a:gd name="connsiteX2908" fmla="*/ 2857687 w 4954903"/>
                <a:gd name="connsiteY2908" fmla="*/ 661679 h 4882701"/>
                <a:gd name="connsiteX2909" fmla="*/ 2856674 w 4954903"/>
                <a:gd name="connsiteY2909" fmla="*/ 661679 h 4882701"/>
                <a:gd name="connsiteX2910" fmla="*/ 2852116 w 4954903"/>
                <a:gd name="connsiteY2910" fmla="*/ 676873 h 4882701"/>
                <a:gd name="connsiteX2911" fmla="*/ 2870602 w 4954903"/>
                <a:gd name="connsiteY2911" fmla="*/ 672315 h 4882701"/>
                <a:gd name="connsiteX2912" fmla="*/ 2857687 w 4954903"/>
                <a:gd name="connsiteY2912" fmla="*/ 661679 h 4882701"/>
                <a:gd name="connsiteX2913" fmla="*/ 2822995 w 4954903"/>
                <a:gd name="connsiteY2913" fmla="*/ 671049 h 4882701"/>
                <a:gd name="connsiteX2914" fmla="*/ 2810587 w 4954903"/>
                <a:gd name="connsiteY2914" fmla="*/ 660413 h 4882701"/>
                <a:gd name="connsiteX2915" fmla="*/ 2809574 w 4954903"/>
                <a:gd name="connsiteY2915" fmla="*/ 660413 h 4882701"/>
                <a:gd name="connsiteX2916" fmla="*/ 2804510 w 4954903"/>
                <a:gd name="connsiteY2916" fmla="*/ 675607 h 4882701"/>
                <a:gd name="connsiteX2917" fmla="*/ 2822995 w 4954903"/>
                <a:gd name="connsiteY2917" fmla="*/ 671049 h 4882701"/>
                <a:gd name="connsiteX2918" fmla="*/ 2774883 w 4954903"/>
                <a:gd name="connsiteY2918" fmla="*/ 669782 h 4882701"/>
                <a:gd name="connsiteX2919" fmla="*/ 2762728 w 4954903"/>
                <a:gd name="connsiteY2919" fmla="*/ 659147 h 4882701"/>
                <a:gd name="connsiteX2920" fmla="*/ 2761715 w 4954903"/>
                <a:gd name="connsiteY2920" fmla="*/ 659147 h 4882701"/>
                <a:gd name="connsiteX2921" fmla="*/ 2756144 w 4954903"/>
                <a:gd name="connsiteY2921" fmla="*/ 674340 h 4882701"/>
                <a:gd name="connsiteX2922" fmla="*/ 2774883 w 4954903"/>
                <a:gd name="connsiteY2922" fmla="*/ 669782 h 4882701"/>
                <a:gd name="connsiteX2923" fmla="*/ 2726516 w 4954903"/>
                <a:gd name="connsiteY2923" fmla="*/ 668516 h 4882701"/>
                <a:gd name="connsiteX2924" fmla="*/ 2714362 w 4954903"/>
                <a:gd name="connsiteY2924" fmla="*/ 657881 h 4882701"/>
                <a:gd name="connsiteX2925" fmla="*/ 2713349 w 4954903"/>
                <a:gd name="connsiteY2925" fmla="*/ 657881 h 4882701"/>
                <a:gd name="connsiteX2926" fmla="*/ 2707271 w 4954903"/>
                <a:gd name="connsiteY2926" fmla="*/ 673074 h 4882701"/>
                <a:gd name="connsiteX2927" fmla="*/ 2726516 w 4954903"/>
                <a:gd name="connsiteY2927" fmla="*/ 668516 h 4882701"/>
                <a:gd name="connsiteX2928" fmla="*/ 2657639 w 4954903"/>
                <a:gd name="connsiteY2928" fmla="*/ 671049 h 4882701"/>
                <a:gd name="connsiteX2929" fmla="*/ 2677644 w 4954903"/>
                <a:gd name="connsiteY2929" fmla="*/ 667250 h 4882701"/>
                <a:gd name="connsiteX2930" fmla="*/ 2665742 w 4954903"/>
                <a:gd name="connsiteY2930" fmla="*/ 656615 h 4882701"/>
                <a:gd name="connsiteX2931" fmla="*/ 2657639 w 4954903"/>
                <a:gd name="connsiteY2931" fmla="*/ 671049 h 4882701"/>
                <a:gd name="connsiteX2932" fmla="*/ 2608513 w 4954903"/>
                <a:gd name="connsiteY2932" fmla="*/ 670036 h 4882701"/>
                <a:gd name="connsiteX2933" fmla="*/ 2629024 w 4954903"/>
                <a:gd name="connsiteY2933" fmla="*/ 666237 h 4882701"/>
                <a:gd name="connsiteX2934" fmla="*/ 2617376 w 4954903"/>
                <a:gd name="connsiteY2934" fmla="*/ 655602 h 4882701"/>
                <a:gd name="connsiteX2935" fmla="*/ 2608513 w 4954903"/>
                <a:gd name="connsiteY2935" fmla="*/ 670036 h 4882701"/>
                <a:gd name="connsiteX2936" fmla="*/ 1346182 w 4954903"/>
                <a:gd name="connsiteY2936" fmla="*/ 663199 h 4882701"/>
                <a:gd name="connsiteX2937" fmla="*/ 1345169 w 4954903"/>
                <a:gd name="connsiteY2937" fmla="*/ 653070 h 4882701"/>
                <a:gd name="connsiteX2938" fmla="*/ 1328203 w 4954903"/>
                <a:gd name="connsiteY2938" fmla="*/ 669276 h 4882701"/>
                <a:gd name="connsiteX2939" fmla="*/ 1346182 w 4954903"/>
                <a:gd name="connsiteY2939" fmla="*/ 663199 h 4882701"/>
                <a:gd name="connsiteX2940" fmla="*/ 1275279 w 4954903"/>
                <a:gd name="connsiteY2940" fmla="*/ 664971 h 4882701"/>
                <a:gd name="connsiteX2941" fmla="*/ 1275026 w 4954903"/>
                <a:gd name="connsiteY2941" fmla="*/ 654842 h 4882701"/>
                <a:gd name="connsiteX2942" fmla="*/ 1257806 w 4954903"/>
                <a:gd name="connsiteY2942" fmla="*/ 671049 h 4882701"/>
                <a:gd name="connsiteX2943" fmla="*/ 1275279 w 4954903"/>
                <a:gd name="connsiteY2943" fmla="*/ 664971 h 4882701"/>
                <a:gd name="connsiteX2944" fmla="*/ 1208427 w 4954903"/>
                <a:gd name="connsiteY2944" fmla="*/ 667250 h 4882701"/>
                <a:gd name="connsiteX2945" fmla="*/ 1208934 w 4954903"/>
                <a:gd name="connsiteY2945" fmla="*/ 657121 h 4882701"/>
                <a:gd name="connsiteX2946" fmla="*/ 1191208 w 4954903"/>
                <a:gd name="connsiteY2946" fmla="*/ 673328 h 4882701"/>
                <a:gd name="connsiteX2947" fmla="*/ 1208427 w 4954903"/>
                <a:gd name="connsiteY2947" fmla="*/ 667250 h 4882701"/>
                <a:gd name="connsiteX2948" fmla="*/ 823777 w 4954903"/>
                <a:gd name="connsiteY2948" fmla="*/ 699410 h 4882701"/>
                <a:gd name="connsiteX2949" fmla="*/ 836438 w 4954903"/>
                <a:gd name="connsiteY2949" fmla="*/ 691053 h 4882701"/>
                <a:gd name="connsiteX2950" fmla="*/ 842769 w 4954903"/>
                <a:gd name="connsiteY2950" fmla="*/ 680924 h 4882701"/>
                <a:gd name="connsiteX2951" fmla="*/ 823777 w 4954903"/>
                <a:gd name="connsiteY2951" fmla="*/ 699410 h 4882701"/>
                <a:gd name="connsiteX2952" fmla="*/ 820738 w 4954903"/>
                <a:gd name="connsiteY2952" fmla="*/ 692826 h 4882701"/>
                <a:gd name="connsiteX2953" fmla="*/ 827575 w 4954903"/>
                <a:gd name="connsiteY2953" fmla="*/ 682697 h 4882701"/>
                <a:gd name="connsiteX2954" fmla="*/ 808330 w 4954903"/>
                <a:gd name="connsiteY2954" fmla="*/ 701182 h 4882701"/>
                <a:gd name="connsiteX2955" fmla="*/ 820738 w 4954903"/>
                <a:gd name="connsiteY2955" fmla="*/ 692826 h 4882701"/>
                <a:gd name="connsiteX2956" fmla="*/ 806051 w 4954903"/>
                <a:gd name="connsiteY2956" fmla="*/ 694852 h 4882701"/>
                <a:gd name="connsiteX2957" fmla="*/ 813142 w 4954903"/>
                <a:gd name="connsiteY2957" fmla="*/ 684723 h 4882701"/>
                <a:gd name="connsiteX2958" fmla="*/ 793896 w 4954903"/>
                <a:gd name="connsiteY2958" fmla="*/ 703461 h 4882701"/>
                <a:gd name="connsiteX2959" fmla="*/ 806051 w 4954903"/>
                <a:gd name="connsiteY2959" fmla="*/ 694852 h 4882701"/>
                <a:gd name="connsiteX2960" fmla="*/ 4078996 w 4954903"/>
                <a:gd name="connsiteY2960" fmla="*/ 711565 h 4882701"/>
                <a:gd name="connsiteX2961" fmla="*/ 4075957 w 4954903"/>
                <a:gd name="connsiteY2961" fmla="*/ 703461 h 4882701"/>
                <a:gd name="connsiteX2962" fmla="*/ 4061523 w 4954903"/>
                <a:gd name="connsiteY2962" fmla="*/ 692320 h 4882701"/>
                <a:gd name="connsiteX2963" fmla="*/ 4060510 w 4954903"/>
                <a:gd name="connsiteY2963" fmla="*/ 692573 h 4882701"/>
                <a:gd name="connsiteX2964" fmla="*/ 4078996 w 4954903"/>
                <a:gd name="connsiteY2964" fmla="*/ 711565 h 4882701"/>
                <a:gd name="connsiteX2965" fmla="*/ 4038986 w 4954903"/>
                <a:gd name="connsiteY2965" fmla="*/ 689787 h 4882701"/>
                <a:gd name="connsiteX2966" fmla="*/ 4057218 w 4954903"/>
                <a:gd name="connsiteY2966" fmla="*/ 708779 h 4882701"/>
                <a:gd name="connsiteX2967" fmla="*/ 4054686 w 4954903"/>
                <a:gd name="connsiteY2967" fmla="*/ 700676 h 4882701"/>
                <a:gd name="connsiteX2968" fmla="*/ 4040252 w 4954903"/>
                <a:gd name="connsiteY2968" fmla="*/ 689534 h 4882701"/>
                <a:gd name="connsiteX2969" fmla="*/ 4038986 w 4954903"/>
                <a:gd name="connsiteY2969" fmla="*/ 689787 h 4882701"/>
                <a:gd name="connsiteX2970" fmla="*/ 3969349 w 4954903"/>
                <a:gd name="connsiteY2970" fmla="*/ 681937 h 4882701"/>
                <a:gd name="connsiteX2971" fmla="*/ 3968083 w 4954903"/>
                <a:gd name="connsiteY2971" fmla="*/ 682190 h 4882701"/>
                <a:gd name="connsiteX2972" fmla="*/ 3985808 w 4954903"/>
                <a:gd name="connsiteY2972" fmla="*/ 701182 h 4882701"/>
                <a:gd name="connsiteX2973" fmla="*/ 3984289 w 4954903"/>
                <a:gd name="connsiteY2973" fmla="*/ 693079 h 4882701"/>
                <a:gd name="connsiteX2974" fmla="*/ 3969349 w 4954903"/>
                <a:gd name="connsiteY2974" fmla="*/ 681937 h 4882701"/>
                <a:gd name="connsiteX2975" fmla="*/ 3943520 w 4954903"/>
                <a:gd name="connsiteY2975" fmla="*/ 679405 h 4882701"/>
                <a:gd name="connsiteX2976" fmla="*/ 3942000 w 4954903"/>
                <a:gd name="connsiteY2976" fmla="*/ 679658 h 4882701"/>
                <a:gd name="connsiteX2977" fmla="*/ 3959473 w 4954903"/>
                <a:gd name="connsiteY2977" fmla="*/ 698650 h 4882701"/>
                <a:gd name="connsiteX2978" fmla="*/ 3958460 w 4954903"/>
                <a:gd name="connsiteY2978" fmla="*/ 690547 h 4882701"/>
                <a:gd name="connsiteX2979" fmla="*/ 3943520 w 4954903"/>
                <a:gd name="connsiteY2979" fmla="*/ 679405 h 4882701"/>
                <a:gd name="connsiteX2980" fmla="*/ 3889076 w 4954903"/>
                <a:gd name="connsiteY2980" fmla="*/ 674594 h 4882701"/>
                <a:gd name="connsiteX2981" fmla="*/ 3887050 w 4954903"/>
                <a:gd name="connsiteY2981" fmla="*/ 675100 h 4882701"/>
                <a:gd name="connsiteX2982" fmla="*/ 3904270 w 4954903"/>
                <a:gd name="connsiteY2982" fmla="*/ 693586 h 4882701"/>
                <a:gd name="connsiteX2983" fmla="*/ 3903763 w 4954903"/>
                <a:gd name="connsiteY2983" fmla="*/ 685482 h 4882701"/>
                <a:gd name="connsiteX2984" fmla="*/ 3889076 w 4954903"/>
                <a:gd name="connsiteY2984" fmla="*/ 674594 h 4882701"/>
                <a:gd name="connsiteX2985" fmla="*/ 3449729 w 4954903"/>
                <a:gd name="connsiteY2985" fmla="*/ 645219 h 4882701"/>
                <a:gd name="connsiteX2986" fmla="*/ 3446691 w 4954903"/>
                <a:gd name="connsiteY2986" fmla="*/ 645726 h 4882701"/>
                <a:gd name="connsiteX2987" fmla="*/ 3456313 w 4954903"/>
                <a:gd name="connsiteY2987" fmla="*/ 662945 h 4882701"/>
                <a:gd name="connsiteX2988" fmla="*/ 3464670 w 4954903"/>
                <a:gd name="connsiteY2988" fmla="*/ 655855 h 4882701"/>
                <a:gd name="connsiteX2989" fmla="*/ 3449729 w 4954903"/>
                <a:gd name="connsiteY2989" fmla="*/ 645219 h 4882701"/>
                <a:gd name="connsiteX2990" fmla="*/ 1374037 w 4954903"/>
                <a:gd name="connsiteY2990" fmla="*/ 612553 h 4882701"/>
                <a:gd name="connsiteX2991" fmla="*/ 1356818 w 4954903"/>
                <a:gd name="connsiteY2991" fmla="*/ 628507 h 4882701"/>
                <a:gd name="connsiteX2992" fmla="*/ 1374543 w 4954903"/>
                <a:gd name="connsiteY2992" fmla="*/ 622682 h 4882701"/>
                <a:gd name="connsiteX2993" fmla="*/ 1374037 w 4954903"/>
                <a:gd name="connsiteY2993" fmla="*/ 612553 h 4882701"/>
                <a:gd name="connsiteX2994" fmla="*/ 1305666 w 4954903"/>
                <a:gd name="connsiteY2994" fmla="*/ 624202 h 4882701"/>
                <a:gd name="connsiteX2995" fmla="*/ 1305919 w 4954903"/>
                <a:gd name="connsiteY2995" fmla="*/ 614326 h 4882701"/>
                <a:gd name="connsiteX2996" fmla="*/ 1288447 w 4954903"/>
                <a:gd name="connsiteY2996" fmla="*/ 630279 h 4882701"/>
                <a:gd name="connsiteX2997" fmla="*/ 1305666 w 4954903"/>
                <a:gd name="connsiteY2997" fmla="*/ 624202 h 4882701"/>
                <a:gd name="connsiteX2998" fmla="*/ 861761 w 4954903"/>
                <a:gd name="connsiteY2998" fmla="*/ 651550 h 4882701"/>
                <a:gd name="connsiteX2999" fmla="*/ 862774 w 4954903"/>
                <a:gd name="connsiteY2999" fmla="*/ 650537 h 4882701"/>
                <a:gd name="connsiteX3000" fmla="*/ 869104 w 4954903"/>
                <a:gd name="connsiteY3000" fmla="*/ 641674 h 4882701"/>
                <a:gd name="connsiteX3001" fmla="*/ 849353 w 4954903"/>
                <a:gd name="connsiteY3001" fmla="*/ 660160 h 4882701"/>
                <a:gd name="connsiteX3002" fmla="*/ 861761 w 4954903"/>
                <a:gd name="connsiteY3002" fmla="*/ 651550 h 4882701"/>
                <a:gd name="connsiteX3003" fmla="*/ 835426 w 4954903"/>
                <a:gd name="connsiteY3003" fmla="*/ 662186 h 4882701"/>
                <a:gd name="connsiteX3004" fmla="*/ 847580 w 4954903"/>
                <a:gd name="connsiteY3004" fmla="*/ 653576 h 4882701"/>
                <a:gd name="connsiteX3005" fmla="*/ 849606 w 4954903"/>
                <a:gd name="connsiteY3005" fmla="*/ 651550 h 4882701"/>
                <a:gd name="connsiteX3006" fmla="*/ 855177 w 4954903"/>
                <a:gd name="connsiteY3006" fmla="*/ 643447 h 4882701"/>
                <a:gd name="connsiteX3007" fmla="*/ 835426 w 4954903"/>
                <a:gd name="connsiteY3007" fmla="*/ 662186 h 4882701"/>
                <a:gd name="connsiteX3008" fmla="*/ 834413 w 4954903"/>
                <a:gd name="connsiteY3008" fmla="*/ 655602 h 4882701"/>
                <a:gd name="connsiteX3009" fmla="*/ 842769 w 4954903"/>
                <a:gd name="connsiteY3009" fmla="*/ 645726 h 4882701"/>
                <a:gd name="connsiteX3010" fmla="*/ 842516 w 4954903"/>
                <a:gd name="connsiteY3010" fmla="*/ 645726 h 4882701"/>
                <a:gd name="connsiteX3011" fmla="*/ 822764 w 4954903"/>
                <a:gd name="connsiteY3011" fmla="*/ 664211 h 4882701"/>
                <a:gd name="connsiteX3012" fmla="*/ 834413 w 4954903"/>
                <a:gd name="connsiteY3012" fmla="*/ 655602 h 4882701"/>
                <a:gd name="connsiteX3013" fmla="*/ 3933138 w 4954903"/>
                <a:gd name="connsiteY3013" fmla="*/ 640915 h 4882701"/>
                <a:gd name="connsiteX3014" fmla="*/ 3931872 w 4954903"/>
                <a:gd name="connsiteY3014" fmla="*/ 641168 h 4882701"/>
                <a:gd name="connsiteX3015" fmla="*/ 3949850 w 4954903"/>
                <a:gd name="connsiteY3015" fmla="*/ 659653 h 4882701"/>
                <a:gd name="connsiteX3016" fmla="*/ 3948078 w 4954903"/>
                <a:gd name="connsiteY3016" fmla="*/ 651803 h 4882701"/>
                <a:gd name="connsiteX3017" fmla="*/ 3933138 w 4954903"/>
                <a:gd name="connsiteY3017" fmla="*/ 640915 h 4882701"/>
                <a:gd name="connsiteX3018" fmla="*/ 3908068 w 4954903"/>
                <a:gd name="connsiteY3018" fmla="*/ 638382 h 4882701"/>
                <a:gd name="connsiteX3019" fmla="*/ 3906802 w 4954903"/>
                <a:gd name="connsiteY3019" fmla="*/ 638636 h 4882701"/>
                <a:gd name="connsiteX3020" fmla="*/ 3924528 w 4954903"/>
                <a:gd name="connsiteY3020" fmla="*/ 657121 h 4882701"/>
                <a:gd name="connsiteX3021" fmla="*/ 3923009 w 4954903"/>
                <a:gd name="connsiteY3021" fmla="*/ 649271 h 4882701"/>
                <a:gd name="connsiteX3022" fmla="*/ 3908068 w 4954903"/>
                <a:gd name="connsiteY3022" fmla="*/ 638382 h 4882701"/>
                <a:gd name="connsiteX3023" fmla="*/ 3881986 w 4954903"/>
                <a:gd name="connsiteY3023" fmla="*/ 636103 h 4882701"/>
                <a:gd name="connsiteX3024" fmla="*/ 3880467 w 4954903"/>
                <a:gd name="connsiteY3024" fmla="*/ 636357 h 4882701"/>
                <a:gd name="connsiteX3025" fmla="*/ 3897939 w 4954903"/>
                <a:gd name="connsiteY3025" fmla="*/ 654842 h 4882701"/>
                <a:gd name="connsiteX3026" fmla="*/ 3896926 w 4954903"/>
                <a:gd name="connsiteY3026" fmla="*/ 646992 h 4882701"/>
                <a:gd name="connsiteX3027" fmla="*/ 3881986 w 4954903"/>
                <a:gd name="connsiteY3027" fmla="*/ 636103 h 4882701"/>
                <a:gd name="connsiteX3028" fmla="*/ 3855144 w 4954903"/>
                <a:gd name="connsiteY3028" fmla="*/ 633571 h 4882701"/>
                <a:gd name="connsiteX3029" fmla="*/ 3853624 w 4954903"/>
                <a:gd name="connsiteY3029" fmla="*/ 633824 h 4882701"/>
                <a:gd name="connsiteX3030" fmla="*/ 3870844 w 4954903"/>
                <a:gd name="connsiteY3030" fmla="*/ 652057 h 4882701"/>
                <a:gd name="connsiteX3031" fmla="*/ 3870084 w 4954903"/>
                <a:gd name="connsiteY3031" fmla="*/ 644207 h 4882701"/>
                <a:gd name="connsiteX3032" fmla="*/ 3855144 w 4954903"/>
                <a:gd name="connsiteY3032" fmla="*/ 633571 h 4882701"/>
                <a:gd name="connsiteX3033" fmla="*/ 3782468 w 4954903"/>
                <a:gd name="connsiteY3033" fmla="*/ 644966 h 4882701"/>
                <a:gd name="connsiteX3034" fmla="*/ 3783481 w 4954903"/>
                <a:gd name="connsiteY3034" fmla="*/ 637370 h 4882701"/>
                <a:gd name="connsiteX3035" fmla="*/ 3768541 w 4954903"/>
                <a:gd name="connsiteY3035" fmla="*/ 626734 h 4882701"/>
                <a:gd name="connsiteX3036" fmla="*/ 3766768 w 4954903"/>
                <a:gd name="connsiteY3036" fmla="*/ 626987 h 4882701"/>
                <a:gd name="connsiteX3037" fmla="*/ 3782468 w 4954903"/>
                <a:gd name="connsiteY3037" fmla="*/ 644966 h 4882701"/>
                <a:gd name="connsiteX3038" fmla="*/ 3498349 w 4954903"/>
                <a:gd name="connsiteY3038" fmla="*/ 609768 h 4882701"/>
                <a:gd name="connsiteX3039" fmla="*/ 3509997 w 4954903"/>
                <a:gd name="connsiteY3039" fmla="*/ 626987 h 4882701"/>
                <a:gd name="connsiteX3040" fmla="*/ 3516075 w 4954903"/>
                <a:gd name="connsiteY3040" fmla="*/ 619897 h 4882701"/>
                <a:gd name="connsiteX3041" fmla="*/ 3501388 w 4954903"/>
                <a:gd name="connsiteY3041" fmla="*/ 609261 h 4882701"/>
                <a:gd name="connsiteX3042" fmla="*/ 3498349 w 4954903"/>
                <a:gd name="connsiteY3042" fmla="*/ 609768 h 4882701"/>
                <a:gd name="connsiteX3043" fmla="*/ 1369732 w 4954903"/>
                <a:gd name="connsiteY3043" fmla="*/ 583686 h 4882701"/>
                <a:gd name="connsiteX3044" fmla="*/ 1369985 w 4954903"/>
                <a:gd name="connsiteY3044" fmla="*/ 574063 h 4882701"/>
                <a:gd name="connsiteX3045" fmla="*/ 1352513 w 4954903"/>
                <a:gd name="connsiteY3045" fmla="*/ 589510 h 4882701"/>
                <a:gd name="connsiteX3046" fmla="*/ 1369732 w 4954903"/>
                <a:gd name="connsiteY3046" fmla="*/ 583686 h 4882701"/>
                <a:gd name="connsiteX3047" fmla="*/ 891388 w 4954903"/>
                <a:gd name="connsiteY3047" fmla="*/ 619644 h 4882701"/>
                <a:gd name="connsiteX3048" fmla="*/ 903796 w 4954903"/>
                <a:gd name="connsiteY3048" fmla="*/ 611287 h 4882701"/>
                <a:gd name="connsiteX3049" fmla="*/ 906835 w 4954903"/>
                <a:gd name="connsiteY3049" fmla="*/ 608502 h 4882701"/>
                <a:gd name="connsiteX3050" fmla="*/ 911646 w 4954903"/>
                <a:gd name="connsiteY3050" fmla="*/ 601665 h 4882701"/>
                <a:gd name="connsiteX3051" fmla="*/ 891388 w 4954903"/>
                <a:gd name="connsiteY3051" fmla="*/ 619644 h 4882701"/>
                <a:gd name="connsiteX3052" fmla="*/ 885817 w 4954903"/>
                <a:gd name="connsiteY3052" fmla="*/ 605716 h 4882701"/>
                <a:gd name="connsiteX3053" fmla="*/ 885564 w 4954903"/>
                <a:gd name="connsiteY3053" fmla="*/ 605716 h 4882701"/>
                <a:gd name="connsiteX3054" fmla="*/ 865306 w 4954903"/>
                <a:gd name="connsiteY3054" fmla="*/ 623949 h 4882701"/>
                <a:gd name="connsiteX3055" fmla="*/ 877208 w 4954903"/>
                <a:gd name="connsiteY3055" fmla="*/ 615339 h 4882701"/>
                <a:gd name="connsiteX3056" fmla="*/ 885817 w 4954903"/>
                <a:gd name="connsiteY3056" fmla="*/ 605716 h 4882701"/>
                <a:gd name="connsiteX3057" fmla="*/ 4146100 w 4954903"/>
                <a:gd name="connsiteY3057" fmla="*/ 654336 h 4882701"/>
                <a:gd name="connsiteX3058" fmla="*/ 4146100 w 4954903"/>
                <a:gd name="connsiteY3058" fmla="*/ 654336 h 4882701"/>
                <a:gd name="connsiteX3059" fmla="*/ 4139010 w 4954903"/>
                <a:gd name="connsiteY3059" fmla="*/ 646486 h 4882701"/>
                <a:gd name="connsiteX3060" fmla="*/ 4126096 w 4954903"/>
                <a:gd name="connsiteY3060" fmla="*/ 635597 h 4882701"/>
                <a:gd name="connsiteX3061" fmla="*/ 4125842 w 4954903"/>
                <a:gd name="connsiteY3061" fmla="*/ 635597 h 4882701"/>
                <a:gd name="connsiteX3062" fmla="*/ 4146100 w 4954903"/>
                <a:gd name="connsiteY3062" fmla="*/ 654336 h 4882701"/>
                <a:gd name="connsiteX3063" fmla="*/ 3919463 w 4954903"/>
                <a:gd name="connsiteY3063" fmla="*/ 603437 h 4882701"/>
                <a:gd name="connsiteX3064" fmla="*/ 3918197 w 4954903"/>
                <a:gd name="connsiteY3064" fmla="*/ 603690 h 4882701"/>
                <a:gd name="connsiteX3065" fmla="*/ 3936683 w 4954903"/>
                <a:gd name="connsiteY3065" fmla="*/ 621669 h 4882701"/>
                <a:gd name="connsiteX3066" fmla="*/ 3934151 w 4954903"/>
                <a:gd name="connsiteY3066" fmla="*/ 614073 h 4882701"/>
                <a:gd name="connsiteX3067" fmla="*/ 3919463 w 4954903"/>
                <a:gd name="connsiteY3067" fmla="*/ 603437 h 4882701"/>
                <a:gd name="connsiteX3068" fmla="*/ 3894900 w 4954903"/>
                <a:gd name="connsiteY3068" fmla="*/ 601158 h 4882701"/>
                <a:gd name="connsiteX3069" fmla="*/ 3913133 w 4954903"/>
                <a:gd name="connsiteY3069" fmla="*/ 619137 h 4882701"/>
                <a:gd name="connsiteX3070" fmla="*/ 3910854 w 4954903"/>
                <a:gd name="connsiteY3070" fmla="*/ 611540 h 4882701"/>
                <a:gd name="connsiteX3071" fmla="*/ 3895914 w 4954903"/>
                <a:gd name="connsiteY3071" fmla="*/ 601158 h 4882701"/>
                <a:gd name="connsiteX3072" fmla="*/ 3894900 w 4954903"/>
                <a:gd name="connsiteY3072" fmla="*/ 601158 h 4882701"/>
                <a:gd name="connsiteX3073" fmla="*/ 3870337 w 4954903"/>
                <a:gd name="connsiteY3073" fmla="*/ 598879 h 4882701"/>
                <a:gd name="connsiteX3074" fmla="*/ 3888317 w 4954903"/>
                <a:gd name="connsiteY3074" fmla="*/ 616858 h 4882701"/>
                <a:gd name="connsiteX3075" fmla="*/ 3886544 w 4954903"/>
                <a:gd name="connsiteY3075" fmla="*/ 609261 h 4882701"/>
                <a:gd name="connsiteX3076" fmla="*/ 3871604 w 4954903"/>
                <a:gd name="connsiteY3076" fmla="*/ 598879 h 4882701"/>
                <a:gd name="connsiteX3077" fmla="*/ 3870337 w 4954903"/>
                <a:gd name="connsiteY3077" fmla="*/ 598879 h 4882701"/>
                <a:gd name="connsiteX3078" fmla="*/ 3861475 w 4954903"/>
                <a:gd name="connsiteY3078" fmla="*/ 606729 h 4882701"/>
                <a:gd name="connsiteX3079" fmla="*/ 3846534 w 4954903"/>
                <a:gd name="connsiteY3079" fmla="*/ 596347 h 4882701"/>
                <a:gd name="connsiteX3080" fmla="*/ 3845268 w 4954903"/>
                <a:gd name="connsiteY3080" fmla="*/ 596600 h 4882701"/>
                <a:gd name="connsiteX3081" fmla="*/ 3862994 w 4954903"/>
                <a:gd name="connsiteY3081" fmla="*/ 614579 h 4882701"/>
                <a:gd name="connsiteX3082" fmla="*/ 3861475 w 4954903"/>
                <a:gd name="connsiteY3082" fmla="*/ 606729 h 4882701"/>
                <a:gd name="connsiteX3083" fmla="*/ 3861475 w 4954903"/>
                <a:gd name="connsiteY3083" fmla="*/ 606729 h 4882701"/>
                <a:gd name="connsiteX3084" fmla="*/ 3820199 w 4954903"/>
                <a:gd name="connsiteY3084" fmla="*/ 593815 h 4882701"/>
                <a:gd name="connsiteX3085" fmla="*/ 3818680 w 4954903"/>
                <a:gd name="connsiteY3085" fmla="*/ 594068 h 4882701"/>
                <a:gd name="connsiteX3086" fmla="*/ 3836152 w 4954903"/>
                <a:gd name="connsiteY3086" fmla="*/ 612047 h 4882701"/>
                <a:gd name="connsiteX3087" fmla="*/ 3834886 w 4954903"/>
                <a:gd name="connsiteY3087" fmla="*/ 604450 h 4882701"/>
                <a:gd name="connsiteX3088" fmla="*/ 3820199 w 4954903"/>
                <a:gd name="connsiteY3088" fmla="*/ 593815 h 4882701"/>
                <a:gd name="connsiteX3089" fmla="*/ 3490246 w 4954903"/>
                <a:gd name="connsiteY3089" fmla="*/ 580140 h 4882701"/>
                <a:gd name="connsiteX3090" fmla="*/ 3475558 w 4954903"/>
                <a:gd name="connsiteY3090" fmla="*/ 570011 h 4882701"/>
                <a:gd name="connsiteX3091" fmla="*/ 3472773 w 4954903"/>
                <a:gd name="connsiteY3091" fmla="*/ 570518 h 4882701"/>
                <a:gd name="connsiteX3092" fmla="*/ 3485434 w 4954903"/>
                <a:gd name="connsiteY3092" fmla="*/ 587484 h 4882701"/>
                <a:gd name="connsiteX3093" fmla="*/ 3490246 w 4954903"/>
                <a:gd name="connsiteY3093" fmla="*/ 580140 h 4882701"/>
                <a:gd name="connsiteX3094" fmla="*/ 3400350 w 4954903"/>
                <a:gd name="connsiteY3094" fmla="*/ 566466 h 4882701"/>
                <a:gd name="connsiteX3095" fmla="*/ 3411239 w 4954903"/>
                <a:gd name="connsiteY3095" fmla="*/ 583179 h 4882701"/>
                <a:gd name="connsiteX3096" fmla="*/ 3417570 w 4954903"/>
                <a:gd name="connsiteY3096" fmla="*/ 576089 h 4882701"/>
                <a:gd name="connsiteX3097" fmla="*/ 3403136 w 4954903"/>
                <a:gd name="connsiteY3097" fmla="*/ 565960 h 4882701"/>
                <a:gd name="connsiteX3098" fmla="*/ 3400350 w 4954903"/>
                <a:gd name="connsiteY3098" fmla="*/ 566466 h 4882701"/>
                <a:gd name="connsiteX3099" fmla="*/ 1433798 w 4954903"/>
                <a:gd name="connsiteY3099" fmla="*/ 544436 h 4882701"/>
                <a:gd name="connsiteX3100" fmla="*/ 1433798 w 4954903"/>
                <a:gd name="connsiteY3100" fmla="*/ 535066 h 4882701"/>
                <a:gd name="connsiteX3101" fmla="*/ 1416326 w 4954903"/>
                <a:gd name="connsiteY3101" fmla="*/ 550007 h 4882701"/>
                <a:gd name="connsiteX3102" fmla="*/ 1433798 w 4954903"/>
                <a:gd name="connsiteY3102" fmla="*/ 544436 h 4882701"/>
                <a:gd name="connsiteX3103" fmla="*/ 1383659 w 4954903"/>
                <a:gd name="connsiteY3103" fmla="*/ 550766 h 4882701"/>
                <a:gd name="connsiteX3104" fmla="*/ 1400879 w 4954903"/>
                <a:gd name="connsiteY3104" fmla="*/ 545195 h 4882701"/>
                <a:gd name="connsiteX3105" fmla="*/ 1401385 w 4954903"/>
                <a:gd name="connsiteY3105" fmla="*/ 535826 h 4882701"/>
                <a:gd name="connsiteX3106" fmla="*/ 1383659 w 4954903"/>
                <a:gd name="connsiteY3106" fmla="*/ 550766 h 4882701"/>
                <a:gd name="connsiteX3107" fmla="*/ 1368466 w 4954903"/>
                <a:gd name="connsiteY3107" fmla="*/ 546208 h 4882701"/>
                <a:gd name="connsiteX3108" fmla="*/ 1369226 w 4954903"/>
                <a:gd name="connsiteY3108" fmla="*/ 536839 h 4882701"/>
                <a:gd name="connsiteX3109" fmla="*/ 1351500 w 4954903"/>
                <a:gd name="connsiteY3109" fmla="*/ 551779 h 4882701"/>
                <a:gd name="connsiteX3110" fmla="*/ 1368466 w 4954903"/>
                <a:gd name="connsiteY3110" fmla="*/ 546208 h 4882701"/>
                <a:gd name="connsiteX3111" fmla="*/ 921016 w 4954903"/>
                <a:gd name="connsiteY3111" fmla="*/ 582166 h 4882701"/>
                <a:gd name="connsiteX3112" fmla="*/ 933424 w 4954903"/>
                <a:gd name="connsiteY3112" fmla="*/ 573810 h 4882701"/>
                <a:gd name="connsiteX3113" fmla="*/ 942034 w 4954903"/>
                <a:gd name="connsiteY3113" fmla="*/ 564694 h 4882701"/>
                <a:gd name="connsiteX3114" fmla="*/ 941780 w 4954903"/>
                <a:gd name="connsiteY3114" fmla="*/ 564694 h 4882701"/>
                <a:gd name="connsiteX3115" fmla="*/ 921016 w 4954903"/>
                <a:gd name="connsiteY3115" fmla="*/ 582166 h 4882701"/>
                <a:gd name="connsiteX3116" fmla="*/ 929879 w 4954903"/>
                <a:gd name="connsiteY3116" fmla="*/ 566719 h 4882701"/>
                <a:gd name="connsiteX3117" fmla="*/ 929625 w 4954903"/>
                <a:gd name="connsiteY3117" fmla="*/ 566719 h 4882701"/>
                <a:gd name="connsiteX3118" fmla="*/ 908861 w 4954903"/>
                <a:gd name="connsiteY3118" fmla="*/ 584445 h 4882701"/>
                <a:gd name="connsiteX3119" fmla="*/ 921016 w 4954903"/>
                <a:gd name="connsiteY3119" fmla="*/ 576089 h 4882701"/>
                <a:gd name="connsiteX3120" fmla="*/ 929879 w 4954903"/>
                <a:gd name="connsiteY3120" fmla="*/ 566719 h 4882701"/>
                <a:gd name="connsiteX3121" fmla="*/ 4103305 w 4954903"/>
                <a:gd name="connsiteY3121" fmla="*/ 605463 h 4882701"/>
                <a:gd name="connsiteX3122" fmla="*/ 4103305 w 4954903"/>
                <a:gd name="connsiteY3122" fmla="*/ 605463 h 4882701"/>
                <a:gd name="connsiteX3123" fmla="*/ 4103305 w 4954903"/>
                <a:gd name="connsiteY3123" fmla="*/ 605463 h 4882701"/>
                <a:gd name="connsiteX3124" fmla="*/ 4103305 w 4954903"/>
                <a:gd name="connsiteY3124" fmla="*/ 605463 h 4882701"/>
                <a:gd name="connsiteX3125" fmla="*/ 4103812 w 4954903"/>
                <a:gd name="connsiteY3125" fmla="*/ 605970 h 4882701"/>
                <a:gd name="connsiteX3126" fmla="*/ 4103305 w 4954903"/>
                <a:gd name="connsiteY3126" fmla="*/ 605463 h 4882701"/>
                <a:gd name="connsiteX3127" fmla="*/ 4103812 w 4954903"/>
                <a:gd name="connsiteY3127" fmla="*/ 605970 h 4882701"/>
                <a:gd name="connsiteX3128" fmla="*/ 4103812 w 4954903"/>
                <a:gd name="connsiteY3128" fmla="*/ 605970 h 4882701"/>
                <a:gd name="connsiteX3129" fmla="*/ 4123310 w 4954903"/>
                <a:gd name="connsiteY3129" fmla="*/ 623189 h 4882701"/>
                <a:gd name="connsiteX3130" fmla="*/ 4123310 w 4954903"/>
                <a:gd name="connsiteY3130" fmla="*/ 623189 h 4882701"/>
                <a:gd name="connsiteX3131" fmla="*/ 4103812 w 4954903"/>
                <a:gd name="connsiteY3131" fmla="*/ 605970 h 4882701"/>
                <a:gd name="connsiteX3132" fmla="*/ 4124070 w 4954903"/>
                <a:gd name="connsiteY3132" fmla="*/ 623695 h 4882701"/>
                <a:gd name="connsiteX3133" fmla="*/ 4123310 w 4954903"/>
                <a:gd name="connsiteY3133" fmla="*/ 623189 h 4882701"/>
                <a:gd name="connsiteX3134" fmla="*/ 3902750 w 4954903"/>
                <a:gd name="connsiteY3134" fmla="*/ 566719 h 4882701"/>
                <a:gd name="connsiteX3135" fmla="*/ 3901738 w 4954903"/>
                <a:gd name="connsiteY3135" fmla="*/ 566973 h 4882701"/>
                <a:gd name="connsiteX3136" fmla="*/ 3921236 w 4954903"/>
                <a:gd name="connsiteY3136" fmla="*/ 584445 h 4882701"/>
                <a:gd name="connsiteX3137" fmla="*/ 3917438 w 4954903"/>
                <a:gd name="connsiteY3137" fmla="*/ 576849 h 4882701"/>
                <a:gd name="connsiteX3138" fmla="*/ 3902750 w 4954903"/>
                <a:gd name="connsiteY3138" fmla="*/ 566719 h 4882701"/>
                <a:gd name="connsiteX3139" fmla="*/ 3880973 w 4954903"/>
                <a:gd name="connsiteY3139" fmla="*/ 564440 h 4882701"/>
                <a:gd name="connsiteX3140" fmla="*/ 3879960 w 4954903"/>
                <a:gd name="connsiteY3140" fmla="*/ 564694 h 4882701"/>
                <a:gd name="connsiteX3141" fmla="*/ 3898952 w 4954903"/>
                <a:gd name="connsiteY3141" fmla="*/ 582166 h 4882701"/>
                <a:gd name="connsiteX3142" fmla="*/ 3895914 w 4954903"/>
                <a:gd name="connsiteY3142" fmla="*/ 574570 h 4882701"/>
                <a:gd name="connsiteX3143" fmla="*/ 3880973 w 4954903"/>
                <a:gd name="connsiteY3143" fmla="*/ 564440 h 4882701"/>
                <a:gd name="connsiteX3144" fmla="*/ 3851852 w 4954903"/>
                <a:gd name="connsiteY3144" fmla="*/ 577355 h 4882701"/>
                <a:gd name="connsiteX3145" fmla="*/ 3849573 w 4954903"/>
                <a:gd name="connsiteY3145" fmla="*/ 569758 h 4882701"/>
                <a:gd name="connsiteX3146" fmla="*/ 3834633 w 4954903"/>
                <a:gd name="connsiteY3146" fmla="*/ 559629 h 4882701"/>
                <a:gd name="connsiteX3147" fmla="*/ 3833367 w 4954903"/>
                <a:gd name="connsiteY3147" fmla="*/ 559882 h 4882701"/>
                <a:gd name="connsiteX3148" fmla="*/ 3851852 w 4954903"/>
                <a:gd name="connsiteY3148" fmla="*/ 577355 h 4882701"/>
                <a:gd name="connsiteX3149" fmla="*/ 3808550 w 4954903"/>
                <a:gd name="connsiteY3149" fmla="*/ 557603 h 4882701"/>
                <a:gd name="connsiteX3150" fmla="*/ 3826783 w 4954903"/>
                <a:gd name="connsiteY3150" fmla="*/ 575076 h 4882701"/>
                <a:gd name="connsiteX3151" fmla="*/ 3825010 w 4954903"/>
                <a:gd name="connsiteY3151" fmla="*/ 567732 h 4882701"/>
                <a:gd name="connsiteX3152" fmla="*/ 3810070 w 4954903"/>
                <a:gd name="connsiteY3152" fmla="*/ 557603 h 4882701"/>
                <a:gd name="connsiteX3153" fmla="*/ 3808550 w 4954903"/>
                <a:gd name="connsiteY3153" fmla="*/ 557603 h 4882701"/>
                <a:gd name="connsiteX3154" fmla="*/ 3774112 w 4954903"/>
                <a:gd name="connsiteY3154" fmla="*/ 570518 h 4882701"/>
                <a:gd name="connsiteX3155" fmla="*/ 3772846 w 4954903"/>
                <a:gd name="connsiteY3155" fmla="*/ 563174 h 4882701"/>
                <a:gd name="connsiteX3156" fmla="*/ 3757905 w 4954903"/>
                <a:gd name="connsiteY3156" fmla="*/ 553045 h 4882701"/>
                <a:gd name="connsiteX3157" fmla="*/ 3756133 w 4954903"/>
                <a:gd name="connsiteY3157" fmla="*/ 553552 h 4882701"/>
                <a:gd name="connsiteX3158" fmla="*/ 3774112 w 4954903"/>
                <a:gd name="connsiteY3158" fmla="*/ 570518 h 4882701"/>
                <a:gd name="connsiteX3159" fmla="*/ 3728784 w 4954903"/>
                <a:gd name="connsiteY3159" fmla="*/ 551273 h 4882701"/>
                <a:gd name="connsiteX3160" fmla="*/ 3746510 w 4954903"/>
                <a:gd name="connsiteY3160" fmla="*/ 568239 h 4882701"/>
                <a:gd name="connsiteX3161" fmla="*/ 3745750 w 4954903"/>
                <a:gd name="connsiteY3161" fmla="*/ 560895 h 4882701"/>
                <a:gd name="connsiteX3162" fmla="*/ 3730810 w 4954903"/>
                <a:gd name="connsiteY3162" fmla="*/ 550766 h 4882701"/>
                <a:gd name="connsiteX3163" fmla="*/ 3728784 w 4954903"/>
                <a:gd name="connsiteY3163" fmla="*/ 551273 h 4882701"/>
                <a:gd name="connsiteX3164" fmla="*/ 1433039 w 4954903"/>
                <a:gd name="connsiteY3164" fmla="*/ 498855 h 4882701"/>
                <a:gd name="connsiteX3165" fmla="*/ 1415313 w 4954903"/>
                <a:gd name="connsiteY3165" fmla="*/ 513289 h 4882701"/>
                <a:gd name="connsiteX3166" fmla="*/ 1432279 w 4954903"/>
                <a:gd name="connsiteY3166" fmla="*/ 507718 h 4882701"/>
                <a:gd name="connsiteX3167" fmla="*/ 1433039 w 4954903"/>
                <a:gd name="connsiteY3167" fmla="*/ 498855 h 4882701"/>
                <a:gd name="connsiteX3168" fmla="*/ 1401892 w 4954903"/>
                <a:gd name="connsiteY3168" fmla="*/ 499868 h 4882701"/>
                <a:gd name="connsiteX3169" fmla="*/ 1384166 w 4954903"/>
                <a:gd name="connsiteY3169" fmla="*/ 514302 h 4882701"/>
                <a:gd name="connsiteX3170" fmla="*/ 1400879 w 4954903"/>
                <a:gd name="connsiteY3170" fmla="*/ 508731 h 4882701"/>
                <a:gd name="connsiteX3171" fmla="*/ 1401892 w 4954903"/>
                <a:gd name="connsiteY3171" fmla="*/ 499868 h 4882701"/>
                <a:gd name="connsiteX3172" fmla="*/ 965330 w 4954903"/>
                <a:gd name="connsiteY3172" fmla="*/ 543929 h 4882701"/>
                <a:gd name="connsiteX3173" fmla="*/ 977738 w 4954903"/>
                <a:gd name="connsiteY3173" fmla="*/ 535826 h 4882701"/>
                <a:gd name="connsiteX3174" fmla="*/ 986601 w 4954903"/>
                <a:gd name="connsiteY3174" fmla="*/ 526963 h 4882701"/>
                <a:gd name="connsiteX3175" fmla="*/ 986348 w 4954903"/>
                <a:gd name="connsiteY3175" fmla="*/ 526963 h 4882701"/>
                <a:gd name="connsiteX3176" fmla="*/ 965330 w 4954903"/>
                <a:gd name="connsiteY3176" fmla="*/ 543929 h 4882701"/>
                <a:gd name="connsiteX3177" fmla="*/ 974953 w 4954903"/>
                <a:gd name="connsiteY3177" fmla="*/ 528736 h 4882701"/>
                <a:gd name="connsiteX3178" fmla="*/ 974700 w 4954903"/>
                <a:gd name="connsiteY3178" fmla="*/ 528736 h 4882701"/>
                <a:gd name="connsiteX3179" fmla="*/ 953682 w 4954903"/>
                <a:gd name="connsiteY3179" fmla="*/ 545955 h 4882701"/>
                <a:gd name="connsiteX3180" fmla="*/ 965837 w 4954903"/>
                <a:gd name="connsiteY3180" fmla="*/ 537852 h 4882701"/>
                <a:gd name="connsiteX3181" fmla="*/ 974953 w 4954903"/>
                <a:gd name="connsiteY3181" fmla="*/ 528736 h 4882701"/>
                <a:gd name="connsiteX3182" fmla="*/ 3902244 w 4954903"/>
                <a:gd name="connsiteY3182" fmla="*/ 533547 h 4882701"/>
                <a:gd name="connsiteX3183" fmla="*/ 3901485 w 4954903"/>
                <a:gd name="connsiteY3183" fmla="*/ 533800 h 4882701"/>
                <a:gd name="connsiteX3184" fmla="*/ 3921742 w 4954903"/>
                <a:gd name="connsiteY3184" fmla="*/ 550766 h 4882701"/>
                <a:gd name="connsiteX3185" fmla="*/ 3916931 w 4954903"/>
                <a:gd name="connsiteY3185" fmla="*/ 543423 h 4882701"/>
                <a:gd name="connsiteX3186" fmla="*/ 3902244 w 4954903"/>
                <a:gd name="connsiteY3186" fmla="*/ 533547 h 4882701"/>
                <a:gd name="connsiteX3187" fmla="*/ 3883252 w 4954903"/>
                <a:gd name="connsiteY3187" fmla="*/ 531268 h 4882701"/>
                <a:gd name="connsiteX3188" fmla="*/ 3882239 w 4954903"/>
                <a:gd name="connsiteY3188" fmla="*/ 531521 h 4882701"/>
                <a:gd name="connsiteX3189" fmla="*/ 3902244 w 4954903"/>
                <a:gd name="connsiteY3189" fmla="*/ 548487 h 4882701"/>
                <a:gd name="connsiteX3190" fmla="*/ 3897939 w 4954903"/>
                <a:gd name="connsiteY3190" fmla="*/ 541144 h 4882701"/>
                <a:gd name="connsiteX3191" fmla="*/ 3883252 w 4954903"/>
                <a:gd name="connsiteY3191" fmla="*/ 531268 h 4882701"/>
                <a:gd name="connsiteX3192" fmla="*/ 3861981 w 4954903"/>
                <a:gd name="connsiteY3192" fmla="*/ 528989 h 4882701"/>
                <a:gd name="connsiteX3193" fmla="*/ 3881986 w 4954903"/>
                <a:gd name="connsiteY3193" fmla="*/ 545955 h 4882701"/>
                <a:gd name="connsiteX3194" fmla="*/ 3877934 w 4954903"/>
                <a:gd name="connsiteY3194" fmla="*/ 538611 h 4882701"/>
                <a:gd name="connsiteX3195" fmla="*/ 3862994 w 4954903"/>
                <a:gd name="connsiteY3195" fmla="*/ 528736 h 4882701"/>
                <a:gd name="connsiteX3196" fmla="*/ 3861981 w 4954903"/>
                <a:gd name="connsiteY3196" fmla="*/ 528989 h 4882701"/>
                <a:gd name="connsiteX3197" fmla="*/ 3720681 w 4954903"/>
                <a:gd name="connsiteY3197" fmla="*/ 516074 h 4882701"/>
                <a:gd name="connsiteX3198" fmla="*/ 3738913 w 4954903"/>
                <a:gd name="connsiteY3198" fmla="*/ 532787 h 4882701"/>
                <a:gd name="connsiteX3199" fmla="*/ 3737394 w 4954903"/>
                <a:gd name="connsiteY3199" fmla="*/ 525444 h 4882701"/>
                <a:gd name="connsiteX3200" fmla="*/ 3722454 w 4954903"/>
                <a:gd name="connsiteY3200" fmla="*/ 515568 h 4882701"/>
                <a:gd name="connsiteX3201" fmla="*/ 3720681 w 4954903"/>
                <a:gd name="connsiteY3201" fmla="*/ 516074 h 4882701"/>
                <a:gd name="connsiteX3202" fmla="*/ 3695612 w 4954903"/>
                <a:gd name="connsiteY3202" fmla="*/ 513289 h 4882701"/>
                <a:gd name="connsiteX3203" fmla="*/ 3693839 w 4954903"/>
                <a:gd name="connsiteY3203" fmla="*/ 513795 h 4882701"/>
                <a:gd name="connsiteX3204" fmla="*/ 3711818 w 4954903"/>
                <a:gd name="connsiteY3204" fmla="*/ 530255 h 4882701"/>
                <a:gd name="connsiteX3205" fmla="*/ 3710805 w 4954903"/>
                <a:gd name="connsiteY3205" fmla="*/ 522911 h 4882701"/>
                <a:gd name="connsiteX3206" fmla="*/ 3695612 w 4954903"/>
                <a:gd name="connsiteY3206" fmla="*/ 513289 h 4882701"/>
                <a:gd name="connsiteX3207" fmla="*/ 3467962 w 4954903"/>
                <a:gd name="connsiteY3207" fmla="*/ 513795 h 4882701"/>
                <a:gd name="connsiteX3208" fmla="*/ 3470494 w 4954903"/>
                <a:gd name="connsiteY3208" fmla="*/ 506705 h 4882701"/>
                <a:gd name="connsiteX3209" fmla="*/ 3456060 w 4954903"/>
                <a:gd name="connsiteY3209" fmla="*/ 497082 h 4882701"/>
                <a:gd name="connsiteX3210" fmla="*/ 3453528 w 4954903"/>
                <a:gd name="connsiteY3210" fmla="*/ 497589 h 4882701"/>
                <a:gd name="connsiteX3211" fmla="*/ 3467962 w 4954903"/>
                <a:gd name="connsiteY3211" fmla="*/ 513795 h 4882701"/>
                <a:gd name="connsiteX3212" fmla="*/ 3386423 w 4954903"/>
                <a:gd name="connsiteY3212" fmla="*/ 493790 h 4882701"/>
                <a:gd name="connsiteX3213" fmla="*/ 3399084 w 4954903"/>
                <a:gd name="connsiteY3213" fmla="*/ 509744 h 4882701"/>
                <a:gd name="connsiteX3214" fmla="*/ 3403389 w 4954903"/>
                <a:gd name="connsiteY3214" fmla="*/ 502907 h 4882701"/>
                <a:gd name="connsiteX3215" fmla="*/ 3388955 w 4954903"/>
                <a:gd name="connsiteY3215" fmla="*/ 493284 h 4882701"/>
                <a:gd name="connsiteX3216" fmla="*/ 3386423 w 4954903"/>
                <a:gd name="connsiteY3216" fmla="*/ 493790 h 4882701"/>
                <a:gd name="connsiteX3217" fmla="*/ 1465451 w 4954903"/>
                <a:gd name="connsiteY3217" fmla="*/ 462897 h 4882701"/>
                <a:gd name="connsiteX3218" fmla="*/ 1447726 w 4954903"/>
                <a:gd name="connsiteY3218" fmla="*/ 476824 h 4882701"/>
                <a:gd name="connsiteX3219" fmla="*/ 1464439 w 4954903"/>
                <a:gd name="connsiteY3219" fmla="*/ 471507 h 4882701"/>
                <a:gd name="connsiteX3220" fmla="*/ 1465451 w 4954903"/>
                <a:gd name="connsiteY3220" fmla="*/ 462897 h 4882701"/>
                <a:gd name="connsiteX3221" fmla="*/ 1435318 w 4954903"/>
                <a:gd name="connsiteY3221" fmla="*/ 463910 h 4882701"/>
                <a:gd name="connsiteX3222" fmla="*/ 1417339 w 4954903"/>
                <a:gd name="connsiteY3222" fmla="*/ 478597 h 4882701"/>
                <a:gd name="connsiteX3223" fmla="*/ 1433798 w 4954903"/>
                <a:gd name="connsiteY3223" fmla="*/ 472773 h 4882701"/>
                <a:gd name="connsiteX3224" fmla="*/ 1435318 w 4954903"/>
                <a:gd name="connsiteY3224" fmla="*/ 463910 h 4882701"/>
                <a:gd name="connsiteX3225" fmla="*/ 1020787 w 4954903"/>
                <a:gd name="connsiteY3225" fmla="*/ 492018 h 4882701"/>
                <a:gd name="connsiteX3226" fmla="*/ 1020534 w 4954903"/>
                <a:gd name="connsiteY3226" fmla="*/ 492018 h 4882701"/>
                <a:gd name="connsiteX3227" fmla="*/ 999009 w 4954903"/>
                <a:gd name="connsiteY3227" fmla="*/ 508731 h 4882701"/>
                <a:gd name="connsiteX3228" fmla="*/ 1011417 w 4954903"/>
                <a:gd name="connsiteY3228" fmla="*/ 500881 h 4882701"/>
                <a:gd name="connsiteX3229" fmla="*/ 1020787 w 4954903"/>
                <a:gd name="connsiteY3229" fmla="*/ 492018 h 4882701"/>
                <a:gd name="connsiteX3230" fmla="*/ 4015942 w 4954903"/>
                <a:gd name="connsiteY3230" fmla="*/ 534053 h 4882701"/>
                <a:gd name="connsiteX3231" fmla="*/ 4003028 w 4954903"/>
                <a:gd name="connsiteY3231" fmla="*/ 524178 h 4882701"/>
                <a:gd name="connsiteX3232" fmla="*/ 4003028 w 4954903"/>
                <a:gd name="connsiteY3232" fmla="*/ 524178 h 4882701"/>
                <a:gd name="connsiteX3233" fmla="*/ 4024299 w 4954903"/>
                <a:gd name="connsiteY3233" fmla="*/ 541144 h 4882701"/>
                <a:gd name="connsiteX3234" fmla="*/ 4015942 w 4954903"/>
                <a:gd name="connsiteY3234" fmla="*/ 534053 h 4882701"/>
                <a:gd name="connsiteX3235" fmla="*/ 4010371 w 4954903"/>
                <a:gd name="connsiteY3235" fmla="*/ 531774 h 4882701"/>
                <a:gd name="connsiteX3236" fmla="*/ 3997204 w 4954903"/>
                <a:gd name="connsiteY3236" fmla="*/ 521899 h 4882701"/>
                <a:gd name="connsiteX3237" fmla="*/ 3997204 w 4954903"/>
                <a:gd name="connsiteY3237" fmla="*/ 521899 h 4882701"/>
                <a:gd name="connsiteX3238" fmla="*/ 4018728 w 4954903"/>
                <a:gd name="connsiteY3238" fmla="*/ 538865 h 4882701"/>
                <a:gd name="connsiteX3239" fmla="*/ 4010371 w 4954903"/>
                <a:gd name="connsiteY3239" fmla="*/ 531774 h 4882701"/>
                <a:gd name="connsiteX3240" fmla="*/ 3894647 w 4954903"/>
                <a:gd name="connsiteY3240" fmla="*/ 501134 h 4882701"/>
                <a:gd name="connsiteX3241" fmla="*/ 3894141 w 4954903"/>
                <a:gd name="connsiteY3241" fmla="*/ 501134 h 4882701"/>
                <a:gd name="connsiteX3242" fmla="*/ 3914905 w 4954903"/>
                <a:gd name="connsiteY3242" fmla="*/ 517847 h 4882701"/>
                <a:gd name="connsiteX3243" fmla="*/ 3909334 w 4954903"/>
                <a:gd name="connsiteY3243" fmla="*/ 510757 h 4882701"/>
                <a:gd name="connsiteX3244" fmla="*/ 3894647 w 4954903"/>
                <a:gd name="connsiteY3244" fmla="*/ 501134 h 4882701"/>
                <a:gd name="connsiteX3245" fmla="*/ 3877934 w 4954903"/>
                <a:gd name="connsiteY3245" fmla="*/ 498855 h 4882701"/>
                <a:gd name="connsiteX3246" fmla="*/ 3877175 w 4954903"/>
                <a:gd name="connsiteY3246" fmla="*/ 499108 h 4882701"/>
                <a:gd name="connsiteX3247" fmla="*/ 3897686 w 4954903"/>
                <a:gd name="connsiteY3247" fmla="*/ 515568 h 4882701"/>
                <a:gd name="connsiteX3248" fmla="*/ 3892621 w 4954903"/>
                <a:gd name="connsiteY3248" fmla="*/ 508478 h 4882701"/>
                <a:gd name="connsiteX3249" fmla="*/ 3877934 w 4954903"/>
                <a:gd name="connsiteY3249" fmla="*/ 498855 h 4882701"/>
                <a:gd name="connsiteX3250" fmla="*/ 3473786 w 4954903"/>
                <a:gd name="connsiteY3250" fmla="*/ 472519 h 4882701"/>
                <a:gd name="connsiteX3251" fmla="*/ 3459099 w 4954903"/>
                <a:gd name="connsiteY3251" fmla="*/ 463150 h 4882701"/>
                <a:gd name="connsiteX3252" fmla="*/ 3456820 w 4954903"/>
                <a:gd name="connsiteY3252" fmla="*/ 463657 h 4882701"/>
                <a:gd name="connsiteX3253" fmla="*/ 3471760 w 4954903"/>
                <a:gd name="connsiteY3253" fmla="*/ 479357 h 4882701"/>
                <a:gd name="connsiteX3254" fmla="*/ 3473786 w 4954903"/>
                <a:gd name="connsiteY3254" fmla="*/ 472519 h 4882701"/>
                <a:gd name="connsiteX3255" fmla="*/ 3407188 w 4954903"/>
                <a:gd name="connsiteY3255" fmla="*/ 475558 h 4882701"/>
                <a:gd name="connsiteX3256" fmla="*/ 3409720 w 4954903"/>
                <a:gd name="connsiteY3256" fmla="*/ 468721 h 4882701"/>
                <a:gd name="connsiteX3257" fmla="*/ 3395286 w 4954903"/>
                <a:gd name="connsiteY3257" fmla="*/ 459352 h 4882701"/>
                <a:gd name="connsiteX3258" fmla="*/ 3392753 w 4954903"/>
                <a:gd name="connsiteY3258" fmla="*/ 459858 h 4882701"/>
                <a:gd name="connsiteX3259" fmla="*/ 3407188 w 4954903"/>
                <a:gd name="connsiteY3259" fmla="*/ 475558 h 4882701"/>
                <a:gd name="connsiteX3260" fmla="*/ 1590545 w 4954903"/>
                <a:gd name="connsiteY3260" fmla="*/ 425926 h 4882701"/>
                <a:gd name="connsiteX3261" fmla="*/ 1573579 w 4954903"/>
                <a:gd name="connsiteY3261" fmla="*/ 439347 h 4882701"/>
                <a:gd name="connsiteX3262" fmla="*/ 1590292 w 4954903"/>
                <a:gd name="connsiteY3262" fmla="*/ 434282 h 4882701"/>
                <a:gd name="connsiteX3263" fmla="*/ 1590545 w 4954903"/>
                <a:gd name="connsiteY3263" fmla="*/ 425926 h 4882701"/>
                <a:gd name="connsiteX3264" fmla="*/ 1558385 w 4954903"/>
                <a:gd name="connsiteY3264" fmla="*/ 435042 h 4882701"/>
                <a:gd name="connsiteX3265" fmla="*/ 1559145 w 4954903"/>
                <a:gd name="connsiteY3265" fmla="*/ 426686 h 4882701"/>
                <a:gd name="connsiteX3266" fmla="*/ 1541926 w 4954903"/>
                <a:gd name="connsiteY3266" fmla="*/ 440107 h 4882701"/>
                <a:gd name="connsiteX3267" fmla="*/ 1558385 w 4954903"/>
                <a:gd name="connsiteY3267" fmla="*/ 435042 h 4882701"/>
                <a:gd name="connsiteX3268" fmla="*/ 3972641 w 4954903"/>
                <a:gd name="connsiteY3268" fmla="*/ 499108 h 4882701"/>
                <a:gd name="connsiteX3269" fmla="*/ 3959726 w 4954903"/>
                <a:gd name="connsiteY3269" fmla="*/ 489486 h 4882701"/>
                <a:gd name="connsiteX3270" fmla="*/ 3959726 w 4954903"/>
                <a:gd name="connsiteY3270" fmla="*/ 489486 h 4882701"/>
                <a:gd name="connsiteX3271" fmla="*/ 3981757 w 4954903"/>
                <a:gd name="connsiteY3271" fmla="*/ 506198 h 4882701"/>
                <a:gd name="connsiteX3272" fmla="*/ 3972641 w 4954903"/>
                <a:gd name="connsiteY3272" fmla="*/ 499108 h 4882701"/>
                <a:gd name="connsiteX3273" fmla="*/ 3850079 w 4954903"/>
                <a:gd name="connsiteY3273" fmla="*/ 465176 h 4882701"/>
                <a:gd name="connsiteX3274" fmla="*/ 3871097 w 4954903"/>
                <a:gd name="connsiteY3274" fmla="*/ 481382 h 4882701"/>
                <a:gd name="connsiteX3275" fmla="*/ 3865273 w 4954903"/>
                <a:gd name="connsiteY3275" fmla="*/ 474545 h 4882701"/>
                <a:gd name="connsiteX3276" fmla="*/ 3850586 w 4954903"/>
                <a:gd name="connsiteY3276" fmla="*/ 465176 h 4882701"/>
                <a:gd name="connsiteX3277" fmla="*/ 3850079 w 4954903"/>
                <a:gd name="connsiteY3277" fmla="*/ 465176 h 4882701"/>
                <a:gd name="connsiteX3278" fmla="*/ 3854891 w 4954903"/>
                <a:gd name="connsiteY3278" fmla="*/ 479103 h 4882701"/>
                <a:gd name="connsiteX3279" fmla="*/ 3849320 w 4954903"/>
                <a:gd name="connsiteY3279" fmla="*/ 472266 h 4882701"/>
                <a:gd name="connsiteX3280" fmla="*/ 3834633 w 4954903"/>
                <a:gd name="connsiteY3280" fmla="*/ 462897 h 4882701"/>
                <a:gd name="connsiteX3281" fmla="*/ 3833873 w 4954903"/>
                <a:gd name="connsiteY3281" fmla="*/ 463150 h 4882701"/>
                <a:gd name="connsiteX3282" fmla="*/ 3854891 w 4954903"/>
                <a:gd name="connsiteY3282" fmla="*/ 479103 h 4882701"/>
                <a:gd name="connsiteX3283" fmla="*/ 3459099 w 4954903"/>
                <a:gd name="connsiteY3283" fmla="*/ 430231 h 4882701"/>
                <a:gd name="connsiteX3284" fmla="*/ 3457073 w 4954903"/>
                <a:gd name="connsiteY3284" fmla="*/ 430737 h 4882701"/>
                <a:gd name="connsiteX3285" fmla="*/ 3473280 w 4954903"/>
                <a:gd name="connsiteY3285" fmla="*/ 445931 h 4882701"/>
                <a:gd name="connsiteX3286" fmla="*/ 3473786 w 4954903"/>
                <a:gd name="connsiteY3286" fmla="*/ 439347 h 4882701"/>
                <a:gd name="connsiteX3287" fmla="*/ 3459099 w 4954903"/>
                <a:gd name="connsiteY3287" fmla="*/ 430231 h 4882701"/>
                <a:gd name="connsiteX3288" fmla="*/ 1589532 w 4954903"/>
                <a:gd name="connsiteY3288" fmla="*/ 401363 h 4882701"/>
                <a:gd name="connsiteX3289" fmla="*/ 1590545 w 4954903"/>
                <a:gd name="connsiteY3289" fmla="*/ 393260 h 4882701"/>
                <a:gd name="connsiteX3290" fmla="*/ 1573326 w 4954903"/>
                <a:gd name="connsiteY3290" fmla="*/ 406174 h 4882701"/>
                <a:gd name="connsiteX3291" fmla="*/ 1589532 w 4954903"/>
                <a:gd name="connsiteY3291" fmla="*/ 401363 h 4882701"/>
                <a:gd name="connsiteX3292" fmla="*/ 1105111 w 4954903"/>
                <a:gd name="connsiteY3292" fmla="*/ 423647 h 4882701"/>
                <a:gd name="connsiteX3293" fmla="*/ 1105111 w 4954903"/>
                <a:gd name="connsiteY3293" fmla="*/ 423647 h 4882701"/>
                <a:gd name="connsiteX3294" fmla="*/ 1082827 w 4954903"/>
                <a:gd name="connsiteY3294" fmla="*/ 439347 h 4882701"/>
                <a:gd name="connsiteX3295" fmla="*/ 1094982 w 4954903"/>
                <a:gd name="connsiteY3295" fmla="*/ 432003 h 4882701"/>
                <a:gd name="connsiteX3296" fmla="*/ 1105111 w 4954903"/>
                <a:gd name="connsiteY3296" fmla="*/ 423647 h 4882701"/>
                <a:gd name="connsiteX3297" fmla="*/ 3819946 w 4954903"/>
                <a:gd name="connsiteY3297" fmla="*/ 432510 h 4882701"/>
                <a:gd name="connsiteX3298" fmla="*/ 3841723 w 4954903"/>
                <a:gd name="connsiteY3298" fmla="*/ 448210 h 4882701"/>
                <a:gd name="connsiteX3299" fmla="*/ 3835139 w 4954903"/>
                <a:gd name="connsiteY3299" fmla="*/ 441626 h 4882701"/>
                <a:gd name="connsiteX3300" fmla="*/ 3820199 w 4954903"/>
                <a:gd name="connsiteY3300" fmla="*/ 432510 h 4882701"/>
                <a:gd name="connsiteX3301" fmla="*/ 3819946 w 4954903"/>
                <a:gd name="connsiteY3301" fmla="*/ 432510 h 4882701"/>
                <a:gd name="connsiteX3302" fmla="*/ 3756133 w 4954903"/>
                <a:gd name="connsiteY3302" fmla="*/ 423900 h 4882701"/>
                <a:gd name="connsiteX3303" fmla="*/ 3755373 w 4954903"/>
                <a:gd name="connsiteY3303" fmla="*/ 424153 h 4882701"/>
                <a:gd name="connsiteX3304" fmla="*/ 3776391 w 4954903"/>
                <a:gd name="connsiteY3304" fmla="*/ 439600 h 4882701"/>
                <a:gd name="connsiteX3305" fmla="*/ 3771326 w 4954903"/>
                <a:gd name="connsiteY3305" fmla="*/ 433016 h 4882701"/>
                <a:gd name="connsiteX3306" fmla="*/ 3756133 w 4954903"/>
                <a:gd name="connsiteY3306" fmla="*/ 423900 h 4882701"/>
                <a:gd name="connsiteX3307" fmla="*/ 3455807 w 4954903"/>
                <a:gd name="connsiteY3307" fmla="*/ 398324 h 4882701"/>
                <a:gd name="connsiteX3308" fmla="*/ 3454034 w 4954903"/>
                <a:gd name="connsiteY3308" fmla="*/ 398831 h 4882701"/>
                <a:gd name="connsiteX3309" fmla="*/ 3471001 w 4954903"/>
                <a:gd name="connsiteY3309" fmla="*/ 413771 h 4882701"/>
                <a:gd name="connsiteX3310" fmla="*/ 3470747 w 4954903"/>
                <a:gd name="connsiteY3310" fmla="*/ 407440 h 4882701"/>
                <a:gd name="connsiteX3311" fmla="*/ 3455807 w 4954903"/>
                <a:gd name="connsiteY3311" fmla="*/ 398324 h 4882701"/>
                <a:gd name="connsiteX3312" fmla="*/ 3369204 w 4954903"/>
                <a:gd name="connsiteY3312" fmla="*/ 393007 h 4882701"/>
                <a:gd name="connsiteX3313" fmla="*/ 3367178 w 4954903"/>
                <a:gd name="connsiteY3313" fmla="*/ 393513 h 4882701"/>
                <a:gd name="connsiteX3314" fmla="*/ 3382878 w 4954903"/>
                <a:gd name="connsiteY3314" fmla="*/ 408200 h 4882701"/>
                <a:gd name="connsiteX3315" fmla="*/ 3383637 w 4954903"/>
                <a:gd name="connsiteY3315" fmla="*/ 401869 h 4882701"/>
                <a:gd name="connsiteX3316" fmla="*/ 3369204 w 4954903"/>
                <a:gd name="connsiteY3316" fmla="*/ 393007 h 4882701"/>
                <a:gd name="connsiteX3317" fmla="*/ 1652332 w 4954903"/>
                <a:gd name="connsiteY3317" fmla="*/ 360087 h 4882701"/>
                <a:gd name="connsiteX3318" fmla="*/ 1635113 w 4954903"/>
                <a:gd name="connsiteY3318" fmla="*/ 372748 h 4882701"/>
                <a:gd name="connsiteX3319" fmla="*/ 1651319 w 4954903"/>
                <a:gd name="connsiteY3319" fmla="*/ 368190 h 4882701"/>
                <a:gd name="connsiteX3320" fmla="*/ 1652332 w 4954903"/>
                <a:gd name="connsiteY3320" fmla="*/ 360087 h 4882701"/>
                <a:gd name="connsiteX3321" fmla="*/ 1621439 w 4954903"/>
                <a:gd name="connsiteY3321" fmla="*/ 368697 h 4882701"/>
                <a:gd name="connsiteX3322" fmla="*/ 1622958 w 4954903"/>
                <a:gd name="connsiteY3322" fmla="*/ 360847 h 4882701"/>
                <a:gd name="connsiteX3323" fmla="*/ 1605485 w 4954903"/>
                <a:gd name="connsiteY3323" fmla="*/ 373508 h 4882701"/>
                <a:gd name="connsiteX3324" fmla="*/ 1621439 w 4954903"/>
                <a:gd name="connsiteY3324" fmla="*/ 368697 h 4882701"/>
                <a:gd name="connsiteX3325" fmla="*/ 3810576 w 4954903"/>
                <a:gd name="connsiteY3325" fmla="*/ 405161 h 4882701"/>
                <a:gd name="connsiteX3326" fmla="*/ 3833113 w 4954903"/>
                <a:gd name="connsiteY3326" fmla="*/ 420355 h 4882701"/>
                <a:gd name="connsiteX3327" fmla="*/ 3825517 w 4954903"/>
                <a:gd name="connsiteY3327" fmla="*/ 414024 h 4882701"/>
                <a:gd name="connsiteX3328" fmla="*/ 3810830 w 4954903"/>
                <a:gd name="connsiteY3328" fmla="*/ 405161 h 4882701"/>
                <a:gd name="connsiteX3329" fmla="*/ 3810576 w 4954903"/>
                <a:gd name="connsiteY3329" fmla="*/ 405161 h 4882701"/>
                <a:gd name="connsiteX3330" fmla="*/ 3799181 w 4954903"/>
                <a:gd name="connsiteY3330" fmla="*/ 402882 h 4882701"/>
                <a:gd name="connsiteX3331" fmla="*/ 3821465 w 4954903"/>
                <a:gd name="connsiteY3331" fmla="*/ 418076 h 4882701"/>
                <a:gd name="connsiteX3332" fmla="*/ 3814121 w 4954903"/>
                <a:gd name="connsiteY3332" fmla="*/ 411745 h 4882701"/>
                <a:gd name="connsiteX3333" fmla="*/ 3799434 w 4954903"/>
                <a:gd name="connsiteY3333" fmla="*/ 402882 h 4882701"/>
                <a:gd name="connsiteX3334" fmla="*/ 3799181 w 4954903"/>
                <a:gd name="connsiteY3334" fmla="*/ 402882 h 4882701"/>
                <a:gd name="connsiteX3335" fmla="*/ 3473280 w 4954903"/>
                <a:gd name="connsiteY3335" fmla="*/ 369963 h 4882701"/>
                <a:gd name="connsiteX3336" fmla="*/ 3491765 w 4954903"/>
                <a:gd name="connsiteY3336" fmla="*/ 384397 h 4882701"/>
                <a:gd name="connsiteX3337" fmla="*/ 3489993 w 4954903"/>
                <a:gd name="connsiteY3337" fmla="*/ 378066 h 4882701"/>
                <a:gd name="connsiteX3338" fmla="*/ 3475052 w 4954903"/>
                <a:gd name="connsiteY3338" fmla="*/ 369457 h 4882701"/>
                <a:gd name="connsiteX3339" fmla="*/ 3473280 w 4954903"/>
                <a:gd name="connsiteY3339" fmla="*/ 369963 h 4882701"/>
                <a:gd name="connsiteX3340" fmla="*/ 3447450 w 4954903"/>
                <a:gd name="connsiteY3340" fmla="*/ 368190 h 4882701"/>
                <a:gd name="connsiteX3341" fmla="*/ 3465430 w 4954903"/>
                <a:gd name="connsiteY3341" fmla="*/ 382624 h 4882701"/>
                <a:gd name="connsiteX3342" fmla="*/ 3463910 w 4954903"/>
                <a:gd name="connsiteY3342" fmla="*/ 376547 h 4882701"/>
                <a:gd name="connsiteX3343" fmla="*/ 3449223 w 4954903"/>
                <a:gd name="connsiteY3343" fmla="*/ 367937 h 4882701"/>
                <a:gd name="connsiteX3344" fmla="*/ 3447450 w 4954903"/>
                <a:gd name="connsiteY3344" fmla="*/ 368190 h 4882701"/>
                <a:gd name="connsiteX3345" fmla="*/ 3367684 w 4954903"/>
                <a:gd name="connsiteY3345" fmla="*/ 362619 h 4882701"/>
                <a:gd name="connsiteX3346" fmla="*/ 3365659 w 4954903"/>
                <a:gd name="connsiteY3346" fmla="*/ 363126 h 4882701"/>
                <a:gd name="connsiteX3347" fmla="*/ 3381865 w 4954903"/>
                <a:gd name="connsiteY3347" fmla="*/ 377307 h 4882701"/>
                <a:gd name="connsiteX3348" fmla="*/ 3382118 w 4954903"/>
                <a:gd name="connsiteY3348" fmla="*/ 371229 h 4882701"/>
                <a:gd name="connsiteX3349" fmla="*/ 3367684 w 4954903"/>
                <a:gd name="connsiteY3349" fmla="*/ 362619 h 4882701"/>
                <a:gd name="connsiteX3350" fmla="*/ 1655877 w 4954903"/>
                <a:gd name="connsiteY3350" fmla="*/ 329700 h 4882701"/>
                <a:gd name="connsiteX3351" fmla="*/ 1638405 w 4954903"/>
                <a:gd name="connsiteY3351" fmla="*/ 341855 h 4882701"/>
                <a:gd name="connsiteX3352" fmla="*/ 1653851 w 4954903"/>
                <a:gd name="connsiteY3352" fmla="*/ 337297 h 4882701"/>
                <a:gd name="connsiteX3353" fmla="*/ 1654611 w 4954903"/>
                <a:gd name="connsiteY3353" fmla="*/ 336537 h 4882701"/>
                <a:gd name="connsiteX3354" fmla="*/ 1655877 w 4954903"/>
                <a:gd name="connsiteY3354" fmla="*/ 329700 h 4882701"/>
                <a:gd name="connsiteX3355" fmla="*/ 1195766 w 4954903"/>
                <a:gd name="connsiteY3355" fmla="*/ 359581 h 4882701"/>
                <a:gd name="connsiteX3356" fmla="*/ 1195766 w 4954903"/>
                <a:gd name="connsiteY3356" fmla="*/ 359581 h 4882701"/>
                <a:gd name="connsiteX3357" fmla="*/ 1172469 w 4954903"/>
                <a:gd name="connsiteY3357" fmla="*/ 374268 h 4882701"/>
                <a:gd name="connsiteX3358" fmla="*/ 1184624 w 4954903"/>
                <a:gd name="connsiteY3358" fmla="*/ 367431 h 4882701"/>
                <a:gd name="connsiteX3359" fmla="*/ 1195766 w 4954903"/>
                <a:gd name="connsiteY3359" fmla="*/ 359581 h 4882701"/>
                <a:gd name="connsiteX3360" fmla="*/ 3803739 w 4954903"/>
                <a:gd name="connsiteY3360" fmla="*/ 386929 h 4882701"/>
                <a:gd name="connsiteX3361" fmla="*/ 3789558 w 4954903"/>
                <a:gd name="connsiteY3361" fmla="*/ 378319 h 4882701"/>
                <a:gd name="connsiteX3362" fmla="*/ 3789558 w 4954903"/>
                <a:gd name="connsiteY3362" fmla="*/ 378319 h 4882701"/>
                <a:gd name="connsiteX3363" fmla="*/ 3812602 w 4954903"/>
                <a:gd name="connsiteY3363" fmla="*/ 393260 h 4882701"/>
                <a:gd name="connsiteX3364" fmla="*/ 3803739 w 4954903"/>
                <a:gd name="connsiteY3364" fmla="*/ 386929 h 4882701"/>
                <a:gd name="connsiteX3365" fmla="*/ 3781455 w 4954903"/>
                <a:gd name="connsiteY3365" fmla="*/ 376294 h 4882701"/>
                <a:gd name="connsiteX3366" fmla="*/ 3781455 w 4954903"/>
                <a:gd name="connsiteY3366" fmla="*/ 376294 h 4882701"/>
                <a:gd name="connsiteX3367" fmla="*/ 3804246 w 4954903"/>
                <a:gd name="connsiteY3367" fmla="*/ 391234 h 4882701"/>
                <a:gd name="connsiteX3368" fmla="*/ 3795889 w 4954903"/>
                <a:gd name="connsiteY3368" fmla="*/ 384903 h 4882701"/>
                <a:gd name="connsiteX3369" fmla="*/ 3781455 w 4954903"/>
                <a:gd name="connsiteY3369" fmla="*/ 376294 h 4882701"/>
                <a:gd name="connsiteX3370" fmla="*/ 3772339 w 4954903"/>
                <a:gd name="connsiteY3370" fmla="*/ 374268 h 4882701"/>
                <a:gd name="connsiteX3371" fmla="*/ 3795383 w 4954903"/>
                <a:gd name="connsiteY3371" fmla="*/ 388955 h 4882701"/>
                <a:gd name="connsiteX3372" fmla="*/ 3787279 w 4954903"/>
                <a:gd name="connsiteY3372" fmla="*/ 382624 h 4882701"/>
                <a:gd name="connsiteX3373" fmla="*/ 3772339 w 4954903"/>
                <a:gd name="connsiteY3373" fmla="*/ 374268 h 4882701"/>
                <a:gd name="connsiteX3374" fmla="*/ 3772339 w 4954903"/>
                <a:gd name="connsiteY3374" fmla="*/ 374268 h 4882701"/>
                <a:gd name="connsiteX3375" fmla="*/ 3502147 w 4954903"/>
                <a:gd name="connsiteY3375" fmla="*/ 349958 h 4882701"/>
                <a:gd name="connsiteX3376" fmla="*/ 3487207 w 4954903"/>
                <a:gd name="connsiteY3376" fmla="*/ 341855 h 4882701"/>
                <a:gd name="connsiteX3377" fmla="*/ 3485687 w 4954903"/>
                <a:gd name="connsiteY3377" fmla="*/ 342361 h 4882701"/>
                <a:gd name="connsiteX3378" fmla="*/ 3504933 w 4954903"/>
                <a:gd name="connsiteY3378" fmla="*/ 356289 h 4882701"/>
                <a:gd name="connsiteX3379" fmla="*/ 3502147 w 4954903"/>
                <a:gd name="connsiteY3379" fmla="*/ 349958 h 4882701"/>
                <a:gd name="connsiteX3380" fmla="*/ 3439347 w 4954903"/>
                <a:gd name="connsiteY3380" fmla="*/ 338310 h 4882701"/>
                <a:gd name="connsiteX3381" fmla="*/ 3437828 w 4954903"/>
                <a:gd name="connsiteY3381" fmla="*/ 338816 h 4882701"/>
                <a:gd name="connsiteX3382" fmla="*/ 3456313 w 4954903"/>
                <a:gd name="connsiteY3382" fmla="*/ 352744 h 4882701"/>
                <a:gd name="connsiteX3383" fmla="*/ 3454034 w 4954903"/>
                <a:gd name="connsiteY3383" fmla="*/ 346666 h 4882701"/>
                <a:gd name="connsiteX3384" fmla="*/ 3439347 w 4954903"/>
                <a:gd name="connsiteY3384" fmla="*/ 338310 h 4882701"/>
                <a:gd name="connsiteX3385" fmla="*/ 3414531 w 4954903"/>
                <a:gd name="connsiteY3385" fmla="*/ 336537 h 4882701"/>
                <a:gd name="connsiteX3386" fmla="*/ 3413012 w 4954903"/>
                <a:gd name="connsiteY3386" fmla="*/ 337044 h 4882701"/>
                <a:gd name="connsiteX3387" fmla="*/ 3431244 w 4954903"/>
                <a:gd name="connsiteY3387" fmla="*/ 350718 h 4882701"/>
                <a:gd name="connsiteX3388" fmla="*/ 3429218 w 4954903"/>
                <a:gd name="connsiteY3388" fmla="*/ 344640 h 4882701"/>
                <a:gd name="connsiteX3389" fmla="*/ 3414531 w 4954903"/>
                <a:gd name="connsiteY3389" fmla="*/ 336537 h 4882701"/>
                <a:gd name="connsiteX3390" fmla="*/ 3387182 w 4954903"/>
                <a:gd name="connsiteY3390" fmla="*/ 335271 h 4882701"/>
                <a:gd name="connsiteX3391" fmla="*/ 3404909 w 4954903"/>
                <a:gd name="connsiteY3391" fmla="*/ 348945 h 4882701"/>
                <a:gd name="connsiteX3392" fmla="*/ 3403136 w 4954903"/>
                <a:gd name="connsiteY3392" fmla="*/ 342868 h 4882701"/>
                <a:gd name="connsiteX3393" fmla="*/ 3388702 w 4954903"/>
                <a:gd name="connsiteY3393" fmla="*/ 334765 h 4882701"/>
                <a:gd name="connsiteX3394" fmla="*/ 3387182 w 4954903"/>
                <a:gd name="connsiteY3394" fmla="*/ 335271 h 4882701"/>
                <a:gd name="connsiteX3395" fmla="*/ 1699179 w 4954903"/>
                <a:gd name="connsiteY3395" fmla="*/ 310961 h 4882701"/>
                <a:gd name="connsiteX3396" fmla="*/ 1714626 w 4954903"/>
                <a:gd name="connsiteY3396" fmla="*/ 306657 h 4882701"/>
                <a:gd name="connsiteX3397" fmla="*/ 1715385 w 4954903"/>
                <a:gd name="connsiteY3397" fmla="*/ 305897 h 4882701"/>
                <a:gd name="connsiteX3398" fmla="*/ 1716398 w 4954903"/>
                <a:gd name="connsiteY3398" fmla="*/ 299313 h 4882701"/>
                <a:gd name="connsiteX3399" fmla="*/ 1699179 w 4954903"/>
                <a:gd name="connsiteY3399" fmla="*/ 310961 h 4882701"/>
                <a:gd name="connsiteX3400" fmla="*/ 1686771 w 4954903"/>
                <a:gd name="connsiteY3400" fmla="*/ 307163 h 4882701"/>
                <a:gd name="connsiteX3401" fmla="*/ 1688290 w 4954903"/>
                <a:gd name="connsiteY3401" fmla="*/ 305897 h 4882701"/>
                <a:gd name="connsiteX3402" fmla="*/ 1689050 w 4954903"/>
                <a:gd name="connsiteY3402" fmla="*/ 300073 h 4882701"/>
                <a:gd name="connsiteX3403" fmla="*/ 1671577 w 4954903"/>
                <a:gd name="connsiteY3403" fmla="*/ 312227 h 4882701"/>
                <a:gd name="connsiteX3404" fmla="*/ 1686771 w 4954903"/>
                <a:gd name="connsiteY3404" fmla="*/ 307163 h 4882701"/>
                <a:gd name="connsiteX3405" fmla="*/ 1661448 w 4954903"/>
                <a:gd name="connsiteY3405" fmla="*/ 306403 h 4882701"/>
                <a:gd name="connsiteX3406" fmla="*/ 1662461 w 4954903"/>
                <a:gd name="connsiteY3406" fmla="*/ 300579 h 4882701"/>
                <a:gd name="connsiteX3407" fmla="*/ 1644482 w 4954903"/>
                <a:gd name="connsiteY3407" fmla="*/ 312734 h 4882701"/>
                <a:gd name="connsiteX3408" fmla="*/ 1659676 w 4954903"/>
                <a:gd name="connsiteY3408" fmla="*/ 307923 h 4882701"/>
                <a:gd name="connsiteX3409" fmla="*/ 1661448 w 4954903"/>
                <a:gd name="connsiteY3409" fmla="*/ 306403 h 4882701"/>
                <a:gd name="connsiteX3410" fmla="*/ 1227926 w 4954903"/>
                <a:gd name="connsiteY3410" fmla="*/ 337803 h 4882701"/>
                <a:gd name="connsiteX3411" fmla="*/ 1239321 w 4954903"/>
                <a:gd name="connsiteY3411" fmla="*/ 330460 h 4882701"/>
                <a:gd name="connsiteX3412" fmla="*/ 1215771 w 4954903"/>
                <a:gd name="connsiteY3412" fmla="*/ 344640 h 4882701"/>
                <a:gd name="connsiteX3413" fmla="*/ 1227926 w 4954903"/>
                <a:gd name="connsiteY3413" fmla="*/ 337803 h 4882701"/>
                <a:gd name="connsiteX3414" fmla="*/ 1221848 w 4954903"/>
                <a:gd name="connsiteY3414" fmla="*/ 339323 h 4882701"/>
                <a:gd name="connsiteX3415" fmla="*/ 1233497 w 4954903"/>
                <a:gd name="connsiteY3415" fmla="*/ 331979 h 4882701"/>
                <a:gd name="connsiteX3416" fmla="*/ 1209947 w 4954903"/>
                <a:gd name="connsiteY3416" fmla="*/ 346160 h 4882701"/>
                <a:gd name="connsiteX3417" fmla="*/ 1221848 w 4954903"/>
                <a:gd name="connsiteY3417" fmla="*/ 339323 h 4882701"/>
                <a:gd name="connsiteX3418" fmla="*/ 1216784 w 4954903"/>
                <a:gd name="connsiteY3418" fmla="*/ 341095 h 4882701"/>
                <a:gd name="connsiteX3419" fmla="*/ 1228685 w 4954903"/>
                <a:gd name="connsiteY3419" fmla="*/ 333752 h 4882701"/>
                <a:gd name="connsiteX3420" fmla="*/ 1204882 w 4954903"/>
                <a:gd name="connsiteY3420" fmla="*/ 347932 h 4882701"/>
                <a:gd name="connsiteX3421" fmla="*/ 1216784 w 4954903"/>
                <a:gd name="connsiteY3421" fmla="*/ 341095 h 4882701"/>
                <a:gd name="connsiteX3422" fmla="*/ 1224634 w 4954903"/>
                <a:gd name="connsiteY3422" fmla="*/ 335524 h 4882701"/>
                <a:gd name="connsiteX3423" fmla="*/ 1200830 w 4954903"/>
                <a:gd name="connsiteY3423" fmla="*/ 349705 h 4882701"/>
                <a:gd name="connsiteX3424" fmla="*/ 1212226 w 4954903"/>
                <a:gd name="connsiteY3424" fmla="*/ 342868 h 4882701"/>
                <a:gd name="connsiteX3425" fmla="*/ 1224634 w 4954903"/>
                <a:gd name="connsiteY3425" fmla="*/ 335524 h 4882701"/>
                <a:gd name="connsiteX3426" fmla="*/ 3765755 w 4954903"/>
                <a:gd name="connsiteY3426" fmla="*/ 358821 h 4882701"/>
                <a:gd name="connsiteX3427" fmla="*/ 3751828 w 4954903"/>
                <a:gd name="connsiteY3427" fmla="*/ 350465 h 4882701"/>
                <a:gd name="connsiteX3428" fmla="*/ 3751828 w 4954903"/>
                <a:gd name="connsiteY3428" fmla="*/ 350465 h 4882701"/>
                <a:gd name="connsiteX3429" fmla="*/ 3775378 w 4954903"/>
                <a:gd name="connsiteY3429" fmla="*/ 364898 h 4882701"/>
                <a:gd name="connsiteX3430" fmla="*/ 3765755 w 4954903"/>
                <a:gd name="connsiteY3430" fmla="*/ 358821 h 4882701"/>
                <a:gd name="connsiteX3431" fmla="*/ 3426433 w 4954903"/>
                <a:gd name="connsiteY3431" fmla="*/ 309948 h 4882701"/>
                <a:gd name="connsiteX3432" fmla="*/ 3425166 w 4954903"/>
                <a:gd name="connsiteY3432" fmla="*/ 310202 h 4882701"/>
                <a:gd name="connsiteX3433" fmla="*/ 3444158 w 4954903"/>
                <a:gd name="connsiteY3433" fmla="*/ 323623 h 4882701"/>
                <a:gd name="connsiteX3434" fmla="*/ 3441120 w 4954903"/>
                <a:gd name="connsiteY3434" fmla="*/ 317798 h 4882701"/>
                <a:gd name="connsiteX3435" fmla="*/ 3426433 w 4954903"/>
                <a:gd name="connsiteY3435" fmla="*/ 309948 h 4882701"/>
                <a:gd name="connsiteX3436" fmla="*/ 2482153 w 4954903"/>
                <a:gd name="connsiteY3436" fmla="*/ 281587 h 4882701"/>
                <a:gd name="connsiteX3437" fmla="*/ 2497094 w 4954903"/>
                <a:gd name="connsiteY3437" fmla="*/ 278802 h 4882701"/>
                <a:gd name="connsiteX3438" fmla="*/ 2489497 w 4954903"/>
                <a:gd name="connsiteY3438" fmla="*/ 271711 h 4882701"/>
                <a:gd name="connsiteX3439" fmla="*/ 2482153 w 4954903"/>
                <a:gd name="connsiteY3439" fmla="*/ 281587 h 4882701"/>
                <a:gd name="connsiteX3440" fmla="*/ 2446195 w 4954903"/>
                <a:gd name="connsiteY3440" fmla="*/ 280574 h 4882701"/>
                <a:gd name="connsiteX3441" fmla="*/ 2461642 w 4954903"/>
                <a:gd name="connsiteY3441" fmla="*/ 278295 h 4882701"/>
                <a:gd name="connsiteX3442" fmla="*/ 2454298 w 4954903"/>
                <a:gd name="connsiteY3442" fmla="*/ 271205 h 4882701"/>
                <a:gd name="connsiteX3443" fmla="*/ 2446195 w 4954903"/>
                <a:gd name="connsiteY3443" fmla="*/ 280574 h 4882701"/>
                <a:gd name="connsiteX3444" fmla="*/ 1748305 w 4954903"/>
                <a:gd name="connsiteY3444" fmla="*/ 276523 h 4882701"/>
                <a:gd name="connsiteX3445" fmla="*/ 1748811 w 4954903"/>
                <a:gd name="connsiteY3445" fmla="*/ 270952 h 4882701"/>
                <a:gd name="connsiteX3446" fmla="*/ 1731592 w 4954903"/>
                <a:gd name="connsiteY3446" fmla="*/ 282347 h 4882701"/>
                <a:gd name="connsiteX3447" fmla="*/ 1746785 w 4954903"/>
                <a:gd name="connsiteY3447" fmla="*/ 277789 h 4882701"/>
                <a:gd name="connsiteX3448" fmla="*/ 1748305 w 4954903"/>
                <a:gd name="connsiteY3448" fmla="*/ 276523 h 4882701"/>
                <a:gd name="connsiteX3449" fmla="*/ 1694368 w 4954903"/>
                <a:gd name="connsiteY3449" fmla="*/ 279055 h 4882701"/>
                <a:gd name="connsiteX3450" fmla="*/ 1696647 w 4954903"/>
                <a:gd name="connsiteY3450" fmla="*/ 277029 h 4882701"/>
                <a:gd name="connsiteX3451" fmla="*/ 1697406 w 4954903"/>
                <a:gd name="connsiteY3451" fmla="*/ 271965 h 4882701"/>
                <a:gd name="connsiteX3452" fmla="*/ 1679427 w 4954903"/>
                <a:gd name="connsiteY3452" fmla="*/ 283613 h 4882701"/>
                <a:gd name="connsiteX3453" fmla="*/ 1694368 w 4954903"/>
                <a:gd name="connsiteY3453" fmla="*/ 279055 h 4882701"/>
                <a:gd name="connsiteX3454" fmla="*/ 3731823 w 4954903"/>
                <a:gd name="connsiteY3454" fmla="*/ 337297 h 4882701"/>
                <a:gd name="connsiteX3455" fmla="*/ 3708526 w 4954903"/>
                <a:gd name="connsiteY3455" fmla="*/ 323876 h 4882701"/>
                <a:gd name="connsiteX3456" fmla="*/ 3731823 w 4954903"/>
                <a:gd name="connsiteY3456" fmla="*/ 337297 h 4882701"/>
                <a:gd name="connsiteX3457" fmla="*/ 3731823 w 4954903"/>
                <a:gd name="connsiteY3457" fmla="*/ 337297 h 4882701"/>
                <a:gd name="connsiteX3458" fmla="*/ 3723720 w 4954903"/>
                <a:gd name="connsiteY3458" fmla="*/ 333752 h 4882701"/>
                <a:gd name="connsiteX3459" fmla="*/ 3714097 w 4954903"/>
                <a:gd name="connsiteY3459" fmla="*/ 327927 h 4882701"/>
                <a:gd name="connsiteX3460" fmla="*/ 3699917 w 4954903"/>
                <a:gd name="connsiteY3460" fmla="*/ 319824 h 4882701"/>
                <a:gd name="connsiteX3461" fmla="*/ 3699917 w 4954903"/>
                <a:gd name="connsiteY3461" fmla="*/ 319824 h 4882701"/>
                <a:gd name="connsiteX3462" fmla="*/ 3723720 w 4954903"/>
                <a:gd name="connsiteY3462" fmla="*/ 333752 h 4882701"/>
                <a:gd name="connsiteX3463" fmla="*/ 3695358 w 4954903"/>
                <a:gd name="connsiteY3463" fmla="*/ 322357 h 4882701"/>
                <a:gd name="connsiteX3464" fmla="*/ 3695358 w 4954903"/>
                <a:gd name="connsiteY3464" fmla="*/ 322357 h 4882701"/>
                <a:gd name="connsiteX3465" fmla="*/ 3680672 w 4954903"/>
                <a:gd name="connsiteY3465" fmla="*/ 314507 h 4882701"/>
                <a:gd name="connsiteX3466" fmla="*/ 3680418 w 4954903"/>
                <a:gd name="connsiteY3466" fmla="*/ 314507 h 4882701"/>
                <a:gd name="connsiteX3467" fmla="*/ 3704221 w 4954903"/>
                <a:gd name="connsiteY3467" fmla="*/ 328181 h 4882701"/>
                <a:gd name="connsiteX3468" fmla="*/ 3695358 w 4954903"/>
                <a:gd name="connsiteY3468" fmla="*/ 322357 h 4882701"/>
                <a:gd name="connsiteX3469" fmla="*/ 3653323 w 4954903"/>
                <a:gd name="connsiteY3469" fmla="*/ 318811 h 4882701"/>
                <a:gd name="connsiteX3470" fmla="*/ 3645726 w 4954903"/>
                <a:gd name="connsiteY3470" fmla="*/ 312987 h 4882701"/>
                <a:gd name="connsiteX3471" fmla="*/ 3630786 w 4954903"/>
                <a:gd name="connsiteY3471" fmla="*/ 305137 h 4882701"/>
                <a:gd name="connsiteX3472" fmla="*/ 3630533 w 4954903"/>
                <a:gd name="connsiteY3472" fmla="*/ 305137 h 4882701"/>
                <a:gd name="connsiteX3473" fmla="*/ 3653323 w 4954903"/>
                <a:gd name="connsiteY3473" fmla="*/ 318811 h 4882701"/>
                <a:gd name="connsiteX3474" fmla="*/ 3410226 w 4954903"/>
                <a:gd name="connsiteY3474" fmla="*/ 282600 h 4882701"/>
                <a:gd name="connsiteX3475" fmla="*/ 3409213 w 4954903"/>
                <a:gd name="connsiteY3475" fmla="*/ 282853 h 4882701"/>
                <a:gd name="connsiteX3476" fmla="*/ 3428712 w 4954903"/>
                <a:gd name="connsiteY3476" fmla="*/ 295768 h 4882701"/>
                <a:gd name="connsiteX3477" fmla="*/ 3425166 w 4954903"/>
                <a:gd name="connsiteY3477" fmla="*/ 290197 h 4882701"/>
                <a:gd name="connsiteX3478" fmla="*/ 3410226 w 4954903"/>
                <a:gd name="connsiteY3478" fmla="*/ 282600 h 4882701"/>
                <a:gd name="connsiteX3479" fmla="*/ 2491269 w 4954903"/>
                <a:gd name="connsiteY3479" fmla="*/ 244363 h 4882701"/>
                <a:gd name="connsiteX3480" fmla="*/ 2484179 w 4954903"/>
                <a:gd name="connsiteY3480" fmla="*/ 253732 h 4882701"/>
                <a:gd name="connsiteX3481" fmla="*/ 2498613 w 4954903"/>
                <a:gd name="connsiteY3481" fmla="*/ 251200 h 4882701"/>
                <a:gd name="connsiteX3482" fmla="*/ 2491269 w 4954903"/>
                <a:gd name="connsiteY3482" fmla="*/ 244363 h 4882701"/>
                <a:gd name="connsiteX3483" fmla="*/ 2449740 w 4954903"/>
                <a:gd name="connsiteY3483" fmla="*/ 252719 h 4882701"/>
                <a:gd name="connsiteX3484" fmla="*/ 2464681 w 4954903"/>
                <a:gd name="connsiteY3484" fmla="*/ 250694 h 4882701"/>
                <a:gd name="connsiteX3485" fmla="*/ 2457844 w 4954903"/>
                <a:gd name="connsiteY3485" fmla="*/ 243857 h 4882701"/>
                <a:gd name="connsiteX3486" fmla="*/ 2449740 w 4954903"/>
                <a:gd name="connsiteY3486" fmla="*/ 252719 h 4882701"/>
                <a:gd name="connsiteX3487" fmla="*/ 2415808 w 4954903"/>
                <a:gd name="connsiteY3487" fmla="*/ 252213 h 4882701"/>
                <a:gd name="connsiteX3488" fmla="*/ 2431002 w 4954903"/>
                <a:gd name="connsiteY3488" fmla="*/ 250187 h 4882701"/>
                <a:gd name="connsiteX3489" fmla="*/ 2424418 w 4954903"/>
                <a:gd name="connsiteY3489" fmla="*/ 243350 h 4882701"/>
                <a:gd name="connsiteX3490" fmla="*/ 2415808 w 4954903"/>
                <a:gd name="connsiteY3490" fmla="*/ 252213 h 4882701"/>
                <a:gd name="connsiteX3491" fmla="*/ 3665984 w 4954903"/>
                <a:gd name="connsiteY3491" fmla="*/ 300073 h 4882701"/>
                <a:gd name="connsiteX3492" fmla="*/ 3651804 w 4954903"/>
                <a:gd name="connsiteY3492" fmla="*/ 292476 h 4882701"/>
                <a:gd name="connsiteX3493" fmla="*/ 3675860 w 4954903"/>
                <a:gd name="connsiteY3493" fmla="*/ 305644 h 4882701"/>
                <a:gd name="connsiteX3494" fmla="*/ 3665984 w 4954903"/>
                <a:gd name="connsiteY3494" fmla="*/ 300073 h 4882701"/>
                <a:gd name="connsiteX3495" fmla="*/ 2619655 w 4954903"/>
                <a:gd name="connsiteY3495" fmla="*/ 221066 h 4882701"/>
                <a:gd name="connsiteX3496" fmla="*/ 2618895 w 4954903"/>
                <a:gd name="connsiteY3496" fmla="*/ 221066 h 4882701"/>
                <a:gd name="connsiteX3497" fmla="*/ 2615603 w 4954903"/>
                <a:gd name="connsiteY3497" fmla="*/ 230436 h 4882701"/>
                <a:gd name="connsiteX3498" fmla="*/ 2628011 w 4954903"/>
                <a:gd name="connsiteY3498" fmla="*/ 227650 h 4882701"/>
                <a:gd name="connsiteX3499" fmla="*/ 2619655 w 4954903"/>
                <a:gd name="connsiteY3499" fmla="*/ 221066 h 4882701"/>
                <a:gd name="connsiteX3500" fmla="*/ 2588255 w 4954903"/>
                <a:gd name="connsiteY3500" fmla="*/ 220306 h 4882701"/>
                <a:gd name="connsiteX3501" fmla="*/ 2583191 w 4954903"/>
                <a:gd name="connsiteY3501" fmla="*/ 229169 h 4882701"/>
                <a:gd name="connsiteX3502" fmla="*/ 2596358 w 4954903"/>
                <a:gd name="connsiteY3502" fmla="*/ 226890 h 4882701"/>
                <a:gd name="connsiteX3503" fmla="*/ 2588255 w 4954903"/>
                <a:gd name="connsiteY3503" fmla="*/ 220306 h 4882701"/>
                <a:gd name="connsiteX3504" fmla="*/ 2556855 w 4954903"/>
                <a:gd name="connsiteY3504" fmla="*/ 219800 h 4882701"/>
                <a:gd name="connsiteX3505" fmla="*/ 2551031 w 4954903"/>
                <a:gd name="connsiteY3505" fmla="*/ 228663 h 4882701"/>
                <a:gd name="connsiteX3506" fmla="*/ 2564452 w 4954903"/>
                <a:gd name="connsiteY3506" fmla="*/ 226131 h 4882701"/>
                <a:gd name="connsiteX3507" fmla="*/ 2556855 w 4954903"/>
                <a:gd name="connsiteY3507" fmla="*/ 219800 h 4882701"/>
                <a:gd name="connsiteX3508" fmla="*/ 2486458 w 4954903"/>
                <a:gd name="connsiteY3508" fmla="*/ 227397 h 4882701"/>
                <a:gd name="connsiteX3509" fmla="*/ 2500132 w 4954903"/>
                <a:gd name="connsiteY3509" fmla="*/ 224865 h 4882701"/>
                <a:gd name="connsiteX3510" fmla="*/ 2493295 w 4954903"/>
                <a:gd name="connsiteY3510" fmla="*/ 218281 h 4882701"/>
                <a:gd name="connsiteX3511" fmla="*/ 2486458 w 4954903"/>
                <a:gd name="connsiteY3511" fmla="*/ 227397 h 4882701"/>
                <a:gd name="connsiteX3512" fmla="*/ 2428976 w 4954903"/>
                <a:gd name="connsiteY3512" fmla="*/ 217521 h 4882701"/>
                <a:gd name="connsiteX3513" fmla="*/ 2420873 w 4954903"/>
                <a:gd name="connsiteY3513" fmla="*/ 226131 h 4882701"/>
                <a:gd name="connsiteX3514" fmla="*/ 2435307 w 4954903"/>
                <a:gd name="connsiteY3514" fmla="*/ 224105 h 4882701"/>
                <a:gd name="connsiteX3515" fmla="*/ 2428976 w 4954903"/>
                <a:gd name="connsiteY3515" fmla="*/ 217521 h 4882701"/>
                <a:gd name="connsiteX3516" fmla="*/ 1812877 w 4954903"/>
                <a:gd name="connsiteY3516" fmla="*/ 223852 h 4882701"/>
                <a:gd name="connsiteX3517" fmla="*/ 1815156 w 4954903"/>
                <a:gd name="connsiteY3517" fmla="*/ 222079 h 4882701"/>
                <a:gd name="connsiteX3518" fmla="*/ 1815663 w 4954903"/>
                <a:gd name="connsiteY3518" fmla="*/ 217521 h 4882701"/>
                <a:gd name="connsiteX3519" fmla="*/ 1798443 w 4954903"/>
                <a:gd name="connsiteY3519" fmla="*/ 227903 h 4882701"/>
                <a:gd name="connsiteX3520" fmla="*/ 1812877 w 4954903"/>
                <a:gd name="connsiteY3520" fmla="*/ 223852 h 4882701"/>
                <a:gd name="connsiteX3521" fmla="*/ 1791860 w 4954903"/>
                <a:gd name="connsiteY3521" fmla="*/ 218281 h 4882701"/>
                <a:gd name="connsiteX3522" fmla="*/ 1774134 w 4954903"/>
                <a:gd name="connsiteY3522" fmla="*/ 228663 h 4882701"/>
                <a:gd name="connsiteX3523" fmla="*/ 1788315 w 4954903"/>
                <a:gd name="connsiteY3523" fmla="*/ 224611 h 4882701"/>
                <a:gd name="connsiteX3524" fmla="*/ 1791353 w 4954903"/>
                <a:gd name="connsiteY3524" fmla="*/ 222332 h 4882701"/>
                <a:gd name="connsiteX3525" fmla="*/ 1791860 w 4954903"/>
                <a:gd name="connsiteY3525" fmla="*/ 218281 h 4882701"/>
                <a:gd name="connsiteX3526" fmla="*/ 1371251 w 4954903"/>
                <a:gd name="connsiteY3526" fmla="*/ 255758 h 4882701"/>
                <a:gd name="connsiteX3527" fmla="*/ 1359350 w 4954903"/>
                <a:gd name="connsiteY3527" fmla="*/ 261582 h 4882701"/>
                <a:gd name="connsiteX3528" fmla="*/ 1383659 w 4954903"/>
                <a:gd name="connsiteY3528" fmla="*/ 249427 h 4882701"/>
                <a:gd name="connsiteX3529" fmla="*/ 1371251 w 4954903"/>
                <a:gd name="connsiteY3529" fmla="*/ 255758 h 4882701"/>
                <a:gd name="connsiteX3530" fmla="*/ 3603944 w 4954903"/>
                <a:gd name="connsiteY3530" fmla="*/ 268166 h 4882701"/>
                <a:gd name="connsiteX3531" fmla="*/ 3589257 w 4954903"/>
                <a:gd name="connsiteY3531" fmla="*/ 260823 h 4882701"/>
                <a:gd name="connsiteX3532" fmla="*/ 3589257 w 4954903"/>
                <a:gd name="connsiteY3532" fmla="*/ 260823 h 4882701"/>
                <a:gd name="connsiteX3533" fmla="*/ 3613566 w 4954903"/>
                <a:gd name="connsiteY3533" fmla="*/ 273231 h 4882701"/>
                <a:gd name="connsiteX3534" fmla="*/ 3603944 w 4954903"/>
                <a:gd name="connsiteY3534" fmla="*/ 268166 h 4882701"/>
                <a:gd name="connsiteX3535" fmla="*/ 2614844 w 4954903"/>
                <a:gd name="connsiteY3535" fmla="*/ 196503 h 4882701"/>
                <a:gd name="connsiteX3536" fmla="*/ 2611805 w 4954903"/>
                <a:gd name="connsiteY3536" fmla="*/ 205366 h 4882701"/>
                <a:gd name="connsiteX3537" fmla="*/ 2623453 w 4954903"/>
                <a:gd name="connsiteY3537" fmla="*/ 202581 h 4882701"/>
                <a:gd name="connsiteX3538" fmla="*/ 2615603 w 4954903"/>
                <a:gd name="connsiteY3538" fmla="*/ 196250 h 4882701"/>
                <a:gd name="connsiteX3539" fmla="*/ 2614844 w 4954903"/>
                <a:gd name="connsiteY3539" fmla="*/ 196503 h 4882701"/>
                <a:gd name="connsiteX3540" fmla="*/ 2555589 w 4954903"/>
                <a:gd name="connsiteY3540" fmla="*/ 194984 h 4882701"/>
                <a:gd name="connsiteX3541" fmla="*/ 2550018 w 4954903"/>
                <a:gd name="connsiteY3541" fmla="*/ 203594 h 4882701"/>
                <a:gd name="connsiteX3542" fmla="*/ 2562679 w 4954903"/>
                <a:gd name="connsiteY3542" fmla="*/ 201315 h 4882701"/>
                <a:gd name="connsiteX3543" fmla="*/ 2555589 w 4954903"/>
                <a:gd name="connsiteY3543" fmla="*/ 194984 h 4882701"/>
                <a:gd name="connsiteX3544" fmla="*/ 2457084 w 4954903"/>
                <a:gd name="connsiteY3544" fmla="*/ 201315 h 4882701"/>
                <a:gd name="connsiteX3545" fmla="*/ 2470758 w 4954903"/>
                <a:gd name="connsiteY3545" fmla="*/ 199542 h 4882701"/>
                <a:gd name="connsiteX3546" fmla="*/ 2464681 w 4954903"/>
                <a:gd name="connsiteY3546" fmla="*/ 193465 h 4882701"/>
                <a:gd name="connsiteX3547" fmla="*/ 2457084 w 4954903"/>
                <a:gd name="connsiteY3547" fmla="*/ 201315 h 4882701"/>
                <a:gd name="connsiteX3548" fmla="*/ 1823513 w 4954903"/>
                <a:gd name="connsiteY3548" fmla="*/ 199542 h 4882701"/>
                <a:gd name="connsiteX3549" fmla="*/ 1827058 w 4954903"/>
                <a:gd name="connsiteY3549" fmla="*/ 196756 h 4882701"/>
                <a:gd name="connsiteX3550" fmla="*/ 1827058 w 4954903"/>
                <a:gd name="connsiteY3550" fmla="*/ 193465 h 4882701"/>
                <a:gd name="connsiteX3551" fmla="*/ 1809332 w 4954903"/>
                <a:gd name="connsiteY3551" fmla="*/ 203340 h 4882701"/>
                <a:gd name="connsiteX3552" fmla="*/ 1823513 w 4954903"/>
                <a:gd name="connsiteY3552" fmla="*/ 199542 h 4882701"/>
                <a:gd name="connsiteX3553" fmla="*/ 1805027 w 4954903"/>
                <a:gd name="connsiteY3553" fmla="*/ 196756 h 4882701"/>
                <a:gd name="connsiteX3554" fmla="*/ 1805027 w 4954903"/>
                <a:gd name="connsiteY3554" fmla="*/ 193971 h 4882701"/>
                <a:gd name="connsiteX3555" fmla="*/ 1786795 w 4954903"/>
                <a:gd name="connsiteY3555" fmla="*/ 204100 h 4882701"/>
                <a:gd name="connsiteX3556" fmla="*/ 1800723 w 4954903"/>
                <a:gd name="connsiteY3556" fmla="*/ 199795 h 4882701"/>
                <a:gd name="connsiteX3557" fmla="*/ 1805027 w 4954903"/>
                <a:gd name="connsiteY3557" fmla="*/ 196756 h 4882701"/>
                <a:gd name="connsiteX3558" fmla="*/ 2549005 w 4954903"/>
                <a:gd name="connsiteY3558" fmla="*/ 179790 h 4882701"/>
                <a:gd name="connsiteX3559" fmla="*/ 2561160 w 4954903"/>
                <a:gd name="connsiteY3559" fmla="*/ 177765 h 4882701"/>
                <a:gd name="connsiteX3560" fmla="*/ 2554323 w 4954903"/>
                <a:gd name="connsiteY3560" fmla="*/ 171940 h 4882701"/>
                <a:gd name="connsiteX3561" fmla="*/ 2549005 w 4954903"/>
                <a:gd name="connsiteY3561" fmla="*/ 179790 h 4882701"/>
                <a:gd name="connsiteX3562" fmla="*/ 2532039 w 4954903"/>
                <a:gd name="connsiteY3562" fmla="*/ 177005 h 4882701"/>
                <a:gd name="connsiteX3563" fmla="*/ 2525455 w 4954903"/>
                <a:gd name="connsiteY3563" fmla="*/ 171181 h 4882701"/>
                <a:gd name="connsiteX3564" fmla="*/ 2519884 w 4954903"/>
                <a:gd name="connsiteY3564" fmla="*/ 179284 h 4882701"/>
                <a:gd name="connsiteX3565" fmla="*/ 2532039 w 4954903"/>
                <a:gd name="connsiteY3565" fmla="*/ 177005 h 4882701"/>
                <a:gd name="connsiteX3566" fmla="*/ 2502918 w 4954903"/>
                <a:gd name="connsiteY3566" fmla="*/ 176498 h 4882701"/>
                <a:gd name="connsiteX3567" fmla="*/ 2496840 w 4954903"/>
                <a:gd name="connsiteY3567" fmla="*/ 170674 h 4882701"/>
                <a:gd name="connsiteX3568" fmla="*/ 2490510 w 4954903"/>
                <a:gd name="connsiteY3568" fmla="*/ 178777 h 4882701"/>
                <a:gd name="connsiteX3569" fmla="*/ 2502918 w 4954903"/>
                <a:gd name="connsiteY3569" fmla="*/ 176498 h 4882701"/>
                <a:gd name="connsiteX3570" fmla="*/ 2467719 w 4954903"/>
                <a:gd name="connsiteY3570" fmla="*/ 169915 h 4882701"/>
                <a:gd name="connsiteX3571" fmla="*/ 2460629 w 4954903"/>
                <a:gd name="connsiteY3571" fmla="*/ 177511 h 4882701"/>
                <a:gd name="connsiteX3572" fmla="*/ 2473544 w 4954903"/>
                <a:gd name="connsiteY3572" fmla="*/ 175739 h 4882701"/>
                <a:gd name="connsiteX3573" fmla="*/ 2467719 w 4954903"/>
                <a:gd name="connsiteY3573" fmla="*/ 169915 h 4882701"/>
                <a:gd name="connsiteX3574" fmla="*/ 2431002 w 4954903"/>
                <a:gd name="connsiteY3574" fmla="*/ 177258 h 4882701"/>
                <a:gd name="connsiteX3575" fmla="*/ 2444169 w 4954903"/>
                <a:gd name="connsiteY3575" fmla="*/ 175486 h 4882701"/>
                <a:gd name="connsiteX3576" fmla="*/ 2438599 w 4954903"/>
                <a:gd name="connsiteY3576" fmla="*/ 169661 h 4882701"/>
                <a:gd name="connsiteX3577" fmla="*/ 2431002 w 4954903"/>
                <a:gd name="connsiteY3577" fmla="*/ 177258 h 4882701"/>
                <a:gd name="connsiteX3578" fmla="*/ 2401374 w 4954903"/>
                <a:gd name="connsiteY3578" fmla="*/ 176752 h 4882701"/>
                <a:gd name="connsiteX3579" fmla="*/ 2414542 w 4954903"/>
                <a:gd name="connsiteY3579" fmla="*/ 174979 h 4882701"/>
                <a:gd name="connsiteX3580" fmla="*/ 2409478 w 4954903"/>
                <a:gd name="connsiteY3580" fmla="*/ 169155 h 4882701"/>
                <a:gd name="connsiteX3581" fmla="*/ 2401374 w 4954903"/>
                <a:gd name="connsiteY3581" fmla="*/ 176752 h 4882701"/>
                <a:gd name="connsiteX3582" fmla="*/ 2385168 w 4954903"/>
                <a:gd name="connsiteY3582" fmla="*/ 174473 h 4882701"/>
                <a:gd name="connsiteX3583" fmla="*/ 2380357 w 4954903"/>
                <a:gd name="connsiteY3583" fmla="*/ 168648 h 4882701"/>
                <a:gd name="connsiteX3584" fmla="*/ 2371494 w 4954903"/>
                <a:gd name="connsiteY3584" fmla="*/ 176245 h 4882701"/>
                <a:gd name="connsiteX3585" fmla="*/ 2385168 w 4954903"/>
                <a:gd name="connsiteY3585" fmla="*/ 174473 h 4882701"/>
                <a:gd name="connsiteX3586" fmla="*/ 3495817 w 4954903"/>
                <a:gd name="connsiteY3586" fmla="*/ 215242 h 4882701"/>
                <a:gd name="connsiteX3587" fmla="*/ 3480876 w 4954903"/>
                <a:gd name="connsiteY3587" fmla="*/ 208658 h 4882701"/>
                <a:gd name="connsiteX3588" fmla="*/ 3505945 w 4954903"/>
                <a:gd name="connsiteY3588" fmla="*/ 220053 h 4882701"/>
                <a:gd name="connsiteX3589" fmla="*/ 3495817 w 4954903"/>
                <a:gd name="connsiteY3589" fmla="*/ 215242 h 4882701"/>
                <a:gd name="connsiteX3590" fmla="*/ 3490499 w 4954903"/>
                <a:gd name="connsiteY3590" fmla="*/ 213723 h 4882701"/>
                <a:gd name="connsiteX3591" fmla="*/ 3475305 w 4954903"/>
                <a:gd name="connsiteY3591" fmla="*/ 207139 h 4882701"/>
                <a:gd name="connsiteX3592" fmla="*/ 3475305 w 4954903"/>
                <a:gd name="connsiteY3592" fmla="*/ 207139 h 4882701"/>
                <a:gd name="connsiteX3593" fmla="*/ 3500374 w 4954903"/>
                <a:gd name="connsiteY3593" fmla="*/ 218534 h 4882701"/>
                <a:gd name="connsiteX3594" fmla="*/ 3490499 w 4954903"/>
                <a:gd name="connsiteY3594" fmla="*/ 213723 h 4882701"/>
                <a:gd name="connsiteX3595" fmla="*/ 2686000 w 4954903"/>
                <a:gd name="connsiteY3595" fmla="*/ 161558 h 4882701"/>
                <a:gd name="connsiteX3596" fmla="*/ 2694610 w 4954903"/>
                <a:gd name="connsiteY3596" fmla="*/ 158519 h 4882701"/>
                <a:gd name="connsiteX3597" fmla="*/ 2686253 w 4954903"/>
                <a:gd name="connsiteY3597" fmla="*/ 152948 h 4882701"/>
                <a:gd name="connsiteX3598" fmla="*/ 2684481 w 4954903"/>
                <a:gd name="connsiteY3598" fmla="*/ 153202 h 4882701"/>
                <a:gd name="connsiteX3599" fmla="*/ 2686000 w 4954903"/>
                <a:gd name="connsiteY3599" fmla="*/ 161558 h 4882701"/>
                <a:gd name="connsiteX3600" fmla="*/ 2547992 w 4954903"/>
                <a:gd name="connsiteY3600" fmla="*/ 157253 h 4882701"/>
                <a:gd name="connsiteX3601" fmla="*/ 2559387 w 4954903"/>
                <a:gd name="connsiteY3601" fmla="*/ 155227 h 4882701"/>
                <a:gd name="connsiteX3602" fmla="*/ 2552803 w 4954903"/>
                <a:gd name="connsiteY3602" fmla="*/ 149656 h 4882701"/>
                <a:gd name="connsiteX3603" fmla="*/ 2547992 w 4954903"/>
                <a:gd name="connsiteY3603" fmla="*/ 157253 h 4882701"/>
                <a:gd name="connsiteX3604" fmla="*/ 2392765 w 4954903"/>
                <a:gd name="connsiteY3604" fmla="*/ 152442 h 4882701"/>
                <a:gd name="connsiteX3605" fmla="*/ 2388460 w 4954903"/>
                <a:gd name="connsiteY3605" fmla="*/ 146871 h 4882701"/>
                <a:gd name="connsiteX3606" fmla="*/ 2380103 w 4954903"/>
                <a:gd name="connsiteY3606" fmla="*/ 153961 h 4882701"/>
                <a:gd name="connsiteX3607" fmla="*/ 2392765 w 4954903"/>
                <a:gd name="connsiteY3607" fmla="*/ 152442 h 4882701"/>
                <a:gd name="connsiteX3608" fmla="*/ 1894416 w 4954903"/>
                <a:gd name="connsiteY3608" fmla="*/ 153708 h 4882701"/>
                <a:gd name="connsiteX3609" fmla="*/ 1899227 w 4954903"/>
                <a:gd name="connsiteY3609" fmla="*/ 150416 h 4882701"/>
                <a:gd name="connsiteX3610" fmla="*/ 1898974 w 4954903"/>
                <a:gd name="connsiteY3610" fmla="*/ 148390 h 4882701"/>
                <a:gd name="connsiteX3611" fmla="*/ 1880995 w 4954903"/>
                <a:gd name="connsiteY3611" fmla="*/ 157506 h 4882701"/>
                <a:gd name="connsiteX3612" fmla="*/ 1894416 w 4954903"/>
                <a:gd name="connsiteY3612" fmla="*/ 153708 h 4882701"/>
                <a:gd name="connsiteX3613" fmla="*/ 3444665 w 4954903"/>
                <a:gd name="connsiteY3613" fmla="*/ 192452 h 4882701"/>
                <a:gd name="connsiteX3614" fmla="*/ 3429725 w 4954903"/>
                <a:gd name="connsiteY3614" fmla="*/ 186121 h 4882701"/>
                <a:gd name="connsiteX3615" fmla="*/ 3455300 w 4954903"/>
                <a:gd name="connsiteY3615" fmla="*/ 197010 h 4882701"/>
                <a:gd name="connsiteX3616" fmla="*/ 3444665 w 4954903"/>
                <a:gd name="connsiteY3616" fmla="*/ 192452 h 4882701"/>
                <a:gd name="connsiteX3617" fmla="*/ 3440613 w 4954903"/>
                <a:gd name="connsiteY3617" fmla="*/ 190932 h 4882701"/>
                <a:gd name="connsiteX3618" fmla="*/ 3425673 w 4954903"/>
                <a:gd name="connsiteY3618" fmla="*/ 184602 h 4882701"/>
                <a:gd name="connsiteX3619" fmla="*/ 3450996 w 4954903"/>
                <a:gd name="connsiteY3619" fmla="*/ 195490 h 4882701"/>
                <a:gd name="connsiteX3620" fmla="*/ 3440613 w 4954903"/>
                <a:gd name="connsiteY3620" fmla="*/ 190932 h 4882701"/>
                <a:gd name="connsiteX3621" fmla="*/ 2602182 w 4954903"/>
                <a:gd name="connsiteY3621" fmla="*/ 130158 h 4882701"/>
                <a:gd name="connsiteX3622" fmla="*/ 2601676 w 4954903"/>
                <a:gd name="connsiteY3622" fmla="*/ 130158 h 4882701"/>
                <a:gd name="connsiteX3623" fmla="*/ 2599397 w 4954903"/>
                <a:gd name="connsiteY3623" fmla="*/ 137502 h 4882701"/>
                <a:gd name="connsiteX3624" fmla="*/ 2609273 w 4954903"/>
                <a:gd name="connsiteY3624" fmla="*/ 135223 h 4882701"/>
                <a:gd name="connsiteX3625" fmla="*/ 2602182 w 4954903"/>
                <a:gd name="connsiteY3625" fmla="*/ 130158 h 4882701"/>
                <a:gd name="connsiteX3626" fmla="*/ 2576860 w 4954903"/>
                <a:gd name="connsiteY3626" fmla="*/ 129652 h 4882701"/>
                <a:gd name="connsiteX3627" fmla="*/ 2576353 w 4954903"/>
                <a:gd name="connsiteY3627" fmla="*/ 129652 h 4882701"/>
                <a:gd name="connsiteX3628" fmla="*/ 2573568 w 4954903"/>
                <a:gd name="connsiteY3628" fmla="*/ 136995 h 4882701"/>
                <a:gd name="connsiteX3629" fmla="*/ 2583697 w 4954903"/>
                <a:gd name="connsiteY3629" fmla="*/ 134716 h 4882701"/>
                <a:gd name="connsiteX3630" fmla="*/ 2576860 w 4954903"/>
                <a:gd name="connsiteY3630" fmla="*/ 129652 h 4882701"/>
                <a:gd name="connsiteX3631" fmla="*/ 2546979 w 4954903"/>
                <a:gd name="connsiteY3631" fmla="*/ 136236 h 4882701"/>
                <a:gd name="connsiteX3632" fmla="*/ 2557615 w 4954903"/>
                <a:gd name="connsiteY3632" fmla="*/ 134210 h 4882701"/>
                <a:gd name="connsiteX3633" fmla="*/ 2551284 w 4954903"/>
                <a:gd name="connsiteY3633" fmla="*/ 129145 h 4882701"/>
                <a:gd name="connsiteX3634" fmla="*/ 2546979 w 4954903"/>
                <a:gd name="connsiteY3634" fmla="*/ 136236 h 4882701"/>
                <a:gd name="connsiteX3635" fmla="*/ 2531786 w 4954903"/>
                <a:gd name="connsiteY3635" fmla="*/ 133703 h 4882701"/>
                <a:gd name="connsiteX3636" fmla="*/ 2525961 w 4954903"/>
                <a:gd name="connsiteY3636" fmla="*/ 128639 h 4882701"/>
                <a:gd name="connsiteX3637" fmla="*/ 2520897 w 4954903"/>
                <a:gd name="connsiteY3637" fmla="*/ 135729 h 4882701"/>
                <a:gd name="connsiteX3638" fmla="*/ 2531786 w 4954903"/>
                <a:gd name="connsiteY3638" fmla="*/ 133703 h 4882701"/>
                <a:gd name="connsiteX3639" fmla="*/ 2479621 w 4954903"/>
                <a:gd name="connsiteY3639" fmla="*/ 132690 h 4882701"/>
                <a:gd name="connsiteX3640" fmla="*/ 2474557 w 4954903"/>
                <a:gd name="connsiteY3640" fmla="*/ 127626 h 4882701"/>
                <a:gd name="connsiteX3641" fmla="*/ 2467973 w 4954903"/>
                <a:gd name="connsiteY3641" fmla="*/ 134210 h 4882701"/>
                <a:gd name="connsiteX3642" fmla="*/ 2479621 w 4954903"/>
                <a:gd name="connsiteY3642" fmla="*/ 132690 h 4882701"/>
                <a:gd name="connsiteX3643" fmla="*/ 2400615 w 4954903"/>
                <a:gd name="connsiteY3643" fmla="*/ 131424 h 4882701"/>
                <a:gd name="connsiteX3644" fmla="*/ 2396563 w 4954903"/>
                <a:gd name="connsiteY3644" fmla="*/ 126360 h 4882701"/>
                <a:gd name="connsiteX3645" fmla="*/ 2388460 w 4954903"/>
                <a:gd name="connsiteY3645" fmla="*/ 133197 h 4882701"/>
                <a:gd name="connsiteX3646" fmla="*/ 2400615 w 4954903"/>
                <a:gd name="connsiteY3646" fmla="*/ 131424 h 4882701"/>
                <a:gd name="connsiteX3647" fmla="*/ 1950379 w 4954903"/>
                <a:gd name="connsiteY3647" fmla="*/ 132437 h 4882701"/>
                <a:gd name="connsiteX3648" fmla="*/ 1954937 w 4954903"/>
                <a:gd name="connsiteY3648" fmla="*/ 129398 h 4882701"/>
                <a:gd name="connsiteX3649" fmla="*/ 1954684 w 4954903"/>
                <a:gd name="connsiteY3649" fmla="*/ 127373 h 4882701"/>
                <a:gd name="connsiteX3650" fmla="*/ 1937211 w 4954903"/>
                <a:gd name="connsiteY3650" fmla="*/ 135729 h 4882701"/>
                <a:gd name="connsiteX3651" fmla="*/ 1950379 w 4954903"/>
                <a:gd name="connsiteY3651" fmla="*/ 132437 h 4882701"/>
                <a:gd name="connsiteX3652" fmla="*/ 3384650 w 4954903"/>
                <a:gd name="connsiteY3652" fmla="*/ 167889 h 4882701"/>
                <a:gd name="connsiteX3653" fmla="*/ 3369457 w 4954903"/>
                <a:gd name="connsiteY3653" fmla="*/ 162065 h 4882701"/>
                <a:gd name="connsiteX3654" fmla="*/ 3395286 w 4954903"/>
                <a:gd name="connsiteY3654" fmla="*/ 172194 h 4882701"/>
                <a:gd name="connsiteX3655" fmla="*/ 3384650 w 4954903"/>
                <a:gd name="connsiteY3655" fmla="*/ 167889 h 4882701"/>
                <a:gd name="connsiteX3656" fmla="*/ 3380092 w 4954903"/>
                <a:gd name="connsiteY3656" fmla="*/ 166623 h 4882701"/>
                <a:gd name="connsiteX3657" fmla="*/ 3380092 w 4954903"/>
                <a:gd name="connsiteY3657" fmla="*/ 166623 h 4882701"/>
                <a:gd name="connsiteX3658" fmla="*/ 3364899 w 4954903"/>
                <a:gd name="connsiteY3658" fmla="*/ 160798 h 4882701"/>
                <a:gd name="connsiteX3659" fmla="*/ 3390475 w 4954903"/>
                <a:gd name="connsiteY3659" fmla="*/ 170927 h 4882701"/>
                <a:gd name="connsiteX3660" fmla="*/ 3380092 w 4954903"/>
                <a:gd name="connsiteY3660" fmla="*/ 166623 h 4882701"/>
                <a:gd name="connsiteX3661" fmla="*/ 3362366 w 4954903"/>
                <a:gd name="connsiteY3661" fmla="*/ 162571 h 4882701"/>
                <a:gd name="connsiteX3662" fmla="*/ 3346920 w 4954903"/>
                <a:gd name="connsiteY3662" fmla="*/ 156747 h 4882701"/>
                <a:gd name="connsiteX3663" fmla="*/ 3346920 w 4954903"/>
                <a:gd name="connsiteY3663" fmla="*/ 156747 h 4882701"/>
                <a:gd name="connsiteX3664" fmla="*/ 3372242 w 4954903"/>
                <a:gd name="connsiteY3664" fmla="*/ 166623 h 4882701"/>
                <a:gd name="connsiteX3665" fmla="*/ 3362366 w 4954903"/>
                <a:gd name="connsiteY3665" fmla="*/ 162571 h 4882701"/>
                <a:gd name="connsiteX3666" fmla="*/ 3248668 w 4954903"/>
                <a:gd name="connsiteY3666" fmla="*/ 143832 h 4882701"/>
                <a:gd name="connsiteX3667" fmla="*/ 3248668 w 4954903"/>
                <a:gd name="connsiteY3667" fmla="*/ 143832 h 4882701"/>
                <a:gd name="connsiteX3668" fmla="*/ 3248415 w 4954903"/>
                <a:gd name="connsiteY3668" fmla="*/ 144086 h 4882701"/>
                <a:gd name="connsiteX3669" fmla="*/ 3271205 w 4954903"/>
                <a:gd name="connsiteY3669" fmla="*/ 153708 h 4882701"/>
                <a:gd name="connsiteX3670" fmla="*/ 3271458 w 4954903"/>
                <a:gd name="connsiteY3670" fmla="*/ 153455 h 4882701"/>
                <a:gd name="connsiteX3671" fmla="*/ 3264115 w 4954903"/>
                <a:gd name="connsiteY3671" fmla="*/ 149403 h 4882701"/>
                <a:gd name="connsiteX3672" fmla="*/ 3248668 w 4954903"/>
                <a:gd name="connsiteY3672" fmla="*/ 143832 h 4882701"/>
                <a:gd name="connsiteX3673" fmla="*/ 2621174 w 4954903"/>
                <a:gd name="connsiteY3673" fmla="*/ 111419 h 4882701"/>
                <a:gd name="connsiteX3674" fmla="*/ 2619655 w 4954903"/>
                <a:gd name="connsiteY3674" fmla="*/ 111673 h 4882701"/>
                <a:gd name="connsiteX3675" fmla="*/ 2619655 w 4954903"/>
                <a:gd name="connsiteY3675" fmla="*/ 118763 h 4882701"/>
                <a:gd name="connsiteX3676" fmla="*/ 2628265 w 4954903"/>
                <a:gd name="connsiteY3676" fmla="*/ 116231 h 4882701"/>
                <a:gd name="connsiteX3677" fmla="*/ 2621174 w 4954903"/>
                <a:gd name="connsiteY3677" fmla="*/ 111419 h 4882701"/>
                <a:gd name="connsiteX3678" fmla="*/ 2545713 w 4954903"/>
                <a:gd name="connsiteY3678" fmla="*/ 116484 h 4882701"/>
                <a:gd name="connsiteX3679" fmla="*/ 2555842 w 4954903"/>
                <a:gd name="connsiteY3679" fmla="*/ 114711 h 4882701"/>
                <a:gd name="connsiteX3680" fmla="*/ 2550018 w 4954903"/>
                <a:gd name="connsiteY3680" fmla="*/ 109900 h 4882701"/>
                <a:gd name="connsiteX3681" fmla="*/ 2545713 w 4954903"/>
                <a:gd name="connsiteY3681" fmla="*/ 116484 h 4882701"/>
                <a:gd name="connsiteX3682" fmla="*/ 2531532 w 4954903"/>
                <a:gd name="connsiteY3682" fmla="*/ 114205 h 4882701"/>
                <a:gd name="connsiteX3683" fmla="*/ 2525961 w 4954903"/>
                <a:gd name="connsiteY3683" fmla="*/ 109394 h 4882701"/>
                <a:gd name="connsiteX3684" fmla="*/ 2521150 w 4954903"/>
                <a:gd name="connsiteY3684" fmla="*/ 115977 h 4882701"/>
                <a:gd name="connsiteX3685" fmla="*/ 2531532 w 4954903"/>
                <a:gd name="connsiteY3685" fmla="*/ 114205 h 4882701"/>
                <a:gd name="connsiteX3686" fmla="*/ 2433281 w 4954903"/>
                <a:gd name="connsiteY3686" fmla="*/ 112432 h 4882701"/>
                <a:gd name="connsiteX3687" fmla="*/ 2429229 w 4954903"/>
                <a:gd name="connsiteY3687" fmla="*/ 107621 h 4882701"/>
                <a:gd name="connsiteX3688" fmla="*/ 2421886 w 4954903"/>
                <a:gd name="connsiteY3688" fmla="*/ 113698 h 4882701"/>
                <a:gd name="connsiteX3689" fmla="*/ 2433281 w 4954903"/>
                <a:gd name="connsiteY3689" fmla="*/ 112432 h 4882701"/>
                <a:gd name="connsiteX3690" fmla="*/ 1990895 w 4954903"/>
                <a:gd name="connsiteY3690" fmla="*/ 109647 h 4882701"/>
                <a:gd name="connsiteX3691" fmla="*/ 1990642 w 4954903"/>
                <a:gd name="connsiteY3691" fmla="*/ 108127 h 4882701"/>
                <a:gd name="connsiteX3692" fmla="*/ 1973169 w 4954903"/>
                <a:gd name="connsiteY3692" fmla="*/ 115977 h 4882701"/>
                <a:gd name="connsiteX3693" fmla="*/ 1985831 w 4954903"/>
                <a:gd name="connsiteY3693" fmla="*/ 112686 h 4882701"/>
                <a:gd name="connsiteX3694" fmla="*/ 1990895 w 4954903"/>
                <a:gd name="connsiteY3694" fmla="*/ 109647 h 4882701"/>
                <a:gd name="connsiteX3695" fmla="*/ 1967345 w 4954903"/>
                <a:gd name="connsiteY3695" fmla="*/ 113192 h 4882701"/>
                <a:gd name="connsiteX3696" fmla="*/ 1972916 w 4954903"/>
                <a:gd name="connsiteY3696" fmla="*/ 109647 h 4882701"/>
                <a:gd name="connsiteX3697" fmla="*/ 1972410 w 4954903"/>
                <a:gd name="connsiteY3697" fmla="*/ 108381 h 4882701"/>
                <a:gd name="connsiteX3698" fmla="*/ 1954431 w 4954903"/>
                <a:gd name="connsiteY3698" fmla="*/ 116484 h 4882701"/>
                <a:gd name="connsiteX3699" fmla="*/ 1967345 w 4954903"/>
                <a:gd name="connsiteY3699" fmla="*/ 113192 h 4882701"/>
                <a:gd name="connsiteX3700" fmla="*/ 3328181 w 4954903"/>
                <a:gd name="connsiteY3700" fmla="*/ 146111 h 4882701"/>
                <a:gd name="connsiteX3701" fmla="*/ 3312987 w 4954903"/>
                <a:gd name="connsiteY3701" fmla="*/ 140540 h 4882701"/>
                <a:gd name="connsiteX3702" fmla="*/ 3338817 w 4954903"/>
                <a:gd name="connsiteY3702" fmla="*/ 150163 h 4882701"/>
                <a:gd name="connsiteX3703" fmla="*/ 3328181 w 4954903"/>
                <a:gd name="connsiteY3703" fmla="*/ 146111 h 4882701"/>
                <a:gd name="connsiteX3704" fmla="*/ 3323876 w 4954903"/>
                <a:gd name="connsiteY3704" fmla="*/ 144845 h 4882701"/>
                <a:gd name="connsiteX3705" fmla="*/ 3308683 w 4954903"/>
                <a:gd name="connsiteY3705" fmla="*/ 139274 h 4882701"/>
                <a:gd name="connsiteX3706" fmla="*/ 3334511 w 4954903"/>
                <a:gd name="connsiteY3706" fmla="*/ 148644 h 4882701"/>
                <a:gd name="connsiteX3707" fmla="*/ 3323876 w 4954903"/>
                <a:gd name="connsiteY3707" fmla="*/ 144845 h 4882701"/>
                <a:gd name="connsiteX3708" fmla="*/ 3300579 w 4954903"/>
                <a:gd name="connsiteY3708" fmla="*/ 139781 h 4882701"/>
                <a:gd name="connsiteX3709" fmla="*/ 3285132 w 4954903"/>
                <a:gd name="connsiteY3709" fmla="*/ 134463 h 4882701"/>
                <a:gd name="connsiteX3710" fmla="*/ 3285132 w 4954903"/>
                <a:gd name="connsiteY3710" fmla="*/ 134463 h 4882701"/>
                <a:gd name="connsiteX3711" fmla="*/ 3310202 w 4954903"/>
                <a:gd name="connsiteY3711" fmla="*/ 143832 h 4882701"/>
                <a:gd name="connsiteX3712" fmla="*/ 3300579 w 4954903"/>
                <a:gd name="connsiteY3712" fmla="*/ 139781 h 4882701"/>
                <a:gd name="connsiteX3713" fmla="*/ 3062294 w 4954903"/>
                <a:gd name="connsiteY3713" fmla="*/ 120029 h 4882701"/>
                <a:gd name="connsiteX3714" fmla="*/ 3057736 w 4954903"/>
                <a:gd name="connsiteY3714" fmla="*/ 116484 h 4882701"/>
                <a:gd name="connsiteX3715" fmla="*/ 3044568 w 4954903"/>
                <a:gd name="connsiteY3715" fmla="*/ 111673 h 4882701"/>
                <a:gd name="connsiteX3716" fmla="*/ 3043808 w 4954903"/>
                <a:gd name="connsiteY3716" fmla="*/ 111926 h 4882701"/>
                <a:gd name="connsiteX3717" fmla="*/ 3062294 w 4954903"/>
                <a:gd name="connsiteY3717" fmla="*/ 120029 h 4882701"/>
                <a:gd name="connsiteX3718" fmla="*/ 3045328 w 4954903"/>
                <a:gd name="connsiteY3718" fmla="*/ 119016 h 4882701"/>
                <a:gd name="connsiteX3719" fmla="*/ 3041276 w 4954903"/>
                <a:gd name="connsiteY3719" fmla="*/ 115471 h 4882701"/>
                <a:gd name="connsiteX3720" fmla="*/ 3028361 w 4954903"/>
                <a:gd name="connsiteY3720" fmla="*/ 110660 h 4882701"/>
                <a:gd name="connsiteX3721" fmla="*/ 3027602 w 4954903"/>
                <a:gd name="connsiteY3721" fmla="*/ 110913 h 4882701"/>
                <a:gd name="connsiteX3722" fmla="*/ 3045328 w 4954903"/>
                <a:gd name="connsiteY3722" fmla="*/ 119016 h 4882701"/>
                <a:gd name="connsiteX3723" fmla="*/ 2940492 w 4954903"/>
                <a:gd name="connsiteY3723" fmla="*/ 105595 h 4882701"/>
                <a:gd name="connsiteX3724" fmla="*/ 2939479 w 4954903"/>
                <a:gd name="connsiteY3724" fmla="*/ 105848 h 4882701"/>
                <a:gd name="connsiteX3725" fmla="*/ 2954926 w 4954903"/>
                <a:gd name="connsiteY3725" fmla="*/ 113952 h 4882701"/>
                <a:gd name="connsiteX3726" fmla="*/ 2952394 w 4954903"/>
                <a:gd name="connsiteY3726" fmla="*/ 110406 h 4882701"/>
                <a:gd name="connsiteX3727" fmla="*/ 2940492 w 4954903"/>
                <a:gd name="connsiteY3727" fmla="*/ 105595 h 4882701"/>
                <a:gd name="connsiteX3728" fmla="*/ 2636621 w 4954903"/>
                <a:gd name="connsiteY3728" fmla="*/ 101037 h 4882701"/>
                <a:gd name="connsiteX3729" fmla="*/ 2643712 w 4954903"/>
                <a:gd name="connsiteY3729" fmla="*/ 98505 h 4882701"/>
                <a:gd name="connsiteX3730" fmla="*/ 2636621 w 4954903"/>
                <a:gd name="connsiteY3730" fmla="*/ 93947 h 4882701"/>
                <a:gd name="connsiteX3731" fmla="*/ 2634849 w 4954903"/>
                <a:gd name="connsiteY3731" fmla="*/ 94200 h 4882701"/>
                <a:gd name="connsiteX3732" fmla="*/ 2636621 w 4954903"/>
                <a:gd name="connsiteY3732" fmla="*/ 101037 h 4882701"/>
                <a:gd name="connsiteX3733" fmla="*/ 2544700 w 4954903"/>
                <a:gd name="connsiteY3733" fmla="*/ 97998 h 4882701"/>
                <a:gd name="connsiteX3734" fmla="*/ 2554070 w 4954903"/>
                <a:gd name="connsiteY3734" fmla="*/ 96479 h 4882701"/>
                <a:gd name="connsiteX3735" fmla="*/ 2548499 w 4954903"/>
                <a:gd name="connsiteY3735" fmla="*/ 91921 h 4882701"/>
                <a:gd name="connsiteX3736" fmla="*/ 2544700 w 4954903"/>
                <a:gd name="connsiteY3736" fmla="*/ 97998 h 4882701"/>
                <a:gd name="connsiteX3737" fmla="*/ 2508489 w 4954903"/>
                <a:gd name="connsiteY3737" fmla="*/ 95466 h 4882701"/>
                <a:gd name="connsiteX3738" fmla="*/ 2503678 w 4954903"/>
                <a:gd name="connsiteY3738" fmla="*/ 91161 h 4882701"/>
                <a:gd name="connsiteX3739" fmla="*/ 2498360 w 4954903"/>
                <a:gd name="connsiteY3739" fmla="*/ 96986 h 4882701"/>
                <a:gd name="connsiteX3740" fmla="*/ 2508489 w 4954903"/>
                <a:gd name="connsiteY3740" fmla="*/ 95466 h 4882701"/>
                <a:gd name="connsiteX3741" fmla="*/ 2462655 w 4954903"/>
                <a:gd name="connsiteY3741" fmla="*/ 94706 h 4882701"/>
                <a:gd name="connsiteX3742" fmla="*/ 2458603 w 4954903"/>
                <a:gd name="connsiteY3742" fmla="*/ 90402 h 4882701"/>
                <a:gd name="connsiteX3743" fmla="*/ 2452273 w 4954903"/>
                <a:gd name="connsiteY3743" fmla="*/ 96226 h 4882701"/>
                <a:gd name="connsiteX3744" fmla="*/ 2462655 w 4954903"/>
                <a:gd name="connsiteY3744" fmla="*/ 94706 h 4882701"/>
                <a:gd name="connsiteX3745" fmla="*/ 2439358 w 4954903"/>
                <a:gd name="connsiteY3745" fmla="*/ 94453 h 4882701"/>
                <a:gd name="connsiteX3746" fmla="*/ 2435813 w 4954903"/>
                <a:gd name="connsiteY3746" fmla="*/ 90148 h 4882701"/>
                <a:gd name="connsiteX3747" fmla="*/ 2428976 w 4954903"/>
                <a:gd name="connsiteY3747" fmla="*/ 95973 h 4882701"/>
                <a:gd name="connsiteX3748" fmla="*/ 2439358 w 4954903"/>
                <a:gd name="connsiteY3748" fmla="*/ 94453 h 4882701"/>
                <a:gd name="connsiteX3749" fmla="*/ 2416315 w 4954903"/>
                <a:gd name="connsiteY3749" fmla="*/ 94200 h 4882701"/>
                <a:gd name="connsiteX3750" fmla="*/ 2413023 w 4954903"/>
                <a:gd name="connsiteY3750" fmla="*/ 89895 h 4882701"/>
                <a:gd name="connsiteX3751" fmla="*/ 2405426 w 4954903"/>
                <a:gd name="connsiteY3751" fmla="*/ 95719 h 4882701"/>
                <a:gd name="connsiteX3752" fmla="*/ 2416315 w 4954903"/>
                <a:gd name="connsiteY3752" fmla="*/ 94200 h 4882701"/>
                <a:gd name="connsiteX3753" fmla="*/ 2039261 w 4954903"/>
                <a:gd name="connsiteY3753" fmla="*/ 94453 h 4882701"/>
                <a:gd name="connsiteX3754" fmla="*/ 2044579 w 4954903"/>
                <a:gd name="connsiteY3754" fmla="*/ 91415 h 4882701"/>
                <a:gd name="connsiteX3755" fmla="*/ 2044073 w 4954903"/>
                <a:gd name="connsiteY3755" fmla="*/ 90402 h 4882701"/>
                <a:gd name="connsiteX3756" fmla="*/ 2027107 w 4954903"/>
                <a:gd name="connsiteY3756" fmla="*/ 97745 h 4882701"/>
                <a:gd name="connsiteX3757" fmla="*/ 2039261 w 4954903"/>
                <a:gd name="connsiteY3757" fmla="*/ 94453 h 4882701"/>
                <a:gd name="connsiteX3758" fmla="*/ 2004316 w 4954903"/>
                <a:gd name="connsiteY3758" fmla="*/ 95213 h 4882701"/>
                <a:gd name="connsiteX3759" fmla="*/ 2010394 w 4954903"/>
                <a:gd name="connsiteY3759" fmla="*/ 91921 h 4882701"/>
                <a:gd name="connsiteX3760" fmla="*/ 2009887 w 4954903"/>
                <a:gd name="connsiteY3760" fmla="*/ 91161 h 4882701"/>
                <a:gd name="connsiteX3761" fmla="*/ 1991908 w 4954903"/>
                <a:gd name="connsiteY3761" fmla="*/ 98505 h 4882701"/>
                <a:gd name="connsiteX3762" fmla="*/ 2004316 w 4954903"/>
                <a:gd name="connsiteY3762" fmla="*/ 95213 h 4882701"/>
                <a:gd name="connsiteX3763" fmla="*/ 3266900 w 4954903"/>
                <a:gd name="connsiteY3763" fmla="*/ 124840 h 4882701"/>
                <a:gd name="connsiteX3764" fmla="*/ 3266900 w 4954903"/>
                <a:gd name="connsiteY3764" fmla="*/ 124840 h 4882701"/>
                <a:gd name="connsiteX3765" fmla="*/ 3251453 w 4954903"/>
                <a:gd name="connsiteY3765" fmla="*/ 119776 h 4882701"/>
                <a:gd name="connsiteX3766" fmla="*/ 3277536 w 4954903"/>
                <a:gd name="connsiteY3766" fmla="*/ 128639 h 4882701"/>
                <a:gd name="connsiteX3767" fmla="*/ 3266900 w 4954903"/>
                <a:gd name="connsiteY3767" fmla="*/ 124840 h 4882701"/>
                <a:gd name="connsiteX3768" fmla="*/ 3262342 w 4954903"/>
                <a:gd name="connsiteY3768" fmla="*/ 123574 h 4882701"/>
                <a:gd name="connsiteX3769" fmla="*/ 3246896 w 4954903"/>
                <a:gd name="connsiteY3769" fmla="*/ 118510 h 4882701"/>
                <a:gd name="connsiteX3770" fmla="*/ 3272725 w 4954903"/>
                <a:gd name="connsiteY3770" fmla="*/ 127373 h 4882701"/>
                <a:gd name="connsiteX3771" fmla="*/ 3262342 w 4954903"/>
                <a:gd name="connsiteY3771" fmla="*/ 123574 h 4882701"/>
                <a:gd name="connsiteX3772" fmla="*/ 3257278 w 4954903"/>
                <a:gd name="connsiteY3772" fmla="*/ 122308 h 4882701"/>
                <a:gd name="connsiteX3773" fmla="*/ 3241831 w 4954903"/>
                <a:gd name="connsiteY3773" fmla="*/ 117244 h 4882701"/>
                <a:gd name="connsiteX3774" fmla="*/ 3241831 w 4954903"/>
                <a:gd name="connsiteY3774" fmla="*/ 117244 h 4882701"/>
                <a:gd name="connsiteX3775" fmla="*/ 3267660 w 4954903"/>
                <a:gd name="connsiteY3775" fmla="*/ 125853 h 4882701"/>
                <a:gd name="connsiteX3776" fmla="*/ 3257278 w 4954903"/>
                <a:gd name="connsiteY3776" fmla="*/ 122308 h 4882701"/>
                <a:gd name="connsiteX3777" fmla="*/ 3251453 w 4954903"/>
                <a:gd name="connsiteY3777" fmla="*/ 121295 h 4882701"/>
                <a:gd name="connsiteX3778" fmla="*/ 3236007 w 4954903"/>
                <a:gd name="connsiteY3778" fmla="*/ 116231 h 4882701"/>
                <a:gd name="connsiteX3779" fmla="*/ 3236007 w 4954903"/>
                <a:gd name="connsiteY3779" fmla="*/ 116231 h 4882701"/>
                <a:gd name="connsiteX3780" fmla="*/ 3261583 w 4954903"/>
                <a:gd name="connsiteY3780" fmla="*/ 124840 h 4882701"/>
                <a:gd name="connsiteX3781" fmla="*/ 3251453 w 4954903"/>
                <a:gd name="connsiteY3781" fmla="*/ 121295 h 4882701"/>
                <a:gd name="connsiteX3782" fmla="*/ 3024816 w 4954903"/>
                <a:gd name="connsiteY3782" fmla="*/ 101544 h 4882701"/>
                <a:gd name="connsiteX3783" fmla="*/ 3020005 w 4954903"/>
                <a:gd name="connsiteY3783" fmla="*/ 98252 h 4882701"/>
                <a:gd name="connsiteX3784" fmla="*/ 3007091 w 4954903"/>
                <a:gd name="connsiteY3784" fmla="*/ 93694 h 4882701"/>
                <a:gd name="connsiteX3785" fmla="*/ 3006331 w 4954903"/>
                <a:gd name="connsiteY3785" fmla="*/ 93694 h 4882701"/>
                <a:gd name="connsiteX3786" fmla="*/ 3024816 w 4954903"/>
                <a:gd name="connsiteY3786" fmla="*/ 101544 h 4882701"/>
                <a:gd name="connsiteX3787" fmla="*/ 2990884 w 4954903"/>
                <a:gd name="connsiteY3787" fmla="*/ 92934 h 4882701"/>
                <a:gd name="connsiteX3788" fmla="*/ 3008863 w 4954903"/>
                <a:gd name="connsiteY3788" fmla="*/ 100784 h 4882701"/>
                <a:gd name="connsiteX3789" fmla="*/ 3004305 w 4954903"/>
                <a:gd name="connsiteY3789" fmla="*/ 97492 h 4882701"/>
                <a:gd name="connsiteX3790" fmla="*/ 2991391 w 4954903"/>
                <a:gd name="connsiteY3790" fmla="*/ 92934 h 4882701"/>
                <a:gd name="connsiteX3791" fmla="*/ 2990884 w 4954903"/>
                <a:gd name="connsiteY3791" fmla="*/ 92934 h 4882701"/>
                <a:gd name="connsiteX3792" fmla="*/ 2988605 w 4954903"/>
                <a:gd name="connsiteY3792" fmla="*/ 96479 h 4882701"/>
                <a:gd name="connsiteX3793" fmla="*/ 2975944 w 4954903"/>
                <a:gd name="connsiteY3793" fmla="*/ 91921 h 4882701"/>
                <a:gd name="connsiteX3794" fmla="*/ 2975184 w 4954903"/>
                <a:gd name="connsiteY3794" fmla="*/ 92174 h 4882701"/>
                <a:gd name="connsiteX3795" fmla="*/ 2992657 w 4954903"/>
                <a:gd name="connsiteY3795" fmla="*/ 99771 h 4882701"/>
                <a:gd name="connsiteX3796" fmla="*/ 2988605 w 4954903"/>
                <a:gd name="connsiteY3796" fmla="*/ 96479 h 4882701"/>
                <a:gd name="connsiteX3797" fmla="*/ 2955939 w 4954903"/>
                <a:gd name="connsiteY3797" fmla="*/ 94453 h 4882701"/>
                <a:gd name="connsiteX3798" fmla="*/ 2943784 w 4954903"/>
                <a:gd name="connsiteY3798" fmla="*/ 89895 h 4882701"/>
                <a:gd name="connsiteX3799" fmla="*/ 2943024 w 4954903"/>
                <a:gd name="connsiteY3799" fmla="*/ 90148 h 4882701"/>
                <a:gd name="connsiteX3800" fmla="*/ 2959484 w 4954903"/>
                <a:gd name="connsiteY3800" fmla="*/ 97745 h 4882701"/>
                <a:gd name="connsiteX3801" fmla="*/ 2955939 w 4954903"/>
                <a:gd name="connsiteY3801" fmla="*/ 94453 h 4882701"/>
                <a:gd name="connsiteX3802" fmla="*/ 2938973 w 4954903"/>
                <a:gd name="connsiteY3802" fmla="*/ 93694 h 4882701"/>
                <a:gd name="connsiteX3803" fmla="*/ 2927071 w 4954903"/>
                <a:gd name="connsiteY3803" fmla="*/ 89136 h 4882701"/>
                <a:gd name="connsiteX3804" fmla="*/ 2926058 w 4954903"/>
                <a:gd name="connsiteY3804" fmla="*/ 89389 h 4882701"/>
                <a:gd name="connsiteX3805" fmla="*/ 2942012 w 4954903"/>
                <a:gd name="connsiteY3805" fmla="*/ 96986 h 4882701"/>
                <a:gd name="connsiteX3806" fmla="*/ 2938973 w 4954903"/>
                <a:gd name="connsiteY3806" fmla="*/ 93694 h 4882701"/>
                <a:gd name="connsiteX3807" fmla="*/ 2924792 w 4954903"/>
                <a:gd name="connsiteY3807" fmla="*/ 95973 h 4882701"/>
                <a:gd name="connsiteX3808" fmla="*/ 2922007 w 4954903"/>
                <a:gd name="connsiteY3808" fmla="*/ 92681 h 4882701"/>
                <a:gd name="connsiteX3809" fmla="*/ 2910358 w 4954903"/>
                <a:gd name="connsiteY3809" fmla="*/ 88376 h 4882701"/>
                <a:gd name="connsiteX3810" fmla="*/ 2909345 w 4954903"/>
                <a:gd name="connsiteY3810" fmla="*/ 88629 h 4882701"/>
                <a:gd name="connsiteX3811" fmla="*/ 2924792 w 4954903"/>
                <a:gd name="connsiteY3811" fmla="*/ 95973 h 4882701"/>
                <a:gd name="connsiteX3812" fmla="*/ 2893139 w 4954903"/>
                <a:gd name="connsiteY3812" fmla="*/ 87363 h 4882701"/>
                <a:gd name="connsiteX3813" fmla="*/ 2892126 w 4954903"/>
                <a:gd name="connsiteY3813" fmla="*/ 87616 h 4882701"/>
                <a:gd name="connsiteX3814" fmla="*/ 2907066 w 4954903"/>
                <a:gd name="connsiteY3814" fmla="*/ 94960 h 4882701"/>
                <a:gd name="connsiteX3815" fmla="*/ 2904534 w 4954903"/>
                <a:gd name="connsiteY3815" fmla="*/ 91668 h 4882701"/>
                <a:gd name="connsiteX3816" fmla="*/ 2893139 w 4954903"/>
                <a:gd name="connsiteY3816" fmla="*/ 87363 h 4882701"/>
                <a:gd name="connsiteX3817" fmla="*/ 2875666 w 4954903"/>
                <a:gd name="connsiteY3817" fmla="*/ 86603 h 4882701"/>
                <a:gd name="connsiteX3818" fmla="*/ 2874653 w 4954903"/>
                <a:gd name="connsiteY3818" fmla="*/ 86856 h 4882701"/>
                <a:gd name="connsiteX3819" fmla="*/ 2889087 w 4954903"/>
                <a:gd name="connsiteY3819" fmla="*/ 94200 h 4882701"/>
                <a:gd name="connsiteX3820" fmla="*/ 2886808 w 4954903"/>
                <a:gd name="connsiteY3820" fmla="*/ 90908 h 4882701"/>
                <a:gd name="connsiteX3821" fmla="*/ 2875666 w 4954903"/>
                <a:gd name="connsiteY3821" fmla="*/ 86603 h 4882701"/>
                <a:gd name="connsiteX3822" fmla="*/ 2714108 w 4954903"/>
                <a:gd name="connsiteY3822" fmla="*/ 87363 h 4882701"/>
                <a:gd name="connsiteX3823" fmla="*/ 2716134 w 4954903"/>
                <a:gd name="connsiteY3823" fmla="*/ 84071 h 4882701"/>
                <a:gd name="connsiteX3824" fmla="*/ 2708031 w 4954903"/>
                <a:gd name="connsiteY3824" fmla="*/ 79766 h 4882701"/>
                <a:gd name="connsiteX3825" fmla="*/ 2706005 w 4954903"/>
                <a:gd name="connsiteY3825" fmla="*/ 80273 h 4882701"/>
                <a:gd name="connsiteX3826" fmla="*/ 2714108 w 4954903"/>
                <a:gd name="connsiteY3826" fmla="*/ 87363 h 4882701"/>
                <a:gd name="connsiteX3827" fmla="*/ 2693344 w 4954903"/>
                <a:gd name="connsiteY3827" fmla="*/ 86603 h 4882701"/>
                <a:gd name="connsiteX3828" fmla="*/ 2696383 w 4954903"/>
                <a:gd name="connsiteY3828" fmla="*/ 83565 h 4882701"/>
                <a:gd name="connsiteX3829" fmla="*/ 2688532 w 4954903"/>
                <a:gd name="connsiteY3829" fmla="*/ 79260 h 4882701"/>
                <a:gd name="connsiteX3830" fmla="*/ 2686760 w 4954903"/>
                <a:gd name="connsiteY3830" fmla="*/ 79513 h 4882701"/>
                <a:gd name="connsiteX3831" fmla="*/ 2693344 w 4954903"/>
                <a:gd name="connsiteY3831" fmla="*/ 86603 h 4882701"/>
                <a:gd name="connsiteX3832" fmla="*/ 2650549 w 4954903"/>
                <a:gd name="connsiteY3832" fmla="*/ 85084 h 4882701"/>
                <a:gd name="connsiteX3833" fmla="*/ 2655866 w 4954903"/>
                <a:gd name="connsiteY3833" fmla="*/ 82298 h 4882701"/>
                <a:gd name="connsiteX3834" fmla="*/ 2648776 w 4954903"/>
                <a:gd name="connsiteY3834" fmla="*/ 78247 h 4882701"/>
                <a:gd name="connsiteX3835" fmla="*/ 2646750 w 4954903"/>
                <a:gd name="connsiteY3835" fmla="*/ 78500 h 4882701"/>
                <a:gd name="connsiteX3836" fmla="*/ 2650549 w 4954903"/>
                <a:gd name="connsiteY3836" fmla="*/ 85084 h 4882701"/>
                <a:gd name="connsiteX3837" fmla="*/ 2629278 w 4954903"/>
                <a:gd name="connsiteY3837" fmla="*/ 84324 h 4882701"/>
                <a:gd name="connsiteX3838" fmla="*/ 2635355 w 4954903"/>
                <a:gd name="connsiteY3838" fmla="*/ 81792 h 4882701"/>
                <a:gd name="connsiteX3839" fmla="*/ 2628771 w 4954903"/>
                <a:gd name="connsiteY3839" fmla="*/ 77740 h 4882701"/>
                <a:gd name="connsiteX3840" fmla="*/ 2626999 w 4954903"/>
                <a:gd name="connsiteY3840" fmla="*/ 77994 h 4882701"/>
                <a:gd name="connsiteX3841" fmla="*/ 2629278 w 4954903"/>
                <a:gd name="connsiteY3841" fmla="*/ 84324 h 4882701"/>
                <a:gd name="connsiteX3842" fmla="*/ 2614844 w 4954903"/>
                <a:gd name="connsiteY3842" fmla="*/ 81286 h 4882701"/>
                <a:gd name="connsiteX3843" fmla="*/ 2608513 w 4954903"/>
                <a:gd name="connsiteY3843" fmla="*/ 77234 h 4882701"/>
                <a:gd name="connsiteX3844" fmla="*/ 2606741 w 4954903"/>
                <a:gd name="connsiteY3844" fmla="*/ 77487 h 4882701"/>
                <a:gd name="connsiteX3845" fmla="*/ 2608007 w 4954903"/>
                <a:gd name="connsiteY3845" fmla="*/ 83565 h 4882701"/>
                <a:gd name="connsiteX3846" fmla="*/ 2614844 w 4954903"/>
                <a:gd name="connsiteY3846" fmla="*/ 81286 h 4882701"/>
                <a:gd name="connsiteX3847" fmla="*/ 2586736 w 4954903"/>
                <a:gd name="connsiteY3847" fmla="*/ 76727 h 4882701"/>
                <a:gd name="connsiteX3848" fmla="*/ 2586482 w 4954903"/>
                <a:gd name="connsiteY3848" fmla="*/ 82805 h 4882701"/>
                <a:gd name="connsiteX3849" fmla="*/ 2594079 w 4954903"/>
                <a:gd name="connsiteY3849" fmla="*/ 80779 h 4882701"/>
                <a:gd name="connsiteX3850" fmla="*/ 2588255 w 4954903"/>
                <a:gd name="connsiteY3850" fmla="*/ 76727 h 4882701"/>
                <a:gd name="connsiteX3851" fmla="*/ 2586736 w 4954903"/>
                <a:gd name="connsiteY3851" fmla="*/ 76727 h 4882701"/>
                <a:gd name="connsiteX3852" fmla="*/ 2566731 w 4954903"/>
                <a:gd name="connsiteY3852" fmla="*/ 76221 h 4882701"/>
                <a:gd name="connsiteX3853" fmla="*/ 2565212 w 4954903"/>
                <a:gd name="connsiteY3853" fmla="*/ 82045 h 4882701"/>
                <a:gd name="connsiteX3854" fmla="*/ 2573315 w 4954903"/>
                <a:gd name="connsiteY3854" fmla="*/ 80273 h 4882701"/>
                <a:gd name="connsiteX3855" fmla="*/ 2567744 w 4954903"/>
                <a:gd name="connsiteY3855" fmla="*/ 76221 h 4882701"/>
                <a:gd name="connsiteX3856" fmla="*/ 2566731 w 4954903"/>
                <a:gd name="connsiteY3856" fmla="*/ 76221 h 4882701"/>
                <a:gd name="connsiteX3857" fmla="*/ 2531026 w 4954903"/>
                <a:gd name="connsiteY3857" fmla="*/ 79260 h 4882701"/>
                <a:gd name="connsiteX3858" fmla="*/ 2526215 w 4954903"/>
                <a:gd name="connsiteY3858" fmla="*/ 75208 h 4882701"/>
                <a:gd name="connsiteX3859" fmla="*/ 2522163 w 4954903"/>
                <a:gd name="connsiteY3859" fmla="*/ 80779 h 4882701"/>
                <a:gd name="connsiteX3860" fmla="*/ 2531026 w 4954903"/>
                <a:gd name="connsiteY3860" fmla="*/ 79260 h 4882701"/>
                <a:gd name="connsiteX3861" fmla="*/ 2074207 w 4954903"/>
                <a:gd name="connsiteY3861" fmla="*/ 77994 h 4882701"/>
                <a:gd name="connsiteX3862" fmla="*/ 2079777 w 4954903"/>
                <a:gd name="connsiteY3862" fmla="*/ 74955 h 4882701"/>
                <a:gd name="connsiteX3863" fmla="*/ 2079271 w 4954903"/>
                <a:gd name="connsiteY3863" fmla="*/ 74195 h 4882701"/>
                <a:gd name="connsiteX3864" fmla="*/ 2062305 w 4954903"/>
                <a:gd name="connsiteY3864" fmla="*/ 81032 h 4882701"/>
                <a:gd name="connsiteX3865" fmla="*/ 2074207 w 4954903"/>
                <a:gd name="connsiteY3865" fmla="*/ 77994 h 4882701"/>
                <a:gd name="connsiteX3866" fmla="*/ 2057747 w 4954903"/>
                <a:gd name="connsiteY3866" fmla="*/ 78247 h 4882701"/>
                <a:gd name="connsiteX3867" fmla="*/ 2063571 w 4954903"/>
                <a:gd name="connsiteY3867" fmla="*/ 75208 h 4882701"/>
                <a:gd name="connsiteX3868" fmla="*/ 2063065 w 4954903"/>
                <a:gd name="connsiteY3868" fmla="*/ 74448 h 4882701"/>
                <a:gd name="connsiteX3869" fmla="*/ 2045592 w 4954903"/>
                <a:gd name="connsiteY3869" fmla="*/ 81286 h 4882701"/>
                <a:gd name="connsiteX3870" fmla="*/ 2057747 w 4954903"/>
                <a:gd name="connsiteY3870" fmla="*/ 78247 h 4882701"/>
                <a:gd name="connsiteX3871" fmla="*/ 2041793 w 4954903"/>
                <a:gd name="connsiteY3871" fmla="*/ 78500 h 4882701"/>
                <a:gd name="connsiteX3872" fmla="*/ 2048124 w 4954903"/>
                <a:gd name="connsiteY3872" fmla="*/ 75208 h 4882701"/>
                <a:gd name="connsiteX3873" fmla="*/ 2047618 w 4954903"/>
                <a:gd name="connsiteY3873" fmla="*/ 74702 h 4882701"/>
                <a:gd name="connsiteX3874" fmla="*/ 2029639 w 4954903"/>
                <a:gd name="connsiteY3874" fmla="*/ 81539 h 4882701"/>
                <a:gd name="connsiteX3875" fmla="*/ 2041793 w 4954903"/>
                <a:gd name="connsiteY3875" fmla="*/ 78500 h 4882701"/>
                <a:gd name="connsiteX3876" fmla="*/ 3209418 w 4954903"/>
                <a:gd name="connsiteY3876" fmla="*/ 106102 h 4882701"/>
                <a:gd name="connsiteX3877" fmla="*/ 3193971 w 4954903"/>
                <a:gd name="connsiteY3877" fmla="*/ 101290 h 4882701"/>
                <a:gd name="connsiteX3878" fmla="*/ 3220307 w 4954903"/>
                <a:gd name="connsiteY3878" fmla="*/ 109394 h 4882701"/>
                <a:gd name="connsiteX3879" fmla="*/ 3209418 w 4954903"/>
                <a:gd name="connsiteY3879" fmla="*/ 106102 h 4882701"/>
                <a:gd name="connsiteX3880" fmla="*/ 3195237 w 4954903"/>
                <a:gd name="connsiteY3880" fmla="*/ 102810 h 4882701"/>
                <a:gd name="connsiteX3881" fmla="*/ 3179791 w 4954903"/>
                <a:gd name="connsiteY3881" fmla="*/ 98252 h 4882701"/>
                <a:gd name="connsiteX3882" fmla="*/ 3179791 w 4954903"/>
                <a:gd name="connsiteY3882" fmla="*/ 98252 h 4882701"/>
                <a:gd name="connsiteX3883" fmla="*/ 3205620 w 4954903"/>
                <a:gd name="connsiteY3883" fmla="*/ 106355 h 4882701"/>
                <a:gd name="connsiteX3884" fmla="*/ 3195237 w 4954903"/>
                <a:gd name="connsiteY3884" fmla="*/ 102810 h 4882701"/>
                <a:gd name="connsiteX3885" fmla="*/ 2982021 w 4954903"/>
                <a:gd name="connsiteY3885" fmla="*/ 78500 h 4882701"/>
                <a:gd name="connsiteX3886" fmla="*/ 3001013 w 4954903"/>
                <a:gd name="connsiteY3886" fmla="*/ 85590 h 4882701"/>
                <a:gd name="connsiteX3887" fmla="*/ 2995442 w 4954903"/>
                <a:gd name="connsiteY3887" fmla="*/ 82552 h 4882701"/>
                <a:gd name="connsiteX3888" fmla="*/ 2982274 w 4954903"/>
                <a:gd name="connsiteY3888" fmla="*/ 78247 h 4882701"/>
                <a:gd name="connsiteX3889" fmla="*/ 2982021 w 4954903"/>
                <a:gd name="connsiteY3889" fmla="*/ 78500 h 4882701"/>
                <a:gd name="connsiteX3890" fmla="*/ 2968853 w 4954903"/>
                <a:gd name="connsiteY3890" fmla="*/ 77487 h 4882701"/>
                <a:gd name="connsiteX3891" fmla="*/ 2968347 w 4954903"/>
                <a:gd name="connsiteY3891" fmla="*/ 77487 h 4882701"/>
                <a:gd name="connsiteX3892" fmla="*/ 2987086 w 4954903"/>
                <a:gd name="connsiteY3892" fmla="*/ 84577 h 4882701"/>
                <a:gd name="connsiteX3893" fmla="*/ 2982021 w 4954903"/>
                <a:gd name="connsiteY3893" fmla="*/ 81539 h 4882701"/>
                <a:gd name="connsiteX3894" fmla="*/ 2968853 w 4954903"/>
                <a:gd name="connsiteY3894" fmla="*/ 77487 h 4882701"/>
                <a:gd name="connsiteX3895" fmla="*/ 2954673 w 4954903"/>
                <a:gd name="connsiteY3895" fmla="*/ 76474 h 4882701"/>
                <a:gd name="connsiteX3896" fmla="*/ 2954166 w 4954903"/>
                <a:gd name="connsiteY3896" fmla="*/ 76474 h 4882701"/>
                <a:gd name="connsiteX3897" fmla="*/ 2972145 w 4954903"/>
                <a:gd name="connsiteY3897" fmla="*/ 83565 h 4882701"/>
                <a:gd name="connsiteX3898" fmla="*/ 2967334 w 4954903"/>
                <a:gd name="connsiteY3898" fmla="*/ 80526 h 4882701"/>
                <a:gd name="connsiteX3899" fmla="*/ 2954673 w 4954903"/>
                <a:gd name="connsiteY3899" fmla="*/ 76474 h 4882701"/>
                <a:gd name="connsiteX3900" fmla="*/ 2952647 w 4954903"/>
                <a:gd name="connsiteY3900" fmla="*/ 79766 h 4882701"/>
                <a:gd name="connsiteX3901" fmla="*/ 2940239 w 4954903"/>
                <a:gd name="connsiteY3901" fmla="*/ 75715 h 4882701"/>
                <a:gd name="connsiteX3902" fmla="*/ 2939732 w 4954903"/>
                <a:gd name="connsiteY3902" fmla="*/ 75715 h 4882701"/>
                <a:gd name="connsiteX3903" fmla="*/ 2957205 w 4954903"/>
                <a:gd name="connsiteY3903" fmla="*/ 82805 h 4882701"/>
                <a:gd name="connsiteX3904" fmla="*/ 2952647 w 4954903"/>
                <a:gd name="connsiteY3904" fmla="*/ 79766 h 4882701"/>
                <a:gd name="connsiteX3905" fmla="*/ 2925552 w 4954903"/>
                <a:gd name="connsiteY3905" fmla="*/ 74955 h 4882701"/>
                <a:gd name="connsiteX3906" fmla="*/ 2924792 w 4954903"/>
                <a:gd name="connsiteY3906" fmla="*/ 74955 h 4882701"/>
                <a:gd name="connsiteX3907" fmla="*/ 2941758 w 4954903"/>
                <a:gd name="connsiteY3907" fmla="*/ 82045 h 4882701"/>
                <a:gd name="connsiteX3908" fmla="*/ 2937707 w 4954903"/>
                <a:gd name="connsiteY3908" fmla="*/ 79006 h 4882701"/>
                <a:gd name="connsiteX3909" fmla="*/ 2925552 w 4954903"/>
                <a:gd name="connsiteY3909" fmla="*/ 74955 h 4882701"/>
                <a:gd name="connsiteX3910" fmla="*/ 2910612 w 4954903"/>
                <a:gd name="connsiteY3910" fmla="*/ 73942 h 4882701"/>
                <a:gd name="connsiteX3911" fmla="*/ 2909852 w 4954903"/>
                <a:gd name="connsiteY3911" fmla="*/ 74195 h 4882701"/>
                <a:gd name="connsiteX3912" fmla="*/ 2926311 w 4954903"/>
                <a:gd name="connsiteY3912" fmla="*/ 81032 h 4882701"/>
                <a:gd name="connsiteX3913" fmla="*/ 2922513 w 4954903"/>
                <a:gd name="connsiteY3913" fmla="*/ 77994 h 4882701"/>
                <a:gd name="connsiteX3914" fmla="*/ 2910612 w 4954903"/>
                <a:gd name="connsiteY3914" fmla="*/ 73942 h 4882701"/>
                <a:gd name="connsiteX3915" fmla="*/ 2891113 w 4954903"/>
                <a:gd name="connsiteY3915" fmla="*/ 76474 h 4882701"/>
                <a:gd name="connsiteX3916" fmla="*/ 2879718 w 4954903"/>
                <a:gd name="connsiteY3916" fmla="*/ 72423 h 4882701"/>
                <a:gd name="connsiteX3917" fmla="*/ 2878958 w 4954903"/>
                <a:gd name="connsiteY3917" fmla="*/ 72676 h 4882701"/>
                <a:gd name="connsiteX3918" fmla="*/ 2894405 w 4954903"/>
                <a:gd name="connsiteY3918" fmla="*/ 79513 h 4882701"/>
                <a:gd name="connsiteX3919" fmla="*/ 2891113 w 4954903"/>
                <a:gd name="connsiteY3919" fmla="*/ 76474 h 4882701"/>
                <a:gd name="connsiteX3920" fmla="*/ 2864018 w 4954903"/>
                <a:gd name="connsiteY3920" fmla="*/ 71663 h 4882701"/>
                <a:gd name="connsiteX3921" fmla="*/ 2863005 w 4954903"/>
                <a:gd name="connsiteY3921" fmla="*/ 71916 h 4882701"/>
                <a:gd name="connsiteX3922" fmla="*/ 2877945 w 4954903"/>
                <a:gd name="connsiteY3922" fmla="*/ 78753 h 4882701"/>
                <a:gd name="connsiteX3923" fmla="*/ 2875160 w 4954903"/>
                <a:gd name="connsiteY3923" fmla="*/ 75715 h 4882701"/>
                <a:gd name="connsiteX3924" fmla="*/ 2864018 w 4954903"/>
                <a:gd name="connsiteY3924" fmla="*/ 71663 h 4882701"/>
                <a:gd name="connsiteX3925" fmla="*/ 2847812 w 4954903"/>
                <a:gd name="connsiteY3925" fmla="*/ 70903 h 4882701"/>
                <a:gd name="connsiteX3926" fmla="*/ 2846799 w 4954903"/>
                <a:gd name="connsiteY3926" fmla="*/ 71156 h 4882701"/>
                <a:gd name="connsiteX3927" fmla="*/ 2860979 w 4954903"/>
                <a:gd name="connsiteY3927" fmla="*/ 77994 h 4882701"/>
                <a:gd name="connsiteX3928" fmla="*/ 2858447 w 4954903"/>
                <a:gd name="connsiteY3928" fmla="*/ 74955 h 4882701"/>
                <a:gd name="connsiteX3929" fmla="*/ 2847812 w 4954903"/>
                <a:gd name="connsiteY3929" fmla="*/ 70903 h 4882701"/>
                <a:gd name="connsiteX3930" fmla="*/ 2830592 w 4954903"/>
                <a:gd name="connsiteY3930" fmla="*/ 70397 h 4882701"/>
                <a:gd name="connsiteX3931" fmla="*/ 2844266 w 4954903"/>
                <a:gd name="connsiteY3931" fmla="*/ 77234 h 4882701"/>
                <a:gd name="connsiteX3932" fmla="*/ 2841987 w 4954903"/>
                <a:gd name="connsiteY3932" fmla="*/ 74195 h 4882701"/>
                <a:gd name="connsiteX3933" fmla="*/ 2831605 w 4954903"/>
                <a:gd name="connsiteY3933" fmla="*/ 70144 h 4882701"/>
                <a:gd name="connsiteX3934" fmla="*/ 2830592 w 4954903"/>
                <a:gd name="connsiteY3934" fmla="*/ 70397 h 4882701"/>
                <a:gd name="connsiteX3935" fmla="*/ 2588762 w 4954903"/>
                <a:gd name="connsiteY3935" fmla="*/ 65332 h 4882701"/>
                <a:gd name="connsiteX3936" fmla="*/ 2583191 w 4954903"/>
                <a:gd name="connsiteY3936" fmla="*/ 61534 h 4882701"/>
                <a:gd name="connsiteX3937" fmla="*/ 2581924 w 4954903"/>
                <a:gd name="connsiteY3937" fmla="*/ 61534 h 4882701"/>
                <a:gd name="connsiteX3938" fmla="*/ 2581924 w 4954903"/>
                <a:gd name="connsiteY3938" fmla="*/ 67105 h 4882701"/>
                <a:gd name="connsiteX3939" fmla="*/ 2588762 w 4954903"/>
                <a:gd name="connsiteY3939" fmla="*/ 65332 h 4882701"/>
                <a:gd name="connsiteX3940" fmla="*/ 2569516 w 4954903"/>
                <a:gd name="connsiteY3940" fmla="*/ 65079 h 4882701"/>
                <a:gd name="connsiteX3941" fmla="*/ 2564199 w 4954903"/>
                <a:gd name="connsiteY3941" fmla="*/ 61281 h 4882701"/>
                <a:gd name="connsiteX3942" fmla="*/ 2563439 w 4954903"/>
                <a:gd name="connsiteY3942" fmla="*/ 61281 h 4882701"/>
                <a:gd name="connsiteX3943" fmla="*/ 2562173 w 4954903"/>
                <a:gd name="connsiteY3943" fmla="*/ 66598 h 4882701"/>
                <a:gd name="connsiteX3944" fmla="*/ 2569516 w 4954903"/>
                <a:gd name="connsiteY3944" fmla="*/ 65079 h 4882701"/>
                <a:gd name="connsiteX3945" fmla="*/ 2550271 w 4954903"/>
                <a:gd name="connsiteY3945" fmla="*/ 64573 h 4882701"/>
                <a:gd name="connsiteX3946" fmla="*/ 2545460 w 4954903"/>
                <a:gd name="connsiteY3946" fmla="*/ 60774 h 4882701"/>
                <a:gd name="connsiteX3947" fmla="*/ 2542168 w 4954903"/>
                <a:gd name="connsiteY3947" fmla="*/ 65839 h 4882701"/>
                <a:gd name="connsiteX3948" fmla="*/ 2550271 w 4954903"/>
                <a:gd name="connsiteY3948" fmla="*/ 64573 h 4882701"/>
                <a:gd name="connsiteX3949" fmla="*/ 2530773 w 4954903"/>
                <a:gd name="connsiteY3949" fmla="*/ 64066 h 4882701"/>
                <a:gd name="connsiteX3950" fmla="*/ 2530773 w 4954903"/>
                <a:gd name="connsiteY3950" fmla="*/ 64066 h 4882701"/>
                <a:gd name="connsiteX3951" fmla="*/ 2526215 w 4954903"/>
                <a:gd name="connsiteY3951" fmla="*/ 60268 h 4882701"/>
                <a:gd name="connsiteX3952" fmla="*/ 2522416 w 4954903"/>
                <a:gd name="connsiteY3952" fmla="*/ 65332 h 4882701"/>
                <a:gd name="connsiteX3953" fmla="*/ 2530773 w 4954903"/>
                <a:gd name="connsiteY3953" fmla="*/ 64066 h 4882701"/>
                <a:gd name="connsiteX3954" fmla="*/ 2109405 w 4954903"/>
                <a:gd name="connsiteY3954" fmla="*/ 62800 h 4882701"/>
                <a:gd name="connsiteX3955" fmla="*/ 2115482 w 4954903"/>
                <a:gd name="connsiteY3955" fmla="*/ 59761 h 4882701"/>
                <a:gd name="connsiteX3956" fmla="*/ 2114976 w 4954903"/>
                <a:gd name="connsiteY3956" fmla="*/ 59255 h 4882701"/>
                <a:gd name="connsiteX3957" fmla="*/ 2098010 w 4954903"/>
                <a:gd name="connsiteY3957" fmla="*/ 65332 h 4882701"/>
                <a:gd name="connsiteX3958" fmla="*/ 2109405 w 4954903"/>
                <a:gd name="connsiteY3958" fmla="*/ 62800 h 4882701"/>
                <a:gd name="connsiteX3959" fmla="*/ 2085855 w 4954903"/>
                <a:gd name="connsiteY3959" fmla="*/ 60015 h 4882701"/>
                <a:gd name="connsiteX3960" fmla="*/ 2067876 w 4954903"/>
                <a:gd name="connsiteY3960" fmla="*/ 66345 h 4882701"/>
                <a:gd name="connsiteX3961" fmla="*/ 2079524 w 4954903"/>
                <a:gd name="connsiteY3961" fmla="*/ 63306 h 4882701"/>
                <a:gd name="connsiteX3962" fmla="*/ 2086361 w 4954903"/>
                <a:gd name="connsiteY3962" fmla="*/ 60015 h 4882701"/>
                <a:gd name="connsiteX3963" fmla="*/ 2085855 w 4954903"/>
                <a:gd name="connsiteY3963" fmla="*/ 60015 h 4882701"/>
                <a:gd name="connsiteX3964" fmla="*/ 3155987 w 4954903"/>
                <a:gd name="connsiteY3964" fmla="*/ 90148 h 4882701"/>
                <a:gd name="connsiteX3965" fmla="*/ 3154974 w 4954903"/>
                <a:gd name="connsiteY3965" fmla="*/ 89895 h 4882701"/>
                <a:gd name="connsiteX3966" fmla="*/ 3136995 w 4954903"/>
                <a:gd name="connsiteY3966" fmla="*/ 84831 h 4882701"/>
                <a:gd name="connsiteX3967" fmla="*/ 3162065 w 4954903"/>
                <a:gd name="connsiteY3967" fmla="*/ 91921 h 4882701"/>
                <a:gd name="connsiteX3968" fmla="*/ 3155987 w 4954903"/>
                <a:gd name="connsiteY3968" fmla="*/ 90148 h 4882701"/>
                <a:gd name="connsiteX3969" fmla="*/ 3138262 w 4954903"/>
                <a:gd name="connsiteY3969" fmla="*/ 85844 h 4882701"/>
                <a:gd name="connsiteX3970" fmla="*/ 3122562 w 4954903"/>
                <a:gd name="connsiteY3970" fmla="*/ 81539 h 4882701"/>
                <a:gd name="connsiteX3971" fmla="*/ 3148897 w 4954903"/>
                <a:gd name="connsiteY3971" fmla="*/ 88882 h 4882701"/>
                <a:gd name="connsiteX3972" fmla="*/ 3138262 w 4954903"/>
                <a:gd name="connsiteY3972" fmla="*/ 85844 h 4882701"/>
                <a:gd name="connsiteX3973" fmla="*/ 3083818 w 4954903"/>
                <a:gd name="connsiteY3973" fmla="*/ 77994 h 4882701"/>
                <a:gd name="connsiteX3974" fmla="*/ 3068624 w 4954903"/>
                <a:gd name="connsiteY3974" fmla="*/ 73942 h 4882701"/>
                <a:gd name="connsiteX3975" fmla="*/ 3068371 w 4954903"/>
                <a:gd name="connsiteY3975" fmla="*/ 73942 h 4882701"/>
                <a:gd name="connsiteX3976" fmla="*/ 3092428 w 4954903"/>
                <a:gd name="connsiteY3976" fmla="*/ 81032 h 4882701"/>
                <a:gd name="connsiteX3977" fmla="*/ 3083818 w 4954903"/>
                <a:gd name="connsiteY3977" fmla="*/ 77994 h 4882701"/>
                <a:gd name="connsiteX3978" fmla="*/ 3060015 w 4954903"/>
                <a:gd name="connsiteY3978" fmla="*/ 72929 h 4882701"/>
                <a:gd name="connsiteX3979" fmla="*/ 3083565 w 4954903"/>
                <a:gd name="connsiteY3979" fmla="*/ 80019 h 4882701"/>
                <a:gd name="connsiteX3980" fmla="*/ 3083565 w 4954903"/>
                <a:gd name="connsiteY3980" fmla="*/ 80019 h 4882701"/>
                <a:gd name="connsiteX3981" fmla="*/ 3074955 w 4954903"/>
                <a:gd name="connsiteY3981" fmla="*/ 77234 h 4882701"/>
                <a:gd name="connsiteX3982" fmla="*/ 3060015 w 4954903"/>
                <a:gd name="connsiteY3982" fmla="*/ 72929 h 4882701"/>
                <a:gd name="connsiteX3983" fmla="*/ 3060015 w 4954903"/>
                <a:gd name="connsiteY3983" fmla="*/ 72929 h 4882701"/>
                <a:gd name="connsiteX3984" fmla="*/ 2980502 w 4954903"/>
                <a:gd name="connsiteY3984" fmla="*/ 68877 h 4882701"/>
                <a:gd name="connsiteX3985" fmla="*/ 2980502 w 4954903"/>
                <a:gd name="connsiteY3985" fmla="*/ 68877 h 4882701"/>
                <a:gd name="connsiteX3986" fmla="*/ 2967081 w 4954903"/>
                <a:gd name="connsiteY3986" fmla="*/ 65079 h 4882701"/>
                <a:gd name="connsiteX3987" fmla="*/ 2966828 w 4954903"/>
                <a:gd name="connsiteY3987" fmla="*/ 65079 h 4882701"/>
                <a:gd name="connsiteX3988" fmla="*/ 2987086 w 4954903"/>
                <a:gd name="connsiteY3988" fmla="*/ 71663 h 4882701"/>
                <a:gd name="connsiteX3989" fmla="*/ 2980502 w 4954903"/>
                <a:gd name="connsiteY3989" fmla="*/ 68877 h 4882701"/>
                <a:gd name="connsiteX3990" fmla="*/ 2942771 w 4954903"/>
                <a:gd name="connsiteY3990" fmla="*/ 63306 h 4882701"/>
                <a:gd name="connsiteX3991" fmla="*/ 2942265 w 4954903"/>
                <a:gd name="connsiteY3991" fmla="*/ 63306 h 4882701"/>
                <a:gd name="connsiteX3992" fmla="*/ 2961510 w 4954903"/>
                <a:gd name="connsiteY3992" fmla="*/ 69890 h 4882701"/>
                <a:gd name="connsiteX3993" fmla="*/ 2955686 w 4954903"/>
                <a:gd name="connsiteY3993" fmla="*/ 67105 h 4882701"/>
                <a:gd name="connsiteX3994" fmla="*/ 2942771 w 4954903"/>
                <a:gd name="connsiteY3994" fmla="*/ 63306 h 4882701"/>
                <a:gd name="connsiteX3995" fmla="*/ 2929604 w 4954903"/>
                <a:gd name="connsiteY3995" fmla="*/ 62547 h 4882701"/>
                <a:gd name="connsiteX3996" fmla="*/ 2948342 w 4954903"/>
                <a:gd name="connsiteY3996" fmla="*/ 68877 h 4882701"/>
                <a:gd name="connsiteX3997" fmla="*/ 2942771 w 4954903"/>
                <a:gd name="connsiteY3997" fmla="*/ 66092 h 4882701"/>
                <a:gd name="connsiteX3998" fmla="*/ 2929857 w 4954903"/>
                <a:gd name="connsiteY3998" fmla="*/ 62294 h 4882701"/>
                <a:gd name="connsiteX3999" fmla="*/ 2929604 w 4954903"/>
                <a:gd name="connsiteY3999" fmla="*/ 62547 h 4882701"/>
                <a:gd name="connsiteX4000" fmla="*/ 2916689 w 4954903"/>
                <a:gd name="connsiteY4000" fmla="*/ 61787 h 4882701"/>
                <a:gd name="connsiteX4001" fmla="*/ 2934921 w 4954903"/>
                <a:gd name="connsiteY4001" fmla="*/ 68118 h 4882701"/>
                <a:gd name="connsiteX4002" fmla="*/ 2929857 w 4954903"/>
                <a:gd name="connsiteY4002" fmla="*/ 65332 h 4882701"/>
                <a:gd name="connsiteX4003" fmla="*/ 2917195 w 4954903"/>
                <a:gd name="connsiteY4003" fmla="*/ 61534 h 4882701"/>
                <a:gd name="connsiteX4004" fmla="*/ 2916689 w 4954903"/>
                <a:gd name="connsiteY4004" fmla="*/ 61787 h 4882701"/>
                <a:gd name="connsiteX4005" fmla="*/ 2890607 w 4954903"/>
                <a:gd name="connsiteY4005" fmla="*/ 60268 h 4882701"/>
                <a:gd name="connsiteX4006" fmla="*/ 2890100 w 4954903"/>
                <a:gd name="connsiteY4006" fmla="*/ 60268 h 4882701"/>
                <a:gd name="connsiteX4007" fmla="*/ 2907066 w 4954903"/>
                <a:gd name="connsiteY4007" fmla="*/ 66598 h 4882701"/>
                <a:gd name="connsiteX4008" fmla="*/ 2902508 w 4954903"/>
                <a:gd name="connsiteY4008" fmla="*/ 63813 h 4882701"/>
                <a:gd name="connsiteX4009" fmla="*/ 2890607 w 4954903"/>
                <a:gd name="connsiteY4009" fmla="*/ 60268 h 4882701"/>
                <a:gd name="connsiteX4010" fmla="*/ 2888834 w 4954903"/>
                <a:gd name="connsiteY4010" fmla="*/ 63306 h 4882701"/>
                <a:gd name="connsiteX4011" fmla="*/ 2876933 w 4954903"/>
                <a:gd name="connsiteY4011" fmla="*/ 59508 h 4882701"/>
                <a:gd name="connsiteX4012" fmla="*/ 2876426 w 4954903"/>
                <a:gd name="connsiteY4012" fmla="*/ 59508 h 4882701"/>
                <a:gd name="connsiteX4013" fmla="*/ 2892886 w 4954903"/>
                <a:gd name="connsiteY4013" fmla="*/ 65839 h 4882701"/>
                <a:gd name="connsiteX4014" fmla="*/ 2888834 w 4954903"/>
                <a:gd name="connsiteY4014" fmla="*/ 63306 h 4882701"/>
                <a:gd name="connsiteX4015" fmla="*/ 2859966 w 4954903"/>
                <a:gd name="connsiteY4015" fmla="*/ 61787 h 4882701"/>
                <a:gd name="connsiteX4016" fmla="*/ 2848824 w 4954903"/>
                <a:gd name="connsiteY4016" fmla="*/ 57989 h 4882701"/>
                <a:gd name="connsiteX4017" fmla="*/ 2848065 w 4954903"/>
                <a:gd name="connsiteY4017" fmla="*/ 58242 h 4882701"/>
                <a:gd name="connsiteX4018" fmla="*/ 2863512 w 4954903"/>
                <a:gd name="connsiteY4018" fmla="*/ 64319 h 4882701"/>
                <a:gd name="connsiteX4019" fmla="*/ 2859966 w 4954903"/>
                <a:gd name="connsiteY4019" fmla="*/ 61787 h 4882701"/>
                <a:gd name="connsiteX4020" fmla="*/ 2834391 w 4954903"/>
                <a:gd name="connsiteY4020" fmla="*/ 57229 h 4882701"/>
                <a:gd name="connsiteX4021" fmla="*/ 2833631 w 4954903"/>
                <a:gd name="connsiteY4021" fmla="*/ 57482 h 4882701"/>
                <a:gd name="connsiteX4022" fmla="*/ 2848571 w 4954903"/>
                <a:gd name="connsiteY4022" fmla="*/ 63560 h 4882701"/>
                <a:gd name="connsiteX4023" fmla="*/ 2845279 w 4954903"/>
                <a:gd name="connsiteY4023" fmla="*/ 60774 h 4882701"/>
                <a:gd name="connsiteX4024" fmla="*/ 2834391 w 4954903"/>
                <a:gd name="connsiteY4024" fmla="*/ 57229 h 4882701"/>
                <a:gd name="connsiteX4025" fmla="*/ 2830339 w 4954903"/>
                <a:gd name="connsiteY4025" fmla="*/ 60268 h 4882701"/>
                <a:gd name="connsiteX4026" fmla="*/ 2819703 w 4954903"/>
                <a:gd name="connsiteY4026" fmla="*/ 56723 h 4882701"/>
                <a:gd name="connsiteX4027" fmla="*/ 2818944 w 4954903"/>
                <a:gd name="connsiteY4027" fmla="*/ 56976 h 4882701"/>
                <a:gd name="connsiteX4028" fmla="*/ 2833124 w 4954903"/>
                <a:gd name="connsiteY4028" fmla="*/ 63053 h 4882701"/>
                <a:gd name="connsiteX4029" fmla="*/ 2830339 w 4954903"/>
                <a:gd name="connsiteY4029" fmla="*/ 60268 h 4882701"/>
                <a:gd name="connsiteX4030" fmla="*/ 2805016 w 4954903"/>
                <a:gd name="connsiteY4030" fmla="*/ 55963 h 4882701"/>
                <a:gd name="connsiteX4031" fmla="*/ 2804257 w 4954903"/>
                <a:gd name="connsiteY4031" fmla="*/ 56216 h 4882701"/>
                <a:gd name="connsiteX4032" fmla="*/ 2817931 w 4954903"/>
                <a:gd name="connsiteY4032" fmla="*/ 62294 h 4882701"/>
                <a:gd name="connsiteX4033" fmla="*/ 2815399 w 4954903"/>
                <a:gd name="connsiteY4033" fmla="*/ 59508 h 4882701"/>
                <a:gd name="connsiteX4034" fmla="*/ 2805016 w 4954903"/>
                <a:gd name="connsiteY4034" fmla="*/ 55963 h 4882701"/>
                <a:gd name="connsiteX4035" fmla="*/ 2173471 w 4954903"/>
                <a:gd name="connsiteY4035" fmla="*/ 48873 h 4882701"/>
                <a:gd name="connsiteX4036" fmla="*/ 2179042 w 4954903"/>
                <a:gd name="connsiteY4036" fmla="*/ 46087 h 4882701"/>
                <a:gd name="connsiteX4037" fmla="*/ 2178536 w 4954903"/>
                <a:gd name="connsiteY4037" fmla="*/ 45581 h 4882701"/>
                <a:gd name="connsiteX4038" fmla="*/ 2162582 w 4954903"/>
                <a:gd name="connsiteY4038" fmla="*/ 51152 h 4882701"/>
                <a:gd name="connsiteX4039" fmla="*/ 2173471 w 4954903"/>
                <a:gd name="connsiteY4039" fmla="*/ 48873 h 4882701"/>
                <a:gd name="connsiteX4040" fmla="*/ 2165115 w 4954903"/>
                <a:gd name="connsiteY4040" fmla="*/ 46340 h 4882701"/>
                <a:gd name="connsiteX4041" fmla="*/ 2164608 w 4954903"/>
                <a:gd name="connsiteY4041" fmla="*/ 45834 h 4882701"/>
                <a:gd name="connsiteX4042" fmla="*/ 2148149 w 4954903"/>
                <a:gd name="connsiteY4042" fmla="*/ 51405 h 4882701"/>
                <a:gd name="connsiteX4043" fmla="*/ 2159037 w 4954903"/>
                <a:gd name="connsiteY4043" fmla="*/ 49126 h 4882701"/>
                <a:gd name="connsiteX4044" fmla="*/ 2159037 w 4954903"/>
                <a:gd name="connsiteY4044" fmla="*/ 49126 h 4882701"/>
                <a:gd name="connsiteX4045" fmla="*/ 2165115 w 4954903"/>
                <a:gd name="connsiteY4045" fmla="*/ 46340 h 4882701"/>
                <a:gd name="connsiteX4046" fmla="*/ 2079777 w 4954903"/>
                <a:gd name="connsiteY4046" fmla="*/ 53177 h 4882701"/>
                <a:gd name="connsiteX4047" fmla="*/ 2091426 w 4954903"/>
                <a:gd name="connsiteY4047" fmla="*/ 50392 h 4882701"/>
                <a:gd name="connsiteX4048" fmla="*/ 2099276 w 4954903"/>
                <a:gd name="connsiteY4048" fmla="*/ 47353 h 4882701"/>
                <a:gd name="connsiteX4049" fmla="*/ 2099023 w 4954903"/>
                <a:gd name="connsiteY4049" fmla="*/ 47353 h 4882701"/>
                <a:gd name="connsiteX4050" fmla="*/ 2079777 w 4954903"/>
                <a:gd name="connsiteY4050" fmla="*/ 53177 h 4882701"/>
                <a:gd name="connsiteX4051" fmla="*/ 2079777 w 4954903"/>
                <a:gd name="connsiteY4051" fmla="*/ 53177 h 4882701"/>
                <a:gd name="connsiteX4052" fmla="*/ 3085084 w 4954903"/>
                <a:gd name="connsiteY4052" fmla="*/ 71156 h 4882701"/>
                <a:gd name="connsiteX4053" fmla="*/ 3069384 w 4954903"/>
                <a:gd name="connsiteY4053" fmla="*/ 67105 h 4882701"/>
                <a:gd name="connsiteX4054" fmla="*/ 3095973 w 4954903"/>
                <a:gd name="connsiteY4054" fmla="*/ 73942 h 4882701"/>
                <a:gd name="connsiteX4055" fmla="*/ 3085084 w 4954903"/>
                <a:gd name="connsiteY4055" fmla="*/ 71156 h 4882701"/>
                <a:gd name="connsiteX4056" fmla="*/ 3075968 w 4954903"/>
                <a:gd name="connsiteY4056" fmla="*/ 69384 h 4882701"/>
                <a:gd name="connsiteX4057" fmla="*/ 3060268 w 4954903"/>
                <a:gd name="connsiteY4057" fmla="*/ 65585 h 4882701"/>
                <a:gd name="connsiteX4058" fmla="*/ 3086604 w 4954903"/>
                <a:gd name="connsiteY4058" fmla="*/ 72423 h 4882701"/>
                <a:gd name="connsiteX4059" fmla="*/ 3075968 w 4954903"/>
                <a:gd name="connsiteY4059" fmla="*/ 69384 h 4882701"/>
                <a:gd name="connsiteX4060" fmla="*/ 3070650 w 4954903"/>
                <a:gd name="connsiteY4060" fmla="*/ 68371 h 4882701"/>
                <a:gd name="connsiteX4061" fmla="*/ 3070650 w 4954903"/>
                <a:gd name="connsiteY4061" fmla="*/ 68371 h 4882701"/>
                <a:gd name="connsiteX4062" fmla="*/ 3054950 w 4954903"/>
                <a:gd name="connsiteY4062" fmla="*/ 64573 h 4882701"/>
                <a:gd name="connsiteX4063" fmla="*/ 3081033 w 4954903"/>
                <a:gd name="connsiteY4063" fmla="*/ 71156 h 4882701"/>
                <a:gd name="connsiteX4064" fmla="*/ 3070650 w 4954903"/>
                <a:gd name="connsiteY4064" fmla="*/ 68371 h 4882701"/>
                <a:gd name="connsiteX4065" fmla="*/ 2915170 w 4954903"/>
                <a:gd name="connsiteY4065" fmla="*/ 53431 h 4882701"/>
                <a:gd name="connsiteX4066" fmla="*/ 2902255 w 4954903"/>
                <a:gd name="connsiteY4066" fmla="*/ 49885 h 4882701"/>
                <a:gd name="connsiteX4067" fmla="*/ 2902002 w 4954903"/>
                <a:gd name="connsiteY4067" fmla="*/ 49885 h 4882701"/>
                <a:gd name="connsiteX4068" fmla="*/ 2921247 w 4954903"/>
                <a:gd name="connsiteY4068" fmla="*/ 55710 h 4882701"/>
                <a:gd name="connsiteX4069" fmla="*/ 2915170 w 4954903"/>
                <a:gd name="connsiteY4069" fmla="*/ 53431 h 4882701"/>
                <a:gd name="connsiteX4070" fmla="*/ 2903774 w 4954903"/>
                <a:gd name="connsiteY4070" fmla="*/ 52671 h 4882701"/>
                <a:gd name="connsiteX4071" fmla="*/ 2891113 w 4954903"/>
                <a:gd name="connsiteY4071" fmla="*/ 49126 h 4882701"/>
                <a:gd name="connsiteX4072" fmla="*/ 2890607 w 4954903"/>
                <a:gd name="connsiteY4072" fmla="*/ 49126 h 4882701"/>
                <a:gd name="connsiteX4073" fmla="*/ 2909345 w 4954903"/>
                <a:gd name="connsiteY4073" fmla="*/ 54950 h 4882701"/>
                <a:gd name="connsiteX4074" fmla="*/ 2903774 w 4954903"/>
                <a:gd name="connsiteY4074" fmla="*/ 52671 h 4882701"/>
                <a:gd name="connsiteX4075" fmla="*/ 2879465 w 4954903"/>
                <a:gd name="connsiteY4075" fmla="*/ 48619 h 4882701"/>
                <a:gd name="connsiteX4076" fmla="*/ 2878958 w 4954903"/>
                <a:gd name="connsiteY4076" fmla="*/ 48619 h 4882701"/>
                <a:gd name="connsiteX4077" fmla="*/ 2897191 w 4954903"/>
                <a:gd name="connsiteY4077" fmla="*/ 54444 h 4882701"/>
                <a:gd name="connsiteX4078" fmla="*/ 2897191 w 4954903"/>
                <a:gd name="connsiteY4078" fmla="*/ 54190 h 4882701"/>
                <a:gd name="connsiteX4079" fmla="*/ 2891873 w 4954903"/>
                <a:gd name="connsiteY4079" fmla="*/ 51911 h 4882701"/>
                <a:gd name="connsiteX4080" fmla="*/ 2879465 w 4954903"/>
                <a:gd name="connsiteY4080" fmla="*/ 48619 h 4882701"/>
                <a:gd name="connsiteX4081" fmla="*/ 2867057 w 4954903"/>
                <a:gd name="connsiteY4081" fmla="*/ 47860 h 4882701"/>
                <a:gd name="connsiteX4082" fmla="*/ 2884782 w 4954903"/>
                <a:gd name="connsiteY4082" fmla="*/ 53684 h 4882701"/>
                <a:gd name="connsiteX4083" fmla="*/ 2884782 w 4954903"/>
                <a:gd name="connsiteY4083" fmla="*/ 53431 h 4882701"/>
                <a:gd name="connsiteX4084" fmla="*/ 2879718 w 4954903"/>
                <a:gd name="connsiteY4084" fmla="*/ 51152 h 4882701"/>
                <a:gd name="connsiteX4085" fmla="*/ 2867563 w 4954903"/>
                <a:gd name="connsiteY4085" fmla="*/ 47860 h 4882701"/>
                <a:gd name="connsiteX4086" fmla="*/ 2867057 w 4954903"/>
                <a:gd name="connsiteY4086" fmla="*/ 47860 h 4882701"/>
                <a:gd name="connsiteX4087" fmla="*/ 2854902 w 4954903"/>
                <a:gd name="connsiteY4087" fmla="*/ 47100 h 4882701"/>
                <a:gd name="connsiteX4088" fmla="*/ 2854902 w 4954903"/>
                <a:gd name="connsiteY4088" fmla="*/ 47100 h 4882701"/>
                <a:gd name="connsiteX4089" fmla="*/ 2871868 w 4954903"/>
                <a:gd name="connsiteY4089" fmla="*/ 52924 h 4882701"/>
                <a:gd name="connsiteX4090" fmla="*/ 2871868 w 4954903"/>
                <a:gd name="connsiteY4090" fmla="*/ 52671 h 4882701"/>
                <a:gd name="connsiteX4091" fmla="*/ 2867057 w 4954903"/>
                <a:gd name="connsiteY4091" fmla="*/ 50392 h 4882701"/>
                <a:gd name="connsiteX4092" fmla="*/ 2855155 w 4954903"/>
                <a:gd name="connsiteY4092" fmla="*/ 47100 h 4882701"/>
                <a:gd name="connsiteX4093" fmla="*/ 2854902 w 4954903"/>
                <a:gd name="connsiteY4093" fmla="*/ 47100 h 4882701"/>
                <a:gd name="connsiteX4094" fmla="*/ 2843000 w 4954903"/>
                <a:gd name="connsiteY4094" fmla="*/ 46340 h 4882701"/>
                <a:gd name="connsiteX4095" fmla="*/ 2842494 w 4954903"/>
                <a:gd name="connsiteY4095" fmla="*/ 46340 h 4882701"/>
                <a:gd name="connsiteX4096" fmla="*/ 2842494 w 4954903"/>
                <a:gd name="connsiteY4096" fmla="*/ 46594 h 4882701"/>
                <a:gd name="connsiteX4097" fmla="*/ 2859207 w 4954903"/>
                <a:gd name="connsiteY4097" fmla="*/ 52165 h 4882701"/>
                <a:gd name="connsiteX4098" fmla="*/ 2854649 w 4954903"/>
                <a:gd name="connsiteY4098" fmla="*/ 49885 h 4882701"/>
                <a:gd name="connsiteX4099" fmla="*/ 2843000 w 4954903"/>
                <a:gd name="connsiteY4099" fmla="*/ 46340 h 4882701"/>
                <a:gd name="connsiteX4100" fmla="*/ 2828566 w 4954903"/>
                <a:gd name="connsiteY4100" fmla="*/ 48366 h 4882701"/>
                <a:gd name="connsiteX4101" fmla="*/ 2817678 w 4954903"/>
                <a:gd name="connsiteY4101" fmla="*/ 45074 h 4882701"/>
                <a:gd name="connsiteX4102" fmla="*/ 2817171 w 4954903"/>
                <a:gd name="connsiteY4102" fmla="*/ 45074 h 4882701"/>
                <a:gd name="connsiteX4103" fmla="*/ 2832618 w 4954903"/>
                <a:gd name="connsiteY4103" fmla="*/ 50645 h 4882701"/>
                <a:gd name="connsiteX4104" fmla="*/ 2828566 w 4954903"/>
                <a:gd name="connsiteY4104" fmla="*/ 48366 h 4882701"/>
                <a:gd name="connsiteX4105" fmla="*/ 2220065 w 4954903"/>
                <a:gd name="connsiteY4105" fmla="*/ 36465 h 4882701"/>
                <a:gd name="connsiteX4106" fmla="*/ 2225636 w 4954903"/>
                <a:gd name="connsiteY4106" fmla="*/ 34185 h 4882701"/>
                <a:gd name="connsiteX4107" fmla="*/ 2225129 w 4954903"/>
                <a:gd name="connsiteY4107" fmla="*/ 33679 h 4882701"/>
                <a:gd name="connsiteX4108" fmla="*/ 2209682 w 4954903"/>
                <a:gd name="connsiteY4108" fmla="*/ 38490 h 4882701"/>
                <a:gd name="connsiteX4109" fmla="*/ 2220065 w 4954903"/>
                <a:gd name="connsiteY4109" fmla="*/ 36465 h 4882701"/>
                <a:gd name="connsiteX4110" fmla="*/ 2132702 w 4954903"/>
                <a:gd name="connsiteY4110" fmla="*/ 40010 h 4882701"/>
                <a:gd name="connsiteX4111" fmla="*/ 2132702 w 4954903"/>
                <a:gd name="connsiteY4111" fmla="*/ 40010 h 4882701"/>
                <a:gd name="connsiteX4112" fmla="*/ 2143844 w 4954903"/>
                <a:gd name="connsiteY4112" fmla="*/ 37731 h 4882701"/>
                <a:gd name="connsiteX4113" fmla="*/ 2151694 w 4954903"/>
                <a:gd name="connsiteY4113" fmla="*/ 34945 h 4882701"/>
                <a:gd name="connsiteX4114" fmla="*/ 2151440 w 4954903"/>
                <a:gd name="connsiteY4114" fmla="*/ 34945 h 4882701"/>
                <a:gd name="connsiteX4115" fmla="*/ 2132702 w 4954903"/>
                <a:gd name="connsiteY4115" fmla="*/ 40010 h 4882701"/>
                <a:gd name="connsiteX4116" fmla="*/ 2874400 w 4954903"/>
                <a:gd name="connsiteY4116" fmla="*/ 41023 h 4882701"/>
                <a:gd name="connsiteX4117" fmla="*/ 2861739 w 4954903"/>
                <a:gd name="connsiteY4117" fmla="*/ 37984 h 4882701"/>
                <a:gd name="connsiteX4118" fmla="*/ 2861486 w 4954903"/>
                <a:gd name="connsiteY4118" fmla="*/ 37984 h 4882701"/>
                <a:gd name="connsiteX4119" fmla="*/ 2880731 w 4954903"/>
                <a:gd name="connsiteY4119" fmla="*/ 43048 h 4882701"/>
                <a:gd name="connsiteX4120" fmla="*/ 2874400 w 4954903"/>
                <a:gd name="connsiteY4120" fmla="*/ 41023 h 4882701"/>
                <a:gd name="connsiteX4121" fmla="*/ 2840974 w 4954903"/>
                <a:gd name="connsiteY4121" fmla="*/ 36718 h 4882701"/>
                <a:gd name="connsiteX4122" fmla="*/ 2859207 w 4954903"/>
                <a:gd name="connsiteY4122" fmla="*/ 41782 h 4882701"/>
                <a:gd name="connsiteX4123" fmla="*/ 2853383 w 4954903"/>
                <a:gd name="connsiteY4123" fmla="*/ 39503 h 4882701"/>
                <a:gd name="connsiteX4124" fmla="*/ 2841228 w 4954903"/>
                <a:gd name="connsiteY4124" fmla="*/ 36465 h 4882701"/>
                <a:gd name="connsiteX4125" fmla="*/ 2840974 w 4954903"/>
                <a:gd name="connsiteY4125" fmla="*/ 36718 h 4882701"/>
                <a:gd name="connsiteX4126" fmla="*/ 2830592 w 4954903"/>
                <a:gd name="connsiteY4126" fmla="*/ 36211 h 4882701"/>
                <a:gd name="connsiteX4127" fmla="*/ 2830339 w 4954903"/>
                <a:gd name="connsiteY4127" fmla="*/ 36211 h 4882701"/>
                <a:gd name="connsiteX4128" fmla="*/ 2848065 w 4954903"/>
                <a:gd name="connsiteY4128" fmla="*/ 41276 h 4882701"/>
                <a:gd name="connsiteX4129" fmla="*/ 2842494 w 4954903"/>
                <a:gd name="connsiteY4129" fmla="*/ 38997 h 4882701"/>
                <a:gd name="connsiteX4130" fmla="*/ 2830592 w 4954903"/>
                <a:gd name="connsiteY4130" fmla="*/ 36211 h 4882701"/>
                <a:gd name="connsiteX4131" fmla="*/ 2224116 w 4954903"/>
                <a:gd name="connsiteY4131" fmla="*/ 24310 h 4882701"/>
                <a:gd name="connsiteX4132" fmla="*/ 2224116 w 4954903"/>
                <a:gd name="connsiteY4132" fmla="*/ 24310 h 4882701"/>
                <a:gd name="connsiteX4133" fmla="*/ 2223863 w 4954903"/>
                <a:gd name="connsiteY4133" fmla="*/ 24056 h 4882701"/>
                <a:gd name="connsiteX4134" fmla="*/ 2206644 w 4954903"/>
                <a:gd name="connsiteY4134" fmla="*/ 28361 h 4882701"/>
                <a:gd name="connsiteX4135" fmla="*/ 2206644 w 4954903"/>
                <a:gd name="connsiteY4135" fmla="*/ 28615 h 4882701"/>
                <a:gd name="connsiteX4136" fmla="*/ 2217279 w 4954903"/>
                <a:gd name="connsiteY4136" fmla="*/ 26589 h 4882701"/>
                <a:gd name="connsiteX4137" fmla="*/ 2224116 w 4954903"/>
                <a:gd name="connsiteY4137" fmla="*/ 24310 h 4882701"/>
                <a:gd name="connsiteX4138" fmla="*/ 2205884 w 4954903"/>
                <a:gd name="connsiteY4138" fmla="*/ 26589 h 4882701"/>
                <a:gd name="connsiteX4139" fmla="*/ 2213228 w 4954903"/>
                <a:gd name="connsiteY4139" fmla="*/ 24310 h 4882701"/>
                <a:gd name="connsiteX4140" fmla="*/ 2212974 w 4954903"/>
                <a:gd name="connsiteY4140" fmla="*/ 24310 h 4882701"/>
                <a:gd name="connsiteX4141" fmla="*/ 2195249 w 4954903"/>
                <a:gd name="connsiteY4141" fmla="*/ 28868 h 4882701"/>
                <a:gd name="connsiteX4142" fmla="*/ 2205884 w 4954903"/>
                <a:gd name="connsiteY4142" fmla="*/ 26589 h 4882701"/>
                <a:gd name="connsiteX4143" fmla="*/ 2173218 w 4954903"/>
                <a:gd name="connsiteY4143" fmla="*/ 29121 h 4882701"/>
                <a:gd name="connsiteX4144" fmla="*/ 2184360 w 4954903"/>
                <a:gd name="connsiteY4144" fmla="*/ 27095 h 4882701"/>
                <a:gd name="connsiteX4145" fmla="*/ 2192463 w 4954903"/>
                <a:gd name="connsiteY4145" fmla="*/ 24816 h 4882701"/>
                <a:gd name="connsiteX4146" fmla="*/ 2192210 w 4954903"/>
                <a:gd name="connsiteY4146" fmla="*/ 24816 h 4882701"/>
                <a:gd name="connsiteX4147" fmla="*/ 2173218 w 4954903"/>
                <a:gd name="connsiteY4147" fmla="*/ 29121 h 4882701"/>
                <a:gd name="connsiteX4148" fmla="*/ 2142071 w 4954903"/>
                <a:gd name="connsiteY4148" fmla="*/ 30134 h 4882701"/>
                <a:gd name="connsiteX4149" fmla="*/ 2153720 w 4954903"/>
                <a:gd name="connsiteY4149" fmla="*/ 27855 h 4882701"/>
                <a:gd name="connsiteX4150" fmla="*/ 2162836 w 4954903"/>
                <a:gd name="connsiteY4150" fmla="*/ 25576 h 4882701"/>
                <a:gd name="connsiteX4151" fmla="*/ 2162582 w 4954903"/>
                <a:gd name="connsiteY4151" fmla="*/ 25576 h 4882701"/>
                <a:gd name="connsiteX4152" fmla="*/ 2142071 w 4954903"/>
                <a:gd name="connsiteY4152" fmla="*/ 30134 h 4882701"/>
                <a:gd name="connsiteX4153" fmla="*/ 2841987 w 4954903"/>
                <a:gd name="connsiteY4153" fmla="*/ 30894 h 4882701"/>
                <a:gd name="connsiteX4154" fmla="*/ 2829326 w 4954903"/>
                <a:gd name="connsiteY4154" fmla="*/ 28361 h 4882701"/>
                <a:gd name="connsiteX4155" fmla="*/ 2829073 w 4954903"/>
                <a:gd name="connsiteY4155" fmla="*/ 28361 h 4882701"/>
                <a:gd name="connsiteX4156" fmla="*/ 2848824 w 4954903"/>
                <a:gd name="connsiteY4156" fmla="*/ 32919 h 4882701"/>
                <a:gd name="connsiteX4157" fmla="*/ 2841987 w 4954903"/>
                <a:gd name="connsiteY4157" fmla="*/ 30894 h 4882701"/>
                <a:gd name="connsiteX4158" fmla="*/ 2824008 w 4954903"/>
                <a:gd name="connsiteY4158" fmla="*/ 29627 h 4882701"/>
                <a:gd name="connsiteX4159" fmla="*/ 2811853 w 4954903"/>
                <a:gd name="connsiteY4159" fmla="*/ 27095 h 4882701"/>
                <a:gd name="connsiteX4160" fmla="*/ 2811600 w 4954903"/>
                <a:gd name="connsiteY4160" fmla="*/ 27095 h 4882701"/>
                <a:gd name="connsiteX4161" fmla="*/ 2830339 w 4954903"/>
                <a:gd name="connsiteY4161" fmla="*/ 31400 h 4882701"/>
                <a:gd name="connsiteX4162" fmla="*/ 2824008 w 4954903"/>
                <a:gd name="connsiteY4162" fmla="*/ 29627 h 4882701"/>
                <a:gd name="connsiteX4163" fmla="*/ 2814639 w 4954903"/>
                <a:gd name="connsiteY4163" fmla="*/ 29121 h 4882701"/>
                <a:gd name="connsiteX4164" fmla="*/ 2814639 w 4954903"/>
                <a:gd name="connsiteY4164" fmla="*/ 29121 h 4882701"/>
                <a:gd name="connsiteX4165" fmla="*/ 2802737 w 4954903"/>
                <a:gd name="connsiteY4165" fmla="*/ 26589 h 4882701"/>
                <a:gd name="connsiteX4166" fmla="*/ 2802484 w 4954903"/>
                <a:gd name="connsiteY4166" fmla="*/ 26589 h 4882701"/>
                <a:gd name="connsiteX4167" fmla="*/ 2820716 w 4954903"/>
                <a:gd name="connsiteY4167" fmla="*/ 30894 h 4882701"/>
                <a:gd name="connsiteX4168" fmla="*/ 2814639 w 4954903"/>
                <a:gd name="connsiteY4168" fmla="*/ 29121 h 4882701"/>
                <a:gd name="connsiteX4169" fmla="*/ 2275015 w 4954903"/>
                <a:gd name="connsiteY4169" fmla="*/ 18485 h 4882701"/>
                <a:gd name="connsiteX4170" fmla="*/ 2275015 w 4954903"/>
                <a:gd name="connsiteY4170" fmla="*/ 18485 h 4882701"/>
                <a:gd name="connsiteX4171" fmla="*/ 2284637 w 4954903"/>
                <a:gd name="connsiteY4171" fmla="*/ 16966 h 4882701"/>
                <a:gd name="connsiteX4172" fmla="*/ 2290715 w 4954903"/>
                <a:gd name="connsiteY4172" fmla="*/ 15194 h 4882701"/>
                <a:gd name="connsiteX4173" fmla="*/ 2290715 w 4954903"/>
                <a:gd name="connsiteY4173" fmla="*/ 15194 h 4882701"/>
                <a:gd name="connsiteX4174" fmla="*/ 2290461 w 4954903"/>
                <a:gd name="connsiteY4174" fmla="*/ 15194 h 4882701"/>
                <a:gd name="connsiteX4175" fmla="*/ 2275015 w 4954903"/>
                <a:gd name="connsiteY4175" fmla="*/ 18485 h 4882701"/>
                <a:gd name="connsiteX4176" fmla="*/ 2243361 w 4954903"/>
                <a:gd name="connsiteY4176" fmla="*/ 18992 h 4882701"/>
                <a:gd name="connsiteX4177" fmla="*/ 2253490 w 4954903"/>
                <a:gd name="connsiteY4177" fmla="*/ 17219 h 4882701"/>
                <a:gd name="connsiteX4178" fmla="*/ 2260834 w 4954903"/>
                <a:gd name="connsiteY4178" fmla="*/ 15194 h 4882701"/>
                <a:gd name="connsiteX4179" fmla="*/ 2260581 w 4954903"/>
                <a:gd name="connsiteY4179" fmla="*/ 15194 h 4882701"/>
                <a:gd name="connsiteX4180" fmla="*/ 2243361 w 4954903"/>
                <a:gd name="connsiteY4180" fmla="*/ 18992 h 4882701"/>
                <a:gd name="connsiteX4181" fmla="*/ 2233232 w 4954903"/>
                <a:gd name="connsiteY4181" fmla="*/ 19245 h 4882701"/>
                <a:gd name="connsiteX4182" fmla="*/ 2243615 w 4954903"/>
                <a:gd name="connsiteY4182" fmla="*/ 17473 h 4882701"/>
                <a:gd name="connsiteX4183" fmla="*/ 2251211 w 4954903"/>
                <a:gd name="connsiteY4183" fmla="*/ 15447 h 4882701"/>
                <a:gd name="connsiteX4184" fmla="*/ 2250958 w 4954903"/>
                <a:gd name="connsiteY4184" fmla="*/ 15447 h 4882701"/>
                <a:gd name="connsiteX4185" fmla="*/ 2233232 w 4954903"/>
                <a:gd name="connsiteY4185" fmla="*/ 19245 h 4882701"/>
                <a:gd name="connsiteX4186" fmla="*/ 2204365 w 4954903"/>
                <a:gd name="connsiteY4186" fmla="*/ 20005 h 4882701"/>
                <a:gd name="connsiteX4187" fmla="*/ 2215253 w 4954903"/>
                <a:gd name="connsiteY4187" fmla="*/ 18232 h 4882701"/>
                <a:gd name="connsiteX4188" fmla="*/ 2223863 w 4954903"/>
                <a:gd name="connsiteY4188" fmla="*/ 16206 h 4882701"/>
                <a:gd name="connsiteX4189" fmla="*/ 2223610 w 4954903"/>
                <a:gd name="connsiteY4189" fmla="*/ 16206 h 4882701"/>
                <a:gd name="connsiteX4190" fmla="*/ 2204365 w 4954903"/>
                <a:gd name="connsiteY4190" fmla="*/ 20005 h 4882701"/>
                <a:gd name="connsiteX4191" fmla="*/ 2206390 w 4954903"/>
                <a:gd name="connsiteY4191" fmla="*/ 18485 h 4882701"/>
                <a:gd name="connsiteX4192" fmla="*/ 2206390 w 4954903"/>
                <a:gd name="connsiteY4192" fmla="*/ 18485 h 4882701"/>
                <a:gd name="connsiteX4193" fmla="*/ 2215506 w 4954903"/>
                <a:gd name="connsiteY4193" fmla="*/ 16460 h 4882701"/>
                <a:gd name="connsiteX4194" fmla="*/ 2215253 w 4954903"/>
                <a:gd name="connsiteY4194" fmla="*/ 16460 h 4882701"/>
                <a:gd name="connsiteX4195" fmla="*/ 2195249 w 4954903"/>
                <a:gd name="connsiteY4195" fmla="*/ 20258 h 4882701"/>
                <a:gd name="connsiteX4196" fmla="*/ 2206390 w 4954903"/>
                <a:gd name="connsiteY4196" fmla="*/ 18485 h 4882701"/>
                <a:gd name="connsiteX4197" fmla="*/ 2153213 w 4954903"/>
                <a:gd name="connsiteY4197" fmla="*/ 21777 h 4882701"/>
                <a:gd name="connsiteX4198" fmla="*/ 2165115 w 4954903"/>
                <a:gd name="connsiteY4198" fmla="*/ 19752 h 4882701"/>
                <a:gd name="connsiteX4199" fmla="*/ 2175750 w 4954903"/>
                <a:gd name="connsiteY4199" fmla="*/ 17726 h 4882701"/>
                <a:gd name="connsiteX4200" fmla="*/ 2175750 w 4954903"/>
                <a:gd name="connsiteY4200" fmla="*/ 17726 h 4882701"/>
                <a:gd name="connsiteX4201" fmla="*/ 2153213 w 4954903"/>
                <a:gd name="connsiteY4201" fmla="*/ 21777 h 4882701"/>
                <a:gd name="connsiteX4202" fmla="*/ 2157771 w 4954903"/>
                <a:gd name="connsiteY4202" fmla="*/ 20258 h 4882701"/>
                <a:gd name="connsiteX4203" fmla="*/ 2168660 w 4954903"/>
                <a:gd name="connsiteY4203" fmla="*/ 18232 h 4882701"/>
                <a:gd name="connsiteX4204" fmla="*/ 2145616 w 4954903"/>
                <a:gd name="connsiteY4204" fmla="*/ 22284 h 4882701"/>
                <a:gd name="connsiteX4205" fmla="*/ 2157771 w 4954903"/>
                <a:gd name="connsiteY4205" fmla="*/ 20258 h 4882701"/>
                <a:gd name="connsiteX4206" fmla="*/ 2112950 w 4954903"/>
                <a:gd name="connsiteY4206" fmla="*/ 23044 h 4882701"/>
                <a:gd name="connsiteX4207" fmla="*/ 2125865 w 4954903"/>
                <a:gd name="connsiteY4207" fmla="*/ 21018 h 4882701"/>
                <a:gd name="connsiteX4208" fmla="*/ 2100289 w 4954903"/>
                <a:gd name="connsiteY4208" fmla="*/ 25069 h 4882701"/>
                <a:gd name="connsiteX4209" fmla="*/ 2112950 w 4954903"/>
                <a:gd name="connsiteY4209" fmla="*/ 23044 h 4882701"/>
                <a:gd name="connsiteX4210" fmla="*/ 2107632 w 4954903"/>
                <a:gd name="connsiteY4210" fmla="*/ 23550 h 4882701"/>
                <a:gd name="connsiteX4211" fmla="*/ 2120547 w 4954903"/>
                <a:gd name="connsiteY4211" fmla="*/ 21524 h 4882701"/>
                <a:gd name="connsiteX4212" fmla="*/ 2094718 w 4954903"/>
                <a:gd name="connsiteY4212" fmla="*/ 25829 h 4882701"/>
                <a:gd name="connsiteX4213" fmla="*/ 2107632 w 4954903"/>
                <a:gd name="connsiteY4213" fmla="*/ 23550 h 4882701"/>
                <a:gd name="connsiteX4214" fmla="*/ 2085855 w 4954903"/>
                <a:gd name="connsiteY4214" fmla="*/ 26082 h 4882701"/>
                <a:gd name="connsiteX4215" fmla="*/ 2072940 w 4954903"/>
                <a:gd name="connsiteY4215" fmla="*/ 28108 h 4882701"/>
                <a:gd name="connsiteX4216" fmla="*/ 2087374 w 4954903"/>
                <a:gd name="connsiteY4216" fmla="*/ 25829 h 4882701"/>
                <a:gd name="connsiteX4217" fmla="*/ 2085855 w 4954903"/>
                <a:gd name="connsiteY4217" fmla="*/ 26082 h 4882701"/>
                <a:gd name="connsiteX4218" fmla="*/ 2271723 w 4954903"/>
                <a:gd name="connsiteY4218" fmla="*/ 11395 h 4882701"/>
                <a:gd name="connsiteX4219" fmla="*/ 2281598 w 4954903"/>
                <a:gd name="connsiteY4219" fmla="*/ 9876 h 4882701"/>
                <a:gd name="connsiteX4220" fmla="*/ 2289449 w 4954903"/>
                <a:gd name="connsiteY4220" fmla="*/ 8356 h 4882701"/>
                <a:gd name="connsiteX4221" fmla="*/ 2289195 w 4954903"/>
                <a:gd name="connsiteY4221" fmla="*/ 8356 h 4882701"/>
                <a:gd name="connsiteX4222" fmla="*/ 2271723 w 4954903"/>
                <a:gd name="connsiteY4222" fmla="*/ 11395 h 4882701"/>
                <a:gd name="connsiteX4223" fmla="*/ 2263366 w 4954903"/>
                <a:gd name="connsiteY4223" fmla="*/ 11648 h 4882701"/>
                <a:gd name="connsiteX4224" fmla="*/ 2273495 w 4954903"/>
                <a:gd name="connsiteY4224" fmla="*/ 10129 h 4882701"/>
                <a:gd name="connsiteX4225" fmla="*/ 2281852 w 4954903"/>
                <a:gd name="connsiteY4225" fmla="*/ 8610 h 4882701"/>
                <a:gd name="connsiteX4226" fmla="*/ 2281598 w 4954903"/>
                <a:gd name="connsiteY4226" fmla="*/ 8610 h 4882701"/>
                <a:gd name="connsiteX4227" fmla="*/ 2263366 w 4954903"/>
                <a:gd name="connsiteY4227" fmla="*/ 11648 h 4882701"/>
                <a:gd name="connsiteX4228" fmla="*/ 2255010 w 4954903"/>
                <a:gd name="connsiteY4228" fmla="*/ 11902 h 4882701"/>
                <a:gd name="connsiteX4229" fmla="*/ 2265392 w 4954903"/>
                <a:gd name="connsiteY4229" fmla="*/ 10382 h 4882701"/>
                <a:gd name="connsiteX4230" fmla="*/ 2274002 w 4954903"/>
                <a:gd name="connsiteY4230" fmla="*/ 8863 h 4882701"/>
                <a:gd name="connsiteX4231" fmla="*/ 2273749 w 4954903"/>
                <a:gd name="connsiteY4231" fmla="*/ 8863 h 4882701"/>
                <a:gd name="connsiteX4232" fmla="*/ 2255010 w 4954903"/>
                <a:gd name="connsiteY4232" fmla="*/ 11902 h 4882701"/>
                <a:gd name="connsiteX4233" fmla="*/ 2246653 w 4954903"/>
                <a:gd name="connsiteY4233" fmla="*/ 12155 h 4882701"/>
                <a:gd name="connsiteX4234" fmla="*/ 2257289 w 4954903"/>
                <a:gd name="connsiteY4234" fmla="*/ 10635 h 4882701"/>
                <a:gd name="connsiteX4235" fmla="*/ 2266405 w 4954903"/>
                <a:gd name="connsiteY4235" fmla="*/ 9116 h 4882701"/>
                <a:gd name="connsiteX4236" fmla="*/ 2266152 w 4954903"/>
                <a:gd name="connsiteY4236" fmla="*/ 9116 h 4882701"/>
                <a:gd name="connsiteX4237" fmla="*/ 2246653 w 4954903"/>
                <a:gd name="connsiteY4237" fmla="*/ 12155 h 4882701"/>
                <a:gd name="connsiteX4238" fmla="*/ 2238803 w 4954903"/>
                <a:gd name="connsiteY4238" fmla="*/ 12155 h 4882701"/>
                <a:gd name="connsiteX4239" fmla="*/ 2249692 w 4954903"/>
                <a:gd name="connsiteY4239" fmla="*/ 10635 h 4882701"/>
                <a:gd name="connsiteX4240" fmla="*/ 2259061 w 4954903"/>
                <a:gd name="connsiteY4240" fmla="*/ 9116 h 4882701"/>
                <a:gd name="connsiteX4241" fmla="*/ 2259061 w 4954903"/>
                <a:gd name="connsiteY4241" fmla="*/ 9116 h 4882701"/>
                <a:gd name="connsiteX4242" fmla="*/ 2238803 w 4954903"/>
                <a:gd name="connsiteY4242" fmla="*/ 12155 h 4882701"/>
                <a:gd name="connsiteX4243" fmla="*/ 2223610 w 4954903"/>
                <a:gd name="connsiteY4243" fmla="*/ 12661 h 4882701"/>
                <a:gd name="connsiteX4244" fmla="*/ 2234752 w 4954903"/>
                <a:gd name="connsiteY4244" fmla="*/ 11142 h 4882701"/>
                <a:gd name="connsiteX4245" fmla="*/ 2244881 w 4954903"/>
                <a:gd name="connsiteY4245" fmla="*/ 9623 h 4882701"/>
                <a:gd name="connsiteX4246" fmla="*/ 2244881 w 4954903"/>
                <a:gd name="connsiteY4246" fmla="*/ 9623 h 4882701"/>
                <a:gd name="connsiteX4247" fmla="*/ 2223610 w 4954903"/>
                <a:gd name="connsiteY4247" fmla="*/ 12661 h 4882701"/>
                <a:gd name="connsiteX4248" fmla="*/ 2227408 w 4954903"/>
                <a:gd name="connsiteY4248" fmla="*/ 11395 h 4882701"/>
                <a:gd name="connsiteX4249" fmla="*/ 2237537 w 4954903"/>
                <a:gd name="connsiteY4249" fmla="*/ 9623 h 4882701"/>
                <a:gd name="connsiteX4250" fmla="*/ 2216013 w 4954903"/>
                <a:gd name="connsiteY4250" fmla="*/ 12915 h 4882701"/>
                <a:gd name="connsiteX4251" fmla="*/ 2227408 w 4954903"/>
                <a:gd name="connsiteY4251" fmla="*/ 11395 h 4882701"/>
                <a:gd name="connsiteX4252" fmla="*/ 2220571 w 4954903"/>
                <a:gd name="connsiteY4252" fmla="*/ 11902 h 4882701"/>
                <a:gd name="connsiteX4253" fmla="*/ 2231207 w 4954903"/>
                <a:gd name="connsiteY4253" fmla="*/ 10129 h 4882701"/>
                <a:gd name="connsiteX4254" fmla="*/ 2209176 w 4954903"/>
                <a:gd name="connsiteY4254" fmla="*/ 13421 h 4882701"/>
                <a:gd name="connsiteX4255" fmla="*/ 2220571 w 4954903"/>
                <a:gd name="connsiteY4255" fmla="*/ 11902 h 4882701"/>
                <a:gd name="connsiteX4256" fmla="*/ 2213987 w 4954903"/>
                <a:gd name="connsiteY4256" fmla="*/ 12155 h 4882701"/>
                <a:gd name="connsiteX4257" fmla="*/ 2224876 w 4954903"/>
                <a:gd name="connsiteY4257" fmla="*/ 10382 h 4882701"/>
                <a:gd name="connsiteX4258" fmla="*/ 2202339 w 4954903"/>
                <a:gd name="connsiteY4258" fmla="*/ 13674 h 4882701"/>
                <a:gd name="connsiteX4259" fmla="*/ 2213987 w 4954903"/>
                <a:gd name="connsiteY4259" fmla="*/ 12155 h 4882701"/>
                <a:gd name="connsiteX4260" fmla="*/ 2164102 w 4954903"/>
                <a:gd name="connsiteY4260" fmla="*/ 15194 h 4882701"/>
                <a:gd name="connsiteX4261" fmla="*/ 2177523 w 4954903"/>
                <a:gd name="connsiteY4261" fmla="*/ 13421 h 4882701"/>
                <a:gd name="connsiteX4262" fmla="*/ 2151694 w 4954903"/>
                <a:gd name="connsiteY4262" fmla="*/ 16966 h 4882701"/>
                <a:gd name="connsiteX4263" fmla="*/ 2164102 w 4954903"/>
                <a:gd name="connsiteY4263" fmla="*/ 15194 h 4882701"/>
                <a:gd name="connsiteX4264" fmla="*/ 2159797 w 4954903"/>
                <a:gd name="connsiteY4264" fmla="*/ 15700 h 4882701"/>
                <a:gd name="connsiteX4265" fmla="*/ 2172965 w 4954903"/>
                <a:gd name="connsiteY4265" fmla="*/ 13927 h 4882701"/>
                <a:gd name="connsiteX4266" fmla="*/ 2170939 w 4954903"/>
                <a:gd name="connsiteY4266" fmla="*/ 14181 h 4882701"/>
                <a:gd name="connsiteX4267" fmla="*/ 2147136 w 4954903"/>
                <a:gd name="connsiteY4267" fmla="*/ 17473 h 4882701"/>
                <a:gd name="connsiteX4268" fmla="*/ 2159797 w 4954903"/>
                <a:gd name="connsiteY4268" fmla="*/ 15700 h 4882701"/>
                <a:gd name="connsiteX4269" fmla="*/ 2151947 w 4954903"/>
                <a:gd name="connsiteY4269" fmla="*/ 16460 h 4882701"/>
                <a:gd name="connsiteX4270" fmla="*/ 2154226 w 4954903"/>
                <a:gd name="connsiteY4270" fmla="*/ 16206 h 4882701"/>
                <a:gd name="connsiteX4271" fmla="*/ 2149668 w 4954903"/>
                <a:gd name="connsiteY4271" fmla="*/ 16713 h 4882701"/>
                <a:gd name="connsiteX4272" fmla="*/ 2139032 w 4954903"/>
                <a:gd name="connsiteY4272" fmla="*/ 18232 h 4882701"/>
                <a:gd name="connsiteX4273" fmla="*/ 2151947 w 4954903"/>
                <a:gd name="connsiteY4273" fmla="*/ 16460 h 4882701"/>
                <a:gd name="connsiteX4274" fmla="*/ 2138779 w 4954903"/>
                <a:gd name="connsiteY4274" fmla="*/ 18232 h 4882701"/>
                <a:gd name="connsiteX4275" fmla="*/ 2135487 w 4954903"/>
                <a:gd name="connsiteY4275" fmla="*/ 18739 h 4882701"/>
                <a:gd name="connsiteX4276" fmla="*/ 2135487 w 4954903"/>
                <a:gd name="connsiteY4276" fmla="*/ 18739 h 4882701"/>
                <a:gd name="connsiteX4277" fmla="*/ 2138779 w 4954903"/>
                <a:gd name="connsiteY4277" fmla="*/ 18232 h 4882701"/>
                <a:gd name="connsiteX4278" fmla="*/ 2144097 w 4954903"/>
                <a:gd name="connsiteY4278" fmla="*/ 17473 h 4882701"/>
                <a:gd name="connsiteX4279" fmla="*/ 2142831 w 4954903"/>
                <a:gd name="connsiteY4279" fmla="*/ 17726 h 4882701"/>
                <a:gd name="connsiteX4280" fmla="*/ 2139032 w 4954903"/>
                <a:gd name="connsiteY4280" fmla="*/ 18232 h 4882701"/>
                <a:gd name="connsiteX4281" fmla="*/ 2143337 w 4954903"/>
                <a:gd name="connsiteY4281" fmla="*/ 17726 h 4882701"/>
                <a:gd name="connsiteX4282" fmla="*/ 2144097 w 4954903"/>
                <a:gd name="connsiteY4282" fmla="*/ 17473 h 4882701"/>
                <a:gd name="connsiteX4283" fmla="*/ 2299577 w 4954903"/>
                <a:gd name="connsiteY4283" fmla="*/ 4558 h 4882701"/>
                <a:gd name="connsiteX4284" fmla="*/ 2308947 w 4954903"/>
                <a:gd name="connsiteY4284" fmla="*/ 3292 h 4882701"/>
                <a:gd name="connsiteX4285" fmla="*/ 2289449 w 4954903"/>
                <a:gd name="connsiteY4285" fmla="*/ 5571 h 4882701"/>
                <a:gd name="connsiteX4286" fmla="*/ 2299577 w 4954903"/>
                <a:gd name="connsiteY4286" fmla="*/ 4558 h 4882701"/>
                <a:gd name="connsiteX4287" fmla="*/ 2292994 w 4954903"/>
                <a:gd name="connsiteY4287" fmla="*/ 4558 h 4882701"/>
                <a:gd name="connsiteX4288" fmla="*/ 2292994 w 4954903"/>
                <a:gd name="connsiteY4288" fmla="*/ 4558 h 4882701"/>
                <a:gd name="connsiteX4289" fmla="*/ 2302616 w 4954903"/>
                <a:gd name="connsiteY4289" fmla="*/ 3292 h 4882701"/>
                <a:gd name="connsiteX4290" fmla="*/ 2282611 w 4954903"/>
                <a:gd name="connsiteY4290" fmla="*/ 5824 h 4882701"/>
                <a:gd name="connsiteX4291" fmla="*/ 2292994 w 4954903"/>
                <a:gd name="connsiteY4291" fmla="*/ 4558 h 4882701"/>
                <a:gd name="connsiteX4292" fmla="*/ 2184107 w 4954903"/>
                <a:gd name="connsiteY4292" fmla="*/ 28868 h 4882701"/>
                <a:gd name="connsiteX4293" fmla="*/ 2194995 w 4954903"/>
                <a:gd name="connsiteY4293" fmla="*/ 26842 h 4882701"/>
                <a:gd name="connsiteX4294" fmla="*/ 2202592 w 4954903"/>
                <a:gd name="connsiteY4294" fmla="*/ 24563 h 4882701"/>
                <a:gd name="connsiteX4295" fmla="*/ 2202339 w 4954903"/>
                <a:gd name="connsiteY4295" fmla="*/ 24563 h 4882701"/>
                <a:gd name="connsiteX4296" fmla="*/ 2184107 w 4954903"/>
                <a:gd name="connsiteY4296" fmla="*/ 28868 h 4882701"/>
                <a:gd name="connsiteX4297" fmla="*/ 2274002 w 4954903"/>
                <a:gd name="connsiteY4297" fmla="*/ 16966 h 4882701"/>
                <a:gd name="connsiteX4298" fmla="*/ 2280586 w 4954903"/>
                <a:gd name="connsiteY4298" fmla="*/ 15194 h 4882701"/>
                <a:gd name="connsiteX4299" fmla="*/ 2280586 w 4954903"/>
                <a:gd name="connsiteY4299" fmla="*/ 15194 h 4882701"/>
                <a:gd name="connsiteX4300" fmla="*/ 2280332 w 4954903"/>
                <a:gd name="connsiteY4300" fmla="*/ 15194 h 4882701"/>
                <a:gd name="connsiteX4301" fmla="*/ 2264379 w 4954903"/>
                <a:gd name="connsiteY4301" fmla="*/ 18739 h 4882701"/>
                <a:gd name="connsiteX4302" fmla="*/ 2264379 w 4954903"/>
                <a:gd name="connsiteY4302" fmla="*/ 18739 h 4882701"/>
                <a:gd name="connsiteX4303" fmla="*/ 2274002 w 4954903"/>
                <a:gd name="connsiteY4303" fmla="*/ 16966 h 4882701"/>
                <a:gd name="connsiteX4304" fmla="*/ 2253744 w 4954903"/>
                <a:gd name="connsiteY4304" fmla="*/ 18992 h 4882701"/>
                <a:gd name="connsiteX4305" fmla="*/ 2263873 w 4954903"/>
                <a:gd name="connsiteY4305" fmla="*/ 17219 h 4882701"/>
                <a:gd name="connsiteX4306" fmla="*/ 2270710 w 4954903"/>
                <a:gd name="connsiteY4306" fmla="*/ 15194 h 4882701"/>
                <a:gd name="connsiteX4307" fmla="*/ 2270457 w 4954903"/>
                <a:gd name="connsiteY4307" fmla="*/ 15194 h 4882701"/>
                <a:gd name="connsiteX4308" fmla="*/ 2253744 w 4954903"/>
                <a:gd name="connsiteY4308" fmla="*/ 18992 h 4882701"/>
                <a:gd name="connsiteX4309" fmla="*/ 2186385 w 4954903"/>
                <a:gd name="connsiteY4309" fmla="*/ 20511 h 4882701"/>
                <a:gd name="connsiteX4310" fmla="*/ 2197781 w 4954903"/>
                <a:gd name="connsiteY4310" fmla="*/ 18739 h 4882701"/>
                <a:gd name="connsiteX4311" fmla="*/ 2207150 w 4954903"/>
                <a:gd name="connsiteY4311" fmla="*/ 16713 h 4882701"/>
                <a:gd name="connsiteX4312" fmla="*/ 2206897 w 4954903"/>
                <a:gd name="connsiteY4312" fmla="*/ 16713 h 4882701"/>
                <a:gd name="connsiteX4313" fmla="*/ 2186385 w 4954903"/>
                <a:gd name="connsiteY4313" fmla="*/ 20511 h 4882701"/>
                <a:gd name="connsiteX4314" fmla="*/ 2094211 w 4954903"/>
                <a:gd name="connsiteY4314" fmla="*/ 63053 h 4882701"/>
                <a:gd name="connsiteX4315" fmla="*/ 2100542 w 4954903"/>
                <a:gd name="connsiteY4315" fmla="*/ 60015 h 4882701"/>
                <a:gd name="connsiteX4316" fmla="*/ 2100036 w 4954903"/>
                <a:gd name="connsiteY4316" fmla="*/ 59508 h 4882701"/>
                <a:gd name="connsiteX4317" fmla="*/ 2082563 w 4954903"/>
                <a:gd name="connsiteY4317" fmla="*/ 65585 h 4882701"/>
                <a:gd name="connsiteX4318" fmla="*/ 2094211 w 4954903"/>
                <a:gd name="connsiteY4318" fmla="*/ 63053 h 4882701"/>
                <a:gd name="connsiteX4319" fmla="*/ 3914146 w 4954903"/>
                <a:gd name="connsiteY4319" fmla="*/ 3087077 h 4882701"/>
                <a:gd name="connsiteX4320" fmla="*/ 3901485 w 4954903"/>
                <a:gd name="connsiteY4320" fmla="*/ 3109867 h 4882701"/>
                <a:gd name="connsiteX4321" fmla="*/ 3922755 w 4954903"/>
                <a:gd name="connsiteY4321" fmla="*/ 3102776 h 4882701"/>
                <a:gd name="connsiteX4322" fmla="*/ 3914146 w 4954903"/>
                <a:gd name="connsiteY4322" fmla="*/ 3087077 h 4882701"/>
                <a:gd name="connsiteX4323" fmla="*/ 66632 w 4954903"/>
                <a:gd name="connsiteY4323" fmla="*/ 1931607 h 4882701"/>
                <a:gd name="connsiteX4324" fmla="*/ 66632 w 4954903"/>
                <a:gd name="connsiteY4324" fmla="*/ 1931607 h 4882701"/>
                <a:gd name="connsiteX4325" fmla="*/ 71190 w 4954903"/>
                <a:gd name="connsiteY4325" fmla="*/ 1918439 h 4882701"/>
                <a:gd name="connsiteX4326" fmla="*/ 73469 w 4954903"/>
                <a:gd name="connsiteY4326" fmla="*/ 1904005 h 4882701"/>
                <a:gd name="connsiteX4327" fmla="*/ 73216 w 4954903"/>
                <a:gd name="connsiteY4327" fmla="*/ 1903752 h 4882701"/>
                <a:gd name="connsiteX4328" fmla="*/ 66632 w 4954903"/>
                <a:gd name="connsiteY4328" fmla="*/ 1931607 h 4882701"/>
                <a:gd name="connsiteX4329" fmla="*/ 1371758 w 4954903"/>
                <a:gd name="connsiteY4329" fmla="*/ 500628 h 4882701"/>
                <a:gd name="connsiteX4330" fmla="*/ 1353779 w 4954903"/>
                <a:gd name="connsiteY4330" fmla="*/ 515568 h 4882701"/>
                <a:gd name="connsiteX4331" fmla="*/ 1370239 w 4954903"/>
                <a:gd name="connsiteY4331" fmla="*/ 509490 h 4882701"/>
                <a:gd name="connsiteX4332" fmla="*/ 1371758 w 4954903"/>
                <a:gd name="connsiteY4332" fmla="*/ 500628 h 4882701"/>
                <a:gd name="connsiteX4333" fmla="*/ 2937707 w 4954903"/>
                <a:gd name="connsiteY4333" fmla="*/ 54950 h 4882701"/>
                <a:gd name="connsiteX4334" fmla="*/ 2924286 w 4954903"/>
                <a:gd name="connsiteY4334" fmla="*/ 51405 h 4882701"/>
                <a:gd name="connsiteX4335" fmla="*/ 2924033 w 4954903"/>
                <a:gd name="connsiteY4335" fmla="*/ 51405 h 4882701"/>
                <a:gd name="connsiteX4336" fmla="*/ 2924033 w 4954903"/>
                <a:gd name="connsiteY4336" fmla="*/ 51405 h 4882701"/>
                <a:gd name="connsiteX4337" fmla="*/ 2944290 w 4954903"/>
                <a:gd name="connsiteY4337" fmla="*/ 57229 h 4882701"/>
                <a:gd name="connsiteX4338" fmla="*/ 2937707 w 4954903"/>
                <a:gd name="connsiteY4338" fmla="*/ 54950 h 4882701"/>
                <a:gd name="connsiteX4339" fmla="*/ 2111937 w 4954903"/>
                <a:gd name="connsiteY4339" fmla="*/ 3561369 h 4882701"/>
                <a:gd name="connsiteX4340" fmla="*/ 2096997 w 4954903"/>
                <a:gd name="connsiteY4340" fmla="*/ 3547441 h 4882701"/>
                <a:gd name="connsiteX4341" fmla="*/ 2087374 w 4954903"/>
                <a:gd name="connsiteY4341" fmla="*/ 3567699 h 4882701"/>
                <a:gd name="connsiteX4342" fmla="*/ 2111937 w 4954903"/>
                <a:gd name="connsiteY4342" fmla="*/ 3561369 h 4882701"/>
                <a:gd name="connsiteX4343" fmla="*/ 3761957 w 4954903"/>
                <a:gd name="connsiteY4343" fmla="*/ 2721925 h 4882701"/>
                <a:gd name="connsiteX4344" fmla="*/ 3750562 w 4954903"/>
                <a:gd name="connsiteY4344" fmla="*/ 2705465 h 4882701"/>
                <a:gd name="connsiteX4345" fmla="*/ 3738660 w 4954903"/>
                <a:gd name="connsiteY4345" fmla="*/ 2728509 h 4882701"/>
                <a:gd name="connsiteX4346" fmla="*/ 3761957 w 4954903"/>
                <a:gd name="connsiteY4346" fmla="*/ 2721925 h 4882701"/>
                <a:gd name="connsiteX4347" fmla="*/ 745277 w 4954903"/>
                <a:gd name="connsiteY4347" fmla="*/ 982263 h 4882701"/>
                <a:gd name="connsiteX4348" fmla="*/ 729071 w 4954903"/>
                <a:gd name="connsiteY4348" fmla="*/ 1002774 h 4882701"/>
                <a:gd name="connsiteX4349" fmla="*/ 744011 w 4954903"/>
                <a:gd name="connsiteY4349" fmla="*/ 994165 h 4882701"/>
                <a:gd name="connsiteX4350" fmla="*/ 745277 w 4954903"/>
                <a:gd name="connsiteY4350" fmla="*/ 982263 h 4882701"/>
                <a:gd name="connsiteX4351" fmla="*/ 3423647 w 4954903"/>
                <a:gd name="connsiteY4351" fmla="*/ 186627 h 4882701"/>
                <a:gd name="connsiteX4352" fmla="*/ 3408454 w 4954903"/>
                <a:gd name="connsiteY4352" fmla="*/ 180550 h 4882701"/>
                <a:gd name="connsiteX4353" fmla="*/ 3408454 w 4954903"/>
                <a:gd name="connsiteY4353" fmla="*/ 180550 h 4882701"/>
                <a:gd name="connsiteX4354" fmla="*/ 3433523 w 4954903"/>
                <a:gd name="connsiteY4354" fmla="*/ 191186 h 4882701"/>
                <a:gd name="connsiteX4355" fmla="*/ 3423647 w 4954903"/>
                <a:gd name="connsiteY4355" fmla="*/ 186627 h 4882701"/>
                <a:gd name="connsiteX4356" fmla="*/ 1567755 w 4954903"/>
                <a:gd name="connsiteY4356" fmla="*/ 4764191 h 4882701"/>
                <a:gd name="connsiteX4357" fmla="*/ 1593837 w 4954903"/>
                <a:gd name="connsiteY4357" fmla="*/ 4774320 h 4882701"/>
                <a:gd name="connsiteX4358" fmla="*/ 1582695 w 4954903"/>
                <a:gd name="connsiteY4358" fmla="*/ 4769509 h 4882701"/>
                <a:gd name="connsiteX4359" fmla="*/ 1567755 w 4954903"/>
                <a:gd name="connsiteY4359" fmla="*/ 4764191 h 4882701"/>
                <a:gd name="connsiteX4360" fmla="*/ 156780 w 4954903"/>
                <a:gd name="connsiteY4360" fmla="*/ 3344860 h 4882701"/>
                <a:gd name="connsiteX4361" fmla="*/ 159059 w 4954903"/>
                <a:gd name="connsiteY4361" fmla="*/ 3350938 h 4882701"/>
                <a:gd name="connsiteX4362" fmla="*/ 164630 w 4954903"/>
                <a:gd name="connsiteY4362" fmla="*/ 3365372 h 4882701"/>
                <a:gd name="connsiteX4363" fmla="*/ 166909 w 4954903"/>
                <a:gd name="connsiteY4363" fmla="*/ 3371196 h 4882701"/>
                <a:gd name="connsiteX4364" fmla="*/ 162098 w 4954903"/>
                <a:gd name="connsiteY4364" fmla="*/ 3358788 h 4882701"/>
                <a:gd name="connsiteX4365" fmla="*/ 156780 w 4954903"/>
                <a:gd name="connsiteY4365" fmla="*/ 3344860 h 4882701"/>
                <a:gd name="connsiteX4366" fmla="*/ 4061523 w 4954903"/>
                <a:gd name="connsiteY4366" fmla="*/ 906802 h 4882701"/>
                <a:gd name="connsiteX4367" fmla="*/ 4046836 w 4954903"/>
                <a:gd name="connsiteY4367" fmla="*/ 894394 h 4882701"/>
                <a:gd name="connsiteX4368" fmla="*/ 4045064 w 4954903"/>
                <a:gd name="connsiteY4368" fmla="*/ 894647 h 4882701"/>
                <a:gd name="connsiteX4369" fmla="*/ 4058738 w 4954903"/>
                <a:gd name="connsiteY4369" fmla="*/ 915412 h 4882701"/>
                <a:gd name="connsiteX4370" fmla="*/ 4061523 w 4954903"/>
                <a:gd name="connsiteY4370" fmla="*/ 906802 h 4882701"/>
                <a:gd name="connsiteX4371" fmla="*/ 1858711 w 4954903"/>
                <a:gd name="connsiteY4371" fmla="*/ 4861430 h 4882701"/>
                <a:gd name="connsiteX4372" fmla="*/ 1886313 w 4954903"/>
                <a:gd name="connsiteY4372" fmla="*/ 4868267 h 4882701"/>
                <a:gd name="connsiteX4373" fmla="*/ 1873905 w 4954903"/>
                <a:gd name="connsiteY4373" fmla="*/ 4864975 h 4882701"/>
                <a:gd name="connsiteX4374" fmla="*/ 1858711 w 4954903"/>
                <a:gd name="connsiteY4374" fmla="*/ 4861430 h 4882701"/>
                <a:gd name="connsiteX4375" fmla="*/ 1873398 w 4954903"/>
                <a:gd name="connsiteY4375" fmla="*/ 4866495 h 4882701"/>
                <a:gd name="connsiteX4376" fmla="*/ 1858205 w 4954903"/>
                <a:gd name="connsiteY4376" fmla="*/ 4862949 h 4882701"/>
                <a:gd name="connsiteX4377" fmla="*/ 1885806 w 4954903"/>
                <a:gd name="connsiteY4377" fmla="*/ 4869787 h 4882701"/>
                <a:gd name="connsiteX4378" fmla="*/ 1873398 w 4954903"/>
                <a:gd name="connsiteY4378" fmla="*/ 4866495 h 4882701"/>
                <a:gd name="connsiteX4379" fmla="*/ 1813131 w 4954903"/>
                <a:gd name="connsiteY4379" fmla="*/ 4851048 h 4882701"/>
                <a:gd name="connsiteX4380" fmla="*/ 1798190 w 4954903"/>
                <a:gd name="connsiteY4380" fmla="*/ 4847250 h 4882701"/>
                <a:gd name="connsiteX4381" fmla="*/ 1825539 w 4954903"/>
                <a:gd name="connsiteY4381" fmla="*/ 4854593 h 4882701"/>
                <a:gd name="connsiteX4382" fmla="*/ 1813131 w 4954903"/>
                <a:gd name="connsiteY4382" fmla="*/ 4851048 h 4882701"/>
                <a:gd name="connsiteX4383" fmla="*/ 1798443 w 4954903"/>
                <a:gd name="connsiteY4383" fmla="*/ 4848009 h 4882701"/>
                <a:gd name="connsiteX4384" fmla="*/ 1825792 w 4954903"/>
                <a:gd name="connsiteY4384" fmla="*/ 4855353 h 4882701"/>
                <a:gd name="connsiteX4385" fmla="*/ 1813384 w 4954903"/>
                <a:gd name="connsiteY4385" fmla="*/ 4851808 h 4882701"/>
                <a:gd name="connsiteX4386" fmla="*/ 1798443 w 4954903"/>
                <a:gd name="connsiteY4386" fmla="*/ 4848009 h 4882701"/>
                <a:gd name="connsiteX4387" fmla="*/ 1753622 w 4954903"/>
                <a:gd name="connsiteY4387" fmla="*/ 4833069 h 4882701"/>
                <a:gd name="connsiteX4388" fmla="*/ 1738682 w 4954903"/>
                <a:gd name="connsiteY4388" fmla="*/ 4828764 h 4882701"/>
                <a:gd name="connsiteX4389" fmla="*/ 1765777 w 4954903"/>
                <a:gd name="connsiteY4389" fmla="*/ 4836867 h 4882701"/>
                <a:gd name="connsiteX4390" fmla="*/ 1753622 w 4954903"/>
                <a:gd name="connsiteY4390" fmla="*/ 4833069 h 4882701"/>
                <a:gd name="connsiteX4391" fmla="*/ 1753369 w 4954903"/>
                <a:gd name="connsiteY4391" fmla="*/ 4834082 h 4882701"/>
                <a:gd name="connsiteX4392" fmla="*/ 1738429 w 4954903"/>
                <a:gd name="connsiteY4392" fmla="*/ 4829777 h 4882701"/>
                <a:gd name="connsiteX4393" fmla="*/ 1765524 w 4954903"/>
                <a:gd name="connsiteY4393" fmla="*/ 4837880 h 4882701"/>
                <a:gd name="connsiteX4394" fmla="*/ 1753369 w 4954903"/>
                <a:gd name="connsiteY4394" fmla="*/ 4834082 h 4882701"/>
                <a:gd name="connsiteX4395" fmla="*/ 1753876 w 4954903"/>
                <a:gd name="connsiteY4395" fmla="*/ 4835095 h 4882701"/>
                <a:gd name="connsiteX4396" fmla="*/ 1739189 w 4954903"/>
                <a:gd name="connsiteY4396" fmla="*/ 4830790 h 4882701"/>
                <a:gd name="connsiteX4397" fmla="*/ 1766031 w 4954903"/>
                <a:gd name="connsiteY4397" fmla="*/ 4838893 h 4882701"/>
                <a:gd name="connsiteX4398" fmla="*/ 1753876 w 4954903"/>
                <a:gd name="connsiteY4398" fmla="*/ 4835095 h 4882701"/>
                <a:gd name="connsiteX4399" fmla="*/ 1694368 w 4954903"/>
                <a:gd name="connsiteY4399" fmla="*/ 4814584 h 4882701"/>
                <a:gd name="connsiteX4400" fmla="*/ 1679681 w 4954903"/>
                <a:gd name="connsiteY4400" fmla="*/ 4810025 h 4882701"/>
                <a:gd name="connsiteX4401" fmla="*/ 1706269 w 4954903"/>
                <a:gd name="connsiteY4401" fmla="*/ 4818635 h 4882701"/>
                <a:gd name="connsiteX4402" fmla="*/ 1694368 w 4954903"/>
                <a:gd name="connsiteY4402" fmla="*/ 4814584 h 4882701"/>
                <a:gd name="connsiteX4403" fmla="*/ 1694368 w 4954903"/>
                <a:gd name="connsiteY4403" fmla="*/ 4815596 h 4882701"/>
                <a:gd name="connsiteX4404" fmla="*/ 1679681 w 4954903"/>
                <a:gd name="connsiteY4404" fmla="*/ 4811038 h 4882701"/>
                <a:gd name="connsiteX4405" fmla="*/ 1706269 w 4954903"/>
                <a:gd name="connsiteY4405" fmla="*/ 4819648 h 4882701"/>
                <a:gd name="connsiteX4406" fmla="*/ 1694368 w 4954903"/>
                <a:gd name="connsiteY4406" fmla="*/ 4815596 h 4882701"/>
                <a:gd name="connsiteX4407" fmla="*/ 1694874 w 4954903"/>
                <a:gd name="connsiteY4407" fmla="*/ 4816609 h 4882701"/>
                <a:gd name="connsiteX4408" fmla="*/ 1680440 w 4954903"/>
                <a:gd name="connsiteY4408" fmla="*/ 4812051 h 4882701"/>
                <a:gd name="connsiteX4409" fmla="*/ 1707029 w 4954903"/>
                <a:gd name="connsiteY4409" fmla="*/ 4820661 h 4882701"/>
                <a:gd name="connsiteX4410" fmla="*/ 1694874 w 4954903"/>
                <a:gd name="connsiteY4410" fmla="*/ 4816609 h 4882701"/>
                <a:gd name="connsiteX4411" fmla="*/ 1648534 w 4954903"/>
                <a:gd name="connsiteY4411" fmla="*/ 4797871 h 4882701"/>
                <a:gd name="connsiteX4412" fmla="*/ 1636885 w 4954903"/>
                <a:gd name="connsiteY4412" fmla="*/ 4793566 h 4882701"/>
                <a:gd name="connsiteX4413" fmla="*/ 1621945 w 4954903"/>
                <a:gd name="connsiteY4413" fmla="*/ 4788501 h 4882701"/>
                <a:gd name="connsiteX4414" fmla="*/ 1648534 w 4954903"/>
                <a:gd name="connsiteY4414" fmla="*/ 4797871 h 4882701"/>
                <a:gd name="connsiteX4415" fmla="*/ 1636126 w 4954903"/>
                <a:gd name="connsiteY4415" fmla="*/ 4794578 h 4882701"/>
                <a:gd name="connsiteX4416" fmla="*/ 1621185 w 4954903"/>
                <a:gd name="connsiteY4416" fmla="*/ 4789514 h 4882701"/>
                <a:gd name="connsiteX4417" fmla="*/ 1647774 w 4954903"/>
                <a:gd name="connsiteY4417" fmla="*/ 4798883 h 4882701"/>
                <a:gd name="connsiteX4418" fmla="*/ 1636126 w 4954903"/>
                <a:gd name="connsiteY4418" fmla="*/ 4794578 h 4882701"/>
                <a:gd name="connsiteX4419" fmla="*/ 1635872 w 4954903"/>
                <a:gd name="connsiteY4419" fmla="*/ 4795845 h 4882701"/>
                <a:gd name="connsiteX4420" fmla="*/ 1621185 w 4954903"/>
                <a:gd name="connsiteY4420" fmla="*/ 4790780 h 4882701"/>
                <a:gd name="connsiteX4421" fmla="*/ 1647774 w 4954903"/>
                <a:gd name="connsiteY4421" fmla="*/ 4800149 h 4882701"/>
                <a:gd name="connsiteX4422" fmla="*/ 1635872 w 4954903"/>
                <a:gd name="connsiteY4422" fmla="*/ 4795845 h 4882701"/>
                <a:gd name="connsiteX4423" fmla="*/ 1636379 w 4954903"/>
                <a:gd name="connsiteY4423" fmla="*/ 4796857 h 4882701"/>
                <a:gd name="connsiteX4424" fmla="*/ 1621945 w 4954903"/>
                <a:gd name="connsiteY4424" fmla="*/ 4791793 h 4882701"/>
                <a:gd name="connsiteX4425" fmla="*/ 1648534 w 4954903"/>
                <a:gd name="connsiteY4425" fmla="*/ 4801163 h 4882701"/>
                <a:gd name="connsiteX4426" fmla="*/ 1636379 w 4954903"/>
                <a:gd name="connsiteY4426" fmla="*/ 4796857 h 4882701"/>
                <a:gd name="connsiteX4427" fmla="*/ 1580669 w 4954903"/>
                <a:gd name="connsiteY4427" fmla="*/ 4771029 h 4882701"/>
                <a:gd name="connsiteX4428" fmla="*/ 1565729 w 4954903"/>
                <a:gd name="connsiteY4428" fmla="*/ 4765711 h 4882701"/>
                <a:gd name="connsiteX4429" fmla="*/ 1592064 w 4954903"/>
                <a:gd name="connsiteY4429" fmla="*/ 4775840 h 4882701"/>
                <a:gd name="connsiteX4430" fmla="*/ 1580669 w 4954903"/>
                <a:gd name="connsiteY4430" fmla="*/ 4771029 h 4882701"/>
                <a:gd name="connsiteX4431" fmla="*/ 1590545 w 4954903"/>
                <a:gd name="connsiteY4431" fmla="*/ 4776853 h 4882701"/>
                <a:gd name="connsiteX4432" fmla="*/ 1579150 w 4954903"/>
                <a:gd name="connsiteY4432" fmla="*/ 4772041 h 4882701"/>
                <a:gd name="connsiteX4433" fmla="*/ 1564463 w 4954903"/>
                <a:gd name="connsiteY4433" fmla="*/ 4766724 h 4882701"/>
                <a:gd name="connsiteX4434" fmla="*/ 1590545 w 4954903"/>
                <a:gd name="connsiteY4434" fmla="*/ 4776853 h 4882701"/>
                <a:gd name="connsiteX4435" fmla="*/ 1578390 w 4954903"/>
                <a:gd name="connsiteY4435" fmla="*/ 4773308 h 4882701"/>
                <a:gd name="connsiteX4436" fmla="*/ 1563703 w 4954903"/>
                <a:gd name="connsiteY4436" fmla="*/ 4767990 h 4882701"/>
                <a:gd name="connsiteX4437" fmla="*/ 1590039 w 4954903"/>
                <a:gd name="connsiteY4437" fmla="*/ 4778119 h 4882701"/>
                <a:gd name="connsiteX4438" fmla="*/ 1578390 w 4954903"/>
                <a:gd name="connsiteY4438" fmla="*/ 4773308 h 4882701"/>
                <a:gd name="connsiteX4439" fmla="*/ 1578390 w 4954903"/>
                <a:gd name="connsiteY4439" fmla="*/ 4774574 h 4882701"/>
                <a:gd name="connsiteX4440" fmla="*/ 1563956 w 4954903"/>
                <a:gd name="connsiteY4440" fmla="*/ 4769256 h 4882701"/>
                <a:gd name="connsiteX4441" fmla="*/ 1590292 w 4954903"/>
                <a:gd name="connsiteY4441" fmla="*/ 4779385 h 4882701"/>
                <a:gd name="connsiteX4442" fmla="*/ 1578390 w 4954903"/>
                <a:gd name="connsiteY4442" fmla="*/ 4774574 h 4882701"/>
                <a:gd name="connsiteX4443" fmla="*/ 1578897 w 4954903"/>
                <a:gd name="connsiteY4443" fmla="*/ 4775587 h 4882701"/>
                <a:gd name="connsiteX4444" fmla="*/ 1564463 w 4954903"/>
                <a:gd name="connsiteY4444" fmla="*/ 4770269 h 4882701"/>
                <a:gd name="connsiteX4445" fmla="*/ 1590545 w 4954903"/>
                <a:gd name="connsiteY4445" fmla="*/ 4780145 h 4882701"/>
                <a:gd name="connsiteX4446" fmla="*/ 1578897 w 4954903"/>
                <a:gd name="connsiteY4446" fmla="*/ 4775587 h 4882701"/>
                <a:gd name="connsiteX4447" fmla="*/ 1533569 w 4954903"/>
                <a:gd name="connsiteY4447" fmla="*/ 4754316 h 4882701"/>
                <a:gd name="connsiteX4448" fmla="*/ 1522174 w 4954903"/>
                <a:gd name="connsiteY4448" fmla="*/ 4749251 h 4882701"/>
                <a:gd name="connsiteX4449" fmla="*/ 1507740 w 4954903"/>
                <a:gd name="connsiteY4449" fmla="*/ 4743680 h 4882701"/>
                <a:gd name="connsiteX4450" fmla="*/ 1533569 w 4954903"/>
                <a:gd name="connsiteY4450" fmla="*/ 4754316 h 4882701"/>
                <a:gd name="connsiteX4451" fmla="*/ 1521161 w 4954903"/>
                <a:gd name="connsiteY4451" fmla="*/ 4750517 h 4882701"/>
                <a:gd name="connsiteX4452" fmla="*/ 1506980 w 4954903"/>
                <a:gd name="connsiteY4452" fmla="*/ 4744946 h 4882701"/>
                <a:gd name="connsiteX4453" fmla="*/ 1532810 w 4954903"/>
                <a:gd name="connsiteY4453" fmla="*/ 4755582 h 4882701"/>
                <a:gd name="connsiteX4454" fmla="*/ 1521161 w 4954903"/>
                <a:gd name="connsiteY4454" fmla="*/ 4750517 h 4882701"/>
                <a:gd name="connsiteX4455" fmla="*/ 1521161 w 4954903"/>
                <a:gd name="connsiteY4455" fmla="*/ 4751783 h 4882701"/>
                <a:gd name="connsiteX4456" fmla="*/ 1506980 w 4954903"/>
                <a:gd name="connsiteY4456" fmla="*/ 4746212 h 4882701"/>
                <a:gd name="connsiteX4457" fmla="*/ 1532810 w 4954903"/>
                <a:gd name="connsiteY4457" fmla="*/ 4756848 h 4882701"/>
                <a:gd name="connsiteX4458" fmla="*/ 1521161 w 4954903"/>
                <a:gd name="connsiteY4458" fmla="*/ 4751783 h 4882701"/>
                <a:gd name="connsiteX4459" fmla="*/ 1521668 w 4954903"/>
                <a:gd name="connsiteY4459" fmla="*/ 4753049 h 4882701"/>
                <a:gd name="connsiteX4460" fmla="*/ 1507740 w 4954903"/>
                <a:gd name="connsiteY4460" fmla="*/ 4747478 h 4882701"/>
                <a:gd name="connsiteX4461" fmla="*/ 1533569 w 4954903"/>
                <a:gd name="connsiteY4461" fmla="*/ 4758114 h 4882701"/>
                <a:gd name="connsiteX4462" fmla="*/ 1521668 w 4954903"/>
                <a:gd name="connsiteY4462" fmla="*/ 4753049 h 4882701"/>
                <a:gd name="connsiteX4463" fmla="*/ 1451524 w 4954903"/>
                <a:gd name="connsiteY4463" fmla="*/ 4718864 h 4882701"/>
                <a:gd name="connsiteX4464" fmla="*/ 1477100 w 4954903"/>
                <a:gd name="connsiteY4464" fmla="*/ 4730259 h 4882701"/>
                <a:gd name="connsiteX4465" fmla="*/ 1465705 w 4954903"/>
                <a:gd name="connsiteY4465" fmla="*/ 4724941 h 4882701"/>
                <a:gd name="connsiteX4466" fmla="*/ 1451524 w 4954903"/>
                <a:gd name="connsiteY4466" fmla="*/ 4718864 h 4882701"/>
                <a:gd name="connsiteX4467" fmla="*/ 1464945 w 4954903"/>
                <a:gd name="connsiteY4467" fmla="*/ 4726208 h 4882701"/>
                <a:gd name="connsiteX4468" fmla="*/ 1450764 w 4954903"/>
                <a:gd name="connsiteY4468" fmla="*/ 4720130 h 4882701"/>
                <a:gd name="connsiteX4469" fmla="*/ 1476340 w 4954903"/>
                <a:gd name="connsiteY4469" fmla="*/ 4731526 h 4882701"/>
                <a:gd name="connsiteX4470" fmla="*/ 1464945 w 4954903"/>
                <a:gd name="connsiteY4470" fmla="*/ 4726208 h 4882701"/>
                <a:gd name="connsiteX4471" fmla="*/ 1464692 w 4954903"/>
                <a:gd name="connsiteY4471" fmla="*/ 4727727 h 4882701"/>
                <a:gd name="connsiteX4472" fmla="*/ 1450764 w 4954903"/>
                <a:gd name="connsiteY4472" fmla="*/ 4721903 h 4882701"/>
                <a:gd name="connsiteX4473" fmla="*/ 1476340 w 4954903"/>
                <a:gd name="connsiteY4473" fmla="*/ 4733298 h 4882701"/>
                <a:gd name="connsiteX4474" fmla="*/ 1464692 w 4954903"/>
                <a:gd name="connsiteY4474" fmla="*/ 4727727 h 4882701"/>
                <a:gd name="connsiteX4475" fmla="*/ 1451524 w 4954903"/>
                <a:gd name="connsiteY4475" fmla="*/ 4723169 h 4882701"/>
                <a:gd name="connsiteX4476" fmla="*/ 1477100 w 4954903"/>
                <a:gd name="connsiteY4476" fmla="*/ 4734311 h 4882701"/>
                <a:gd name="connsiteX4477" fmla="*/ 1465451 w 4954903"/>
                <a:gd name="connsiteY4477" fmla="*/ 4728993 h 4882701"/>
                <a:gd name="connsiteX4478" fmla="*/ 1451524 w 4954903"/>
                <a:gd name="connsiteY4478" fmla="*/ 4723169 h 4882701"/>
                <a:gd name="connsiteX4479" fmla="*/ 1400119 w 4954903"/>
                <a:gd name="connsiteY4479" fmla="*/ 4690250 h 4882701"/>
                <a:gd name="connsiteX4480" fmla="*/ 1400119 w 4954903"/>
                <a:gd name="connsiteY4480" fmla="*/ 4690250 h 4882701"/>
                <a:gd name="connsiteX4481" fmla="*/ 1425189 w 4954903"/>
                <a:gd name="connsiteY4481" fmla="*/ 4702151 h 4882701"/>
                <a:gd name="connsiteX4482" fmla="*/ 1414553 w 4954903"/>
                <a:gd name="connsiteY4482" fmla="*/ 4696580 h 4882701"/>
                <a:gd name="connsiteX4483" fmla="*/ 1400119 w 4954903"/>
                <a:gd name="connsiteY4483" fmla="*/ 4690250 h 4882701"/>
                <a:gd name="connsiteX4484" fmla="*/ 1397840 w 4954903"/>
                <a:gd name="connsiteY4484" fmla="*/ 4691769 h 4882701"/>
                <a:gd name="connsiteX4485" fmla="*/ 1422909 w 4954903"/>
                <a:gd name="connsiteY4485" fmla="*/ 4703671 h 4882701"/>
                <a:gd name="connsiteX4486" fmla="*/ 1412021 w 4954903"/>
                <a:gd name="connsiteY4486" fmla="*/ 4698100 h 4882701"/>
                <a:gd name="connsiteX4487" fmla="*/ 1397840 w 4954903"/>
                <a:gd name="connsiteY4487" fmla="*/ 4691769 h 4882701"/>
                <a:gd name="connsiteX4488" fmla="*/ 1396321 w 4954903"/>
                <a:gd name="connsiteY4488" fmla="*/ 4693035 h 4882701"/>
                <a:gd name="connsiteX4489" fmla="*/ 1421390 w 4954903"/>
                <a:gd name="connsiteY4489" fmla="*/ 4704937 h 4882701"/>
                <a:gd name="connsiteX4490" fmla="*/ 1410501 w 4954903"/>
                <a:gd name="connsiteY4490" fmla="*/ 4699366 h 4882701"/>
                <a:gd name="connsiteX4491" fmla="*/ 1396321 w 4954903"/>
                <a:gd name="connsiteY4491" fmla="*/ 4693035 h 4882701"/>
                <a:gd name="connsiteX4492" fmla="*/ 1409489 w 4954903"/>
                <a:gd name="connsiteY4492" fmla="*/ 4700885 h 4882701"/>
                <a:gd name="connsiteX4493" fmla="*/ 1395561 w 4954903"/>
                <a:gd name="connsiteY4493" fmla="*/ 4694554 h 4882701"/>
                <a:gd name="connsiteX4494" fmla="*/ 1420630 w 4954903"/>
                <a:gd name="connsiteY4494" fmla="*/ 4706456 h 4882701"/>
                <a:gd name="connsiteX4495" fmla="*/ 1409489 w 4954903"/>
                <a:gd name="connsiteY4495" fmla="*/ 4700885 h 4882701"/>
                <a:gd name="connsiteX4496" fmla="*/ 1409235 w 4954903"/>
                <a:gd name="connsiteY4496" fmla="*/ 4702151 h 4882701"/>
                <a:gd name="connsiteX4497" fmla="*/ 1395561 w 4954903"/>
                <a:gd name="connsiteY4497" fmla="*/ 4695821 h 4882701"/>
                <a:gd name="connsiteX4498" fmla="*/ 1420630 w 4954903"/>
                <a:gd name="connsiteY4498" fmla="*/ 4707722 h 4882701"/>
                <a:gd name="connsiteX4499" fmla="*/ 1409235 w 4954903"/>
                <a:gd name="connsiteY4499" fmla="*/ 4702151 h 4882701"/>
                <a:gd name="connsiteX4500" fmla="*/ 1345929 w 4954903"/>
                <a:gd name="connsiteY4500" fmla="*/ 4662901 h 4882701"/>
                <a:gd name="connsiteX4501" fmla="*/ 1345929 w 4954903"/>
                <a:gd name="connsiteY4501" fmla="*/ 4662901 h 4882701"/>
                <a:gd name="connsiteX4502" fmla="*/ 1370745 w 4954903"/>
                <a:gd name="connsiteY4502" fmla="*/ 4675562 h 4882701"/>
                <a:gd name="connsiteX4503" fmla="*/ 1360363 w 4954903"/>
                <a:gd name="connsiteY4503" fmla="*/ 4669738 h 4882701"/>
                <a:gd name="connsiteX4504" fmla="*/ 1345929 w 4954903"/>
                <a:gd name="connsiteY4504" fmla="*/ 4662901 h 4882701"/>
                <a:gd name="connsiteX4505" fmla="*/ 1343397 w 4954903"/>
                <a:gd name="connsiteY4505" fmla="*/ 4664420 h 4882701"/>
                <a:gd name="connsiteX4506" fmla="*/ 1368213 w 4954903"/>
                <a:gd name="connsiteY4506" fmla="*/ 4677082 h 4882701"/>
                <a:gd name="connsiteX4507" fmla="*/ 1357577 w 4954903"/>
                <a:gd name="connsiteY4507" fmla="*/ 4671258 h 4882701"/>
                <a:gd name="connsiteX4508" fmla="*/ 1343397 w 4954903"/>
                <a:gd name="connsiteY4508" fmla="*/ 4664420 h 4882701"/>
                <a:gd name="connsiteX4509" fmla="*/ 1341624 w 4954903"/>
                <a:gd name="connsiteY4509" fmla="*/ 4665940 h 4882701"/>
                <a:gd name="connsiteX4510" fmla="*/ 1366440 w 4954903"/>
                <a:gd name="connsiteY4510" fmla="*/ 4678348 h 4882701"/>
                <a:gd name="connsiteX4511" fmla="*/ 1355551 w 4954903"/>
                <a:gd name="connsiteY4511" fmla="*/ 4672524 h 4882701"/>
                <a:gd name="connsiteX4512" fmla="*/ 1341624 w 4954903"/>
                <a:gd name="connsiteY4512" fmla="*/ 4665940 h 4882701"/>
                <a:gd name="connsiteX4513" fmla="*/ 1354539 w 4954903"/>
                <a:gd name="connsiteY4513" fmla="*/ 4674043 h 4882701"/>
                <a:gd name="connsiteX4514" fmla="*/ 1340864 w 4954903"/>
                <a:gd name="connsiteY4514" fmla="*/ 4667459 h 4882701"/>
                <a:gd name="connsiteX4515" fmla="*/ 1365680 w 4954903"/>
                <a:gd name="connsiteY4515" fmla="*/ 4679867 h 4882701"/>
                <a:gd name="connsiteX4516" fmla="*/ 1354539 w 4954903"/>
                <a:gd name="connsiteY4516" fmla="*/ 4674043 h 4882701"/>
                <a:gd name="connsiteX4517" fmla="*/ 1295790 w 4954903"/>
                <a:gd name="connsiteY4517" fmla="*/ 4632767 h 4882701"/>
                <a:gd name="connsiteX4518" fmla="*/ 1295790 w 4954903"/>
                <a:gd name="connsiteY4518" fmla="*/ 4632767 h 4882701"/>
                <a:gd name="connsiteX4519" fmla="*/ 1320100 w 4954903"/>
                <a:gd name="connsiteY4519" fmla="*/ 4645935 h 4882701"/>
                <a:gd name="connsiteX4520" fmla="*/ 1309971 w 4954903"/>
                <a:gd name="connsiteY4520" fmla="*/ 4639857 h 4882701"/>
                <a:gd name="connsiteX4521" fmla="*/ 1295790 w 4954903"/>
                <a:gd name="connsiteY4521" fmla="*/ 4632767 h 4882701"/>
                <a:gd name="connsiteX4522" fmla="*/ 1292245 w 4954903"/>
                <a:gd name="connsiteY4522" fmla="*/ 4634286 h 4882701"/>
                <a:gd name="connsiteX4523" fmla="*/ 1292245 w 4954903"/>
                <a:gd name="connsiteY4523" fmla="*/ 4634286 h 4882701"/>
                <a:gd name="connsiteX4524" fmla="*/ 1316555 w 4954903"/>
                <a:gd name="connsiteY4524" fmla="*/ 4647454 h 4882701"/>
                <a:gd name="connsiteX4525" fmla="*/ 1306426 w 4954903"/>
                <a:gd name="connsiteY4525" fmla="*/ 4641377 h 4882701"/>
                <a:gd name="connsiteX4526" fmla="*/ 1292245 w 4954903"/>
                <a:gd name="connsiteY4526" fmla="*/ 4634286 h 4882701"/>
                <a:gd name="connsiteX4527" fmla="*/ 1289713 w 4954903"/>
                <a:gd name="connsiteY4527" fmla="*/ 4635806 h 4882701"/>
                <a:gd name="connsiteX4528" fmla="*/ 1314022 w 4954903"/>
                <a:gd name="connsiteY4528" fmla="*/ 4648974 h 4882701"/>
                <a:gd name="connsiteX4529" fmla="*/ 1314022 w 4954903"/>
                <a:gd name="connsiteY4529" fmla="*/ 4648974 h 4882701"/>
                <a:gd name="connsiteX4530" fmla="*/ 1303640 w 4954903"/>
                <a:gd name="connsiteY4530" fmla="*/ 4642896 h 4882701"/>
                <a:gd name="connsiteX4531" fmla="*/ 1289713 w 4954903"/>
                <a:gd name="connsiteY4531" fmla="*/ 4635806 h 4882701"/>
                <a:gd name="connsiteX4532" fmla="*/ 1287940 w 4954903"/>
                <a:gd name="connsiteY4532" fmla="*/ 4637325 h 4882701"/>
                <a:gd name="connsiteX4533" fmla="*/ 1312250 w 4954903"/>
                <a:gd name="connsiteY4533" fmla="*/ 4650493 h 4882701"/>
                <a:gd name="connsiteX4534" fmla="*/ 1301614 w 4954903"/>
                <a:gd name="connsiteY4534" fmla="*/ 4644416 h 4882701"/>
                <a:gd name="connsiteX4535" fmla="*/ 1287940 w 4954903"/>
                <a:gd name="connsiteY4535" fmla="*/ 4637325 h 4882701"/>
                <a:gd name="connsiteX4536" fmla="*/ 1300601 w 4954903"/>
                <a:gd name="connsiteY4536" fmla="*/ 4645935 h 4882701"/>
                <a:gd name="connsiteX4537" fmla="*/ 1286927 w 4954903"/>
                <a:gd name="connsiteY4537" fmla="*/ 4639098 h 4882701"/>
                <a:gd name="connsiteX4538" fmla="*/ 1311237 w 4954903"/>
                <a:gd name="connsiteY4538" fmla="*/ 4652266 h 4882701"/>
                <a:gd name="connsiteX4539" fmla="*/ 1300601 w 4954903"/>
                <a:gd name="connsiteY4539" fmla="*/ 4645935 h 4882701"/>
                <a:gd name="connsiteX4540" fmla="*/ 1300348 w 4954903"/>
                <a:gd name="connsiteY4540" fmla="*/ 4647454 h 4882701"/>
                <a:gd name="connsiteX4541" fmla="*/ 1286927 w 4954903"/>
                <a:gd name="connsiteY4541" fmla="*/ 4640617 h 4882701"/>
                <a:gd name="connsiteX4542" fmla="*/ 1311237 w 4954903"/>
                <a:gd name="connsiteY4542" fmla="*/ 4653532 h 4882701"/>
                <a:gd name="connsiteX4543" fmla="*/ 1300348 w 4954903"/>
                <a:gd name="connsiteY4543" fmla="*/ 4647454 h 4882701"/>
                <a:gd name="connsiteX4544" fmla="*/ 1274013 w 4954903"/>
                <a:gd name="connsiteY4544" fmla="*/ 4605419 h 4882701"/>
                <a:gd name="connsiteX4545" fmla="*/ 1259326 w 4954903"/>
                <a:gd name="connsiteY4545" fmla="*/ 4598075 h 4882701"/>
                <a:gd name="connsiteX4546" fmla="*/ 1259326 w 4954903"/>
                <a:gd name="connsiteY4546" fmla="*/ 4598075 h 4882701"/>
                <a:gd name="connsiteX4547" fmla="*/ 1283129 w 4954903"/>
                <a:gd name="connsiteY4547" fmla="*/ 4612003 h 4882701"/>
                <a:gd name="connsiteX4548" fmla="*/ 1274013 w 4954903"/>
                <a:gd name="connsiteY4548" fmla="*/ 4605419 h 4882701"/>
                <a:gd name="connsiteX4549" fmla="*/ 1252995 w 4954903"/>
                <a:gd name="connsiteY4549" fmla="*/ 4599595 h 4882701"/>
                <a:gd name="connsiteX4550" fmla="*/ 1252995 w 4954903"/>
                <a:gd name="connsiteY4550" fmla="*/ 4599595 h 4882701"/>
                <a:gd name="connsiteX4551" fmla="*/ 1276798 w 4954903"/>
                <a:gd name="connsiteY4551" fmla="*/ 4613522 h 4882701"/>
                <a:gd name="connsiteX4552" fmla="*/ 1267429 w 4954903"/>
                <a:gd name="connsiteY4552" fmla="*/ 4606938 h 4882701"/>
                <a:gd name="connsiteX4553" fmla="*/ 1252995 w 4954903"/>
                <a:gd name="connsiteY4553" fmla="*/ 4599595 h 4882701"/>
                <a:gd name="connsiteX4554" fmla="*/ 1247677 w 4954903"/>
                <a:gd name="connsiteY4554" fmla="*/ 4601114 h 4882701"/>
                <a:gd name="connsiteX4555" fmla="*/ 1247677 w 4954903"/>
                <a:gd name="connsiteY4555" fmla="*/ 4601114 h 4882701"/>
                <a:gd name="connsiteX4556" fmla="*/ 1271734 w 4954903"/>
                <a:gd name="connsiteY4556" fmla="*/ 4615041 h 4882701"/>
                <a:gd name="connsiteX4557" fmla="*/ 1262111 w 4954903"/>
                <a:gd name="connsiteY4557" fmla="*/ 4608458 h 4882701"/>
                <a:gd name="connsiteX4558" fmla="*/ 1247677 w 4954903"/>
                <a:gd name="connsiteY4558" fmla="*/ 4601114 h 4882701"/>
                <a:gd name="connsiteX4559" fmla="*/ 1243119 w 4954903"/>
                <a:gd name="connsiteY4559" fmla="*/ 4602633 h 4882701"/>
                <a:gd name="connsiteX4560" fmla="*/ 1243119 w 4954903"/>
                <a:gd name="connsiteY4560" fmla="*/ 4602633 h 4882701"/>
                <a:gd name="connsiteX4561" fmla="*/ 1267176 w 4954903"/>
                <a:gd name="connsiteY4561" fmla="*/ 4616561 h 4882701"/>
                <a:gd name="connsiteX4562" fmla="*/ 1257300 w 4954903"/>
                <a:gd name="connsiteY4562" fmla="*/ 4609977 h 4882701"/>
                <a:gd name="connsiteX4563" fmla="*/ 1243119 w 4954903"/>
                <a:gd name="connsiteY4563" fmla="*/ 4602633 h 4882701"/>
                <a:gd name="connsiteX4564" fmla="*/ 1239321 w 4954903"/>
                <a:gd name="connsiteY4564" fmla="*/ 4604153 h 4882701"/>
                <a:gd name="connsiteX4565" fmla="*/ 1239321 w 4954903"/>
                <a:gd name="connsiteY4565" fmla="*/ 4604153 h 4882701"/>
                <a:gd name="connsiteX4566" fmla="*/ 1263377 w 4954903"/>
                <a:gd name="connsiteY4566" fmla="*/ 4618080 h 4882701"/>
                <a:gd name="connsiteX4567" fmla="*/ 1253248 w 4954903"/>
                <a:gd name="connsiteY4567" fmla="*/ 4611496 h 4882701"/>
                <a:gd name="connsiteX4568" fmla="*/ 1239321 w 4954903"/>
                <a:gd name="connsiteY4568" fmla="*/ 4604153 h 4882701"/>
                <a:gd name="connsiteX4569" fmla="*/ 1236535 w 4954903"/>
                <a:gd name="connsiteY4569" fmla="*/ 4605925 h 4882701"/>
                <a:gd name="connsiteX4570" fmla="*/ 1260592 w 4954903"/>
                <a:gd name="connsiteY4570" fmla="*/ 4619853 h 4882701"/>
                <a:gd name="connsiteX4571" fmla="*/ 1260592 w 4954903"/>
                <a:gd name="connsiteY4571" fmla="*/ 4619853 h 4882701"/>
                <a:gd name="connsiteX4572" fmla="*/ 1250463 w 4954903"/>
                <a:gd name="connsiteY4572" fmla="*/ 4613522 h 4882701"/>
                <a:gd name="connsiteX4573" fmla="*/ 1236535 w 4954903"/>
                <a:gd name="connsiteY4573" fmla="*/ 4605925 h 4882701"/>
                <a:gd name="connsiteX4574" fmla="*/ 1234763 w 4954903"/>
                <a:gd name="connsiteY4574" fmla="*/ 4607445 h 4882701"/>
                <a:gd name="connsiteX4575" fmla="*/ 1258819 w 4954903"/>
                <a:gd name="connsiteY4575" fmla="*/ 4621119 h 4882701"/>
                <a:gd name="connsiteX4576" fmla="*/ 1248437 w 4954903"/>
                <a:gd name="connsiteY4576" fmla="*/ 4614788 h 4882701"/>
                <a:gd name="connsiteX4577" fmla="*/ 1234763 w 4954903"/>
                <a:gd name="connsiteY4577" fmla="*/ 4607445 h 4882701"/>
                <a:gd name="connsiteX4578" fmla="*/ 1247424 w 4954903"/>
                <a:gd name="connsiteY4578" fmla="*/ 4616561 h 4882701"/>
                <a:gd name="connsiteX4579" fmla="*/ 1234003 w 4954903"/>
                <a:gd name="connsiteY4579" fmla="*/ 4609217 h 4882701"/>
                <a:gd name="connsiteX4580" fmla="*/ 1258059 w 4954903"/>
                <a:gd name="connsiteY4580" fmla="*/ 4622891 h 4882701"/>
                <a:gd name="connsiteX4581" fmla="*/ 1247424 w 4954903"/>
                <a:gd name="connsiteY4581" fmla="*/ 4616561 h 4882701"/>
                <a:gd name="connsiteX4582" fmla="*/ 1247171 w 4954903"/>
                <a:gd name="connsiteY4582" fmla="*/ 4618080 h 4882701"/>
                <a:gd name="connsiteX4583" fmla="*/ 1233750 w 4954903"/>
                <a:gd name="connsiteY4583" fmla="*/ 4610737 h 4882701"/>
                <a:gd name="connsiteX4584" fmla="*/ 1257806 w 4954903"/>
                <a:gd name="connsiteY4584" fmla="*/ 4624411 h 4882701"/>
                <a:gd name="connsiteX4585" fmla="*/ 1247171 w 4954903"/>
                <a:gd name="connsiteY4585" fmla="*/ 4618080 h 4882701"/>
                <a:gd name="connsiteX4586" fmla="*/ 1222861 w 4954903"/>
                <a:gd name="connsiteY4586" fmla="*/ 4574272 h 4882701"/>
                <a:gd name="connsiteX4587" fmla="*/ 1208427 w 4954903"/>
                <a:gd name="connsiteY4587" fmla="*/ 4566422 h 4882701"/>
                <a:gd name="connsiteX4588" fmla="*/ 1208427 w 4954903"/>
                <a:gd name="connsiteY4588" fmla="*/ 4566422 h 4882701"/>
                <a:gd name="connsiteX4589" fmla="*/ 1231977 w 4954903"/>
                <a:gd name="connsiteY4589" fmla="*/ 4580856 h 4882701"/>
                <a:gd name="connsiteX4590" fmla="*/ 1222861 w 4954903"/>
                <a:gd name="connsiteY4590" fmla="*/ 4574272 h 4882701"/>
                <a:gd name="connsiteX4591" fmla="*/ 1216024 w 4954903"/>
                <a:gd name="connsiteY4591" fmla="*/ 4575791 h 4882701"/>
                <a:gd name="connsiteX4592" fmla="*/ 1201590 w 4954903"/>
                <a:gd name="connsiteY4592" fmla="*/ 4567941 h 4882701"/>
                <a:gd name="connsiteX4593" fmla="*/ 1201590 w 4954903"/>
                <a:gd name="connsiteY4593" fmla="*/ 4567941 h 4882701"/>
                <a:gd name="connsiteX4594" fmla="*/ 1225140 w 4954903"/>
                <a:gd name="connsiteY4594" fmla="*/ 4582375 h 4882701"/>
                <a:gd name="connsiteX4595" fmla="*/ 1216024 w 4954903"/>
                <a:gd name="connsiteY4595" fmla="*/ 4575791 h 4882701"/>
                <a:gd name="connsiteX4596" fmla="*/ 1196019 w 4954903"/>
                <a:gd name="connsiteY4596" fmla="*/ 4569714 h 4882701"/>
                <a:gd name="connsiteX4597" fmla="*/ 1196019 w 4954903"/>
                <a:gd name="connsiteY4597" fmla="*/ 4569714 h 4882701"/>
                <a:gd name="connsiteX4598" fmla="*/ 1219569 w 4954903"/>
                <a:gd name="connsiteY4598" fmla="*/ 4584148 h 4882701"/>
                <a:gd name="connsiteX4599" fmla="*/ 1210200 w 4954903"/>
                <a:gd name="connsiteY4599" fmla="*/ 4577311 h 4882701"/>
                <a:gd name="connsiteX4600" fmla="*/ 1196019 w 4954903"/>
                <a:gd name="connsiteY4600" fmla="*/ 4569714 h 4882701"/>
                <a:gd name="connsiteX4601" fmla="*/ 1191208 w 4954903"/>
                <a:gd name="connsiteY4601" fmla="*/ 4571233 h 4882701"/>
                <a:gd name="connsiteX4602" fmla="*/ 1191208 w 4954903"/>
                <a:gd name="connsiteY4602" fmla="*/ 4571233 h 4882701"/>
                <a:gd name="connsiteX4603" fmla="*/ 1215011 w 4954903"/>
                <a:gd name="connsiteY4603" fmla="*/ 4585667 h 4882701"/>
                <a:gd name="connsiteX4604" fmla="*/ 1205388 w 4954903"/>
                <a:gd name="connsiteY4604" fmla="*/ 4578830 h 4882701"/>
                <a:gd name="connsiteX4605" fmla="*/ 1191208 w 4954903"/>
                <a:gd name="connsiteY4605" fmla="*/ 4571233 h 4882701"/>
                <a:gd name="connsiteX4606" fmla="*/ 1187409 w 4954903"/>
                <a:gd name="connsiteY4606" fmla="*/ 4573006 h 4882701"/>
                <a:gd name="connsiteX4607" fmla="*/ 1187409 w 4954903"/>
                <a:gd name="connsiteY4607" fmla="*/ 4573006 h 4882701"/>
                <a:gd name="connsiteX4608" fmla="*/ 1211213 w 4954903"/>
                <a:gd name="connsiteY4608" fmla="*/ 4587440 h 4882701"/>
                <a:gd name="connsiteX4609" fmla="*/ 1201337 w 4954903"/>
                <a:gd name="connsiteY4609" fmla="*/ 4580603 h 4882701"/>
                <a:gd name="connsiteX4610" fmla="*/ 1187409 w 4954903"/>
                <a:gd name="connsiteY4610" fmla="*/ 4573006 h 4882701"/>
                <a:gd name="connsiteX4611" fmla="*/ 1184624 w 4954903"/>
                <a:gd name="connsiteY4611" fmla="*/ 4574779 h 4882701"/>
                <a:gd name="connsiteX4612" fmla="*/ 1208174 w 4954903"/>
                <a:gd name="connsiteY4612" fmla="*/ 4589212 h 4882701"/>
                <a:gd name="connsiteX4613" fmla="*/ 1208174 w 4954903"/>
                <a:gd name="connsiteY4613" fmla="*/ 4589212 h 4882701"/>
                <a:gd name="connsiteX4614" fmla="*/ 1198045 w 4954903"/>
                <a:gd name="connsiteY4614" fmla="*/ 4582375 h 4882701"/>
                <a:gd name="connsiteX4615" fmla="*/ 1184624 w 4954903"/>
                <a:gd name="connsiteY4615" fmla="*/ 4574779 h 4882701"/>
                <a:gd name="connsiteX4616" fmla="*/ 1196272 w 4954903"/>
                <a:gd name="connsiteY4616" fmla="*/ 4584148 h 4882701"/>
                <a:gd name="connsiteX4617" fmla="*/ 1182851 w 4954903"/>
                <a:gd name="connsiteY4617" fmla="*/ 4576551 h 4882701"/>
                <a:gd name="connsiteX4618" fmla="*/ 1206655 w 4954903"/>
                <a:gd name="connsiteY4618" fmla="*/ 4590985 h 4882701"/>
                <a:gd name="connsiteX4619" fmla="*/ 1196272 w 4954903"/>
                <a:gd name="connsiteY4619" fmla="*/ 4584148 h 4882701"/>
                <a:gd name="connsiteX4620" fmla="*/ 1195006 w 4954903"/>
                <a:gd name="connsiteY4620" fmla="*/ 4585667 h 4882701"/>
                <a:gd name="connsiteX4621" fmla="*/ 1181585 w 4954903"/>
                <a:gd name="connsiteY4621" fmla="*/ 4578070 h 4882701"/>
                <a:gd name="connsiteX4622" fmla="*/ 1205388 w 4954903"/>
                <a:gd name="connsiteY4622" fmla="*/ 4592251 h 4882701"/>
                <a:gd name="connsiteX4623" fmla="*/ 1195006 w 4954903"/>
                <a:gd name="connsiteY4623" fmla="*/ 4585667 h 4882701"/>
                <a:gd name="connsiteX4624" fmla="*/ 1194753 w 4954903"/>
                <a:gd name="connsiteY4624" fmla="*/ 4587440 h 4882701"/>
                <a:gd name="connsiteX4625" fmla="*/ 1181585 w 4954903"/>
                <a:gd name="connsiteY4625" fmla="*/ 4579843 h 4882701"/>
                <a:gd name="connsiteX4626" fmla="*/ 1205388 w 4954903"/>
                <a:gd name="connsiteY4626" fmla="*/ 4594024 h 4882701"/>
                <a:gd name="connsiteX4627" fmla="*/ 1194753 w 4954903"/>
                <a:gd name="connsiteY4627" fmla="*/ 4587440 h 4882701"/>
                <a:gd name="connsiteX4628" fmla="*/ 1188676 w 4954903"/>
                <a:gd name="connsiteY4628" fmla="*/ 4547177 h 4882701"/>
                <a:gd name="connsiteX4629" fmla="*/ 1180066 w 4954903"/>
                <a:gd name="connsiteY4629" fmla="*/ 4540086 h 4882701"/>
                <a:gd name="connsiteX4630" fmla="*/ 1165632 w 4954903"/>
                <a:gd name="connsiteY4630" fmla="*/ 4531983 h 4882701"/>
                <a:gd name="connsiteX4631" fmla="*/ 1165379 w 4954903"/>
                <a:gd name="connsiteY4631" fmla="*/ 4531983 h 4882701"/>
                <a:gd name="connsiteX4632" fmla="*/ 1188676 w 4954903"/>
                <a:gd name="connsiteY4632" fmla="*/ 4547177 h 4882701"/>
                <a:gd name="connsiteX4633" fmla="*/ 1172216 w 4954903"/>
                <a:gd name="connsiteY4633" fmla="*/ 4541859 h 4882701"/>
                <a:gd name="connsiteX4634" fmla="*/ 1158035 w 4954903"/>
                <a:gd name="connsiteY4634" fmla="*/ 4534009 h 4882701"/>
                <a:gd name="connsiteX4635" fmla="*/ 1158035 w 4954903"/>
                <a:gd name="connsiteY4635" fmla="*/ 4534009 h 4882701"/>
                <a:gd name="connsiteX4636" fmla="*/ 1181332 w 4954903"/>
                <a:gd name="connsiteY4636" fmla="*/ 4548949 h 4882701"/>
                <a:gd name="connsiteX4637" fmla="*/ 1172216 w 4954903"/>
                <a:gd name="connsiteY4637" fmla="*/ 4541859 h 4882701"/>
                <a:gd name="connsiteX4638" fmla="*/ 1165126 w 4954903"/>
                <a:gd name="connsiteY4638" fmla="*/ 4543378 h 4882701"/>
                <a:gd name="connsiteX4639" fmla="*/ 1150945 w 4954903"/>
                <a:gd name="connsiteY4639" fmla="*/ 4535529 h 4882701"/>
                <a:gd name="connsiteX4640" fmla="*/ 1150945 w 4954903"/>
                <a:gd name="connsiteY4640" fmla="*/ 4535529 h 4882701"/>
                <a:gd name="connsiteX4641" fmla="*/ 1174242 w 4954903"/>
                <a:gd name="connsiteY4641" fmla="*/ 4550469 h 4882701"/>
                <a:gd name="connsiteX4642" fmla="*/ 1165126 w 4954903"/>
                <a:gd name="connsiteY4642" fmla="*/ 4543378 h 4882701"/>
                <a:gd name="connsiteX4643" fmla="*/ 1159301 w 4954903"/>
                <a:gd name="connsiteY4643" fmla="*/ 4545151 h 4882701"/>
                <a:gd name="connsiteX4644" fmla="*/ 1145374 w 4954903"/>
                <a:gd name="connsiteY4644" fmla="*/ 4537301 h 4882701"/>
                <a:gd name="connsiteX4645" fmla="*/ 1145374 w 4954903"/>
                <a:gd name="connsiteY4645" fmla="*/ 4537301 h 4882701"/>
                <a:gd name="connsiteX4646" fmla="*/ 1168671 w 4954903"/>
                <a:gd name="connsiteY4646" fmla="*/ 4552242 h 4882701"/>
                <a:gd name="connsiteX4647" fmla="*/ 1159301 w 4954903"/>
                <a:gd name="connsiteY4647" fmla="*/ 4545151 h 4882701"/>
                <a:gd name="connsiteX4648" fmla="*/ 1140309 w 4954903"/>
                <a:gd name="connsiteY4648" fmla="*/ 4538821 h 4882701"/>
                <a:gd name="connsiteX4649" fmla="*/ 1140309 w 4954903"/>
                <a:gd name="connsiteY4649" fmla="*/ 4538821 h 4882701"/>
                <a:gd name="connsiteX4650" fmla="*/ 1163606 w 4954903"/>
                <a:gd name="connsiteY4650" fmla="*/ 4553761 h 4882701"/>
                <a:gd name="connsiteX4651" fmla="*/ 1153984 w 4954903"/>
                <a:gd name="connsiteY4651" fmla="*/ 4546671 h 4882701"/>
                <a:gd name="connsiteX4652" fmla="*/ 1140309 w 4954903"/>
                <a:gd name="connsiteY4652" fmla="*/ 4538821 h 4882701"/>
                <a:gd name="connsiteX4653" fmla="*/ 1136258 w 4954903"/>
                <a:gd name="connsiteY4653" fmla="*/ 4540593 h 4882701"/>
                <a:gd name="connsiteX4654" fmla="*/ 1136258 w 4954903"/>
                <a:gd name="connsiteY4654" fmla="*/ 4540593 h 4882701"/>
                <a:gd name="connsiteX4655" fmla="*/ 1159555 w 4954903"/>
                <a:gd name="connsiteY4655" fmla="*/ 4555533 h 4882701"/>
                <a:gd name="connsiteX4656" fmla="*/ 1149679 w 4954903"/>
                <a:gd name="connsiteY4656" fmla="*/ 4548443 h 4882701"/>
                <a:gd name="connsiteX4657" fmla="*/ 1136258 w 4954903"/>
                <a:gd name="connsiteY4657" fmla="*/ 4540593 h 4882701"/>
                <a:gd name="connsiteX4658" fmla="*/ 1133219 w 4954903"/>
                <a:gd name="connsiteY4658" fmla="*/ 4542366 h 4882701"/>
                <a:gd name="connsiteX4659" fmla="*/ 1156516 w 4954903"/>
                <a:gd name="connsiteY4659" fmla="*/ 4557306 h 4882701"/>
                <a:gd name="connsiteX4660" fmla="*/ 1156516 w 4954903"/>
                <a:gd name="connsiteY4660" fmla="*/ 4557306 h 4882701"/>
                <a:gd name="connsiteX4661" fmla="*/ 1146387 w 4954903"/>
                <a:gd name="connsiteY4661" fmla="*/ 4550216 h 4882701"/>
                <a:gd name="connsiteX4662" fmla="*/ 1133219 w 4954903"/>
                <a:gd name="connsiteY4662" fmla="*/ 4542366 h 4882701"/>
                <a:gd name="connsiteX4663" fmla="*/ 1144614 w 4954903"/>
                <a:gd name="connsiteY4663" fmla="*/ 4551988 h 4882701"/>
                <a:gd name="connsiteX4664" fmla="*/ 1131447 w 4954903"/>
                <a:gd name="connsiteY4664" fmla="*/ 4544138 h 4882701"/>
                <a:gd name="connsiteX4665" fmla="*/ 1154743 w 4954903"/>
                <a:gd name="connsiteY4665" fmla="*/ 4559078 h 4882701"/>
                <a:gd name="connsiteX4666" fmla="*/ 1144614 w 4954903"/>
                <a:gd name="connsiteY4666" fmla="*/ 4551988 h 4882701"/>
                <a:gd name="connsiteX4667" fmla="*/ 1143348 w 4954903"/>
                <a:gd name="connsiteY4667" fmla="*/ 4553761 h 4882701"/>
                <a:gd name="connsiteX4668" fmla="*/ 1130434 w 4954903"/>
                <a:gd name="connsiteY4668" fmla="*/ 4545911 h 4882701"/>
                <a:gd name="connsiteX4669" fmla="*/ 1153730 w 4954903"/>
                <a:gd name="connsiteY4669" fmla="*/ 4560851 h 4882701"/>
                <a:gd name="connsiteX4670" fmla="*/ 1143348 w 4954903"/>
                <a:gd name="connsiteY4670" fmla="*/ 4553761 h 4882701"/>
                <a:gd name="connsiteX4671" fmla="*/ 1143095 w 4954903"/>
                <a:gd name="connsiteY4671" fmla="*/ 4555533 h 4882701"/>
                <a:gd name="connsiteX4672" fmla="*/ 1130434 w 4954903"/>
                <a:gd name="connsiteY4672" fmla="*/ 4547683 h 4882701"/>
                <a:gd name="connsiteX4673" fmla="*/ 1153730 w 4954903"/>
                <a:gd name="connsiteY4673" fmla="*/ 4562624 h 4882701"/>
                <a:gd name="connsiteX4674" fmla="*/ 1143095 w 4954903"/>
                <a:gd name="connsiteY4674" fmla="*/ 4555533 h 4882701"/>
                <a:gd name="connsiteX4675" fmla="*/ 2555842 w 4954903"/>
                <a:gd name="connsiteY4675" fmla="*/ 4473235 h 4882701"/>
                <a:gd name="connsiteX4676" fmla="*/ 2546979 w 4954903"/>
                <a:gd name="connsiteY4676" fmla="*/ 4485643 h 4882701"/>
                <a:gd name="connsiteX4677" fmla="*/ 2562932 w 4954903"/>
                <a:gd name="connsiteY4677" fmla="*/ 4482351 h 4882701"/>
                <a:gd name="connsiteX4678" fmla="*/ 2555842 w 4954903"/>
                <a:gd name="connsiteY4678" fmla="*/ 4473235 h 4882701"/>
                <a:gd name="connsiteX4679" fmla="*/ 2518365 w 4954903"/>
                <a:gd name="connsiteY4679" fmla="*/ 4472475 h 4882701"/>
                <a:gd name="connsiteX4680" fmla="*/ 2510008 w 4954903"/>
                <a:gd name="connsiteY4680" fmla="*/ 4484883 h 4882701"/>
                <a:gd name="connsiteX4681" fmla="*/ 2525961 w 4954903"/>
                <a:gd name="connsiteY4681" fmla="*/ 4481591 h 4882701"/>
                <a:gd name="connsiteX4682" fmla="*/ 2518365 w 4954903"/>
                <a:gd name="connsiteY4682" fmla="*/ 4472475 h 4882701"/>
                <a:gd name="connsiteX4683" fmla="*/ 2480887 w 4954903"/>
                <a:gd name="connsiteY4683" fmla="*/ 4471716 h 4882701"/>
                <a:gd name="connsiteX4684" fmla="*/ 2473037 w 4954903"/>
                <a:gd name="connsiteY4684" fmla="*/ 4484124 h 4882701"/>
                <a:gd name="connsiteX4685" fmla="*/ 2488990 w 4954903"/>
                <a:gd name="connsiteY4685" fmla="*/ 4480832 h 4882701"/>
                <a:gd name="connsiteX4686" fmla="*/ 2480887 w 4954903"/>
                <a:gd name="connsiteY4686" fmla="*/ 4471716 h 4882701"/>
                <a:gd name="connsiteX4687" fmla="*/ 1150185 w 4954903"/>
                <a:gd name="connsiteY4687" fmla="*/ 4503369 h 4882701"/>
                <a:gd name="connsiteX4688" fmla="*/ 1135751 w 4954903"/>
                <a:gd name="connsiteY4688" fmla="*/ 4495012 h 4882701"/>
                <a:gd name="connsiteX4689" fmla="*/ 1135498 w 4954903"/>
                <a:gd name="connsiteY4689" fmla="*/ 4495012 h 4882701"/>
                <a:gd name="connsiteX4690" fmla="*/ 1157782 w 4954903"/>
                <a:gd name="connsiteY4690" fmla="*/ 4510713 h 4882701"/>
                <a:gd name="connsiteX4691" fmla="*/ 1150185 w 4954903"/>
                <a:gd name="connsiteY4691" fmla="*/ 4503369 h 4882701"/>
                <a:gd name="connsiteX4692" fmla="*/ 1140056 w 4954903"/>
                <a:gd name="connsiteY4692" fmla="*/ 4504888 h 4882701"/>
                <a:gd name="connsiteX4693" fmla="*/ 1125622 w 4954903"/>
                <a:gd name="connsiteY4693" fmla="*/ 4496532 h 4882701"/>
                <a:gd name="connsiteX4694" fmla="*/ 1125369 w 4954903"/>
                <a:gd name="connsiteY4694" fmla="*/ 4496532 h 4882701"/>
                <a:gd name="connsiteX4695" fmla="*/ 1147906 w 4954903"/>
                <a:gd name="connsiteY4695" fmla="*/ 4512232 h 4882701"/>
                <a:gd name="connsiteX4696" fmla="*/ 1140056 w 4954903"/>
                <a:gd name="connsiteY4696" fmla="*/ 4504888 h 4882701"/>
                <a:gd name="connsiteX4697" fmla="*/ 1130940 w 4954903"/>
                <a:gd name="connsiteY4697" fmla="*/ 4506408 h 4882701"/>
                <a:gd name="connsiteX4698" fmla="*/ 1116759 w 4954903"/>
                <a:gd name="connsiteY4698" fmla="*/ 4498051 h 4882701"/>
                <a:gd name="connsiteX4699" fmla="*/ 1116506 w 4954903"/>
                <a:gd name="connsiteY4699" fmla="*/ 4498051 h 4882701"/>
                <a:gd name="connsiteX4700" fmla="*/ 1139297 w 4954903"/>
                <a:gd name="connsiteY4700" fmla="*/ 4513751 h 4882701"/>
                <a:gd name="connsiteX4701" fmla="*/ 1130940 w 4954903"/>
                <a:gd name="connsiteY4701" fmla="*/ 4506408 h 4882701"/>
                <a:gd name="connsiteX4702" fmla="*/ 1131193 w 4954903"/>
                <a:gd name="connsiteY4702" fmla="*/ 4515524 h 4882701"/>
                <a:gd name="connsiteX4703" fmla="*/ 1122584 w 4954903"/>
                <a:gd name="connsiteY4703" fmla="*/ 4508180 h 4882701"/>
                <a:gd name="connsiteX4704" fmla="*/ 1108403 w 4954903"/>
                <a:gd name="connsiteY4704" fmla="*/ 4499824 h 4882701"/>
                <a:gd name="connsiteX4705" fmla="*/ 1108403 w 4954903"/>
                <a:gd name="connsiteY4705" fmla="*/ 4499824 h 4882701"/>
                <a:gd name="connsiteX4706" fmla="*/ 1131193 w 4954903"/>
                <a:gd name="connsiteY4706" fmla="*/ 4515524 h 4882701"/>
                <a:gd name="connsiteX4707" fmla="*/ 1115493 w 4954903"/>
                <a:gd name="connsiteY4707" fmla="*/ 4509699 h 4882701"/>
                <a:gd name="connsiteX4708" fmla="*/ 1101566 w 4954903"/>
                <a:gd name="connsiteY4708" fmla="*/ 4501343 h 4882701"/>
                <a:gd name="connsiteX4709" fmla="*/ 1101566 w 4954903"/>
                <a:gd name="connsiteY4709" fmla="*/ 4501343 h 4882701"/>
                <a:gd name="connsiteX4710" fmla="*/ 1124356 w 4954903"/>
                <a:gd name="connsiteY4710" fmla="*/ 4516790 h 4882701"/>
                <a:gd name="connsiteX4711" fmla="*/ 1115493 w 4954903"/>
                <a:gd name="connsiteY4711" fmla="*/ 4509699 h 4882701"/>
                <a:gd name="connsiteX4712" fmla="*/ 1109163 w 4954903"/>
                <a:gd name="connsiteY4712" fmla="*/ 4511472 h 4882701"/>
                <a:gd name="connsiteX4713" fmla="*/ 1095488 w 4954903"/>
                <a:gd name="connsiteY4713" fmla="*/ 4503369 h 4882701"/>
                <a:gd name="connsiteX4714" fmla="*/ 1095488 w 4954903"/>
                <a:gd name="connsiteY4714" fmla="*/ 4503369 h 4882701"/>
                <a:gd name="connsiteX4715" fmla="*/ 1118532 w 4954903"/>
                <a:gd name="connsiteY4715" fmla="*/ 4518816 h 4882701"/>
                <a:gd name="connsiteX4716" fmla="*/ 1109163 w 4954903"/>
                <a:gd name="connsiteY4716" fmla="*/ 4511472 h 4882701"/>
                <a:gd name="connsiteX4717" fmla="*/ 1103845 w 4954903"/>
                <a:gd name="connsiteY4717" fmla="*/ 4513245 h 4882701"/>
                <a:gd name="connsiteX4718" fmla="*/ 1090171 w 4954903"/>
                <a:gd name="connsiteY4718" fmla="*/ 4505142 h 4882701"/>
                <a:gd name="connsiteX4719" fmla="*/ 1090171 w 4954903"/>
                <a:gd name="connsiteY4719" fmla="*/ 4505142 h 4882701"/>
                <a:gd name="connsiteX4720" fmla="*/ 1113214 w 4954903"/>
                <a:gd name="connsiteY4720" fmla="*/ 4520588 h 4882701"/>
                <a:gd name="connsiteX4721" fmla="*/ 1103845 w 4954903"/>
                <a:gd name="connsiteY4721" fmla="*/ 4513245 h 4882701"/>
                <a:gd name="connsiteX4722" fmla="*/ 1086119 w 4954903"/>
                <a:gd name="connsiteY4722" fmla="*/ 4506914 h 4882701"/>
                <a:gd name="connsiteX4723" fmla="*/ 1086119 w 4954903"/>
                <a:gd name="connsiteY4723" fmla="*/ 4506914 h 4882701"/>
                <a:gd name="connsiteX4724" fmla="*/ 1109163 w 4954903"/>
                <a:gd name="connsiteY4724" fmla="*/ 4522361 h 4882701"/>
                <a:gd name="connsiteX4725" fmla="*/ 1099540 w 4954903"/>
                <a:gd name="connsiteY4725" fmla="*/ 4515017 h 4882701"/>
                <a:gd name="connsiteX4726" fmla="*/ 1086119 w 4954903"/>
                <a:gd name="connsiteY4726" fmla="*/ 4506914 h 4882701"/>
                <a:gd name="connsiteX4727" fmla="*/ 1083080 w 4954903"/>
                <a:gd name="connsiteY4727" fmla="*/ 4508687 h 4882701"/>
                <a:gd name="connsiteX4728" fmla="*/ 1105871 w 4954903"/>
                <a:gd name="connsiteY4728" fmla="*/ 4524133 h 4882701"/>
                <a:gd name="connsiteX4729" fmla="*/ 1105871 w 4954903"/>
                <a:gd name="connsiteY4729" fmla="*/ 4524133 h 4882701"/>
                <a:gd name="connsiteX4730" fmla="*/ 1095995 w 4954903"/>
                <a:gd name="connsiteY4730" fmla="*/ 4516790 h 4882701"/>
                <a:gd name="connsiteX4731" fmla="*/ 1083080 w 4954903"/>
                <a:gd name="connsiteY4731" fmla="*/ 4508687 h 4882701"/>
                <a:gd name="connsiteX4732" fmla="*/ 1080801 w 4954903"/>
                <a:gd name="connsiteY4732" fmla="*/ 4510713 h 4882701"/>
                <a:gd name="connsiteX4733" fmla="*/ 1103845 w 4954903"/>
                <a:gd name="connsiteY4733" fmla="*/ 4526159 h 4882701"/>
                <a:gd name="connsiteX4734" fmla="*/ 1093716 w 4954903"/>
                <a:gd name="connsiteY4734" fmla="*/ 4518816 h 4882701"/>
                <a:gd name="connsiteX4735" fmla="*/ 1080801 w 4954903"/>
                <a:gd name="connsiteY4735" fmla="*/ 4510713 h 4882701"/>
                <a:gd name="connsiteX4736" fmla="*/ 1079788 w 4954903"/>
                <a:gd name="connsiteY4736" fmla="*/ 4512485 h 4882701"/>
                <a:gd name="connsiteX4737" fmla="*/ 1102832 w 4954903"/>
                <a:gd name="connsiteY4737" fmla="*/ 4527932 h 4882701"/>
                <a:gd name="connsiteX4738" fmla="*/ 1092703 w 4954903"/>
                <a:gd name="connsiteY4738" fmla="*/ 4520588 h 4882701"/>
                <a:gd name="connsiteX4739" fmla="*/ 1079788 w 4954903"/>
                <a:gd name="connsiteY4739" fmla="*/ 4512485 h 4882701"/>
                <a:gd name="connsiteX4740" fmla="*/ 2599144 w 4954903"/>
                <a:gd name="connsiteY4740" fmla="*/ 4438036 h 4882701"/>
                <a:gd name="connsiteX4741" fmla="*/ 2589774 w 4954903"/>
                <a:gd name="connsiteY4741" fmla="*/ 4450698 h 4882701"/>
                <a:gd name="connsiteX4742" fmla="*/ 2606487 w 4954903"/>
                <a:gd name="connsiteY4742" fmla="*/ 4447406 h 4882701"/>
                <a:gd name="connsiteX4743" fmla="*/ 2599144 w 4954903"/>
                <a:gd name="connsiteY4743" fmla="*/ 4438036 h 4882701"/>
                <a:gd name="connsiteX4744" fmla="*/ 2560907 w 4954903"/>
                <a:gd name="connsiteY4744" fmla="*/ 4437277 h 4882701"/>
                <a:gd name="connsiteX4745" fmla="*/ 2551790 w 4954903"/>
                <a:gd name="connsiteY4745" fmla="*/ 4450192 h 4882701"/>
                <a:gd name="connsiteX4746" fmla="*/ 2568250 w 4954903"/>
                <a:gd name="connsiteY4746" fmla="*/ 4446900 h 4882701"/>
                <a:gd name="connsiteX4747" fmla="*/ 2560907 w 4954903"/>
                <a:gd name="connsiteY4747" fmla="*/ 4437277 h 4882701"/>
                <a:gd name="connsiteX4748" fmla="*/ 2522163 w 4954903"/>
                <a:gd name="connsiteY4748" fmla="*/ 4436264 h 4882701"/>
                <a:gd name="connsiteX4749" fmla="*/ 2513553 w 4954903"/>
                <a:gd name="connsiteY4749" fmla="*/ 4449178 h 4882701"/>
                <a:gd name="connsiteX4750" fmla="*/ 2530013 w 4954903"/>
                <a:gd name="connsiteY4750" fmla="*/ 4445633 h 4882701"/>
                <a:gd name="connsiteX4751" fmla="*/ 2522163 w 4954903"/>
                <a:gd name="connsiteY4751" fmla="*/ 4436264 h 4882701"/>
                <a:gd name="connsiteX4752" fmla="*/ 2483166 w 4954903"/>
                <a:gd name="connsiteY4752" fmla="*/ 4435504 h 4882701"/>
                <a:gd name="connsiteX4753" fmla="*/ 2474810 w 4954903"/>
                <a:gd name="connsiteY4753" fmla="*/ 4448419 h 4882701"/>
                <a:gd name="connsiteX4754" fmla="*/ 2491269 w 4954903"/>
                <a:gd name="connsiteY4754" fmla="*/ 4444874 h 4882701"/>
                <a:gd name="connsiteX4755" fmla="*/ 2483166 w 4954903"/>
                <a:gd name="connsiteY4755" fmla="*/ 4435504 h 4882701"/>
                <a:gd name="connsiteX4756" fmla="*/ 2443916 w 4954903"/>
                <a:gd name="connsiteY4756" fmla="*/ 4434745 h 4882701"/>
                <a:gd name="connsiteX4757" fmla="*/ 2436319 w 4954903"/>
                <a:gd name="connsiteY4757" fmla="*/ 4447659 h 4882701"/>
                <a:gd name="connsiteX4758" fmla="*/ 2452779 w 4954903"/>
                <a:gd name="connsiteY4758" fmla="*/ 4444114 h 4882701"/>
                <a:gd name="connsiteX4759" fmla="*/ 2443916 w 4954903"/>
                <a:gd name="connsiteY4759" fmla="*/ 4434745 h 4882701"/>
                <a:gd name="connsiteX4760" fmla="*/ 1102579 w 4954903"/>
                <a:gd name="connsiteY4760" fmla="*/ 4468170 h 4882701"/>
                <a:gd name="connsiteX4761" fmla="*/ 1088145 w 4954903"/>
                <a:gd name="connsiteY4761" fmla="*/ 4459561 h 4882701"/>
                <a:gd name="connsiteX4762" fmla="*/ 1087892 w 4954903"/>
                <a:gd name="connsiteY4762" fmla="*/ 4459561 h 4882701"/>
                <a:gd name="connsiteX4763" fmla="*/ 1109669 w 4954903"/>
                <a:gd name="connsiteY4763" fmla="*/ 4475767 h 4882701"/>
                <a:gd name="connsiteX4764" fmla="*/ 1102579 w 4954903"/>
                <a:gd name="connsiteY4764" fmla="*/ 4468170 h 4882701"/>
                <a:gd name="connsiteX4765" fmla="*/ 1091943 w 4954903"/>
                <a:gd name="connsiteY4765" fmla="*/ 4469943 h 4882701"/>
                <a:gd name="connsiteX4766" fmla="*/ 1077763 w 4954903"/>
                <a:gd name="connsiteY4766" fmla="*/ 4461333 h 4882701"/>
                <a:gd name="connsiteX4767" fmla="*/ 1077509 w 4954903"/>
                <a:gd name="connsiteY4767" fmla="*/ 4461587 h 4882701"/>
                <a:gd name="connsiteX4768" fmla="*/ 1099540 w 4954903"/>
                <a:gd name="connsiteY4768" fmla="*/ 4477540 h 4882701"/>
                <a:gd name="connsiteX4769" fmla="*/ 1091943 w 4954903"/>
                <a:gd name="connsiteY4769" fmla="*/ 4469943 h 4882701"/>
                <a:gd name="connsiteX4770" fmla="*/ 1082574 w 4954903"/>
                <a:gd name="connsiteY4770" fmla="*/ 4471462 h 4882701"/>
                <a:gd name="connsiteX4771" fmla="*/ 1068393 w 4954903"/>
                <a:gd name="connsiteY4771" fmla="*/ 4462853 h 4882701"/>
                <a:gd name="connsiteX4772" fmla="*/ 1068140 w 4954903"/>
                <a:gd name="connsiteY4772" fmla="*/ 4462853 h 4882701"/>
                <a:gd name="connsiteX4773" fmla="*/ 1090424 w 4954903"/>
                <a:gd name="connsiteY4773" fmla="*/ 4478806 h 4882701"/>
                <a:gd name="connsiteX4774" fmla="*/ 1082574 w 4954903"/>
                <a:gd name="connsiteY4774" fmla="*/ 4471462 h 4882701"/>
                <a:gd name="connsiteX4775" fmla="*/ 1082321 w 4954903"/>
                <a:gd name="connsiteY4775" fmla="*/ 4480832 h 4882701"/>
                <a:gd name="connsiteX4776" fmla="*/ 1073964 w 4954903"/>
                <a:gd name="connsiteY4776" fmla="*/ 4473235 h 4882701"/>
                <a:gd name="connsiteX4777" fmla="*/ 1060037 w 4954903"/>
                <a:gd name="connsiteY4777" fmla="*/ 4464625 h 4882701"/>
                <a:gd name="connsiteX4778" fmla="*/ 1059784 w 4954903"/>
                <a:gd name="connsiteY4778" fmla="*/ 4464625 h 4882701"/>
                <a:gd name="connsiteX4779" fmla="*/ 1082321 w 4954903"/>
                <a:gd name="connsiteY4779" fmla="*/ 4480832 h 4882701"/>
                <a:gd name="connsiteX4780" fmla="*/ 1066368 w 4954903"/>
                <a:gd name="connsiteY4780" fmla="*/ 4475008 h 4882701"/>
                <a:gd name="connsiteX4781" fmla="*/ 1052693 w 4954903"/>
                <a:gd name="connsiteY4781" fmla="*/ 4466398 h 4882701"/>
                <a:gd name="connsiteX4782" fmla="*/ 1052693 w 4954903"/>
                <a:gd name="connsiteY4782" fmla="*/ 4466398 h 4882701"/>
                <a:gd name="connsiteX4783" fmla="*/ 1074977 w 4954903"/>
                <a:gd name="connsiteY4783" fmla="*/ 4482351 h 4882701"/>
                <a:gd name="connsiteX4784" fmla="*/ 1066368 w 4954903"/>
                <a:gd name="connsiteY4784" fmla="*/ 4475008 h 4882701"/>
                <a:gd name="connsiteX4785" fmla="*/ 1060037 w 4954903"/>
                <a:gd name="connsiteY4785" fmla="*/ 4476780 h 4882701"/>
                <a:gd name="connsiteX4786" fmla="*/ 1046363 w 4954903"/>
                <a:gd name="connsiteY4786" fmla="*/ 4468170 h 4882701"/>
                <a:gd name="connsiteX4787" fmla="*/ 1046363 w 4954903"/>
                <a:gd name="connsiteY4787" fmla="*/ 4468170 h 4882701"/>
                <a:gd name="connsiteX4788" fmla="*/ 1068647 w 4954903"/>
                <a:gd name="connsiteY4788" fmla="*/ 4484124 h 4882701"/>
                <a:gd name="connsiteX4789" fmla="*/ 1068647 w 4954903"/>
                <a:gd name="connsiteY4789" fmla="*/ 4484124 h 4882701"/>
                <a:gd name="connsiteX4790" fmla="*/ 1060037 w 4954903"/>
                <a:gd name="connsiteY4790" fmla="*/ 4476780 h 4882701"/>
                <a:gd name="connsiteX4791" fmla="*/ 1054466 w 4954903"/>
                <a:gd name="connsiteY4791" fmla="*/ 4478553 h 4882701"/>
                <a:gd name="connsiteX4792" fmla="*/ 1041045 w 4954903"/>
                <a:gd name="connsiteY4792" fmla="*/ 4470196 h 4882701"/>
                <a:gd name="connsiteX4793" fmla="*/ 1041045 w 4954903"/>
                <a:gd name="connsiteY4793" fmla="*/ 4470196 h 4882701"/>
                <a:gd name="connsiteX4794" fmla="*/ 1063582 w 4954903"/>
                <a:gd name="connsiteY4794" fmla="*/ 4486150 h 4882701"/>
                <a:gd name="connsiteX4795" fmla="*/ 1054466 w 4954903"/>
                <a:gd name="connsiteY4795" fmla="*/ 4478553 h 4882701"/>
                <a:gd name="connsiteX4796" fmla="*/ 1049908 w 4954903"/>
                <a:gd name="connsiteY4796" fmla="*/ 4480579 h 4882701"/>
                <a:gd name="connsiteX4797" fmla="*/ 1036740 w 4954903"/>
                <a:gd name="connsiteY4797" fmla="*/ 4472222 h 4882701"/>
                <a:gd name="connsiteX4798" fmla="*/ 1036740 w 4954903"/>
                <a:gd name="connsiteY4798" fmla="*/ 4472222 h 4882701"/>
                <a:gd name="connsiteX4799" fmla="*/ 1059277 w 4954903"/>
                <a:gd name="connsiteY4799" fmla="*/ 4488175 h 4882701"/>
                <a:gd name="connsiteX4800" fmla="*/ 1049908 w 4954903"/>
                <a:gd name="connsiteY4800" fmla="*/ 4480579 h 4882701"/>
                <a:gd name="connsiteX4801" fmla="*/ 1033448 w 4954903"/>
                <a:gd name="connsiteY4801" fmla="*/ 4473994 h 4882701"/>
                <a:gd name="connsiteX4802" fmla="*/ 1055732 w 4954903"/>
                <a:gd name="connsiteY4802" fmla="*/ 4489948 h 4882701"/>
                <a:gd name="connsiteX4803" fmla="*/ 1055985 w 4954903"/>
                <a:gd name="connsiteY4803" fmla="*/ 4489948 h 4882701"/>
                <a:gd name="connsiteX4804" fmla="*/ 1046616 w 4954903"/>
                <a:gd name="connsiteY4804" fmla="*/ 4482351 h 4882701"/>
                <a:gd name="connsiteX4805" fmla="*/ 1033448 w 4954903"/>
                <a:gd name="connsiteY4805" fmla="*/ 4473994 h 4882701"/>
                <a:gd name="connsiteX4806" fmla="*/ 1031422 w 4954903"/>
                <a:gd name="connsiteY4806" fmla="*/ 4476020 h 4882701"/>
                <a:gd name="connsiteX4807" fmla="*/ 1053706 w 4954903"/>
                <a:gd name="connsiteY4807" fmla="*/ 4491974 h 4882701"/>
                <a:gd name="connsiteX4808" fmla="*/ 1053706 w 4954903"/>
                <a:gd name="connsiteY4808" fmla="*/ 4491974 h 4882701"/>
                <a:gd name="connsiteX4809" fmla="*/ 1044084 w 4954903"/>
                <a:gd name="connsiteY4809" fmla="*/ 4484377 h 4882701"/>
                <a:gd name="connsiteX4810" fmla="*/ 1031422 w 4954903"/>
                <a:gd name="connsiteY4810" fmla="*/ 4476020 h 4882701"/>
                <a:gd name="connsiteX4811" fmla="*/ 1030156 w 4954903"/>
                <a:gd name="connsiteY4811" fmla="*/ 4477793 h 4882701"/>
                <a:gd name="connsiteX4812" fmla="*/ 1052693 w 4954903"/>
                <a:gd name="connsiteY4812" fmla="*/ 4493746 h 4882701"/>
                <a:gd name="connsiteX4813" fmla="*/ 1042817 w 4954903"/>
                <a:gd name="connsiteY4813" fmla="*/ 4486150 h 4882701"/>
                <a:gd name="connsiteX4814" fmla="*/ 1030156 w 4954903"/>
                <a:gd name="connsiteY4814" fmla="*/ 4477793 h 4882701"/>
                <a:gd name="connsiteX4815" fmla="*/ 2684734 w 4954903"/>
                <a:gd name="connsiteY4815" fmla="*/ 4403092 h 4882701"/>
                <a:gd name="connsiteX4816" fmla="*/ 2674099 w 4954903"/>
                <a:gd name="connsiteY4816" fmla="*/ 4416259 h 4882701"/>
                <a:gd name="connsiteX4817" fmla="*/ 2691318 w 4954903"/>
                <a:gd name="connsiteY4817" fmla="*/ 4412714 h 4882701"/>
                <a:gd name="connsiteX4818" fmla="*/ 2691318 w 4954903"/>
                <a:gd name="connsiteY4818" fmla="*/ 4412714 h 4882701"/>
                <a:gd name="connsiteX4819" fmla="*/ 2684734 w 4954903"/>
                <a:gd name="connsiteY4819" fmla="*/ 4403092 h 4882701"/>
                <a:gd name="connsiteX4820" fmla="*/ 2645231 w 4954903"/>
                <a:gd name="connsiteY4820" fmla="*/ 4401825 h 4882701"/>
                <a:gd name="connsiteX4821" fmla="*/ 2635102 w 4954903"/>
                <a:gd name="connsiteY4821" fmla="*/ 4414993 h 4882701"/>
                <a:gd name="connsiteX4822" fmla="*/ 2652321 w 4954903"/>
                <a:gd name="connsiteY4822" fmla="*/ 4411448 h 4882701"/>
                <a:gd name="connsiteX4823" fmla="*/ 2645231 w 4954903"/>
                <a:gd name="connsiteY4823" fmla="*/ 4401825 h 4882701"/>
                <a:gd name="connsiteX4824" fmla="*/ 2605728 w 4954903"/>
                <a:gd name="connsiteY4824" fmla="*/ 4400812 h 4882701"/>
                <a:gd name="connsiteX4825" fmla="*/ 2596105 w 4954903"/>
                <a:gd name="connsiteY4825" fmla="*/ 4413980 h 4882701"/>
                <a:gd name="connsiteX4826" fmla="*/ 2613324 w 4954903"/>
                <a:gd name="connsiteY4826" fmla="*/ 4410435 h 4882701"/>
                <a:gd name="connsiteX4827" fmla="*/ 2605728 w 4954903"/>
                <a:gd name="connsiteY4827" fmla="*/ 4400812 h 4882701"/>
                <a:gd name="connsiteX4828" fmla="*/ 2565718 w 4954903"/>
                <a:gd name="connsiteY4828" fmla="*/ 4400053 h 4882701"/>
                <a:gd name="connsiteX4829" fmla="*/ 2556348 w 4954903"/>
                <a:gd name="connsiteY4829" fmla="*/ 4413220 h 4882701"/>
                <a:gd name="connsiteX4830" fmla="*/ 2573315 w 4954903"/>
                <a:gd name="connsiteY4830" fmla="*/ 4409675 h 4882701"/>
                <a:gd name="connsiteX4831" fmla="*/ 2565718 w 4954903"/>
                <a:gd name="connsiteY4831" fmla="*/ 4400053 h 4882701"/>
                <a:gd name="connsiteX4832" fmla="*/ 2525708 w 4954903"/>
                <a:gd name="connsiteY4832" fmla="*/ 4399040 h 4882701"/>
                <a:gd name="connsiteX4833" fmla="*/ 2516845 w 4954903"/>
                <a:gd name="connsiteY4833" fmla="*/ 4412208 h 4882701"/>
                <a:gd name="connsiteX4834" fmla="*/ 2533811 w 4954903"/>
                <a:gd name="connsiteY4834" fmla="*/ 4408663 h 4882701"/>
                <a:gd name="connsiteX4835" fmla="*/ 2525708 w 4954903"/>
                <a:gd name="connsiteY4835" fmla="*/ 4399040 h 4882701"/>
                <a:gd name="connsiteX4836" fmla="*/ 2485445 w 4954903"/>
                <a:gd name="connsiteY4836" fmla="*/ 4398027 h 4882701"/>
                <a:gd name="connsiteX4837" fmla="*/ 2476836 w 4954903"/>
                <a:gd name="connsiteY4837" fmla="*/ 4411195 h 4882701"/>
                <a:gd name="connsiteX4838" fmla="*/ 2493802 w 4954903"/>
                <a:gd name="connsiteY4838" fmla="*/ 4407649 h 4882701"/>
                <a:gd name="connsiteX4839" fmla="*/ 2485445 w 4954903"/>
                <a:gd name="connsiteY4839" fmla="*/ 4398027 h 4882701"/>
                <a:gd name="connsiteX4840" fmla="*/ 2444929 w 4954903"/>
                <a:gd name="connsiteY4840" fmla="*/ 4397267 h 4882701"/>
                <a:gd name="connsiteX4841" fmla="*/ 2437079 w 4954903"/>
                <a:gd name="connsiteY4841" fmla="*/ 4410435 h 4882701"/>
                <a:gd name="connsiteX4842" fmla="*/ 2454045 w 4954903"/>
                <a:gd name="connsiteY4842" fmla="*/ 4406890 h 4882701"/>
                <a:gd name="connsiteX4843" fmla="*/ 2444929 w 4954903"/>
                <a:gd name="connsiteY4843" fmla="*/ 4397267 h 4882701"/>
                <a:gd name="connsiteX4844" fmla="*/ 1074217 w 4954903"/>
                <a:gd name="connsiteY4844" fmla="*/ 4438290 h 4882701"/>
                <a:gd name="connsiteX4845" fmla="*/ 1067634 w 4954903"/>
                <a:gd name="connsiteY4845" fmla="*/ 4430440 h 4882701"/>
                <a:gd name="connsiteX4846" fmla="*/ 1053200 w 4954903"/>
                <a:gd name="connsiteY4846" fmla="*/ 4421577 h 4882701"/>
                <a:gd name="connsiteX4847" fmla="*/ 1052947 w 4954903"/>
                <a:gd name="connsiteY4847" fmla="*/ 4421830 h 4882701"/>
                <a:gd name="connsiteX4848" fmla="*/ 1074217 w 4954903"/>
                <a:gd name="connsiteY4848" fmla="*/ 4438290 h 4882701"/>
                <a:gd name="connsiteX4849" fmla="*/ 1055732 w 4954903"/>
                <a:gd name="connsiteY4849" fmla="*/ 4431959 h 4882701"/>
                <a:gd name="connsiteX4850" fmla="*/ 1041551 w 4954903"/>
                <a:gd name="connsiteY4850" fmla="*/ 4423096 h 4882701"/>
                <a:gd name="connsiteX4851" fmla="*/ 1041298 w 4954903"/>
                <a:gd name="connsiteY4851" fmla="*/ 4423096 h 4882701"/>
                <a:gd name="connsiteX4852" fmla="*/ 1062569 w 4954903"/>
                <a:gd name="connsiteY4852" fmla="*/ 4439809 h 4882701"/>
                <a:gd name="connsiteX4853" fmla="*/ 1055732 w 4954903"/>
                <a:gd name="connsiteY4853" fmla="*/ 4431959 h 4882701"/>
                <a:gd name="connsiteX4854" fmla="*/ 1044843 w 4954903"/>
                <a:gd name="connsiteY4854" fmla="*/ 4433732 h 4882701"/>
                <a:gd name="connsiteX4855" fmla="*/ 1030663 w 4954903"/>
                <a:gd name="connsiteY4855" fmla="*/ 4424869 h 4882701"/>
                <a:gd name="connsiteX4856" fmla="*/ 1030409 w 4954903"/>
                <a:gd name="connsiteY4856" fmla="*/ 4424869 h 4882701"/>
                <a:gd name="connsiteX4857" fmla="*/ 1051934 w 4954903"/>
                <a:gd name="connsiteY4857" fmla="*/ 4441582 h 4882701"/>
                <a:gd name="connsiteX4858" fmla="*/ 1044843 w 4954903"/>
                <a:gd name="connsiteY4858" fmla="*/ 4433732 h 4882701"/>
                <a:gd name="connsiteX4859" fmla="*/ 1034967 w 4954903"/>
                <a:gd name="connsiteY4859" fmla="*/ 4435504 h 4882701"/>
                <a:gd name="connsiteX4860" fmla="*/ 1021040 w 4954903"/>
                <a:gd name="connsiteY4860" fmla="*/ 4426641 h 4882701"/>
                <a:gd name="connsiteX4861" fmla="*/ 1020787 w 4954903"/>
                <a:gd name="connsiteY4861" fmla="*/ 4426641 h 4882701"/>
                <a:gd name="connsiteX4862" fmla="*/ 1042564 w 4954903"/>
                <a:gd name="connsiteY4862" fmla="*/ 4443101 h 4882701"/>
                <a:gd name="connsiteX4863" fmla="*/ 1034967 w 4954903"/>
                <a:gd name="connsiteY4863" fmla="*/ 4435504 h 4882701"/>
                <a:gd name="connsiteX4864" fmla="*/ 1034208 w 4954903"/>
                <a:gd name="connsiteY4864" fmla="*/ 4445127 h 4882701"/>
                <a:gd name="connsiteX4865" fmla="*/ 1026105 w 4954903"/>
                <a:gd name="connsiteY4865" fmla="*/ 4437277 h 4882701"/>
                <a:gd name="connsiteX4866" fmla="*/ 1012430 w 4954903"/>
                <a:gd name="connsiteY4866" fmla="*/ 4428414 h 4882701"/>
                <a:gd name="connsiteX4867" fmla="*/ 1012177 w 4954903"/>
                <a:gd name="connsiteY4867" fmla="*/ 4428414 h 4882701"/>
                <a:gd name="connsiteX4868" fmla="*/ 1034208 w 4954903"/>
                <a:gd name="connsiteY4868" fmla="*/ 4445127 h 4882701"/>
                <a:gd name="connsiteX4869" fmla="*/ 1018255 w 4954903"/>
                <a:gd name="connsiteY4869" fmla="*/ 4439050 h 4882701"/>
                <a:gd name="connsiteX4870" fmla="*/ 1004580 w 4954903"/>
                <a:gd name="connsiteY4870" fmla="*/ 4430187 h 4882701"/>
                <a:gd name="connsiteX4871" fmla="*/ 1004580 w 4954903"/>
                <a:gd name="connsiteY4871" fmla="*/ 4430187 h 4882701"/>
                <a:gd name="connsiteX4872" fmla="*/ 1026611 w 4954903"/>
                <a:gd name="connsiteY4872" fmla="*/ 4446646 h 4882701"/>
                <a:gd name="connsiteX4873" fmla="*/ 1018255 w 4954903"/>
                <a:gd name="connsiteY4873" fmla="*/ 4439050 h 4882701"/>
                <a:gd name="connsiteX4874" fmla="*/ 1011671 w 4954903"/>
                <a:gd name="connsiteY4874" fmla="*/ 4441075 h 4882701"/>
                <a:gd name="connsiteX4875" fmla="*/ 998250 w 4954903"/>
                <a:gd name="connsiteY4875" fmla="*/ 4432212 h 4882701"/>
                <a:gd name="connsiteX4876" fmla="*/ 998250 w 4954903"/>
                <a:gd name="connsiteY4876" fmla="*/ 4432212 h 4882701"/>
                <a:gd name="connsiteX4877" fmla="*/ 1020280 w 4954903"/>
                <a:gd name="connsiteY4877" fmla="*/ 4448672 h 4882701"/>
                <a:gd name="connsiteX4878" fmla="*/ 1020280 w 4954903"/>
                <a:gd name="connsiteY4878" fmla="*/ 4448672 h 4882701"/>
                <a:gd name="connsiteX4879" fmla="*/ 1011671 w 4954903"/>
                <a:gd name="connsiteY4879" fmla="*/ 4441075 h 4882701"/>
                <a:gd name="connsiteX4880" fmla="*/ 1005847 w 4954903"/>
                <a:gd name="connsiteY4880" fmla="*/ 4442848 h 4882701"/>
                <a:gd name="connsiteX4881" fmla="*/ 992679 w 4954903"/>
                <a:gd name="connsiteY4881" fmla="*/ 4433985 h 4882701"/>
                <a:gd name="connsiteX4882" fmla="*/ 992679 w 4954903"/>
                <a:gd name="connsiteY4882" fmla="*/ 4433985 h 4882701"/>
                <a:gd name="connsiteX4883" fmla="*/ 1014709 w 4954903"/>
                <a:gd name="connsiteY4883" fmla="*/ 4450445 h 4882701"/>
                <a:gd name="connsiteX4884" fmla="*/ 1005847 w 4954903"/>
                <a:gd name="connsiteY4884" fmla="*/ 4442848 h 4882701"/>
                <a:gd name="connsiteX4885" fmla="*/ 1001288 w 4954903"/>
                <a:gd name="connsiteY4885" fmla="*/ 4444874 h 4882701"/>
                <a:gd name="connsiteX4886" fmla="*/ 988374 w 4954903"/>
                <a:gd name="connsiteY4886" fmla="*/ 4436264 h 4882701"/>
                <a:gd name="connsiteX4887" fmla="*/ 988374 w 4954903"/>
                <a:gd name="connsiteY4887" fmla="*/ 4436264 h 4882701"/>
                <a:gd name="connsiteX4888" fmla="*/ 1010405 w 4954903"/>
                <a:gd name="connsiteY4888" fmla="*/ 4452724 h 4882701"/>
                <a:gd name="connsiteX4889" fmla="*/ 1001288 w 4954903"/>
                <a:gd name="connsiteY4889" fmla="*/ 4444874 h 4882701"/>
                <a:gd name="connsiteX4890" fmla="*/ 997743 w 4954903"/>
                <a:gd name="connsiteY4890" fmla="*/ 4446646 h 4882701"/>
                <a:gd name="connsiteX4891" fmla="*/ 985082 w 4954903"/>
                <a:gd name="connsiteY4891" fmla="*/ 4438036 h 4882701"/>
                <a:gd name="connsiteX4892" fmla="*/ 1007113 w 4954903"/>
                <a:gd name="connsiteY4892" fmla="*/ 4454496 h 4882701"/>
                <a:gd name="connsiteX4893" fmla="*/ 1007113 w 4954903"/>
                <a:gd name="connsiteY4893" fmla="*/ 4454496 h 4882701"/>
                <a:gd name="connsiteX4894" fmla="*/ 997743 w 4954903"/>
                <a:gd name="connsiteY4894" fmla="*/ 4446646 h 4882701"/>
                <a:gd name="connsiteX4895" fmla="*/ 982550 w 4954903"/>
                <a:gd name="connsiteY4895" fmla="*/ 4440062 h 4882701"/>
                <a:gd name="connsiteX4896" fmla="*/ 1004580 w 4954903"/>
                <a:gd name="connsiteY4896" fmla="*/ 4456522 h 4882701"/>
                <a:gd name="connsiteX4897" fmla="*/ 1004580 w 4954903"/>
                <a:gd name="connsiteY4897" fmla="*/ 4456522 h 4882701"/>
                <a:gd name="connsiteX4898" fmla="*/ 994958 w 4954903"/>
                <a:gd name="connsiteY4898" fmla="*/ 4448672 h 4882701"/>
                <a:gd name="connsiteX4899" fmla="*/ 982550 w 4954903"/>
                <a:gd name="connsiteY4899" fmla="*/ 4440062 h 4882701"/>
                <a:gd name="connsiteX4900" fmla="*/ 981537 w 4954903"/>
                <a:gd name="connsiteY4900" fmla="*/ 4442088 h 4882701"/>
                <a:gd name="connsiteX4901" fmla="*/ 1003567 w 4954903"/>
                <a:gd name="connsiteY4901" fmla="*/ 4458548 h 4882701"/>
                <a:gd name="connsiteX4902" fmla="*/ 993945 w 4954903"/>
                <a:gd name="connsiteY4902" fmla="*/ 4450698 h 4882701"/>
                <a:gd name="connsiteX4903" fmla="*/ 981537 w 4954903"/>
                <a:gd name="connsiteY4903" fmla="*/ 4442088 h 4882701"/>
                <a:gd name="connsiteX4904" fmla="*/ 2733860 w 4954903"/>
                <a:gd name="connsiteY4904" fmla="*/ 4365867 h 4882701"/>
                <a:gd name="connsiteX4905" fmla="*/ 2722718 w 4954903"/>
                <a:gd name="connsiteY4905" fmla="*/ 4379541 h 4882701"/>
                <a:gd name="connsiteX4906" fmla="*/ 2740444 w 4954903"/>
                <a:gd name="connsiteY4906" fmla="*/ 4375996 h 4882701"/>
                <a:gd name="connsiteX4907" fmla="*/ 2733860 w 4954903"/>
                <a:gd name="connsiteY4907" fmla="*/ 4365867 h 4882701"/>
                <a:gd name="connsiteX4908" fmla="*/ 2693597 w 4954903"/>
                <a:gd name="connsiteY4908" fmla="*/ 4364601 h 4882701"/>
                <a:gd name="connsiteX4909" fmla="*/ 2682708 w 4954903"/>
                <a:gd name="connsiteY4909" fmla="*/ 4378275 h 4882701"/>
                <a:gd name="connsiteX4910" fmla="*/ 2700434 w 4954903"/>
                <a:gd name="connsiteY4910" fmla="*/ 4374730 h 4882701"/>
                <a:gd name="connsiteX4911" fmla="*/ 2693597 w 4954903"/>
                <a:gd name="connsiteY4911" fmla="*/ 4364601 h 4882701"/>
                <a:gd name="connsiteX4912" fmla="*/ 2653081 w 4954903"/>
                <a:gd name="connsiteY4912" fmla="*/ 4363588 h 4882701"/>
                <a:gd name="connsiteX4913" fmla="*/ 2642699 w 4954903"/>
                <a:gd name="connsiteY4913" fmla="*/ 4377262 h 4882701"/>
                <a:gd name="connsiteX4914" fmla="*/ 2660424 w 4954903"/>
                <a:gd name="connsiteY4914" fmla="*/ 4373717 h 4882701"/>
                <a:gd name="connsiteX4915" fmla="*/ 2653081 w 4954903"/>
                <a:gd name="connsiteY4915" fmla="*/ 4363588 h 4882701"/>
                <a:gd name="connsiteX4916" fmla="*/ 2612058 w 4954903"/>
                <a:gd name="connsiteY4916" fmla="*/ 4362575 h 4882701"/>
                <a:gd name="connsiteX4917" fmla="*/ 2602182 w 4954903"/>
                <a:gd name="connsiteY4917" fmla="*/ 4376250 h 4882701"/>
                <a:gd name="connsiteX4918" fmla="*/ 2619908 w 4954903"/>
                <a:gd name="connsiteY4918" fmla="*/ 4372704 h 4882701"/>
                <a:gd name="connsiteX4919" fmla="*/ 2612058 w 4954903"/>
                <a:gd name="connsiteY4919" fmla="*/ 4362575 h 4882701"/>
                <a:gd name="connsiteX4920" fmla="*/ 2570782 w 4954903"/>
                <a:gd name="connsiteY4920" fmla="*/ 4361563 h 4882701"/>
                <a:gd name="connsiteX4921" fmla="*/ 2561160 w 4954903"/>
                <a:gd name="connsiteY4921" fmla="*/ 4375237 h 4882701"/>
                <a:gd name="connsiteX4922" fmla="*/ 2578632 w 4954903"/>
                <a:gd name="connsiteY4922" fmla="*/ 4371691 h 4882701"/>
                <a:gd name="connsiteX4923" fmla="*/ 2570782 w 4954903"/>
                <a:gd name="connsiteY4923" fmla="*/ 4361563 h 4882701"/>
                <a:gd name="connsiteX4924" fmla="*/ 2529507 w 4954903"/>
                <a:gd name="connsiteY4924" fmla="*/ 4360549 h 4882701"/>
                <a:gd name="connsiteX4925" fmla="*/ 2520390 w 4954903"/>
                <a:gd name="connsiteY4925" fmla="*/ 4374224 h 4882701"/>
                <a:gd name="connsiteX4926" fmla="*/ 2538116 w 4954903"/>
                <a:gd name="connsiteY4926" fmla="*/ 4370679 h 4882701"/>
                <a:gd name="connsiteX4927" fmla="*/ 2529507 w 4954903"/>
                <a:gd name="connsiteY4927" fmla="*/ 4360549 h 4882701"/>
                <a:gd name="connsiteX4928" fmla="*/ 2487724 w 4954903"/>
                <a:gd name="connsiteY4928" fmla="*/ 4359537 h 4882701"/>
                <a:gd name="connsiteX4929" fmla="*/ 2478861 w 4954903"/>
                <a:gd name="connsiteY4929" fmla="*/ 4373211 h 4882701"/>
                <a:gd name="connsiteX4930" fmla="*/ 2496334 w 4954903"/>
                <a:gd name="connsiteY4930" fmla="*/ 4369666 h 4882701"/>
                <a:gd name="connsiteX4931" fmla="*/ 2487724 w 4954903"/>
                <a:gd name="connsiteY4931" fmla="*/ 4359537 h 4882701"/>
                <a:gd name="connsiteX4932" fmla="*/ 2445942 w 4954903"/>
                <a:gd name="connsiteY4932" fmla="*/ 4358777 h 4882701"/>
                <a:gd name="connsiteX4933" fmla="*/ 2437839 w 4954903"/>
                <a:gd name="connsiteY4933" fmla="*/ 4372451 h 4882701"/>
                <a:gd name="connsiteX4934" fmla="*/ 2455311 w 4954903"/>
                <a:gd name="connsiteY4934" fmla="*/ 4368653 h 4882701"/>
                <a:gd name="connsiteX4935" fmla="*/ 2445942 w 4954903"/>
                <a:gd name="connsiteY4935" fmla="*/ 4358777 h 4882701"/>
                <a:gd name="connsiteX4936" fmla="*/ 1028384 w 4954903"/>
                <a:gd name="connsiteY4936" fmla="*/ 4401066 h 4882701"/>
                <a:gd name="connsiteX4937" fmla="*/ 1022053 w 4954903"/>
                <a:gd name="connsiteY4937" fmla="*/ 4392962 h 4882701"/>
                <a:gd name="connsiteX4938" fmla="*/ 1007619 w 4954903"/>
                <a:gd name="connsiteY4938" fmla="*/ 4383593 h 4882701"/>
                <a:gd name="connsiteX4939" fmla="*/ 1007366 w 4954903"/>
                <a:gd name="connsiteY4939" fmla="*/ 4383846 h 4882701"/>
                <a:gd name="connsiteX4940" fmla="*/ 1028384 w 4954903"/>
                <a:gd name="connsiteY4940" fmla="*/ 4401066 h 4882701"/>
                <a:gd name="connsiteX4941" fmla="*/ 1009898 w 4954903"/>
                <a:gd name="connsiteY4941" fmla="*/ 4394735 h 4882701"/>
                <a:gd name="connsiteX4942" fmla="*/ 995717 w 4954903"/>
                <a:gd name="connsiteY4942" fmla="*/ 4385365 h 4882701"/>
                <a:gd name="connsiteX4943" fmla="*/ 995464 w 4954903"/>
                <a:gd name="connsiteY4943" fmla="*/ 4385365 h 4882701"/>
                <a:gd name="connsiteX4944" fmla="*/ 1016482 w 4954903"/>
                <a:gd name="connsiteY4944" fmla="*/ 4402585 h 4882701"/>
                <a:gd name="connsiteX4945" fmla="*/ 1009898 w 4954903"/>
                <a:gd name="connsiteY4945" fmla="*/ 4394735 h 4882701"/>
                <a:gd name="connsiteX4946" fmla="*/ 998503 w 4954903"/>
                <a:gd name="connsiteY4946" fmla="*/ 4396507 h 4882701"/>
                <a:gd name="connsiteX4947" fmla="*/ 984576 w 4954903"/>
                <a:gd name="connsiteY4947" fmla="*/ 4387138 h 4882701"/>
                <a:gd name="connsiteX4948" fmla="*/ 984322 w 4954903"/>
                <a:gd name="connsiteY4948" fmla="*/ 4387138 h 4882701"/>
                <a:gd name="connsiteX4949" fmla="*/ 1005593 w 4954903"/>
                <a:gd name="connsiteY4949" fmla="*/ 4404357 h 4882701"/>
                <a:gd name="connsiteX4950" fmla="*/ 998503 w 4954903"/>
                <a:gd name="connsiteY4950" fmla="*/ 4396507 h 4882701"/>
                <a:gd name="connsiteX4951" fmla="*/ 988374 w 4954903"/>
                <a:gd name="connsiteY4951" fmla="*/ 4398280 h 4882701"/>
                <a:gd name="connsiteX4952" fmla="*/ 974446 w 4954903"/>
                <a:gd name="connsiteY4952" fmla="*/ 4389164 h 4882701"/>
                <a:gd name="connsiteX4953" fmla="*/ 974193 w 4954903"/>
                <a:gd name="connsiteY4953" fmla="*/ 4389164 h 4882701"/>
                <a:gd name="connsiteX4954" fmla="*/ 995464 w 4954903"/>
                <a:gd name="connsiteY4954" fmla="*/ 4406383 h 4882701"/>
                <a:gd name="connsiteX4955" fmla="*/ 988374 w 4954903"/>
                <a:gd name="connsiteY4955" fmla="*/ 4398280 h 4882701"/>
                <a:gd name="connsiteX4956" fmla="*/ 987108 w 4954903"/>
                <a:gd name="connsiteY4956" fmla="*/ 4408156 h 4882701"/>
                <a:gd name="connsiteX4957" fmla="*/ 979258 w 4954903"/>
                <a:gd name="connsiteY4957" fmla="*/ 4400053 h 4882701"/>
                <a:gd name="connsiteX4958" fmla="*/ 965584 w 4954903"/>
                <a:gd name="connsiteY4958" fmla="*/ 4390936 h 4882701"/>
                <a:gd name="connsiteX4959" fmla="*/ 965330 w 4954903"/>
                <a:gd name="connsiteY4959" fmla="*/ 4390936 h 4882701"/>
                <a:gd name="connsiteX4960" fmla="*/ 987108 w 4954903"/>
                <a:gd name="connsiteY4960" fmla="*/ 4408156 h 4882701"/>
                <a:gd name="connsiteX4961" fmla="*/ 971154 w 4954903"/>
                <a:gd name="connsiteY4961" fmla="*/ 4402078 h 4882701"/>
                <a:gd name="connsiteX4962" fmla="*/ 957480 w 4954903"/>
                <a:gd name="connsiteY4962" fmla="*/ 4392962 h 4882701"/>
                <a:gd name="connsiteX4963" fmla="*/ 957480 w 4954903"/>
                <a:gd name="connsiteY4963" fmla="*/ 4392962 h 4882701"/>
                <a:gd name="connsiteX4964" fmla="*/ 979258 w 4954903"/>
                <a:gd name="connsiteY4964" fmla="*/ 4410182 h 4882701"/>
                <a:gd name="connsiteX4965" fmla="*/ 971154 w 4954903"/>
                <a:gd name="connsiteY4965" fmla="*/ 4402078 h 4882701"/>
                <a:gd name="connsiteX4966" fmla="*/ 964064 w 4954903"/>
                <a:gd name="connsiteY4966" fmla="*/ 4403851 h 4882701"/>
                <a:gd name="connsiteX4967" fmla="*/ 950643 w 4954903"/>
                <a:gd name="connsiteY4967" fmla="*/ 4394735 h 4882701"/>
                <a:gd name="connsiteX4968" fmla="*/ 950643 w 4954903"/>
                <a:gd name="connsiteY4968" fmla="*/ 4394735 h 4882701"/>
                <a:gd name="connsiteX4969" fmla="*/ 972421 w 4954903"/>
                <a:gd name="connsiteY4969" fmla="*/ 4411701 h 4882701"/>
                <a:gd name="connsiteX4970" fmla="*/ 964064 w 4954903"/>
                <a:gd name="connsiteY4970" fmla="*/ 4403851 h 4882701"/>
                <a:gd name="connsiteX4971" fmla="*/ 958240 w 4954903"/>
                <a:gd name="connsiteY4971" fmla="*/ 4405877 h 4882701"/>
                <a:gd name="connsiteX4972" fmla="*/ 958240 w 4954903"/>
                <a:gd name="connsiteY4972" fmla="*/ 4405877 h 4882701"/>
                <a:gd name="connsiteX4973" fmla="*/ 945072 w 4954903"/>
                <a:gd name="connsiteY4973" fmla="*/ 4396761 h 4882701"/>
                <a:gd name="connsiteX4974" fmla="*/ 945072 w 4954903"/>
                <a:gd name="connsiteY4974" fmla="*/ 4396761 h 4882701"/>
                <a:gd name="connsiteX4975" fmla="*/ 966850 w 4954903"/>
                <a:gd name="connsiteY4975" fmla="*/ 4413980 h 4882701"/>
                <a:gd name="connsiteX4976" fmla="*/ 966850 w 4954903"/>
                <a:gd name="connsiteY4976" fmla="*/ 4413980 h 4882701"/>
                <a:gd name="connsiteX4977" fmla="*/ 958240 w 4954903"/>
                <a:gd name="connsiteY4977" fmla="*/ 4405877 h 4882701"/>
                <a:gd name="connsiteX4978" fmla="*/ 953429 w 4954903"/>
                <a:gd name="connsiteY4978" fmla="*/ 4407903 h 4882701"/>
                <a:gd name="connsiteX4979" fmla="*/ 940514 w 4954903"/>
                <a:gd name="connsiteY4979" fmla="*/ 4398787 h 4882701"/>
                <a:gd name="connsiteX4980" fmla="*/ 940514 w 4954903"/>
                <a:gd name="connsiteY4980" fmla="*/ 4398787 h 4882701"/>
                <a:gd name="connsiteX4981" fmla="*/ 951656 w 4954903"/>
                <a:gd name="connsiteY4981" fmla="*/ 4408663 h 4882701"/>
                <a:gd name="connsiteX4982" fmla="*/ 962292 w 4954903"/>
                <a:gd name="connsiteY4982" fmla="*/ 4415753 h 4882701"/>
                <a:gd name="connsiteX4983" fmla="*/ 953429 w 4954903"/>
                <a:gd name="connsiteY4983" fmla="*/ 4407903 h 4882701"/>
                <a:gd name="connsiteX4984" fmla="*/ 949884 w 4954903"/>
                <a:gd name="connsiteY4984" fmla="*/ 4409928 h 4882701"/>
                <a:gd name="connsiteX4985" fmla="*/ 937222 w 4954903"/>
                <a:gd name="connsiteY4985" fmla="*/ 4400812 h 4882701"/>
                <a:gd name="connsiteX4986" fmla="*/ 958746 w 4954903"/>
                <a:gd name="connsiteY4986" fmla="*/ 4418032 h 4882701"/>
                <a:gd name="connsiteX4987" fmla="*/ 959000 w 4954903"/>
                <a:gd name="connsiteY4987" fmla="*/ 4418032 h 4882701"/>
                <a:gd name="connsiteX4988" fmla="*/ 949884 w 4954903"/>
                <a:gd name="connsiteY4988" fmla="*/ 4409928 h 4882701"/>
                <a:gd name="connsiteX4989" fmla="*/ 934690 w 4954903"/>
                <a:gd name="connsiteY4989" fmla="*/ 4402838 h 4882701"/>
                <a:gd name="connsiteX4990" fmla="*/ 956467 w 4954903"/>
                <a:gd name="connsiteY4990" fmla="*/ 4420058 h 4882701"/>
                <a:gd name="connsiteX4991" fmla="*/ 956467 w 4954903"/>
                <a:gd name="connsiteY4991" fmla="*/ 4420058 h 4882701"/>
                <a:gd name="connsiteX4992" fmla="*/ 947098 w 4954903"/>
                <a:gd name="connsiteY4992" fmla="*/ 4411954 h 4882701"/>
                <a:gd name="connsiteX4993" fmla="*/ 934690 w 4954903"/>
                <a:gd name="connsiteY4993" fmla="*/ 4402838 h 4882701"/>
                <a:gd name="connsiteX4994" fmla="*/ 933677 w 4954903"/>
                <a:gd name="connsiteY4994" fmla="*/ 4404864 h 4882701"/>
                <a:gd name="connsiteX4995" fmla="*/ 955455 w 4954903"/>
                <a:gd name="connsiteY4995" fmla="*/ 4421830 h 4882701"/>
                <a:gd name="connsiteX4996" fmla="*/ 945832 w 4954903"/>
                <a:gd name="connsiteY4996" fmla="*/ 4413727 h 4882701"/>
                <a:gd name="connsiteX4997" fmla="*/ 933677 w 4954903"/>
                <a:gd name="connsiteY4997" fmla="*/ 4404864 h 4882701"/>
                <a:gd name="connsiteX4998" fmla="*/ 2785265 w 4954903"/>
                <a:gd name="connsiteY4998" fmla="*/ 4327630 h 4882701"/>
                <a:gd name="connsiteX4999" fmla="*/ 2773616 w 4954903"/>
                <a:gd name="connsiteY4999" fmla="*/ 4341557 h 4882701"/>
                <a:gd name="connsiteX5000" fmla="*/ 2791849 w 4954903"/>
                <a:gd name="connsiteY5000" fmla="*/ 4338012 h 4882701"/>
                <a:gd name="connsiteX5001" fmla="*/ 2785265 w 4954903"/>
                <a:gd name="connsiteY5001" fmla="*/ 4327630 h 4882701"/>
                <a:gd name="connsiteX5002" fmla="*/ 2743989 w 4954903"/>
                <a:gd name="connsiteY5002" fmla="*/ 4326364 h 4882701"/>
                <a:gd name="connsiteX5003" fmla="*/ 2732594 w 4954903"/>
                <a:gd name="connsiteY5003" fmla="*/ 4340291 h 4882701"/>
                <a:gd name="connsiteX5004" fmla="*/ 2750826 w 4954903"/>
                <a:gd name="connsiteY5004" fmla="*/ 4336746 h 4882701"/>
                <a:gd name="connsiteX5005" fmla="*/ 2743989 w 4954903"/>
                <a:gd name="connsiteY5005" fmla="*/ 4326364 h 4882701"/>
                <a:gd name="connsiteX5006" fmla="*/ 2702460 w 4954903"/>
                <a:gd name="connsiteY5006" fmla="*/ 4325351 h 4882701"/>
                <a:gd name="connsiteX5007" fmla="*/ 2691571 w 4954903"/>
                <a:gd name="connsiteY5007" fmla="*/ 4339279 h 4882701"/>
                <a:gd name="connsiteX5008" fmla="*/ 2709803 w 4954903"/>
                <a:gd name="connsiteY5008" fmla="*/ 4335733 h 4882701"/>
                <a:gd name="connsiteX5009" fmla="*/ 2702460 w 4954903"/>
                <a:gd name="connsiteY5009" fmla="*/ 4325351 h 4882701"/>
                <a:gd name="connsiteX5010" fmla="*/ 2660424 w 4954903"/>
                <a:gd name="connsiteY5010" fmla="*/ 4324085 h 4882701"/>
                <a:gd name="connsiteX5011" fmla="*/ 2649789 w 4954903"/>
                <a:gd name="connsiteY5011" fmla="*/ 4338012 h 4882701"/>
                <a:gd name="connsiteX5012" fmla="*/ 2668021 w 4954903"/>
                <a:gd name="connsiteY5012" fmla="*/ 4334467 h 4882701"/>
                <a:gd name="connsiteX5013" fmla="*/ 2660424 w 4954903"/>
                <a:gd name="connsiteY5013" fmla="*/ 4324085 h 4882701"/>
                <a:gd name="connsiteX5014" fmla="*/ 2618136 w 4954903"/>
                <a:gd name="connsiteY5014" fmla="*/ 4323072 h 4882701"/>
                <a:gd name="connsiteX5015" fmla="*/ 2608007 w 4954903"/>
                <a:gd name="connsiteY5015" fmla="*/ 4337253 h 4882701"/>
                <a:gd name="connsiteX5016" fmla="*/ 2626239 w 4954903"/>
                <a:gd name="connsiteY5016" fmla="*/ 4333454 h 4882701"/>
                <a:gd name="connsiteX5017" fmla="*/ 2618136 w 4954903"/>
                <a:gd name="connsiteY5017" fmla="*/ 4323072 h 4882701"/>
                <a:gd name="connsiteX5018" fmla="*/ 2575594 w 4954903"/>
                <a:gd name="connsiteY5018" fmla="*/ 4322059 h 4882701"/>
                <a:gd name="connsiteX5019" fmla="*/ 2565718 w 4954903"/>
                <a:gd name="connsiteY5019" fmla="*/ 4336240 h 4882701"/>
                <a:gd name="connsiteX5020" fmla="*/ 2583950 w 4954903"/>
                <a:gd name="connsiteY5020" fmla="*/ 4332441 h 4882701"/>
                <a:gd name="connsiteX5021" fmla="*/ 2575594 w 4954903"/>
                <a:gd name="connsiteY5021" fmla="*/ 4322059 h 4882701"/>
                <a:gd name="connsiteX5022" fmla="*/ 2533052 w 4954903"/>
                <a:gd name="connsiteY5022" fmla="*/ 4321046 h 4882701"/>
                <a:gd name="connsiteX5023" fmla="*/ 2523683 w 4954903"/>
                <a:gd name="connsiteY5023" fmla="*/ 4335227 h 4882701"/>
                <a:gd name="connsiteX5024" fmla="*/ 2541915 w 4954903"/>
                <a:gd name="connsiteY5024" fmla="*/ 4331429 h 4882701"/>
                <a:gd name="connsiteX5025" fmla="*/ 2533052 w 4954903"/>
                <a:gd name="connsiteY5025" fmla="*/ 4321046 h 4882701"/>
                <a:gd name="connsiteX5026" fmla="*/ 2490003 w 4954903"/>
                <a:gd name="connsiteY5026" fmla="*/ 4320033 h 4882701"/>
                <a:gd name="connsiteX5027" fmla="*/ 2480887 w 4954903"/>
                <a:gd name="connsiteY5027" fmla="*/ 4334214 h 4882701"/>
                <a:gd name="connsiteX5028" fmla="*/ 2499120 w 4954903"/>
                <a:gd name="connsiteY5028" fmla="*/ 4330415 h 4882701"/>
                <a:gd name="connsiteX5029" fmla="*/ 2490003 w 4954903"/>
                <a:gd name="connsiteY5029" fmla="*/ 4320033 h 4882701"/>
                <a:gd name="connsiteX5030" fmla="*/ 2446702 w 4954903"/>
                <a:gd name="connsiteY5030" fmla="*/ 4319274 h 4882701"/>
                <a:gd name="connsiteX5031" fmla="*/ 2438345 w 4954903"/>
                <a:gd name="connsiteY5031" fmla="*/ 4333454 h 4882701"/>
                <a:gd name="connsiteX5032" fmla="*/ 2456324 w 4954903"/>
                <a:gd name="connsiteY5032" fmla="*/ 4329656 h 4882701"/>
                <a:gd name="connsiteX5033" fmla="*/ 2446702 w 4954903"/>
                <a:gd name="connsiteY5033" fmla="*/ 4319274 h 4882701"/>
                <a:gd name="connsiteX5034" fmla="*/ 2413276 w 4954903"/>
                <a:gd name="connsiteY5034" fmla="*/ 4328643 h 4882701"/>
                <a:gd name="connsiteX5035" fmla="*/ 2403400 w 4954903"/>
                <a:gd name="connsiteY5035" fmla="*/ 4318261 h 4882701"/>
                <a:gd name="connsiteX5036" fmla="*/ 2395297 w 4954903"/>
                <a:gd name="connsiteY5036" fmla="*/ 4332441 h 4882701"/>
                <a:gd name="connsiteX5037" fmla="*/ 2413276 w 4954903"/>
                <a:gd name="connsiteY5037" fmla="*/ 4328643 h 4882701"/>
                <a:gd name="connsiteX5038" fmla="*/ 2359845 w 4954903"/>
                <a:gd name="connsiteY5038" fmla="*/ 4317501 h 4882701"/>
                <a:gd name="connsiteX5039" fmla="*/ 2352248 w 4954903"/>
                <a:gd name="connsiteY5039" fmla="*/ 4331682 h 4882701"/>
                <a:gd name="connsiteX5040" fmla="*/ 2370228 w 4954903"/>
                <a:gd name="connsiteY5040" fmla="*/ 4327883 h 4882701"/>
                <a:gd name="connsiteX5041" fmla="*/ 2370228 w 4954903"/>
                <a:gd name="connsiteY5041" fmla="*/ 4327883 h 4882701"/>
                <a:gd name="connsiteX5042" fmla="*/ 2359845 w 4954903"/>
                <a:gd name="connsiteY5042" fmla="*/ 4317501 h 4882701"/>
                <a:gd name="connsiteX5043" fmla="*/ 1005847 w 4954903"/>
                <a:gd name="connsiteY5043" fmla="*/ 4351180 h 4882701"/>
                <a:gd name="connsiteX5044" fmla="*/ 991413 w 4954903"/>
                <a:gd name="connsiteY5044" fmla="*/ 4341557 h 4882701"/>
                <a:gd name="connsiteX5045" fmla="*/ 990906 w 4954903"/>
                <a:gd name="connsiteY5045" fmla="*/ 4341811 h 4882701"/>
                <a:gd name="connsiteX5046" fmla="*/ 1011417 w 4954903"/>
                <a:gd name="connsiteY5046" fmla="*/ 4359537 h 4882701"/>
                <a:gd name="connsiteX5047" fmla="*/ 1005847 w 4954903"/>
                <a:gd name="connsiteY5047" fmla="*/ 4351180 h 4882701"/>
                <a:gd name="connsiteX5048" fmla="*/ 991159 w 4954903"/>
                <a:gd name="connsiteY5048" fmla="*/ 4352699 h 4882701"/>
                <a:gd name="connsiteX5049" fmla="*/ 976725 w 4954903"/>
                <a:gd name="connsiteY5049" fmla="*/ 4343077 h 4882701"/>
                <a:gd name="connsiteX5050" fmla="*/ 976219 w 4954903"/>
                <a:gd name="connsiteY5050" fmla="*/ 4343330 h 4882701"/>
                <a:gd name="connsiteX5051" fmla="*/ 996730 w 4954903"/>
                <a:gd name="connsiteY5051" fmla="*/ 4361056 h 4882701"/>
                <a:gd name="connsiteX5052" fmla="*/ 991159 w 4954903"/>
                <a:gd name="connsiteY5052" fmla="*/ 4352699 h 4882701"/>
                <a:gd name="connsiteX5053" fmla="*/ 983563 w 4954903"/>
                <a:gd name="connsiteY5053" fmla="*/ 4362828 h 4882701"/>
                <a:gd name="connsiteX5054" fmla="*/ 977485 w 4954903"/>
                <a:gd name="connsiteY5054" fmla="*/ 4354472 h 4882701"/>
                <a:gd name="connsiteX5055" fmla="*/ 963305 w 4954903"/>
                <a:gd name="connsiteY5055" fmla="*/ 4344850 h 4882701"/>
                <a:gd name="connsiteX5056" fmla="*/ 962798 w 4954903"/>
                <a:gd name="connsiteY5056" fmla="*/ 4345103 h 4882701"/>
                <a:gd name="connsiteX5057" fmla="*/ 983563 w 4954903"/>
                <a:gd name="connsiteY5057" fmla="*/ 4362828 h 4882701"/>
                <a:gd name="connsiteX5058" fmla="*/ 964824 w 4954903"/>
                <a:gd name="connsiteY5058" fmla="*/ 4356245 h 4882701"/>
                <a:gd name="connsiteX5059" fmla="*/ 950896 w 4954903"/>
                <a:gd name="connsiteY5059" fmla="*/ 4346622 h 4882701"/>
                <a:gd name="connsiteX5060" fmla="*/ 950643 w 4954903"/>
                <a:gd name="connsiteY5060" fmla="*/ 4346622 h 4882701"/>
                <a:gd name="connsiteX5061" fmla="*/ 971408 w 4954903"/>
                <a:gd name="connsiteY5061" fmla="*/ 4364348 h 4882701"/>
                <a:gd name="connsiteX5062" fmla="*/ 964824 w 4954903"/>
                <a:gd name="connsiteY5062" fmla="*/ 4356245 h 4882701"/>
                <a:gd name="connsiteX5063" fmla="*/ 953175 w 4954903"/>
                <a:gd name="connsiteY5063" fmla="*/ 4358017 h 4882701"/>
                <a:gd name="connsiteX5064" fmla="*/ 939248 w 4954903"/>
                <a:gd name="connsiteY5064" fmla="*/ 4348395 h 4882701"/>
                <a:gd name="connsiteX5065" fmla="*/ 938995 w 4954903"/>
                <a:gd name="connsiteY5065" fmla="*/ 4348395 h 4882701"/>
                <a:gd name="connsiteX5066" fmla="*/ 959759 w 4954903"/>
                <a:gd name="connsiteY5066" fmla="*/ 4366120 h 4882701"/>
                <a:gd name="connsiteX5067" fmla="*/ 953175 w 4954903"/>
                <a:gd name="connsiteY5067" fmla="*/ 4358017 h 4882701"/>
                <a:gd name="connsiteX5068" fmla="*/ 942793 w 4954903"/>
                <a:gd name="connsiteY5068" fmla="*/ 4360043 h 4882701"/>
                <a:gd name="connsiteX5069" fmla="*/ 942793 w 4954903"/>
                <a:gd name="connsiteY5069" fmla="*/ 4360043 h 4882701"/>
                <a:gd name="connsiteX5070" fmla="*/ 929119 w 4954903"/>
                <a:gd name="connsiteY5070" fmla="*/ 4350674 h 4882701"/>
                <a:gd name="connsiteX5071" fmla="*/ 928866 w 4954903"/>
                <a:gd name="connsiteY5071" fmla="*/ 4350674 h 4882701"/>
                <a:gd name="connsiteX5072" fmla="*/ 949884 w 4954903"/>
                <a:gd name="connsiteY5072" fmla="*/ 4368399 h 4882701"/>
                <a:gd name="connsiteX5073" fmla="*/ 942793 w 4954903"/>
                <a:gd name="connsiteY5073" fmla="*/ 4360043 h 4882701"/>
                <a:gd name="connsiteX5074" fmla="*/ 940767 w 4954903"/>
                <a:gd name="connsiteY5074" fmla="*/ 4370172 h 4882701"/>
                <a:gd name="connsiteX5075" fmla="*/ 933171 w 4954903"/>
                <a:gd name="connsiteY5075" fmla="*/ 4361816 h 4882701"/>
                <a:gd name="connsiteX5076" fmla="*/ 919496 w 4954903"/>
                <a:gd name="connsiteY5076" fmla="*/ 4352446 h 4882701"/>
                <a:gd name="connsiteX5077" fmla="*/ 919243 w 4954903"/>
                <a:gd name="connsiteY5077" fmla="*/ 4352446 h 4882701"/>
                <a:gd name="connsiteX5078" fmla="*/ 940767 w 4954903"/>
                <a:gd name="connsiteY5078" fmla="*/ 4370172 h 4882701"/>
                <a:gd name="connsiteX5079" fmla="*/ 924814 w 4954903"/>
                <a:gd name="connsiteY5079" fmla="*/ 4363841 h 4882701"/>
                <a:gd name="connsiteX5080" fmla="*/ 911393 w 4954903"/>
                <a:gd name="connsiteY5080" fmla="*/ 4354472 h 4882701"/>
                <a:gd name="connsiteX5081" fmla="*/ 911393 w 4954903"/>
                <a:gd name="connsiteY5081" fmla="*/ 4354472 h 4882701"/>
                <a:gd name="connsiteX5082" fmla="*/ 932664 w 4954903"/>
                <a:gd name="connsiteY5082" fmla="*/ 4372198 h 4882701"/>
                <a:gd name="connsiteX5083" fmla="*/ 924814 w 4954903"/>
                <a:gd name="connsiteY5083" fmla="*/ 4363841 h 4882701"/>
                <a:gd name="connsiteX5084" fmla="*/ 917724 w 4954903"/>
                <a:gd name="connsiteY5084" fmla="*/ 4365867 h 4882701"/>
                <a:gd name="connsiteX5085" fmla="*/ 904556 w 4954903"/>
                <a:gd name="connsiteY5085" fmla="*/ 4356498 h 4882701"/>
                <a:gd name="connsiteX5086" fmla="*/ 904556 w 4954903"/>
                <a:gd name="connsiteY5086" fmla="*/ 4356498 h 4882701"/>
                <a:gd name="connsiteX5087" fmla="*/ 925827 w 4954903"/>
                <a:gd name="connsiteY5087" fmla="*/ 4373970 h 4882701"/>
                <a:gd name="connsiteX5088" fmla="*/ 917724 w 4954903"/>
                <a:gd name="connsiteY5088" fmla="*/ 4365867 h 4882701"/>
                <a:gd name="connsiteX5089" fmla="*/ 911646 w 4954903"/>
                <a:gd name="connsiteY5089" fmla="*/ 4367893 h 4882701"/>
                <a:gd name="connsiteX5090" fmla="*/ 898732 w 4954903"/>
                <a:gd name="connsiteY5090" fmla="*/ 4358524 h 4882701"/>
                <a:gd name="connsiteX5091" fmla="*/ 898732 w 4954903"/>
                <a:gd name="connsiteY5091" fmla="*/ 4358524 h 4882701"/>
                <a:gd name="connsiteX5092" fmla="*/ 920003 w 4954903"/>
                <a:gd name="connsiteY5092" fmla="*/ 4376250 h 4882701"/>
                <a:gd name="connsiteX5093" fmla="*/ 920003 w 4954903"/>
                <a:gd name="connsiteY5093" fmla="*/ 4376250 h 4882701"/>
                <a:gd name="connsiteX5094" fmla="*/ 911646 w 4954903"/>
                <a:gd name="connsiteY5094" fmla="*/ 4367893 h 4882701"/>
                <a:gd name="connsiteX5095" fmla="*/ 906582 w 4954903"/>
                <a:gd name="connsiteY5095" fmla="*/ 4369919 h 4882701"/>
                <a:gd name="connsiteX5096" fmla="*/ 893921 w 4954903"/>
                <a:gd name="connsiteY5096" fmla="*/ 4360549 h 4882701"/>
                <a:gd name="connsiteX5097" fmla="*/ 914938 w 4954903"/>
                <a:gd name="connsiteY5097" fmla="*/ 4378275 h 4882701"/>
                <a:gd name="connsiteX5098" fmla="*/ 915192 w 4954903"/>
                <a:gd name="connsiteY5098" fmla="*/ 4378275 h 4882701"/>
                <a:gd name="connsiteX5099" fmla="*/ 906582 w 4954903"/>
                <a:gd name="connsiteY5099" fmla="*/ 4369919 h 4882701"/>
                <a:gd name="connsiteX5100" fmla="*/ 902784 w 4954903"/>
                <a:gd name="connsiteY5100" fmla="*/ 4371944 h 4882701"/>
                <a:gd name="connsiteX5101" fmla="*/ 890375 w 4954903"/>
                <a:gd name="connsiteY5101" fmla="*/ 4362575 h 4882701"/>
                <a:gd name="connsiteX5102" fmla="*/ 911646 w 4954903"/>
                <a:gd name="connsiteY5102" fmla="*/ 4380301 h 4882701"/>
                <a:gd name="connsiteX5103" fmla="*/ 911900 w 4954903"/>
                <a:gd name="connsiteY5103" fmla="*/ 4380301 h 4882701"/>
                <a:gd name="connsiteX5104" fmla="*/ 902784 w 4954903"/>
                <a:gd name="connsiteY5104" fmla="*/ 4371944 h 4882701"/>
                <a:gd name="connsiteX5105" fmla="*/ 900251 w 4954903"/>
                <a:gd name="connsiteY5105" fmla="*/ 4373970 h 4882701"/>
                <a:gd name="connsiteX5106" fmla="*/ 888096 w 4954903"/>
                <a:gd name="connsiteY5106" fmla="*/ 4364601 h 4882701"/>
                <a:gd name="connsiteX5107" fmla="*/ 909367 w 4954903"/>
                <a:gd name="connsiteY5107" fmla="*/ 4382327 h 4882701"/>
                <a:gd name="connsiteX5108" fmla="*/ 909367 w 4954903"/>
                <a:gd name="connsiteY5108" fmla="*/ 4382327 h 4882701"/>
                <a:gd name="connsiteX5109" fmla="*/ 900251 w 4954903"/>
                <a:gd name="connsiteY5109" fmla="*/ 4373970 h 4882701"/>
                <a:gd name="connsiteX5110" fmla="*/ 886830 w 4954903"/>
                <a:gd name="connsiteY5110" fmla="*/ 4366880 h 4882701"/>
                <a:gd name="connsiteX5111" fmla="*/ 908101 w 4954903"/>
                <a:gd name="connsiteY5111" fmla="*/ 4384353 h 4882701"/>
                <a:gd name="connsiteX5112" fmla="*/ 898732 w 4954903"/>
                <a:gd name="connsiteY5112" fmla="*/ 4375996 h 4882701"/>
                <a:gd name="connsiteX5113" fmla="*/ 886830 w 4954903"/>
                <a:gd name="connsiteY5113" fmla="*/ 4366880 h 4882701"/>
                <a:gd name="connsiteX5114" fmla="*/ 2796407 w 4954903"/>
                <a:gd name="connsiteY5114" fmla="*/ 4287367 h 4882701"/>
                <a:gd name="connsiteX5115" fmla="*/ 2784505 w 4954903"/>
                <a:gd name="connsiteY5115" fmla="*/ 4301801 h 4882701"/>
                <a:gd name="connsiteX5116" fmla="*/ 2803244 w 4954903"/>
                <a:gd name="connsiteY5116" fmla="*/ 4298003 h 4882701"/>
                <a:gd name="connsiteX5117" fmla="*/ 2796407 w 4954903"/>
                <a:gd name="connsiteY5117" fmla="*/ 4287367 h 4882701"/>
                <a:gd name="connsiteX5118" fmla="*/ 2753865 w 4954903"/>
                <a:gd name="connsiteY5118" fmla="*/ 4286101 h 4882701"/>
                <a:gd name="connsiteX5119" fmla="*/ 2742216 w 4954903"/>
                <a:gd name="connsiteY5119" fmla="*/ 4300535 h 4882701"/>
                <a:gd name="connsiteX5120" fmla="*/ 2760955 w 4954903"/>
                <a:gd name="connsiteY5120" fmla="*/ 4296736 h 4882701"/>
                <a:gd name="connsiteX5121" fmla="*/ 2753865 w 4954903"/>
                <a:gd name="connsiteY5121" fmla="*/ 4286101 h 4882701"/>
                <a:gd name="connsiteX5122" fmla="*/ 2718413 w 4954903"/>
                <a:gd name="connsiteY5122" fmla="*/ 4295471 h 4882701"/>
                <a:gd name="connsiteX5123" fmla="*/ 2710816 w 4954903"/>
                <a:gd name="connsiteY5123" fmla="*/ 4284835 h 4882701"/>
                <a:gd name="connsiteX5124" fmla="*/ 2699674 w 4954903"/>
                <a:gd name="connsiteY5124" fmla="*/ 4299269 h 4882701"/>
                <a:gd name="connsiteX5125" fmla="*/ 2718413 w 4954903"/>
                <a:gd name="connsiteY5125" fmla="*/ 4295471 h 4882701"/>
                <a:gd name="connsiteX5126" fmla="*/ 2675871 w 4954903"/>
                <a:gd name="connsiteY5126" fmla="*/ 4294204 h 4882701"/>
                <a:gd name="connsiteX5127" fmla="*/ 2668021 w 4954903"/>
                <a:gd name="connsiteY5127" fmla="*/ 4283569 h 4882701"/>
                <a:gd name="connsiteX5128" fmla="*/ 2657132 w 4954903"/>
                <a:gd name="connsiteY5128" fmla="*/ 4298003 h 4882701"/>
                <a:gd name="connsiteX5129" fmla="*/ 2675871 w 4954903"/>
                <a:gd name="connsiteY5129" fmla="*/ 4294204 h 4882701"/>
                <a:gd name="connsiteX5130" fmla="*/ 2632570 w 4954903"/>
                <a:gd name="connsiteY5130" fmla="*/ 4293191 h 4882701"/>
                <a:gd name="connsiteX5131" fmla="*/ 2624213 w 4954903"/>
                <a:gd name="connsiteY5131" fmla="*/ 4282556 h 4882701"/>
                <a:gd name="connsiteX5132" fmla="*/ 2613831 w 4954903"/>
                <a:gd name="connsiteY5132" fmla="*/ 4296990 h 4882701"/>
                <a:gd name="connsiteX5133" fmla="*/ 2632570 w 4954903"/>
                <a:gd name="connsiteY5133" fmla="*/ 4293191 h 4882701"/>
                <a:gd name="connsiteX5134" fmla="*/ 2589268 w 4954903"/>
                <a:gd name="connsiteY5134" fmla="*/ 4291925 h 4882701"/>
                <a:gd name="connsiteX5135" fmla="*/ 2580658 w 4954903"/>
                <a:gd name="connsiteY5135" fmla="*/ 4281290 h 4882701"/>
                <a:gd name="connsiteX5136" fmla="*/ 2570782 w 4954903"/>
                <a:gd name="connsiteY5136" fmla="*/ 4295724 h 4882701"/>
                <a:gd name="connsiteX5137" fmla="*/ 2589268 w 4954903"/>
                <a:gd name="connsiteY5137" fmla="*/ 4291925 h 4882701"/>
                <a:gd name="connsiteX5138" fmla="*/ 2536597 w 4954903"/>
                <a:gd name="connsiteY5138" fmla="*/ 4280277 h 4882701"/>
                <a:gd name="connsiteX5139" fmla="*/ 2526974 w 4954903"/>
                <a:gd name="connsiteY5139" fmla="*/ 4294711 h 4882701"/>
                <a:gd name="connsiteX5140" fmla="*/ 2545713 w 4954903"/>
                <a:gd name="connsiteY5140" fmla="*/ 4290912 h 4882701"/>
                <a:gd name="connsiteX5141" fmla="*/ 2536597 w 4954903"/>
                <a:gd name="connsiteY5141" fmla="*/ 4280277 h 4882701"/>
                <a:gd name="connsiteX5142" fmla="*/ 2492282 w 4954903"/>
                <a:gd name="connsiteY5142" fmla="*/ 4279517 h 4882701"/>
                <a:gd name="connsiteX5143" fmla="*/ 2482913 w 4954903"/>
                <a:gd name="connsiteY5143" fmla="*/ 4293951 h 4882701"/>
                <a:gd name="connsiteX5144" fmla="*/ 2501652 w 4954903"/>
                <a:gd name="connsiteY5144" fmla="*/ 4290153 h 4882701"/>
                <a:gd name="connsiteX5145" fmla="*/ 2492282 w 4954903"/>
                <a:gd name="connsiteY5145" fmla="*/ 4279517 h 4882701"/>
                <a:gd name="connsiteX5146" fmla="*/ 2447715 w 4954903"/>
                <a:gd name="connsiteY5146" fmla="*/ 4278504 h 4882701"/>
                <a:gd name="connsiteX5147" fmla="*/ 2439105 w 4954903"/>
                <a:gd name="connsiteY5147" fmla="*/ 4292938 h 4882701"/>
                <a:gd name="connsiteX5148" fmla="*/ 2457844 w 4954903"/>
                <a:gd name="connsiteY5148" fmla="*/ 4289140 h 4882701"/>
                <a:gd name="connsiteX5149" fmla="*/ 2447715 w 4954903"/>
                <a:gd name="connsiteY5149" fmla="*/ 4278504 h 4882701"/>
                <a:gd name="connsiteX5150" fmla="*/ 2413276 w 4954903"/>
                <a:gd name="connsiteY5150" fmla="*/ 4288380 h 4882701"/>
                <a:gd name="connsiteX5151" fmla="*/ 2403147 w 4954903"/>
                <a:gd name="connsiteY5151" fmla="*/ 4277744 h 4882701"/>
                <a:gd name="connsiteX5152" fmla="*/ 2394790 w 4954903"/>
                <a:gd name="connsiteY5152" fmla="*/ 4292178 h 4882701"/>
                <a:gd name="connsiteX5153" fmla="*/ 2413276 w 4954903"/>
                <a:gd name="connsiteY5153" fmla="*/ 4288380 h 4882701"/>
                <a:gd name="connsiteX5154" fmla="*/ 2368961 w 4954903"/>
                <a:gd name="connsiteY5154" fmla="*/ 4287621 h 4882701"/>
                <a:gd name="connsiteX5155" fmla="*/ 2358326 w 4954903"/>
                <a:gd name="connsiteY5155" fmla="*/ 4276985 h 4882701"/>
                <a:gd name="connsiteX5156" fmla="*/ 2350476 w 4954903"/>
                <a:gd name="connsiteY5156" fmla="*/ 4291672 h 4882701"/>
                <a:gd name="connsiteX5157" fmla="*/ 2368961 w 4954903"/>
                <a:gd name="connsiteY5157" fmla="*/ 4287621 h 4882701"/>
                <a:gd name="connsiteX5158" fmla="*/ 963051 w 4954903"/>
                <a:gd name="connsiteY5158" fmla="*/ 4311424 h 4882701"/>
                <a:gd name="connsiteX5159" fmla="*/ 948617 w 4954903"/>
                <a:gd name="connsiteY5159" fmla="*/ 4301548 h 4882701"/>
                <a:gd name="connsiteX5160" fmla="*/ 948111 w 4954903"/>
                <a:gd name="connsiteY5160" fmla="*/ 4301801 h 4882701"/>
                <a:gd name="connsiteX5161" fmla="*/ 968116 w 4954903"/>
                <a:gd name="connsiteY5161" fmla="*/ 4320033 h 4882701"/>
                <a:gd name="connsiteX5162" fmla="*/ 963051 w 4954903"/>
                <a:gd name="connsiteY5162" fmla="*/ 4311424 h 4882701"/>
                <a:gd name="connsiteX5163" fmla="*/ 947858 w 4954903"/>
                <a:gd name="connsiteY5163" fmla="*/ 4313196 h 4882701"/>
                <a:gd name="connsiteX5164" fmla="*/ 933677 w 4954903"/>
                <a:gd name="connsiteY5164" fmla="*/ 4303320 h 4882701"/>
                <a:gd name="connsiteX5165" fmla="*/ 933171 w 4954903"/>
                <a:gd name="connsiteY5165" fmla="*/ 4303574 h 4882701"/>
                <a:gd name="connsiteX5166" fmla="*/ 953429 w 4954903"/>
                <a:gd name="connsiteY5166" fmla="*/ 4321806 h 4882701"/>
                <a:gd name="connsiteX5167" fmla="*/ 947858 w 4954903"/>
                <a:gd name="connsiteY5167" fmla="*/ 4313196 h 4882701"/>
                <a:gd name="connsiteX5168" fmla="*/ 939501 w 4954903"/>
                <a:gd name="connsiteY5168" fmla="*/ 4323579 h 4882701"/>
                <a:gd name="connsiteX5169" fmla="*/ 933677 w 4954903"/>
                <a:gd name="connsiteY5169" fmla="*/ 4314969 h 4882701"/>
                <a:gd name="connsiteX5170" fmla="*/ 919750 w 4954903"/>
                <a:gd name="connsiteY5170" fmla="*/ 4305093 h 4882701"/>
                <a:gd name="connsiteX5171" fmla="*/ 919243 w 4954903"/>
                <a:gd name="connsiteY5171" fmla="*/ 4305346 h 4882701"/>
                <a:gd name="connsiteX5172" fmla="*/ 939501 w 4954903"/>
                <a:gd name="connsiteY5172" fmla="*/ 4323579 h 4882701"/>
                <a:gd name="connsiteX5173" fmla="*/ 920763 w 4954903"/>
                <a:gd name="connsiteY5173" fmla="*/ 4316741 h 4882701"/>
                <a:gd name="connsiteX5174" fmla="*/ 906835 w 4954903"/>
                <a:gd name="connsiteY5174" fmla="*/ 4306866 h 4882701"/>
                <a:gd name="connsiteX5175" fmla="*/ 906582 w 4954903"/>
                <a:gd name="connsiteY5175" fmla="*/ 4306866 h 4882701"/>
                <a:gd name="connsiteX5176" fmla="*/ 926840 w 4954903"/>
                <a:gd name="connsiteY5176" fmla="*/ 4325098 h 4882701"/>
                <a:gd name="connsiteX5177" fmla="*/ 920763 w 4954903"/>
                <a:gd name="connsiteY5177" fmla="*/ 4316741 h 4882701"/>
                <a:gd name="connsiteX5178" fmla="*/ 908861 w 4954903"/>
                <a:gd name="connsiteY5178" fmla="*/ 4318514 h 4882701"/>
                <a:gd name="connsiteX5179" fmla="*/ 895187 w 4954903"/>
                <a:gd name="connsiteY5179" fmla="*/ 4308638 h 4882701"/>
                <a:gd name="connsiteX5180" fmla="*/ 894934 w 4954903"/>
                <a:gd name="connsiteY5180" fmla="*/ 4308638 h 4882701"/>
                <a:gd name="connsiteX5181" fmla="*/ 915445 w 4954903"/>
                <a:gd name="connsiteY5181" fmla="*/ 4326870 h 4882701"/>
                <a:gd name="connsiteX5182" fmla="*/ 908861 w 4954903"/>
                <a:gd name="connsiteY5182" fmla="*/ 4318514 h 4882701"/>
                <a:gd name="connsiteX5183" fmla="*/ 897972 w 4954903"/>
                <a:gd name="connsiteY5183" fmla="*/ 4320540 h 4882701"/>
                <a:gd name="connsiteX5184" fmla="*/ 884298 w 4954903"/>
                <a:gd name="connsiteY5184" fmla="*/ 4310664 h 4882701"/>
                <a:gd name="connsiteX5185" fmla="*/ 884045 w 4954903"/>
                <a:gd name="connsiteY5185" fmla="*/ 4310664 h 4882701"/>
                <a:gd name="connsiteX5186" fmla="*/ 904556 w 4954903"/>
                <a:gd name="connsiteY5186" fmla="*/ 4328896 h 4882701"/>
                <a:gd name="connsiteX5187" fmla="*/ 897972 w 4954903"/>
                <a:gd name="connsiteY5187" fmla="*/ 4320540 h 4882701"/>
                <a:gd name="connsiteX5188" fmla="*/ 888096 w 4954903"/>
                <a:gd name="connsiteY5188" fmla="*/ 4322566 h 4882701"/>
                <a:gd name="connsiteX5189" fmla="*/ 874675 w 4954903"/>
                <a:gd name="connsiteY5189" fmla="*/ 4312943 h 4882701"/>
                <a:gd name="connsiteX5190" fmla="*/ 874422 w 4954903"/>
                <a:gd name="connsiteY5190" fmla="*/ 4312943 h 4882701"/>
                <a:gd name="connsiteX5191" fmla="*/ 894934 w 4954903"/>
                <a:gd name="connsiteY5191" fmla="*/ 4331175 h 4882701"/>
                <a:gd name="connsiteX5192" fmla="*/ 888096 w 4954903"/>
                <a:gd name="connsiteY5192" fmla="*/ 4322566 h 4882701"/>
                <a:gd name="connsiteX5193" fmla="*/ 887084 w 4954903"/>
                <a:gd name="connsiteY5193" fmla="*/ 4332948 h 4882701"/>
                <a:gd name="connsiteX5194" fmla="*/ 879487 w 4954903"/>
                <a:gd name="connsiteY5194" fmla="*/ 4324338 h 4882701"/>
                <a:gd name="connsiteX5195" fmla="*/ 866319 w 4954903"/>
                <a:gd name="connsiteY5195" fmla="*/ 4314716 h 4882701"/>
                <a:gd name="connsiteX5196" fmla="*/ 866066 w 4954903"/>
                <a:gd name="connsiteY5196" fmla="*/ 4314716 h 4882701"/>
                <a:gd name="connsiteX5197" fmla="*/ 887084 w 4954903"/>
                <a:gd name="connsiteY5197" fmla="*/ 4332948 h 4882701"/>
                <a:gd name="connsiteX5198" fmla="*/ 872143 w 4954903"/>
                <a:gd name="connsiteY5198" fmla="*/ 4326364 h 4882701"/>
                <a:gd name="connsiteX5199" fmla="*/ 859229 w 4954903"/>
                <a:gd name="connsiteY5199" fmla="*/ 4316741 h 4882701"/>
                <a:gd name="connsiteX5200" fmla="*/ 859229 w 4954903"/>
                <a:gd name="connsiteY5200" fmla="*/ 4316741 h 4882701"/>
                <a:gd name="connsiteX5201" fmla="*/ 879993 w 4954903"/>
                <a:gd name="connsiteY5201" fmla="*/ 4334720 h 4882701"/>
                <a:gd name="connsiteX5202" fmla="*/ 872143 w 4954903"/>
                <a:gd name="connsiteY5202" fmla="*/ 4326364 h 4882701"/>
                <a:gd name="connsiteX5203" fmla="*/ 865813 w 4954903"/>
                <a:gd name="connsiteY5203" fmla="*/ 4328643 h 4882701"/>
                <a:gd name="connsiteX5204" fmla="*/ 853151 w 4954903"/>
                <a:gd name="connsiteY5204" fmla="*/ 4319020 h 4882701"/>
                <a:gd name="connsiteX5205" fmla="*/ 853151 w 4954903"/>
                <a:gd name="connsiteY5205" fmla="*/ 4319020 h 4882701"/>
                <a:gd name="connsiteX5206" fmla="*/ 873916 w 4954903"/>
                <a:gd name="connsiteY5206" fmla="*/ 4337253 h 4882701"/>
                <a:gd name="connsiteX5207" fmla="*/ 873916 w 4954903"/>
                <a:gd name="connsiteY5207" fmla="*/ 4337253 h 4882701"/>
                <a:gd name="connsiteX5208" fmla="*/ 865813 w 4954903"/>
                <a:gd name="connsiteY5208" fmla="*/ 4328643 h 4882701"/>
                <a:gd name="connsiteX5209" fmla="*/ 860748 w 4954903"/>
                <a:gd name="connsiteY5209" fmla="*/ 4330669 h 4882701"/>
                <a:gd name="connsiteX5210" fmla="*/ 848340 w 4954903"/>
                <a:gd name="connsiteY5210" fmla="*/ 4321046 h 4882701"/>
                <a:gd name="connsiteX5211" fmla="*/ 869104 w 4954903"/>
                <a:gd name="connsiteY5211" fmla="*/ 4339279 h 4882701"/>
                <a:gd name="connsiteX5212" fmla="*/ 860748 w 4954903"/>
                <a:gd name="connsiteY5212" fmla="*/ 4330669 h 4882701"/>
                <a:gd name="connsiteX5213" fmla="*/ 856950 w 4954903"/>
                <a:gd name="connsiteY5213" fmla="*/ 4332695 h 4882701"/>
                <a:gd name="connsiteX5214" fmla="*/ 844795 w 4954903"/>
                <a:gd name="connsiteY5214" fmla="*/ 4323072 h 4882701"/>
                <a:gd name="connsiteX5215" fmla="*/ 865559 w 4954903"/>
                <a:gd name="connsiteY5215" fmla="*/ 4341304 h 4882701"/>
                <a:gd name="connsiteX5216" fmla="*/ 865813 w 4954903"/>
                <a:gd name="connsiteY5216" fmla="*/ 4341304 h 4882701"/>
                <a:gd name="connsiteX5217" fmla="*/ 856950 w 4954903"/>
                <a:gd name="connsiteY5217" fmla="*/ 4332695 h 4882701"/>
                <a:gd name="connsiteX5218" fmla="*/ 854164 w 4954903"/>
                <a:gd name="connsiteY5218" fmla="*/ 4334974 h 4882701"/>
                <a:gd name="connsiteX5219" fmla="*/ 842263 w 4954903"/>
                <a:gd name="connsiteY5219" fmla="*/ 4325351 h 4882701"/>
                <a:gd name="connsiteX5220" fmla="*/ 863027 w 4954903"/>
                <a:gd name="connsiteY5220" fmla="*/ 4343583 h 4882701"/>
                <a:gd name="connsiteX5221" fmla="*/ 863027 w 4954903"/>
                <a:gd name="connsiteY5221" fmla="*/ 4343583 h 4882701"/>
                <a:gd name="connsiteX5222" fmla="*/ 854164 w 4954903"/>
                <a:gd name="connsiteY5222" fmla="*/ 4334974 h 4882701"/>
                <a:gd name="connsiteX5223" fmla="*/ 3181816 w 4954903"/>
                <a:gd name="connsiteY5223" fmla="*/ 4260019 h 4882701"/>
                <a:gd name="connsiteX5224" fmla="*/ 3166876 w 4954903"/>
                <a:gd name="connsiteY5224" fmla="*/ 4275212 h 4882701"/>
                <a:gd name="connsiteX5225" fmla="*/ 3185362 w 4954903"/>
                <a:gd name="connsiteY5225" fmla="*/ 4270908 h 4882701"/>
                <a:gd name="connsiteX5226" fmla="*/ 3181816 w 4954903"/>
                <a:gd name="connsiteY5226" fmla="*/ 4260019 h 4882701"/>
                <a:gd name="connsiteX5227" fmla="*/ 2850597 w 4954903"/>
                <a:gd name="connsiteY5227" fmla="*/ 4247357 h 4882701"/>
                <a:gd name="connsiteX5228" fmla="*/ 2838189 w 4954903"/>
                <a:gd name="connsiteY5228" fmla="*/ 4262045 h 4882701"/>
                <a:gd name="connsiteX5229" fmla="*/ 2857434 w 4954903"/>
                <a:gd name="connsiteY5229" fmla="*/ 4258246 h 4882701"/>
                <a:gd name="connsiteX5230" fmla="*/ 2850597 w 4954903"/>
                <a:gd name="connsiteY5230" fmla="*/ 4247357 h 4882701"/>
                <a:gd name="connsiteX5231" fmla="*/ 2807295 w 4954903"/>
                <a:gd name="connsiteY5231" fmla="*/ 4245838 h 4882701"/>
                <a:gd name="connsiteX5232" fmla="*/ 2795140 w 4954903"/>
                <a:gd name="connsiteY5232" fmla="*/ 4260525 h 4882701"/>
                <a:gd name="connsiteX5233" fmla="*/ 2814386 w 4954903"/>
                <a:gd name="connsiteY5233" fmla="*/ 4256727 h 4882701"/>
                <a:gd name="connsiteX5234" fmla="*/ 2807295 w 4954903"/>
                <a:gd name="connsiteY5234" fmla="*/ 4245838 h 4882701"/>
                <a:gd name="connsiteX5235" fmla="*/ 2763487 w 4954903"/>
                <a:gd name="connsiteY5235" fmla="*/ 4244572 h 4882701"/>
                <a:gd name="connsiteX5236" fmla="*/ 2751839 w 4954903"/>
                <a:gd name="connsiteY5236" fmla="*/ 4259259 h 4882701"/>
                <a:gd name="connsiteX5237" fmla="*/ 2771084 w 4954903"/>
                <a:gd name="connsiteY5237" fmla="*/ 4255461 h 4882701"/>
                <a:gd name="connsiteX5238" fmla="*/ 2763487 w 4954903"/>
                <a:gd name="connsiteY5238" fmla="*/ 4244572 h 4882701"/>
                <a:gd name="connsiteX5239" fmla="*/ 2727276 w 4954903"/>
                <a:gd name="connsiteY5239" fmla="*/ 4254195 h 4882701"/>
                <a:gd name="connsiteX5240" fmla="*/ 2719426 w 4954903"/>
                <a:gd name="connsiteY5240" fmla="*/ 4243306 h 4882701"/>
                <a:gd name="connsiteX5241" fmla="*/ 2708031 w 4954903"/>
                <a:gd name="connsiteY5241" fmla="*/ 4257993 h 4882701"/>
                <a:gd name="connsiteX5242" fmla="*/ 2727276 w 4954903"/>
                <a:gd name="connsiteY5242" fmla="*/ 4254195 h 4882701"/>
                <a:gd name="connsiteX5243" fmla="*/ 2683468 w 4954903"/>
                <a:gd name="connsiteY5243" fmla="*/ 4252928 h 4882701"/>
                <a:gd name="connsiteX5244" fmla="*/ 2675111 w 4954903"/>
                <a:gd name="connsiteY5244" fmla="*/ 4242040 h 4882701"/>
                <a:gd name="connsiteX5245" fmla="*/ 2663969 w 4954903"/>
                <a:gd name="connsiteY5245" fmla="*/ 4256727 h 4882701"/>
                <a:gd name="connsiteX5246" fmla="*/ 2683468 w 4954903"/>
                <a:gd name="connsiteY5246" fmla="*/ 4252928 h 4882701"/>
                <a:gd name="connsiteX5247" fmla="*/ 2639153 w 4954903"/>
                <a:gd name="connsiteY5247" fmla="*/ 4251662 h 4882701"/>
                <a:gd name="connsiteX5248" fmla="*/ 2630544 w 4954903"/>
                <a:gd name="connsiteY5248" fmla="*/ 4240774 h 4882701"/>
                <a:gd name="connsiteX5249" fmla="*/ 2619908 w 4954903"/>
                <a:gd name="connsiteY5249" fmla="*/ 4255461 h 4882701"/>
                <a:gd name="connsiteX5250" fmla="*/ 2639153 w 4954903"/>
                <a:gd name="connsiteY5250" fmla="*/ 4251662 h 4882701"/>
                <a:gd name="connsiteX5251" fmla="*/ 2594332 w 4954903"/>
                <a:gd name="connsiteY5251" fmla="*/ 4250649 h 4882701"/>
                <a:gd name="connsiteX5252" fmla="*/ 2585469 w 4954903"/>
                <a:gd name="connsiteY5252" fmla="*/ 4239761 h 4882701"/>
                <a:gd name="connsiteX5253" fmla="*/ 2575340 w 4954903"/>
                <a:gd name="connsiteY5253" fmla="*/ 4254448 h 4882701"/>
                <a:gd name="connsiteX5254" fmla="*/ 2594332 w 4954903"/>
                <a:gd name="connsiteY5254" fmla="*/ 4250649 h 4882701"/>
                <a:gd name="connsiteX5255" fmla="*/ 2549511 w 4954903"/>
                <a:gd name="connsiteY5255" fmla="*/ 4249637 h 4882701"/>
                <a:gd name="connsiteX5256" fmla="*/ 2540142 w 4954903"/>
                <a:gd name="connsiteY5256" fmla="*/ 4238748 h 4882701"/>
                <a:gd name="connsiteX5257" fmla="*/ 2530266 w 4954903"/>
                <a:gd name="connsiteY5257" fmla="*/ 4253435 h 4882701"/>
                <a:gd name="connsiteX5258" fmla="*/ 2549511 w 4954903"/>
                <a:gd name="connsiteY5258" fmla="*/ 4249637 h 4882701"/>
                <a:gd name="connsiteX5259" fmla="*/ 2494561 w 4954903"/>
                <a:gd name="connsiteY5259" fmla="*/ 4237735 h 4882701"/>
                <a:gd name="connsiteX5260" fmla="*/ 2484939 w 4954903"/>
                <a:gd name="connsiteY5260" fmla="*/ 4252422 h 4882701"/>
                <a:gd name="connsiteX5261" fmla="*/ 2504184 w 4954903"/>
                <a:gd name="connsiteY5261" fmla="*/ 4248371 h 4882701"/>
                <a:gd name="connsiteX5262" fmla="*/ 2494561 w 4954903"/>
                <a:gd name="connsiteY5262" fmla="*/ 4237735 h 4882701"/>
                <a:gd name="connsiteX5263" fmla="*/ 2448727 w 4954903"/>
                <a:gd name="connsiteY5263" fmla="*/ 4236722 h 4882701"/>
                <a:gd name="connsiteX5264" fmla="*/ 2439865 w 4954903"/>
                <a:gd name="connsiteY5264" fmla="*/ 4251662 h 4882701"/>
                <a:gd name="connsiteX5265" fmla="*/ 2459110 w 4954903"/>
                <a:gd name="connsiteY5265" fmla="*/ 4247611 h 4882701"/>
                <a:gd name="connsiteX5266" fmla="*/ 2448727 w 4954903"/>
                <a:gd name="connsiteY5266" fmla="*/ 4236722 h 4882701"/>
                <a:gd name="connsiteX5267" fmla="*/ 2413276 w 4954903"/>
                <a:gd name="connsiteY5267" fmla="*/ 4246598 h 4882701"/>
                <a:gd name="connsiteX5268" fmla="*/ 2402894 w 4954903"/>
                <a:gd name="connsiteY5268" fmla="*/ 4235709 h 4882701"/>
                <a:gd name="connsiteX5269" fmla="*/ 2394284 w 4954903"/>
                <a:gd name="connsiteY5269" fmla="*/ 4250649 h 4882701"/>
                <a:gd name="connsiteX5270" fmla="*/ 2413276 w 4954903"/>
                <a:gd name="connsiteY5270" fmla="*/ 4246598 h 4882701"/>
                <a:gd name="connsiteX5271" fmla="*/ 2367442 w 4954903"/>
                <a:gd name="connsiteY5271" fmla="*/ 4245838 h 4882701"/>
                <a:gd name="connsiteX5272" fmla="*/ 2356553 w 4954903"/>
                <a:gd name="connsiteY5272" fmla="*/ 4234950 h 4882701"/>
                <a:gd name="connsiteX5273" fmla="*/ 2348450 w 4954903"/>
                <a:gd name="connsiteY5273" fmla="*/ 4249890 h 4882701"/>
                <a:gd name="connsiteX5274" fmla="*/ 2367442 w 4954903"/>
                <a:gd name="connsiteY5274" fmla="*/ 4245838 h 4882701"/>
                <a:gd name="connsiteX5275" fmla="*/ 941780 w 4954903"/>
                <a:gd name="connsiteY5275" fmla="*/ 4277744 h 4882701"/>
                <a:gd name="connsiteX5276" fmla="*/ 937476 w 4954903"/>
                <a:gd name="connsiteY5276" fmla="*/ 4268882 h 4882701"/>
                <a:gd name="connsiteX5277" fmla="*/ 923295 w 4954903"/>
                <a:gd name="connsiteY5277" fmla="*/ 4258752 h 4882701"/>
                <a:gd name="connsiteX5278" fmla="*/ 922788 w 4954903"/>
                <a:gd name="connsiteY5278" fmla="*/ 4259006 h 4882701"/>
                <a:gd name="connsiteX5279" fmla="*/ 941780 w 4954903"/>
                <a:gd name="connsiteY5279" fmla="*/ 4277744 h 4882701"/>
                <a:gd name="connsiteX5280" fmla="*/ 925574 w 4954903"/>
                <a:gd name="connsiteY5280" fmla="*/ 4279517 h 4882701"/>
                <a:gd name="connsiteX5281" fmla="*/ 921016 w 4954903"/>
                <a:gd name="connsiteY5281" fmla="*/ 4270654 h 4882701"/>
                <a:gd name="connsiteX5282" fmla="*/ 906835 w 4954903"/>
                <a:gd name="connsiteY5282" fmla="*/ 4260525 h 4882701"/>
                <a:gd name="connsiteX5283" fmla="*/ 906582 w 4954903"/>
                <a:gd name="connsiteY5283" fmla="*/ 4260525 h 4882701"/>
                <a:gd name="connsiteX5284" fmla="*/ 925574 w 4954903"/>
                <a:gd name="connsiteY5284" fmla="*/ 4279517 h 4882701"/>
                <a:gd name="connsiteX5285" fmla="*/ 910634 w 4954903"/>
                <a:gd name="connsiteY5285" fmla="*/ 4281290 h 4882701"/>
                <a:gd name="connsiteX5286" fmla="*/ 905316 w 4954903"/>
                <a:gd name="connsiteY5286" fmla="*/ 4272427 h 4882701"/>
                <a:gd name="connsiteX5287" fmla="*/ 891388 w 4954903"/>
                <a:gd name="connsiteY5287" fmla="*/ 4262551 h 4882701"/>
                <a:gd name="connsiteX5288" fmla="*/ 890882 w 4954903"/>
                <a:gd name="connsiteY5288" fmla="*/ 4262804 h 4882701"/>
                <a:gd name="connsiteX5289" fmla="*/ 910634 w 4954903"/>
                <a:gd name="connsiteY5289" fmla="*/ 4281290 h 4882701"/>
                <a:gd name="connsiteX5290" fmla="*/ 890882 w 4954903"/>
                <a:gd name="connsiteY5290" fmla="*/ 4274199 h 4882701"/>
                <a:gd name="connsiteX5291" fmla="*/ 877208 w 4954903"/>
                <a:gd name="connsiteY5291" fmla="*/ 4264323 h 4882701"/>
                <a:gd name="connsiteX5292" fmla="*/ 876701 w 4954903"/>
                <a:gd name="connsiteY5292" fmla="*/ 4264577 h 4882701"/>
                <a:gd name="connsiteX5293" fmla="*/ 896706 w 4954903"/>
                <a:gd name="connsiteY5293" fmla="*/ 4283315 h 4882701"/>
                <a:gd name="connsiteX5294" fmla="*/ 890882 w 4954903"/>
                <a:gd name="connsiteY5294" fmla="*/ 4274199 h 4882701"/>
                <a:gd name="connsiteX5295" fmla="*/ 883285 w 4954903"/>
                <a:gd name="connsiteY5295" fmla="*/ 4284835 h 4882701"/>
                <a:gd name="connsiteX5296" fmla="*/ 877208 w 4954903"/>
                <a:gd name="connsiteY5296" fmla="*/ 4275972 h 4882701"/>
                <a:gd name="connsiteX5297" fmla="*/ 863533 w 4954903"/>
                <a:gd name="connsiteY5297" fmla="*/ 4266096 h 4882701"/>
                <a:gd name="connsiteX5298" fmla="*/ 863027 w 4954903"/>
                <a:gd name="connsiteY5298" fmla="*/ 4266349 h 4882701"/>
                <a:gd name="connsiteX5299" fmla="*/ 883285 w 4954903"/>
                <a:gd name="connsiteY5299" fmla="*/ 4284835 h 4882701"/>
                <a:gd name="connsiteX5300" fmla="*/ 865053 w 4954903"/>
                <a:gd name="connsiteY5300" fmla="*/ 4277998 h 4882701"/>
                <a:gd name="connsiteX5301" fmla="*/ 851632 w 4954903"/>
                <a:gd name="connsiteY5301" fmla="*/ 4268122 h 4882701"/>
                <a:gd name="connsiteX5302" fmla="*/ 851379 w 4954903"/>
                <a:gd name="connsiteY5302" fmla="*/ 4268122 h 4882701"/>
                <a:gd name="connsiteX5303" fmla="*/ 871384 w 4954903"/>
                <a:gd name="connsiteY5303" fmla="*/ 4286861 h 4882701"/>
                <a:gd name="connsiteX5304" fmla="*/ 865053 w 4954903"/>
                <a:gd name="connsiteY5304" fmla="*/ 4277998 h 4882701"/>
                <a:gd name="connsiteX5305" fmla="*/ 853911 w 4954903"/>
                <a:gd name="connsiteY5305" fmla="*/ 4279770 h 4882701"/>
                <a:gd name="connsiteX5306" fmla="*/ 840743 w 4954903"/>
                <a:gd name="connsiteY5306" fmla="*/ 4269894 h 4882701"/>
                <a:gd name="connsiteX5307" fmla="*/ 840490 w 4954903"/>
                <a:gd name="connsiteY5307" fmla="*/ 4269894 h 4882701"/>
                <a:gd name="connsiteX5308" fmla="*/ 860495 w 4954903"/>
                <a:gd name="connsiteY5308" fmla="*/ 4288633 h 4882701"/>
                <a:gd name="connsiteX5309" fmla="*/ 853911 w 4954903"/>
                <a:gd name="connsiteY5309" fmla="*/ 4279770 h 4882701"/>
                <a:gd name="connsiteX5310" fmla="*/ 844035 w 4954903"/>
                <a:gd name="connsiteY5310" fmla="*/ 4281796 h 4882701"/>
                <a:gd name="connsiteX5311" fmla="*/ 830867 w 4954903"/>
                <a:gd name="connsiteY5311" fmla="*/ 4271920 h 4882701"/>
                <a:gd name="connsiteX5312" fmla="*/ 830614 w 4954903"/>
                <a:gd name="connsiteY5312" fmla="*/ 4271920 h 4882701"/>
                <a:gd name="connsiteX5313" fmla="*/ 850872 w 4954903"/>
                <a:gd name="connsiteY5313" fmla="*/ 4290659 h 4882701"/>
                <a:gd name="connsiteX5314" fmla="*/ 844035 w 4954903"/>
                <a:gd name="connsiteY5314" fmla="*/ 4281796 h 4882701"/>
                <a:gd name="connsiteX5315" fmla="*/ 842516 w 4954903"/>
                <a:gd name="connsiteY5315" fmla="*/ 4292685 h 4882701"/>
                <a:gd name="connsiteX5316" fmla="*/ 835172 w 4954903"/>
                <a:gd name="connsiteY5316" fmla="*/ 4283822 h 4882701"/>
                <a:gd name="connsiteX5317" fmla="*/ 822258 w 4954903"/>
                <a:gd name="connsiteY5317" fmla="*/ 4273946 h 4882701"/>
                <a:gd name="connsiteX5318" fmla="*/ 822004 w 4954903"/>
                <a:gd name="connsiteY5318" fmla="*/ 4274199 h 4882701"/>
                <a:gd name="connsiteX5319" fmla="*/ 842516 w 4954903"/>
                <a:gd name="connsiteY5319" fmla="*/ 4292685 h 4882701"/>
                <a:gd name="connsiteX5320" fmla="*/ 827575 w 4954903"/>
                <a:gd name="connsiteY5320" fmla="*/ 4286101 h 4882701"/>
                <a:gd name="connsiteX5321" fmla="*/ 814914 w 4954903"/>
                <a:gd name="connsiteY5321" fmla="*/ 4276225 h 4882701"/>
                <a:gd name="connsiteX5322" fmla="*/ 814914 w 4954903"/>
                <a:gd name="connsiteY5322" fmla="*/ 4276225 h 4882701"/>
                <a:gd name="connsiteX5323" fmla="*/ 835426 w 4954903"/>
                <a:gd name="connsiteY5323" fmla="*/ 4294711 h 4882701"/>
                <a:gd name="connsiteX5324" fmla="*/ 827575 w 4954903"/>
                <a:gd name="connsiteY5324" fmla="*/ 4286101 h 4882701"/>
                <a:gd name="connsiteX5325" fmla="*/ 820992 w 4954903"/>
                <a:gd name="connsiteY5325" fmla="*/ 4288127 h 4882701"/>
                <a:gd name="connsiteX5326" fmla="*/ 808584 w 4954903"/>
                <a:gd name="connsiteY5326" fmla="*/ 4278251 h 4882701"/>
                <a:gd name="connsiteX5327" fmla="*/ 808584 w 4954903"/>
                <a:gd name="connsiteY5327" fmla="*/ 4278251 h 4882701"/>
                <a:gd name="connsiteX5328" fmla="*/ 829095 w 4954903"/>
                <a:gd name="connsiteY5328" fmla="*/ 4296990 h 4882701"/>
                <a:gd name="connsiteX5329" fmla="*/ 829095 w 4954903"/>
                <a:gd name="connsiteY5329" fmla="*/ 4296990 h 4882701"/>
                <a:gd name="connsiteX5330" fmla="*/ 820992 w 4954903"/>
                <a:gd name="connsiteY5330" fmla="*/ 4288127 h 4882701"/>
                <a:gd name="connsiteX5331" fmla="*/ 815674 w 4954903"/>
                <a:gd name="connsiteY5331" fmla="*/ 4290406 h 4882701"/>
                <a:gd name="connsiteX5332" fmla="*/ 803519 w 4954903"/>
                <a:gd name="connsiteY5332" fmla="*/ 4280530 h 4882701"/>
                <a:gd name="connsiteX5333" fmla="*/ 823777 w 4954903"/>
                <a:gd name="connsiteY5333" fmla="*/ 4299269 h 4882701"/>
                <a:gd name="connsiteX5334" fmla="*/ 815674 w 4954903"/>
                <a:gd name="connsiteY5334" fmla="*/ 4290406 h 4882701"/>
                <a:gd name="connsiteX5335" fmla="*/ 811622 w 4954903"/>
                <a:gd name="connsiteY5335" fmla="*/ 4292432 h 4882701"/>
                <a:gd name="connsiteX5336" fmla="*/ 799721 w 4954903"/>
                <a:gd name="connsiteY5336" fmla="*/ 4282556 h 4882701"/>
                <a:gd name="connsiteX5337" fmla="*/ 820232 w 4954903"/>
                <a:gd name="connsiteY5337" fmla="*/ 4301295 h 4882701"/>
                <a:gd name="connsiteX5338" fmla="*/ 811622 w 4954903"/>
                <a:gd name="connsiteY5338" fmla="*/ 4292432 h 4882701"/>
                <a:gd name="connsiteX5339" fmla="*/ 808837 w 4954903"/>
                <a:gd name="connsiteY5339" fmla="*/ 4294711 h 4882701"/>
                <a:gd name="connsiteX5340" fmla="*/ 797188 w 4954903"/>
                <a:gd name="connsiteY5340" fmla="*/ 4285088 h 4882701"/>
                <a:gd name="connsiteX5341" fmla="*/ 817446 w 4954903"/>
                <a:gd name="connsiteY5341" fmla="*/ 4303827 h 4882701"/>
                <a:gd name="connsiteX5342" fmla="*/ 817446 w 4954903"/>
                <a:gd name="connsiteY5342" fmla="*/ 4303827 h 4882701"/>
                <a:gd name="connsiteX5343" fmla="*/ 808837 w 4954903"/>
                <a:gd name="connsiteY5343" fmla="*/ 4294711 h 4882701"/>
                <a:gd name="connsiteX5344" fmla="*/ 3202581 w 4954903"/>
                <a:gd name="connsiteY5344" fmla="*/ 4217984 h 4882701"/>
                <a:gd name="connsiteX5345" fmla="*/ 3187641 w 4954903"/>
                <a:gd name="connsiteY5345" fmla="*/ 4233683 h 4882701"/>
                <a:gd name="connsiteX5346" fmla="*/ 3206379 w 4954903"/>
                <a:gd name="connsiteY5346" fmla="*/ 4229125 h 4882701"/>
                <a:gd name="connsiteX5347" fmla="*/ 3202581 w 4954903"/>
                <a:gd name="connsiteY5347" fmla="*/ 4217984 h 4882701"/>
                <a:gd name="connsiteX5348" fmla="*/ 2906813 w 4954903"/>
                <a:gd name="connsiteY5348" fmla="*/ 4206335 h 4882701"/>
                <a:gd name="connsiteX5349" fmla="*/ 2893899 w 4954903"/>
                <a:gd name="connsiteY5349" fmla="*/ 4221275 h 4882701"/>
                <a:gd name="connsiteX5350" fmla="*/ 2913397 w 4954903"/>
                <a:gd name="connsiteY5350" fmla="*/ 4217477 h 4882701"/>
                <a:gd name="connsiteX5351" fmla="*/ 2906813 w 4954903"/>
                <a:gd name="connsiteY5351" fmla="*/ 4206335 h 4882701"/>
                <a:gd name="connsiteX5352" fmla="*/ 2862752 w 4954903"/>
                <a:gd name="connsiteY5352" fmla="*/ 4204816 h 4882701"/>
                <a:gd name="connsiteX5353" fmla="*/ 2850091 w 4954903"/>
                <a:gd name="connsiteY5353" fmla="*/ 4219756 h 4882701"/>
                <a:gd name="connsiteX5354" fmla="*/ 2869842 w 4954903"/>
                <a:gd name="connsiteY5354" fmla="*/ 4215958 h 4882701"/>
                <a:gd name="connsiteX5355" fmla="*/ 2862752 w 4954903"/>
                <a:gd name="connsiteY5355" fmla="*/ 4204816 h 4882701"/>
                <a:gd name="connsiteX5356" fmla="*/ 2825528 w 4954903"/>
                <a:gd name="connsiteY5356" fmla="*/ 4214438 h 4882701"/>
                <a:gd name="connsiteX5357" fmla="*/ 2817931 w 4954903"/>
                <a:gd name="connsiteY5357" fmla="*/ 4203296 h 4882701"/>
                <a:gd name="connsiteX5358" fmla="*/ 2805776 w 4954903"/>
                <a:gd name="connsiteY5358" fmla="*/ 4218237 h 4882701"/>
                <a:gd name="connsiteX5359" fmla="*/ 2825528 w 4954903"/>
                <a:gd name="connsiteY5359" fmla="*/ 4214438 h 4882701"/>
                <a:gd name="connsiteX5360" fmla="*/ 2780960 w 4954903"/>
                <a:gd name="connsiteY5360" fmla="*/ 4213172 h 4882701"/>
                <a:gd name="connsiteX5361" fmla="*/ 2773110 w 4954903"/>
                <a:gd name="connsiteY5361" fmla="*/ 4202030 h 4882701"/>
                <a:gd name="connsiteX5362" fmla="*/ 2761208 w 4954903"/>
                <a:gd name="connsiteY5362" fmla="*/ 4216970 h 4882701"/>
                <a:gd name="connsiteX5363" fmla="*/ 2780960 w 4954903"/>
                <a:gd name="connsiteY5363" fmla="*/ 4213172 h 4882701"/>
                <a:gd name="connsiteX5364" fmla="*/ 2736139 w 4954903"/>
                <a:gd name="connsiteY5364" fmla="*/ 4211653 h 4882701"/>
                <a:gd name="connsiteX5365" fmla="*/ 2728036 w 4954903"/>
                <a:gd name="connsiteY5365" fmla="*/ 4200511 h 4882701"/>
                <a:gd name="connsiteX5366" fmla="*/ 2716640 w 4954903"/>
                <a:gd name="connsiteY5366" fmla="*/ 4215451 h 4882701"/>
                <a:gd name="connsiteX5367" fmla="*/ 2736139 w 4954903"/>
                <a:gd name="connsiteY5367" fmla="*/ 4211653 h 4882701"/>
                <a:gd name="connsiteX5368" fmla="*/ 2690812 w 4954903"/>
                <a:gd name="connsiteY5368" fmla="*/ 4210387 h 4882701"/>
                <a:gd name="connsiteX5369" fmla="*/ 2682202 w 4954903"/>
                <a:gd name="connsiteY5369" fmla="*/ 4199245 h 4882701"/>
                <a:gd name="connsiteX5370" fmla="*/ 2671060 w 4954903"/>
                <a:gd name="connsiteY5370" fmla="*/ 4214438 h 4882701"/>
                <a:gd name="connsiteX5371" fmla="*/ 2690812 w 4954903"/>
                <a:gd name="connsiteY5371" fmla="*/ 4210387 h 4882701"/>
                <a:gd name="connsiteX5372" fmla="*/ 2645231 w 4954903"/>
                <a:gd name="connsiteY5372" fmla="*/ 4209374 h 4882701"/>
                <a:gd name="connsiteX5373" fmla="*/ 2636115 w 4954903"/>
                <a:gd name="connsiteY5373" fmla="*/ 4198232 h 4882701"/>
                <a:gd name="connsiteX5374" fmla="*/ 2625226 w 4954903"/>
                <a:gd name="connsiteY5374" fmla="*/ 4213425 h 4882701"/>
                <a:gd name="connsiteX5375" fmla="*/ 2645231 w 4954903"/>
                <a:gd name="connsiteY5375" fmla="*/ 4209374 h 4882701"/>
                <a:gd name="connsiteX5376" fmla="*/ 2599397 w 4954903"/>
                <a:gd name="connsiteY5376" fmla="*/ 4208107 h 4882701"/>
                <a:gd name="connsiteX5377" fmla="*/ 2590028 w 4954903"/>
                <a:gd name="connsiteY5377" fmla="*/ 4196966 h 4882701"/>
                <a:gd name="connsiteX5378" fmla="*/ 2579645 w 4954903"/>
                <a:gd name="connsiteY5378" fmla="*/ 4212159 h 4882701"/>
                <a:gd name="connsiteX5379" fmla="*/ 2599397 w 4954903"/>
                <a:gd name="connsiteY5379" fmla="*/ 4208107 h 4882701"/>
                <a:gd name="connsiteX5380" fmla="*/ 2553310 w 4954903"/>
                <a:gd name="connsiteY5380" fmla="*/ 4207095 h 4882701"/>
                <a:gd name="connsiteX5381" fmla="*/ 2543687 w 4954903"/>
                <a:gd name="connsiteY5381" fmla="*/ 4195953 h 4882701"/>
                <a:gd name="connsiteX5382" fmla="*/ 2533558 w 4954903"/>
                <a:gd name="connsiteY5382" fmla="*/ 4211146 h 4882701"/>
                <a:gd name="connsiteX5383" fmla="*/ 2553310 w 4954903"/>
                <a:gd name="connsiteY5383" fmla="*/ 4207095 h 4882701"/>
                <a:gd name="connsiteX5384" fmla="*/ 2506970 w 4954903"/>
                <a:gd name="connsiteY5384" fmla="*/ 4206082 h 4882701"/>
                <a:gd name="connsiteX5385" fmla="*/ 2496840 w 4954903"/>
                <a:gd name="connsiteY5385" fmla="*/ 4194940 h 4882701"/>
                <a:gd name="connsiteX5386" fmla="*/ 2487218 w 4954903"/>
                <a:gd name="connsiteY5386" fmla="*/ 4210133 h 4882701"/>
                <a:gd name="connsiteX5387" fmla="*/ 2506970 w 4954903"/>
                <a:gd name="connsiteY5387" fmla="*/ 4206082 h 4882701"/>
                <a:gd name="connsiteX5388" fmla="*/ 2449740 w 4954903"/>
                <a:gd name="connsiteY5388" fmla="*/ 4193927 h 4882701"/>
                <a:gd name="connsiteX5389" fmla="*/ 2440624 w 4954903"/>
                <a:gd name="connsiteY5389" fmla="*/ 4209120 h 4882701"/>
                <a:gd name="connsiteX5390" fmla="*/ 2460376 w 4954903"/>
                <a:gd name="connsiteY5390" fmla="*/ 4205069 h 4882701"/>
                <a:gd name="connsiteX5391" fmla="*/ 2449740 w 4954903"/>
                <a:gd name="connsiteY5391" fmla="*/ 4193927 h 4882701"/>
                <a:gd name="connsiteX5392" fmla="*/ 2413276 w 4954903"/>
                <a:gd name="connsiteY5392" fmla="*/ 4204309 h 4882701"/>
                <a:gd name="connsiteX5393" fmla="*/ 2402640 w 4954903"/>
                <a:gd name="connsiteY5393" fmla="*/ 4193167 h 4882701"/>
                <a:gd name="connsiteX5394" fmla="*/ 2393778 w 4954903"/>
                <a:gd name="connsiteY5394" fmla="*/ 4208361 h 4882701"/>
                <a:gd name="connsiteX5395" fmla="*/ 2413276 w 4954903"/>
                <a:gd name="connsiteY5395" fmla="*/ 4204309 h 4882701"/>
                <a:gd name="connsiteX5396" fmla="*/ 2366429 w 4954903"/>
                <a:gd name="connsiteY5396" fmla="*/ 4203296 h 4882701"/>
                <a:gd name="connsiteX5397" fmla="*/ 2355287 w 4954903"/>
                <a:gd name="connsiteY5397" fmla="*/ 4192154 h 4882701"/>
                <a:gd name="connsiteX5398" fmla="*/ 2346931 w 4954903"/>
                <a:gd name="connsiteY5398" fmla="*/ 4207348 h 4882701"/>
                <a:gd name="connsiteX5399" fmla="*/ 2366429 w 4954903"/>
                <a:gd name="connsiteY5399" fmla="*/ 4203296 h 4882701"/>
                <a:gd name="connsiteX5400" fmla="*/ 937729 w 4954903"/>
                <a:gd name="connsiteY5400" fmla="*/ 4232417 h 4882701"/>
                <a:gd name="connsiteX5401" fmla="*/ 934690 w 4954903"/>
                <a:gd name="connsiteY5401" fmla="*/ 4223301 h 4882701"/>
                <a:gd name="connsiteX5402" fmla="*/ 920256 w 4954903"/>
                <a:gd name="connsiteY5402" fmla="*/ 4212919 h 4882701"/>
                <a:gd name="connsiteX5403" fmla="*/ 919496 w 4954903"/>
                <a:gd name="connsiteY5403" fmla="*/ 4213172 h 4882701"/>
                <a:gd name="connsiteX5404" fmla="*/ 937729 w 4954903"/>
                <a:gd name="connsiteY5404" fmla="*/ 4232417 h 4882701"/>
                <a:gd name="connsiteX5405" fmla="*/ 918737 w 4954903"/>
                <a:gd name="connsiteY5405" fmla="*/ 4234190 h 4882701"/>
                <a:gd name="connsiteX5406" fmla="*/ 915192 w 4954903"/>
                <a:gd name="connsiteY5406" fmla="*/ 4225074 h 4882701"/>
                <a:gd name="connsiteX5407" fmla="*/ 901011 w 4954903"/>
                <a:gd name="connsiteY5407" fmla="*/ 4214691 h 4882701"/>
                <a:gd name="connsiteX5408" fmla="*/ 900251 w 4954903"/>
                <a:gd name="connsiteY5408" fmla="*/ 4214945 h 4882701"/>
                <a:gd name="connsiteX5409" fmla="*/ 918737 w 4954903"/>
                <a:gd name="connsiteY5409" fmla="*/ 4234190 h 4882701"/>
                <a:gd name="connsiteX5410" fmla="*/ 901011 w 4954903"/>
                <a:gd name="connsiteY5410" fmla="*/ 4235962 h 4882701"/>
                <a:gd name="connsiteX5411" fmla="*/ 897213 w 4954903"/>
                <a:gd name="connsiteY5411" fmla="*/ 4226846 h 4882701"/>
                <a:gd name="connsiteX5412" fmla="*/ 883032 w 4954903"/>
                <a:gd name="connsiteY5412" fmla="*/ 4216464 h 4882701"/>
                <a:gd name="connsiteX5413" fmla="*/ 882525 w 4954903"/>
                <a:gd name="connsiteY5413" fmla="*/ 4216717 h 4882701"/>
                <a:gd name="connsiteX5414" fmla="*/ 901011 w 4954903"/>
                <a:gd name="connsiteY5414" fmla="*/ 4235962 h 4882701"/>
                <a:gd name="connsiteX5415" fmla="*/ 884298 w 4954903"/>
                <a:gd name="connsiteY5415" fmla="*/ 4237735 h 4882701"/>
                <a:gd name="connsiteX5416" fmla="*/ 879993 w 4954903"/>
                <a:gd name="connsiteY5416" fmla="*/ 4228619 h 4882701"/>
                <a:gd name="connsiteX5417" fmla="*/ 866066 w 4954903"/>
                <a:gd name="connsiteY5417" fmla="*/ 4218237 h 4882701"/>
                <a:gd name="connsiteX5418" fmla="*/ 865813 w 4954903"/>
                <a:gd name="connsiteY5418" fmla="*/ 4218237 h 4882701"/>
                <a:gd name="connsiteX5419" fmla="*/ 884298 w 4954903"/>
                <a:gd name="connsiteY5419" fmla="*/ 4237735 h 4882701"/>
                <a:gd name="connsiteX5420" fmla="*/ 868598 w 4954903"/>
                <a:gd name="connsiteY5420" fmla="*/ 4239507 h 4882701"/>
                <a:gd name="connsiteX5421" fmla="*/ 864040 w 4954903"/>
                <a:gd name="connsiteY5421" fmla="*/ 4230391 h 4882701"/>
                <a:gd name="connsiteX5422" fmla="*/ 850113 w 4954903"/>
                <a:gd name="connsiteY5422" fmla="*/ 4220262 h 4882701"/>
                <a:gd name="connsiteX5423" fmla="*/ 849859 w 4954903"/>
                <a:gd name="connsiteY5423" fmla="*/ 4220262 h 4882701"/>
                <a:gd name="connsiteX5424" fmla="*/ 868598 w 4954903"/>
                <a:gd name="connsiteY5424" fmla="*/ 4239507 h 4882701"/>
                <a:gd name="connsiteX5425" fmla="*/ 853911 w 4954903"/>
                <a:gd name="connsiteY5425" fmla="*/ 4241533 h 4882701"/>
                <a:gd name="connsiteX5426" fmla="*/ 848846 w 4954903"/>
                <a:gd name="connsiteY5426" fmla="*/ 4232417 h 4882701"/>
                <a:gd name="connsiteX5427" fmla="*/ 835172 w 4954903"/>
                <a:gd name="connsiteY5427" fmla="*/ 4222288 h 4882701"/>
                <a:gd name="connsiteX5428" fmla="*/ 834919 w 4954903"/>
                <a:gd name="connsiteY5428" fmla="*/ 4222288 h 4882701"/>
                <a:gd name="connsiteX5429" fmla="*/ 853911 w 4954903"/>
                <a:gd name="connsiteY5429" fmla="*/ 4241533 h 4882701"/>
                <a:gd name="connsiteX5430" fmla="*/ 840490 w 4954903"/>
                <a:gd name="connsiteY5430" fmla="*/ 4243559 h 4882701"/>
                <a:gd name="connsiteX5431" fmla="*/ 835172 w 4954903"/>
                <a:gd name="connsiteY5431" fmla="*/ 4234443 h 4882701"/>
                <a:gd name="connsiteX5432" fmla="*/ 821751 w 4954903"/>
                <a:gd name="connsiteY5432" fmla="*/ 4224314 h 4882701"/>
                <a:gd name="connsiteX5433" fmla="*/ 821498 w 4954903"/>
                <a:gd name="connsiteY5433" fmla="*/ 4224314 h 4882701"/>
                <a:gd name="connsiteX5434" fmla="*/ 840490 w 4954903"/>
                <a:gd name="connsiteY5434" fmla="*/ 4243559 h 4882701"/>
                <a:gd name="connsiteX5435" fmla="*/ 822511 w 4954903"/>
                <a:gd name="connsiteY5435" fmla="*/ 4236215 h 4882701"/>
                <a:gd name="connsiteX5436" fmla="*/ 809343 w 4954903"/>
                <a:gd name="connsiteY5436" fmla="*/ 4226087 h 4882701"/>
                <a:gd name="connsiteX5437" fmla="*/ 809090 w 4954903"/>
                <a:gd name="connsiteY5437" fmla="*/ 4226087 h 4882701"/>
                <a:gd name="connsiteX5438" fmla="*/ 828335 w 4954903"/>
                <a:gd name="connsiteY5438" fmla="*/ 4245332 h 4882701"/>
                <a:gd name="connsiteX5439" fmla="*/ 822511 w 4954903"/>
                <a:gd name="connsiteY5439" fmla="*/ 4236215 h 4882701"/>
                <a:gd name="connsiteX5440" fmla="*/ 811116 w 4954903"/>
                <a:gd name="connsiteY5440" fmla="*/ 4238241 h 4882701"/>
                <a:gd name="connsiteX5441" fmla="*/ 797948 w 4954903"/>
                <a:gd name="connsiteY5441" fmla="*/ 4228112 h 4882701"/>
                <a:gd name="connsiteX5442" fmla="*/ 797695 w 4954903"/>
                <a:gd name="connsiteY5442" fmla="*/ 4228112 h 4882701"/>
                <a:gd name="connsiteX5443" fmla="*/ 816940 w 4954903"/>
                <a:gd name="connsiteY5443" fmla="*/ 4247357 h 4882701"/>
                <a:gd name="connsiteX5444" fmla="*/ 811116 w 4954903"/>
                <a:gd name="connsiteY5444" fmla="*/ 4238241 h 4882701"/>
                <a:gd name="connsiteX5445" fmla="*/ 800734 w 4954903"/>
                <a:gd name="connsiteY5445" fmla="*/ 4240267 h 4882701"/>
                <a:gd name="connsiteX5446" fmla="*/ 787819 w 4954903"/>
                <a:gd name="connsiteY5446" fmla="*/ 4230138 h 4882701"/>
                <a:gd name="connsiteX5447" fmla="*/ 787566 w 4954903"/>
                <a:gd name="connsiteY5447" fmla="*/ 4230138 h 4882701"/>
                <a:gd name="connsiteX5448" fmla="*/ 807064 w 4954903"/>
                <a:gd name="connsiteY5448" fmla="*/ 4249383 h 4882701"/>
                <a:gd name="connsiteX5449" fmla="*/ 800734 w 4954903"/>
                <a:gd name="connsiteY5449" fmla="*/ 4240267 h 4882701"/>
                <a:gd name="connsiteX5450" fmla="*/ 798455 w 4954903"/>
                <a:gd name="connsiteY5450" fmla="*/ 4251662 h 4882701"/>
                <a:gd name="connsiteX5451" fmla="*/ 791617 w 4954903"/>
                <a:gd name="connsiteY5451" fmla="*/ 4242546 h 4882701"/>
                <a:gd name="connsiteX5452" fmla="*/ 778956 w 4954903"/>
                <a:gd name="connsiteY5452" fmla="*/ 4232417 h 4882701"/>
                <a:gd name="connsiteX5453" fmla="*/ 778703 w 4954903"/>
                <a:gd name="connsiteY5453" fmla="*/ 4232417 h 4882701"/>
                <a:gd name="connsiteX5454" fmla="*/ 798455 w 4954903"/>
                <a:gd name="connsiteY5454" fmla="*/ 4251662 h 4882701"/>
                <a:gd name="connsiteX5455" fmla="*/ 771359 w 4954903"/>
                <a:gd name="connsiteY5455" fmla="*/ 4234443 h 4882701"/>
                <a:gd name="connsiteX5456" fmla="*/ 771359 w 4954903"/>
                <a:gd name="connsiteY5456" fmla="*/ 4234443 h 4882701"/>
                <a:gd name="connsiteX5457" fmla="*/ 771359 w 4954903"/>
                <a:gd name="connsiteY5457" fmla="*/ 4234696 h 4882701"/>
                <a:gd name="connsiteX5458" fmla="*/ 791364 w 4954903"/>
                <a:gd name="connsiteY5458" fmla="*/ 4253435 h 4882701"/>
                <a:gd name="connsiteX5459" fmla="*/ 784021 w 4954903"/>
                <a:gd name="connsiteY5459" fmla="*/ 4244319 h 4882701"/>
                <a:gd name="connsiteX5460" fmla="*/ 771359 w 4954903"/>
                <a:gd name="connsiteY5460" fmla="*/ 4234443 h 4882701"/>
                <a:gd name="connsiteX5461" fmla="*/ 765029 w 4954903"/>
                <a:gd name="connsiteY5461" fmla="*/ 4236722 h 4882701"/>
                <a:gd name="connsiteX5462" fmla="*/ 784780 w 4954903"/>
                <a:gd name="connsiteY5462" fmla="*/ 4255967 h 4882701"/>
                <a:gd name="connsiteX5463" fmla="*/ 784780 w 4954903"/>
                <a:gd name="connsiteY5463" fmla="*/ 4255967 h 4882701"/>
                <a:gd name="connsiteX5464" fmla="*/ 776930 w 4954903"/>
                <a:gd name="connsiteY5464" fmla="*/ 4246851 h 4882701"/>
                <a:gd name="connsiteX5465" fmla="*/ 765029 w 4954903"/>
                <a:gd name="connsiteY5465" fmla="*/ 4236722 h 4882701"/>
                <a:gd name="connsiteX5466" fmla="*/ 759964 w 4954903"/>
                <a:gd name="connsiteY5466" fmla="*/ 4239001 h 4882701"/>
                <a:gd name="connsiteX5467" fmla="*/ 779969 w 4954903"/>
                <a:gd name="connsiteY5467" fmla="*/ 4258246 h 4882701"/>
                <a:gd name="connsiteX5468" fmla="*/ 772119 w 4954903"/>
                <a:gd name="connsiteY5468" fmla="*/ 4249130 h 4882701"/>
                <a:gd name="connsiteX5469" fmla="*/ 759964 w 4954903"/>
                <a:gd name="connsiteY5469" fmla="*/ 4239001 h 4882701"/>
                <a:gd name="connsiteX5470" fmla="*/ 767814 w 4954903"/>
                <a:gd name="connsiteY5470" fmla="*/ 4251156 h 4882701"/>
                <a:gd name="connsiteX5471" fmla="*/ 756166 w 4954903"/>
                <a:gd name="connsiteY5471" fmla="*/ 4241027 h 4882701"/>
                <a:gd name="connsiteX5472" fmla="*/ 776171 w 4954903"/>
                <a:gd name="connsiteY5472" fmla="*/ 4260272 h 4882701"/>
                <a:gd name="connsiteX5473" fmla="*/ 767814 w 4954903"/>
                <a:gd name="connsiteY5473" fmla="*/ 4251156 h 4882701"/>
                <a:gd name="connsiteX5474" fmla="*/ 764775 w 4954903"/>
                <a:gd name="connsiteY5474" fmla="*/ 4253688 h 4882701"/>
                <a:gd name="connsiteX5475" fmla="*/ 753380 w 4954903"/>
                <a:gd name="connsiteY5475" fmla="*/ 4243812 h 4882701"/>
                <a:gd name="connsiteX5476" fmla="*/ 773385 w 4954903"/>
                <a:gd name="connsiteY5476" fmla="*/ 4263058 h 4882701"/>
                <a:gd name="connsiteX5477" fmla="*/ 764775 w 4954903"/>
                <a:gd name="connsiteY5477" fmla="*/ 4253688 h 4882701"/>
                <a:gd name="connsiteX5478" fmla="*/ 3264368 w 4954903"/>
                <a:gd name="connsiteY5478" fmla="*/ 4176707 h 4882701"/>
                <a:gd name="connsiteX5479" fmla="*/ 3249174 w 4954903"/>
                <a:gd name="connsiteY5479" fmla="*/ 4192661 h 4882701"/>
                <a:gd name="connsiteX5480" fmla="*/ 3268166 w 4954903"/>
                <a:gd name="connsiteY5480" fmla="*/ 4188103 h 4882701"/>
                <a:gd name="connsiteX5481" fmla="*/ 3264368 w 4954903"/>
                <a:gd name="connsiteY5481" fmla="*/ 4176707 h 4882701"/>
                <a:gd name="connsiteX5482" fmla="*/ 3223092 w 4954903"/>
                <a:gd name="connsiteY5482" fmla="*/ 4174682 h 4882701"/>
                <a:gd name="connsiteX5483" fmla="*/ 3208152 w 4954903"/>
                <a:gd name="connsiteY5483" fmla="*/ 4190635 h 4882701"/>
                <a:gd name="connsiteX5484" fmla="*/ 3227144 w 4954903"/>
                <a:gd name="connsiteY5484" fmla="*/ 4186077 h 4882701"/>
                <a:gd name="connsiteX5485" fmla="*/ 3223092 w 4954903"/>
                <a:gd name="connsiteY5485" fmla="*/ 4174682 h 4882701"/>
                <a:gd name="connsiteX5486" fmla="*/ 2874400 w 4954903"/>
                <a:gd name="connsiteY5486" fmla="*/ 4161261 h 4882701"/>
                <a:gd name="connsiteX5487" fmla="*/ 2861739 w 4954903"/>
                <a:gd name="connsiteY5487" fmla="*/ 4176454 h 4882701"/>
                <a:gd name="connsiteX5488" fmla="*/ 2881744 w 4954903"/>
                <a:gd name="connsiteY5488" fmla="*/ 4172403 h 4882701"/>
                <a:gd name="connsiteX5489" fmla="*/ 2874400 w 4954903"/>
                <a:gd name="connsiteY5489" fmla="*/ 4161261 h 4882701"/>
                <a:gd name="connsiteX5490" fmla="*/ 2836416 w 4954903"/>
                <a:gd name="connsiteY5490" fmla="*/ 4171136 h 4882701"/>
                <a:gd name="connsiteX5491" fmla="*/ 2828566 w 4954903"/>
                <a:gd name="connsiteY5491" fmla="*/ 4159741 h 4882701"/>
                <a:gd name="connsiteX5492" fmla="*/ 2816158 w 4954903"/>
                <a:gd name="connsiteY5492" fmla="*/ 4175188 h 4882701"/>
                <a:gd name="connsiteX5493" fmla="*/ 2836416 w 4954903"/>
                <a:gd name="connsiteY5493" fmla="*/ 4171136 h 4882701"/>
                <a:gd name="connsiteX5494" fmla="*/ 2790836 w 4954903"/>
                <a:gd name="connsiteY5494" fmla="*/ 4169870 h 4882701"/>
                <a:gd name="connsiteX5495" fmla="*/ 2782732 w 4954903"/>
                <a:gd name="connsiteY5495" fmla="*/ 4158475 h 4882701"/>
                <a:gd name="connsiteX5496" fmla="*/ 2770831 w 4954903"/>
                <a:gd name="connsiteY5496" fmla="*/ 4173922 h 4882701"/>
                <a:gd name="connsiteX5497" fmla="*/ 2790836 w 4954903"/>
                <a:gd name="connsiteY5497" fmla="*/ 4169870 h 4882701"/>
                <a:gd name="connsiteX5498" fmla="*/ 2744495 w 4954903"/>
                <a:gd name="connsiteY5498" fmla="*/ 4168351 h 4882701"/>
                <a:gd name="connsiteX5499" fmla="*/ 2736139 w 4954903"/>
                <a:gd name="connsiteY5499" fmla="*/ 4156956 h 4882701"/>
                <a:gd name="connsiteX5500" fmla="*/ 2724490 w 4954903"/>
                <a:gd name="connsiteY5500" fmla="*/ 4172403 h 4882701"/>
                <a:gd name="connsiteX5501" fmla="*/ 2744495 w 4954903"/>
                <a:gd name="connsiteY5501" fmla="*/ 4168351 h 4882701"/>
                <a:gd name="connsiteX5502" fmla="*/ 2698155 w 4954903"/>
                <a:gd name="connsiteY5502" fmla="*/ 4167085 h 4882701"/>
                <a:gd name="connsiteX5503" fmla="*/ 2689292 w 4954903"/>
                <a:gd name="connsiteY5503" fmla="*/ 4155690 h 4882701"/>
                <a:gd name="connsiteX5504" fmla="*/ 2677897 w 4954903"/>
                <a:gd name="connsiteY5504" fmla="*/ 4171136 h 4882701"/>
                <a:gd name="connsiteX5505" fmla="*/ 2698155 w 4954903"/>
                <a:gd name="connsiteY5505" fmla="*/ 4167085 h 4882701"/>
                <a:gd name="connsiteX5506" fmla="*/ 2651561 w 4954903"/>
                <a:gd name="connsiteY5506" fmla="*/ 4165819 h 4882701"/>
                <a:gd name="connsiteX5507" fmla="*/ 2642192 w 4954903"/>
                <a:gd name="connsiteY5507" fmla="*/ 4154423 h 4882701"/>
                <a:gd name="connsiteX5508" fmla="*/ 2631304 w 4954903"/>
                <a:gd name="connsiteY5508" fmla="*/ 4169870 h 4882701"/>
                <a:gd name="connsiteX5509" fmla="*/ 2651561 w 4954903"/>
                <a:gd name="connsiteY5509" fmla="*/ 4165819 h 4882701"/>
                <a:gd name="connsiteX5510" fmla="*/ 2604208 w 4954903"/>
                <a:gd name="connsiteY5510" fmla="*/ 4164806 h 4882701"/>
                <a:gd name="connsiteX5511" fmla="*/ 2594586 w 4954903"/>
                <a:gd name="connsiteY5511" fmla="*/ 4153411 h 4882701"/>
                <a:gd name="connsiteX5512" fmla="*/ 2583950 w 4954903"/>
                <a:gd name="connsiteY5512" fmla="*/ 4168857 h 4882701"/>
                <a:gd name="connsiteX5513" fmla="*/ 2604208 w 4954903"/>
                <a:gd name="connsiteY5513" fmla="*/ 4164806 h 4882701"/>
                <a:gd name="connsiteX5514" fmla="*/ 2556855 w 4954903"/>
                <a:gd name="connsiteY5514" fmla="*/ 4163540 h 4882701"/>
                <a:gd name="connsiteX5515" fmla="*/ 2546979 w 4954903"/>
                <a:gd name="connsiteY5515" fmla="*/ 4152144 h 4882701"/>
                <a:gd name="connsiteX5516" fmla="*/ 2536597 w 4954903"/>
                <a:gd name="connsiteY5516" fmla="*/ 4167591 h 4882701"/>
                <a:gd name="connsiteX5517" fmla="*/ 2556855 w 4954903"/>
                <a:gd name="connsiteY5517" fmla="*/ 4163540 h 4882701"/>
                <a:gd name="connsiteX5518" fmla="*/ 2499120 w 4954903"/>
                <a:gd name="connsiteY5518" fmla="*/ 4151131 h 4882701"/>
                <a:gd name="connsiteX5519" fmla="*/ 2489244 w 4954903"/>
                <a:gd name="connsiteY5519" fmla="*/ 4166578 h 4882701"/>
                <a:gd name="connsiteX5520" fmla="*/ 2509502 w 4954903"/>
                <a:gd name="connsiteY5520" fmla="*/ 4162527 h 4882701"/>
                <a:gd name="connsiteX5521" fmla="*/ 2499120 w 4954903"/>
                <a:gd name="connsiteY5521" fmla="*/ 4151131 h 4882701"/>
                <a:gd name="connsiteX5522" fmla="*/ 2450753 w 4954903"/>
                <a:gd name="connsiteY5522" fmla="*/ 4150372 h 4882701"/>
                <a:gd name="connsiteX5523" fmla="*/ 2441384 w 4954903"/>
                <a:gd name="connsiteY5523" fmla="*/ 4165819 h 4882701"/>
                <a:gd name="connsiteX5524" fmla="*/ 2461642 w 4954903"/>
                <a:gd name="connsiteY5524" fmla="*/ 4161514 h 4882701"/>
                <a:gd name="connsiteX5525" fmla="*/ 2450753 w 4954903"/>
                <a:gd name="connsiteY5525" fmla="*/ 4150372 h 4882701"/>
                <a:gd name="connsiteX5526" fmla="*/ 2402387 w 4954903"/>
                <a:gd name="connsiteY5526" fmla="*/ 4149359 h 4882701"/>
                <a:gd name="connsiteX5527" fmla="*/ 2393271 w 4954903"/>
                <a:gd name="connsiteY5527" fmla="*/ 4164806 h 4882701"/>
                <a:gd name="connsiteX5528" fmla="*/ 2413276 w 4954903"/>
                <a:gd name="connsiteY5528" fmla="*/ 4160501 h 4882701"/>
                <a:gd name="connsiteX5529" fmla="*/ 2402387 w 4954903"/>
                <a:gd name="connsiteY5529" fmla="*/ 4149359 h 4882701"/>
                <a:gd name="connsiteX5530" fmla="*/ 2365163 w 4954903"/>
                <a:gd name="connsiteY5530" fmla="*/ 4159741 h 4882701"/>
                <a:gd name="connsiteX5531" fmla="*/ 2353768 w 4954903"/>
                <a:gd name="connsiteY5531" fmla="*/ 4148346 h 4882701"/>
                <a:gd name="connsiteX5532" fmla="*/ 2344905 w 4954903"/>
                <a:gd name="connsiteY5532" fmla="*/ 4163793 h 4882701"/>
                <a:gd name="connsiteX5533" fmla="*/ 2365163 w 4954903"/>
                <a:gd name="connsiteY5533" fmla="*/ 4159741 h 4882701"/>
                <a:gd name="connsiteX5534" fmla="*/ 2316797 w 4954903"/>
                <a:gd name="connsiteY5534" fmla="*/ 4158982 h 4882701"/>
                <a:gd name="connsiteX5535" fmla="*/ 2304895 w 4954903"/>
                <a:gd name="connsiteY5535" fmla="*/ 4147586 h 4882701"/>
                <a:gd name="connsiteX5536" fmla="*/ 2297299 w 4954903"/>
                <a:gd name="connsiteY5536" fmla="*/ 4164046 h 4882701"/>
                <a:gd name="connsiteX5537" fmla="*/ 2316797 w 4954903"/>
                <a:gd name="connsiteY5537" fmla="*/ 4158982 h 4882701"/>
                <a:gd name="connsiteX5538" fmla="*/ 941021 w 4954903"/>
                <a:gd name="connsiteY5538" fmla="*/ 4186330 h 4882701"/>
                <a:gd name="connsiteX5539" fmla="*/ 938995 w 4954903"/>
                <a:gd name="connsiteY5539" fmla="*/ 4176961 h 4882701"/>
                <a:gd name="connsiteX5540" fmla="*/ 924561 w 4954903"/>
                <a:gd name="connsiteY5540" fmla="*/ 4166325 h 4882701"/>
                <a:gd name="connsiteX5541" fmla="*/ 923801 w 4954903"/>
                <a:gd name="connsiteY5541" fmla="*/ 4166578 h 4882701"/>
                <a:gd name="connsiteX5542" fmla="*/ 941021 w 4954903"/>
                <a:gd name="connsiteY5542" fmla="*/ 4186330 h 4882701"/>
                <a:gd name="connsiteX5543" fmla="*/ 919243 w 4954903"/>
                <a:gd name="connsiteY5543" fmla="*/ 4187849 h 4882701"/>
                <a:gd name="connsiteX5544" fmla="*/ 916964 w 4954903"/>
                <a:gd name="connsiteY5544" fmla="*/ 4178480 h 4882701"/>
                <a:gd name="connsiteX5545" fmla="*/ 902530 w 4954903"/>
                <a:gd name="connsiteY5545" fmla="*/ 4167844 h 4882701"/>
                <a:gd name="connsiteX5546" fmla="*/ 901771 w 4954903"/>
                <a:gd name="connsiteY5546" fmla="*/ 4168098 h 4882701"/>
                <a:gd name="connsiteX5547" fmla="*/ 919243 w 4954903"/>
                <a:gd name="connsiteY5547" fmla="*/ 4187849 h 4882701"/>
                <a:gd name="connsiteX5548" fmla="*/ 898732 w 4954903"/>
                <a:gd name="connsiteY5548" fmla="*/ 4189622 h 4882701"/>
                <a:gd name="connsiteX5549" fmla="*/ 895946 w 4954903"/>
                <a:gd name="connsiteY5549" fmla="*/ 4180253 h 4882701"/>
                <a:gd name="connsiteX5550" fmla="*/ 881766 w 4954903"/>
                <a:gd name="connsiteY5550" fmla="*/ 4169617 h 4882701"/>
                <a:gd name="connsiteX5551" fmla="*/ 881006 w 4954903"/>
                <a:gd name="connsiteY5551" fmla="*/ 4169870 h 4882701"/>
                <a:gd name="connsiteX5552" fmla="*/ 898732 w 4954903"/>
                <a:gd name="connsiteY5552" fmla="*/ 4189622 h 4882701"/>
                <a:gd name="connsiteX5553" fmla="*/ 879234 w 4954903"/>
                <a:gd name="connsiteY5553" fmla="*/ 4191395 h 4882701"/>
                <a:gd name="connsiteX5554" fmla="*/ 876195 w 4954903"/>
                <a:gd name="connsiteY5554" fmla="*/ 4182025 h 4882701"/>
                <a:gd name="connsiteX5555" fmla="*/ 862014 w 4954903"/>
                <a:gd name="connsiteY5555" fmla="*/ 4171390 h 4882701"/>
                <a:gd name="connsiteX5556" fmla="*/ 861254 w 4954903"/>
                <a:gd name="connsiteY5556" fmla="*/ 4171643 h 4882701"/>
                <a:gd name="connsiteX5557" fmla="*/ 879234 w 4954903"/>
                <a:gd name="connsiteY5557" fmla="*/ 4191395 h 4882701"/>
                <a:gd name="connsiteX5558" fmla="*/ 861001 w 4954903"/>
                <a:gd name="connsiteY5558" fmla="*/ 4193167 h 4882701"/>
                <a:gd name="connsiteX5559" fmla="*/ 857456 w 4954903"/>
                <a:gd name="connsiteY5559" fmla="*/ 4183798 h 4882701"/>
                <a:gd name="connsiteX5560" fmla="*/ 843529 w 4954903"/>
                <a:gd name="connsiteY5560" fmla="*/ 4173162 h 4882701"/>
                <a:gd name="connsiteX5561" fmla="*/ 842769 w 4954903"/>
                <a:gd name="connsiteY5561" fmla="*/ 4173415 h 4882701"/>
                <a:gd name="connsiteX5562" fmla="*/ 861001 w 4954903"/>
                <a:gd name="connsiteY5562" fmla="*/ 4193167 h 4882701"/>
                <a:gd name="connsiteX5563" fmla="*/ 843782 w 4954903"/>
                <a:gd name="connsiteY5563" fmla="*/ 4194940 h 4882701"/>
                <a:gd name="connsiteX5564" fmla="*/ 839983 w 4954903"/>
                <a:gd name="connsiteY5564" fmla="*/ 4185570 h 4882701"/>
                <a:gd name="connsiteX5565" fmla="*/ 826309 w 4954903"/>
                <a:gd name="connsiteY5565" fmla="*/ 4174935 h 4882701"/>
                <a:gd name="connsiteX5566" fmla="*/ 825803 w 4954903"/>
                <a:gd name="connsiteY5566" fmla="*/ 4175188 h 4882701"/>
                <a:gd name="connsiteX5567" fmla="*/ 843782 w 4954903"/>
                <a:gd name="connsiteY5567" fmla="*/ 4194940 h 4882701"/>
                <a:gd name="connsiteX5568" fmla="*/ 827575 w 4954903"/>
                <a:gd name="connsiteY5568" fmla="*/ 4196966 h 4882701"/>
                <a:gd name="connsiteX5569" fmla="*/ 823271 w 4954903"/>
                <a:gd name="connsiteY5569" fmla="*/ 4187596 h 4882701"/>
                <a:gd name="connsiteX5570" fmla="*/ 809596 w 4954903"/>
                <a:gd name="connsiteY5570" fmla="*/ 4177214 h 4882701"/>
                <a:gd name="connsiteX5571" fmla="*/ 809343 w 4954903"/>
                <a:gd name="connsiteY5571" fmla="*/ 4177214 h 4882701"/>
                <a:gd name="connsiteX5572" fmla="*/ 827575 w 4954903"/>
                <a:gd name="connsiteY5572" fmla="*/ 4196966 h 4882701"/>
                <a:gd name="connsiteX5573" fmla="*/ 812635 w 4954903"/>
                <a:gd name="connsiteY5573" fmla="*/ 4198738 h 4882701"/>
                <a:gd name="connsiteX5574" fmla="*/ 808077 w 4954903"/>
                <a:gd name="connsiteY5574" fmla="*/ 4189369 h 4882701"/>
                <a:gd name="connsiteX5575" fmla="*/ 794656 w 4954903"/>
                <a:gd name="connsiteY5575" fmla="*/ 4178986 h 4882701"/>
                <a:gd name="connsiteX5576" fmla="*/ 794403 w 4954903"/>
                <a:gd name="connsiteY5576" fmla="*/ 4178986 h 4882701"/>
                <a:gd name="connsiteX5577" fmla="*/ 812635 w 4954903"/>
                <a:gd name="connsiteY5577" fmla="*/ 4198738 h 4882701"/>
                <a:gd name="connsiteX5578" fmla="*/ 798961 w 4954903"/>
                <a:gd name="connsiteY5578" fmla="*/ 4200764 h 4882701"/>
                <a:gd name="connsiteX5579" fmla="*/ 793896 w 4954903"/>
                <a:gd name="connsiteY5579" fmla="*/ 4191395 h 4882701"/>
                <a:gd name="connsiteX5580" fmla="*/ 780729 w 4954903"/>
                <a:gd name="connsiteY5580" fmla="*/ 4181012 h 4882701"/>
                <a:gd name="connsiteX5581" fmla="*/ 780475 w 4954903"/>
                <a:gd name="connsiteY5581" fmla="*/ 4181012 h 4882701"/>
                <a:gd name="connsiteX5582" fmla="*/ 798961 w 4954903"/>
                <a:gd name="connsiteY5582" fmla="*/ 4200764 h 4882701"/>
                <a:gd name="connsiteX5583" fmla="*/ 780982 w 4954903"/>
                <a:gd name="connsiteY5583" fmla="*/ 4193420 h 4882701"/>
                <a:gd name="connsiteX5584" fmla="*/ 767814 w 4954903"/>
                <a:gd name="connsiteY5584" fmla="*/ 4183038 h 4882701"/>
                <a:gd name="connsiteX5585" fmla="*/ 767561 w 4954903"/>
                <a:gd name="connsiteY5585" fmla="*/ 4183038 h 4882701"/>
                <a:gd name="connsiteX5586" fmla="*/ 786300 w 4954903"/>
                <a:gd name="connsiteY5586" fmla="*/ 4202537 h 4882701"/>
                <a:gd name="connsiteX5587" fmla="*/ 780982 w 4954903"/>
                <a:gd name="connsiteY5587" fmla="*/ 4193420 h 4882701"/>
                <a:gd name="connsiteX5588" fmla="*/ 769333 w 4954903"/>
                <a:gd name="connsiteY5588" fmla="*/ 4195700 h 4882701"/>
                <a:gd name="connsiteX5589" fmla="*/ 756419 w 4954903"/>
                <a:gd name="connsiteY5589" fmla="*/ 4185317 h 4882701"/>
                <a:gd name="connsiteX5590" fmla="*/ 756166 w 4954903"/>
                <a:gd name="connsiteY5590" fmla="*/ 4185317 h 4882701"/>
                <a:gd name="connsiteX5591" fmla="*/ 774904 w 4954903"/>
                <a:gd name="connsiteY5591" fmla="*/ 4204816 h 4882701"/>
                <a:gd name="connsiteX5592" fmla="*/ 769333 w 4954903"/>
                <a:gd name="connsiteY5592" fmla="*/ 4195700 h 4882701"/>
                <a:gd name="connsiteX5593" fmla="*/ 758698 w 4954903"/>
                <a:gd name="connsiteY5593" fmla="*/ 4197725 h 4882701"/>
                <a:gd name="connsiteX5594" fmla="*/ 746037 w 4954903"/>
                <a:gd name="connsiteY5594" fmla="*/ 4187343 h 4882701"/>
                <a:gd name="connsiteX5595" fmla="*/ 745784 w 4954903"/>
                <a:gd name="connsiteY5595" fmla="*/ 4187343 h 4882701"/>
                <a:gd name="connsiteX5596" fmla="*/ 764775 w 4954903"/>
                <a:gd name="connsiteY5596" fmla="*/ 4206842 h 4882701"/>
                <a:gd name="connsiteX5597" fmla="*/ 758698 w 4954903"/>
                <a:gd name="connsiteY5597" fmla="*/ 4197725 h 4882701"/>
                <a:gd name="connsiteX5598" fmla="*/ 755913 w 4954903"/>
                <a:gd name="connsiteY5598" fmla="*/ 4209120 h 4882701"/>
                <a:gd name="connsiteX5599" fmla="*/ 749582 w 4954903"/>
                <a:gd name="connsiteY5599" fmla="*/ 4199751 h 4882701"/>
                <a:gd name="connsiteX5600" fmla="*/ 737174 w 4954903"/>
                <a:gd name="connsiteY5600" fmla="*/ 4189369 h 4882701"/>
                <a:gd name="connsiteX5601" fmla="*/ 736921 w 4954903"/>
                <a:gd name="connsiteY5601" fmla="*/ 4189369 h 4882701"/>
                <a:gd name="connsiteX5602" fmla="*/ 755913 w 4954903"/>
                <a:gd name="connsiteY5602" fmla="*/ 4209120 h 4882701"/>
                <a:gd name="connsiteX5603" fmla="*/ 729071 w 4954903"/>
                <a:gd name="connsiteY5603" fmla="*/ 4191648 h 4882701"/>
                <a:gd name="connsiteX5604" fmla="*/ 748063 w 4954903"/>
                <a:gd name="connsiteY5604" fmla="*/ 4211146 h 4882701"/>
                <a:gd name="connsiteX5605" fmla="*/ 741225 w 4954903"/>
                <a:gd name="connsiteY5605" fmla="*/ 4201777 h 4882701"/>
                <a:gd name="connsiteX5606" fmla="*/ 729071 w 4954903"/>
                <a:gd name="connsiteY5606" fmla="*/ 4191648 h 4882701"/>
                <a:gd name="connsiteX5607" fmla="*/ 722487 w 4954903"/>
                <a:gd name="connsiteY5607" fmla="*/ 4193927 h 4882701"/>
                <a:gd name="connsiteX5608" fmla="*/ 741732 w 4954903"/>
                <a:gd name="connsiteY5608" fmla="*/ 4213425 h 4882701"/>
                <a:gd name="connsiteX5609" fmla="*/ 734388 w 4954903"/>
                <a:gd name="connsiteY5609" fmla="*/ 4204056 h 4882701"/>
                <a:gd name="connsiteX5610" fmla="*/ 722487 w 4954903"/>
                <a:gd name="connsiteY5610" fmla="*/ 4193927 h 4882701"/>
                <a:gd name="connsiteX5611" fmla="*/ 729071 w 4954903"/>
                <a:gd name="connsiteY5611" fmla="*/ 4206588 h 4882701"/>
                <a:gd name="connsiteX5612" fmla="*/ 717422 w 4954903"/>
                <a:gd name="connsiteY5612" fmla="*/ 4196206 h 4882701"/>
                <a:gd name="connsiteX5613" fmla="*/ 736667 w 4954903"/>
                <a:gd name="connsiteY5613" fmla="*/ 4215704 h 4882701"/>
                <a:gd name="connsiteX5614" fmla="*/ 729071 w 4954903"/>
                <a:gd name="connsiteY5614" fmla="*/ 4206588 h 4882701"/>
                <a:gd name="connsiteX5615" fmla="*/ 729071 w 4954903"/>
                <a:gd name="connsiteY5615" fmla="*/ 4206588 h 4882701"/>
                <a:gd name="connsiteX5616" fmla="*/ 713371 w 4954903"/>
                <a:gd name="connsiteY5616" fmla="*/ 4198738 h 4882701"/>
                <a:gd name="connsiteX5617" fmla="*/ 732616 w 4954903"/>
                <a:gd name="connsiteY5617" fmla="*/ 4218237 h 4882701"/>
                <a:gd name="connsiteX5618" fmla="*/ 724766 w 4954903"/>
                <a:gd name="connsiteY5618" fmla="*/ 4208867 h 4882701"/>
                <a:gd name="connsiteX5619" fmla="*/ 713371 w 4954903"/>
                <a:gd name="connsiteY5619" fmla="*/ 4198738 h 4882701"/>
                <a:gd name="connsiteX5620" fmla="*/ 710585 w 4954903"/>
                <a:gd name="connsiteY5620" fmla="*/ 4201017 h 4882701"/>
                <a:gd name="connsiteX5621" fmla="*/ 730084 w 4954903"/>
                <a:gd name="connsiteY5621" fmla="*/ 4220516 h 4882701"/>
                <a:gd name="connsiteX5622" fmla="*/ 721727 w 4954903"/>
                <a:gd name="connsiteY5622" fmla="*/ 4211146 h 4882701"/>
                <a:gd name="connsiteX5623" fmla="*/ 710585 w 4954903"/>
                <a:gd name="connsiteY5623" fmla="*/ 4201017 h 4882701"/>
                <a:gd name="connsiteX5624" fmla="*/ 3285386 w 4954903"/>
                <a:gd name="connsiteY5624" fmla="*/ 4132646 h 4882701"/>
                <a:gd name="connsiteX5625" fmla="*/ 3270192 w 4954903"/>
                <a:gd name="connsiteY5625" fmla="*/ 4148852 h 4882701"/>
                <a:gd name="connsiteX5626" fmla="*/ 3289691 w 4954903"/>
                <a:gd name="connsiteY5626" fmla="*/ 4144295 h 4882701"/>
                <a:gd name="connsiteX5627" fmla="*/ 3285386 w 4954903"/>
                <a:gd name="connsiteY5627" fmla="*/ 4132646 h 4882701"/>
                <a:gd name="connsiteX5628" fmla="*/ 3247655 w 4954903"/>
                <a:gd name="connsiteY5628" fmla="*/ 4142269 h 4882701"/>
                <a:gd name="connsiteX5629" fmla="*/ 3243097 w 4954903"/>
                <a:gd name="connsiteY5629" fmla="*/ 4130620 h 4882701"/>
                <a:gd name="connsiteX5630" fmla="*/ 3228157 w 4954903"/>
                <a:gd name="connsiteY5630" fmla="*/ 4146827 h 4882701"/>
                <a:gd name="connsiteX5631" fmla="*/ 3247655 w 4954903"/>
                <a:gd name="connsiteY5631" fmla="*/ 4142269 h 4882701"/>
                <a:gd name="connsiteX5632" fmla="*/ 2932136 w 4954903"/>
                <a:gd name="connsiteY5632" fmla="*/ 4118212 h 4882701"/>
                <a:gd name="connsiteX5633" fmla="*/ 2918968 w 4954903"/>
                <a:gd name="connsiteY5633" fmla="*/ 4133912 h 4882701"/>
                <a:gd name="connsiteX5634" fmla="*/ 2939479 w 4954903"/>
                <a:gd name="connsiteY5634" fmla="*/ 4129861 h 4882701"/>
                <a:gd name="connsiteX5635" fmla="*/ 2932136 w 4954903"/>
                <a:gd name="connsiteY5635" fmla="*/ 4118212 h 4882701"/>
                <a:gd name="connsiteX5636" fmla="*/ 2893392 w 4954903"/>
                <a:gd name="connsiteY5636" fmla="*/ 4128341 h 4882701"/>
                <a:gd name="connsiteX5637" fmla="*/ 2885795 w 4954903"/>
                <a:gd name="connsiteY5637" fmla="*/ 4116693 h 4882701"/>
                <a:gd name="connsiteX5638" fmla="*/ 2872881 w 4954903"/>
                <a:gd name="connsiteY5638" fmla="*/ 4132393 h 4882701"/>
                <a:gd name="connsiteX5639" fmla="*/ 2893392 w 4954903"/>
                <a:gd name="connsiteY5639" fmla="*/ 4128341 h 4882701"/>
                <a:gd name="connsiteX5640" fmla="*/ 2847052 w 4954903"/>
                <a:gd name="connsiteY5640" fmla="*/ 4126822 h 4882701"/>
                <a:gd name="connsiteX5641" fmla="*/ 2838949 w 4954903"/>
                <a:gd name="connsiteY5641" fmla="*/ 4115173 h 4882701"/>
                <a:gd name="connsiteX5642" fmla="*/ 2826541 w 4954903"/>
                <a:gd name="connsiteY5642" fmla="*/ 4130874 h 4882701"/>
                <a:gd name="connsiteX5643" fmla="*/ 2847052 w 4954903"/>
                <a:gd name="connsiteY5643" fmla="*/ 4126822 h 4882701"/>
                <a:gd name="connsiteX5644" fmla="*/ 2800205 w 4954903"/>
                <a:gd name="connsiteY5644" fmla="*/ 4125556 h 4882701"/>
                <a:gd name="connsiteX5645" fmla="*/ 2791595 w 4954903"/>
                <a:gd name="connsiteY5645" fmla="*/ 4113908 h 4882701"/>
                <a:gd name="connsiteX5646" fmla="*/ 2779441 w 4954903"/>
                <a:gd name="connsiteY5646" fmla="*/ 4129607 h 4882701"/>
                <a:gd name="connsiteX5647" fmla="*/ 2800205 w 4954903"/>
                <a:gd name="connsiteY5647" fmla="*/ 4125556 h 4882701"/>
                <a:gd name="connsiteX5648" fmla="*/ 2752852 w 4954903"/>
                <a:gd name="connsiteY5648" fmla="*/ 4124036 h 4882701"/>
                <a:gd name="connsiteX5649" fmla="*/ 2743989 w 4954903"/>
                <a:gd name="connsiteY5649" fmla="*/ 4112388 h 4882701"/>
                <a:gd name="connsiteX5650" fmla="*/ 2732087 w 4954903"/>
                <a:gd name="connsiteY5650" fmla="*/ 4128088 h 4882701"/>
                <a:gd name="connsiteX5651" fmla="*/ 2752852 w 4954903"/>
                <a:gd name="connsiteY5651" fmla="*/ 4124036 h 4882701"/>
                <a:gd name="connsiteX5652" fmla="*/ 2705498 w 4954903"/>
                <a:gd name="connsiteY5652" fmla="*/ 4122770 h 4882701"/>
                <a:gd name="connsiteX5653" fmla="*/ 2696383 w 4954903"/>
                <a:gd name="connsiteY5653" fmla="*/ 4111122 h 4882701"/>
                <a:gd name="connsiteX5654" fmla="*/ 2684734 w 4954903"/>
                <a:gd name="connsiteY5654" fmla="*/ 4126822 h 4882701"/>
                <a:gd name="connsiteX5655" fmla="*/ 2705498 w 4954903"/>
                <a:gd name="connsiteY5655" fmla="*/ 4122770 h 4882701"/>
                <a:gd name="connsiteX5656" fmla="*/ 2657386 w 4954903"/>
                <a:gd name="connsiteY5656" fmla="*/ 4121504 h 4882701"/>
                <a:gd name="connsiteX5657" fmla="*/ 2647763 w 4954903"/>
                <a:gd name="connsiteY5657" fmla="*/ 4109856 h 4882701"/>
                <a:gd name="connsiteX5658" fmla="*/ 2636621 w 4954903"/>
                <a:gd name="connsiteY5658" fmla="*/ 4125556 h 4882701"/>
                <a:gd name="connsiteX5659" fmla="*/ 2657386 w 4954903"/>
                <a:gd name="connsiteY5659" fmla="*/ 4121504 h 4882701"/>
                <a:gd name="connsiteX5660" fmla="*/ 2609273 w 4954903"/>
                <a:gd name="connsiteY5660" fmla="*/ 4120238 h 4882701"/>
                <a:gd name="connsiteX5661" fmla="*/ 2599397 w 4954903"/>
                <a:gd name="connsiteY5661" fmla="*/ 4108590 h 4882701"/>
                <a:gd name="connsiteX5662" fmla="*/ 2588508 w 4954903"/>
                <a:gd name="connsiteY5662" fmla="*/ 4124290 h 4882701"/>
                <a:gd name="connsiteX5663" fmla="*/ 2609273 w 4954903"/>
                <a:gd name="connsiteY5663" fmla="*/ 4120238 h 4882701"/>
                <a:gd name="connsiteX5664" fmla="*/ 2560653 w 4954903"/>
                <a:gd name="connsiteY5664" fmla="*/ 4119225 h 4882701"/>
                <a:gd name="connsiteX5665" fmla="*/ 2550524 w 4954903"/>
                <a:gd name="connsiteY5665" fmla="*/ 4107577 h 4882701"/>
                <a:gd name="connsiteX5666" fmla="*/ 2539889 w 4954903"/>
                <a:gd name="connsiteY5666" fmla="*/ 4123277 h 4882701"/>
                <a:gd name="connsiteX5667" fmla="*/ 2560653 w 4954903"/>
                <a:gd name="connsiteY5667" fmla="*/ 4119225 h 4882701"/>
                <a:gd name="connsiteX5668" fmla="*/ 2501399 w 4954903"/>
                <a:gd name="connsiteY5668" fmla="*/ 4106564 h 4882701"/>
                <a:gd name="connsiteX5669" fmla="*/ 2491269 w 4954903"/>
                <a:gd name="connsiteY5669" fmla="*/ 4122264 h 4882701"/>
                <a:gd name="connsiteX5670" fmla="*/ 2512034 w 4954903"/>
                <a:gd name="connsiteY5670" fmla="*/ 4117959 h 4882701"/>
                <a:gd name="connsiteX5671" fmla="*/ 2501399 w 4954903"/>
                <a:gd name="connsiteY5671" fmla="*/ 4106564 h 4882701"/>
                <a:gd name="connsiteX5672" fmla="*/ 2451766 w 4954903"/>
                <a:gd name="connsiteY5672" fmla="*/ 4105551 h 4882701"/>
                <a:gd name="connsiteX5673" fmla="*/ 2442144 w 4954903"/>
                <a:gd name="connsiteY5673" fmla="*/ 4121504 h 4882701"/>
                <a:gd name="connsiteX5674" fmla="*/ 2462908 w 4954903"/>
                <a:gd name="connsiteY5674" fmla="*/ 4117199 h 4882701"/>
                <a:gd name="connsiteX5675" fmla="*/ 2451766 w 4954903"/>
                <a:gd name="connsiteY5675" fmla="*/ 4105551 h 4882701"/>
                <a:gd name="connsiteX5676" fmla="*/ 2402387 w 4954903"/>
                <a:gd name="connsiteY5676" fmla="*/ 4104538 h 4882701"/>
                <a:gd name="connsiteX5677" fmla="*/ 2393018 w 4954903"/>
                <a:gd name="connsiteY5677" fmla="*/ 4120491 h 4882701"/>
                <a:gd name="connsiteX5678" fmla="*/ 2413529 w 4954903"/>
                <a:gd name="connsiteY5678" fmla="*/ 4116186 h 4882701"/>
                <a:gd name="connsiteX5679" fmla="*/ 2402387 w 4954903"/>
                <a:gd name="connsiteY5679" fmla="*/ 4104538 h 4882701"/>
                <a:gd name="connsiteX5680" fmla="*/ 2364150 w 4954903"/>
                <a:gd name="connsiteY5680" fmla="*/ 4115173 h 4882701"/>
                <a:gd name="connsiteX5681" fmla="*/ 2352502 w 4954903"/>
                <a:gd name="connsiteY5681" fmla="*/ 4103525 h 4882701"/>
                <a:gd name="connsiteX5682" fmla="*/ 2343386 w 4954903"/>
                <a:gd name="connsiteY5682" fmla="*/ 4119478 h 4882701"/>
                <a:gd name="connsiteX5683" fmla="*/ 2364150 w 4954903"/>
                <a:gd name="connsiteY5683" fmla="*/ 4115173 h 4882701"/>
                <a:gd name="connsiteX5684" fmla="*/ 2314518 w 4954903"/>
                <a:gd name="connsiteY5684" fmla="*/ 4114414 h 4882701"/>
                <a:gd name="connsiteX5685" fmla="*/ 2302363 w 4954903"/>
                <a:gd name="connsiteY5685" fmla="*/ 4102766 h 4882701"/>
                <a:gd name="connsiteX5686" fmla="*/ 2294513 w 4954903"/>
                <a:gd name="connsiteY5686" fmla="*/ 4119478 h 4882701"/>
                <a:gd name="connsiteX5687" fmla="*/ 2314518 w 4954903"/>
                <a:gd name="connsiteY5687" fmla="*/ 4114414 h 4882701"/>
                <a:gd name="connsiteX5688" fmla="*/ 2264632 w 4954903"/>
                <a:gd name="connsiteY5688" fmla="*/ 4113654 h 4882701"/>
                <a:gd name="connsiteX5689" fmla="*/ 2252477 w 4954903"/>
                <a:gd name="connsiteY5689" fmla="*/ 4102006 h 4882701"/>
                <a:gd name="connsiteX5690" fmla="*/ 2245134 w 4954903"/>
                <a:gd name="connsiteY5690" fmla="*/ 4118719 h 4882701"/>
                <a:gd name="connsiteX5691" fmla="*/ 2264632 w 4954903"/>
                <a:gd name="connsiteY5691" fmla="*/ 4113654 h 4882701"/>
                <a:gd name="connsiteX5692" fmla="*/ 2214747 w 4954903"/>
                <a:gd name="connsiteY5692" fmla="*/ 4112894 h 4882701"/>
                <a:gd name="connsiteX5693" fmla="*/ 2202086 w 4954903"/>
                <a:gd name="connsiteY5693" fmla="*/ 4101499 h 4882701"/>
                <a:gd name="connsiteX5694" fmla="*/ 2194995 w 4954903"/>
                <a:gd name="connsiteY5694" fmla="*/ 4118212 h 4882701"/>
                <a:gd name="connsiteX5695" fmla="*/ 2214747 w 4954903"/>
                <a:gd name="connsiteY5695" fmla="*/ 4112894 h 4882701"/>
                <a:gd name="connsiteX5696" fmla="*/ 902277 w 4954903"/>
                <a:gd name="connsiteY5696" fmla="*/ 4132899 h 4882701"/>
                <a:gd name="connsiteX5697" fmla="*/ 888096 w 4954903"/>
                <a:gd name="connsiteY5697" fmla="*/ 4122011 h 4882701"/>
                <a:gd name="connsiteX5698" fmla="*/ 887084 w 4954903"/>
                <a:gd name="connsiteY5698" fmla="*/ 4122264 h 4882701"/>
                <a:gd name="connsiteX5699" fmla="*/ 904050 w 4954903"/>
                <a:gd name="connsiteY5699" fmla="*/ 4142269 h 4882701"/>
                <a:gd name="connsiteX5700" fmla="*/ 902277 w 4954903"/>
                <a:gd name="connsiteY5700" fmla="*/ 4132899 h 4882701"/>
                <a:gd name="connsiteX5701" fmla="*/ 881766 w 4954903"/>
                <a:gd name="connsiteY5701" fmla="*/ 4144041 h 4882701"/>
                <a:gd name="connsiteX5702" fmla="*/ 879740 w 4954903"/>
                <a:gd name="connsiteY5702" fmla="*/ 4134672 h 4882701"/>
                <a:gd name="connsiteX5703" fmla="*/ 865559 w 4954903"/>
                <a:gd name="connsiteY5703" fmla="*/ 4123783 h 4882701"/>
                <a:gd name="connsiteX5704" fmla="*/ 864800 w 4954903"/>
                <a:gd name="connsiteY5704" fmla="*/ 4124036 h 4882701"/>
                <a:gd name="connsiteX5705" fmla="*/ 881766 w 4954903"/>
                <a:gd name="connsiteY5705" fmla="*/ 4144041 h 4882701"/>
                <a:gd name="connsiteX5706" fmla="*/ 860748 w 4954903"/>
                <a:gd name="connsiteY5706" fmla="*/ 4145814 h 4882701"/>
                <a:gd name="connsiteX5707" fmla="*/ 858469 w 4954903"/>
                <a:gd name="connsiteY5707" fmla="*/ 4136445 h 4882701"/>
                <a:gd name="connsiteX5708" fmla="*/ 844288 w 4954903"/>
                <a:gd name="connsiteY5708" fmla="*/ 4125556 h 4882701"/>
                <a:gd name="connsiteX5709" fmla="*/ 843529 w 4954903"/>
                <a:gd name="connsiteY5709" fmla="*/ 4125809 h 4882701"/>
                <a:gd name="connsiteX5710" fmla="*/ 860748 w 4954903"/>
                <a:gd name="connsiteY5710" fmla="*/ 4145814 h 4882701"/>
                <a:gd name="connsiteX5711" fmla="*/ 840743 w 4954903"/>
                <a:gd name="connsiteY5711" fmla="*/ 4147586 h 4882701"/>
                <a:gd name="connsiteX5712" fmla="*/ 837958 w 4954903"/>
                <a:gd name="connsiteY5712" fmla="*/ 4137964 h 4882701"/>
                <a:gd name="connsiteX5713" fmla="*/ 824030 w 4954903"/>
                <a:gd name="connsiteY5713" fmla="*/ 4127075 h 4882701"/>
                <a:gd name="connsiteX5714" fmla="*/ 823271 w 4954903"/>
                <a:gd name="connsiteY5714" fmla="*/ 4127328 h 4882701"/>
                <a:gd name="connsiteX5715" fmla="*/ 840743 w 4954903"/>
                <a:gd name="connsiteY5715" fmla="*/ 4147586 h 4882701"/>
                <a:gd name="connsiteX5716" fmla="*/ 822004 w 4954903"/>
                <a:gd name="connsiteY5716" fmla="*/ 4149359 h 4882701"/>
                <a:gd name="connsiteX5717" fmla="*/ 818713 w 4954903"/>
                <a:gd name="connsiteY5717" fmla="*/ 4139990 h 4882701"/>
                <a:gd name="connsiteX5718" fmla="*/ 805038 w 4954903"/>
                <a:gd name="connsiteY5718" fmla="*/ 4129101 h 4882701"/>
                <a:gd name="connsiteX5719" fmla="*/ 804279 w 4954903"/>
                <a:gd name="connsiteY5719" fmla="*/ 4129354 h 4882701"/>
                <a:gd name="connsiteX5720" fmla="*/ 822004 w 4954903"/>
                <a:gd name="connsiteY5720" fmla="*/ 4149359 h 4882701"/>
                <a:gd name="connsiteX5721" fmla="*/ 804279 w 4954903"/>
                <a:gd name="connsiteY5721" fmla="*/ 4151385 h 4882701"/>
                <a:gd name="connsiteX5722" fmla="*/ 800734 w 4954903"/>
                <a:gd name="connsiteY5722" fmla="*/ 4141762 h 4882701"/>
                <a:gd name="connsiteX5723" fmla="*/ 787059 w 4954903"/>
                <a:gd name="connsiteY5723" fmla="*/ 4131127 h 4882701"/>
                <a:gd name="connsiteX5724" fmla="*/ 786553 w 4954903"/>
                <a:gd name="connsiteY5724" fmla="*/ 4131380 h 4882701"/>
                <a:gd name="connsiteX5725" fmla="*/ 804279 w 4954903"/>
                <a:gd name="connsiteY5725" fmla="*/ 4151385 h 4882701"/>
                <a:gd name="connsiteX5726" fmla="*/ 787819 w 4954903"/>
                <a:gd name="connsiteY5726" fmla="*/ 4153157 h 4882701"/>
                <a:gd name="connsiteX5727" fmla="*/ 784021 w 4954903"/>
                <a:gd name="connsiteY5727" fmla="*/ 4143535 h 4882701"/>
                <a:gd name="connsiteX5728" fmla="*/ 770600 w 4954903"/>
                <a:gd name="connsiteY5728" fmla="*/ 4132899 h 4882701"/>
                <a:gd name="connsiteX5729" fmla="*/ 770346 w 4954903"/>
                <a:gd name="connsiteY5729" fmla="*/ 4132899 h 4882701"/>
                <a:gd name="connsiteX5730" fmla="*/ 787819 w 4954903"/>
                <a:gd name="connsiteY5730" fmla="*/ 4153157 h 4882701"/>
                <a:gd name="connsiteX5731" fmla="*/ 772625 w 4954903"/>
                <a:gd name="connsiteY5731" fmla="*/ 4155183 h 4882701"/>
                <a:gd name="connsiteX5732" fmla="*/ 768321 w 4954903"/>
                <a:gd name="connsiteY5732" fmla="*/ 4145561 h 4882701"/>
                <a:gd name="connsiteX5733" fmla="*/ 755153 w 4954903"/>
                <a:gd name="connsiteY5733" fmla="*/ 4134925 h 4882701"/>
                <a:gd name="connsiteX5734" fmla="*/ 754900 w 4954903"/>
                <a:gd name="connsiteY5734" fmla="*/ 4134925 h 4882701"/>
                <a:gd name="connsiteX5735" fmla="*/ 772625 w 4954903"/>
                <a:gd name="connsiteY5735" fmla="*/ 4155183 h 4882701"/>
                <a:gd name="connsiteX5736" fmla="*/ 758445 w 4954903"/>
                <a:gd name="connsiteY5736" fmla="*/ 4157209 h 4882701"/>
                <a:gd name="connsiteX5737" fmla="*/ 753887 w 4954903"/>
                <a:gd name="connsiteY5737" fmla="*/ 4147586 h 4882701"/>
                <a:gd name="connsiteX5738" fmla="*/ 740719 w 4954903"/>
                <a:gd name="connsiteY5738" fmla="*/ 4136951 h 4882701"/>
                <a:gd name="connsiteX5739" fmla="*/ 740466 w 4954903"/>
                <a:gd name="connsiteY5739" fmla="*/ 4136951 h 4882701"/>
                <a:gd name="connsiteX5740" fmla="*/ 758445 w 4954903"/>
                <a:gd name="connsiteY5740" fmla="*/ 4157209 h 4882701"/>
                <a:gd name="connsiteX5741" fmla="*/ 745530 w 4954903"/>
                <a:gd name="connsiteY5741" fmla="*/ 4159235 h 4882701"/>
                <a:gd name="connsiteX5742" fmla="*/ 740466 w 4954903"/>
                <a:gd name="connsiteY5742" fmla="*/ 4149612 h 4882701"/>
                <a:gd name="connsiteX5743" fmla="*/ 727551 w 4954903"/>
                <a:gd name="connsiteY5743" fmla="*/ 4138977 h 4882701"/>
                <a:gd name="connsiteX5744" fmla="*/ 727298 w 4954903"/>
                <a:gd name="connsiteY5744" fmla="*/ 4138977 h 4882701"/>
                <a:gd name="connsiteX5745" fmla="*/ 745530 w 4954903"/>
                <a:gd name="connsiteY5745" fmla="*/ 4159235 h 4882701"/>
                <a:gd name="connsiteX5746" fmla="*/ 733882 w 4954903"/>
                <a:gd name="connsiteY5746" fmla="*/ 4161514 h 4882701"/>
                <a:gd name="connsiteX5747" fmla="*/ 728564 w 4954903"/>
                <a:gd name="connsiteY5747" fmla="*/ 4151891 h 4882701"/>
                <a:gd name="connsiteX5748" fmla="*/ 715903 w 4954903"/>
                <a:gd name="connsiteY5748" fmla="*/ 4141256 h 4882701"/>
                <a:gd name="connsiteX5749" fmla="*/ 715650 w 4954903"/>
                <a:gd name="connsiteY5749" fmla="*/ 4141256 h 4882701"/>
                <a:gd name="connsiteX5750" fmla="*/ 733882 w 4954903"/>
                <a:gd name="connsiteY5750" fmla="*/ 4161514 h 4882701"/>
                <a:gd name="connsiteX5751" fmla="*/ 723246 w 4954903"/>
                <a:gd name="connsiteY5751" fmla="*/ 4163540 h 4882701"/>
                <a:gd name="connsiteX5752" fmla="*/ 717422 w 4954903"/>
                <a:gd name="connsiteY5752" fmla="*/ 4153917 h 4882701"/>
                <a:gd name="connsiteX5753" fmla="*/ 705014 w 4954903"/>
                <a:gd name="connsiteY5753" fmla="*/ 4143281 h 4882701"/>
                <a:gd name="connsiteX5754" fmla="*/ 704761 w 4954903"/>
                <a:gd name="connsiteY5754" fmla="*/ 4143281 h 4882701"/>
                <a:gd name="connsiteX5755" fmla="*/ 723246 w 4954903"/>
                <a:gd name="connsiteY5755" fmla="*/ 4163540 h 4882701"/>
                <a:gd name="connsiteX5756" fmla="*/ 714130 w 4954903"/>
                <a:gd name="connsiteY5756" fmla="*/ 4165819 h 4882701"/>
                <a:gd name="connsiteX5757" fmla="*/ 708053 w 4954903"/>
                <a:gd name="connsiteY5757" fmla="*/ 4156196 h 4882701"/>
                <a:gd name="connsiteX5758" fmla="*/ 695898 w 4954903"/>
                <a:gd name="connsiteY5758" fmla="*/ 4145561 h 4882701"/>
                <a:gd name="connsiteX5759" fmla="*/ 695645 w 4954903"/>
                <a:gd name="connsiteY5759" fmla="*/ 4145561 h 4882701"/>
                <a:gd name="connsiteX5760" fmla="*/ 714130 w 4954903"/>
                <a:gd name="connsiteY5760" fmla="*/ 4165819 h 4882701"/>
                <a:gd name="connsiteX5761" fmla="*/ 687795 w 4954903"/>
                <a:gd name="connsiteY5761" fmla="*/ 4148093 h 4882701"/>
                <a:gd name="connsiteX5762" fmla="*/ 706280 w 4954903"/>
                <a:gd name="connsiteY5762" fmla="*/ 4168098 h 4882701"/>
                <a:gd name="connsiteX5763" fmla="*/ 699696 w 4954903"/>
                <a:gd name="connsiteY5763" fmla="*/ 4158475 h 4882701"/>
                <a:gd name="connsiteX5764" fmla="*/ 687795 w 4954903"/>
                <a:gd name="connsiteY5764" fmla="*/ 4148093 h 4882701"/>
                <a:gd name="connsiteX5765" fmla="*/ 680958 w 4954903"/>
                <a:gd name="connsiteY5765" fmla="*/ 4150372 h 4882701"/>
                <a:gd name="connsiteX5766" fmla="*/ 699696 w 4954903"/>
                <a:gd name="connsiteY5766" fmla="*/ 4170377 h 4882701"/>
                <a:gd name="connsiteX5767" fmla="*/ 692606 w 4954903"/>
                <a:gd name="connsiteY5767" fmla="*/ 4160754 h 4882701"/>
                <a:gd name="connsiteX5768" fmla="*/ 680958 w 4954903"/>
                <a:gd name="connsiteY5768" fmla="*/ 4150372 h 4882701"/>
                <a:gd name="connsiteX5769" fmla="*/ 675640 w 4954903"/>
                <a:gd name="connsiteY5769" fmla="*/ 4152651 h 4882701"/>
                <a:gd name="connsiteX5770" fmla="*/ 694379 w 4954903"/>
                <a:gd name="connsiteY5770" fmla="*/ 4172656 h 4882701"/>
                <a:gd name="connsiteX5771" fmla="*/ 687035 w 4954903"/>
                <a:gd name="connsiteY5771" fmla="*/ 4163033 h 4882701"/>
                <a:gd name="connsiteX5772" fmla="*/ 675640 w 4954903"/>
                <a:gd name="connsiteY5772" fmla="*/ 4152651 h 4882701"/>
                <a:gd name="connsiteX5773" fmla="*/ 671588 w 4954903"/>
                <a:gd name="connsiteY5773" fmla="*/ 4155183 h 4882701"/>
                <a:gd name="connsiteX5774" fmla="*/ 690580 w 4954903"/>
                <a:gd name="connsiteY5774" fmla="*/ 4175188 h 4882701"/>
                <a:gd name="connsiteX5775" fmla="*/ 682983 w 4954903"/>
                <a:gd name="connsiteY5775" fmla="*/ 4165565 h 4882701"/>
                <a:gd name="connsiteX5776" fmla="*/ 671588 w 4954903"/>
                <a:gd name="connsiteY5776" fmla="*/ 4155183 h 4882701"/>
                <a:gd name="connsiteX5777" fmla="*/ 668803 w 4954903"/>
                <a:gd name="connsiteY5777" fmla="*/ 4157462 h 4882701"/>
                <a:gd name="connsiteX5778" fmla="*/ 687795 w 4954903"/>
                <a:gd name="connsiteY5778" fmla="*/ 4177467 h 4882701"/>
                <a:gd name="connsiteX5779" fmla="*/ 679692 w 4954903"/>
                <a:gd name="connsiteY5779" fmla="*/ 4167844 h 4882701"/>
                <a:gd name="connsiteX5780" fmla="*/ 668803 w 4954903"/>
                <a:gd name="connsiteY5780" fmla="*/ 4157462 h 4882701"/>
                <a:gd name="connsiteX5781" fmla="*/ 3348692 w 4954903"/>
                <a:gd name="connsiteY5781" fmla="*/ 4089345 h 4882701"/>
                <a:gd name="connsiteX5782" fmla="*/ 3333246 w 4954903"/>
                <a:gd name="connsiteY5782" fmla="*/ 4106057 h 4882701"/>
                <a:gd name="connsiteX5783" fmla="*/ 3352744 w 4954903"/>
                <a:gd name="connsiteY5783" fmla="*/ 4101499 h 4882701"/>
                <a:gd name="connsiteX5784" fmla="*/ 3348692 w 4954903"/>
                <a:gd name="connsiteY5784" fmla="*/ 4089345 h 4882701"/>
                <a:gd name="connsiteX5785" fmla="*/ 3305897 w 4954903"/>
                <a:gd name="connsiteY5785" fmla="*/ 4087319 h 4882701"/>
                <a:gd name="connsiteX5786" fmla="*/ 3290703 w 4954903"/>
                <a:gd name="connsiteY5786" fmla="*/ 4104032 h 4882701"/>
                <a:gd name="connsiteX5787" fmla="*/ 3310455 w 4954903"/>
                <a:gd name="connsiteY5787" fmla="*/ 4099220 h 4882701"/>
                <a:gd name="connsiteX5788" fmla="*/ 3305897 w 4954903"/>
                <a:gd name="connsiteY5788" fmla="*/ 4087319 h 4882701"/>
                <a:gd name="connsiteX5789" fmla="*/ 3267660 w 4954903"/>
                <a:gd name="connsiteY5789" fmla="*/ 4097195 h 4882701"/>
                <a:gd name="connsiteX5790" fmla="*/ 3262849 w 4954903"/>
                <a:gd name="connsiteY5790" fmla="*/ 4085293 h 4882701"/>
                <a:gd name="connsiteX5791" fmla="*/ 3247908 w 4954903"/>
                <a:gd name="connsiteY5791" fmla="*/ 4102006 h 4882701"/>
                <a:gd name="connsiteX5792" fmla="*/ 3267660 w 4954903"/>
                <a:gd name="connsiteY5792" fmla="*/ 4097195 h 4882701"/>
                <a:gd name="connsiteX5793" fmla="*/ 2991391 w 4954903"/>
                <a:gd name="connsiteY5793" fmla="*/ 4074404 h 4882701"/>
                <a:gd name="connsiteX5794" fmla="*/ 2977716 w 4954903"/>
                <a:gd name="connsiteY5794" fmla="*/ 4090357 h 4882701"/>
                <a:gd name="connsiteX5795" fmla="*/ 2998481 w 4954903"/>
                <a:gd name="connsiteY5795" fmla="*/ 4086306 h 4882701"/>
                <a:gd name="connsiteX5796" fmla="*/ 2991391 w 4954903"/>
                <a:gd name="connsiteY5796" fmla="*/ 4074404 h 4882701"/>
                <a:gd name="connsiteX5797" fmla="*/ 2944544 w 4954903"/>
                <a:gd name="connsiteY5797" fmla="*/ 4072632 h 4882701"/>
                <a:gd name="connsiteX5798" fmla="*/ 2931376 w 4954903"/>
                <a:gd name="connsiteY5798" fmla="*/ 4088838 h 4882701"/>
                <a:gd name="connsiteX5799" fmla="*/ 2952141 w 4954903"/>
                <a:gd name="connsiteY5799" fmla="*/ 4084786 h 4882701"/>
                <a:gd name="connsiteX5800" fmla="*/ 2944544 w 4954903"/>
                <a:gd name="connsiteY5800" fmla="*/ 4072632 h 4882701"/>
                <a:gd name="connsiteX5801" fmla="*/ 2905041 w 4954903"/>
                <a:gd name="connsiteY5801" fmla="*/ 4083267 h 4882701"/>
                <a:gd name="connsiteX5802" fmla="*/ 2897191 w 4954903"/>
                <a:gd name="connsiteY5802" fmla="*/ 4071365 h 4882701"/>
                <a:gd name="connsiteX5803" fmla="*/ 2884023 w 4954903"/>
                <a:gd name="connsiteY5803" fmla="*/ 4087572 h 4882701"/>
                <a:gd name="connsiteX5804" fmla="*/ 2905041 w 4954903"/>
                <a:gd name="connsiteY5804" fmla="*/ 4083267 h 4882701"/>
                <a:gd name="connsiteX5805" fmla="*/ 2857434 w 4954903"/>
                <a:gd name="connsiteY5805" fmla="*/ 4081748 h 4882701"/>
                <a:gd name="connsiteX5806" fmla="*/ 2849078 w 4954903"/>
                <a:gd name="connsiteY5806" fmla="*/ 4069846 h 4882701"/>
                <a:gd name="connsiteX5807" fmla="*/ 2836416 w 4954903"/>
                <a:gd name="connsiteY5807" fmla="*/ 4086053 h 4882701"/>
                <a:gd name="connsiteX5808" fmla="*/ 2857434 w 4954903"/>
                <a:gd name="connsiteY5808" fmla="*/ 4081748 h 4882701"/>
                <a:gd name="connsiteX5809" fmla="*/ 2809574 w 4954903"/>
                <a:gd name="connsiteY5809" fmla="*/ 4080228 h 4882701"/>
                <a:gd name="connsiteX5810" fmla="*/ 2800711 w 4954903"/>
                <a:gd name="connsiteY5810" fmla="*/ 4068327 h 4882701"/>
                <a:gd name="connsiteX5811" fmla="*/ 2788303 w 4954903"/>
                <a:gd name="connsiteY5811" fmla="*/ 4084533 h 4882701"/>
                <a:gd name="connsiteX5812" fmla="*/ 2809574 w 4954903"/>
                <a:gd name="connsiteY5812" fmla="*/ 4080228 h 4882701"/>
                <a:gd name="connsiteX5813" fmla="*/ 2761208 w 4954903"/>
                <a:gd name="connsiteY5813" fmla="*/ 4078709 h 4882701"/>
                <a:gd name="connsiteX5814" fmla="*/ 2752092 w 4954903"/>
                <a:gd name="connsiteY5814" fmla="*/ 4066808 h 4882701"/>
                <a:gd name="connsiteX5815" fmla="*/ 2740191 w 4954903"/>
                <a:gd name="connsiteY5815" fmla="*/ 4083014 h 4882701"/>
                <a:gd name="connsiteX5816" fmla="*/ 2761208 w 4954903"/>
                <a:gd name="connsiteY5816" fmla="*/ 4078709 h 4882701"/>
                <a:gd name="connsiteX5817" fmla="*/ 2712336 w 4954903"/>
                <a:gd name="connsiteY5817" fmla="*/ 4077443 h 4882701"/>
                <a:gd name="connsiteX5818" fmla="*/ 2702966 w 4954903"/>
                <a:gd name="connsiteY5818" fmla="*/ 4065541 h 4882701"/>
                <a:gd name="connsiteX5819" fmla="*/ 2691318 w 4954903"/>
                <a:gd name="connsiteY5819" fmla="*/ 4081748 h 4882701"/>
                <a:gd name="connsiteX5820" fmla="*/ 2712336 w 4954903"/>
                <a:gd name="connsiteY5820" fmla="*/ 4077443 h 4882701"/>
                <a:gd name="connsiteX5821" fmla="*/ 2663463 w 4954903"/>
                <a:gd name="connsiteY5821" fmla="*/ 4076177 h 4882701"/>
                <a:gd name="connsiteX5822" fmla="*/ 2653587 w 4954903"/>
                <a:gd name="connsiteY5822" fmla="*/ 4064275 h 4882701"/>
                <a:gd name="connsiteX5823" fmla="*/ 2642192 w 4954903"/>
                <a:gd name="connsiteY5823" fmla="*/ 4080482 h 4882701"/>
                <a:gd name="connsiteX5824" fmla="*/ 2663463 w 4954903"/>
                <a:gd name="connsiteY5824" fmla="*/ 4076177 h 4882701"/>
                <a:gd name="connsiteX5825" fmla="*/ 2613831 w 4954903"/>
                <a:gd name="connsiteY5825" fmla="*/ 4074911 h 4882701"/>
                <a:gd name="connsiteX5826" fmla="*/ 2603702 w 4954903"/>
                <a:gd name="connsiteY5826" fmla="*/ 4063009 h 4882701"/>
                <a:gd name="connsiteX5827" fmla="*/ 2592813 w 4954903"/>
                <a:gd name="connsiteY5827" fmla="*/ 4079215 h 4882701"/>
                <a:gd name="connsiteX5828" fmla="*/ 2613831 w 4954903"/>
                <a:gd name="connsiteY5828" fmla="*/ 4074911 h 4882701"/>
                <a:gd name="connsiteX5829" fmla="*/ 2564199 w 4954903"/>
                <a:gd name="connsiteY5829" fmla="*/ 4073644 h 4882701"/>
                <a:gd name="connsiteX5830" fmla="*/ 2553816 w 4954903"/>
                <a:gd name="connsiteY5830" fmla="*/ 4061743 h 4882701"/>
                <a:gd name="connsiteX5831" fmla="*/ 2543181 w 4954903"/>
                <a:gd name="connsiteY5831" fmla="*/ 4077949 h 4882701"/>
                <a:gd name="connsiteX5832" fmla="*/ 2564199 w 4954903"/>
                <a:gd name="connsiteY5832" fmla="*/ 4073644 h 4882701"/>
                <a:gd name="connsiteX5833" fmla="*/ 2503678 w 4954903"/>
                <a:gd name="connsiteY5833" fmla="*/ 4060730 h 4882701"/>
                <a:gd name="connsiteX5834" fmla="*/ 2493295 w 4954903"/>
                <a:gd name="connsiteY5834" fmla="*/ 4076936 h 4882701"/>
                <a:gd name="connsiteX5835" fmla="*/ 2514566 w 4954903"/>
                <a:gd name="connsiteY5835" fmla="*/ 4072632 h 4882701"/>
                <a:gd name="connsiteX5836" fmla="*/ 2503678 w 4954903"/>
                <a:gd name="connsiteY5836" fmla="*/ 4060730 h 4882701"/>
                <a:gd name="connsiteX5837" fmla="*/ 2452779 w 4954903"/>
                <a:gd name="connsiteY5837" fmla="*/ 4059717 h 4882701"/>
                <a:gd name="connsiteX5838" fmla="*/ 2442903 w 4954903"/>
                <a:gd name="connsiteY5838" fmla="*/ 4075924 h 4882701"/>
                <a:gd name="connsiteX5839" fmla="*/ 2464174 w 4954903"/>
                <a:gd name="connsiteY5839" fmla="*/ 4071618 h 4882701"/>
                <a:gd name="connsiteX5840" fmla="*/ 2452779 w 4954903"/>
                <a:gd name="connsiteY5840" fmla="*/ 4059717 h 4882701"/>
                <a:gd name="connsiteX5841" fmla="*/ 2402134 w 4954903"/>
                <a:gd name="connsiteY5841" fmla="*/ 4058704 h 4882701"/>
                <a:gd name="connsiteX5842" fmla="*/ 2392512 w 4954903"/>
                <a:gd name="connsiteY5842" fmla="*/ 4075164 h 4882701"/>
                <a:gd name="connsiteX5843" fmla="*/ 2413529 w 4954903"/>
                <a:gd name="connsiteY5843" fmla="*/ 4070859 h 4882701"/>
                <a:gd name="connsiteX5844" fmla="*/ 2402134 w 4954903"/>
                <a:gd name="connsiteY5844" fmla="*/ 4058704 h 4882701"/>
                <a:gd name="connsiteX5845" fmla="*/ 2363137 w 4954903"/>
                <a:gd name="connsiteY5845" fmla="*/ 4069593 h 4882701"/>
                <a:gd name="connsiteX5846" fmla="*/ 2351236 w 4954903"/>
                <a:gd name="connsiteY5846" fmla="*/ 4057691 h 4882701"/>
                <a:gd name="connsiteX5847" fmla="*/ 2341866 w 4954903"/>
                <a:gd name="connsiteY5847" fmla="*/ 4074151 h 4882701"/>
                <a:gd name="connsiteX5848" fmla="*/ 2363137 w 4954903"/>
                <a:gd name="connsiteY5848" fmla="*/ 4069593 h 4882701"/>
                <a:gd name="connsiteX5849" fmla="*/ 2312239 w 4954903"/>
                <a:gd name="connsiteY5849" fmla="*/ 4068833 h 4882701"/>
                <a:gd name="connsiteX5850" fmla="*/ 2299831 w 4954903"/>
                <a:gd name="connsiteY5850" fmla="*/ 4056932 h 4882701"/>
                <a:gd name="connsiteX5851" fmla="*/ 2290968 w 4954903"/>
                <a:gd name="connsiteY5851" fmla="*/ 4073391 h 4882701"/>
                <a:gd name="connsiteX5852" fmla="*/ 2312239 w 4954903"/>
                <a:gd name="connsiteY5852" fmla="*/ 4068833 h 4882701"/>
                <a:gd name="connsiteX5853" fmla="*/ 2261087 w 4954903"/>
                <a:gd name="connsiteY5853" fmla="*/ 4068073 h 4882701"/>
                <a:gd name="connsiteX5854" fmla="*/ 2248679 w 4954903"/>
                <a:gd name="connsiteY5854" fmla="*/ 4056172 h 4882701"/>
                <a:gd name="connsiteX5855" fmla="*/ 2241082 w 4954903"/>
                <a:gd name="connsiteY5855" fmla="*/ 4073391 h 4882701"/>
                <a:gd name="connsiteX5856" fmla="*/ 2261087 w 4954903"/>
                <a:gd name="connsiteY5856" fmla="*/ 4068073 h 4882701"/>
                <a:gd name="connsiteX5857" fmla="*/ 876448 w 4954903"/>
                <a:gd name="connsiteY5857" fmla="*/ 4074911 h 4882701"/>
                <a:gd name="connsiteX5858" fmla="*/ 875435 w 4954903"/>
                <a:gd name="connsiteY5858" fmla="*/ 4075164 h 4882701"/>
                <a:gd name="connsiteX5859" fmla="*/ 891642 w 4954903"/>
                <a:gd name="connsiteY5859" fmla="*/ 4095928 h 4882701"/>
                <a:gd name="connsiteX5860" fmla="*/ 890882 w 4954903"/>
                <a:gd name="connsiteY5860" fmla="*/ 4086306 h 4882701"/>
                <a:gd name="connsiteX5861" fmla="*/ 876448 w 4954903"/>
                <a:gd name="connsiteY5861" fmla="*/ 4074911 h 4882701"/>
                <a:gd name="connsiteX5862" fmla="*/ 866572 w 4954903"/>
                <a:gd name="connsiteY5862" fmla="*/ 4087825 h 4882701"/>
                <a:gd name="connsiteX5863" fmla="*/ 852392 w 4954903"/>
                <a:gd name="connsiteY5863" fmla="*/ 4076683 h 4882701"/>
                <a:gd name="connsiteX5864" fmla="*/ 851379 w 4954903"/>
                <a:gd name="connsiteY5864" fmla="*/ 4076936 h 4882701"/>
                <a:gd name="connsiteX5865" fmla="*/ 867838 w 4954903"/>
                <a:gd name="connsiteY5865" fmla="*/ 4097448 h 4882701"/>
                <a:gd name="connsiteX5866" fmla="*/ 866572 w 4954903"/>
                <a:gd name="connsiteY5866" fmla="*/ 4087825 h 4882701"/>
                <a:gd name="connsiteX5867" fmla="*/ 845301 w 4954903"/>
                <a:gd name="connsiteY5867" fmla="*/ 4099220 h 4882701"/>
                <a:gd name="connsiteX5868" fmla="*/ 843529 w 4954903"/>
                <a:gd name="connsiteY5868" fmla="*/ 4089598 h 4882701"/>
                <a:gd name="connsiteX5869" fmla="*/ 829348 w 4954903"/>
                <a:gd name="connsiteY5869" fmla="*/ 4078456 h 4882701"/>
                <a:gd name="connsiteX5870" fmla="*/ 828588 w 4954903"/>
                <a:gd name="connsiteY5870" fmla="*/ 4078709 h 4882701"/>
                <a:gd name="connsiteX5871" fmla="*/ 845301 w 4954903"/>
                <a:gd name="connsiteY5871" fmla="*/ 4099220 h 4882701"/>
                <a:gd name="connsiteX5872" fmla="*/ 823777 w 4954903"/>
                <a:gd name="connsiteY5872" fmla="*/ 4100993 h 4882701"/>
                <a:gd name="connsiteX5873" fmla="*/ 821751 w 4954903"/>
                <a:gd name="connsiteY5873" fmla="*/ 4091370 h 4882701"/>
                <a:gd name="connsiteX5874" fmla="*/ 807824 w 4954903"/>
                <a:gd name="connsiteY5874" fmla="*/ 4080228 h 4882701"/>
                <a:gd name="connsiteX5875" fmla="*/ 807064 w 4954903"/>
                <a:gd name="connsiteY5875" fmla="*/ 4080482 h 4882701"/>
                <a:gd name="connsiteX5876" fmla="*/ 823777 w 4954903"/>
                <a:gd name="connsiteY5876" fmla="*/ 4100993 h 4882701"/>
                <a:gd name="connsiteX5877" fmla="*/ 803266 w 4954903"/>
                <a:gd name="connsiteY5877" fmla="*/ 4102766 h 4882701"/>
                <a:gd name="connsiteX5878" fmla="*/ 800734 w 4954903"/>
                <a:gd name="connsiteY5878" fmla="*/ 4093143 h 4882701"/>
                <a:gd name="connsiteX5879" fmla="*/ 786806 w 4954903"/>
                <a:gd name="connsiteY5879" fmla="*/ 4082001 h 4882701"/>
                <a:gd name="connsiteX5880" fmla="*/ 786046 w 4954903"/>
                <a:gd name="connsiteY5880" fmla="*/ 4082254 h 4882701"/>
                <a:gd name="connsiteX5881" fmla="*/ 803266 w 4954903"/>
                <a:gd name="connsiteY5881" fmla="*/ 4102766 h 4882701"/>
                <a:gd name="connsiteX5882" fmla="*/ 784021 w 4954903"/>
                <a:gd name="connsiteY5882" fmla="*/ 4104538 h 4882701"/>
                <a:gd name="connsiteX5883" fmla="*/ 781235 w 4954903"/>
                <a:gd name="connsiteY5883" fmla="*/ 4094916 h 4882701"/>
                <a:gd name="connsiteX5884" fmla="*/ 767561 w 4954903"/>
                <a:gd name="connsiteY5884" fmla="*/ 4083774 h 4882701"/>
                <a:gd name="connsiteX5885" fmla="*/ 766801 w 4954903"/>
                <a:gd name="connsiteY5885" fmla="*/ 4084027 h 4882701"/>
                <a:gd name="connsiteX5886" fmla="*/ 784021 w 4954903"/>
                <a:gd name="connsiteY5886" fmla="*/ 4104538 h 4882701"/>
                <a:gd name="connsiteX5887" fmla="*/ 766042 w 4954903"/>
                <a:gd name="connsiteY5887" fmla="*/ 4106564 h 4882701"/>
                <a:gd name="connsiteX5888" fmla="*/ 762750 w 4954903"/>
                <a:gd name="connsiteY5888" fmla="*/ 4096941 h 4882701"/>
                <a:gd name="connsiteX5889" fmla="*/ 749075 w 4954903"/>
                <a:gd name="connsiteY5889" fmla="*/ 4085799 h 4882701"/>
                <a:gd name="connsiteX5890" fmla="*/ 748569 w 4954903"/>
                <a:gd name="connsiteY5890" fmla="*/ 4086053 h 4882701"/>
                <a:gd name="connsiteX5891" fmla="*/ 766042 w 4954903"/>
                <a:gd name="connsiteY5891" fmla="*/ 4106564 h 4882701"/>
                <a:gd name="connsiteX5892" fmla="*/ 749075 w 4954903"/>
                <a:gd name="connsiteY5892" fmla="*/ 4108590 h 4882701"/>
                <a:gd name="connsiteX5893" fmla="*/ 745530 w 4954903"/>
                <a:gd name="connsiteY5893" fmla="*/ 4098967 h 4882701"/>
                <a:gd name="connsiteX5894" fmla="*/ 732109 w 4954903"/>
                <a:gd name="connsiteY5894" fmla="*/ 4087825 h 4882701"/>
                <a:gd name="connsiteX5895" fmla="*/ 731856 w 4954903"/>
                <a:gd name="connsiteY5895" fmla="*/ 4087825 h 4882701"/>
                <a:gd name="connsiteX5896" fmla="*/ 749075 w 4954903"/>
                <a:gd name="connsiteY5896" fmla="*/ 4108590 h 4882701"/>
                <a:gd name="connsiteX5897" fmla="*/ 733375 w 4954903"/>
                <a:gd name="connsiteY5897" fmla="*/ 4110615 h 4882701"/>
                <a:gd name="connsiteX5898" fmla="*/ 729324 w 4954903"/>
                <a:gd name="connsiteY5898" fmla="*/ 4100993 h 4882701"/>
                <a:gd name="connsiteX5899" fmla="*/ 716156 w 4954903"/>
                <a:gd name="connsiteY5899" fmla="*/ 4089851 h 4882701"/>
                <a:gd name="connsiteX5900" fmla="*/ 715903 w 4954903"/>
                <a:gd name="connsiteY5900" fmla="*/ 4089851 h 4882701"/>
                <a:gd name="connsiteX5901" fmla="*/ 733375 w 4954903"/>
                <a:gd name="connsiteY5901" fmla="*/ 4110615 h 4882701"/>
                <a:gd name="connsiteX5902" fmla="*/ 718942 w 4954903"/>
                <a:gd name="connsiteY5902" fmla="*/ 4112641 h 4882701"/>
                <a:gd name="connsiteX5903" fmla="*/ 714637 w 4954903"/>
                <a:gd name="connsiteY5903" fmla="*/ 4103019 h 4882701"/>
                <a:gd name="connsiteX5904" fmla="*/ 701722 w 4954903"/>
                <a:gd name="connsiteY5904" fmla="*/ 4091877 h 4882701"/>
                <a:gd name="connsiteX5905" fmla="*/ 701469 w 4954903"/>
                <a:gd name="connsiteY5905" fmla="*/ 4091877 h 4882701"/>
                <a:gd name="connsiteX5906" fmla="*/ 718942 w 4954903"/>
                <a:gd name="connsiteY5906" fmla="*/ 4112641 h 4882701"/>
                <a:gd name="connsiteX5907" fmla="*/ 705774 w 4954903"/>
                <a:gd name="connsiteY5907" fmla="*/ 4114920 h 4882701"/>
                <a:gd name="connsiteX5908" fmla="*/ 700963 w 4954903"/>
                <a:gd name="connsiteY5908" fmla="*/ 4105298 h 4882701"/>
                <a:gd name="connsiteX5909" fmla="*/ 688048 w 4954903"/>
                <a:gd name="connsiteY5909" fmla="*/ 4094156 h 4882701"/>
                <a:gd name="connsiteX5910" fmla="*/ 687795 w 4954903"/>
                <a:gd name="connsiteY5910" fmla="*/ 4094156 h 4882701"/>
                <a:gd name="connsiteX5911" fmla="*/ 705774 w 4954903"/>
                <a:gd name="connsiteY5911" fmla="*/ 4114920 h 4882701"/>
                <a:gd name="connsiteX5912" fmla="*/ 693619 w 4954903"/>
                <a:gd name="connsiteY5912" fmla="*/ 4116946 h 4882701"/>
                <a:gd name="connsiteX5913" fmla="*/ 688554 w 4954903"/>
                <a:gd name="connsiteY5913" fmla="*/ 4107323 h 4882701"/>
                <a:gd name="connsiteX5914" fmla="*/ 675893 w 4954903"/>
                <a:gd name="connsiteY5914" fmla="*/ 4096435 h 4882701"/>
                <a:gd name="connsiteX5915" fmla="*/ 675640 w 4954903"/>
                <a:gd name="connsiteY5915" fmla="*/ 4096435 h 4882701"/>
                <a:gd name="connsiteX5916" fmla="*/ 693619 w 4954903"/>
                <a:gd name="connsiteY5916" fmla="*/ 4116946 h 4882701"/>
                <a:gd name="connsiteX5917" fmla="*/ 682983 w 4954903"/>
                <a:gd name="connsiteY5917" fmla="*/ 4119225 h 4882701"/>
                <a:gd name="connsiteX5918" fmla="*/ 677413 w 4954903"/>
                <a:gd name="connsiteY5918" fmla="*/ 4109602 h 4882701"/>
                <a:gd name="connsiteX5919" fmla="*/ 665004 w 4954903"/>
                <a:gd name="connsiteY5919" fmla="*/ 4098714 h 4882701"/>
                <a:gd name="connsiteX5920" fmla="*/ 664751 w 4954903"/>
                <a:gd name="connsiteY5920" fmla="*/ 4098714 h 4882701"/>
                <a:gd name="connsiteX5921" fmla="*/ 682983 w 4954903"/>
                <a:gd name="connsiteY5921" fmla="*/ 4119225 h 4882701"/>
                <a:gd name="connsiteX5922" fmla="*/ 667790 w 4954903"/>
                <a:gd name="connsiteY5922" fmla="*/ 4111882 h 4882701"/>
                <a:gd name="connsiteX5923" fmla="*/ 655635 w 4954903"/>
                <a:gd name="connsiteY5923" fmla="*/ 4100993 h 4882701"/>
                <a:gd name="connsiteX5924" fmla="*/ 655382 w 4954903"/>
                <a:gd name="connsiteY5924" fmla="*/ 4100993 h 4882701"/>
                <a:gd name="connsiteX5925" fmla="*/ 673614 w 4954903"/>
                <a:gd name="connsiteY5925" fmla="*/ 4121504 h 4882701"/>
                <a:gd name="connsiteX5926" fmla="*/ 667790 w 4954903"/>
                <a:gd name="connsiteY5926" fmla="*/ 4111882 h 4882701"/>
                <a:gd name="connsiteX5927" fmla="*/ 647279 w 4954903"/>
                <a:gd name="connsiteY5927" fmla="*/ 4103019 h 4882701"/>
                <a:gd name="connsiteX5928" fmla="*/ 665511 w 4954903"/>
                <a:gd name="connsiteY5928" fmla="*/ 4123783 h 4882701"/>
                <a:gd name="connsiteX5929" fmla="*/ 659180 w 4954903"/>
                <a:gd name="connsiteY5929" fmla="*/ 4114161 h 4882701"/>
                <a:gd name="connsiteX5930" fmla="*/ 647279 w 4954903"/>
                <a:gd name="connsiteY5930" fmla="*/ 4103019 h 4882701"/>
                <a:gd name="connsiteX5931" fmla="*/ 640442 w 4954903"/>
                <a:gd name="connsiteY5931" fmla="*/ 4105551 h 4882701"/>
                <a:gd name="connsiteX5932" fmla="*/ 658927 w 4954903"/>
                <a:gd name="connsiteY5932" fmla="*/ 4126062 h 4882701"/>
                <a:gd name="connsiteX5933" fmla="*/ 652090 w 4954903"/>
                <a:gd name="connsiteY5933" fmla="*/ 4116440 h 4882701"/>
                <a:gd name="connsiteX5934" fmla="*/ 640442 w 4954903"/>
                <a:gd name="connsiteY5934" fmla="*/ 4105551 h 4882701"/>
                <a:gd name="connsiteX5935" fmla="*/ 634871 w 4954903"/>
                <a:gd name="connsiteY5935" fmla="*/ 4107830 h 4882701"/>
                <a:gd name="connsiteX5936" fmla="*/ 653356 w 4954903"/>
                <a:gd name="connsiteY5936" fmla="*/ 4128341 h 4882701"/>
                <a:gd name="connsiteX5937" fmla="*/ 646266 w 4954903"/>
                <a:gd name="connsiteY5937" fmla="*/ 4118719 h 4882701"/>
                <a:gd name="connsiteX5938" fmla="*/ 634871 w 4954903"/>
                <a:gd name="connsiteY5938" fmla="*/ 4107830 h 4882701"/>
                <a:gd name="connsiteX5939" fmla="*/ 630819 w 4954903"/>
                <a:gd name="connsiteY5939" fmla="*/ 4110362 h 4882701"/>
                <a:gd name="connsiteX5940" fmla="*/ 649304 w 4954903"/>
                <a:gd name="connsiteY5940" fmla="*/ 4130874 h 4882701"/>
                <a:gd name="connsiteX5941" fmla="*/ 641961 w 4954903"/>
                <a:gd name="connsiteY5941" fmla="*/ 4121251 h 4882701"/>
                <a:gd name="connsiteX5942" fmla="*/ 630819 w 4954903"/>
                <a:gd name="connsiteY5942" fmla="*/ 4110362 h 4882701"/>
                <a:gd name="connsiteX5943" fmla="*/ 628033 w 4954903"/>
                <a:gd name="connsiteY5943" fmla="*/ 4112894 h 4882701"/>
                <a:gd name="connsiteX5944" fmla="*/ 646519 w 4954903"/>
                <a:gd name="connsiteY5944" fmla="*/ 4133406 h 4882701"/>
                <a:gd name="connsiteX5945" fmla="*/ 638669 w 4954903"/>
                <a:gd name="connsiteY5945" fmla="*/ 4123783 h 4882701"/>
                <a:gd name="connsiteX5946" fmla="*/ 628033 w 4954903"/>
                <a:gd name="connsiteY5946" fmla="*/ 4112894 h 4882701"/>
                <a:gd name="connsiteX5947" fmla="*/ 3369710 w 4954903"/>
                <a:gd name="connsiteY5947" fmla="*/ 4043257 h 4882701"/>
                <a:gd name="connsiteX5948" fmla="*/ 3354263 w 4954903"/>
                <a:gd name="connsiteY5948" fmla="*/ 4060223 h 4882701"/>
                <a:gd name="connsiteX5949" fmla="*/ 3374268 w 4954903"/>
                <a:gd name="connsiteY5949" fmla="*/ 4055412 h 4882701"/>
                <a:gd name="connsiteX5950" fmla="*/ 3369710 w 4954903"/>
                <a:gd name="connsiteY5950" fmla="*/ 4043257 h 4882701"/>
                <a:gd name="connsiteX5951" fmla="*/ 3330966 w 4954903"/>
                <a:gd name="connsiteY5951" fmla="*/ 4053387 h 4882701"/>
                <a:gd name="connsiteX5952" fmla="*/ 3325902 w 4954903"/>
                <a:gd name="connsiteY5952" fmla="*/ 4041231 h 4882701"/>
                <a:gd name="connsiteX5953" fmla="*/ 3310709 w 4954903"/>
                <a:gd name="connsiteY5953" fmla="*/ 4058198 h 4882701"/>
                <a:gd name="connsiteX5954" fmla="*/ 3330966 w 4954903"/>
                <a:gd name="connsiteY5954" fmla="*/ 4053387 h 4882701"/>
                <a:gd name="connsiteX5955" fmla="*/ 3099265 w 4954903"/>
                <a:gd name="connsiteY5955" fmla="*/ 4031609 h 4882701"/>
                <a:gd name="connsiteX5956" fmla="*/ 3085084 w 4954903"/>
                <a:gd name="connsiteY5956" fmla="*/ 4048069 h 4882701"/>
                <a:gd name="connsiteX5957" fmla="*/ 3106102 w 4954903"/>
                <a:gd name="connsiteY5957" fmla="*/ 4044017 h 4882701"/>
                <a:gd name="connsiteX5958" fmla="*/ 3106102 w 4954903"/>
                <a:gd name="connsiteY5958" fmla="*/ 4044017 h 4882701"/>
                <a:gd name="connsiteX5959" fmla="*/ 3099265 w 4954903"/>
                <a:gd name="connsiteY5959" fmla="*/ 4031609 h 4882701"/>
                <a:gd name="connsiteX5960" fmla="*/ 3052165 w 4954903"/>
                <a:gd name="connsiteY5960" fmla="*/ 4029836 h 4882701"/>
                <a:gd name="connsiteX5961" fmla="*/ 3038237 w 4954903"/>
                <a:gd name="connsiteY5961" fmla="*/ 4046296 h 4882701"/>
                <a:gd name="connsiteX5962" fmla="*/ 3059255 w 4954903"/>
                <a:gd name="connsiteY5962" fmla="*/ 4042245 h 4882701"/>
                <a:gd name="connsiteX5963" fmla="*/ 3052165 w 4954903"/>
                <a:gd name="connsiteY5963" fmla="*/ 4029836 h 4882701"/>
                <a:gd name="connsiteX5964" fmla="*/ 3004558 w 4954903"/>
                <a:gd name="connsiteY5964" fmla="*/ 4028064 h 4882701"/>
                <a:gd name="connsiteX5965" fmla="*/ 2990884 w 4954903"/>
                <a:gd name="connsiteY5965" fmla="*/ 4044524 h 4882701"/>
                <a:gd name="connsiteX5966" fmla="*/ 3012155 w 4954903"/>
                <a:gd name="connsiteY5966" fmla="*/ 4040472 h 4882701"/>
                <a:gd name="connsiteX5967" fmla="*/ 3004558 w 4954903"/>
                <a:gd name="connsiteY5967" fmla="*/ 4028064 h 4882701"/>
                <a:gd name="connsiteX5968" fmla="*/ 2956445 w 4954903"/>
                <a:gd name="connsiteY5968" fmla="*/ 4026291 h 4882701"/>
                <a:gd name="connsiteX5969" fmla="*/ 2943024 w 4954903"/>
                <a:gd name="connsiteY5969" fmla="*/ 4042751 h 4882701"/>
                <a:gd name="connsiteX5970" fmla="*/ 2964295 w 4954903"/>
                <a:gd name="connsiteY5970" fmla="*/ 4038699 h 4882701"/>
                <a:gd name="connsiteX5971" fmla="*/ 2956445 w 4954903"/>
                <a:gd name="connsiteY5971" fmla="*/ 4026291 h 4882701"/>
                <a:gd name="connsiteX5972" fmla="*/ 2916183 w 4954903"/>
                <a:gd name="connsiteY5972" fmla="*/ 4036927 h 4882701"/>
                <a:gd name="connsiteX5973" fmla="*/ 2907826 w 4954903"/>
                <a:gd name="connsiteY5973" fmla="*/ 4024772 h 4882701"/>
                <a:gd name="connsiteX5974" fmla="*/ 2894658 w 4954903"/>
                <a:gd name="connsiteY5974" fmla="*/ 4041231 h 4882701"/>
                <a:gd name="connsiteX5975" fmla="*/ 2916183 w 4954903"/>
                <a:gd name="connsiteY5975" fmla="*/ 4036927 h 4882701"/>
                <a:gd name="connsiteX5976" fmla="*/ 2867816 w 4954903"/>
                <a:gd name="connsiteY5976" fmla="*/ 4035407 h 4882701"/>
                <a:gd name="connsiteX5977" fmla="*/ 2858954 w 4954903"/>
                <a:gd name="connsiteY5977" fmla="*/ 4023253 h 4882701"/>
                <a:gd name="connsiteX5978" fmla="*/ 2846039 w 4954903"/>
                <a:gd name="connsiteY5978" fmla="*/ 4039712 h 4882701"/>
                <a:gd name="connsiteX5979" fmla="*/ 2867816 w 4954903"/>
                <a:gd name="connsiteY5979" fmla="*/ 4035407 h 4882701"/>
                <a:gd name="connsiteX5980" fmla="*/ 2818690 w 4954903"/>
                <a:gd name="connsiteY5980" fmla="*/ 4033888 h 4882701"/>
                <a:gd name="connsiteX5981" fmla="*/ 2809574 w 4954903"/>
                <a:gd name="connsiteY5981" fmla="*/ 4021733 h 4882701"/>
                <a:gd name="connsiteX5982" fmla="*/ 2797166 w 4954903"/>
                <a:gd name="connsiteY5982" fmla="*/ 4038193 h 4882701"/>
                <a:gd name="connsiteX5983" fmla="*/ 2818690 w 4954903"/>
                <a:gd name="connsiteY5983" fmla="*/ 4033888 h 4882701"/>
                <a:gd name="connsiteX5984" fmla="*/ 2769058 w 4954903"/>
                <a:gd name="connsiteY5984" fmla="*/ 4032369 h 4882701"/>
                <a:gd name="connsiteX5985" fmla="*/ 2759689 w 4954903"/>
                <a:gd name="connsiteY5985" fmla="*/ 4020214 h 4882701"/>
                <a:gd name="connsiteX5986" fmla="*/ 2747534 w 4954903"/>
                <a:gd name="connsiteY5986" fmla="*/ 4036674 h 4882701"/>
                <a:gd name="connsiteX5987" fmla="*/ 2769058 w 4954903"/>
                <a:gd name="connsiteY5987" fmla="*/ 4032369 h 4882701"/>
                <a:gd name="connsiteX5988" fmla="*/ 2719426 w 4954903"/>
                <a:gd name="connsiteY5988" fmla="*/ 4031103 h 4882701"/>
                <a:gd name="connsiteX5989" fmla="*/ 2709803 w 4954903"/>
                <a:gd name="connsiteY5989" fmla="*/ 4018948 h 4882701"/>
                <a:gd name="connsiteX5990" fmla="*/ 2697902 w 4954903"/>
                <a:gd name="connsiteY5990" fmla="*/ 4035407 h 4882701"/>
                <a:gd name="connsiteX5991" fmla="*/ 2719426 w 4954903"/>
                <a:gd name="connsiteY5991" fmla="*/ 4031103 h 4882701"/>
                <a:gd name="connsiteX5992" fmla="*/ 2669287 w 4954903"/>
                <a:gd name="connsiteY5992" fmla="*/ 4029836 h 4882701"/>
                <a:gd name="connsiteX5993" fmla="*/ 2659158 w 4954903"/>
                <a:gd name="connsiteY5993" fmla="*/ 4017682 h 4882701"/>
                <a:gd name="connsiteX5994" fmla="*/ 2647763 w 4954903"/>
                <a:gd name="connsiteY5994" fmla="*/ 4034141 h 4882701"/>
                <a:gd name="connsiteX5995" fmla="*/ 2669287 w 4954903"/>
                <a:gd name="connsiteY5995" fmla="*/ 4029836 h 4882701"/>
                <a:gd name="connsiteX5996" fmla="*/ 2618642 w 4954903"/>
                <a:gd name="connsiteY5996" fmla="*/ 4028570 h 4882701"/>
                <a:gd name="connsiteX5997" fmla="*/ 2608260 w 4954903"/>
                <a:gd name="connsiteY5997" fmla="*/ 4016415 h 4882701"/>
                <a:gd name="connsiteX5998" fmla="*/ 2597118 w 4954903"/>
                <a:gd name="connsiteY5998" fmla="*/ 4033128 h 4882701"/>
                <a:gd name="connsiteX5999" fmla="*/ 2618642 w 4954903"/>
                <a:gd name="connsiteY5999" fmla="*/ 4028570 h 4882701"/>
                <a:gd name="connsiteX6000" fmla="*/ 2567997 w 4954903"/>
                <a:gd name="connsiteY6000" fmla="*/ 4027304 h 4882701"/>
                <a:gd name="connsiteX6001" fmla="*/ 2557361 w 4954903"/>
                <a:gd name="connsiteY6001" fmla="*/ 4015149 h 4882701"/>
                <a:gd name="connsiteX6002" fmla="*/ 2546473 w 4954903"/>
                <a:gd name="connsiteY6002" fmla="*/ 4031862 h 4882701"/>
                <a:gd name="connsiteX6003" fmla="*/ 2567997 w 4954903"/>
                <a:gd name="connsiteY6003" fmla="*/ 4027304 h 4882701"/>
                <a:gd name="connsiteX6004" fmla="*/ 2505703 w 4954903"/>
                <a:gd name="connsiteY6004" fmla="*/ 4013883 h 4882701"/>
                <a:gd name="connsiteX6005" fmla="*/ 2495068 w 4954903"/>
                <a:gd name="connsiteY6005" fmla="*/ 4030596 h 4882701"/>
                <a:gd name="connsiteX6006" fmla="*/ 2516845 w 4954903"/>
                <a:gd name="connsiteY6006" fmla="*/ 4026038 h 4882701"/>
                <a:gd name="connsiteX6007" fmla="*/ 2505703 w 4954903"/>
                <a:gd name="connsiteY6007" fmla="*/ 4013883 h 4882701"/>
                <a:gd name="connsiteX6008" fmla="*/ 2454045 w 4954903"/>
                <a:gd name="connsiteY6008" fmla="*/ 4012870 h 4882701"/>
                <a:gd name="connsiteX6009" fmla="*/ 2443916 w 4954903"/>
                <a:gd name="connsiteY6009" fmla="*/ 4029583 h 4882701"/>
                <a:gd name="connsiteX6010" fmla="*/ 2465694 w 4954903"/>
                <a:gd name="connsiteY6010" fmla="*/ 4025025 h 4882701"/>
                <a:gd name="connsiteX6011" fmla="*/ 2454045 w 4954903"/>
                <a:gd name="connsiteY6011" fmla="*/ 4012870 h 4882701"/>
                <a:gd name="connsiteX6012" fmla="*/ 2402134 w 4954903"/>
                <a:gd name="connsiteY6012" fmla="*/ 4011857 h 4882701"/>
                <a:gd name="connsiteX6013" fmla="*/ 2392258 w 4954903"/>
                <a:gd name="connsiteY6013" fmla="*/ 4028570 h 4882701"/>
                <a:gd name="connsiteX6014" fmla="*/ 2413782 w 4954903"/>
                <a:gd name="connsiteY6014" fmla="*/ 4024012 h 4882701"/>
                <a:gd name="connsiteX6015" fmla="*/ 2402134 w 4954903"/>
                <a:gd name="connsiteY6015" fmla="*/ 4011857 h 4882701"/>
                <a:gd name="connsiteX6016" fmla="*/ 2362124 w 4954903"/>
                <a:gd name="connsiteY6016" fmla="*/ 4023253 h 4882701"/>
                <a:gd name="connsiteX6017" fmla="*/ 2349970 w 4954903"/>
                <a:gd name="connsiteY6017" fmla="*/ 4011098 h 4882701"/>
                <a:gd name="connsiteX6018" fmla="*/ 2340347 w 4954903"/>
                <a:gd name="connsiteY6018" fmla="*/ 4027811 h 4882701"/>
                <a:gd name="connsiteX6019" fmla="*/ 2362124 w 4954903"/>
                <a:gd name="connsiteY6019" fmla="*/ 4023253 h 4882701"/>
                <a:gd name="connsiteX6020" fmla="*/ 2310213 w 4954903"/>
                <a:gd name="connsiteY6020" fmla="*/ 4022240 h 4882701"/>
                <a:gd name="connsiteX6021" fmla="*/ 2297552 w 4954903"/>
                <a:gd name="connsiteY6021" fmla="*/ 4010085 h 4882701"/>
                <a:gd name="connsiteX6022" fmla="*/ 2288436 w 4954903"/>
                <a:gd name="connsiteY6022" fmla="*/ 4026798 h 4882701"/>
                <a:gd name="connsiteX6023" fmla="*/ 2310213 w 4954903"/>
                <a:gd name="connsiteY6023" fmla="*/ 4022240 h 4882701"/>
                <a:gd name="connsiteX6024" fmla="*/ 2258048 w 4954903"/>
                <a:gd name="connsiteY6024" fmla="*/ 4021480 h 4882701"/>
                <a:gd name="connsiteX6025" fmla="*/ 2245387 w 4954903"/>
                <a:gd name="connsiteY6025" fmla="*/ 4009325 h 4882701"/>
                <a:gd name="connsiteX6026" fmla="*/ 2237537 w 4954903"/>
                <a:gd name="connsiteY6026" fmla="*/ 4026798 h 4882701"/>
                <a:gd name="connsiteX6027" fmla="*/ 2258048 w 4954903"/>
                <a:gd name="connsiteY6027" fmla="*/ 4021480 h 4882701"/>
                <a:gd name="connsiteX6028" fmla="*/ 856443 w 4954903"/>
                <a:gd name="connsiteY6028" fmla="*/ 4049588 h 4882701"/>
                <a:gd name="connsiteX6029" fmla="*/ 856696 w 4954903"/>
                <a:gd name="connsiteY6029" fmla="*/ 4039712 h 4882701"/>
                <a:gd name="connsiteX6030" fmla="*/ 842263 w 4954903"/>
                <a:gd name="connsiteY6030" fmla="*/ 4028317 h 4882701"/>
                <a:gd name="connsiteX6031" fmla="*/ 841250 w 4954903"/>
                <a:gd name="connsiteY6031" fmla="*/ 4028570 h 4882701"/>
                <a:gd name="connsiteX6032" fmla="*/ 856443 w 4954903"/>
                <a:gd name="connsiteY6032" fmla="*/ 4049588 h 4882701"/>
                <a:gd name="connsiteX6033" fmla="*/ 831880 w 4954903"/>
                <a:gd name="connsiteY6033" fmla="*/ 4041738 h 4882701"/>
                <a:gd name="connsiteX6034" fmla="*/ 817700 w 4954903"/>
                <a:gd name="connsiteY6034" fmla="*/ 4030343 h 4882701"/>
                <a:gd name="connsiteX6035" fmla="*/ 816687 w 4954903"/>
                <a:gd name="connsiteY6035" fmla="*/ 4030596 h 4882701"/>
                <a:gd name="connsiteX6036" fmla="*/ 832134 w 4954903"/>
                <a:gd name="connsiteY6036" fmla="*/ 4051614 h 4882701"/>
                <a:gd name="connsiteX6037" fmla="*/ 831880 w 4954903"/>
                <a:gd name="connsiteY6037" fmla="*/ 4041738 h 4882701"/>
                <a:gd name="connsiteX6038" fmla="*/ 809596 w 4954903"/>
                <a:gd name="connsiteY6038" fmla="*/ 4053387 h 4882701"/>
                <a:gd name="connsiteX6039" fmla="*/ 808330 w 4954903"/>
                <a:gd name="connsiteY6039" fmla="*/ 4043510 h 4882701"/>
                <a:gd name="connsiteX6040" fmla="*/ 794403 w 4954903"/>
                <a:gd name="connsiteY6040" fmla="*/ 4032115 h 4882701"/>
                <a:gd name="connsiteX6041" fmla="*/ 793390 w 4954903"/>
                <a:gd name="connsiteY6041" fmla="*/ 4032369 h 4882701"/>
                <a:gd name="connsiteX6042" fmla="*/ 809596 w 4954903"/>
                <a:gd name="connsiteY6042" fmla="*/ 4053387 h 4882701"/>
                <a:gd name="connsiteX6043" fmla="*/ 785793 w 4954903"/>
                <a:gd name="connsiteY6043" fmla="*/ 4045283 h 4882701"/>
                <a:gd name="connsiteX6044" fmla="*/ 785793 w 4954903"/>
                <a:gd name="connsiteY6044" fmla="*/ 4045283 h 4882701"/>
                <a:gd name="connsiteX6045" fmla="*/ 771866 w 4954903"/>
                <a:gd name="connsiteY6045" fmla="*/ 4033888 h 4882701"/>
                <a:gd name="connsiteX6046" fmla="*/ 771106 w 4954903"/>
                <a:gd name="connsiteY6046" fmla="*/ 4034141 h 4882701"/>
                <a:gd name="connsiteX6047" fmla="*/ 787566 w 4954903"/>
                <a:gd name="connsiteY6047" fmla="*/ 4055159 h 4882701"/>
                <a:gd name="connsiteX6048" fmla="*/ 785793 w 4954903"/>
                <a:gd name="connsiteY6048" fmla="*/ 4045283 h 4882701"/>
                <a:gd name="connsiteX6049" fmla="*/ 766801 w 4954903"/>
                <a:gd name="connsiteY6049" fmla="*/ 4056932 h 4882701"/>
                <a:gd name="connsiteX6050" fmla="*/ 764775 w 4954903"/>
                <a:gd name="connsiteY6050" fmla="*/ 4047056 h 4882701"/>
                <a:gd name="connsiteX6051" fmla="*/ 750848 w 4954903"/>
                <a:gd name="connsiteY6051" fmla="*/ 4035660 h 4882701"/>
                <a:gd name="connsiteX6052" fmla="*/ 750088 w 4954903"/>
                <a:gd name="connsiteY6052" fmla="*/ 4035914 h 4882701"/>
                <a:gd name="connsiteX6053" fmla="*/ 766801 w 4954903"/>
                <a:gd name="connsiteY6053" fmla="*/ 4056932 h 4882701"/>
                <a:gd name="connsiteX6054" fmla="*/ 747050 w 4954903"/>
                <a:gd name="connsiteY6054" fmla="*/ 4058957 h 4882701"/>
                <a:gd name="connsiteX6055" fmla="*/ 744517 w 4954903"/>
                <a:gd name="connsiteY6055" fmla="*/ 4049081 h 4882701"/>
                <a:gd name="connsiteX6056" fmla="*/ 730843 w 4954903"/>
                <a:gd name="connsiteY6056" fmla="*/ 4037686 h 4882701"/>
                <a:gd name="connsiteX6057" fmla="*/ 730084 w 4954903"/>
                <a:gd name="connsiteY6057" fmla="*/ 4037940 h 4882701"/>
                <a:gd name="connsiteX6058" fmla="*/ 747050 w 4954903"/>
                <a:gd name="connsiteY6058" fmla="*/ 4058957 h 4882701"/>
                <a:gd name="connsiteX6059" fmla="*/ 728564 w 4954903"/>
                <a:gd name="connsiteY6059" fmla="*/ 4060983 h 4882701"/>
                <a:gd name="connsiteX6060" fmla="*/ 725525 w 4954903"/>
                <a:gd name="connsiteY6060" fmla="*/ 4051107 h 4882701"/>
                <a:gd name="connsiteX6061" fmla="*/ 712104 w 4954903"/>
                <a:gd name="connsiteY6061" fmla="*/ 4039712 h 4882701"/>
                <a:gd name="connsiteX6062" fmla="*/ 711345 w 4954903"/>
                <a:gd name="connsiteY6062" fmla="*/ 4039965 h 4882701"/>
                <a:gd name="connsiteX6063" fmla="*/ 728564 w 4954903"/>
                <a:gd name="connsiteY6063" fmla="*/ 4060983 h 4882701"/>
                <a:gd name="connsiteX6064" fmla="*/ 711092 w 4954903"/>
                <a:gd name="connsiteY6064" fmla="*/ 4063009 h 4882701"/>
                <a:gd name="connsiteX6065" fmla="*/ 707800 w 4954903"/>
                <a:gd name="connsiteY6065" fmla="*/ 4053133 h 4882701"/>
                <a:gd name="connsiteX6066" fmla="*/ 694632 w 4954903"/>
                <a:gd name="connsiteY6066" fmla="*/ 4041738 h 4882701"/>
                <a:gd name="connsiteX6067" fmla="*/ 694379 w 4954903"/>
                <a:gd name="connsiteY6067" fmla="*/ 4041738 h 4882701"/>
                <a:gd name="connsiteX6068" fmla="*/ 711092 w 4954903"/>
                <a:gd name="connsiteY6068" fmla="*/ 4063009 h 4882701"/>
                <a:gd name="connsiteX6069" fmla="*/ 695138 w 4954903"/>
                <a:gd name="connsiteY6069" fmla="*/ 4065035 h 4882701"/>
                <a:gd name="connsiteX6070" fmla="*/ 691340 w 4954903"/>
                <a:gd name="connsiteY6070" fmla="*/ 4055159 h 4882701"/>
                <a:gd name="connsiteX6071" fmla="*/ 678425 w 4954903"/>
                <a:gd name="connsiteY6071" fmla="*/ 4043764 h 4882701"/>
                <a:gd name="connsiteX6072" fmla="*/ 678172 w 4954903"/>
                <a:gd name="connsiteY6072" fmla="*/ 4043764 h 4882701"/>
                <a:gd name="connsiteX6073" fmla="*/ 695138 w 4954903"/>
                <a:gd name="connsiteY6073" fmla="*/ 4065035 h 4882701"/>
                <a:gd name="connsiteX6074" fmla="*/ 680451 w 4954903"/>
                <a:gd name="connsiteY6074" fmla="*/ 4067061 h 4882701"/>
                <a:gd name="connsiteX6075" fmla="*/ 676400 w 4954903"/>
                <a:gd name="connsiteY6075" fmla="*/ 4057185 h 4882701"/>
                <a:gd name="connsiteX6076" fmla="*/ 663485 w 4954903"/>
                <a:gd name="connsiteY6076" fmla="*/ 4045790 h 4882701"/>
                <a:gd name="connsiteX6077" fmla="*/ 663232 w 4954903"/>
                <a:gd name="connsiteY6077" fmla="*/ 4045790 h 4882701"/>
                <a:gd name="connsiteX6078" fmla="*/ 680451 w 4954903"/>
                <a:gd name="connsiteY6078" fmla="*/ 4067061 h 4882701"/>
                <a:gd name="connsiteX6079" fmla="*/ 666777 w 4954903"/>
                <a:gd name="connsiteY6079" fmla="*/ 4069340 h 4882701"/>
                <a:gd name="connsiteX6080" fmla="*/ 662219 w 4954903"/>
                <a:gd name="connsiteY6080" fmla="*/ 4059464 h 4882701"/>
                <a:gd name="connsiteX6081" fmla="*/ 662219 w 4954903"/>
                <a:gd name="connsiteY6081" fmla="*/ 4059464 h 4882701"/>
                <a:gd name="connsiteX6082" fmla="*/ 649558 w 4954903"/>
                <a:gd name="connsiteY6082" fmla="*/ 4048322 h 4882701"/>
                <a:gd name="connsiteX6083" fmla="*/ 649304 w 4954903"/>
                <a:gd name="connsiteY6083" fmla="*/ 4048322 h 4882701"/>
                <a:gd name="connsiteX6084" fmla="*/ 666777 w 4954903"/>
                <a:gd name="connsiteY6084" fmla="*/ 4069340 h 4882701"/>
                <a:gd name="connsiteX6085" fmla="*/ 654622 w 4954903"/>
                <a:gd name="connsiteY6085" fmla="*/ 4071618 h 4882701"/>
                <a:gd name="connsiteX6086" fmla="*/ 649811 w 4954903"/>
                <a:gd name="connsiteY6086" fmla="*/ 4061743 h 4882701"/>
                <a:gd name="connsiteX6087" fmla="*/ 637403 w 4954903"/>
                <a:gd name="connsiteY6087" fmla="*/ 4050601 h 4882701"/>
                <a:gd name="connsiteX6088" fmla="*/ 637150 w 4954903"/>
                <a:gd name="connsiteY6088" fmla="*/ 4050601 h 4882701"/>
                <a:gd name="connsiteX6089" fmla="*/ 654622 w 4954903"/>
                <a:gd name="connsiteY6089" fmla="*/ 4071618 h 4882701"/>
                <a:gd name="connsiteX6090" fmla="*/ 643733 w 4954903"/>
                <a:gd name="connsiteY6090" fmla="*/ 4073898 h 4882701"/>
                <a:gd name="connsiteX6091" fmla="*/ 638416 w 4954903"/>
                <a:gd name="connsiteY6091" fmla="*/ 4064022 h 4882701"/>
                <a:gd name="connsiteX6092" fmla="*/ 626261 w 4954903"/>
                <a:gd name="connsiteY6092" fmla="*/ 4052880 h 4882701"/>
                <a:gd name="connsiteX6093" fmla="*/ 626008 w 4954903"/>
                <a:gd name="connsiteY6093" fmla="*/ 4052880 h 4882701"/>
                <a:gd name="connsiteX6094" fmla="*/ 643733 w 4954903"/>
                <a:gd name="connsiteY6094" fmla="*/ 4073898 h 4882701"/>
                <a:gd name="connsiteX6095" fmla="*/ 634111 w 4954903"/>
                <a:gd name="connsiteY6095" fmla="*/ 4076177 h 4882701"/>
                <a:gd name="connsiteX6096" fmla="*/ 628540 w 4954903"/>
                <a:gd name="connsiteY6096" fmla="*/ 4066301 h 4882701"/>
                <a:gd name="connsiteX6097" fmla="*/ 616638 w 4954903"/>
                <a:gd name="connsiteY6097" fmla="*/ 4055159 h 4882701"/>
                <a:gd name="connsiteX6098" fmla="*/ 616385 w 4954903"/>
                <a:gd name="connsiteY6098" fmla="*/ 4055159 h 4882701"/>
                <a:gd name="connsiteX6099" fmla="*/ 634111 w 4954903"/>
                <a:gd name="connsiteY6099" fmla="*/ 4076177 h 4882701"/>
                <a:gd name="connsiteX6100" fmla="*/ 608282 w 4954903"/>
                <a:gd name="connsiteY6100" fmla="*/ 4057438 h 4882701"/>
                <a:gd name="connsiteX6101" fmla="*/ 626008 w 4954903"/>
                <a:gd name="connsiteY6101" fmla="*/ 4078456 h 4882701"/>
                <a:gd name="connsiteX6102" fmla="*/ 619930 w 4954903"/>
                <a:gd name="connsiteY6102" fmla="*/ 4068580 h 4882701"/>
                <a:gd name="connsiteX6103" fmla="*/ 608282 w 4954903"/>
                <a:gd name="connsiteY6103" fmla="*/ 4057438 h 4882701"/>
                <a:gd name="connsiteX6104" fmla="*/ 601192 w 4954903"/>
                <a:gd name="connsiteY6104" fmla="*/ 4059717 h 4882701"/>
                <a:gd name="connsiteX6105" fmla="*/ 619171 w 4954903"/>
                <a:gd name="connsiteY6105" fmla="*/ 4080735 h 4882701"/>
                <a:gd name="connsiteX6106" fmla="*/ 612587 w 4954903"/>
                <a:gd name="connsiteY6106" fmla="*/ 4070859 h 4882701"/>
                <a:gd name="connsiteX6107" fmla="*/ 601192 w 4954903"/>
                <a:gd name="connsiteY6107" fmla="*/ 4059717 h 4882701"/>
                <a:gd name="connsiteX6108" fmla="*/ 595621 w 4954903"/>
                <a:gd name="connsiteY6108" fmla="*/ 4062249 h 4882701"/>
                <a:gd name="connsiteX6109" fmla="*/ 613600 w 4954903"/>
                <a:gd name="connsiteY6109" fmla="*/ 4083267 h 4882701"/>
                <a:gd name="connsiteX6110" fmla="*/ 606762 w 4954903"/>
                <a:gd name="connsiteY6110" fmla="*/ 4073391 h 4882701"/>
                <a:gd name="connsiteX6111" fmla="*/ 595621 w 4954903"/>
                <a:gd name="connsiteY6111" fmla="*/ 4062249 h 4882701"/>
                <a:gd name="connsiteX6112" fmla="*/ 591316 w 4954903"/>
                <a:gd name="connsiteY6112" fmla="*/ 4064782 h 4882701"/>
                <a:gd name="connsiteX6113" fmla="*/ 609295 w 4954903"/>
                <a:gd name="connsiteY6113" fmla="*/ 4085799 h 4882701"/>
                <a:gd name="connsiteX6114" fmla="*/ 601951 w 4954903"/>
                <a:gd name="connsiteY6114" fmla="*/ 4075924 h 4882701"/>
                <a:gd name="connsiteX6115" fmla="*/ 591316 w 4954903"/>
                <a:gd name="connsiteY6115" fmla="*/ 4064782 h 4882701"/>
                <a:gd name="connsiteX6116" fmla="*/ 606509 w 4954903"/>
                <a:gd name="connsiteY6116" fmla="*/ 4088331 h 4882701"/>
                <a:gd name="connsiteX6117" fmla="*/ 598912 w 4954903"/>
                <a:gd name="connsiteY6117" fmla="*/ 4078456 h 4882701"/>
                <a:gd name="connsiteX6118" fmla="*/ 588530 w 4954903"/>
                <a:gd name="connsiteY6118" fmla="*/ 4067314 h 4882701"/>
                <a:gd name="connsiteX6119" fmla="*/ 606509 w 4954903"/>
                <a:gd name="connsiteY6119" fmla="*/ 4088331 h 4882701"/>
                <a:gd name="connsiteX6120" fmla="*/ 604990 w 4954903"/>
                <a:gd name="connsiteY6120" fmla="*/ 4090864 h 4882701"/>
                <a:gd name="connsiteX6121" fmla="*/ 597140 w 4954903"/>
                <a:gd name="connsiteY6121" fmla="*/ 4080988 h 4882701"/>
                <a:gd name="connsiteX6122" fmla="*/ 587011 w 4954903"/>
                <a:gd name="connsiteY6122" fmla="*/ 4069846 h 4882701"/>
                <a:gd name="connsiteX6123" fmla="*/ 604990 w 4954903"/>
                <a:gd name="connsiteY6123" fmla="*/ 4090864 h 4882701"/>
                <a:gd name="connsiteX6124" fmla="*/ 604990 w 4954903"/>
                <a:gd name="connsiteY6124" fmla="*/ 4093649 h 4882701"/>
                <a:gd name="connsiteX6125" fmla="*/ 596887 w 4954903"/>
                <a:gd name="connsiteY6125" fmla="*/ 4083774 h 4882701"/>
                <a:gd name="connsiteX6126" fmla="*/ 587011 w 4954903"/>
                <a:gd name="connsiteY6126" fmla="*/ 4072632 h 4882701"/>
                <a:gd name="connsiteX6127" fmla="*/ 604990 w 4954903"/>
                <a:gd name="connsiteY6127" fmla="*/ 4093649 h 4882701"/>
                <a:gd name="connsiteX6128" fmla="*/ 588530 w 4954903"/>
                <a:gd name="connsiteY6128" fmla="*/ 4075417 h 4882701"/>
                <a:gd name="connsiteX6129" fmla="*/ 589290 w 4954903"/>
                <a:gd name="connsiteY6129" fmla="*/ 4076177 h 4882701"/>
                <a:gd name="connsiteX6130" fmla="*/ 605750 w 4954903"/>
                <a:gd name="connsiteY6130" fmla="*/ 4095422 h 4882701"/>
                <a:gd name="connsiteX6131" fmla="*/ 606509 w 4954903"/>
                <a:gd name="connsiteY6131" fmla="*/ 4096435 h 4882701"/>
                <a:gd name="connsiteX6132" fmla="*/ 597900 w 4954903"/>
                <a:gd name="connsiteY6132" fmla="*/ 4086559 h 4882701"/>
                <a:gd name="connsiteX6133" fmla="*/ 588530 w 4954903"/>
                <a:gd name="connsiteY6133" fmla="*/ 4075417 h 4882701"/>
                <a:gd name="connsiteX6134" fmla="*/ 3121042 w 4954903"/>
                <a:gd name="connsiteY6134" fmla="*/ 3996664 h 4882701"/>
                <a:gd name="connsiteX6135" fmla="*/ 3113952 w 4954903"/>
                <a:gd name="connsiteY6135" fmla="*/ 3984256 h 4882701"/>
                <a:gd name="connsiteX6136" fmla="*/ 3099771 w 4954903"/>
                <a:gd name="connsiteY6136" fmla="*/ 4000969 h 4882701"/>
                <a:gd name="connsiteX6137" fmla="*/ 3121042 w 4954903"/>
                <a:gd name="connsiteY6137" fmla="*/ 3996664 h 4882701"/>
                <a:gd name="connsiteX6138" fmla="*/ 3066092 w 4954903"/>
                <a:gd name="connsiteY6138" fmla="*/ 3982483 h 4882701"/>
                <a:gd name="connsiteX6139" fmla="*/ 3051911 w 4954903"/>
                <a:gd name="connsiteY6139" fmla="*/ 3999196 h 4882701"/>
                <a:gd name="connsiteX6140" fmla="*/ 3073436 w 4954903"/>
                <a:gd name="connsiteY6140" fmla="*/ 3994891 h 4882701"/>
                <a:gd name="connsiteX6141" fmla="*/ 3066092 w 4954903"/>
                <a:gd name="connsiteY6141" fmla="*/ 3982483 h 4882701"/>
                <a:gd name="connsiteX6142" fmla="*/ 3017473 w 4954903"/>
                <a:gd name="connsiteY6142" fmla="*/ 3980710 h 4882701"/>
                <a:gd name="connsiteX6143" fmla="*/ 3003799 w 4954903"/>
                <a:gd name="connsiteY6143" fmla="*/ 3997423 h 4882701"/>
                <a:gd name="connsiteX6144" fmla="*/ 3025576 w 4954903"/>
                <a:gd name="connsiteY6144" fmla="*/ 3993119 h 4882701"/>
                <a:gd name="connsiteX6145" fmla="*/ 3017473 w 4954903"/>
                <a:gd name="connsiteY6145" fmla="*/ 3980710 h 4882701"/>
                <a:gd name="connsiteX6146" fmla="*/ 2976450 w 4954903"/>
                <a:gd name="connsiteY6146" fmla="*/ 3991599 h 4882701"/>
                <a:gd name="connsiteX6147" fmla="*/ 2968347 w 4954903"/>
                <a:gd name="connsiteY6147" fmla="*/ 3979191 h 4882701"/>
                <a:gd name="connsiteX6148" fmla="*/ 2954926 w 4954903"/>
                <a:gd name="connsiteY6148" fmla="*/ 3995904 h 4882701"/>
                <a:gd name="connsiteX6149" fmla="*/ 2976450 w 4954903"/>
                <a:gd name="connsiteY6149" fmla="*/ 3991599 h 4882701"/>
                <a:gd name="connsiteX6150" fmla="*/ 2927324 w 4954903"/>
                <a:gd name="connsiteY6150" fmla="*/ 3989827 h 4882701"/>
                <a:gd name="connsiteX6151" fmla="*/ 2918715 w 4954903"/>
                <a:gd name="connsiteY6151" fmla="*/ 3977419 h 4882701"/>
                <a:gd name="connsiteX6152" fmla="*/ 2905547 w 4954903"/>
                <a:gd name="connsiteY6152" fmla="*/ 3994131 h 4882701"/>
                <a:gd name="connsiteX6153" fmla="*/ 2927324 w 4954903"/>
                <a:gd name="connsiteY6153" fmla="*/ 3989827 h 4882701"/>
                <a:gd name="connsiteX6154" fmla="*/ 2877692 w 4954903"/>
                <a:gd name="connsiteY6154" fmla="*/ 3988307 h 4882701"/>
                <a:gd name="connsiteX6155" fmla="*/ 2868576 w 4954903"/>
                <a:gd name="connsiteY6155" fmla="*/ 3975899 h 4882701"/>
                <a:gd name="connsiteX6156" fmla="*/ 2855661 w 4954903"/>
                <a:gd name="connsiteY6156" fmla="*/ 3992612 h 4882701"/>
                <a:gd name="connsiteX6157" fmla="*/ 2877692 w 4954903"/>
                <a:gd name="connsiteY6157" fmla="*/ 3988307 h 4882701"/>
                <a:gd name="connsiteX6158" fmla="*/ 2827554 w 4954903"/>
                <a:gd name="connsiteY6158" fmla="*/ 3986788 h 4882701"/>
                <a:gd name="connsiteX6159" fmla="*/ 2818184 w 4954903"/>
                <a:gd name="connsiteY6159" fmla="*/ 3974380 h 4882701"/>
                <a:gd name="connsiteX6160" fmla="*/ 2805523 w 4954903"/>
                <a:gd name="connsiteY6160" fmla="*/ 3991093 h 4882701"/>
                <a:gd name="connsiteX6161" fmla="*/ 2827554 w 4954903"/>
                <a:gd name="connsiteY6161" fmla="*/ 3986788 h 4882701"/>
                <a:gd name="connsiteX6162" fmla="*/ 2776908 w 4954903"/>
                <a:gd name="connsiteY6162" fmla="*/ 3985269 h 4882701"/>
                <a:gd name="connsiteX6163" fmla="*/ 2767286 w 4954903"/>
                <a:gd name="connsiteY6163" fmla="*/ 3972861 h 4882701"/>
                <a:gd name="connsiteX6164" fmla="*/ 2754878 w 4954903"/>
                <a:gd name="connsiteY6164" fmla="*/ 3989827 h 4882701"/>
                <a:gd name="connsiteX6165" fmla="*/ 2776908 w 4954903"/>
                <a:gd name="connsiteY6165" fmla="*/ 3985269 h 4882701"/>
                <a:gd name="connsiteX6166" fmla="*/ 2726263 w 4954903"/>
                <a:gd name="connsiteY6166" fmla="*/ 3983749 h 4882701"/>
                <a:gd name="connsiteX6167" fmla="*/ 2716387 w 4954903"/>
                <a:gd name="connsiteY6167" fmla="*/ 3971341 h 4882701"/>
                <a:gd name="connsiteX6168" fmla="*/ 2704232 w 4954903"/>
                <a:gd name="connsiteY6168" fmla="*/ 3988307 h 4882701"/>
                <a:gd name="connsiteX6169" fmla="*/ 2726263 w 4954903"/>
                <a:gd name="connsiteY6169" fmla="*/ 3983749 h 4882701"/>
                <a:gd name="connsiteX6170" fmla="*/ 2674858 w 4954903"/>
                <a:gd name="connsiteY6170" fmla="*/ 3982483 h 4882701"/>
                <a:gd name="connsiteX6171" fmla="*/ 2664476 w 4954903"/>
                <a:gd name="connsiteY6171" fmla="*/ 3970075 h 4882701"/>
                <a:gd name="connsiteX6172" fmla="*/ 2652828 w 4954903"/>
                <a:gd name="connsiteY6172" fmla="*/ 3987041 h 4882701"/>
                <a:gd name="connsiteX6173" fmla="*/ 2674858 w 4954903"/>
                <a:gd name="connsiteY6173" fmla="*/ 3982483 h 4882701"/>
                <a:gd name="connsiteX6174" fmla="*/ 2623200 w 4954903"/>
                <a:gd name="connsiteY6174" fmla="*/ 3981217 h 4882701"/>
                <a:gd name="connsiteX6175" fmla="*/ 2612565 w 4954903"/>
                <a:gd name="connsiteY6175" fmla="*/ 3968809 h 4882701"/>
                <a:gd name="connsiteX6176" fmla="*/ 2601170 w 4954903"/>
                <a:gd name="connsiteY6176" fmla="*/ 3985775 h 4882701"/>
                <a:gd name="connsiteX6177" fmla="*/ 2623200 w 4954903"/>
                <a:gd name="connsiteY6177" fmla="*/ 3981217 h 4882701"/>
                <a:gd name="connsiteX6178" fmla="*/ 2571542 w 4954903"/>
                <a:gd name="connsiteY6178" fmla="*/ 3979951 h 4882701"/>
                <a:gd name="connsiteX6179" fmla="*/ 2560653 w 4954903"/>
                <a:gd name="connsiteY6179" fmla="*/ 3967543 h 4882701"/>
                <a:gd name="connsiteX6180" fmla="*/ 2549511 w 4954903"/>
                <a:gd name="connsiteY6180" fmla="*/ 3984509 h 4882701"/>
                <a:gd name="connsiteX6181" fmla="*/ 2571542 w 4954903"/>
                <a:gd name="connsiteY6181" fmla="*/ 3979951 h 4882701"/>
                <a:gd name="connsiteX6182" fmla="*/ 2507982 w 4954903"/>
                <a:gd name="connsiteY6182" fmla="*/ 3966277 h 4882701"/>
                <a:gd name="connsiteX6183" fmla="*/ 2497094 w 4954903"/>
                <a:gd name="connsiteY6183" fmla="*/ 3983243 h 4882701"/>
                <a:gd name="connsiteX6184" fmla="*/ 2519378 w 4954903"/>
                <a:gd name="connsiteY6184" fmla="*/ 3978685 h 4882701"/>
                <a:gd name="connsiteX6185" fmla="*/ 2507982 w 4954903"/>
                <a:gd name="connsiteY6185" fmla="*/ 3966277 h 4882701"/>
                <a:gd name="connsiteX6186" fmla="*/ 2455058 w 4954903"/>
                <a:gd name="connsiteY6186" fmla="*/ 3965264 h 4882701"/>
                <a:gd name="connsiteX6187" fmla="*/ 2444676 w 4954903"/>
                <a:gd name="connsiteY6187" fmla="*/ 3982230 h 4882701"/>
                <a:gd name="connsiteX6188" fmla="*/ 2466960 w 4954903"/>
                <a:gd name="connsiteY6188" fmla="*/ 3977672 h 4882701"/>
                <a:gd name="connsiteX6189" fmla="*/ 2455058 w 4954903"/>
                <a:gd name="connsiteY6189" fmla="*/ 3965264 h 4882701"/>
                <a:gd name="connsiteX6190" fmla="*/ 2402134 w 4954903"/>
                <a:gd name="connsiteY6190" fmla="*/ 3964251 h 4882701"/>
                <a:gd name="connsiteX6191" fmla="*/ 2392258 w 4954903"/>
                <a:gd name="connsiteY6191" fmla="*/ 3981217 h 4882701"/>
                <a:gd name="connsiteX6192" fmla="*/ 2414289 w 4954903"/>
                <a:gd name="connsiteY6192" fmla="*/ 3976659 h 4882701"/>
                <a:gd name="connsiteX6193" fmla="*/ 2402134 w 4954903"/>
                <a:gd name="connsiteY6193" fmla="*/ 3964251 h 4882701"/>
                <a:gd name="connsiteX6194" fmla="*/ 2361111 w 4954903"/>
                <a:gd name="connsiteY6194" fmla="*/ 3975646 h 4882701"/>
                <a:gd name="connsiteX6195" fmla="*/ 2348703 w 4954903"/>
                <a:gd name="connsiteY6195" fmla="*/ 3963238 h 4882701"/>
                <a:gd name="connsiteX6196" fmla="*/ 2339081 w 4954903"/>
                <a:gd name="connsiteY6196" fmla="*/ 3980204 h 4882701"/>
                <a:gd name="connsiteX6197" fmla="*/ 2361111 w 4954903"/>
                <a:gd name="connsiteY6197" fmla="*/ 3975646 h 4882701"/>
                <a:gd name="connsiteX6198" fmla="*/ 2308187 w 4954903"/>
                <a:gd name="connsiteY6198" fmla="*/ 3974886 h 4882701"/>
                <a:gd name="connsiteX6199" fmla="*/ 2295273 w 4954903"/>
                <a:gd name="connsiteY6199" fmla="*/ 3962478 h 4882701"/>
                <a:gd name="connsiteX6200" fmla="*/ 2285903 w 4954903"/>
                <a:gd name="connsiteY6200" fmla="*/ 3979444 h 4882701"/>
                <a:gd name="connsiteX6201" fmla="*/ 2308187 w 4954903"/>
                <a:gd name="connsiteY6201" fmla="*/ 3974886 h 4882701"/>
                <a:gd name="connsiteX6202" fmla="*/ 2254757 w 4954903"/>
                <a:gd name="connsiteY6202" fmla="*/ 3974127 h 4882701"/>
                <a:gd name="connsiteX6203" fmla="*/ 2241842 w 4954903"/>
                <a:gd name="connsiteY6203" fmla="*/ 3961719 h 4882701"/>
                <a:gd name="connsiteX6204" fmla="*/ 2233739 w 4954903"/>
                <a:gd name="connsiteY6204" fmla="*/ 3979698 h 4882701"/>
                <a:gd name="connsiteX6205" fmla="*/ 2254757 w 4954903"/>
                <a:gd name="connsiteY6205" fmla="*/ 3974127 h 4882701"/>
                <a:gd name="connsiteX6206" fmla="*/ 809090 w 4954903"/>
                <a:gd name="connsiteY6206" fmla="*/ 3981217 h 4882701"/>
                <a:gd name="connsiteX6207" fmla="*/ 808077 w 4954903"/>
                <a:gd name="connsiteY6207" fmla="*/ 3981470 h 4882701"/>
                <a:gd name="connsiteX6208" fmla="*/ 822764 w 4954903"/>
                <a:gd name="connsiteY6208" fmla="*/ 4002741 h 4882701"/>
                <a:gd name="connsiteX6209" fmla="*/ 823271 w 4954903"/>
                <a:gd name="connsiteY6209" fmla="*/ 3992865 h 4882701"/>
                <a:gd name="connsiteX6210" fmla="*/ 809090 w 4954903"/>
                <a:gd name="connsiteY6210" fmla="*/ 3981217 h 4882701"/>
                <a:gd name="connsiteX6211" fmla="*/ 798201 w 4954903"/>
                <a:gd name="connsiteY6211" fmla="*/ 4004514 h 4882701"/>
                <a:gd name="connsiteX6212" fmla="*/ 798201 w 4954903"/>
                <a:gd name="connsiteY6212" fmla="*/ 3994638 h 4882701"/>
                <a:gd name="connsiteX6213" fmla="*/ 784274 w 4954903"/>
                <a:gd name="connsiteY6213" fmla="*/ 3982989 h 4882701"/>
                <a:gd name="connsiteX6214" fmla="*/ 783261 w 4954903"/>
                <a:gd name="connsiteY6214" fmla="*/ 3983243 h 4882701"/>
                <a:gd name="connsiteX6215" fmla="*/ 798201 w 4954903"/>
                <a:gd name="connsiteY6215" fmla="*/ 4004514 h 4882701"/>
                <a:gd name="connsiteX6216" fmla="*/ 773892 w 4954903"/>
                <a:gd name="connsiteY6216" fmla="*/ 3996411 h 4882701"/>
                <a:gd name="connsiteX6217" fmla="*/ 759964 w 4954903"/>
                <a:gd name="connsiteY6217" fmla="*/ 3984762 h 4882701"/>
                <a:gd name="connsiteX6218" fmla="*/ 758951 w 4954903"/>
                <a:gd name="connsiteY6218" fmla="*/ 3985015 h 4882701"/>
                <a:gd name="connsiteX6219" fmla="*/ 774145 w 4954903"/>
                <a:gd name="connsiteY6219" fmla="*/ 4006287 h 4882701"/>
                <a:gd name="connsiteX6220" fmla="*/ 773892 w 4954903"/>
                <a:gd name="connsiteY6220" fmla="*/ 3996411 h 4882701"/>
                <a:gd name="connsiteX6221" fmla="*/ 751861 w 4954903"/>
                <a:gd name="connsiteY6221" fmla="*/ 4008312 h 4882701"/>
                <a:gd name="connsiteX6222" fmla="*/ 751101 w 4954903"/>
                <a:gd name="connsiteY6222" fmla="*/ 3998436 h 4882701"/>
                <a:gd name="connsiteX6223" fmla="*/ 737427 w 4954903"/>
                <a:gd name="connsiteY6223" fmla="*/ 3986788 h 4882701"/>
                <a:gd name="connsiteX6224" fmla="*/ 736667 w 4954903"/>
                <a:gd name="connsiteY6224" fmla="*/ 3987041 h 4882701"/>
                <a:gd name="connsiteX6225" fmla="*/ 751861 w 4954903"/>
                <a:gd name="connsiteY6225" fmla="*/ 4008312 h 4882701"/>
                <a:gd name="connsiteX6226" fmla="*/ 715650 w 4954903"/>
                <a:gd name="connsiteY6226" fmla="*/ 3988560 h 4882701"/>
                <a:gd name="connsiteX6227" fmla="*/ 714890 w 4954903"/>
                <a:gd name="connsiteY6227" fmla="*/ 3988814 h 4882701"/>
                <a:gd name="connsiteX6228" fmla="*/ 731096 w 4954903"/>
                <a:gd name="connsiteY6228" fmla="*/ 4010338 h 4882701"/>
                <a:gd name="connsiteX6229" fmla="*/ 729324 w 4954903"/>
                <a:gd name="connsiteY6229" fmla="*/ 4000209 h 4882701"/>
                <a:gd name="connsiteX6230" fmla="*/ 715650 w 4954903"/>
                <a:gd name="connsiteY6230" fmla="*/ 3988560 h 4882701"/>
                <a:gd name="connsiteX6231" fmla="*/ 711092 w 4954903"/>
                <a:gd name="connsiteY6231" fmla="*/ 4012111 h 4882701"/>
                <a:gd name="connsiteX6232" fmla="*/ 708813 w 4954903"/>
                <a:gd name="connsiteY6232" fmla="*/ 4001981 h 4882701"/>
                <a:gd name="connsiteX6233" fmla="*/ 695392 w 4954903"/>
                <a:gd name="connsiteY6233" fmla="*/ 3990333 h 4882701"/>
                <a:gd name="connsiteX6234" fmla="*/ 694632 w 4954903"/>
                <a:gd name="connsiteY6234" fmla="*/ 3990586 h 4882701"/>
                <a:gd name="connsiteX6235" fmla="*/ 711092 w 4954903"/>
                <a:gd name="connsiteY6235" fmla="*/ 4012111 h 4882701"/>
                <a:gd name="connsiteX6236" fmla="*/ 692100 w 4954903"/>
                <a:gd name="connsiteY6236" fmla="*/ 4014136 h 4882701"/>
                <a:gd name="connsiteX6237" fmla="*/ 689567 w 4954903"/>
                <a:gd name="connsiteY6237" fmla="*/ 4004007 h 4882701"/>
                <a:gd name="connsiteX6238" fmla="*/ 676400 w 4954903"/>
                <a:gd name="connsiteY6238" fmla="*/ 3992359 h 4882701"/>
                <a:gd name="connsiteX6239" fmla="*/ 675640 w 4954903"/>
                <a:gd name="connsiteY6239" fmla="*/ 3992612 h 4882701"/>
                <a:gd name="connsiteX6240" fmla="*/ 692100 w 4954903"/>
                <a:gd name="connsiteY6240" fmla="*/ 4014136 h 4882701"/>
                <a:gd name="connsiteX6241" fmla="*/ 674374 w 4954903"/>
                <a:gd name="connsiteY6241" fmla="*/ 4016415 h 4882701"/>
                <a:gd name="connsiteX6242" fmla="*/ 671335 w 4954903"/>
                <a:gd name="connsiteY6242" fmla="*/ 4006287 h 4882701"/>
                <a:gd name="connsiteX6243" fmla="*/ 658167 w 4954903"/>
                <a:gd name="connsiteY6243" fmla="*/ 3994638 h 4882701"/>
                <a:gd name="connsiteX6244" fmla="*/ 657914 w 4954903"/>
                <a:gd name="connsiteY6244" fmla="*/ 3994638 h 4882701"/>
                <a:gd name="connsiteX6245" fmla="*/ 674374 w 4954903"/>
                <a:gd name="connsiteY6245" fmla="*/ 4016415 h 4882701"/>
                <a:gd name="connsiteX6246" fmla="*/ 658167 w 4954903"/>
                <a:gd name="connsiteY6246" fmla="*/ 4018441 h 4882701"/>
                <a:gd name="connsiteX6247" fmla="*/ 654875 w 4954903"/>
                <a:gd name="connsiteY6247" fmla="*/ 4008312 h 4882701"/>
                <a:gd name="connsiteX6248" fmla="*/ 641961 w 4954903"/>
                <a:gd name="connsiteY6248" fmla="*/ 3996664 h 4882701"/>
                <a:gd name="connsiteX6249" fmla="*/ 641708 w 4954903"/>
                <a:gd name="connsiteY6249" fmla="*/ 3996664 h 4882701"/>
                <a:gd name="connsiteX6250" fmla="*/ 658167 w 4954903"/>
                <a:gd name="connsiteY6250" fmla="*/ 4018441 h 4882701"/>
                <a:gd name="connsiteX6251" fmla="*/ 642974 w 4954903"/>
                <a:gd name="connsiteY6251" fmla="*/ 4020720 h 4882701"/>
                <a:gd name="connsiteX6252" fmla="*/ 639175 w 4954903"/>
                <a:gd name="connsiteY6252" fmla="*/ 4010591 h 4882701"/>
                <a:gd name="connsiteX6253" fmla="*/ 626514 w 4954903"/>
                <a:gd name="connsiteY6253" fmla="*/ 3999196 h 4882701"/>
                <a:gd name="connsiteX6254" fmla="*/ 626261 w 4954903"/>
                <a:gd name="connsiteY6254" fmla="*/ 3999196 h 4882701"/>
                <a:gd name="connsiteX6255" fmla="*/ 642974 w 4954903"/>
                <a:gd name="connsiteY6255" fmla="*/ 4020720 h 4882701"/>
                <a:gd name="connsiteX6256" fmla="*/ 629300 w 4954903"/>
                <a:gd name="connsiteY6256" fmla="*/ 4022746 h 4882701"/>
                <a:gd name="connsiteX6257" fmla="*/ 624995 w 4954903"/>
                <a:gd name="connsiteY6257" fmla="*/ 4012617 h 4882701"/>
                <a:gd name="connsiteX6258" fmla="*/ 612587 w 4954903"/>
                <a:gd name="connsiteY6258" fmla="*/ 4001222 h 4882701"/>
                <a:gd name="connsiteX6259" fmla="*/ 612333 w 4954903"/>
                <a:gd name="connsiteY6259" fmla="*/ 4001222 h 4882701"/>
                <a:gd name="connsiteX6260" fmla="*/ 629300 w 4954903"/>
                <a:gd name="connsiteY6260" fmla="*/ 4022746 h 4882701"/>
                <a:gd name="connsiteX6261" fmla="*/ 616638 w 4954903"/>
                <a:gd name="connsiteY6261" fmla="*/ 4025025 h 4882701"/>
                <a:gd name="connsiteX6262" fmla="*/ 612080 w 4954903"/>
                <a:gd name="connsiteY6262" fmla="*/ 4014896 h 4882701"/>
                <a:gd name="connsiteX6263" fmla="*/ 599925 w 4954903"/>
                <a:gd name="connsiteY6263" fmla="*/ 4003501 h 4882701"/>
                <a:gd name="connsiteX6264" fmla="*/ 599672 w 4954903"/>
                <a:gd name="connsiteY6264" fmla="*/ 4003501 h 4882701"/>
                <a:gd name="connsiteX6265" fmla="*/ 616638 w 4954903"/>
                <a:gd name="connsiteY6265" fmla="*/ 4025025 h 4882701"/>
                <a:gd name="connsiteX6266" fmla="*/ 605496 w 4954903"/>
                <a:gd name="connsiteY6266" fmla="*/ 4027557 h 4882701"/>
                <a:gd name="connsiteX6267" fmla="*/ 600432 w 4954903"/>
                <a:gd name="connsiteY6267" fmla="*/ 4017428 h 4882701"/>
                <a:gd name="connsiteX6268" fmla="*/ 588530 w 4954903"/>
                <a:gd name="connsiteY6268" fmla="*/ 4006033 h 4882701"/>
                <a:gd name="connsiteX6269" fmla="*/ 588277 w 4954903"/>
                <a:gd name="connsiteY6269" fmla="*/ 4006033 h 4882701"/>
                <a:gd name="connsiteX6270" fmla="*/ 605496 w 4954903"/>
                <a:gd name="connsiteY6270" fmla="*/ 4027557 h 4882701"/>
                <a:gd name="connsiteX6271" fmla="*/ 595621 w 4954903"/>
                <a:gd name="connsiteY6271" fmla="*/ 4029836 h 4882701"/>
                <a:gd name="connsiteX6272" fmla="*/ 590303 w 4954903"/>
                <a:gd name="connsiteY6272" fmla="*/ 4019707 h 4882701"/>
                <a:gd name="connsiteX6273" fmla="*/ 578654 w 4954903"/>
                <a:gd name="connsiteY6273" fmla="*/ 4008312 h 4882701"/>
                <a:gd name="connsiteX6274" fmla="*/ 578401 w 4954903"/>
                <a:gd name="connsiteY6274" fmla="*/ 4008312 h 4882701"/>
                <a:gd name="connsiteX6275" fmla="*/ 595621 w 4954903"/>
                <a:gd name="connsiteY6275" fmla="*/ 4029836 h 4882701"/>
                <a:gd name="connsiteX6276" fmla="*/ 581440 w 4954903"/>
                <a:gd name="connsiteY6276" fmla="*/ 4021986 h 4882701"/>
                <a:gd name="connsiteX6277" fmla="*/ 570045 w 4954903"/>
                <a:gd name="connsiteY6277" fmla="*/ 4010591 h 4882701"/>
                <a:gd name="connsiteX6278" fmla="*/ 587264 w 4954903"/>
                <a:gd name="connsiteY6278" fmla="*/ 4032115 h 4882701"/>
                <a:gd name="connsiteX6279" fmla="*/ 581440 w 4954903"/>
                <a:gd name="connsiteY6279" fmla="*/ 4021986 h 4882701"/>
                <a:gd name="connsiteX6280" fmla="*/ 562954 w 4954903"/>
                <a:gd name="connsiteY6280" fmla="*/ 4013123 h 4882701"/>
                <a:gd name="connsiteX6281" fmla="*/ 580427 w 4954903"/>
                <a:gd name="connsiteY6281" fmla="*/ 4034648 h 4882701"/>
                <a:gd name="connsiteX6282" fmla="*/ 574096 w 4954903"/>
                <a:gd name="connsiteY6282" fmla="*/ 4024518 h 4882701"/>
                <a:gd name="connsiteX6283" fmla="*/ 562954 w 4954903"/>
                <a:gd name="connsiteY6283" fmla="*/ 4013123 h 4882701"/>
                <a:gd name="connsiteX6284" fmla="*/ 557130 w 4954903"/>
                <a:gd name="connsiteY6284" fmla="*/ 4015656 h 4882701"/>
                <a:gd name="connsiteX6285" fmla="*/ 574603 w 4954903"/>
                <a:gd name="connsiteY6285" fmla="*/ 4037180 h 4882701"/>
                <a:gd name="connsiteX6286" fmla="*/ 568019 w 4954903"/>
                <a:gd name="connsiteY6286" fmla="*/ 4027051 h 4882701"/>
                <a:gd name="connsiteX6287" fmla="*/ 557130 w 4954903"/>
                <a:gd name="connsiteY6287" fmla="*/ 4015656 h 4882701"/>
                <a:gd name="connsiteX6288" fmla="*/ 552825 w 4954903"/>
                <a:gd name="connsiteY6288" fmla="*/ 4018188 h 4882701"/>
                <a:gd name="connsiteX6289" fmla="*/ 570298 w 4954903"/>
                <a:gd name="connsiteY6289" fmla="*/ 4039712 h 4882701"/>
                <a:gd name="connsiteX6290" fmla="*/ 563208 w 4954903"/>
                <a:gd name="connsiteY6290" fmla="*/ 4029583 h 4882701"/>
                <a:gd name="connsiteX6291" fmla="*/ 552825 w 4954903"/>
                <a:gd name="connsiteY6291" fmla="*/ 4018188 h 4882701"/>
                <a:gd name="connsiteX6292" fmla="*/ 567512 w 4954903"/>
                <a:gd name="connsiteY6292" fmla="*/ 4042245 h 4882701"/>
                <a:gd name="connsiteX6293" fmla="*/ 560169 w 4954903"/>
                <a:gd name="connsiteY6293" fmla="*/ 4032115 h 4882701"/>
                <a:gd name="connsiteX6294" fmla="*/ 560169 w 4954903"/>
                <a:gd name="connsiteY6294" fmla="*/ 4032115 h 4882701"/>
                <a:gd name="connsiteX6295" fmla="*/ 550040 w 4954903"/>
                <a:gd name="connsiteY6295" fmla="*/ 4020720 h 4882701"/>
                <a:gd name="connsiteX6296" fmla="*/ 567512 w 4954903"/>
                <a:gd name="connsiteY6296" fmla="*/ 4042245 h 4882701"/>
                <a:gd name="connsiteX6297" fmla="*/ 565993 w 4954903"/>
                <a:gd name="connsiteY6297" fmla="*/ 4045030 h 4882701"/>
                <a:gd name="connsiteX6298" fmla="*/ 558396 w 4954903"/>
                <a:gd name="connsiteY6298" fmla="*/ 4034901 h 4882701"/>
                <a:gd name="connsiteX6299" fmla="*/ 548521 w 4954903"/>
                <a:gd name="connsiteY6299" fmla="*/ 4023506 h 4882701"/>
                <a:gd name="connsiteX6300" fmla="*/ 565993 w 4954903"/>
                <a:gd name="connsiteY6300" fmla="*/ 4045030 h 4882701"/>
                <a:gd name="connsiteX6301" fmla="*/ 557890 w 4954903"/>
                <a:gd name="connsiteY6301" fmla="*/ 4037433 h 4882701"/>
                <a:gd name="connsiteX6302" fmla="*/ 548267 w 4954903"/>
                <a:gd name="connsiteY6302" fmla="*/ 4026291 h 4882701"/>
                <a:gd name="connsiteX6303" fmla="*/ 565740 w 4954903"/>
                <a:gd name="connsiteY6303" fmla="*/ 4047562 h 4882701"/>
                <a:gd name="connsiteX6304" fmla="*/ 557890 w 4954903"/>
                <a:gd name="connsiteY6304" fmla="*/ 4037433 h 4882701"/>
                <a:gd name="connsiteX6305" fmla="*/ 559156 w 4954903"/>
                <a:gd name="connsiteY6305" fmla="*/ 4040219 h 4882701"/>
                <a:gd name="connsiteX6306" fmla="*/ 565993 w 4954903"/>
                <a:gd name="connsiteY6306" fmla="*/ 4048575 h 4882701"/>
                <a:gd name="connsiteX6307" fmla="*/ 550040 w 4954903"/>
                <a:gd name="connsiteY6307" fmla="*/ 4029077 h 4882701"/>
                <a:gd name="connsiteX6308" fmla="*/ 559156 w 4954903"/>
                <a:gd name="connsiteY6308" fmla="*/ 4040219 h 4882701"/>
                <a:gd name="connsiteX6309" fmla="*/ 565993 w 4954903"/>
                <a:gd name="connsiteY6309" fmla="*/ 4048575 h 4882701"/>
                <a:gd name="connsiteX6310" fmla="*/ 567512 w 4954903"/>
                <a:gd name="connsiteY6310" fmla="*/ 4050348 h 4882701"/>
                <a:gd name="connsiteX6311" fmla="*/ 567512 w 4954903"/>
                <a:gd name="connsiteY6311" fmla="*/ 4050348 h 4882701"/>
                <a:gd name="connsiteX6312" fmla="*/ 565993 w 4954903"/>
                <a:gd name="connsiteY6312" fmla="*/ 4048575 h 4882701"/>
                <a:gd name="connsiteX6313" fmla="*/ 3135982 w 4954903"/>
                <a:gd name="connsiteY6313" fmla="*/ 3948804 h 4882701"/>
                <a:gd name="connsiteX6314" fmla="*/ 3128639 w 4954903"/>
                <a:gd name="connsiteY6314" fmla="*/ 3936143 h 4882701"/>
                <a:gd name="connsiteX6315" fmla="*/ 3114458 w 4954903"/>
                <a:gd name="connsiteY6315" fmla="*/ 3953109 h 4882701"/>
                <a:gd name="connsiteX6316" fmla="*/ 3135982 w 4954903"/>
                <a:gd name="connsiteY6316" fmla="*/ 3948804 h 4882701"/>
                <a:gd name="connsiteX6317" fmla="*/ 3087363 w 4954903"/>
                <a:gd name="connsiteY6317" fmla="*/ 3946778 h 4882701"/>
                <a:gd name="connsiteX6318" fmla="*/ 3079513 w 4954903"/>
                <a:gd name="connsiteY6318" fmla="*/ 3934117 h 4882701"/>
                <a:gd name="connsiteX6319" fmla="*/ 3065333 w 4954903"/>
                <a:gd name="connsiteY6319" fmla="*/ 3951083 h 4882701"/>
                <a:gd name="connsiteX6320" fmla="*/ 3087363 w 4954903"/>
                <a:gd name="connsiteY6320" fmla="*/ 3946778 h 4882701"/>
                <a:gd name="connsiteX6321" fmla="*/ 3037984 w 4954903"/>
                <a:gd name="connsiteY6321" fmla="*/ 3945006 h 4882701"/>
                <a:gd name="connsiteX6322" fmla="*/ 3029628 w 4954903"/>
                <a:gd name="connsiteY6322" fmla="*/ 3932344 h 4882701"/>
                <a:gd name="connsiteX6323" fmla="*/ 3015953 w 4954903"/>
                <a:gd name="connsiteY6323" fmla="*/ 3949311 h 4882701"/>
                <a:gd name="connsiteX6324" fmla="*/ 3037984 w 4954903"/>
                <a:gd name="connsiteY6324" fmla="*/ 3945006 h 4882701"/>
                <a:gd name="connsiteX6325" fmla="*/ 2988352 w 4954903"/>
                <a:gd name="connsiteY6325" fmla="*/ 3943233 h 4882701"/>
                <a:gd name="connsiteX6326" fmla="*/ 2979742 w 4954903"/>
                <a:gd name="connsiteY6326" fmla="*/ 3930572 h 4882701"/>
                <a:gd name="connsiteX6327" fmla="*/ 2966321 w 4954903"/>
                <a:gd name="connsiteY6327" fmla="*/ 3947538 h 4882701"/>
                <a:gd name="connsiteX6328" fmla="*/ 2988352 w 4954903"/>
                <a:gd name="connsiteY6328" fmla="*/ 3943233 h 4882701"/>
                <a:gd name="connsiteX6329" fmla="*/ 2938213 w 4954903"/>
                <a:gd name="connsiteY6329" fmla="*/ 3941714 h 4882701"/>
                <a:gd name="connsiteX6330" fmla="*/ 2929350 w 4954903"/>
                <a:gd name="connsiteY6330" fmla="*/ 3929053 h 4882701"/>
                <a:gd name="connsiteX6331" fmla="*/ 2915929 w 4954903"/>
                <a:gd name="connsiteY6331" fmla="*/ 3946019 h 4882701"/>
                <a:gd name="connsiteX6332" fmla="*/ 2938213 w 4954903"/>
                <a:gd name="connsiteY6332" fmla="*/ 3941714 h 4882701"/>
                <a:gd name="connsiteX6333" fmla="*/ 2887568 w 4954903"/>
                <a:gd name="connsiteY6333" fmla="*/ 3939941 h 4882701"/>
                <a:gd name="connsiteX6334" fmla="*/ 2878199 w 4954903"/>
                <a:gd name="connsiteY6334" fmla="*/ 3927280 h 4882701"/>
                <a:gd name="connsiteX6335" fmla="*/ 2865284 w 4954903"/>
                <a:gd name="connsiteY6335" fmla="*/ 3944246 h 4882701"/>
                <a:gd name="connsiteX6336" fmla="*/ 2887568 w 4954903"/>
                <a:gd name="connsiteY6336" fmla="*/ 3939941 h 4882701"/>
                <a:gd name="connsiteX6337" fmla="*/ 2836416 w 4954903"/>
                <a:gd name="connsiteY6337" fmla="*/ 3938422 h 4882701"/>
                <a:gd name="connsiteX6338" fmla="*/ 2826794 w 4954903"/>
                <a:gd name="connsiteY6338" fmla="*/ 3925761 h 4882701"/>
                <a:gd name="connsiteX6339" fmla="*/ 2814132 w 4954903"/>
                <a:gd name="connsiteY6339" fmla="*/ 3942727 h 4882701"/>
                <a:gd name="connsiteX6340" fmla="*/ 2836416 w 4954903"/>
                <a:gd name="connsiteY6340" fmla="*/ 3938422 h 4882701"/>
                <a:gd name="connsiteX6341" fmla="*/ 2784758 w 4954903"/>
                <a:gd name="connsiteY6341" fmla="*/ 3936903 h 4882701"/>
                <a:gd name="connsiteX6342" fmla="*/ 2774883 w 4954903"/>
                <a:gd name="connsiteY6342" fmla="*/ 3924241 h 4882701"/>
                <a:gd name="connsiteX6343" fmla="*/ 2762474 w 4954903"/>
                <a:gd name="connsiteY6343" fmla="*/ 3941207 h 4882701"/>
                <a:gd name="connsiteX6344" fmla="*/ 2784758 w 4954903"/>
                <a:gd name="connsiteY6344" fmla="*/ 3936903 h 4882701"/>
                <a:gd name="connsiteX6345" fmla="*/ 2732847 w 4954903"/>
                <a:gd name="connsiteY6345" fmla="*/ 3935383 h 4882701"/>
                <a:gd name="connsiteX6346" fmla="*/ 2722465 w 4954903"/>
                <a:gd name="connsiteY6346" fmla="*/ 3922722 h 4882701"/>
                <a:gd name="connsiteX6347" fmla="*/ 2710310 w 4954903"/>
                <a:gd name="connsiteY6347" fmla="*/ 3939941 h 4882701"/>
                <a:gd name="connsiteX6348" fmla="*/ 2732847 w 4954903"/>
                <a:gd name="connsiteY6348" fmla="*/ 3935383 h 4882701"/>
                <a:gd name="connsiteX6349" fmla="*/ 2680682 w 4954903"/>
                <a:gd name="connsiteY6349" fmla="*/ 3934117 h 4882701"/>
                <a:gd name="connsiteX6350" fmla="*/ 2670047 w 4954903"/>
                <a:gd name="connsiteY6350" fmla="*/ 3921456 h 4882701"/>
                <a:gd name="connsiteX6351" fmla="*/ 2658145 w 4954903"/>
                <a:gd name="connsiteY6351" fmla="*/ 3938675 h 4882701"/>
                <a:gd name="connsiteX6352" fmla="*/ 2680682 w 4954903"/>
                <a:gd name="connsiteY6352" fmla="*/ 3934117 h 4882701"/>
                <a:gd name="connsiteX6353" fmla="*/ 2627758 w 4954903"/>
                <a:gd name="connsiteY6353" fmla="*/ 3932851 h 4882701"/>
                <a:gd name="connsiteX6354" fmla="*/ 2616869 w 4954903"/>
                <a:gd name="connsiteY6354" fmla="*/ 3920190 h 4882701"/>
                <a:gd name="connsiteX6355" fmla="*/ 2605221 w 4954903"/>
                <a:gd name="connsiteY6355" fmla="*/ 3937409 h 4882701"/>
                <a:gd name="connsiteX6356" fmla="*/ 2627758 w 4954903"/>
                <a:gd name="connsiteY6356" fmla="*/ 3932851 h 4882701"/>
                <a:gd name="connsiteX6357" fmla="*/ 2574834 w 4954903"/>
                <a:gd name="connsiteY6357" fmla="*/ 3931585 h 4882701"/>
                <a:gd name="connsiteX6358" fmla="*/ 2563692 w 4954903"/>
                <a:gd name="connsiteY6358" fmla="*/ 3918923 h 4882701"/>
                <a:gd name="connsiteX6359" fmla="*/ 2552297 w 4954903"/>
                <a:gd name="connsiteY6359" fmla="*/ 3936143 h 4882701"/>
                <a:gd name="connsiteX6360" fmla="*/ 2574834 w 4954903"/>
                <a:gd name="connsiteY6360" fmla="*/ 3931585 h 4882701"/>
                <a:gd name="connsiteX6361" fmla="*/ 2510008 w 4954903"/>
                <a:gd name="connsiteY6361" fmla="*/ 3917911 h 4882701"/>
                <a:gd name="connsiteX6362" fmla="*/ 2498866 w 4954903"/>
                <a:gd name="connsiteY6362" fmla="*/ 3935130 h 4882701"/>
                <a:gd name="connsiteX6363" fmla="*/ 2521403 w 4954903"/>
                <a:gd name="connsiteY6363" fmla="*/ 3930572 h 4882701"/>
                <a:gd name="connsiteX6364" fmla="*/ 2510008 w 4954903"/>
                <a:gd name="connsiteY6364" fmla="*/ 3917911 h 4882701"/>
                <a:gd name="connsiteX6365" fmla="*/ 2456071 w 4954903"/>
                <a:gd name="connsiteY6365" fmla="*/ 3916644 h 4882701"/>
                <a:gd name="connsiteX6366" fmla="*/ 2445436 w 4954903"/>
                <a:gd name="connsiteY6366" fmla="*/ 3933864 h 4882701"/>
                <a:gd name="connsiteX6367" fmla="*/ 2467973 w 4954903"/>
                <a:gd name="connsiteY6367" fmla="*/ 3929306 h 4882701"/>
                <a:gd name="connsiteX6368" fmla="*/ 2456071 w 4954903"/>
                <a:gd name="connsiteY6368" fmla="*/ 3916644 h 4882701"/>
                <a:gd name="connsiteX6369" fmla="*/ 2402134 w 4954903"/>
                <a:gd name="connsiteY6369" fmla="*/ 3915632 h 4882701"/>
                <a:gd name="connsiteX6370" fmla="*/ 2392005 w 4954903"/>
                <a:gd name="connsiteY6370" fmla="*/ 3932851 h 4882701"/>
                <a:gd name="connsiteX6371" fmla="*/ 2414542 w 4954903"/>
                <a:gd name="connsiteY6371" fmla="*/ 3928039 h 4882701"/>
                <a:gd name="connsiteX6372" fmla="*/ 2402134 w 4954903"/>
                <a:gd name="connsiteY6372" fmla="*/ 3915632 h 4882701"/>
                <a:gd name="connsiteX6373" fmla="*/ 2360352 w 4954903"/>
                <a:gd name="connsiteY6373" fmla="*/ 3927280 h 4882701"/>
                <a:gd name="connsiteX6374" fmla="*/ 2347690 w 4954903"/>
                <a:gd name="connsiteY6374" fmla="*/ 3914872 h 4882701"/>
                <a:gd name="connsiteX6375" fmla="*/ 2337815 w 4954903"/>
                <a:gd name="connsiteY6375" fmla="*/ 3932091 h 4882701"/>
                <a:gd name="connsiteX6376" fmla="*/ 2360352 w 4954903"/>
                <a:gd name="connsiteY6376" fmla="*/ 3927280 h 4882701"/>
                <a:gd name="connsiteX6377" fmla="*/ 2306161 w 4954903"/>
                <a:gd name="connsiteY6377" fmla="*/ 3926267 h 4882701"/>
                <a:gd name="connsiteX6378" fmla="*/ 2293247 w 4954903"/>
                <a:gd name="connsiteY6378" fmla="*/ 3913859 h 4882701"/>
                <a:gd name="connsiteX6379" fmla="*/ 2283624 w 4954903"/>
                <a:gd name="connsiteY6379" fmla="*/ 3931078 h 4882701"/>
                <a:gd name="connsiteX6380" fmla="*/ 2306161 w 4954903"/>
                <a:gd name="connsiteY6380" fmla="*/ 3926267 h 4882701"/>
                <a:gd name="connsiteX6381" fmla="*/ 804025 w 4954903"/>
                <a:gd name="connsiteY6381" fmla="*/ 3931078 h 4882701"/>
                <a:gd name="connsiteX6382" fmla="*/ 803013 w 4954903"/>
                <a:gd name="connsiteY6382" fmla="*/ 3931332 h 4882701"/>
                <a:gd name="connsiteX6383" fmla="*/ 817193 w 4954903"/>
                <a:gd name="connsiteY6383" fmla="*/ 3953109 h 4882701"/>
                <a:gd name="connsiteX6384" fmla="*/ 818206 w 4954903"/>
                <a:gd name="connsiteY6384" fmla="*/ 3942727 h 4882701"/>
                <a:gd name="connsiteX6385" fmla="*/ 804025 w 4954903"/>
                <a:gd name="connsiteY6385" fmla="*/ 3931078 h 4882701"/>
                <a:gd name="connsiteX6386" fmla="*/ 790351 w 4954903"/>
                <a:gd name="connsiteY6386" fmla="*/ 3954881 h 4882701"/>
                <a:gd name="connsiteX6387" fmla="*/ 791111 w 4954903"/>
                <a:gd name="connsiteY6387" fmla="*/ 3944499 h 4882701"/>
                <a:gd name="connsiteX6388" fmla="*/ 777184 w 4954903"/>
                <a:gd name="connsiteY6388" fmla="*/ 3932598 h 4882701"/>
                <a:gd name="connsiteX6389" fmla="*/ 776171 w 4954903"/>
                <a:gd name="connsiteY6389" fmla="*/ 3932851 h 4882701"/>
                <a:gd name="connsiteX6390" fmla="*/ 790351 w 4954903"/>
                <a:gd name="connsiteY6390" fmla="*/ 3954881 h 4882701"/>
                <a:gd name="connsiteX6391" fmla="*/ 751354 w 4954903"/>
                <a:gd name="connsiteY6391" fmla="*/ 3934624 h 4882701"/>
                <a:gd name="connsiteX6392" fmla="*/ 750342 w 4954903"/>
                <a:gd name="connsiteY6392" fmla="*/ 3934877 h 4882701"/>
                <a:gd name="connsiteX6393" fmla="*/ 765029 w 4954903"/>
                <a:gd name="connsiteY6393" fmla="*/ 3956654 h 4882701"/>
                <a:gd name="connsiteX6394" fmla="*/ 765282 w 4954903"/>
                <a:gd name="connsiteY6394" fmla="*/ 3946272 h 4882701"/>
                <a:gd name="connsiteX6395" fmla="*/ 765282 w 4954903"/>
                <a:gd name="connsiteY6395" fmla="*/ 3946272 h 4882701"/>
                <a:gd name="connsiteX6396" fmla="*/ 751354 w 4954903"/>
                <a:gd name="connsiteY6396" fmla="*/ 3934624 h 4882701"/>
                <a:gd name="connsiteX6397" fmla="*/ 740719 w 4954903"/>
                <a:gd name="connsiteY6397" fmla="*/ 3958680 h 4882701"/>
                <a:gd name="connsiteX6398" fmla="*/ 740466 w 4954903"/>
                <a:gd name="connsiteY6398" fmla="*/ 3948298 h 4882701"/>
                <a:gd name="connsiteX6399" fmla="*/ 726792 w 4954903"/>
                <a:gd name="connsiteY6399" fmla="*/ 3936649 h 4882701"/>
                <a:gd name="connsiteX6400" fmla="*/ 725779 w 4954903"/>
                <a:gd name="connsiteY6400" fmla="*/ 3936903 h 4882701"/>
                <a:gd name="connsiteX6401" fmla="*/ 740719 w 4954903"/>
                <a:gd name="connsiteY6401" fmla="*/ 3958680 h 4882701"/>
                <a:gd name="connsiteX6402" fmla="*/ 703748 w 4954903"/>
                <a:gd name="connsiteY6402" fmla="*/ 3938422 h 4882701"/>
                <a:gd name="connsiteX6403" fmla="*/ 702735 w 4954903"/>
                <a:gd name="connsiteY6403" fmla="*/ 3938675 h 4882701"/>
                <a:gd name="connsiteX6404" fmla="*/ 717675 w 4954903"/>
                <a:gd name="connsiteY6404" fmla="*/ 3960452 h 4882701"/>
                <a:gd name="connsiteX6405" fmla="*/ 717169 w 4954903"/>
                <a:gd name="connsiteY6405" fmla="*/ 3950070 h 4882701"/>
                <a:gd name="connsiteX6406" fmla="*/ 703748 w 4954903"/>
                <a:gd name="connsiteY6406" fmla="*/ 3938422 h 4882701"/>
                <a:gd name="connsiteX6407" fmla="*/ 695138 w 4954903"/>
                <a:gd name="connsiteY6407" fmla="*/ 3952096 h 4882701"/>
                <a:gd name="connsiteX6408" fmla="*/ 681717 w 4954903"/>
                <a:gd name="connsiteY6408" fmla="*/ 3940448 h 4882701"/>
                <a:gd name="connsiteX6409" fmla="*/ 681211 w 4954903"/>
                <a:gd name="connsiteY6409" fmla="*/ 3940448 h 4882701"/>
                <a:gd name="connsiteX6410" fmla="*/ 696151 w 4954903"/>
                <a:gd name="connsiteY6410" fmla="*/ 3962478 h 4882701"/>
                <a:gd name="connsiteX6411" fmla="*/ 695138 w 4954903"/>
                <a:gd name="connsiteY6411" fmla="*/ 3952096 h 4882701"/>
                <a:gd name="connsiteX6412" fmla="*/ 676146 w 4954903"/>
                <a:gd name="connsiteY6412" fmla="*/ 3964504 h 4882701"/>
                <a:gd name="connsiteX6413" fmla="*/ 674121 w 4954903"/>
                <a:gd name="connsiteY6413" fmla="*/ 3954122 h 4882701"/>
                <a:gd name="connsiteX6414" fmla="*/ 660953 w 4954903"/>
                <a:gd name="connsiteY6414" fmla="*/ 3942474 h 4882701"/>
                <a:gd name="connsiteX6415" fmla="*/ 660193 w 4954903"/>
                <a:gd name="connsiteY6415" fmla="*/ 3942727 h 4882701"/>
                <a:gd name="connsiteX6416" fmla="*/ 676146 w 4954903"/>
                <a:gd name="connsiteY6416" fmla="*/ 3964504 h 4882701"/>
                <a:gd name="connsiteX6417" fmla="*/ 656901 w 4954903"/>
                <a:gd name="connsiteY6417" fmla="*/ 3966783 h 4882701"/>
                <a:gd name="connsiteX6418" fmla="*/ 654369 w 4954903"/>
                <a:gd name="connsiteY6418" fmla="*/ 3956401 h 4882701"/>
                <a:gd name="connsiteX6419" fmla="*/ 641454 w 4954903"/>
                <a:gd name="connsiteY6419" fmla="*/ 3944752 h 4882701"/>
                <a:gd name="connsiteX6420" fmla="*/ 640695 w 4954903"/>
                <a:gd name="connsiteY6420" fmla="*/ 3945006 h 4882701"/>
                <a:gd name="connsiteX6421" fmla="*/ 656901 w 4954903"/>
                <a:gd name="connsiteY6421" fmla="*/ 3966783 h 4882701"/>
                <a:gd name="connsiteX6422" fmla="*/ 638669 w 4954903"/>
                <a:gd name="connsiteY6422" fmla="*/ 3968809 h 4882701"/>
                <a:gd name="connsiteX6423" fmla="*/ 635883 w 4954903"/>
                <a:gd name="connsiteY6423" fmla="*/ 3958427 h 4882701"/>
                <a:gd name="connsiteX6424" fmla="*/ 622969 w 4954903"/>
                <a:gd name="connsiteY6424" fmla="*/ 3946778 h 4882701"/>
                <a:gd name="connsiteX6425" fmla="*/ 622209 w 4954903"/>
                <a:gd name="connsiteY6425" fmla="*/ 3947031 h 4882701"/>
                <a:gd name="connsiteX6426" fmla="*/ 638669 w 4954903"/>
                <a:gd name="connsiteY6426" fmla="*/ 3968809 h 4882701"/>
                <a:gd name="connsiteX6427" fmla="*/ 621956 w 4954903"/>
                <a:gd name="connsiteY6427" fmla="*/ 3971088 h 4882701"/>
                <a:gd name="connsiteX6428" fmla="*/ 618664 w 4954903"/>
                <a:gd name="connsiteY6428" fmla="*/ 3960706 h 4882701"/>
                <a:gd name="connsiteX6429" fmla="*/ 606003 w 4954903"/>
                <a:gd name="connsiteY6429" fmla="*/ 3949057 h 4882701"/>
                <a:gd name="connsiteX6430" fmla="*/ 605750 w 4954903"/>
                <a:gd name="connsiteY6430" fmla="*/ 3949057 h 4882701"/>
                <a:gd name="connsiteX6431" fmla="*/ 621956 w 4954903"/>
                <a:gd name="connsiteY6431" fmla="*/ 3971088 h 4882701"/>
                <a:gd name="connsiteX6432" fmla="*/ 606509 w 4954903"/>
                <a:gd name="connsiteY6432" fmla="*/ 3973114 h 4882701"/>
                <a:gd name="connsiteX6433" fmla="*/ 602964 w 4954903"/>
                <a:gd name="connsiteY6433" fmla="*/ 3962732 h 4882701"/>
                <a:gd name="connsiteX6434" fmla="*/ 590556 w 4954903"/>
                <a:gd name="connsiteY6434" fmla="*/ 3951083 h 4882701"/>
                <a:gd name="connsiteX6435" fmla="*/ 590303 w 4954903"/>
                <a:gd name="connsiteY6435" fmla="*/ 3951083 h 4882701"/>
                <a:gd name="connsiteX6436" fmla="*/ 606509 w 4954903"/>
                <a:gd name="connsiteY6436" fmla="*/ 3973114 h 4882701"/>
                <a:gd name="connsiteX6437" fmla="*/ 592582 w 4954903"/>
                <a:gd name="connsiteY6437" fmla="*/ 3975393 h 4882701"/>
                <a:gd name="connsiteX6438" fmla="*/ 588530 w 4954903"/>
                <a:gd name="connsiteY6438" fmla="*/ 3965011 h 4882701"/>
                <a:gd name="connsiteX6439" fmla="*/ 576375 w 4954903"/>
                <a:gd name="connsiteY6439" fmla="*/ 3953362 h 4882701"/>
                <a:gd name="connsiteX6440" fmla="*/ 576122 w 4954903"/>
                <a:gd name="connsiteY6440" fmla="*/ 3953362 h 4882701"/>
                <a:gd name="connsiteX6441" fmla="*/ 592582 w 4954903"/>
                <a:gd name="connsiteY6441" fmla="*/ 3975393 h 4882701"/>
                <a:gd name="connsiteX6442" fmla="*/ 579667 w 4954903"/>
                <a:gd name="connsiteY6442" fmla="*/ 3977672 h 4882701"/>
                <a:gd name="connsiteX6443" fmla="*/ 575362 w 4954903"/>
                <a:gd name="connsiteY6443" fmla="*/ 3967290 h 4882701"/>
                <a:gd name="connsiteX6444" fmla="*/ 563461 w 4954903"/>
                <a:gd name="connsiteY6444" fmla="*/ 3955641 h 4882701"/>
                <a:gd name="connsiteX6445" fmla="*/ 563208 w 4954903"/>
                <a:gd name="connsiteY6445" fmla="*/ 3955641 h 4882701"/>
                <a:gd name="connsiteX6446" fmla="*/ 579667 w 4954903"/>
                <a:gd name="connsiteY6446" fmla="*/ 3977672 h 4882701"/>
                <a:gd name="connsiteX6447" fmla="*/ 568272 w 4954903"/>
                <a:gd name="connsiteY6447" fmla="*/ 3980204 h 4882701"/>
                <a:gd name="connsiteX6448" fmla="*/ 563461 w 4954903"/>
                <a:gd name="connsiteY6448" fmla="*/ 3969822 h 4882701"/>
                <a:gd name="connsiteX6449" fmla="*/ 551813 w 4954903"/>
                <a:gd name="connsiteY6449" fmla="*/ 3958173 h 4882701"/>
                <a:gd name="connsiteX6450" fmla="*/ 551559 w 4954903"/>
                <a:gd name="connsiteY6450" fmla="*/ 3958173 h 4882701"/>
                <a:gd name="connsiteX6451" fmla="*/ 568272 w 4954903"/>
                <a:gd name="connsiteY6451" fmla="*/ 3980204 h 4882701"/>
                <a:gd name="connsiteX6452" fmla="*/ 558396 w 4954903"/>
                <a:gd name="connsiteY6452" fmla="*/ 3982483 h 4882701"/>
                <a:gd name="connsiteX6453" fmla="*/ 553332 w 4954903"/>
                <a:gd name="connsiteY6453" fmla="*/ 3972101 h 4882701"/>
                <a:gd name="connsiteX6454" fmla="*/ 541937 w 4954903"/>
                <a:gd name="connsiteY6454" fmla="*/ 3960706 h 4882701"/>
                <a:gd name="connsiteX6455" fmla="*/ 541683 w 4954903"/>
                <a:gd name="connsiteY6455" fmla="*/ 3960706 h 4882701"/>
                <a:gd name="connsiteX6456" fmla="*/ 558396 w 4954903"/>
                <a:gd name="connsiteY6456" fmla="*/ 3982483 h 4882701"/>
                <a:gd name="connsiteX6457" fmla="*/ 544216 w 4954903"/>
                <a:gd name="connsiteY6457" fmla="*/ 3974633 h 4882701"/>
                <a:gd name="connsiteX6458" fmla="*/ 533074 w 4954903"/>
                <a:gd name="connsiteY6458" fmla="*/ 3963238 h 4882701"/>
                <a:gd name="connsiteX6459" fmla="*/ 549787 w 4954903"/>
                <a:gd name="connsiteY6459" fmla="*/ 3985269 h 4882701"/>
                <a:gd name="connsiteX6460" fmla="*/ 544216 w 4954903"/>
                <a:gd name="connsiteY6460" fmla="*/ 3974633 h 4882701"/>
                <a:gd name="connsiteX6461" fmla="*/ 525730 w 4954903"/>
                <a:gd name="connsiteY6461" fmla="*/ 3965517 h 4882701"/>
                <a:gd name="connsiteX6462" fmla="*/ 542696 w 4954903"/>
                <a:gd name="connsiteY6462" fmla="*/ 3987548 h 4882701"/>
                <a:gd name="connsiteX6463" fmla="*/ 536619 w 4954903"/>
                <a:gd name="connsiteY6463" fmla="*/ 3977165 h 4882701"/>
                <a:gd name="connsiteX6464" fmla="*/ 525730 w 4954903"/>
                <a:gd name="connsiteY6464" fmla="*/ 3965517 h 4882701"/>
                <a:gd name="connsiteX6465" fmla="*/ 519906 w 4954903"/>
                <a:gd name="connsiteY6465" fmla="*/ 3968303 h 4882701"/>
                <a:gd name="connsiteX6466" fmla="*/ 536872 w 4954903"/>
                <a:gd name="connsiteY6466" fmla="*/ 3990333 h 4882701"/>
                <a:gd name="connsiteX6467" fmla="*/ 530288 w 4954903"/>
                <a:gd name="connsiteY6467" fmla="*/ 3979951 h 4882701"/>
                <a:gd name="connsiteX6468" fmla="*/ 519906 w 4954903"/>
                <a:gd name="connsiteY6468" fmla="*/ 3968303 h 4882701"/>
                <a:gd name="connsiteX6469" fmla="*/ 515348 w 4954903"/>
                <a:gd name="connsiteY6469" fmla="*/ 3970835 h 4882701"/>
                <a:gd name="connsiteX6470" fmla="*/ 532314 w 4954903"/>
                <a:gd name="connsiteY6470" fmla="*/ 3992612 h 4882701"/>
                <a:gd name="connsiteX6471" fmla="*/ 525477 w 4954903"/>
                <a:gd name="connsiteY6471" fmla="*/ 3982230 h 4882701"/>
                <a:gd name="connsiteX6472" fmla="*/ 515348 w 4954903"/>
                <a:gd name="connsiteY6472" fmla="*/ 3970835 h 4882701"/>
                <a:gd name="connsiteX6473" fmla="*/ 512562 w 4954903"/>
                <a:gd name="connsiteY6473" fmla="*/ 3973620 h 4882701"/>
                <a:gd name="connsiteX6474" fmla="*/ 529529 w 4954903"/>
                <a:gd name="connsiteY6474" fmla="*/ 3995398 h 4882701"/>
                <a:gd name="connsiteX6475" fmla="*/ 522438 w 4954903"/>
                <a:gd name="connsiteY6475" fmla="*/ 3985015 h 4882701"/>
                <a:gd name="connsiteX6476" fmla="*/ 512562 w 4954903"/>
                <a:gd name="connsiteY6476" fmla="*/ 3973620 h 4882701"/>
                <a:gd name="connsiteX6477" fmla="*/ 528009 w 4954903"/>
                <a:gd name="connsiteY6477" fmla="*/ 3998183 h 4882701"/>
                <a:gd name="connsiteX6478" fmla="*/ 520412 w 4954903"/>
                <a:gd name="connsiteY6478" fmla="*/ 3987801 h 4882701"/>
                <a:gd name="connsiteX6479" fmla="*/ 510790 w 4954903"/>
                <a:gd name="connsiteY6479" fmla="*/ 3976406 h 4882701"/>
                <a:gd name="connsiteX6480" fmla="*/ 528009 w 4954903"/>
                <a:gd name="connsiteY6480" fmla="*/ 3998183 h 4882701"/>
                <a:gd name="connsiteX6481" fmla="*/ 520159 w 4954903"/>
                <a:gd name="connsiteY6481" fmla="*/ 3990333 h 4882701"/>
                <a:gd name="connsiteX6482" fmla="*/ 511043 w 4954903"/>
                <a:gd name="connsiteY6482" fmla="*/ 3978938 h 4882701"/>
                <a:gd name="connsiteX6483" fmla="*/ 528009 w 4954903"/>
                <a:gd name="connsiteY6483" fmla="*/ 4000716 h 4882701"/>
                <a:gd name="connsiteX6484" fmla="*/ 520159 w 4954903"/>
                <a:gd name="connsiteY6484" fmla="*/ 3990333 h 4882701"/>
                <a:gd name="connsiteX6485" fmla="*/ 521425 w 4954903"/>
                <a:gd name="connsiteY6485" fmla="*/ 3993119 h 4882701"/>
                <a:gd name="connsiteX6486" fmla="*/ 529275 w 4954903"/>
                <a:gd name="connsiteY6486" fmla="*/ 4002994 h 4882701"/>
                <a:gd name="connsiteX6487" fmla="*/ 513069 w 4954903"/>
                <a:gd name="connsiteY6487" fmla="*/ 3982230 h 4882701"/>
                <a:gd name="connsiteX6488" fmla="*/ 521425 w 4954903"/>
                <a:gd name="connsiteY6488" fmla="*/ 3993119 h 4882701"/>
                <a:gd name="connsiteX6489" fmla="*/ 3100784 w 4954903"/>
                <a:gd name="connsiteY6489" fmla="*/ 3897906 h 4882701"/>
                <a:gd name="connsiteX6490" fmla="*/ 3092681 w 4954903"/>
                <a:gd name="connsiteY6490" fmla="*/ 3884991 h 4882701"/>
                <a:gd name="connsiteX6491" fmla="*/ 3078500 w 4954903"/>
                <a:gd name="connsiteY6491" fmla="*/ 3902211 h 4882701"/>
                <a:gd name="connsiteX6492" fmla="*/ 3100784 w 4954903"/>
                <a:gd name="connsiteY6492" fmla="*/ 3897906 h 4882701"/>
                <a:gd name="connsiteX6493" fmla="*/ 3042036 w 4954903"/>
                <a:gd name="connsiteY6493" fmla="*/ 3883219 h 4882701"/>
                <a:gd name="connsiteX6494" fmla="*/ 3028108 w 4954903"/>
                <a:gd name="connsiteY6494" fmla="*/ 3900438 h 4882701"/>
                <a:gd name="connsiteX6495" fmla="*/ 3050645 w 4954903"/>
                <a:gd name="connsiteY6495" fmla="*/ 3896133 h 4882701"/>
                <a:gd name="connsiteX6496" fmla="*/ 3050645 w 4954903"/>
                <a:gd name="connsiteY6496" fmla="*/ 3896133 h 4882701"/>
                <a:gd name="connsiteX6497" fmla="*/ 3042036 w 4954903"/>
                <a:gd name="connsiteY6497" fmla="*/ 3883219 h 4882701"/>
                <a:gd name="connsiteX6498" fmla="*/ 2999747 w 4954903"/>
                <a:gd name="connsiteY6498" fmla="*/ 3894360 h 4882701"/>
                <a:gd name="connsiteX6499" fmla="*/ 2990884 w 4954903"/>
                <a:gd name="connsiteY6499" fmla="*/ 3881446 h 4882701"/>
                <a:gd name="connsiteX6500" fmla="*/ 2977210 w 4954903"/>
                <a:gd name="connsiteY6500" fmla="*/ 3898666 h 4882701"/>
                <a:gd name="connsiteX6501" fmla="*/ 2999747 w 4954903"/>
                <a:gd name="connsiteY6501" fmla="*/ 3894360 h 4882701"/>
                <a:gd name="connsiteX6502" fmla="*/ 2948595 w 4954903"/>
                <a:gd name="connsiteY6502" fmla="*/ 3892588 h 4882701"/>
                <a:gd name="connsiteX6503" fmla="*/ 2939479 w 4954903"/>
                <a:gd name="connsiteY6503" fmla="*/ 3879674 h 4882701"/>
                <a:gd name="connsiteX6504" fmla="*/ 2926058 w 4954903"/>
                <a:gd name="connsiteY6504" fmla="*/ 3896893 h 4882701"/>
                <a:gd name="connsiteX6505" fmla="*/ 2948595 w 4954903"/>
                <a:gd name="connsiteY6505" fmla="*/ 3892588 h 4882701"/>
                <a:gd name="connsiteX6506" fmla="*/ 2896937 w 4954903"/>
                <a:gd name="connsiteY6506" fmla="*/ 3891069 h 4882701"/>
                <a:gd name="connsiteX6507" fmla="*/ 2887315 w 4954903"/>
                <a:gd name="connsiteY6507" fmla="*/ 3878154 h 4882701"/>
                <a:gd name="connsiteX6508" fmla="*/ 2874147 w 4954903"/>
                <a:gd name="connsiteY6508" fmla="*/ 3895627 h 4882701"/>
                <a:gd name="connsiteX6509" fmla="*/ 2896937 w 4954903"/>
                <a:gd name="connsiteY6509" fmla="*/ 3891069 h 4882701"/>
                <a:gd name="connsiteX6510" fmla="*/ 2844773 w 4954903"/>
                <a:gd name="connsiteY6510" fmla="*/ 3889296 h 4882701"/>
                <a:gd name="connsiteX6511" fmla="*/ 2834897 w 4954903"/>
                <a:gd name="connsiteY6511" fmla="*/ 3876382 h 4882701"/>
                <a:gd name="connsiteX6512" fmla="*/ 2821983 w 4954903"/>
                <a:gd name="connsiteY6512" fmla="*/ 3893854 h 4882701"/>
                <a:gd name="connsiteX6513" fmla="*/ 2844773 w 4954903"/>
                <a:gd name="connsiteY6513" fmla="*/ 3889296 h 4882701"/>
                <a:gd name="connsiteX6514" fmla="*/ 2792355 w 4954903"/>
                <a:gd name="connsiteY6514" fmla="*/ 3887777 h 4882701"/>
                <a:gd name="connsiteX6515" fmla="*/ 2782226 w 4954903"/>
                <a:gd name="connsiteY6515" fmla="*/ 3874862 h 4882701"/>
                <a:gd name="connsiteX6516" fmla="*/ 2769565 w 4954903"/>
                <a:gd name="connsiteY6516" fmla="*/ 3892335 h 4882701"/>
                <a:gd name="connsiteX6517" fmla="*/ 2792355 w 4954903"/>
                <a:gd name="connsiteY6517" fmla="*/ 3887777 h 4882701"/>
                <a:gd name="connsiteX6518" fmla="*/ 2739431 w 4954903"/>
                <a:gd name="connsiteY6518" fmla="*/ 3886510 h 4882701"/>
                <a:gd name="connsiteX6519" fmla="*/ 2728795 w 4954903"/>
                <a:gd name="connsiteY6519" fmla="*/ 3873596 h 4882701"/>
                <a:gd name="connsiteX6520" fmla="*/ 2716387 w 4954903"/>
                <a:gd name="connsiteY6520" fmla="*/ 3891069 h 4882701"/>
                <a:gd name="connsiteX6521" fmla="*/ 2739431 w 4954903"/>
                <a:gd name="connsiteY6521" fmla="*/ 3886510 h 4882701"/>
                <a:gd name="connsiteX6522" fmla="*/ 2686000 w 4954903"/>
                <a:gd name="connsiteY6522" fmla="*/ 3884991 h 4882701"/>
                <a:gd name="connsiteX6523" fmla="*/ 2675111 w 4954903"/>
                <a:gd name="connsiteY6523" fmla="*/ 3872077 h 4882701"/>
                <a:gd name="connsiteX6524" fmla="*/ 2663210 w 4954903"/>
                <a:gd name="connsiteY6524" fmla="*/ 3889549 h 4882701"/>
                <a:gd name="connsiteX6525" fmla="*/ 2686000 w 4954903"/>
                <a:gd name="connsiteY6525" fmla="*/ 3884991 h 4882701"/>
                <a:gd name="connsiteX6526" fmla="*/ 2632316 w 4954903"/>
                <a:gd name="connsiteY6526" fmla="*/ 3883725 h 4882701"/>
                <a:gd name="connsiteX6527" fmla="*/ 2621174 w 4954903"/>
                <a:gd name="connsiteY6527" fmla="*/ 3870811 h 4882701"/>
                <a:gd name="connsiteX6528" fmla="*/ 2609526 w 4954903"/>
                <a:gd name="connsiteY6528" fmla="*/ 3888283 h 4882701"/>
                <a:gd name="connsiteX6529" fmla="*/ 2632316 w 4954903"/>
                <a:gd name="connsiteY6529" fmla="*/ 3883725 h 4882701"/>
                <a:gd name="connsiteX6530" fmla="*/ 2566731 w 4954903"/>
                <a:gd name="connsiteY6530" fmla="*/ 3869544 h 4882701"/>
                <a:gd name="connsiteX6531" fmla="*/ 2555336 w 4954903"/>
                <a:gd name="connsiteY6531" fmla="*/ 3887017 h 4882701"/>
                <a:gd name="connsiteX6532" fmla="*/ 2578379 w 4954903"/>
                <a:gd name="connsiteY6532" fmla="*/ 3882206 h 4882701"/>
                <a:gd name="connsiteX6533" fmla="*/ 2566731 w 4954903"/>
                <a:gd name="connsiteY6533" fmla="*/ 3869544 h 4882701"/>
                <a:gd name="connsiteX6534" fmla="*/ 2512287 w 4954903"/>
                <a:gd name="connsiteY6534" fmla="*/ 3868532 h 4882701"/>
                <a:gd name="connsiteX6535" fmla="*/ 2501145 w 4954903"/>
                <a:gd name="connsiteY6535" fmla="*/ 3886004 h 4882701"/>
                <a:gd name="connsiteX6536" fmla="*/ 2524189 w 4954903"/>
                <a:gd name="connsiteY6536" fmla="*/ 3881193 h 4882701"/>
                <a:gd name="connsiteX6537" fmla="*/ 2512287 w 4954903"/>
                <a:gd name="connsiteY6537" fmla="*/ 3868532 h 4882701"/>
                <a:gd name="connsiteX6538" fmla="*/ 2457337 w 4954903"/>
                <a:gd name="connsiteY6538" fmla="*/ 3867265 h 4882701"/>
                <a:gd name="connsiteX6539" fmla="*/ 2446702 w 4954903"/>
                <a:gd name="connsiteY6539" fmla="*/ 3884738 h 4882701"/>
                <a:gd name="connsiteX6540" fmla="*/ 2469745 w 4954903"/>
                <a:gd name="connsiteY6540" fmla="*/ 3879927 h 4882701"/>
                <a:gd name="connsiteX6541" fmla="*/ 2457337 w 4954903"/>
                <a:gd name="connsiteY6541" fmla="*/ 3867265 h 4882701"/>
                <a:gd name="connsiteX6542" fmla="*/ 2402134 w 4954903"/>
                <a:gd name="connsiteY6542" fmla="*/ 3866252 h 4882701"/>
                <a:gd name="connsiteX6543" fmla="*/ 2391752 w 4954903"/>
                <a:gd name="connsiteY6543" fmla="*/ 3883725 h 4882701"/>
                <a:gd name="connsiteX6544" fmla="*/ 2414542 w 4954903"/>
                <a:gd name="connsiteY6544" fmla="*/ 3878914 h 4882701"/>
                <a:gd name="connsiteX6545" fmla="*/ 2402134 w 4954903"/>
                <a:gd name="connsiteY6545" fmla="*/ 3866252 h 4882701"/>
                <a:gd name="connsiteX6546" fmla="*/ 2359592 w 4954903"/>
                <a:gd name="connsiteY6546" fmla="*/ 3878154 h 4882701"/>
                <a:gd name="connsiteX6547" fmla="*/ 2346931 w 4954903"/>
                <a:gd name="connsiteY6547" fmla="*/ 3865493 h 4882701"/>
                <a:gd name="connsiteX6548" fmla="*/ 2336802 w 4954903"/>
                <a:gd name="connsiteY6548" fmla="*/ 3882965 h 4882701"/>
                <a:gd name="connsiteX6549" fmla="*/ 2359592 w 4954903"/>
                <a:gd name="connsiteY6549" fmla="*/ 3878154 h 4882701"/>
                <a:gd name="connsiteX6550" fmla="*/ 2304389 w 4954903"/>
                <a:gd name="connsiteY6550" fmla="*/ 3877141 h 4882701"/>
                <a:gd name="connsiteX6551" fmla="*/ 2291221 w 4954903"/>
                <a:gd name="connsiteY6551" fmla="*/ 3864480 h 4882701"/>
                <a:gd name="connsiteX6552" fmla="*/ 2281345 w 4954903"/>
                <a:gd name="connsiteY6552" fmla="*/ 3881953 h 4882701"/>
                <a:gd name="connsiteX6553" fmla="*/ 2304389 w 4954903"/>
                <a:gd name="connsiteY6553" fmla="*/ 3877141 h 4882701"/>
                <a:gd name="connsiteX6554" fmla="*/ 801746 w 4954903"/>
                <a:gd name="connsiteY6554" fmla="*/ 3880180 h 4882701"/>
                <a:gd name="connsiteX6555" fmla="*/ 800480 w 4954903"/>
                <a:gd name="connsiteY6555" fmla="*/ 3880433 h 4882701"/>
                <a:gd name="connsiteX6556" fmla="*/ 813901 w 4954903"/>
                <a:gd name="connsiteY6556" fmla="*/ 3902717 h 4882701"/>
                <a:gd name="connsiteX6557" fmla="*/ 815674 w 4954903"/>
                <a:gd name="connsiteY6557" fmla="*/ 3892335 h 4882701"/>
                <a:gd name="connsiteX6558" fmla="*/ 801746 w 4954903"/>
                <a:gd name="connsiteY6558" fmla="*/ 3880180 h 4882701"/>
                <a:gd name="connsiteX6559" fmla="*/ 773132 w 4954903"/>
                <a:gd name="connsiteY6559" fmla="*/ 3881953 h 4882701"/>
                <a:gd name="connsiteX6560" fmla="*/ 771866 w 4954903"/>
                <a:gd name="connsiteY6560" fmla="*/ 3882206 h 4882701"/>
                <a:gd name="connsiteX6561" fmla="*/ 785540 w 4954903"/>
                <a:gd name="connsiteY6561" fmla="*/ 3904490 h 4882701"/>
                <a:gd name="connsiteX6562" fmla="*/ 787059 w 4954903"/>
                <a:gd name="connsiteY6562" fmla="*/ 3894107 h 4882701"/>
                <a:gd name="connsiteX6563" fmla="*/ 773132 w 4954903"/>
                <a:gd name="connsiteY6563" fmla="*/ 3881953 h 4882701"/>
                <a:gd name="connsiteX6564" fmla="*/ 745784 w 4954903"/>
                <a:gd name="connsiteY6564" fmla="*/ 3883725 h 4882701"/>
                <a:gd name="connsiteX6565" fmla="*/ 744771 w 4954903"/>
                <a:gd name="connsiteY6565" fmla="*/ 3883978 h 4882701"/>
                <a:gd name="connsiteX6566" fmla="*/ 758698 w 4954903"/>
                <a:gd name="connsiteY6566" fmla="*/ 3906262 h 4882701"/>
                <a:gd name="connsiteX6567" fmla="*/ 759711 w 4954903"/>
                <a:gd name="connsiteY6567" fmla="*/ 3895880 h 4882701"/>
                <a:gd name="connsiteX6568" fmla="*/ 745784 w 4954903"/>
                <a:gd name="connsiteY6568" fmla="*/ 3883725 h 4882701"/>
                <a:gd name="connsiteX6569" fmla="*/ 732869 w 4954903"/>
                <a:gd name="connsiteY6569" fmla="*/ 3908035 h 4882701"/>
                <a:gd name="connsiteX6570" fmla="*/ 733375 w 4954903"/>
                <a:gd name="connsiteY6570" fmla="*/ 3897652 h 4882701"/>
                <a:gd name="connsiteX6571" fmla="*/ 719701 w 4954903"/>
                <a:gd name="connsiteY6571" fmla="*/ 3885751 h 4882701"/>
                <a:gd name="connsiteX6572" fmla="*/ 718688 w 4954903"/>
                <a:gd name="connsiteY6572" fmla="*/ 3886004 h 4882701"/>
                <a:gd name="connsiteX6573" fmla="*/ 732869 w 4954903"/>
                <a:gd name="connsiteY6573" fmla="*/ 3908035 h 4882701"/>
                <a:gd name="connsiteX6574" fmla="*/ 694885 w 4954903"/>
                <a:gd name="connsiteY6574" fmla="*/ 3887524 h 4882701"/>
                <a:gd name="connsiteX6575" fmla="*/ 693872 w 4954903"/>
                <a:gd name="connsiteY6575" fmla="*/ 3887777 h 4882701"/>
                <a:gd name="connsiteX6576" fmla="*/ 708306 w 4954903"/>
                <a:gd name="connsiteY6576" fmla="*/ 3909807 h 4882701"/>
                <a:gd name="connsiteX6577" fmla="*/ 708559 w 4954903"/>
                <a:gd name="connsiteY6577" fmla="*/ 3899425 h 4882701"/>
                <a:gd name="connsiteX6578" fmla="*/ 694885 w 4954903"/>
                <a:gd name="connsiteY6578" fmla="*/ 3887524 h 4882701"/>
                <a:gd name="connsiteX6579" fmla="*/ 684756 w 4954903"/>
                <a:gd name="connsiteY6579" fmla="*/ 3911833 h 4882701"/>
                <a:gd name="connsiteX6580" fmla="*/ 684503 w 4954903"/>
                <a:gd name="connsiteY6580" fmla="*/ 3901451 h 4882701"/>
                <a:gd name="connsiteX6581" fmla="*/ 671082 w 4954903"/>
                <a:gd name="connsiteY6581" fmla="*/ 3889549 h 4882701"/>
                <a:gd name="connsiteX6582" fmla="*/ 670069 w 4954903"/>
                <a:gd name="connsiteY6582" fmla="*/ 3889802 h 4882701"/>
                <a:gd name="connsiteX6583" fmla="*/ 684756 w 4954903"/>
                <a:gd name="connsiteY6583" fmla="*/ 3911833 h 4882701"/>
                <a:gd name="connsiteX6584" fmla="*/ 661966 w 4954903"/>
                <a:gd name="connsiteY6584" fmla="*/ 3903477 h 4882701"/>
                <a:gd name="connsiteX6585" fmla="*/ 648798 w 4954903"/>
                <a:gd name="connsiteY6585" fmla="*/ 3891575 h 4882701"/>
                <a:gd name="connsiteX6586" fmla="*/ 648292 w 4954903"/>
                <a:gd name="connsiteY6586" fmla="*/ 3891575 h 4882701"/>
                <a:gd name="connsiteX6587" fmla="*/ 662725 w 4954903"/>
                <a:gd name="connsiteY6587" fmla="*/ 3913859 h 4882701"/>
                <a:gd name="connsiteX6588" fmla="*/ 661966 w 4954903"/>
                <a:gd name="connsiteY6588" fmla="*/ 3903477 h 4882701"/>
                <a:gd name="connsiteX6589" fmla="*/ 640442 w 4954903"/>
                <a:gd name="connsiteY6589" fmla="*/ 3905502 h 4882701"/>
                <a:gd name="connsiteX6590" fmla="*/ 627527 w 4954903"/>
                <a:gd name="connsiteY6590" fmla="*/ 3893601 h 4882701"/>
                <a:gd name="connsiteX6591" fmla="*/ 627021 w 4954903"/>
                <a:gd name="connsiteY6591" fmla="*/ 3893601 h 4882701"/>
                <a:gd name="connsiteX6592" fmla="*/ 641454 w 4954903"/>
                <a:gd name="connsiteY6592" fmla="*/ 3915885 h 4882701"/>
                <a:gd name="connsiteX6593" fmla="*/ 640442 w 4954903"/>
                <a:gd name="connsiteY6593" fmla="*/ 3905502 h 4882701"/>
                <a:gd name="connsiteX6594" fmla="*/ 622463 w 4954903"/>
                <a:gd name="connsiteY6594" fmla="*/ 3918164 h 4882701"/>
                <a:gd name="connsiteX6595" fmla="*/ 620437 w 4954903"/>
                <a:gd name="connsiteY6595" fmla="*/ 3907528 h 4882701"/>
                <a:gd name="connsiteX6596" fmla="*/ 607775 w 4954903"/>
                <a:gd name="connsiteY6596" fmla="*/ 3895627 h 4882701"/>
                <a:gd name="connsiteX6597" fmla="*/ 607016 w 4954903"/>
                <a:gd name="connsiteY6597" fmla="*/ 3895880 h 4882701"/>
                <a:gd name="connsiteX6598" fmla="*/ 622463 w 4954903"/>
                <a:gd name="connsiteY6598" fmla="*/ 3918164 h 4882701"/>
                <a:gd name="connsiteX6599" fmla="*/ 604230 w 4954903"/>
                <a:gd name="connsiteY6599" fmla="*/ 3920443 h 4882701"/>
                <a:gd name="connsiteX6600" fmla="*/ 601698 w 4954903"/>
                <a:gd name="connsiteY6600" fmla="*/ 3909807 h 4882701"/>
                <a:gd name="connsiteX6601" fmla="*/ 589037 w 4954903"/>
                <a:gd name="connsiteY6601" fmla="*/ 3897906 h 4882701"/>
                <a:gd name="connsiteX6602" fmla="*/ 588277 w 4954903"/>
                <a:gd name="connsiteY6602" fmla="*/ 3898159 h 4882701"/>
                <a:gd name="connsiteX6603" fmla="*/ 604230 w 4954903"/>
                <a:gd name="connsiteY6603" fmla="*/ 3920443 h 4882701"/>
                <a:gd name="connsiteX6604" fmla="*/ 587011 w 4954903"/>
                <a:gd name="connsiteY6604" fmla="*/ 3922468 h 4882701"/>
                <a:gd name="connsiteX6605" fmla="*/ 584225 w 4954903"/>
                <a:gd name="connsiteY6605" fmla="*/ 3911833 h 4882701"/>
                <a:gd name="connsiteX6606" fmla="*/ 571817 w 4954903"/>
                <a:gd name="connsiteY6606" fmla="*/ 3899931 h 4882701"/>
                <a:gd name="connsiteX6607" fmla="*/ 571564 w 4954903"/>
                <a:gd name="connsiteY6607" fmla="*/ 3899931 h 4882701"/>
                <a:gd name="connsiteX6608" fmla="*/ 587011 w 4954903"/>
                <a:gd name="connsiteY6608" fmla="*/ 3922468 h 4882701"/>
                <a:gd name="connsiteX6609" fmla="*/ 571311 w 4954903"/>
                <a:gd name="connsiteY6609" fmla="*/ 3924748 h 4882701"/>
                <a:gd name="connsiteX6610" fmla="*/ 568019 w 4954903"/>
                <a:gd name="connsiteY6610" fmla="*/ 3914112 h 4882701"/>
                <a:gd name="connsiteX6611" fmla="*/ 555864 w 4954903"/>
                <a:gd name="connsiteY6611" fmla="*/ 3902211 h 4882701"/>
                <a:gd name="connsiteX6612" fmla="*/ 555611 w 4954903"/>
                <a:gd name="connsiteY6612" fmla="*/ 3902211 h 4882701"/>
                <a:gd name="connsiteX6613" fmla="*/ 571311 w 4954903"/>
                <a:gd name="connsiteY6613" fmla="*/ 3924748 h 4882701"/>
                <a:gd name="connsiteX6614" fmla="*/ 556877 w 4954903"/>
                <a:gd name="connsiteY6614" fmla="*/ 3927280 h 4882701"/>
                <a:gd name="connsiteX6615" fmla="*/ 553079 w 4954903"/>
                <a:gd name="connsiteY6615" fmla="*/ 3916644 h 4882701"/>
                <a:gd name="connsiteX6616" fmla="*/ 541177 w 4954903"/>
                <a:gd name="connsiteY6616" fmla="*/ 3904743 h 4882701"/>
                <a:gd name="connsiteX6617" fmla="*/ 540924 w 4954903"/>
                <a:gd name="connsiteY6617" fmla="*/ 3904743 h 4882701"/>
                <a:gd name="connsiteX6618" fmla="*/ 556877 w 4954903"/>
                <a:gd name="connsiteY6618" fmla="*/ 3927280 h 4882701"/>
                <a:gd name="connsiteX6619" fmla="*/ 543962 w 4954903"/>
                <a:gd name="connsiteY6619" fmla="*/ 3929559 h 4882701"/>
                <a:gd name="connsiteX6620" fmla="*/ 539911 w 4954903"/>
                <a:gd name="connsiteY6620" fmla="*/ 3918923 h 4882701"/>
                <a:gd name="connsiteX6621" fmla="*/ 528263 w 4954903"/>
                <a:gd name="connsiteY6621" fmla="*/ 3907022 h 4882701"/>
                <a:gd name="connsiteX6622" fmla="*/ 528009 w 4954903"/>
                <a:gd name="connsiteY6622" fmla="*/ 3907022 h 4882701"/>
                <a:gd name="connsiteX6623" fmla="*/ 543962 w 4954903"/>
                <a:gd name="connsiteY6623" fmla="*/ 3929559 h 4882701"/>
                <a:gd name="connsiteX6624" fmla="*/ 532314 w 4954903"/>
                <a:gd name="connsiteY6624" fmla="*/ 3931838 h 4882701"/>
                <a:gd name="connsiteX6625" fmla="*/ 527756 w 4954903"/>
                <a:gd name="connsiteY6625" fmla="*/ 3921203 h 4882701"/>
                <a:gd name="connsiteX6626" fmla="*/ 527756 w 4954903"/>
                <a:gd name="connsiteY6626" fmla="*/ 3921203 h 4882701"/>
                <a:gd name="connsiteX6627" fmla="*/ 516361 w 4954903"/>
                <a:gd name="connsiteY6627" fmla="*/ 3909554 h 4882701"/>
                <a:gd name="connsiteX6628" fmla="*/ 516108 w 4954903"/>
                <a:gd name="connsiteY6628" fmla="*/ 3909554 h 4882701"/>
                <a:gd name="connsiteX6629" fmla="*/ 532314 w 4954903"/>
                <a:gd name="connsiteY6629" fmla="*/ 3931838 h 4882701"/>
                <a:gd name="connsiteX6630" fmla="*/ 522185 w 4954903"/>
                <a:gd name="connsiteY6630" fmla="*/ 3934370 h 4882701"/>
                <a:gd name="connsiteX6631" fmla="*/ 517374 w 4954903"/>
                <a:gd name="connsiteY6631" fmla="*/ 3923735 h 4882701"/>
                <a:gd name="connsiteX6632" fmla="*/ 506232 w 4954903"/>
                <a:gd name="connsiteY6632" fmla="*/ 3912086 h 4882701"/>
                <a:gd name="connsiteX6633" fmla="*/ 505979 w 4954903"/>
                <a:gd name="connsiteY6633" fmla="*/ 3912086 h 4882701"/>
                <a:gd name="connsiteX6634" fmla="*/ 522185 w 4954903"/>
                <a:gd name="connsiteY6634" fmla="*/ 3934370 h 4882701"/>
                <a:gd name="connsiteX6635" fmla="*/ 513322 w 4954903"/>
                <a:gd name="connsiteY6635" fmla="*/ 3936903 h 4882701"/>
                <a:gd name="connsiteX6636" fmla="*/ 508004 w 4954903"/>
                <a:gd name="connsiteY6636" fmla="*/ 3926267 h 4882701"/>
                <a:gd name="connsiteX6637" fmla="*/ 497116 w 4954903"/>
                <a:gd name="connsiteY6637" fmla="*/ 3914619 h 4882701"/>
                <a:gd name="connsiteX6638" fmla="*/ 513322 w 4954903"/>
                <a:gd name="connsiteY6638" fmla="*/ 3936903 h 4882701"/>
                <a:gd name="connsiteX6639" fmla="*/ 489772 w 4954903"/>
                <a:gd name="connsiteY6639" fmla="*/ 3917151 h 4882701"/>
                <a:gd name="connsiteX6640" fmla="*/ 489772 w 4954903"/>
                <a:gd name="connsiteY6640" fmla="*/ 3917151 h 4882701"/>
                <a:gd name="connsiteX6641" fmla="*/ 506232 w 4954903"/>
                <a:gd name="connsiteY6641" fmla="*/ 3939435 h 4882701"/>
                <a:gd name="connsiteX6642" fmla="*/ 500408 w 4954903"/>
                <a:gd name="connsiteY6642" fmla="*/ 3928799 h 4882701"/>
                <a:gd name="connsiteX6643" fmla="*/ 489772 w 4954903"/>
                <a:gd name="connsiteY6643" fmla="*/ 3917151 h 4882701"/>
                <a:gd name="connsiteX6644" fmla="*/ 483695 w 4954903"/>
                <a:gd name="connsiteY6644" fmla="*/ 3919683 h 4882701"/>
                <a:gd name="connsiteX6645" fmla="*/ 500154 w 4954903"/>
                <a:gd name="connsiteY6645" fmla="*/ 3941967 h 4882701"/>
                <a:gd name="connsiteX6646" fmla="*/ 493824 w 4954903"/>
                <a:gd name="connsiteY6646" fmla="*/ 3931332 h 4882701"/>
                <a:gd name="connsiteX6647" fmla="*/ 483695 w 4954903"/>
                <a:gd name="connsiteY6647" fmla="*/ 3919683 h 4882701"/>
                <a:gd name="connsiteX6648" fmla="*/ 479137 w 4954903"/>
                <a:gd name="connsiteY6648" fmla="*/ 3922468 h 4882701"/>
                <a:gd name="connsiteX6649" fmla="*/ 495596 w 4954903"/>
                <a:gd name="connsiteY6649" fmla="*/ 3944752 h 4882701"/>
                <a:gd name="connsiteX6650" fmla="*/ 489012 w 4954903"/>
                <a:gd name="connsiteY6650" fmla="*/ 3934117 h 4882701"/>
                <a:gd name="connsiteX6651" fmla="*/ 479137 w 4954903"/>
                <a:gd name="connsiteY6651" fmla="*/ 3922468 h 4882701"/>
                <a:gd name="connsiteX6652" fmla="*/ 476098 w 4954903"/>
                <a:gd name="connsiteY6652" fmla="*/ 3925254 h 4882701"/>
                <a:gd name="connsiteX6653" fmla="*/ 492558 w 4954903"/>
                <a:gd name="connsiteY6653" fmla="*/ 3947538 h 4882701"/>
                <a:gd name="connsiteX6654" fmla="*/ 485721 w 4954903"/>
                <a:gd name="connsiteY6654" fmla="*/ 3936903 h 4882701"/>
                <a:gd name="connsiteX6655" fmla="*/ 476098 w 4954903"/>
                <a:gd name="connsiteY6655" fmla="*/ 3925254 h 4882701"/>
                <a:gd name="connsiteX6656" fmla="*/ 491291 w 4954903"/>
                <a:gd name="connsiteY6656" fmla="*/ 3950070 h 4882701"/>
                <a:gd name="connsiteX6657" fmla="*/ 483948 w 4954903"/>
                <a:gd name="connsiteY6657" fmla="*/ 3939435 h 4882701"/>
                <a:gd name="connsiteX6658" fmla="*/ 474832 w 4954903"/>
                <a:gd name="connsiteY6658" fmla="*/ 3927786 h 4882701"/>
                <a:gd name="connsiteX6659" fmla="*/ 491291 w 4954903"/>
                <a:gd name="connsiteY6659" fmla="*/ 3950070 h 4882701"/>
                <a:gd name="connsiteX6660" fmla="*/ 474832 w 4954903"/>
                <a:gd name="connsiteY6660" fmla="*/ 3930825 h 4882701"/>
                <a:gd name="connsiteX6661" fmla="*/ 491291 w 4954903"/>
                <a:gd name="connsiteY6661" fmla="*/ 3953109 h 4882701"/>
                <a:gd name="connsiteX6662" fmla="*/ 483695 w 4954903"/>
                <a:gd name="connsiteY6662" fmla="*/ 3942474 h 4882701"/>
                <a:gd name="connsiteX6663" fmla="*/ 474832 w 4954903"/>
                <a:gd name="connsiteY6663" fmla="*/ 3930825 h 4882701"/>
                <a:gd name="connsiteX6664" fmla="*/ 484708 w 4954903"/>
                <a:gd name="connsiteY6664" fmla="*/ 3945259 h 4882701"/>
                <a:gd name="connsiteX6665" fmla="*/ 490785 w 4954903"/>
                <a:gd name="connsiteY6665" fmla="*/ 3953362 h 4882701"/>
                <a:gd name="connsiteX6666" fmla="*/ 477871 w 4954903"/>
                <a:gd name="connsiteY6666" fmla="*/ 3936143 h 4882701"/>
                <a:gd name="connsiteX6667" fmla="*/ 484708 w 4954903"/>
                <a:gd name="connsiteY6667" fmla="*/ 3945259 h 4882701"/>
                <a:gd name="connsiteX6668" fmla="*/ 4440349 w 4954903"/>
                <a:gd name="connsiteY6668" fmla="*/ 3982483 h 4882701"/>
                <a:gd name="connsiteX6669" fmla="*/ 4447440 w 4954903"/>
                <a:gd name="connsiteY6669" fmla="*/ 3973367 h 4882701"/>
                <a:gd name="connsiteX6670" fmla="*/ 4457062 w 4954903"/>
                <a:gd name="connsiteY6670" fmla="*/ 3960706 h 4882701"/>
                <a:gd name="connsiteX6671" fmla="*/ 4457062 w 4954903"/>
                <a:gd name="connsiteY6671" fmla="*/ 3960706 h 4882701"/>
                <a:gd name="connsiteX6672" fmla="*/ 4440349 w 4954903"/>
                <a:gd name="connsiteY6672" fmla="*/ 3982483 h 4882701"/>
                <a:gd name="connsiteX6673" fmla="*/ 3113699 w 4954903"/>
                <a:gd name="connsiteY6673" fmla="*/ 3848273 h 4882701"/>
                <a:gd name="connsiteX6674" fmla="*/ 3105342 w 4954903"/>
                <a:gd name="connsiteY6674" fmla="*/ 3835106 h 4882701"/>
                <a:gd name="connsiteX6675" fmla="*/ 3091162 w 4954903"/>
                <a:gd name="connsiteY6675" fmla="*/ 3852578 h 4882701"/>
                <a:gd name="connsiteX6676" fmla="*/ 3113699 w 4954903"/>
                <a:gd name="connsiteY6676" fmla="*/ 3848273 h 4882701"/>
                <a:gd name="connsiteX6677" fmla="*/ 3062547 w 4954903"/>
                <a:gd name="connsiteY6677" fmla="*/ 3846501 h 4882701"/>
                <a:gd name="connsiteX6678" fmla="*/ 3053684 w 4954903"/>
                <a:gd name="connsiteY6678" fmla="*/ 3833333 h 4882701"/>
                <a:gd name="connsiteX6679" fmla="*/ 3039757 w 4954903"/>
                <a:gd name="connsiteY6679" fmla="*/ 3850806 h 4882701"/>
                <a:gd name="connsiteX6680" fmla="*/ 3062547 w 4954903"/>
                <a:gd name="connsiteY6680" fmla="*/ 3846501 h 4882701"/>
                <a:gd name="connsiteX6681" fmla="*/ 3010889 w 4954903"/>
                <a:gd name="connsiteY6681" fmla="*/ 3844475 h 4882701"/>
                <a:gd name="connsiteX6682" fmla="*/ 3001773 w 4954903"/>
                <a:gd name="connsiteY6682" fmla="*/ 3831307 h 4882701"/>
                <a:gd name="connsiteX6683" fmla="*/ 2988099 w 4954903"/>
                <a:gd name="connsiteY6683" fmla="*/ 3848780 h 4882701"/>
                <a:gd name="connsiteX6684" fmla="*/ 3010889 w 4954903"/>
                <a:gd name="connsiteY6684" fmla="*/ 3844475 h 4882701"/>
                <a:gd name="connsiteX6685" fmla="*/ 2958724 w 4954903"/>
                <a:gd name="connsiteY6685" fmla="*/ 3842956 h 4882701"/>
                <a:gd name="connsiteX6686" fmla="*/ 2949355 w 4954903"/>
                <a:gd name="connsiteY6686" fmla="*/ 3829788 h 4882701"/>
                <a:gd name="connsiteX6687" fmla="*/ 2935934 w 4954903"/>
                <a:gd name="connsiteY6687" fmla="*/ 3847260 h 4882701"/>
                <a:gd name="connsiteX6688" fmla="*/ 2958724 w 4954903"/>
                <a:gd name="connsiteY6688" fmla="*/ 3842956 h 4882701"/>
                <a:gd name="connsiteX6689" fmla="*/ 2906307 w 4954903"/>
                <a:gd name="connsiteY6689" fmla="*/ 3841183 h 4882701"/>
                <a:gd name="connsiteX6690" fmla="*/ 2896431 w 4954903"/>
                <a:gd name="connsiteY6690" fmla="*/ 3828015 h 4882701"/>
                <a:gd name="connsiteX6691" fmla="*/ 2883263 w 4954903"/>
                <a:gd name="connsiteY6691" fmla="*/ 3845741 h 4882701"/>
                <a:gd name="connsiteX6692" fmla="*/ 2906307 w 4954903"/>
                <a:gd name="connsiteY6692" fmla="*/ 3841183 h 4882701"/>
                <a:gd name="connsiteX6693" fmla="*/ 2853129 w 4954903"/>
                <a:gd name="connsiteY6693" fmla="*/ 3839410 h 4882701"/>
                <a:gd name="connsiteX6694" fmla="*/ 2842747 w 4954903"/>
                <a:gd name="connsiteY6694" fmla="*/ 3826243 h 4882701"/>
                <a:gd name="connsiteX6695" fmla="*/ 2829832 w 4954903"/>
                <a:gd name="connsiteY6695" fmla="*/ 3843969 h 4882701"/>
                <a:gd name="connsiteX6696" fmla="*/ 2853129 w 4954903"/>
                <a:gd name="connsiteY6696" fmla="*/ 3839410 h 4882701"/>
                <a:gd name="connsiteX6697" fmla="*/ 2799699 w 4954903"/>
                <a:gd name="connsiteY6697" fmla="*/ 3837891 h 4882701"/>
                <a:gd name="connsiteX6698" fmla="*/ 2789316 w 4954903"/>
                <a:gd name="connsiteY6698" fmla="*/ 3824977 h 4882701"/>
                <a:gd name="connsiteX6699" fmla="*/ 2776655 w 4954903"/>
                <a:gd name="connsiteY6699" fmla="*/ 3842702 h 4882701"/>
                <a:gd name="connsiteX6700" fmla="*/ 2799699 w 4954903"/>
                <a:gd name="connsiteY6700" fmla="*/ 3837891 h 4882701"/>
                <a:gd name="connsiteX6701" fmla="*/ 2745762 w 4954903"/>
                <a:gd name="connsiteY6701" fmla="*/ 3836372 h 4882701"/>
                <a:gd name="connsiteX6702" fmla="*/ 2734873 w 4954903"/>
                <a:gd name="connsiteY6702" fmla="*/ 3823457 h 4882701"/>
                <a:gd name="connsiteX6703" fmla="*/ 2722465 w 4954903"/>
                <a:gd name="connsiteY6703" fmla="*/ 3841183 h 4882701"/>
                <a:gd name="connsiteX6704" fmla="*/ 2745762 w 4954903"/>
                <a:gd name="connsiteY6704" fmla="*/ 3836372 h 4882701"/>
                <a:gd name="connsiteX6705" fmla="*/ 2691318 w 4954903"/>
                <a:gd name="connsiteY6705" fmla="*/ 3835106 h 4882701"/>
                <a:gd name="connsiteX6706" fmla="*/ 2680176 w 4954903"/>
                <a:gd name="connsiteY6706" fmla="*/ 3822191 h 4882701"/>
                <a:gd name="connsiteX6707" fmla="*/ 2668021 w 4954903"/>
                <a:gd name="connsiteY6707" fmla="*/ 3839917 h 4882701"/>
                <a:gd name="connsiteX6708" fmla="*/ 2691318 w 4954903"/>
                <a:gd name="connsiteY6708" fmla="*/ 3835106 h 4882701"/>
                <a:gd name="connsiteX6709" fmla="*/ 2636621 w 4954903"/>
                <a:gd name="connsiteY6709" fmla="*/ 3833586 h 4882701"/>
                <a:gd name="connsiteX6710" fmla="*/ 2625226 w 4954903"/>
                <a:gd name="connsiteY6710" fmla="*/ 3820672 h 4882701"/>
                <a:gd name="connsiteX6711" fmla="*/ 2613324 w 4954903"/>
                <a:gd name="connsiteY6711" fmla="*/ 3838398 h 4882701"/>
                <a:gd name="connsiteX6712" fmla="*/ 2636621 w 4954903"/>
                <a:gd name="connsiteY6712" fmla="*/ 3833586 h 4882701"/>
                <a:gd name="connsiteX6713" fmla="*/ 2570023 w 4954903"/>
                <a:gd name="connsiteY6713" fmla="*/ 3819406 h 4882701"/>
                <a:gd name="connsiteX6714" fmla="*/ 2558374 w 4954903"/>
                <a:gd name="connsiteY6714" fmla="*/ 3837131 h 4882701"/>
                <a:gd name="connsiteX6715" fmla="*/ 2581671 w 4954903"/>
                <a:gd name="connsiteY6715" fmla="*/ 3832320 h 4882701"/>
                <a:gd name="connsiteX6716" fmla="*/ 2570023 w 4954903"/>
                <a:gd name="connsiteY6716" fmla="*/ 3819406 h 4882701"/>
                <a:gd name="connsiteX6717" fmla="*/ 2514313 w 4954903"/>
                <a:gd name="connsiteY6717" fmla="*/ 3818140 h 4882701"/>
                <a:gd name="connsiteX6718" fmla="*/ 2502918 w 4954903"/>
                <a:gd name="connsiteY6718" fmla="*/ 3835865 h 4882701"/>
                <a:gd name="connsiteX6719" fmla="*/ 2526468 w 4954903"/>
                <a:gd name="connsiteY6719" fmla="*/ 3831054 h 4882701"/>
                <a:gd name="connsiteX6720" fmla="*/ 2514313 w 4954903"/>
                <a:gd name="connsiteY6720" fmla="*/ 3818140 h 4882701"/>
                <a:gd name="connsiteX6721" fmla="*/ 2471011 w 4954903"/>
                <a:gd name="connsiteY6721" fmla="*/ 3830041 h 4882701"/>
                <a:gd name="connsiteX6722" fmla="*/ 2458350 w 4954903"/>
                <a:gd name="connsiteY6722" fmla="*/ 3817127 h 4882701"/>
                <a:gd name="connsiteX6723" fmla="*/ 2447461 w 4954903"/>
                <a:gd name="connsiteY6723" fmla="*/ 3834853 h 4882701"/>
                <a:gd name="connsiteX6724" fmla="*/ 2471011 w 4954903"/>
                <a:gd name="connsiteY6724" fmla="*/ 3830041 h 4882701"/>
                <a:gd name="connsiteX6725" fmla="*/ 2402387 w 4954903"/>
                <a:gd name="connsiteY6725" fmla="*/ 3815861 h 4882701"/>
                <a:gd name="connsiteX6726" fmla="*/ 2391752 w 4954903"/>
                <a:gd name="connsiteY6726" fmla="*/ 3833586 h 4882701"/>
                <a:gd name="connsiteX6727" fmla="*/ 2415049 w 4954903"/>
                <a:gd name="connsiteY6727" fmla="*/ 3828775 h 4882701"/>
                <a:gd name="connsiteX6728" fmla="*/ 2402387 w 4954903"/>
                <a:gd name="connsiteY6728" fmla="*/ 3815861 h 4882701"/>
                <a:gd name="connsiteX6729" fmla="*/ 2359086 w 4954903"/>
                <a:gd name="connsiteY6729" fmla="*/ 3828015 h 4882701"/>
                <a:gd name="connsiteX6730" fmla="*/ 2346171 w 4954903"/>
                <a:gd name="connsiteY6730" fmla="*/ 3815101 h 4882701"/>
                <a:gd name="connsiteX6731" fmla="*/ 2335789 w 4954903"/>
                <a:gd name="connsiteY6731" fmla="*/ 3832827 h 4882701"/>
                <a:gd name="connsiteX6732" fmla="*/ 2359086 w 4954903"/>
                <a:gd name="connsiteY6732" fmla="*/ 3828015 h 4882701"/>
                <a:gd name="connsiteX6733" fmla="*/ 2302616 w 4954903"/>
                <a:gd name="connsiteY6733" fmla="*/ 3827003 h 4882701"/>
                <a:gd name="connsiteX6734" fmla="*/ 2289195 w 4954903"/>
                <a:gd name="connsiteY6734" fmla="*/ 3814088 h 4882701"/>
                <a:gd name="connsiteX6735" fmla="*/ 2279066 w 4954903"/>
                <a:gd name="connsiteY6735" fmla="*/ 3831814 h 4882701"/>
                <a:gd name="connsiteX6736" fmla="*/ 2302616 w 4954903"/>
                <a:gd name="connsiteY6736" fmla="*/ 3827003 h 4882701"/>
                <a:gd name="connsiteX6737" fmla="*/ 802759 w 4954903"/>
                <a:gd name="connsiteY6737" fmla="*/ 3828522 h 4882701"/>
                <a:gd name="connsiteX6738" fmla="*/ 801493 w 4954903"/>
                <a:gd name="connsiteY6738" fmla="*/ 3828775 h 4882701"/>
                <a:gd name="connsiteX6739" fmla="*/ 813395 w 4954903"/>
                <a:gd name="connsiteY6739" fmla="*/ 3851059 h 4882701"/>
                <a:gd name="connsiteX6740" fmla="*/ 816940 w 4954903"/>
                <a:gd name="connsiteY6740" fmla="*/ 3840930 h 4882701"/>
                <a:gd name="connsiteX6741" fmla="*/ 802759 w 4954903"/>
                <a:gd name="connsiteY6741" fmla="*/ 3828522 h 4882701"/>
                <a:gd name="connsiteX6742" fmla="*/ 772625 w 4954903"/>
                <a:gd name="connsiteY6742" fmla="*/ 3830294 h 4882701"/>
                <a:gd name="connsiteX6743" fmla="*/ 771359 w 4954903"/>
                <a:gd name="connsiteY6743" fmla="*/ 3830548 h 4882701"/>
                <a:gd name="connsiteX6744" fmla="*/ 783514 w 4954903"/>
                <a:gd name="connsiteY6744" fmla="*/ 3852831 h 4882701"/>
                <a:gd name="connsiteX6745" fmla="*/ 786553 w 4954903"/>
                <a:gd name="connsiteY6745" fmla="*/ 3842449 h 4882701"/>
                <a:gd name="connsiteX6746" fmla="*/ 772625 w 4954903"/>
                <a:gd name="connsiteY6746" fmla="*/ 3830294 h 4882701"/>
                <a:gd name="connsiteX6747" fmla="*/ 743504 w 4954903"/>
                <a:gd name="connsiteY6747" fmla="*/ 3832067 h 4882701"/>
                <a:gd name="connsiteX6748" fmla="*/ 742238 w 4954903"/>
                <a:gd name="connsiteY6748" fmla="*/ 3832320 h 4882701"/>
                <a:gd name="connsiteX6749" fmla="*/ 754646 w 4954903"/>
                <a:gd name="connsiteY6749" fmla="*/ 3854604 h 4882701"/>
                <a:gd name="connsiteX6750" fmla="*/ 757179 w 4954903"/>
                <a:gd name="connsiteY6750" fmla="*/ 3844222 h 4882701"/>
                <a:gd name="connsiteX6751" fmla="*/ 743504 w 4954903"/>
                <a:gd name="connsiteY6751" fmla="*/ 3832067 h 4882701"/>
                <a:gd name="connsiteX6752" fmla="*/ 727804 w 4954903"/>
                <a:gd name="connsiteY6752" fmla="*/ 3856630 h 4882701"/>
                <a:gd name="connsiteX6753" fmla="*/ 729324 w 4954903"/>
                <a:gd name="connsiteY6753" fmla="*/ 3845995 h 4882701"/>
                <a:gd name="connsiteX6754" fmla="*/ 715650 w 4954903"/>
                <a:gd name="connsiteY6754" fmla="*/ 3833839 h 4882701"/>
                <a:gd name="connsiteX6755" fmla="*/ 714637 w 4954903"/>
                <a:gd name="connsiteY6755" fmla="*/ 3834093 h 4882701"/>
                <a:gd name="connsiteX6756" fmla="*/ 727804 w 4954903"/>
                <a:gd name="connsiteY6756" fmla="*/ 3856630 h 4882701"/>
                <a:gd name="connsiteX6757" fmla="*/ 689061 w 4954903"/>
                <a:gd name="connsiteY6757" fmla="*/ 3835612 h 4882701"/>
                <a:gd name="connsiteX6758" fmla="*/ 688048 w 4954903"/>
                <a:gd name="connsiteY6758" fmla="*/ 3835865 h 4882701"/>
                <a:gd name="connsiteX6759" fmla="*/ 701722 w 4954903"/>
                <a:gd name="connsiteY6759" fmla="*/ 3858402 h 4882701"/>
                <a:gd name="connsiteX6760" fmla="*/ 702735 w 4954903"/>
                <a:gd name="connsiteY6760" fmla="*/ 3847767 h 4882701"/>
                <a:gd name="connsiteX6761" fmla="*/ 689061 w 4954903"/>
                <a:gd name="connsiteY6761" fmla="*/ 3835612 h 4882701"/>
                <a:gd name="connsiteX6762" fmla="*/ 676400 w 4954903"/>
                <a:gd name="connsiteY6762" fmla="*/ 3860428 h 4882701"/>
                <a:gd name="connsiteX6763" fmla="*/ 676906 w 4954903"/>
                <a:gd name="connsiteY6763" fmla="*/ 3849793 h 4882701"/>
                <a:gd name="connsiteX6764" fmla="*/ 663485 w 4954903"/>
                <a:gd name="connsiteY6764" fmla="*/ 3837638 h 4882701"/>
                <a:gd name="connsiteX6765" fmla="*/ 662472 w 4954903"/>
                <a:gd name="connsiteY6765" fmla="*/ 3837891 h 4882701"/>
                <a:gd name="connsiteX6766" fmla="*/ 676400 w 4954903"/>
                <a:gd name="connsiteY6766" fmla="*/ 3860428 h 4882701"/>
                <a:gd name="connsiteX6767" fmla="*/ 652596 w 4954903"/>
                <a:gd name="connsiteY6767" fmla="*/ 3862201 h 4882701"/>
                <a:gd name="connsiteX6768" fmla="*/ 652850 w 4954903"/>
                <a:gd name="connsiteY6768" fmla="*/ 3851566 h 4882701"/>
                <a:gd name="connsiteX6769" fmla="*/ 639682 w 4954903"/>
                <a:gd name="connsiteY6769" fmla="*/ 3839410 h 4882701"/>
                <a:gd name="connsiteX6770" fmla="*/ 638669 w 4954903"/>
                <a:gd name="connsiteY6770" fmla="*/ 3839664 h 4882701"/>
                <a:gd name="connsiteX6771" fmla="*/ 652596 w 4954903"/>
                <a:gd name="connsiteY6771" fmla="*/ 3862201 h 4882701"/>
                <a:gd name="connsiteX6772" fmla="*/ 616638 w 4954903"/>
                <a:gd name="connsiteY6772" fmla="*/ 3841690 h 4882701"/>
                <a:gd name="connsiteX6773" fmla="*/ 615879 w 4954903"/>
                <a:gd name="connsiteY6773" fmla="*/ 3841943 h 4882701"/>
                <a:gd name="connsiteX6774" fmla="*/ 630059 w 4954903"/>
                <a:gd name="connsiteY6774" fmla="*/ 3864227 h 4882701"/>
                <a:gd name="connsiteX6775" fmla="*/ 629806 w 4954903"/>
                <a:gd name="connsiteY6775" fmla="*/ 3853591 h 4882701"/>
                <a:gd name="connsiteX6776" fmla="*/ 616638 w 4954903"/>
                <a:gd name="connsiteY6776" fmla="*/ 3841690 h 4882701"/>
                <a:gd name="connsiteX6777" fmla="*/ 608029 w 4954903"/>
                <a:gd name="connsiteY6777" fmla="*/ 3855870 h 4882701"/>
                <a:gd name="connsiteX6778" fmla="*/ 595367 w 4954903"/>
                <a:gd name="connsiteY6778" fmla="*/ 3843715 h 4882701"/>
                <a:gd name="connsiteX6779" fmla="*/ 594861 w 4954903"/>
                <a:gd name="connsiteY6779" fmla="*/ 3843715 h 4882701"/>
                <a:gd name="connsiteX6780" fmla="*/ 608788 w 4954903"/>
                <a:gd name="connsiteY6780" fmla="*/ 3866252 h 4882701"/>
                <a:gd name="connsiteX6781" fmla="*/ 608029 w 4954903"/>
                <a:gd name="connsiteY6781" fmla="*/ 3855870 h 4882701"/>
                <a:gd name="connsiteX6782" fmla="*/ 588783 w 4954903"/>
                <a:gd name="connsiteY6782" fmla="*/ 3868532 h 4882701"/>
                <a:gd name="connsiteX6783" fmla="*/ 587517 w 4954903"/>
                <a:gd name="connsiteY6783" fmla="*/ 3857896 h 4882701"/>
                <a:gd name="connsiteX6784" fmla="*/ 574856 w 4954903"/>
                <a:gd name="connsiteY6784" fmla="*/ 3845741 h 4882701"/>
                <a:gd name="connsiteX6785" fmla="*/ 574350 w 4954903"/>
                <a:gd name="connsiteY6785" fmla="*/ 3845741 h 4882701"/>
                <a:gd name="connsiteX6786" fmla="*/ 588783 w 4954903"/>
                <a:gd name="connsiteY6786" fmla="*/ 3868532 h 4882701"/>
                <a:gd name="connsiteX6787" fmla="*/ 570045 w 4954903"/>
                <a:gd name="connsiteY6787" fmla="*/ 3870811 h 4882701"/>
                <a:gd name="connsiteX6788" fmla="*/ 568525 w 4954903"/>
                <a:gd name="connsiteY6788" fmla="*/ 3860175 h 4882701"/>
                <a:gd name="connsiteX6789" fmla="*/ 556117 w 4954903"/>
                <a:gd name="connsiteY6789" fmla="*/ 3848020 h 4882701"/>
                <a:gd name="connsiteX6790" fmla="*/ 555611 w 4954903"/>
                <a:gd name="connsiteY6790" fmla="*/ 3848020 h 4882701"/>
                <a:gd name="connsiteX6791" fmla="*/ 570045 w 4954903"/>
                <a:gd name="connsiteY6791" fmla="*/ 3870811 h 4882701"/>
                <a:gd name="connsiteX6792" fmla="*/ 553079 w 4954903"/>
                <a:gd name="connsiteY6792" fmla="*/ 3873089 h 4882701"/>
                <a:gd name="connsiteX6793" fmla="*/ 550546 w 4954903"/>
                <a:gd name="connsiteY6793" fmla="*/ 3862454 h 4882701"/>
                <a:gd name="connsiteX6794" fmla="*/ 538392 w 4954903"/>
                <a:gd name="connsiteY6794" fmla="*/ 3850299 h 4882701"/>
                <a:gd name="connsiteX6795" fmla="*/ 538138 w 4954903"/>
                <a:gd name="connsiteY6795" fmla="*/ 3850299 h 4882701"/>
                <a:gd name="connsiteX6796" fmla="*/ 553079 w 4954903"/>
                <a:gd name="connsiteY6796" fmla="*/ 3873089 h 4882701"/>
                <a:gd name="connsiteX6797" fmla="*/ 537125 w 4954903"/>
                <a:gd name="connsiteY6797" fmla="*/ 3875368 h 4882701"/>
                <a:gd name="connsiteX6798" fmla="*/ 534340 w 4954903"/>
                <a:gd name="connsiteY6798" fmla="*/ 3864733 h 4882701"/>
                <a:gd name="connsiteX6799" fmla="*/ 522438 w 4954903"/>
                <a:gd name="connsiteY6799" fmla="*/ 3852578 h 4882701"/>
                <a:gd name="connsiteX6800" fmla="*/ 522185 w 4954903"/>
                <a:gd name="connsiteY6800" fmla="*/ 3852578 h 4882701"/>
                <a:gd name="connsiteX6801" fmla="*/ 537125 w 4954903"/>
                <a:gd name="connsiteY6801" fmla="*/ 3875368 h 4882701"/>
                <a:gd name="connsiteX6802" fmla="*/ 522438 w 4954903"/>
                <a:gd name="connsiteY6802" fmla="*/ 3877901 h 4882701"/>
                <a:gd name="connsiteX6803" fmla="*/ 519146 w 4954903"/>
                <a:gd name="connsiteY6803" fmla="*/ 3867265 h 4882701"/>
                <a:gd name="connsiteX6804" fmla="*/ 507498 w 4954903"/>
                <a:gd name="connsiteY6804" fmla="*/ 3855364 h 4882701"/>
                <a:gd name="connsiteX6805" fmla="*/ 507245 w 4954903"/>
                <a:gd name="connsiteY6805" fmla="*/ 3855364 h 4882701"/>
                <a:gd name="connsiteX6806" fmla="*/ 522438 w 4954903"/>
                <a:gd name="connsiteY6806" fmla="*/ 3877901 h 4882701"/>
                <a:gd name="connsiteX6807" fmla="*/ 509271 w 4954903"/>
                <a:gd name="connsiteY6807" fmla="*/ 3880180 h 4882701"/>
                <a:gd name="connsiteX6808" fmla="*/ 505472 w 4954903"/>
                <a:gd name="connsiteY6808" fmla="*/ 3869544 h 4882701"/>
                <a:gd name="connsiteX6809" fmla="*/ 494077 w 4954903"/>
                <a:gd name="connsiteY6809" fmla="*/ 3857643 h 4882701"/>
                <a:gd name="connsiteX6810" fmla="*/ 493824 w 4954903"/>
                <a:gd name="connsiteY6810" fmla="*/ 3857643 h 4882701"/>
                <a:gd name="connsiteX6811" fmla="*/ 509271 w 4954903"/>
                <a:gd name="connsiteY6811" fmla="*/ 3880180 h 4882701"/>
                <a:gd name="connsiteX6812" fmla="*/ 497369 w 4954903"/>
                <a:gd name="connsiteY6812" fmla="*/ 3882712 h 4882701"/>
                <a:gd name="connsiteX6813" fmla="*/ 493317 w 4954903"/>
                <a:gd name="connsiteY6813" fmla="*/ 3872077 h 4882701"/>
                <a:gd name="connsiteX6814" fmla="*/ 482175 w 4954903"/>
                <a:gd name="connsiteY6814" fmla="*/ 3860175 h 4882701"/>
                <a:gd name="connsiteX6815" fmla="*/ 481922 w 4954903"/>
                <a:gd name="connsiteY6815" fmla="*/ 3860175 h 4882701"/>
                <a:gd name="connsiteX6816" fmla="*/ 497369 w 4954903"/>
                <a:gd name="connsiteY6816" fmla="*/ 3882712 h 4882701"/>
                <a:gd name="connsiteX6817" fmla="*/ 486987 w 4954903"/>
                <a:gd name="connsiteY6817" fmla="*/ 3885244 h 4882701"/>
                <a:gd name="connsiteX6818" fmla="*/ 482429 w 4954903"/>
                <a:gd name="connsiteY6818" fmla="*/ 3874609 h 4882701"/>
                <a:gd name="connsiteX6819" fmla="*/ 471540 w 4954903"/>
                <a:gd name="connsiteY6819" fmla="*/ 3862707 h 4882701"/>
                <a:gd name="connsiteX6820" fmla="*/ 471287 w 4954903"/>
                <a:gd name="connsiteY6820" fmla="*/ 3862707 h 4882701"/>
                <a:gd name="connsiteX6821" fmla="*/ 486987 w 4954903"/>
                <a:gd name="connsiteY6821" fmla="*/ 3885244 h 4882701"/>
                <a:gd name="connsiteX6822" fmla="*/ 477871 w 4954903"/>
                <a:gd name="connsiteY6822" fmla="*/ 3887777 h 4882701"/>
                <a:gd name="connsiteX6823" fmla="*/ 473059 w 4954903"/>
                <a:gd name="connsiteY6823" fmla="*/ 3877141 h 4882701"/>
                <a:gd name="connsiteX6824" fmla="*/ 462424 w 4954903"/>
                <a:gd name="connsiteY6824" fmla="*/ 3865240 h 4882701"/>
                <a:gd name="connsiteX6825" fmla="*/ 477871 w 4954903"/>
                <a:gd name="connsiteY6825" fmla="*/ 3887777 h 4882701"/>
                <a:gd name="connsiteX6826" fmla="*/ 454827 w 4954903"/>
                <a:gd name="connsiteY6826" fmla="*/ 3867772 h 4882701"/>
                <a:gd name="connsiteX6827" fmla="*/ 470274 w 4954903"/>
                <a:gd name="connsiteY6827" fmla="*/ 3890309 h 4882701"/>
                <a:gd name="connsiteX6828" fmla="*/ 464956 w 4954903"/>
                <a:gd name="connsiteY6828" fmla="*/ 3879674 h 4882701"/>
                <a:gd name="connsiteX6829" fmla="*/ 454827 w 4954903"/>
                <a:gd name="connsiteY6829" fmla="*/ 3867772 h 4882701"/>
                <a:gd name="connsiteX6830" fmla="*/ 448750 w 4954903"/>
                <a:gd name="connsiteY6830" fmla="*/ 3870557 h 4882701"/>
                <a:gd name="connsiteX6831" fmla="*/ 464450 w 4954903"/>
                <a:gd name="connsiteY6831" fmla="*/ 3893095 h 4882701"/>
                <a:gd name="connsiteX6832" fmla="*/ 458625 w 4954903"/>
                <a:gd name="connsiteY6832" fmla="*/ 3882459 h 4882701"/>
                <a:gd name="connsiteX6833" fmla="*/ 448750 w 4954903"/>
                <a:gd name="connsiteY6833" fmla="*/ 3870557 h 4882701"/>
                <a:gd name="connsiteX6834" fmla="*/ 444192 w 4954903"/>
                <a:gd name="connsiteY6834" fmla="*/ 3873089 h 4882701"/>
                <a:gd name="connsiteX6835" fmla="*/ 460145 w 4954903"/>
                <a:gd name="connsiteY6835" fmla="*/ 3895627 h 4882701"/>
                <a:gd name="connsiteX6836" fmla="*/ 453814 w 4954903"/>
                <a:gd name="connsiteY6836" fmla="*/ 3884991 h 4882701"/>
                <a:gd name="connsiteX6837" fmla="*/ 444192 w 4954903"/>
                <a:gd name="connsiteY6837" fmla="*/ 3873089 h 4882701"/>
                <a:gd name="connsiteX6838" fmla="*/ 441153 w 4954903"/>
                <a:gd name="connsiteY6838" fmla="*/ 3875875 h 4882701"/>
                <a:gd name="connsiteX6839" fmla="*/ 457106 w 4954903"/>
                <a:gd name="connsiteY6839" fmla="*/ 3898412 h 4882701"/>
                <a:gd name="connsiteX6840" fmla="*/ 450522 w 4954903"/>
                <a:gd name="connsiteY6840" fmla="*/ 3887777 h 4882701"/>
                <a:gd name="connsiteX6841" fmla="*/ 441153 w 4954903"/>
                <a:gd name="connsiteY6841" fmla="*/ 3875875 h 4882701"/>
                <a:gd name="connsiteX6842" fmla="*/ 448496 w 4954903"/>
                <a:gd name="connsiteY6842" fmla="*/ 3890562 h 4882701"/>
                <a:gd name="connsiteX6843" fmla="*/ 439633 w 4954903"/>
                <a:gd name="connsiteY6843" fmla="*/ 3878660 h 4882701"/>
                <a:gd name="connsiteX6844" fmla="*/ 455587 w 4954903"/>
                <a:gd name="connsiteY6844" fmla="*/ 3901198 h 4882701"/>
                <a:gd name="connsiteX6845" fmla="*/ 448496 w 4954903"/>
                <a:gd name="connsiteY6845" fmla="*/ 3890562 h 4882701"/>
                <a:gd name="connsiteX6846" fmla="*/ 439633 w 4954903"/>
                <a:gd name="connsiteY6846" fmla="*/ 3881699 h 4882701"/>
                <a:gd name="connsiteX6847" fmla="*/ 455587 w 4954903"/>
                <a:gd name="connsiteY6847" fmla="*/ 3904236 h 4882701"/>
                <a:gd name="connsiteX6848" fmla="*/ 448243 w 4954903"/>
                <a:gd name="connsiteY6848" fmla="*/ 3893601 h 4882701"/>
                <a:gd name="connsiteX6849" fmla="*/ 439633 w 4954903"/>
                <a:gd name="connsiteY6849" fmla="*/ 3881699 h 4882701"/>
                <a:gd name="connsiteX6850" fmla="*/ 445711 w 4954903"/>
                <a:gd name="connsiteY6850" fmla="*/ 3891069 h 4882701"/>
                <a:gd name="connsiteX6851" fmla="*/ 452295 w 4954903"/>
                <a:gd name="connsiteY6851" fmla="*/ 3900438 h 4882701"/>
                <a:gd name="connsiteX6852" fmla="*/ 449256 w 4954903"/>
                <a:gd name="connsiteY6852" fmla="*/ 3896133 h 4882701"/>
                <a:gd name="connsiteX6853" fmla="*/ 445711 w 4954903"/>
                <a:gd name="connsiteY6853" fmla="*/ 3891069 h 4882701"/>
                <a:gd name="connsiteX6854" fmla="*/ 3126360 w 4954903"/>
                <a:gd name="connsiteY6854" fmla="*/ 3797628 h 4882701"/>
                <a:gd name="connsiteX6855" fmla="*/ 3117750 w 4954903"/>
                <a:gd name="connsiteY6855" fmla="*/ 3784207 h 4882701"/>
                <a:gd name="connsiteX6856" fmla="*/ 3103570 w 4954903"/>
                <a:gd name="connsiteY6856" fmla="*/ 3801933 h 4882701"/>
                <a:gd name="connsiteX6857" fmla="*/ 3126360 w 4954903"/>
                <a:gd name="connsiteY6857" fmla="*/ 3797628 h 4882701"/>
                <a:gd name="connsiteX6858" fmla="*/ 3074449 w 4954903"/>
                <a:gd name="connsiteY6858" fmla="*/ 3795856 h 4882701"/>
                <a:gd name="connsiteX6859" fmla="*/ 3065333 w 4954903"/>
                <a:gd name="connsiteY6859" fmla="*/ 3782688 h 4882701"/>
                <a:gd name="connsiteX6860" fmla="*/ 3051405 w 4954903"/>
                <a:gd name="connsiteY6860" fmla="*/ 3800414 h 4882701"/>
                <a:gd name="connsiteX6861" fmla="*/ 3074449 w 4954903"/>
                <a:gd name="connsiteY6861" fmla="*/ 3795856 h 4882701"/>
                <a:gd name="connsiteX6862" fmla="*/ 3021778 w 4954903"/>
                <a:gd name="connsiteY6862" fmla="*/ 3793830 h 4882701"/>
                <a:gd name="connsiteX6863" fmla="*/ 3012408 w 4954903"/>
                <a:gd name="connsiteY6863" fmla="*/ 3780662 h 4882701"/>
                <a:gd name="connsiteX6864" fmla="*/ 2998734 w 4954903"/>
                <a:gd name="connsiteY6864" fmla="*/ 3798641 h 4882701"/>
                <a:gd name="connsiteX6865" fmla="*/ 3021778 w 4954903"/>
                <a:gd name="connsiteY6865" fmla="*/ 3793830 h 4882701"/>
                <a:gd name="connsiteX6866" fmla="*/ 2968853 w 4954903"/>
                <a:gd name="connsiteY6866" fmla="*/ 3792057 h 4882701"/>
                <a:gd name="connsiteX6867" fmla="*/ 2959231 w 4954903"/>
                <a:gd name="connsiteY6867" fmla="*/ 3778889 h 4882701"/>
                <a:gd name="connsiteX6868" fmla="*/ 2945557 w 4954903"/>
                <a:gd name="connsiteY6868" fmla="*/ 3796869 h 4882701"/>
                <a:gd name="connsiteX6869" fmla="*/ 2968853 w 4954903"/>
                <a:gd name="connsiteY6869" fmla="*/ 3792057 h 4882701"/>
                <a:gd name="connsiteX6870" fmla="*/ 2915170 w 4954903"/>
                <a:gd name="connsiteY6870" fmla="*/ 3790285 h 4882701"/>
                <a:gd name="connsiteX6871" fmla="*/ 2905041 w 4954903"/>
                <a:gd name="connsiteY6871" fmla="*/ 3777117 h 4882701"/>
                <a:gd name="connsiteX6872" fmla="*/ 2891873 w 4954903"/>
                <a:gd name="connsiteY6872" fmla="*/ 3795096 h 4882701"/>
                <a:gd name="connsiteX6873" fmla="*/ 2915170 w 4954903"/>
                <a:gd name="connsiteY6873" fmla="*/ 3790285 h 4882701"/>
                <a:gd name="connsiteX6874" fmla="*/ 2861232 w 4954903"/>
                <a:gd name="connsiteY6874" fmla="*/ 3788765 h 4882701"/>
                <a:gd name="connsiteX6875" fmla="*/ 2850597 w 4954903"/>
                <a:gd name="connsiteY6875" fmla="*/ 3775598 h 4882701"/>
                <a:gd name="connsiteX6876" fmla="*/ 2837429 w 4954903"/>
                <a:gd name="connsiteY6876" fmla="*/ 3793577 h 4882701"/>
                <a:gd name="connsiteX6877" fmla="*/ 2861232 w 4954903"/>
                <a:gd name="connsiteY6877" fmla="*/ 3788765 h 4882701"/>
                <a:gd name="connsiteX6878" fmla="*/ 2783239 w 4954903"/>
                <a:gd name="connsiteY6878" fmla="*/ 3791804 h 4882701"/>
                <a:gd name="connsiteX6879" fmla="*/ 2806789 w 4954903"/>
                <a:gd name="connsiteY6879" fmla="*/ 3786993 h 4882701"/>
                <a:gd name="connsiteX6880" fmla="*/ 2796153 w 4954903"/>
                <a:gd name="connsiteY6880" fmla="*/ 3773825 h 4882701"/>
                <a:gd name="connsiteX6881" fmla="*/ 2783239 w 4954903"/>
                <a:gd name="connsiteY6881" fmla="*/ 3791804 h 4882701"/>
                <a:gd name="connsiteX6882" fmla="*/ 2751839 w 4954903"/>
                <a:gd name="connsiteY6882" fmla="*/ 3785727 h 4882701"/>
                <a:gd name="connsiteX6883" fmla="*/ 2740697 w 4954903"/>
                <a:gd name="connsiteY6883" fmla="*/ 3772559 h 4882701"/>
                <a:gd name="connsiteX6884" fmla="*/ 2728036 w 4954903"/>
                <a:gd name="connsiteY6884" fmla="*/ 3790538 h 4882701"/>
                <a:gd name="connsiteX6885" fmla="*/ 2751839 w 4954903"/>
                <a:gd name="connsiteY6885" fmla="*/ 3785727 h 4882701"/>
                <a:gd name="connsiteX6886" fmla="*/ 2672833 w 4954903"/>
                <a:gd name="connsiteY6886" fmla="*/ 3789019 h 4882701"/>
                <a:gd name="connsiteX6887" fmla="*/ 2696636 w 4954903"/>
                <a:gd name="connsiteY6887" fmla="*/ 3784207 h 4882701"/>
                <a:gd name="connsiteX6888" fmla="*/ 2684987 w 4954903"/>
                <a:gd name="connsiteY6888" fmla="*/ 3771040 h 4882701"/>
                <a:gd name="connsiteX6889" fmla="*/ 2672833 w 4954903"/>
                <a:gd name="connsiteY6889" fmla="*/ 3789019 h 4882701"/>
                <a:gd name="connsiteX6890" fmla="*/ 2640926 w 4954903"/>
                <a:gd name="connsiteY6890" fmla="*/ 3782688 h 4882701"/>
                <a:gd name="connsiteX6891" fmla="*/ 2629278 w 4954903"/>
                <a:gd name="connsiteY6891" fmla="*/ 3769520 h 4882701"/>
                <a:gd name="connsiteX6892" fmla="*/ 2617376 w 4954903"/>
                <a:gd name="connsiteY6892" fmla="*/ 3787499 h 4882701"/>
                <a:gd name="connsiteX6893" fmla="*/ 2640926 w 4954903"/>
                <a:gd name="connsiteY6893" fmla="*/ 3782688 h 4882701"/>
                <a:gd name="connsiteX6894" fmla="*/ 2561160 w 4954903"/>
                <a:gd name="connsiteY6894" fmla="*/ 3786233 h 4882701"/>
                <a:gd name="connsiteX6895" fmla="*/ 2584963 w 4954903"/>
                <a:gd name="connsiteY6895" fmla="*/ 3781422 h 4882701"/>
                <a:gd name="connsiteX6896" fmla="*/ 2573061 w 4954903"/>
                <a:gd name="connsiteY6896" fmla="*/ 3768254 h 4882701"/>
                <a:gd name="connsiteX6897" fmla="*/ 2561160 w 4954903"/>
                <a:gd name="connsiteY6897" fmla="*/ 3786233 h 4882701"/>
                <a:gd name="connsiteX6898" fmla="*/ 2516592 w 4954903"/>
                <a:gd name="connsiteY6898" fmla="*/ 3766988 h 4882701"/>
                <a:gd name="connsiteX6899" fmla="*/ 2504944 w 4954903"/>
                <a:gd name="connsiteY6899" fmla="*/ 3784967 h 4882701"/>
                <a:gd name="connsiteX6900" fmla="*/ 2528747 w 4954903"/>
                <a:gd name="connsiteY6900" fmla="*/ 3780156 h 4882701"/>
                <a:gd name="connsiteX6901" fmla="*/ 2516592 w 4954903"/>
                <a:gd name="connsiteY6901" fmla="*/ 3766988 h 4882701"/>
                <a:gd name="connsiteX6902" fmla="*/ 2459616 w 4954903"/>
                <a:gd name="connsiteY6902" fmla="*/ 3765975 h 4882701"/>
                <a:gd name="connsiteX6903" fmla="*/ 2448474 w 4954903"/>
                <a:gd name="connsiteY6903" fmla="*/ 3783954 h 4882701"/>
                <a:gd name="connsiteX6904" fmla="*/ 2472277 w 4954903"/>
                <a:gd name="connsiteY6904" fmla="*/ 3779143 h 4882701"/>
                <a:gd name="connsiteX6905" fmla="*/ 2459616 w 4954903"/>
                <a:gd name="connsiteY6905" fmla="*/ 3765975 h 4882701"/>
                <a:gd name="connsiteX6906" fmla="*/ 2402387 w 4954903"/>
                <a:gd name="connsiteY6906" fmla="*/ 3764709 h 4882701"/>
                <a:gd name="connsiteX6907" fmla="*/ 2391499 w 4954903"/>
                <a:gd name="connsiteY6907" fmla="*/ 3782688 h 4882701"/>
                <a:gd name="connsiteX6908" fmla="*/ 2415302 w 4954903"/>
                <a:gd name="connsiteY6908" fmla="*/ 3777877 h 4882701"/>
                <a:gd name="connsiteX6909" fmla="*/ 2402387 w 4954903"/>
                <a:gd name="connsiteY6909" fmla="*/ 3764709 h 4882701"/>
                <a:gd name="connsiteX6910" fmla="*/ 2358326 w 4954903"/>
                <a:gd name="connsiteY6910" fmla="*/ 3776864 h 4882701"/>
                <a:gd name="connsiteX6911" fmla="*/ 2345158 w 4954903"/>
                <a:gd name="connsiteY6911" fmla="*/ 3763696 h 4882701"/>
                <a:gd name="connsiteX6912" fmla="*/ 2334523 w 4954903"/>
                <a:gd name="connsiteY6912" fmla="*/ 3781928 h 4882701"/>
                <a:gd name="connsiteX6913" fmla="*/ 2358326 w 4954903"/>
                <a:gd name="connsiteY6913" fmla="*/ 3776864 h 4882701"/>
                <a:gd name="connsiteX6914" fmla="*/ 2301097 w 4954903"/>
                <a:gd name="connsiteY6914" fmla="*/ 3776104 h 4882701"/>
                <a:gd name="connsiteX6915" fmla="*/ 2287423 w 4954903"/>
                <a:gd name="connsiteY6915" fmla="*/ 3762936 h 4882701"/>
                <a:gd name="connsiteX6916" fmla="*/ 2277294 w 4954903"/>
                <a:gd name="connsiteY6916" fmla="*/ 3781169 h 4882701"/>
                <a:gd name="connsiteX6917" fmla="*/ 2301097 w 4954903"/>
                <a:gd name="connsiteY6917" fmla="*/ 3776104 h 4882701"/>
                <a:gd name="connsiteX6918" fmla="*/ 744517 w 4954903"/>
                <a:gd name="connsiteY6918" fmla="*/ 3779396 h 4882701"/>
                <a:gd name="connsiteX6919" fmla="*/ 743251 w 4954903"/>
                <a:gd name="connsiteY6919" fmla="*/ 3779649 h 4882701"/>
                <a:gd name="connsiteX6920" fmla="*/ 754900 w 4954903"/>
                <a:gd name="connsiteY6920" fmla="*/ 3802186 h 4882701"/>
                <a:gd name="connsiteX6921" fmla="*/ 758445 w 4954903"/>
                <a:gd name="connsiteY6921" fmla="*/ 3791804 h 4882701"/>
                <a:gd name="connsiteX6922" fmla="*/ 744517 w 4954903"/>
                <a:gd name="connsiteY6922" fmla="*/ 3779396 h 4882701"/>
                <a:gd name="connsiteX6923" fmla="*/ 714890 w 4954903"/>
                <a:gd name="connsiteY6923" fmla="*/ 3781169 h 4882701"/>
                <a:gd name="connsiteX6924" fmla="*/ 713624 w 4954903"/>
                <a:gd name="connsiteY6924" fmla="*/ 3781422 h 4882701"/>
                <a:gd name="connsiteX6925" fmla="*/ 725525 w 4954903"/>
                <a:gd name="connsiteY6925" fmla="*/ 3803959 h 4882701"/>
                <a:gd name="connsiteX6926" fmla="*/ 728564 w 4954903"/>
                <a:gd name="connsiteY6926" fmla="*/ 3793577 h 4882701"/>
                <a:gd name="connsiteX6927" fmla="*/ 714890 w 4954903"/>
                <a:gd name="connsiteY6927" fmla="*/ 3781169 h 4882701"/>
                <a:gd name="connsiteX6928" fmla="*/ 686529 w 4954903"/>
                <a:gd name="connsiteY6928" fmla="*/ 3782941 h 4882701"/>
                <a:gd name="connsiteX6929" fmla="*/ 685263 w 4954903"/>
                <a:gd name="connsiteY6929" fmla="*/ 3783194 h 4882701"/>
                <a:gd name="connsiteX6930" fmla="*/ 697417 w 4954903"/>
                <a:gd name="connsiteY6930" fmla="*/ 3805731 h 4882701"/>
                <a:gd name="connsiteX6931" fmla="*/ 699950 w 4954903"/>
                <a:gd name="connsiteY6931" fmla="*/ 3795349 h 4882701"/>
                <a:gd name="connsiteX6932" fmla="*/ 686529 w 4954903"/>
                <a:gd name="connsiteY6932" fmla="*/ 3782941 h 4882701"/>
                <a:gd name="connsiteX6933" fmla="*/ 671588 w 4954903"/>
                <a:gd name="connsiteY6933" fmla="*/ 3808011 h 4882701"/>
                <a:gd name="connsiteX6934" fmla="*/ 672854 w 4954903"/>
                <a:gd name="connsiteY6934" fmla="*/ 3797375 h 4882701"/>
                <a:gd name="connsiteX6935" fmla="*/ 659434 w 4954903"/>
                <a:gd name="connsiteY6935" fmla="*/ 3784967 h 4882701"/>
                <a:gd name="connsiteX6936" fmla="*/ 658421 w 4954903"/>
                <a:gd name="connsiteY6936" fmla="*/ 3785220 h 4882701"/>
                <a:gd name="connsiteX6937" fmla="*/ 671588 w 4954903"/>
                <a:gd name="connsiteY6937" fmla="*/ 3808011 h 4882701"/>
                <a:gd name="connsiteX6938" fmla="*/ 646013 w 4954903"/>
                <a:gd name="connsiteY6938" fmla="*/ 3810037 h 4882701"/>
                <a:gd name="connsiteX6939" fmla="*/ 647025 w 4954903"/>
                <a:gd name="connsiteY6939" fmla="*/ 3799401 h 4882701"/>
                <a:gd name="connsiteX6940" fmla="*/ 633858 w 4954903"/>
                <a:gd name="connsiteY6940" fmla="*/ 3786993 h 4882701"/>
                <a:gd name="connsiteX6941" fmla="*/ 632845 w 4954903"/>
                <a:gd name="connsiteY6941" fmla="*/ 3787246 h 4882701"/>
                <a:gd name="connsiteX6942" fmla="*/ 646013 w 4954903"/>
                <a:gd name="connsiteY6942" fmla="*/ 3810037 h 4882701"/>
                <a:gd name="connsiteX6943" fmla="*/ 609042 w 4954903"/>
                <a:gd name="connsiteY6943" fmla="*/ 3788765 h 4882701"/>
                <a:gd name="connsiteX6944" fmla="*/ 608029 w 4954903"/>
                <a:gd name="connsiteY6944" fmla="*/ 3789019 h 4882701"/>
                <a:gd name="connsiteX6945" fmla="*/ 621450 w 4954903"/>
                <a:gd name="connsiteY6945" fmla="*/ 3811809 h 4882701"/>
                <a:gd name="connsiteX6946" fmla="*/ 621956 w 4954903"/>
                <a:gd name="connsiteY6946" fmla="*/ 3801173 h 4882701"/>
                <a:gd name="connsiteX6947" fmla="*/ 609042 w 4954903"/>
                <a:gd name="connsiteY6947" fmla="*/ 3788765 h 4882701"/>
                <a:gd name="connsiteX6948" fmla="*/ 598659 w 4954903"/>
                <a:gd name="connsiteY6948" fmla="*/ 3814088 h 4882701"/>
                <a:gd name="connsiteX6949" fmla="*/ 598659 w 4954903"/>
                <a:gd name="connsiteY6949" fmla="*/ 3803452 h 4882701"/>
                <a:gd name="connsiteX6950" fmla="*/ 585745 w 4954903"/>
                <a:gd name="connsiteY6950" fmla="*/ 3791045 h 4882701"/>
                <a:gd name="connsiteX6951" fmla="*/ 584732 w 4954903"/>
                <a:gd name="connsiteY6951" fmla="*/ 3791298 h 4882701"/>
                <a:gd name="connsiteX6952" fmla="*/ 598659 w 4954903"/>
                <a:gd name="connsiteY6952" fmla="*/ 3814088 h 4882701"/>
                <a:gd name="connsiteX6953" fmla="*/ 576629 w 4954903"/>
                <a:gd name="connsiteY6953" fmla="*/ 3805478 h 4882701"/>
                <a:gd name="connsiteX6954" fmla="*/ 563967 w 4954903"/>
                <a:gd name="connsiteY6954" fmla="*/ 3793070 h 4882701"/>
                <a:gd name="connsiteX6955" fmla="*/ 563461 w 4954903"/>
                <a:gd name="connsiteY6955" fmla="*/ 3793070 h 4882701"/>
                <a:gd name="connsiteX6956" fmla="*/ 576882 w 4954903"/>
                <a:gd name="connsiteY6956" fmla="*/ 3816114 h 4882701"/>
                <a:gd name="connsiteX6957" fmla="*/ 576629 w 4954903"/>
                <a:gd name="connsiteY6957" fmla="*/ 3805478 h 4882701"/>
                <a:gd name="connsiteX6958" fmla="*/ 556624 w 4954903"/>
                <a:gd name="connsiteY6958" fmla="*/ 3818393 h 4882701"/>
                <a:gd name="connsiteX6959" fmla="*/ 555864 w 4954903"/>
                <a:gd name="connsiteY6959" fmla="*/ 3807757 h 4882701"/>
                <a:gd name="connsiteX6960" fmla="*/ 543456 w 4954903"/>
                <a:gd name="connsiteY6960" fmla="*/ 3795349 h 4882701"/>
                <a:gd name="connsiteX6961" fmla="*/ 542950 w 4954903"/>
                <a:gd name="connsiteY6961" fmla="*/ 3795349 h 4882701"/>
                <a:gd name="connsiteX6962" fmla="*/ 556624 w 4954903"/>
                <a:gd name="connsiteY6962" fmla="*/ 3818393 h 4882701"/>
                <a:gd name="connsiteX6963" fmla="*/ 537632 w 4954903"/>
                <a:gd name="connsiteY6963" fmla="*/ 3820672 h 4882701"/>
                <a:gd name="connsiteX6964" fmla="*/ 536366 w 4954903"/>
                <a:gd name="connsiteY6964" fmla="*/ 3809783 h 4882701"/>
                <a:gd name="connsiteX6965" fmla="*/ 524211 w 4954903"/>
                <a:gd name="connsiteY6965" fmla="*/ 3797628 h 4882701"/>
                <a:gd name="connsiteX6966" fmla="*/ 523704 w 4954903"/>
                <a:gd name="connsiteY6966" fmla="*/ 3797628 h 4882701"/>
                <a:gd name="connsiteX6967" fmla="*/ 537632 w 4954903"/>
                <a:gd name="connsiteY6967" fmla="*/ 3820672 h 4882701"/>
                <a:gd name="connsiteX6968" fmla="*/ 506232 w 4954903"/>
                <a:gd name="connsiteY6968" fmla="*/ 3799907 h 4882701"/>
                <a:gd name="connsiteX6969" fmla="*/ 505979 w 4954903"/>
                <a:gd name="connsiteY6969" fmla="*/ 3799907 h 4882701"/>
                <a:gd name="connsiteX6970" fmla="*/ 519906 w 4954903"/>
                <a:gd name="connsiteY6970" fmla="*/ 3822951 h 4882701"/>
                <a:gd name="connsiteX6971" fmla="*/ 518133 w 4954903"/>
                <a:gd name="connsiteY6971" fmla="*/ 3812062 h 4882701"/>
                <a:gd name="connsiteX6972" fmla="*/ 506232 w 4954903"/>
                <a:gd name="connsiteY6972" fmla="*/ 3799907 h 4882701"/>
                <a:gd name="connsiteX6973" fmla="*/ 504206 w 4954903"/>
                <a:gd name="connsiteY6973" fmla="*/ 3825230 h 4882701"/>
                <a:gd name="connsiteX6974" fmla="*/ 501674 w 4954903"/>
                <a:gd name="connsiteY6974" fmla="*/ 3814341 h 4882701"/>
                <a:gd name="connsiteX6975" fmla="*/ 490025 w 4954903"/>
                <a:gd name="connsiteY6975" fmla="*/ 3802186 h 4882701"/>
                <a:gd name="connsiteX6976" fmla="*/ 489772 w 4954903"/>
                <a:gd name="connsiteY6976" fmla="*/ 3802186 h 4882701"/>
                <a:gd name="connsiteX6977" fmla="*/ 504206 w 4954903"/>
                <a:gd name="connsiteY6977" fmla="*/ 3825230 h 4882701"/>
                <a:gd name="connsiteX6978" fmla="*/ 489266 w 4954903"/>
                <a:gd name="connsiteY6978" fmla="*/ 3827762 h 4882701"/>
                <a:gd name="connsiteX6979" fmla="*/ 486227 w 4954903"/>
                <a:gd name="connsiteY6979" fmla="*/ 3816873 h 4882701"/>
                <a:gd name="connsiteX6980" fmla="*/ 474832 w 4954903"/>
                <a:gd name="connsiteY6980" fmla="*/ 3804719 h 4882701"/>
                <a:gd name="connsiteX6981" fmla="*/ 474579 w 4954903"/>
                <a:gd name="connsiteY6981" fmla="*/ 3804719 h 4882701"/>
                <a:gd name="connsiteX6982" fmla="*/ 489266 w 4954903"/>
                <a:gd name="connsiteY6982" fmla="*/ 3827762 h 4882701"/>
                <a:gd name="connsiteX6983" fmla="*/ 475592 w 4954903"/>
                <a:gd name="connsiteY6983" fmla="*/ 3830294 h 4882701"/>
                <a:gd name="connsiteX6984" fmla="*/ 472300 w 4954903"/>
                <a:gd name="connsiteY6984" fmla="*/ 3819406 h 4882701"/>
                <a:gd name="connsiteX6985" fmla="*/ 461158 w 4954903"/>
                <a:gd name="connsiteY6985" fmla="*/ 3807251 h 4882701"/>
                <a:gd name="connsiteX6986" fmla="*/ 460904 w 4954903"/>
                <a:gd name="connsiteY6986" fmla="*/ 3807251 h 4882701"/>
                <a:gd name="connsiteX6987" fmla="*/ 475592 w 4954903"/>
                <a:gd name="connsiteY6987" fmla="*/ 3830294 h 4882701"/>
                <a:gd name="connsiteX6988" fmla="*/ 463690 w 4954903"/>
                <a:gd name="connsiteY6988" fmla="*/ 3832827 h 4882701"/>
                <a:gd name="connsiteX6989" fmla="*/ 459891 w 4954903"/>
                <a:gd name="connsiteY6989" fmla="*/ 3821938 h 4882701"/>
                <a:gd name="connsiteX6990" fmla="*/ 449003 w 4954903"/>
                <a:gd name="connsiteY6990" fmla="*/ 3809783 h 4882701"/>
                <a:gd name="connsiteX6991" fmla="*/ 448750 w 4954903"/>
                <a:gd name="connsiteY6991" fmla="*/ 3809783 h 4882701"/>
                <a:gd name="connsiteX6992" fmla="*/ 463690 w 4954903"/>
                <a:gd name="connsiteY6992" fmla="*/ 3832827 h 4882701"/>
                <a:gd name="connsiteX6993" fmla="*/ 453054 w 4954903"/>
                <a:gd name="connsiteY6993" fmla="*/ 3835359 h 4882701"/>
                <a:gd name="connsiteX6994" fmla="*/ 448750 w 4954903"/>
                <a:gd name="connsiteY6994" fmla="*/ 3824470 h 4882701"/>
                <a:gd name="connsiteX6995" fmla="*/ 438114 w 4954903"/>
                <a:gd name="connsiteY6995" fmla="*/ 3812315 h 4882701"/>
                <a:gd name="connsiteX6996" fmla="*/ 437861 w 4954903"/>
                <a:gd name="connsiteY6996" fmla="*/ 3812315 h 4882701"/>
                <a:gd name="connsiteX6997" fmla="*/ 453054 w 4954903"/>
                <a:gd name="connsiteY6997" fmla="*/ 3835359 h 4882701"/>
                <a:gd name="connsiteX6998" fmla="*/ 443938 w 4954903"/>
                <a:gd name="connsiteY6998" fmla="*/ 3837891 h 4882701"/>
                <a:gd name="connsiteX6999" fmla="*/ 439380 w 4954903"/>
                <a:gd name="connsiteY6999" fmla="*/ 3827003 h 4882701"/>
                <a:gd name="connsiteX7000" fmla="*/ 428998 w 4954903"/>
                <a:gd name="connsiteY7000" fmla="*/ 3814847 h 4882701"/>
                <a:gd name="connsiteX7001" fmla="*/ 443938 w 4954903"/>
                <a:gd name="connsiteY7001" fmla="*/ 3837891 h 4882701"/>
                <a:gd name="connsiteX7002" fmla="*/ 421148 w 4954903"/>
                <a:gd name="connsiteY7002" fmla="*/ 3817380 h 4882701"/>
                <a:gd name="connsiteX7003" fmla="*/ 436088 w 4954903"/>
                <a:gd name="connsiteY7003" fmla="*/ 3840424 h 4882701"/>
                <a:gd name="connsiteX7004" fmla="*/ 431024 w 4954903"/>
                <a:gd name="connsiteY7004" fmla="*/ 3829535 h 4882701"/>
                <a:gd name="connsiteX7005" fmla="*/ 421148 w 4954903"/>
                <a:gd name="connsiteY7005" fmla="*/ 3817380 h 4882701"/>
                <a:gd name="connsiteX7006" fmla="*/ 415070 w 4954903"/>
                <a:gd name="connsiteY7006" fmla="*/ 3820165 h 4882701"/>
                <a:gd name="connsiteX7007" fmla="*/ 430264 w 4954903"/>
                <a:gd name="connsiteY7007" fmla="*/ 3843209 h 4882701"/>
                <a:gd name="connsiteX7008" fmla="*/ 424693 w 4954903"/>
                <a:gd name="connsiteY7008" fmla="*/ 3832320 h 4882701"/>
                <a:gd name="connsiteX7009" fmla="*/ 415070 w 4954903"/>
                <a:gd name="connsiteY7009" fmla="*/ 3820165 h 4882701"/>
                <a:gd name="connsiteX7010" fmla="*/ 410259 w 4954903"/>
                <a:gd name="connsiteY7010" fmla="*/ 3822951 h 4882701"/>
                <a:gd name="connsiteX7011" fmla="*/ 425453 w 4954903"/>
                <a:gd name="connsiteY7011" fmla="*/ 3845995 h 4882701"/>
                <a:gd name="connsiteX7012" fmla="*/ 419375 w 4954903"/>
                <a:gd name="connsiteY7012" fmla="*/ 3835106 h 4882701"/>
                <a:gd name="connsiteX7013" fmla="*/ 410259 w 4954903"/>
                <a:gd name="connsiteY7013" fmla="*/ 3822951 h 4882701"/>
                <a:gd name="connsiteX7014" fmla="*/ 407221 w 4954903"/>
                <a:gd name="connsiteY7014" fmla="*/ 3825736 h 4882701"/>
                <a:gd name="connsiteX7015" fmla="*/ 422414 w 4954903"/>
                <a:gd name="connsiteY7015" fmla="*/ 3848780 h 4882701"/>
                <a:gd name="connsiteX7016" fmla="*/ 416083 w 4954903"/>
                <a:gd name="connsiteY7016" fmla="*/ 3837891 h 4882701"/>
                <a:gd name="connsiteX7017" fmla="*/ 407221 w 4954903"/>
                <a:gd name="connsiteY7017" fmla="*/ 3825736 h 4882701"/>
                <a:gd name="connsiteX7018" fmla="*/ 414311 w 4954903"/>
                <a:gd name="connsiteY7018" fmla="*/ 3840677 h 4882701"/>
                <a:gd name="connsiteX7019" fmla="*/ 405701 w 4954903"/>
                <a:gd name="connsiteY7019" fmla="*/ 3828775 h 4882701"/>
                <a:gd name="connsiteX7020" fmla="*/ 421148 w 4954903"/>
                <a:gd name="connsiteY7020" fmla="*/ 3851819 h 4882701"/>
                <a:gd name="connsiteX7021" fmla="*/ 414311 w 4954903"/>
                <a:gd name="connsiteY7021" fmla="*/ 3840677 h 4882701"/>
                <a:gd name="connsiteX7022" fmla="*/ 405701 w 4954903"/>
                <a:gd name="connsiteY7022" fmla="*/ 3831560 h 4882701"/>
                <a:gd name="connsiteX7023" fmla="*/ 421148 w 4954903"/>
                <a:gd name="connsiteY7023" fmla="*/ 3854604 h 4882701"/>
                <a:gd name="connsiteX7024" fmla="*/ 414058 w 4954903"/>
                <a:gd name="connsiteY7024" fmla="*/ 3843715 h 4882701"/>
                <a:gd name="connsiteX7025" fmla="*/ 405701 w 4954903"/>
                <a:gd name="connsiteY7025" fmla="*/ 3831560 h 4882701"/>
                <a:gd name="connsiteX7026" fmla="*/ 4519609 w 4954903"/>
                <a:gd name="connsiteY7026" fmla="*/ 3850299 h 4882701"/>
                <a:gd name="connsiteX7027" fmla="*/ 4503909 w 4954903"/>
                <a:gd name="connsiteY7027" fmla="*/ 3873343 h 4882701"/>
                <a:gd name="connsiteX7028" fmla="*/ 4512012 w 4954903"/>
                <a:gd name="connsiteY7028" fmla="*/ 3863720 h 4882701"/>
                <a:gd name="connsiteX7029" fmla="*/ 4519609 w 4954903"/>
                <a:gd name="connsiteY7029" fmla="*/ 3850299 h 4882701"/>
                <a:gd name="connsiteX7030" fmla="*/ 3138768 w 4954903"/>
                <a:gd name="connsiteY7030" fmla="*/ 3746223 h 4882701"/>
                <a:gd name="connsiteX7031" fmla="*/ 3129905 w 4954903"/>
                <a:gd name="connsiteY7031" fmla="*/ 3732549 h 4882701"/>
                <a:gd name="connsiteX7032" fmla="*/ 3115471 w 4954903"/>
                <a:gd name="connsiteY7032" fmla="*/ 3750781 h 4882701"/>
                <a:gd name="connsiteX7033" fmla="*/ 3138768 w 4954903"/>
                <a:gd name="connsiteY7033" fmla="*/ 3746223 h 4882701"/>
                <a:gd name="connsiteX7034" fmla="*/ 3085844 w 4954903"/>
                <a:gd name="connsiteY7034" fmla="*/ 3744198 h 4882701"/>
                <a:gd name="connsiteX7035" fmla="*/ 3076474 w 4954903"/>
                <a:gd name="connsiteY7035" fmla="*/ 3730524 h 4882701"/>
                <a:gd name="connsiteX7036" fmla="*/ 3062547 w 4954903"/>
                <a:gd name="connsiteY7036" fmla="*/ 3748756 h 4882701"/>
                <a:gd name="connsiteX7037" fmla="*/ 3085844 w 4954903"/>
                <a:gd name="connsiteY7037" fmla="*/ 3744198 h 4882701"/>
                <a:gd name="connsiteX7038" fmla="*/ 3032413 w 4954903"/>
                <a:gd name="connsiteY7038" fmla="*/ 3742425 h 4882701"/>
                <a:gd name="connsiteX7039" fmla="*/ 3022791 w 4954903"/>
                <a:gd name="connsiteY7039" fmla="*/ 3728751 h 4882701"/>
                <a:gd name="connsiteX7040" fmla="*/ 3008863 w 4954903"/>
                <a:gd name="connsiteY7040" fmla="*/ 3746983 h 4882701"/>
                <a:gd name="connsiteX7041" fmla="*/ 3032413 w 4954903"/>
                <a:gd name="connsiteY7041" fmla="*/ 3742425 h 4882701"/>
                <a:gd name="connsiteX7042" fmla="*/ 2978476 w 4954903"/>
                <a:gd name="connsiteY7042" fmla="*/ 3740652 h 4882701"/>
                <a:gd name="connsiteX7043" fmla="*/ 2968600 w 4954903"/>
                <a:gd name="connsiteY7043" fmla="*/ 3726978 h 4882701"/>
                <a:gd name="connsiteX7044" fmla="*/ 2954926 w 4954903"/>
                <a:gd name="connsiteY7044" fmla="*/ 3745210 h 4882701"/>
                <a:gd name="connsiteX7045" fmla="*/ 2978476 w 4954903"/>
                <a:gd name="connsiteY7045" fmla="*/ 3740652 h 4882701"/>
                <a:gd name="connsiteX7046" fmla="*/ 2924033 w 4954903"/>
                <a:gd name="connsiteY7046" fmla="*/ 3738880 h 4882701"/>
                <a:gd name="connsiteX7047" fmla="*/ 2913650 w 4954903"/>
                <a:gd name="connsiteY7047" fmla="*/ 3725206 h 4882701"/>
                <a:gd name="connsiteX7048" fmla="*/ 2900229 w 4954903"/>
                <a:gd name="connsiteY7048" fmla="*/ 3743438 h 4882701"/>
                <a:gd name="connsiteX7049" fmla="*/ 2924033 w 4954903"/>
                <a:gd name="connsiteY7049" fmla="*/ 3738880 h 4882701"/>
                <a:gd name="connsiteX7050" fmla="*/ 2869083 w 4954903"/>
                <a:gd name="connsiteY7050" fmla="*/ 3737107 h 4882701"/>
                <a:gd name="connsiteX7051" fmla="*/ 2858194 w 4954903"/>
                <a:gd name="connsiteY7051" fmla="*/ 3723433 h 4882701"/>
                <a:gd name="connsiteX7052" fmla="*/ 2845026 w 4954903"/>
                <a:gd name="connsiteY7052" fmla="*/ 3741665 h 4882701"/>
                <a:gd name="connsiteX7053" fmla="*/ 2869083 w 4954903"/>
                <a:gd name="connsiteY7053" fmla="*/ 3737107 h 4882701"/>
                <a:gd name="connsiteX7054" fmla="*/ 2813626 w 4954903"/>
                <a:gd name="connsiteY7054" fmla="*/ 3735588 h 4882701"/>
                <a:gd name="connsiteX7055" fmla="*/ 2802737 w 4954903"/>
                <a:gd name="connsiteY7055" fmla="*/ 3721914 h 4882701"/>
                <a:gd name="connsiteX7056" fmla="*/ 2789823 w 4954903"/>
                <a:gd name="connsiteY7056" fmla="*/ 3740399 h 4882701"/>
                <a:gd name="connsiteX7057" fmla="*/ 2813626 w 4954903"/>
                <a:gd name="connsiteY7057" fmla="*/ 3735588 h 4882701"/>
                <a:gd name="connsiteX7058" fmla="*/ 2733860 w 4954903"/>
                <a:gd name="connsiteY7058" fmla="*/ 3738880 h 4882701"/>
                <a:gd name="connsiteX7059" fmla="*/ 2757916 w 4954903"/>
                <a:gd name="connsiteY7059" fmla="*/ 3734069 h 4882701"/>
                <a:gd name="connsiteX7060" fmla="*/ 2746521 w 4954903"/>
                <a:gd name="connsiteY7060" fmla="*/ 3720394 h 4882701"/>
                <a:gd name="connsiteX7061" fmla="*/ 2733860 w 4954903"/>
                <a:gd name="connsiteY7061" fmla="*/ 3738880 h 4882701"/>
                <a:gd name="connsiteX7062" fmla="*/ 2677644 w 4954903"/>
                <a:gd name="connsiteY7062" fmla="*/ 3737360 h 4882701"/>
                <a:gd name="connsiteX7063" fmla="*/ 2701700 w 4954903"/>
                <a:gd name="connsiteY7063" fmla="*/ 3732549 h 4882701"/>
                <a:gd name="connsiteX7064" fmla="*/ 2690052 w 4954903"/>
                <a:gd name="connsiteY7064" fmla="*/ 3718875 h 4882701"/>
                <a:gd name="connsiteX7065" fmla="*/ 2677644 w 4954903"/>
                <a:gd name="connsiteY7065" fmla="*/ 3737360 h 4882701"/>
                <a:gd name="connsiteX7066" fmla="*/ 2645231 w 4954903"/>
                <a:gd name="connsiteY7066" fmla="*/ 3731030 h 4882701"/>
                <a:gd name="connsiteX7067" fmla="*/ 2633329 w 4954903"/>
                <a:gd name="connsiteY7067" fmla="*/ 3717356 h 4882701"/>
                <a:gd name="connsiteX7068" fmla="*/ 2621174 w 4954903"/>
                <a:gd name="connsiteY7068" fmla="*/ 3735841 h 4882701"/>
                <a:gd name="connsiteX7069" fmla="*/ 2645231 w 4954903"/>
                <a:gd name="connsiteY7069" fmla="*/ 3731030 h 4882701"/>
                <a:gd name="connsiteX7070" fmla="*/ 2563945 w 4954903"/>
                <a:gd name="connsiteY7070" fmla="*/ 3734575 h 4882701"/>
                <a:gd name="connsiteX7071" fmla="*/ 2588255 w 4954903"/>
                <a:gd name="connsiteY7071" fmla="*/ 3729764 h 4882701"/>
                <a:gd name="connsiteX7072" fmla="*/ 2576100 w 4954903"/>
                <a:gd name="connsiteY7072" fmla="*/ 3716090 h 4882701"/>
                <a:gd name="connsiteX7073" fmla="*/ 2563945 w 4954903"/>
                <a:gd name="connsiteY7073" fmla="*/ 3734575 h 4882701"/>
                <a:gd name="connsiteX7074" fmla="*/ 2518618 w 4954903"/>
                <a:gd name="connsiteY7074" fmla="*/ 3714823 h 4882701"/>
                <a:gd name="connsiteX7075" fmla="*/ 2506716 w 4954903"/>
                <a:gd name="connsiteY7075" fmla="*/ 3733309 h 4882701"/>
                <a:gd name="connsiteX7076" fmla="*/ 2531026 w 4954903"/>
                <a:gd name="connsiteY7076" fmla="*/ 3728498 h 4882701"/>
                <a:gd name="connsiteX7077" fmla="*/ 2518618 w 4954903"/>
                <a:gd name="connsiteY7077" fmla="*/ 3714823 h 4882701"/>
                <a:gd name="connsiteX7078" fmla="*/ 2460629 w 4954903"/>
                <a:gd name="connsiteY7078" fmla="*/ 3713811 h 4882701"/>
                <a:gd name="connsiteX7079" fmla="*/ 2449234 w 4954903"/>
                <a:gd name="connsiteY7079" fmla="*/ 3732296 h 4882701"/>
                <a:gd name="connsiteX7080" fmla="*/ 2473544 w 4954903"/>
                <a:gd name="connsiteY7080" fmla="*/ 3727232 h 4882701"/>
                <a:gd name="connsiteX7081" fmla="*/ 2460629 w 4954903"/>
                <a:gd name="connsiteY7081" fmla="*/ 3713811 h 4882701"/>
                <a:gd name="connsiteX7082" fmla="*/ 2402640 w 4954903"/>
                <a:gd name="connsiteY7082" fmla="*/ 3712797 h 4882701"/>
                <a:gd name="connsiteX7083" fmla="*/ 2391499 w 4954903"/>
                <a:gd name="connsiteY7083" fmla="*/ 3731283 h 4882701"/>
                <a:gd name="connsiteX7084" fmla="*/ 2415555 w 4954903"/>
                <a:gd name="connsiteY7084" fmla="*/ 3726218 h 4882701"/>
                <a:gd name="connsiteX7085" fmla="*/ 2402640 w 4954903"/>
                <a:gd name="connsiteY7085" fmla="*/ 3712797 h 4882701"/>
                <a:gd name="connsiteX7086" fmla="*/ 2357819 w 4954903"/>
                <a:gd name="connsiteY7086" fmla="*/ 3725206 h 4882701"/>
                <a:gd name="connsiteX7087" fmla="*/ 2344399 w 4954903"/>
                <a:gd name="connsiteY7087" fmla="*/ 3711785 h 4882701"/>
                <a:gd name="connsiteX7088" fmla="*/ 2333510 w 4954903"/>
                <a:gd name="connsiteY7088" fmla="*/ 3730270 h 4882701"/>
                <a:gd name="connsiteX7089" fmla="*/ 2357819 w 4954903"/>
                <a:gd name="connsiteY7089" fmla="*/ 3725206 h 4882701"/>
                <a:gd name="connsiteX7090" fmla="*/ 2299577 w 4954903"/>
                <a:gd name="connsiteY7090" fmla="*/ 3724193 h 4882701"/>
                <a:gd name="connsiteX7091" fmla="*/ 2285650 w 4954903"/>
                <a:gd name="connsiteY7091" fmla="*/ 3710772 h 4882701"/>
                <a:gd name="connsiteX7092" fmla="*/ 2275268 w 4954903"/>
                <a:gd name="connsiteY7092" fmla="*/ 3729257 h 4882701"/>
                <a:gd name="connsiteX7093" fmla="*/ 2299577 w 4954903"/>
                <a:gd name="connsiteY7093" fmla="*/ 3724193 h 4882701"/>
                <a:gd name="connsiteX7094" fmla="*/ 2241082 w 4954903"/>
                <a:gd name="connsiteY7094" fmla="*/ 3723433 h 4882701"/>
                <a:gd name="connsiteX7095" fmla="*/ 2227155 w 4954903"/>
                <a:gd name="connsiteY7095" fmla="*/ 3710012 h 4882701"/>
                <a:gd name="connsiteX7096" fmla="*/ 2217026 w 4954903"/>
                <a:gd name="connsiteY7096" fmla="*/ 3728498 h 4882701"/>
                <a:gd name="connsiteX7097" fmla="*/ 2241082 w 4954903"/>
                <a:gd name="connsiteY7097" fmla="*/ 3723433 h 4882701"/>
                <a:gd name="connsiteX7098" fmla="*/ 2182587 w 4954903"/>
                <a:gd name="connsiteY7098" fmla="*/ 3722673 h 4882701"/>
                <a:gd name="connsiteX7099" fmla="*/ 2168406 w 4954903"/>
                <a:gd name="connsiteY7099" fmla="*/ 3709252 h 4882701"/>
                <a:gd name="connsiteX7100" fmla="*/ 2158531 w 4954903"/>
                <a:gd name="connsiteY7100" fmla="*/ 3727738 h 4882701"/>
                <a:gd name="connsiteX7101" fmla="*/ 2182587 w 4954903"/>
                <a:gd name="connsiteY7101" fmla="*/ 3722673 h 4882701"/>
                <a:gd name="connsiteX7102" fmla="*/ 658421 w 4954903"/>
                <a:gd name="connsiteY7102" fmla="*/ 3731030 h 4882701"/>
                <a:gd name="connsiteX7103" fmla="*/ 657154 w 4954903"/>
                <a:gd name="connsiteY7103" fmla="*/ 3731283 h 4882701"/>
                <a:gd name="connsiteX7104" fmla="*/ 668803 w 4954903"/>
                <a:gd name="connsiteY7104" fmla="*/ 3754327 h 4882701"/>
                <a:gd name="connsiteX7105" fmla="*/ 671842 w 4954903"/>
                <a:gd name="connsiteY7105" fmla="*/ 3743691 h 4882701"/>
                <a:gd name="connsiteX7106" fmla="*/ 658421 w 4954903"/>
                <a:gd name="connsiteY7106" fmla="*/ 3731030 h 4882701"/>
                <a:gd name="connsiteX7107" fmla="*/ 630819 w 4954903"/>
                <a:gd name="connsiteY7107" fmla="*/ 3733056 h 4882701"/>
                <a:gd name="connsiteX7108" fmla="*/ 630312 w 4954903"/>
                <a:gd name="connsiteY7108" fmla="*/ 3733056 h 4882701"/>
                <a:gd name="connsiteX7109" fmla="*/ 641708 w 4954903"/>
                <a:gd name="connsiteY7109" fmla="*/ 3756352 h 4882701"/>
                <a:gd name="connsiteX7110" fmla="*/ 644240 w 4954903"/>
                <a:gd name="connsiteY7110" fmla="*/ 3745717 h 4882701"/>
                <a:gd name="connsiteX7111" fmla="*/ 630819 w 4954903"/>
                <a:gd name="connsiteY7111" fmla="*/ 3733056 h 4882701"/>
                <a:gd name="connsiteX7112" fmla="*/ 604483 w 4954903"/>
                <a:gd name="connsiteY7112" fmla="*/ 3735081 h 4882701"/>
                <a:gd name="connsiteX7113" fmla="*/ 603471 w 4954903"/>
                <a:gd name="connsiteY7113" fmla="*/ 3735335 h 4882701"/>
                <a:gd name="connsiteX7114" fmla="*/ 616385 w 4954903"/>
                <a:gd name="connsiteY7114" fmla="*/ 3758631 h 4882701"/>
                <a:gd name="connsiteX7115" fmla="*/ 617651 w 4954903"/>
                <a:gd name="connsiteY7115" fmla="*/ 3747743 h 4882701"/>
                <a:gd name="connsiteX7116" fmla="*/ 604483 w 4954903"/>
                <a:gd name="connsiteY7116" fmla="*/ 3735081 h 4882701"/>
                <a:gd name="connsiteX7117" fmla="*/ 579667 w 4954903"/>
                <a:gd name="connsiteY7117" fmla="*/ 3737107 h 4882701"/>
                <a:gd name="connsiteX7118" fmla="*/ 578654 w 4954903"/>
                <a:gd name="connsiteY7118" fmla="*/ 3737360 h 4882701"/>
                <a:gd name="connsiteX7119" fmla="*/ 591822 w 4954903"/>
                <a:gd name="connsiteY7119" fmla="*/ 3760657 h 4882701"/>
                <a:gd name="connsiteX7120" fmla="*/ 592582 w 4954903"/>
                <a:gd name="connsiteY7120" fmla="*/ 3749769 h 4882701"/>
                <a:gd name="connsiteX7121" fmla="*/ 579667 w 4954903"/>
                <a:gd name="connsiteY7121" fmla="*/ 3737107 h 4882701"/>
                <a:gd name="connsiteX7122" fmla="*/ 556117 w 4954903"/>
                <a:gd name="connsiteY7122" fmla="*/ 3739133 h 4882701"/>
                <a:gd name="connsiteX7123" fmla="*/ 555104 w 4954903"/>
                <a:gd name="connsiteY7123" fmla="*/ 3739386 h 4882701"/>
                <a:gd name="connsiteX7124" fmla="*/ 568272 w 4954903"/>
                <a:gd name="connsiteY7124" fmla="*/ 3762683 h 4882701"/>
                <a:gd name="connsiteX7125" fmla="*/ 568779 w 4954903"/>
                <a:gd name="connsiteY7125" fmla="*/ 3751794 h 4882701"/>
                <a:gd name="connsiteX7126" fmla="*/ 556117 w 4954903"/>
                <a:gd name="connsiteY7126" fmla="*/ 3739133 h 4882701"/>
                <a:gd name="connsiteX7127" fmla="*/ 546242 w 4954903"/>
                <a:gd name="connsiteY7127" fmla="*/ 3764962 h 4882701"/>
                <a:gd name="connsiteX7128" fmla="*/ 546242 w 4954903"/>
                <a:gd name="connsiteY7128" fmla="*/ 3754073 h 4882701"/>
                <a:gd name="connsiteX7129" fmla="*/ 533833 w 4954903"/>
                <a:gd name="connsiteY7129" fmla="*/ 3741412 h 4882701"/>
                <a:gd name="connsiteX7130" fmla="*/ 533327 w 4954903"/>
                <a:gd name="connsiteY7130" fmla="*/ 3741412 h 4882701"/>
                <a:gd name="connsiteX7131" fmla="*/ 546242 w 4954903"/>
                <a:gd name="connsiteY7131" fmla="*/ 3764962 h 4882701"/>
                <a:gd name="connsiteX7132" fmla="*/ 524971 w 4954903"/>
                <a:gd name="connsiteY7132" fmla="*/ 3756352 h 4882701"/>
                <a:gd name="connsiteX7133" fmla="*/ 512816 w 4954903"/>
                <a:gd name="connsiteY7133" fmla="*/ 3743691 h 4882701"/>
                <a:gd name="connsiteX7134" fmla="*/ 512309 w 4954903"/>
                <a:gd name="connsiteY7134" fmla="*/ 3743691 h 4882701"/>
                <a:gd name="connsiteX7135" fmla="*/ 525477 w 4954903"/>
                <a:gd name="connsiteY7135" fmla="*/ 3767241 h 4882701"/>
                <a:gd name="connsiteX7136" fmla="*/ 524971 w 4954903"/>
                <a:gd name="connsiteY7136" fmla="*/ 3756352 h 4882701"/>
                <a:gd name="connsiteX7137" fmla="*/ 493317 w 4954903"/>
                <a:gd name="connsiteY7137" fmla="*/ 3745970 h 4882701"/>
                <a:gd name="connsiteX7138" fmla="*/ 492811 w 4954903"/>
                <a:gd name="connsiteY7138" fmla="*/ 3745970 h 4882701"/>
                <a:gd name="connsiteX7139" fmla="*/ 506232 w 4954903"/>
                <a:gd name="connsiteY7139" fmla="*/ 3769520 h 4882701"/>
                <a:gd name="connsiteX7140" fmla="*/ 505219 w 4954903"/>
                <a:gd name="connsiteY7140" fmla="*/ 3758631 h 4882701"/>
                <a:gd name="connsiteX7141" fmla="*/ 493317 w 4954903"/>
                <a:gd name="connsiteY7141" fmla="*/ 3745970 h 4882701"/>
                <a:gd name="connsiteX7142" fmla="*/ 475085 w 4954903"/>
                <a:gd name="connsiteY7142" fmla="*/ 3748249 h 4882701"/>
                <a:gd name="connsiteX7143" fmla="*/ 474832 w 4954903"/>
                <a:gd name="connsiteY7143" fmla="*/ 3748249 h 4882701"/>
                <a:gd name="connsiteX7144" fmla="*/ 488253 w 4954903"/>
                <a:gd name="connsiteY7144" fmla="*/ 3771799 h 4882701"/>
                <a:gd name="connsiteX7145" fmla="*/ 486987 w 4954903"/>
                <a:gd name="connsiteY7145" fmla="*/ 3760911 h 4882701"/>
                <a:gd name="connsiteX7146" fmla="*/ 475085 w 4954903"/>
                <a:gd name="connsiteY7146" fmla="*/ 3748249 h 4882701"/>
                <a:gd name="connsiteX7147" fmla="*/ 458119 w 4954903"/>
                <a:gd name="connsiteY7147" fmla="*/ 3750781 h 4882701"/>
                <a:gd name="connsiteX7148" fmla="*/ 471793 w 4954903"/>
                <a:gd name="connsiteY7148" fmla="*/ 3774078 h 4882701"/>
                <a:gd name="connsiteX7149" fmla="*/ 470021 w 4954903"/>
                <a:gd name="connsiteY7149" fmla="*/ 3763190 h 4882701"/>
                <a:gd name="connsiteX7150" fmla="*/ 458625 w 4954903"/>
                <a:gd name="connsiteY7150" fmla="*/ 3750528 h 4882701"/>
                <a:gd name="connsiteX7151" fmla="*/ 458119 w 4954903"/>
                <a:gd name="connsiteY7151" fmla="*/ 3750781 h 4882701"/>
                <a:gd name="connsiteX7152" fmla="*/ 442672 w 4954903"/>
                <a:gd name="connsiteY7152" fmla="*/ 3753314 h 4882701"/>
                <a:gd name="connsiteX7153" fmla="*/ 456853 w 4954903"/>
                <a:gd name="connsiteY7153" fmla="*/ 3776864 h 4882701"/>
                <a:gd name="connsiteX7154" fmla="*/ 454067 w 4954903"/>
                <a:gd name="connsiteY7154" fmla="*/ 3765722 h 4882701"/>
                <a:gd name="connsiteX7155" fmla="*/ 442925 w 4954903"/>
                <a:gd name="connsiteY7155" fmla="*/ 3753061 h 4882701"/>
                <a:gd name="connsiteX7156" fmla="*/ 442672 w 4954903"/>
                <a:gd name="connsiteY7156" fmla="*/ 3753314 h 4882701"/>
                <a:gd name="connsiteX7157" fmla="*/ 429251 w 4954903"/>
                <a:gd name="connsiteY7157" fmla="*/ 3755593 h 4882701"/>
                <a:gd name="connsiteX7158" fmla="*/ 428998 w 4954903"/>
                <a:gd name="connsiteY7158" fmla="*/ 3755593 h 4882701"/>
                <a:gd name="connsiteX7159" fmla="*/ 443432 w 4954903"/>
                <a:gd name="connsiteY7159" fmla="*/ 3779143 h 4882701"/>
                <a:gd name="connsiteX7160" fmla="*/ 440393 w 4954903"/>
                <a:gd name="connsiteY7160" fmla="*/ 3768001 h 4882701"/>
                <a:gd name="connsiteX7161" fmla="*/ 429251 w 4954903"/>
                <a:gd name="connsiteY7161" fmla="*/ 3755593 h 4882701"/>
                <a:gd name="connsiteX7162" fmla="*/ 431024 w 4954903"/>
                <a:gd name="connsiteY7162" fmla="*/ 3781928 h 4882701"/>
                <a:gd name="connsiteX7163" fmla="*/ 427479 w 4954903"/>
                <a:gd name="connsiteY7163" fmla="*/ 3770786 h 4882701"/>
                <a:gd name="connsiteX7164" fmla="*/ 416843 w 4954903"/>
                <a:gd name="connsiteY7164" fmla="*/ 3758378 h 4882701"/>
                <a:gd name="connsiteX7165" fmla="*/ 416590 w 4954903"/>
                <a:gd name="connsiteY7165" fmla="*/ 3758378 h 4882701"/>
                <a:gd name="connsiteX7166" fmla="*/ 431024 w 4954903"/>
                <a:gd name="connsiteY7166" fmla="*/ 3781928 h 4882701"/>
                <a:gd name="connsiteX7167" fmla="*/ 420388 w 4954903"/>
                <a:gd name="connsiteY7167" fmla="*/ 3784460 h 4882701"/>
                <a:gd name="connsiteX7168" fmla="*/ 416337 w 4954903"/>
                <a:gd name="connsiteY7168" fmla="*/ 3773318 h 4882701"/>
                <a:gd name="connsiteX7169" fmla="*/ 405954 w 4954903"/>
                <a:gd name="connsiteY7169" fmla="*/ 3760911 h 4882701"/>
                <a:gd name="connsiteX7170" fmla="*/ 405701 w 4954903"/>
                <a:gd name="connsiteY7170" fmla="*/ 3760911 h 4882701"/>
                <a:gd name="connsiteX7171" fmla="*/ 420388 w 4954903"/>
                <a:gd name="connsiteY7171" fmla="*/ 3784460 h 4882701"/>
                <a:gd name="connsiteX7172" fmla="*/ 411019 w 4954903"/>
                <a:gd name="connsiteY7172" fmla="*/ 3786993 h 4882701"/>
                <a:gd name="connsiteX7173" fmla="*/ 406714 w 4954903"/>
                <a:gd name="connsiteY7173" fmla="*/ 3775851 h 4882701"/>
                <a:gd name="connsiteX7174" fmla="*/ 396585 w 4954903"/>
                <a:gd name="connsiteY7174" fmla="*/ 3763443 h 4882701"/>
                <a:gd name="connsiteX7175" fmla="*/ 411019 w 4954903"/>
                <a:gd name="connsiteY7175" fmla="*/ 3786993 h 4882701"/>
                <a:gd name="connsiteX7176" fmla="*/ 388735 w 4954903"/>
                <a:gd name="connsiteY7176" fmla="*/ 3766228 h 4882701"/>
                <a:gd name="connsiteX7177" fmla="*/ 403169 w 4954903"/>
                <a:gd name="connsiteY7177" fmla="*/ 3789778 h 4882701"/>
                <a:gd name="connsiteX7178" fmla="*/ 398358 w 4954903"/>
                <a:gd name="connsiteY7178" fmla="*/ 3778636 h 4882701"/>
                <a:gd name="connsiteX7179" fmla="*/ 388735 w 4954903"/>
                <a:gd name="connsiteY7179" fmla="*/ 3766228 h 4882701"/>
                <a:gd name="connsiteX7180" fmla="*/ 382404 w 4954903"/>
                <a:gd name="connsiteY7180" fmla="*/ 3769014 h 4882701"/>
                <a:gd name="connsiteX7181" fmla="*/ 397091 w 4954903"/>
                <a:gd name="connsiteY7181" fmla="*/ 3792564 h 4882701"/>
                <a:gd name="connsiteX7182" fmla="*/ 391774 w 4954903"/>
                <a:gd name="connsiteY7182" fmla="*/ 3781422 h 4882701"/>
                <a:gd name="connsiteX7183" fmla="*/ 382404 w 4954903"/>
                <a:gd name="connsiteY7183" fmla="*/ 3769014 h 4882701"/>
                <a:gd name="connsiteX7184" fmla="*/ 377593 w 4954903"/>
                <a:gd name="connsiteY7184" fmla="*/ 3771799 h 4882701"/>
                <a:gd name="connsiteX7185" fmla="*/ 392533 w 4954903"/>
                <a:gd name="connsiteY7185" fmla="*/ 3795349 h 4882701"/>
                <a:gd name="connsiteX7186" fmla="*/ 386709 w 4954903"/>
                <a:gd name="connsiteY7186" fmla="*/ 3784207 h 4882701"/>
                <a:gd name="connsiteX7187" fmla="*/ 377593 w 4954903"/>
                <a:gd name="connsiteY7187" fmla="*/ 3771799 h 4882701"/>
                <a:gd name="connsiteX7188" fmla="*/ 374301 w 4954903"/>
                <a:gd name="connsiteY7188" fmla="*/ 3774585 h 4882701"/>
                <a:gd name="connsiteX7189" fmla="*/ 389241 w 4954903"/>
                <a:gd name="connsiteY7189" fmla="*/ 3798135 h 4882701"/>
                <a:gd name="connsiteX7190" fmla="*/ 383164 w 4954903"/>
                <a:gd name="connsiteY7190" fmla="*/ 3786993 h 4882701"/>
                <a:gd name="connsiteX7191" fmla="*/ 374301 w 4954903"/>
                <a:gd name="connsiteY7191" fmla="*/ 3774585 h 4882701"/>
                <a:gd name="connsiteX7192" fmla="*/ 381138 w 4954903"/>
                <a:gd name="connsiteY7192" fmla="*/ 3790031 h 4882701"/>
                <a:gd name="connsiteX7193" fmla="*/ 372782 w 4954903"/>
                <a:gd name="connsiteY7193" fmla="*/ 3777623 h 4882701"/>
                <a:gd name="connsiteX7194" fmla="*/ 387722 w 4954903"/>
                <a:gd name="connsiteY7194" fmla="*/ 3801173 h 4882701"/>
                <a:gd name="connsiteX7195" fmla="*/ 381138 w 4954903"/>
                <a:gd name="connsiteY7195" fmla="*/ 3790031 h 4882701"/>
                <a:gd name="connsiteX7196" fmla="*/ 372782 w 4954903"/>
                <a:gd name="connsiteY7196" fmla="*/ 3780662 h 4882701"/>
                <a:gd name="connsiteX7197" fmla="*/ 387722 w 4954903"/>
                <a:gd name="connsiteY7197" fmla="*/ 3804212 h 4882701"/>
                <a:gd name="connsiteX7198" fmla="*/ 380885 w 4954903"/>
                <a:gd name="connsiteY7198" fmla="*/ 3793070 h 4882701"/>
                <a:gd name="connsiteX7199" fmla="*/ 372782 w 4954903"/>
                <a:gd name="connsiteY7199" fmla="*/ 3780662 h 4882701"/>
                <a:gd name="connsiteX7200" fmla="*/ 4545944 w 4954903"/>
                <a:gd name="connsiteY7200" fmla="*/ 3835106 h 4882701"/>
                <a:gd name="connsiteX7201" fmla="*/ 4552528 w 4954903"/>
                <a:gd name="connsiteY7201" fmla="*/ 3825483 h 4882701"/>
                <a:gd name="connsiteX7202" fmla="*/ 4561391 w 4954903"/>
                <a:gd name="connsiteY7202" fmla="*/ 3811809 h 4882701"/>
                <a:gd name="connsiteX7203" fmla="*/ 4561391 w 4954903"/>
                <a:gd name="connsiteY7203" fmla="*/ 3811809 h 4882701"/>
                <a:gd name="connsiteX7204" fmla="*/ 4545944 w 4954903"/>
                <a:gd name="connsiteY7204" fmla="*/ 3835106 h 4882701"/>
                <a:gd name="connsiteX7205" fmla="*/ 4553035 w 4954903"/>
                <a:gd name="connsiteY7205" fmla="*/ 3799654 h 4882701"/>
                <a:gd name="connsiteX7206" fmla="*/ 4537841 w 4954903"/>
                <a:gd name="connsiteY7206" fmla="*/ 3822951 h 4882701"/>
                <a:gd name="connsiteX7207" fmla="*/ 4545691 w 4954903"/>
                <a:gd name="connsiteY7207" fmla="*/ 3813328 h 4882701"/>
                <a:gd name="connsiteX7208" fmla="*/ 4553035 w 4954903"/>
                <a:gd name="connsiteY7208" fmla="*/ 3799654 h 4882701"/>
                <a:gd name="connsiteX7209" fmla="*/ 4546704 w 4954903"/>
                <a:gd name="connsiteY7209" fmla="*/ 3796362 h 4882701"/>
                <a:gd name="connsiteX7210" fmla="*/ 4531510 w 4954903"/>
                <a:gd name="connsiteY7210" fmla="*/ 3819659 h 4882701"/>
                <a:gd name="connsiteX7211" fmla="*/ 4539867 w 4954903"/>
                <a:gd name="connsiteY7211" fmla="*/ 3810037 h 4882701"/>
                <a:gd name="connsiteX7212" fmla="*/ 4546704 w 4954903"/>
                <a:gd name="connsiteY7212" fmla="*/ 3796362 h 4882701"/>
                <a:gd name="connsiteX7213" fmla="*/ 4538854 w 4954903"/>
                <a:gd name="connsiteY7213" fmla="*/ 3793324 h 4882701"/>
                <a:gd name="connsiteX7214" fmla="*/ 4523660 w 4954903"/>
                <a:gd name="connsiteY7214" fmla="*/ 3816367 h 4882701"/>
                <a:gd name="connsiteX7215" fmla="*/ 4532523 w 4954903"/>
                <a:gd name="connsiteY7215" fmla="*/ 3806998 h 4882701"/>
                <a:gd name="connsiteX7216" fmla="*/ 4538854 w 4954903"/>
                <a:gd name="connsiteY7216" fmla="*/ 3793324 h 4882701"/>
                <a:gd name="connsiteX7217" fmla="*/ 3203594 w 4954903"/>
                <a:gd name="connsiteY7217" fmla="*/ 3696085 h 4882701"/>
                <a:gd name="connsiteX7218" fmla="*/ 3194731 w 4954903"/>
                <a:gd name="connsiteY7218" fmla="*/ 3682157 h 4882701"/>
                <a:gd name="connsiteX7219" fmla="*/ 3180297 w 4954903"/>
                <a:gd name="connsiteY7219" fmla="*/ 3700643 h 4882701"/>
                <a:gd name="connsiteX7220" fmla="*/ 3203594 w 4954903"/>
                <a:gd name="connsiteY7220" fmla="*/ 3696085 h 4882701"/>
                <a:gd name="connsiteX7221" fmla="*/ 3150670 w 4954903"/>
                <a:gd name="connsiteY7221" fmla="*/ 3694059 h 4882701"/>
                <a:gd name="connsiteX7222" fmla="*/ 3141300 w 4954903"/>
                <a:gd name="connsiteY7222" fmla="*/ 3680132 h 4882701"/>
                <a:gd name="connsiteX7223" fmla="*/ 3126867 w 4954903"/>
                <a:gd name="connsiteY7223" fmla="*/ 3698617 h 4882701"/>
                <a:gd name="connsiteX7224" fmla="*/ 3150670 w 4954903"/>
                <a:gd name="connsiteY7224" fmla="*/ 3694059 h 4882701"/>
                <a:gd name="connsiteX7225" fmla="*/ 3096986 w 4954903"/>
                <a:gd name="connsiteY7225" fmla="*/ 3692033 h 4882701"/>
                <a:gd name="connsiteX7226" fmla="*/ 3087363 w 4954903"/>
                <a:gd name="connsiteY7226" fmla="*/ 3678106 h 4882701"/>
                <a:gd name="connsiteX7227" fmla="*/ 3073183 w 4954903"/>
                <a:gd name="connsiteY7227" fmla="*/ 3696591 h 4882701"/>
                <a:gd name="connsiteX7228" fmla="*/ 3096986 w 4954903"/>
                <a:gd name="connsiteY7228" fmla="*/ 3692033 h 4882701"/>
                <a:gd name="connsiteX7229" fmla="*/ 3042542 w 4954903"/>
                <a:gd name="connsiteY7229" fmla="*/ 3690007 h 4882701"/>
                <a:gd name="connsiteX7230" fmla="*/ 3032666 w 4954903"/>
                <a:gd name="connsiteY7230" fmla="*/ 3676080 h 4882701"/>
                <a:gd name="connsiteX7231" fmla="*/ 3018739 w 4954903"/>
                <a:gd name="connsiteY7231" fmla="*/ 3694565 h 4882701"/>
                <a:gd name="connsiteX7232" fmla="*/ 3042542 w 4954903"/>
                <a:gd name="connsiteY7232" fmla="*/ 3690007 h 4882701"/>
                <a:gd name="connsiteX7233" fmla="*/ 2987845 w 4954903"/>
                <a:gd name="connsiteY7233" fmla="*/ 3688235 h 4882701"/>
                <a:gd name="connsiteX7234" fmla="*/ 2977716 w 4954903"/>
                <a:gd name="connsiteY7234" fmla="*/ 3674307 h 4882701"/>
                <a:gd name="connsiteX7235" fmla="*/ 2964042 w 4954903"/>
                <a:gd name="connsiteY7235" fmla="*/ 3692793 h 4882701"/>
                <a:gd name="connsiteX7236" fmla="*/ 2987845 w 4954903"/>
                <a:gd name="connsiteY7236" fmla="*/ 3688235 h 4882701"/>
                <a:gd name="connsiteX7237" fmla="*/ 2932642 w 4954903"/>
                <a:gd name="connsiteY7237" fmla="*/ 3686462 h 4882701"/>
                <a:gd name="connsiteX7238" fmla="*/ 2922007 w 4954903"/>
                <a:gd name="connsiteY7238" fmla="*/ 3672535 h 4882701"/>
                <a:gd name="connsiteX7239" fmla="*/ 2908586 w 4954903"/>
                <a:gd name="connsiteY7239" fmla="*/ 3691274 h 4882701"/>
                <a:gd name="connsiteX7240" fmla="*/ 2932642 w 4954903"/>
                <a:gd name="connsiteY7240" fmla="*/ 3686462 h 4882701"/>
                <a:gd name="connsiteX7241" fmla="*/ 2876679 w 4954903"/>
                <a:gd name="connsiteY7241" fmla="*/ 3684689 h 4882701"/>
                <a:gd name="connsiteX7242" fmla="*/ 2865537 w 4954903"/>
                <a:gd name="connsiteY7242" fmla="*/ 3670762 h 4882701"/>
                <a:gd name="connsiteX7243" fmla="*/ 2852370 w 4954903"/>
                <a:gd name="connsiteY7243" fmla="*/ 3689501 h 4882701"/>
                <a:gd name="connsiteX7244" fmla="*/ 2876679 w 4954903"/>
                <a:gd name="connsiteY7244" fmla="*/ 3684689 h 4882701"/>
                <a:gd name="connsiteX7245" fmla="*/ 2820463 w 4954903"/>
                <a:gd name="connsiteY7245" fmla="*/ 3683170 h 4882701"/>
                <a:gd name="connsiteX7246" fmla="*/ 2809321 w 4954903"/>
                <a:gd name="connsiteY7246" fmla="*/ 3669243 h 4882701"/>
                <a:gd name="connsiteX7247" fmla="*/ 2796407 w 4954903"/>
                <a:gd name="connsiteY7247" fmla="*/ 3687981 h 4882701"/>
                <a:gd name="connsiteX7248" fmla="*/ 2820463 w 4954903"/>
                <a:gd name="connsiteY7248" fmla="*/ 3683170 h 4882701"/>
                <a:gd name="connsiteX7249" fmla="*/ 2739431 w 4954903"/>
                <a:gd name="connsiteY7249" fmla="*/ 3686462 h 4882701"/>
                <a:gd name="connsiteX7250" fmla="*/ 2763741 w 4954903"/>
                <a:gd name="connsiteY7250" fmla="*/ 3681651 h 4882701"/>
                <a:gd name="connsiteX7251" fmla="*/ 2752092 w 4954903"/>
                <a:gd name="connsiteY7251" fmla="*/ 3667723 h 4882701"/>
                <a:gd name="connsiteX7252" fmla="*/ 2739431 w 4954903"/>
                <a:gd name="connsiteY7252" fmla="*/ 3686462 h 4882701"/>
                <a:gd name="connsiteX7253" fmla="*/ 2682202 w 4954903"/>
                <a:gd name="connsiteY7253" fmla="*/ 3684943 h 4882701"/>
                <a:gd name="connsiteX7254" fmla="*/ 2706765 w 4954903"/>
                <a:gd name="connsiteY7254" fmla="*/ 3680132 h 4882701"/>
                <a:gd name="connsiteX7255" fmla="*/ 2694863 w 4954903"/>
                <a:gd name="connsiteY7255" fmla="*/ 3666204 h 4882701"/>
                <a:gd name="connsiteX7256" fmla="*/ 2682202 w 4954903"/>
                <a:gd name="connsiteY7256" fmla="*/ 3684943 h 4882701"/>
                <a:gd name="connsiteX7257" fmla="*/ 2624720 w 4954903"/>
                <a:gd name="connsiteY7257" fmla="*/ 3683424 h 4882701"/>
                <a:gd name="connsiteX7258" fmla="*/ 2649283 w 4954903"/>
                <a:gd name="connsiteY7258" fmla="*/ 3678612 h 4882701"/>
                <a:gd name="connsiteX7259" fmla="*/ 2637128 w 4954903"/>
                <a:gd name="connsiteY7259" fmla="*/ 3664938 h 4882701"/>
                <a:gd name="connsiteX7260" fmla="*/ 2624720 w 4954903"/>
                <a:gd name="connsiteY7260" fmla="*/ 3683424 h 4882701"/>
                <a:gd name="connsiteX7261" fmla="*/ 2566984 w 4954903"/>
                <a:gd name="connsiteY7261" fmla="*/ 3682157 h 4882701"/>
                <a:gd name="connsiteX7262" fmla="*/ 2591547 w 4954903"/>
                <a:gd name="connsiteY7262" fmla="*/ 3677093 h 4882701"/>
                <a:gd name="connsiteX7263" fmla="*/ 2579139 w 4954903"/>
                <a:gd name="connsiteY7263" fmla="*/ 3663419 h 4882701"/>
                <a:gd name="connsiteX7264" fmla="*/ 2566984 w 4954903"/>
                <a:gd name="connsiteY7264" fmla="*/ 3682157 h 4882701"/>
                <a:gd name="connsiteX7265" fmla="*/ 2533305 w 4954903"/>
                <a:gd name="connsiteY7265" fmla="*/ 3676080 h 4882701"/>
                <a:gd name="connsiteX7266" fmla="*/ 2520644 w 4954903"/>
                <a:gd name="connsiteY7266" fmla="*/ 3662406 h 4882701"/>
                <a:gd name="connsiteX7267" fmla="*/ 2508742 w 4954903"/>
                <a:gd name="connsiteY7267" fmla="*/ 3681144 h 4882701"/>
                <a:gd name="connsiteX7268" fmla="*/ 2533305 w 4954903"/>
                <a:gd name="connsiteY7268" fmla="*/ 3676080 h 4882701"/>
                <a:gd name="connsiteX7269" fmla="*/ 2461895 w 4954903"/>
                <a:gd name="connsiteY7269" fmla="*/ 3660886 h 4882701"/>
                <a:gd name="connsiteX7270" fmla="*/ 2450500 w 4954903"/>
                <a:gd name="connsiteY7270" fmla="*/ 3679625 h 4882701"/>
                <a:gd name="connsiteX7271" fmla="*/ 2475316 w 4954903"/>
                <a:gd name="connsiteY7271" fmla="*/ 3674561 h 4882701"/>
                <a:gd name="connsiteX7272" fmla="*/ 2461895 w 4954903"/>
                <a:gd name="connsiteY7272" fmla="*/ 3660886 h 4882701"/>
                <a:gd name="connsiteX7273" fmla="*/ 2402894 w 4954903"/>
                <a:gd name="connsiteY7273" fmla="*/ 3659873 h 4882701"/>
                <a:gd name="connsiteX7274" fmla="*/ 2391752 w 4954903"/>
                <a:gd name="connsiteY7274" fmla="*/ 3678612 h 4882701"/>
                <a:gd name="connsiteX7275" fmla="*/ 2416315 w 4954903"/>
                <a:gd name="connsiteY7275" fmla="*/ 3673548 h 4882701"/>
                <a:gd name="connsiteX7276" fmla="*/ 2402894 w 4954903"/>
                <a:gd name="connsiteY7276" fmla="*/ 3659873 h 4882701"/>
                <a:gd name="connsiteX7277" fmla="*/ 2357313 w 4954903"/>
                <a:gd name="connsiteY7277" fmla="*/ 3672535 h 4882701"/>
                <a:gd name="connsiteX7278" fmla="*/ 2343639 w 4954903"/>
                <a:gd name="connsiteY7278" fmla="*/ 3658861 h 4882701"/>
                <a:gd name="connsiteX7279" fmla="*/ 2332497 w 4954903"/>
                <a:gd name="connsiteY7279" fmla="*/ 3677599 h 4882701"/>
                <a:gd name="connsiteX7280" fmla="*/ 2357313 w 4954903"/>
                <a:gd name="connsiteY7280" fmla="*/ 3672535 h 4882701"/>
                <a:gd name="connsiteX7281" fmla="*/ 2298311 w 4954903"/>
                <a:gd name="connsiteY7281" fmla="*/ 3671522 h 4882701"/>
                <a:gd name="connsiteX7282" fmla="*/ 2284384 w 4954903"/>
                <a:gd name="connsiteY7282" fmla="*/ 3657848 h 4882701"/>
                <a:gd name="connsiteX7283" fmla="*/ 2273749 w 4954903"/>
                <a:gd name="connsiteY7283" fmla="*/ 3676586 h 4882701"/>
                <a:gd name="connsiteX7284" fmla="*/ 2298311 w 4954903"/>
                <a:gd name="connsiteY7284" fmla="*/ 3671522 h 4882701"/>
                <a:gd name="connsiteX7285" fmla="*/ 2238803 w 4954903"/>
                <a:gd name="connsiteY7285" fmla="*/ 3670762 h 4882701"/>
                <a:gd name="connsiteX7286" fmla="*/ 2224623 w 4954903"/>
                <a:gd name="connsiteY7286" fmla="*/ 3657088 h 4882701"/>
                <a:gd name="connsiteX7287" fmla="*/ 2214240 w 4954903"/>
                <a:gd name="connsiteY7287" fmla="*/ 3676080 h 4882701"/>
                <a:gd name="connsiteX7288" fmla="*/ 2238803 w 4954903"/>
                <a:gd name="connsiteY7288" fmla="*/ 3670762 h 4882701"/>
                <a:gd name="connsiteX7289" fmla="*/ 2179295 w 4954903"/>
                <a:gd name="connsiteY7289" fmla="*/ 3670002 h 4882701"/>
                <a:gd name="connsiteX7290" fmla="*/ 2164861 w 4954903"/>
                <a:gd name="connsiteY7290" fmla="*/ 3656328 h 4882701"/>
                <a:gd name="connsiteX7291" fmla="*/ 2154732 w 4954903"/>
                <a:gd name="connsiteY7291" fmla="*/ 3675320 h 4882701"/>
                <a:gd name="connsiteX7292" fmla="*/ 2179295 w 4954903"/>
                <a:gd name="connsiteY7292" fmla="*/ 3670002 h 4882701"/>
                <a:gd name="connsiteX7293" fmla="*/ 2119787 w 4954903"/>
                <a:gd name="connsiteY7293" fmla="*/ 3669243 h 4882701"/>
                <a:gd name="connsiteX7294" fmla="*/ 2105100 w 4954903"/>
                <a:gd name="connsiteY7294" fmla="*/ 3655569 h 4882701"/>
                <a:gd name="connsiteX7295" fmla="*/ 2095984 w 4954903"/>
                <a:gd name="connsiteY7295" fmla="*/ 3675320 h 4882701"/>
                <a:gd name="connsiteX7296" fmla="*/ 2119787 w 4954903"/>
                <a:gd name="connsiteY7296" fmla="*/ 3669243 h 4882701"/>
                <a:gd name="connsiteX7297" fmla="*/ 526490 w 4954903"/>
                <a:gd name="connsiteY7297" fmla="*/ 3687222 h 4882701"/>
                <a:gd name="connsiteX7298" fmla="*/ 539151 w 4954903"/>
                <a:gd name="connsiteY7298" fmla="*/ 3710772 h 4882701"/>
                <a:gd name="connsiteX7299" fmla="*/ 539911 w 4954903"/>
                <a:gd name="connsiteY7299" fmla="*/ 3699630 h 4882701"/>
                <a:gd name="connsiteX7300" fmla="*/ 527250 w 4954903"/>
                <a:gd name="connsiteY7300" fmla="*/ 3686715 h 4882701"/>
                <a:gd name="connsiteX7301" fmla="*/ 526490 w 4954903"/>
                <a:gd name="connsiteY7301" fmla="*/ 3687222 h 4882701"/>
                <a:gd name="connsiteX7302" fmla="*/ 504206 w 4954903"/>
                <a:gd name="connsiteY7302" fmla="*/ 3689248 h 4882701"/>
                <a:gd name="connsiteX7303" fmla="*/ 516614 w 4954903"/>
                <a:gd name="connsiteY7303" fmla="*/ 3713051 h 4882701"/>
                <a:gd name="connsiteX7304" fmla="*/ 516867 w 4954903"/>
                <a:gd name="connsiteY7304" fmla="*/ 3701909 h 4882701"/>
                <a:gd name="connsiteX7305" fmla="*/ 504712 w 4954903"/>
                <a:gd name="connsiteY7305" fmla="*/ 3688994 h 4882701"/>
                <a:gd name="connsiteX7306" fmla="*/ 504206 w 4954903"/>
                <a:gd name="connsiteY7306" fmla="*/ 3689248 h 4882701"/>
                <a:gd name="connsiteX7307" fmla="*/ 495596 w 4954903"/>
                <a:gd name="connsiteY7307" fmla="*/ 3704188 h 4882701"/>
                <a:gd name="connsiteX7308" fmla="*/ 483441 w 4954903"/>
                <a:gd name="connsiteY7308" fmla="*/ 3691274 h 4882701"/>
                <a:gd name="connsiteX7309" fmla="*/ 482935 w 4954903"/>
                <a:gd name="connsiteY7309" fmla="*/ 3691274 h 4882701"/>
                <a:gd name="connsiteX7310" fmla="*/ 495596 w 4954903"/>
                <a:gd name="connsiteY7310" fmla="*/ 3715077 h 4882701"/>
                <a:gd name="connsiteX7311" fmla="*/ 495596 w 4954903"/>
                <a:gd name="connsiteY7311" fmla="*/ 3704188 h 4882701"/>
                <a:gd name="connsiteX7312" fmla="*/ 463690 w 4954903"/>
                <a:gd name="connsiteY7312" fmla="*/ 3693552 h 4882701"/>
                <a:gd name="connsiteX7313" fmla="*/ 463183 w 4954903"/>
                <a:gd name="connsiteY7313" fmla="*/ 3693552 h 4882701"/>
                <a:gd name="connsiteX7314" fmla="*/ 476098 w 4954903"/>
                <a:gd name="connsiteY7314" fmla="*/ 3717356 h 4882701"/>
                <a:gd name="connsiteX7315" fmla="*/ 475592 w 4954903"/>
                <a:gd name="connsiteY7315" fmla="*/ 3706214 h 4882701"/>
                <a:gd name="connsiteX7316" fmla="*/ 463690 w 4954903"/>
                <a:gd name="connsiteY7316" fmla="*/ 3693552 h 4882701"/>
                <a:gd name="connsiteX7317" fmla="*/ 445204 w 4954903"/>
                <a:gd name="connsiteY7317" fmla="*/ 3696085 h 4882701"/>
                <a:gd name="connsiteX7318" fmla="*/ 444951 w 4954903"/>
                <a:gd name="connsiteY7318" fmla="*/ 3696085 h 4882701"/>
                <a:gd name="connsiteX7319" fmla="*/ 457866 w 4954903"/>
                <a:gd name="connsiteY7319" fmla="*/ 3719888 h 4882701"/>
                <a:gd name="connsiteX7320" fmla="*/ 456853 w 4954903"/>
                <a:gd name="connsiteY7320" fmla="*/ 3708746 h 4882701"/>
                <a:gd name="connsiteX7321" fmla="*/ 445204 w 4954903"/>
                <a:gd name="connsiteY7321" fmla="*/ 3696085 h 4882701"/>
                <a:gd name="connsiteX7322" fmla="*/ 428238 w 4954903"/>
                <a:gd name="connsiteY7322" fmla="*/ 3698617 h 4882701"/>
                <a:gd name="connsiteX7323" fmla="*/ 427985 w 4954903"/>
                <a:gd name="connsiteY7323" fmla="*/ 3698617 h 4882701"/>
                <a:gd name="connsiteX7324" fmla="*/ 441153 w 4954903"/>
                <a:gd name="connsiteY7324" fmla="*/ 3722420 h 4882701"/>
                <a:gd name="connsiteX7325" fmla="*/ 439633 w 4954903"/>
                <a:gd name="connsiteY7325" fmla="*/ 3711278 h 4882701"/>
                <a:gd name="connsiteX7326" fmla="*/ 428238 w 4954903"/>
                <a:gd name="connsiteY7326" fmla="*/ 3698617 h 4882701"/>
                <a:gd name="connsiteX7327" fmla="*/ 425706 w 4954903"/>
                <a:gd name="connsiteY7327" fmla="*/ 3724953 h 4882701"/>
                <a:gd name="connsiteX7328" fmla="*/ 423680 w 4954903"/>
                <a:gd name="connsiteY7328" fmla="*/ 3713811 h 4882701"/>
                <a:gd name="connsiteX7329" fmla="*/ 412791 w 4954903"/>
                <a:gd name="connsiteY7329" fmla="*/ 3701149 h 4882701"/>
                <a:gd name="connsiteX7330" fmla="*/ 412538 w 4954903"/>
                <a:gd name="connsiteY7330" fmla="*/ 3701149 h 4882701"/>
                <a:gd name="connsiteX7331" fmla="*/ 425706 w 4954903"/>
                <a:gd name="connsiteY7331" fmla="*/ 3724953 h 4882701"/>
                <a:gd name="connsiteX7332" fmla="*/ 398611 w 4954903"/>
                <a:gd name="connsiteY7332" fmla="*/ 3703681 h 4882701"/>
                <a:gd name="connsiteX7333" fmla="*/ 398358 w 4954903"/>
                <a:gd name="connsiteY7333" fmla="*/ 3703681 h 4882701"/>
                <a:gd name="connsiteX7334" fmla="*/ 412285 w 4954903"/>
                <a:gd name="connsiteY7334" fmla="*/ 3727485 h 4882701"/>
                <a:gd name="connsiteX7335" fmla="*/ 409500 w 4954903"/>
                <a:gd name="connsiteY7335" fmla="*/ 3716090 h 4882701"/>
                <a:gd name="connsiteX7336" fmla="*/ 398611 w 4954903"/>
                <a:gd name="connsiteY7336" fmla="*/ 3703681 h 4882701"/>
                <a:gd name="connsiteX7337" fmla="*/ 399624 w 4954903"/>
                <a:gd name="connsiteY7337" fmla="*/ 3730270 h 4882701"/>
                <a:gd name="connsiteX7338" fmla="*/ 396332 w 4954903"/>
                <a:gd name="connsiteY7338" fmla="*/ 3718875 h 4882701"/>
                <a:gd name="connsiteX7339" fmla="*/ 385950 w 4954903"/>
                <a:gd name="connsiteY7339" fmla="*/ 3706214 h 4882701"/>
                <a:gd name="connsiteX7340" fmla="*/ 385696 w 4954903"/>
                <a:gd name="connsiteY7340" fmla="*/ 3706214 h 4882701"/>
                <a:gd name="connsiteX7341" fmla="*/ 399624 w 4954903"/>
                <a:gd name="connsiteY7341" fmla="*/ 3730270 h 4882701"/>
                <a:gd name="connsiteX7342" fmla="*/ 388735 w 4954903"/>
                <a:gd name="connsiteY7342" fmla="*/ 3732803 h 4882701"/>
                <a:gd name="connsiteX7343" fmla="*/ 385190 w 4954903"/>
                <a:gd name="connsiteY7343" fmla="*/ 3721407 h 4882701"/>
                <a:gd name="connsiteX7344" fmla="*/ 375061 w 4954903"/>
                <a:gd name="connsiteY7344" fmla="*/ 3708746 h 4882701"/>
                <a:gd name="connsiteX7345" fmla="*/ 374808 w 4954903"/>
                <a:gd name="connsiteY7345" fmla="*/ 3708999 h 4882701"/>
                <a:gd name="connsiteX7346" fmla="*/ 388735 w 4954903"/>
                <a:gd name="connsiteY7346" fmla="*/ 3732803 h 4882701"/>
                <a:gd name="connsiteX7347" fmla="*/ 379366 w 4954903"/>
                <a:gd name="connsiteY7347" fmla="*/ 3735588 h 4882701"/>
                <a:gd name="connsiteX7348" fmla="*/ 375314 w 4954903"/>
                <a:gd name="connsiteY7348" fmla="*/ 3724193 h 4882701"/>
                <a:gd name="connsiteX7349" fmla="*/ 365438 w 4954903"/>
                <a:gd name="connsiteY7349" fmla="*/ 3711532 h 4882701"/>
                <a:gd name="connsiteX7350" fmla="*/ 379366 w 4954903"/>
                <a:gd name="connsiteY7350" fmla="*/ 3735588 h 4882701"/>
                <a:gd name="connsiteX7351" fmla="*/ 357335 w 4954903"/>
                <a:gd name="connsiteY7351" fmla="*/ 3714317 h 4882701"/>
                <a:gd name="connsiteX7352" fmla="*/ 371262 w 4954903"/>
                <a:gd name="connsiteY7352" fmla="*/ 3738374 h 4882701"/>
                <a:gd name="connsiteX7353" fmla="*/ 366704 w 4954903"/>
                <a:gd name="connsiteY7353" fmla="*/ 3726978 h 4882701"/>
                <a:gd name="connsiteX7354" fmla="*/ 357335 w 4954903"/>
                <a:gd name="connsiteY7354" fmla="*/ 3714317 h 4882701"/>
                <a:gd name="connsiteX7355" fmla="*/ 351004 w 4954903"/>
                <a:gd name="connsiteY7355" fmla="*/ 3717102 h 4882701"/>
                <a:gd name="connsiteX7356" fmla="*/ 365185 w 4954903"/>
                <a:gd name="connsiteY7356" fmla="*/ 3740906 h 4882701"/>
                <a:gd name="connsiteX7357" fmla="*/ 360121 w 4954903"/>
                <a:gd name="connsiteY7357" fmla="*/ 3729510 h 4882701"/>
                <a:gd name="connsiteX7358" fmla="*/ 351004 w 4954903"/>
                <a:gd name="connsiteY7358" fmla="*/ 3717102 h 4882701"/>
                <a:gd name="connsiteX7359" fmla="*/ 346193 w 4954903"/>
                <a:gd name="connsiteY7359" fmla="*/ 3719888 h 4882701"/>
                <a:gd name="connsiteX7360" fmla="*/ 360374 w 4954903"/>
                <a:gd name="connsiteY7360" fmla="*/ 3743691 h 4882701"/>
                <a:gd name="connsiteX7361" fmla="*/ 355056 w 4954903"/>
                <a:gd name="connsiteY7361" fmla="*/ 3732296 h 4882701"/>
                <a:gd name="connsiteX7362" fmla="*/ 346193 w 4954903"/>
                <a:gd name="connsiteY7362" fmla="*/ 3719888 h 4882701"/>
                <a:gd name="connsiteX7363" fmla="*/ 342901 w 4954903"/>
                <a:gd name="connsiteY7363" fmla="*/ 3722927 h 4882701"/>
                <a:gd name="connsiteX7364" fmla="*/ 357082 w 4954903"/>
                <a:gd name="connsiteY7364" fmla="*/ 3746730 h 4882701"/>
                <a:gd name="connsiteX7365" fmla="*/ 351258 w 4954903"/>
                <a:gd name="connsiteY7365" fmla="*/ 3735335 h 4882701"/>
                <a:gd name="connsiteX7366" fmla="*/ 342901 w 4954903"/>
                <a:gd name="connsiteY7366" fmla="*/ 3722927 h 4882701"/>
                <a:gd name="connsiteX7367" fmla="*/ 349485 w 4954903"/>
                <a:gd name="connsiteY7367" fmla="*/ 3738374 h 4882701"/>
                <a:gd name="connsiteX7368" fmla="*/ 341382 w 4954903"/>
                <a:gd name="connsiteY7368" fmla="*/ 3725712 h 4882701"/>
                <a:gd name="connsiteX7369" fmla="*/ 355562 w 4954903"/>
                <a:gd name="connsiteY7369" fmla="*/ 3749516 h 4882701"/>
                <a:gd name="connsiteX7370" fmla="*/ 349485 w 4954903"/>
                <a:gd name="connsiteY7370" fmla="*/ 3738374 h 4882701"/>
                <a:gd name="connsiteX7371" fmla="*/ 341382 w 4954903"/>
                <a:gd name="connsiteY7371" fmla="*/ 3728751 h 4882701"/>
                <a:gd name="connsiteX7372" fmla="*/ 355562 w 4954903"/>
                <a:gd name="connsiteY7372" fmla="*/ 3752554 h 4882701"/>
                <a:gd name="connsiteX7373" fmla="*/ 348979 w 4954903"/>
                <a:gd name="connsiteY7373" fmla="*/ 3741159 h 4882701"/>
                <a:gd name="connsiteX7374" fmla="*/ 341382 w 4954903"/>
                <a:gd name="connsiteY7374" fmla="*/ 3728751 h 4882701"/>
                <a:gd name="connsiteX7375" fmla="*/ 4578610 w 4954903"/>
                <a:gd name="connsiteY7375" fmla="*/ 3784207 h 4882701"/>
                <a:gd name="connsiteX7376" fmla="*/ 4584941 w 4954903"/>
                <a:gd name="connsiteY7376" fmla="*/ 3774332 h 4882701"/>
                <a:gd name="connsiteX7377" fmla="*/ 4593298 w 4954903"/>
                <a:gd name="connsiteY7377" fmla="*/ 3760657 h 4882701"/>
                <a:gd name="connsiteX7378" fmla="*/ 4593298 w 4954903"/>
                <a:gd name="connsiteY7378" fmla="*/ 3760657 h 4882701"/>
                <a:gd name="connsiteX7379" fmla="*/ 4578610 w 4954903"/>
                <a:gd name="connsiteY7379" fmla="*/ 3784207 h 4882701"/>
                <a:gd name="connsiteX7380" fmla="*/ 4578864 w 4954903"/>
                <a:gd name="connsiteY7380" fmla="*/ 3744957 h 4882701"/>
                <a:gd name="connsiteX7381" fmla="*/ 4564177 w 4954903"/>
                <a:gd name="connsiteY7381" fmla="*/ 3768507 h 4882701"/>
                <a:gd name="connsiteX7382" fmla="*/ 4572533 w 4954903"/>
                <a:gd name="connsiteY7382" fmla="*/ 3758631 h 4882701"/>
                <a:gd name="connsiteX7383" fmla="*/ 4578864 w 4954903"/>
                <a:gd name="connsiteY7383" fmla="*/ 3744957 h 4882701"/>
                <a:gd name="connsiteX7384" fmla="*/ 4564683 w 4954903"/>
                <a:gd name="connsiteY7384" fmla="*/ 3755593 h 4882701"/>
                <a:gd name="connsiteX7385" fmla="*/ 4570507 w 4954903"/>
                <a:gd name="connsiteY7385" fmla="*/ 3741665 h 4882701"/>
                <a:gd name="connsiteX7386" fmla="*/ 4555820 w 4954903"/>
                <a:gd name="connsiteY7386" fmla="*/ 3764962 h 4882701"/>
                <a:gd name="connsiteX7387" fmla="*/ 4564683 w 4954903"/>
                <a:gd name="connsiteY7387" fmla="*/ 3755593 h 4882701"/>
                <a:gd name="connsiteX7388" fmla="*/ 3269433 w 4954903"/>
                <a:gd name="connsiteY7388" fmla="*/ 3644933 h 4882701"/>
                <a:gd name="connsiteX7389" fmla="*/ 3260316 w 4954903"/>
                <a:gd name="connsiteY7389" fmla="*/ 3631006 h 4882701"/>
                <a:gd name="connsiteX7390" fmla="*/ 3246136 w 4954903"/>
                <a:gd name="connsiteY7390" fmla="*/ 3650757 h 4882701"/>
                <a:gd name="connsiteX7391" fmla="*/ 3269433 w 4954903"/>
                <a:gd name="connsiteY7391" fmla="*/ 3644933 h 4882701"/>
                <a:gd name="connsiteX7392" fmla="*/ 3216002 w 4954903"/>
                <a:gd name="connsiteY7392" fmla="*/ 3642907 h 4882701"/>
                <a:gd name="connsiteX7393" fmla="*/ 3206886 w 4954903"/>
                <a:gd name="connsiteY7393" fmla="*/ 3628980 h 4882701"/>
                <a:gd name="connsiteX7394" fmla="*/ 3192452 w 4954903"/>
                <a:gd name="connsiteY7394" fmla="*/ 3647719 h 4882701"/>
                <a:gd name="connsiteX7395" fmla="*/ 3216002 w 4954903"/>
                <a:gd name="connsiteY7395" fmla="*/ 3642907 h 4882701"/>
                <a:gd name="connsiteX7396" fmla="*/ 3162065 w 4954903"/>
                <a:gd name="connsiteY7396" fmla="*/ 3640881 h 4882701"/>
                <a:gd name="connsiteX7397" fmla="*/ 3152442 w 4954903"/>
                <a:gd name="connsiteY7397" fmla="*/ 3626954 h 4882701"/>
                <a:gd name="connsiteX7398" fmla="*/ 3138008 w 4954903"/>
                <a:gd name="connsiteY7398" fmla="*/ 3645693 h 4882701"/>
                <a:gd name="connsiteX7399" fmla="*/ 3162065 w 4954903"/>
                <a:gd name="connsiteY7399" fmla="*/ 3640881 h 4882701"/>
                <a:gd name="connsiteX7400" fmla="*/ 3097746 w 4954903"/>
                <a:gd name="connsiteY7400" fmla="*/ 3624928 h 4882701"/>
                <a:gd name="connsiteX7401" fmla="*/ 3083565 w 4954903"/>
                <a:gd name="connsiteY7401" fmla="*/ 3643667 h 4882701"/>
                <a:gd name="connsiteX7402" fmla="*/ 3107621 w 4954903"/>
                <a:gd name="connsiteY7402" fmla="*/ 3638856 h 4882701"/>
                <a:gd name="connsiteX7403" fmla="*/ 3107621 w 4954903"/>
                <a:gd name="connsiteY7403" fmla="*/ 3638856 h 4882701"/>
                <a:gd name="connsiteX7404" fmla="*/ 3097746 w 4954903"/>
                <a:gd name="connsiteY7404" fmla="*/ 3624928 h 4882701"/>
                <a:gd name="connsiteX7405" fmla="*/ 3052418 w 4954903"/>
                <a:gd name="connsiteY7405" fmla="*/ 3636830 h 4882701"/>
                <a:gd name="connsiteX7406" fmla="*/ 3042289 w 4954903"/>
                <a:gd name="connsiteY7406" fmla="*/ 3622903 h 4882701"/>
                <a:gd name="connsiteX7407" fmla="*/ 3028361 w 4954903"/>
                <a:gd name="connsiteY7407" fmla="*/ 3641641 h 4882701"/>
                <a:gd name="connsiteX7408" fmla="*/ 3052418 w 4954903"/>
                <a:gd name="connsiteY7408" fmla="*/ 3636830 h 4882701"/>
                <a:gd name="connsiteX7409" fmla="*/ 2996962 w 4954903"/>
                <a:gd name="connsiteY7409" fmla="*/ 3635057 h 4882701"/>
                <a:gd name="connsiteX7410" fmla="*/ 2986326 w 4954903"/>
                <a:gd name="connsiteY7410" fmla="*/ 3621130 h 4882701"/>
                <a:gd name="connsiteX7411" fmla="*/ 2972399 w 4954903"/>
                <a:gd name="connsiteY7411" fmla="*/ 3639869 h 4882701"/>
                <a:gd name="connsiteX7412" fmla="*/ 2996962 w 4954903"/>
                <a:gd name="connsiteY7412" fmla="*/ 3635057 h 4882701"/>
                <a:gd name="connsiteX7413" fmla="*/ 2940745 w 4954903"/>
                <a:gd name="connsiteY7413" fmla="*/ 3633285 h 4882701"/>
                <a:gd name="connsiteX7414" fmla="*/ 2929857 w 4954903"/>
                <a:gd name="connsiteY7414" fmla="*/ 3619357 h 4882701"/>
                <a:gd name="connsiteX7415" fmla="*/ 2916436 w 4954903"/>
                <a:gd name="connsiteY7415" fmla="*/ 3638096 h 4882701"/>
                <a:gd name="connsiteX7416" fmla="*/ 2940745 w 4954903"/>
                <a:gd name="connsiteY7416" fmla="*/ 3633285 h 4882701"/>
                <a:gd name="connsiteX7417" fmla="*/ 2872881 w 4954903"/>
                <a:gd name="connsiteY7417" fmla="*/ 3617585 h 4882701"/>
                <a:gd name="connsiteX7418" fmla="*/ 2859460 w 4954903"/>
                <a:gd name="connsiteY7418" fmla="*/ 3636577 h 4882701"/>
                <a:gd name="connsiteX7419" fmla="*/ 2884023 w 4954903"/>
                <a:gd name="connsiteY7419" fmla="*/ 3631512 h 4882701"/>
                <a:gd name="connsiteX7420" fmla="*/ 2884023 w 4954903"/>
                <a:gd name="connsiteY7420" fmla="*/ 3631512 h 4882701"/>
                <a:gd name="connsiteX7421" fmla="*/ 2872881 w 4954903"/>
                <a:gd name="connsiteY7421" fmla="*/ 3617585 h 4882701"/>
                <a:gd name="connsiteX7422" fmla="*/ 2802484 w 4954903"/>
                <a:gd name="connsiteY7422" fmla="*/ 3634804 h 4882701"/>
                <a:gd name="connsiteX7423" fmla="*/ 2827047 w 4954903"/>
                <a:gd name="connsiteY7423" fmla="*/ 3629739 h 4882701"/>
                <a:gd name="connsiteX7424" fmla="*/ 2815652 w 4954903"/>
                <a:gd name="connsiteY7424" fmla="*/ 3615812 h 4882701"/>
                <a:gd name="connsiteX7425" fmla="*/ 2802484 w 4954903"/>
                <a:gd name="connsiteY7425" fmla="*/ 3634804 h 4882701"/>
                <a:gd name="connsiteX7426" fmla="*/ 2744749 w 4954903"/>
                <a:gd name="connsiteY7426" fmla="*/ 3633285 h 4882701"/>
                <a:gd name="connsiteX7427" fmla="*/ 2769565 w 4954903"/>
                <a:gd name="connsiteY7427" fmla="*/ 3628220 h 4882701"/>
                <a:gd name="connsiteX7428" fmla="*/ 2757916 w 4954903"/>
                <a:gd name="connsiteY7428" fmla="*/ 3614293 h 4882701"/>
                <a:gd name="connsiteX7429" fmla="*/ 2744749 w 4954903"/>
                <a:gd name="connsiteY7429" fmla="*/ 3633285 h 4882701"/>
                <a:gd name="connsiteX7430" fmla="*/ 2686760 w 4954903"/>
                <a:gd name="connsiteY7430" fmla="*/ 3631765 h 4882701"/>
                <a:gd name="connsiteX7431" fmla="*/ 2711576 w 4954903"/>
                <a:gd name="connsiteY7431" fmla="*/ 3626701 h 4882701"/>
                <a:gd name="connsiteX7432" fmla="*/ 2699421 w 4954903"/>
                <a:gd name="connsiteY7432" fmla="*/ 3612773 h 4882701"/>
                <a:gd name="connsiteX7433" fmla="*/ 2686760 w 4954903"/>
                <a:gd name="connsiteY7433" fmla="*/ 3631765 h 4882701"/>
                <a:gd name="connsiteX7434" fmla="*/ 2653081 w 4954903"/>
                <a:gd name="connsiteY7434" fmla="*/ 3625182 h 4882701"/>
                <a:gd name="connsiteX7435" fmla="*/ 2640673 w 4954903"/>
                <a:gd name="connsiteY7435" fmla="*/ 3611254 h 4882701"/>
                <a:gd name="connsiteX7436" fmla="*/ 2628265 w 4954903"/>
                <a:gd name="connsiteY7436" fmla="*/ 3630246 h 4882701"/>
                <a:gd name="connsiteX7437" fmla="*/ 2653081 w 4954903"/>
                <a:gd name="connsiteY7437" fmla="*/ 3625182 h 4882701"/>
                <a:gd name="connsiteX7438" fmla="*/ 2569516 w 4954903"/>
                <a:gd name="connsiteY7438" fmla="*/ 3628980 h 4882701"/>
                <a:gd name="connsiteX7439" fmla="*/ 2594586 w 4954903"/>
                <a:gd name="connsiteY7439" fmla="*/ 3623915 h 4882701"/>
                <a:gd name="connsiteX7440" fmla="*/ 2581924 w 4954903"/>
                <a:gd name="connsiteY7440" fmla="*/ 3609988 h 4882701"/>
                <a:gd name="connsiteX7441" fmla="*/ 2569516 w 4954903"/>
                <a:gd name="connsiteY7441" fmla="*/ 3628980 h 4882701"/>
                <a:gd name="connsiteX7442" fmla="*/ 2522670 w 4954903"/>
                <a:gd name="connsiteY7442" fmla="*/ 3608722 h 4882701"/>
                <a:gd name="connsiteX7443" fmla="*/ 2510515 w 4954903"/>
                <a:gd name="connsiteY7443" fmla="*/ 3627714 h 4882701"/>
                <a:gd name="connsiteX7444" fmla="*/ 2535584 w 4954903"/>
                <a:gd name="connsiteY7444" fmla="*/ 3622649 h 4882701"/>
                <a:gd name="connsiteX7445" fmla="*/ 2522670 w 4954903"/>
                <a:gd name="connsiteY7445" fmla="*/ 3608722 h 4882701"/>
                <a:gd name="connsiteX7446" fmla="*/ 2462908 w 4954903"/>
                <a:gd name="connsiteY7446" fmla="*/ 3607456 h 4882701"/>
                <a:gd name="connsiteX7447" fmla="*/ 2451260 w 4954903"/>
                <a:gd name="connsiteY7447" fmla="*/ 3626448 h 4882701"/>
                <a:gd name="connsiteX7448" fmla="*/ 2476329 w 4954903"/>
                <a:gd name="connsiteY7448" fmla="*/ 3621130 h 4882701"/>
                <a:gd name="connsiteX7449" fmla="*/ 2462908 w 4954903"/>
                <a:gd name="connsiteY7449" fmla="*/ 3607456 h 4882701"/>
                <a:gd name="connsiteX7450" fmla="*/ 2403147 w 4954903"/>
                <a:gd name="connsiteY7450" fmla="*/ 3606443 h 4882701"/>
                <a:gd name="connsiteX7451" fmla="*/ 2391752 w 4954903"/>
                <a:gd name="connsiteY7451" fmla="*/ 3625435 h 4882701"/>
                <a:gd name="connsiteX7452" fmla="*/ 2416568 w 4954903"/>
                <a:gd name="connsiteY7452" fmla="*/ 3620117 h 4882701"/>
                <a:gd name="connsiteX7453" fmla="*/ 2403147 w 4954903"/>
                <a:gd name="connsiteY7453" fmla="*/ 3606443 h 4882701"/>
                <a:gd name="connsiteX7454" fmla="*/ 2357060 w 4954903"/>
                <a:gd name="connsiteY7454" fmla="*/ 3619104 h 4882701"/>
                <a:gd name="connsiteX7455" fmla="*/ 2343386 w 4954903"/>
                <a:gd name="connsiteY7455" fmla="*/ 3605430 h 4882701"/>
                <a:gd name="connsiteX7456" fmla="*/ 2331990 w 4954903"/>
                <a:gd name="connsiteY7456" fmla="*/ 3624422 h 4882701"/>
                <a:gd name="connsiteX7457" fmla="*/ 2357060 w 4954903"/>
                <a:gd name="connsiteY7457" fmla="*/ 3619104 h 4882701"/>
                <a:gd name="connsiteX7458" fmla="*/ 2297045 w 4954903"/>
                <a:gd name="connsiteY7458" fmla="*/ 3618091 h 4882701"/>
                <a:gd name="connsiteX7459" fmla="*/ 2282865 w 4954903"/>
                <a:gd name="connsiteY7459" fmla="*/ 3604417 h 4882701"/>
                <a:gd name="connsiteX7460" fmla="*/ 2271976 w 4954903"/>
                <a:gd name="connsiteY7460" fmla="*/ 3623409 h 4882701"/>
                <a:gd name="connsiteX7461" fmla="*/ 2297045 w 4954903"/>
                <a:gd name="connsiteY7461" fmla="*/ 3618091 h 4882701"/>
                <a:gd name="connsiteX7462" fmla="*/ 2236524 w 4954903"/>
                <a:gd name="connsiteY7462" fmla="*/ 3617078 h 4882701"/>
                <a:gd name="connsiteX7463" fmla="*/ 2222344 w 4954903"/>
                <a:gd name="connsiteY7463" fmla="*/ 3603404 h 4882701"/>
                <a:gd name="connsiteX7464" fmla="*/ 2211708 w 4954903"/>
                <a:gd name="connsiteY7464" fmla="*/ 3622396 h 4882701"/>
                <a:gd name="connsiteX7465" fmla="*/ 2236524 w 4954903"/>
                <a:gd name="connsiteY7465" fmla="*/ 3617078 h 4882701"/>
                <a:gd name="connsiteX7466" fmla="*/ 2176257 w 4954903"/>
                <a:gd name="connsiteY7466" fmla="*/ 3616318 h 4882701"/>
                <a:gd name="connsiteX7467" fmla="*/ 2161823 w 4954903"/>
                <a:gd name="connsiteY7467" fmla="*/ 3602644 h 4882701"/>
                <a:gd name="connsiteX7468" fmla="*/ 2151440 w 4954903"/>
                <a:gd name="connsiteY7468" fmla="*/ 3621889 h 4882701"/>
                <a:gd name="connsiteX7469" fmla="*/ 2176257 w 4954903"/>
                <a:gd name="connsiteY7469" fmla="*/ 3616318 h 4882701"/>
                <a:gd name="connsiteX7470" fmla="*/ 2115736 w 4954903"/>
                <a:gd name="connsiteY7470" fmla="*/ 3615559 h 4882701"/>
                <a:gd name="connsiteX7471" fmla="*/ 2101048 w 4954903"/>
                <a:gd name="connsiteY7471" fmla="*/ 3601885 h 4882701"/>
                <a:gd name="connsiteX7472" fmla="*/ 2091679 w 4954903"/>
                <a:gd name="connsiteY7472" fmla="*/ 3621889 h 4882701"/>
                <a:gd name="connsiteX7473" fmla="*/ 2115736 w 4954903"/>
                <a:gd name="connsiteY7473" fmla="*/ 3615559 h 4882701"/>
                <a:gd name="connsiteX7474" fmla="*/ 454827 w 4954903"/>
                <a:gd name="connsiteY7474" fmla="*/ 3638349 h 4882701"/>
                <a:gd name="connsiteX7475" fmla="*/ 466982 w 4954903"/>
                <a:gd name="connsiteY7475" fmla="*/ 3662659 h 4882701"/>
                <a:gd name="connsiteX7476" fmla="*/ 466982 w 4954903"/>
                <a:gd name="connsiteY7476" fmla="*/ 3651264 h 4882701"/>
                <a:gd name="connsiteX7477" fmla="*/ 455333 w 4954903"/>
                <a:gd name="connsiteY7477" fmla="*/ 3638349 h 4882701"/>
                <a:gd name="connsiteX7478" fmla="*/ 454827 w 4954903"/>
                <a:gd name="connsiteY7478" fmla="*/ 3638349 h 4882701"/>
                <a:gd name="connsiteX7479" fmla="*/ 435075 w 4954903"/>
                <a:gd name="connsiteY7479" fmla="*/ 3640628 h 4882701"/>
                <a:gd name="connsiteX7480" fmla="*/ 434569 w 4954903"/>
                <a:gd name="connsiteY7480" fmla="*/ 3640628 h 4882701"/>
                <a:gd name="connsiteX7481" fmla="*/ 446977 w 4954903"/>
                <a:gd name="connsiteY7481" fmla="*/ 3664685 h 4882701"/>
                <a:gd name="connsiteX7482" fmla="*/ 446724 w 4954903"/>
                <a:gd name="connsiteY7482" fmla="*/ 3653290 h 4882701"/>
                <a:gd name="connsiteX7483" fmla="*/ 435075 w 4954903"/>
                <a:gd name="connsiteY7483" fmla="*/ 3640628 h 4882701"/>
                <a:gd name="connsiteX7484" fmla="*/ 416590 w 4954903"/>
                <a:gd name="connsiteY7484" fmla="*/ 3643160 h 4882701"/>
                <a:gd name="connsiteX7485" fmla="*/ 416083 w 4954903"/>
                <a:gd name="connsiteY7485" fmla="*/ 3643160 h 4882701"/>
                <a:gd name="connsiteX7486" fmla="*/ 428491 w 4954903"/>
                <a:gd name="connsiteY7486" fmla="*/ 3667217 h 4882701"/>
                <a:gd name="connsiteX7487" fmla="*/ 427732 w 4954903"/>
                <a:gd name="connsiteY7487" fmla="*/ 3655822 h 4882701"/>
                <a:gd name="connsiteX7488" fmla="*/ 416590 w 4954903"/>
                <a:gd name="connsiteY7488" fmla="*/ 3643160 h 4882701"/>
                <a:gd name="connsiteX7489" fmla="*/ 399371 w 4954903"/>
                <a:gd name="connsiteY7489" fmla="*/ 3645440 h 4882701"/>
                <a:gd name="connsiteX7490" fmla="*/ 399117 w 4954903"/>
                <a:gd name="connsiteY7490" fmla="*/ 3645440 h 4882701"/>
                <a:gd name="connsiteX7491" fmla="*/ 411779 w 4954903"/>
                <a:gd name="connsiteY7491" fmla="*/ 3669496 h 4882701"/>
                <a:gd name="connsiteX7492" fmla="*/ 410512 w 4954903"/>
                <a:gd name="connsiteY7492" fmla="*/ 3658101 h 4882701"/>
                <a:gd name="connsiteX7493" fmla="*/ 399371 w 4954903"/>
                <a:gd name="connsiteY7493" fmla="*/ 3645440 h 4882701"/>
                <a:gd name="connsiteX7494" fmla="*/ 383417 w 4954903"/>
                <a:gd name="connsiteY7494" fmla="*/ 3647972 h 4882701"/>
                <a:gd name="connsiteX7495" fmla="*/ 383164 w 4954903"/>
                <a:gd name="connsiteY7495" fmla="*/ 3647972 h 4882701"/>
                <a:gd name="connsiteX7496" fmla="*/ 395825 w 4954903"/>
                <a:gd name="connsiteY7496" fmla="*/ 3672028 h 4882701"/>
                <a:gd name="connsiteX7497" fmla="*/ 394053 w 4954903"/>
                <a:gd name="connsiteY7497" fmla="*/ 3660633 h 4882701"/>
                <a:gd name="connsiteX7498" fmla="*/ 383417 w 4954903"/>
                <a:gd name="connsiteY7498" fmla="*/ 3647972 h 4882701"/>
                <a:gd name="connsiteX7499" fmla="*/ 369237 w 4954903"/>
                <a:gd name="connsiteY7499" fmla="*/ 3650757 h 4882701"/>
                <a:gd name="connsiteX7500" fmla="*/ 381898 w 4954903"/>
                <a:gd name="connsiteY7500" fmla="*/ 3675067 h 4882701"/>
                <a:gd name="connsiteX7501" fmla="*/ 379872 w 4954903"/>
                <a:gd name="connsiteY7501" fmla="*/ 3663672 h 4882701"/>
                <a:gd name="connsiteX7502" fmla="*/ 369237 w 4954903"/>
                <a:gd name="connsiteY7502" fmla="*/ 3650757 h 4882701"/>
                <a:gd name="connsiteX7503" fmla="*/ 369490 w 4954903"/>
                <a:gd name="connsiteY7503" fmla="*/ 3677599 h 4882701"/>
                <a:gd name="connsiteX7504" fmla="*/ 366451 w 4954903"/>
                <a:gd name="connsiteY7504" fmla="*/ 3665951 h 4882701"/>
                <a:gd name="connsiteX7505" fmla="*/ 356322 w 4954903"/>
                <a:gd name="connsiteY7505" fmla="*/ 3653036 h 4882701"/>
                <a:gd name="connsiteX7506" fmla="*/ 356069 w 4954903"/>
                <a:gd name="connsiteY7506" fmla="*/ 3653036 h 4882701"/>
                <a:gd name="connsiteX7507" fmla="*/ 369490 w 4954903"/>
                <a:gd name="connsiteY7507" fmla="*/ 3677599 h 4882701"/>
                <a:gd name="connsiteX7508" fmla="*/ 358348 w 4954903"/>
                <a:gd name="connsiteY7508" fmla="*/ 3680385 h 4882701"/>
                <a:gd name="connsiteX7509" fmla="*/ 354803 w 4954903"/>
                <a:gd name="connsiteY7509" fmla="*/ 3668736 h 4882701"/>
                <a:gd name="connsiteX7510" fmla="*/ 344927 w 4954903"/>
                <a:gd name="connsiteY7510" fmla="*/ 3656075 h 4882701"/>
                <a:gd name="connsiteX7511" fmla="*/ 344674 w 4954903"/>
                <a:gd name="connsiteY7511" fmla="*/ 3656328 h 4882701"/>
                <a:gd name="connsiteX7512" fmla="*/ 358348 w 4954903"/>
                <a:gd name="connsiteY7512" fmla="*/ 3680385 h 4882701"/>
                <a:gd name="connsiteX7513" fmla="*/ 348725 w 4954903"/>
                <a:gd name="connsiteY7513" fmla="*/ 3683170 h 4882701"/>
                <a:gd name="connsiteX7514" fmla="*/ 344927 w 4954903"/>
                <a:gd name="connsiteY7514" fmla="*/ 3671522 h 4882701"/>
                <a:gd name="connsiteX7515" fmla="*/ 335304 w 4954903"/>
                <a:gd name="connsiteY7515" fmla="*/ 3658861 h 4882701"/>
                <a:gd name="connsiteX7516" fmla="*/ 348725 w 4954903"/>
                <a:gd name="connsiteY7516" fmla="*/ 3683170 h 4882701"/>
                <a:gd name="connsiteX7517" fmla="*/ 327454 w 4954903"/>
                <a:gd name="connsiteY7517" fmla="*/ 3661646 h 4882701"/>
                <a:gd name="connsiteX7518" fmla="*/ 340875 w 4954903"/>
                <a:gd name="connsiteY7518" fmla="*/ 3685956 h 4882701"/>
                <a:gd name="connsiteX7519" fmla="*/ 336570 w 4954903"/>
                <a:gd name="connsiteY7519" fmla="*/ 3674307 h 4882701"/>
                <a:gd name="connsiteX7520" fmla="*/ 327454 w 4954903"/>
                <a:gd name="connsiteY7520" fmla="*/ 3661646 h 4882701"/>
                <a:gd name="connsiteX7521" fmla="*/ 320870 w 4954903"/>
                <a:gd name="connsiteY7521" fmla="*/ 3664432 h 4882701"/>
                <a:gd name="connsiteX7522" fmla="*/ 334545 w 4954903"/>
                <a:gd name="connsiteY7522" fmla="*/ 3688741 h 4882701"/>
                <a:gd name="connsiteX7523" fmla="*/ 329733 w 4954903"/>
                <a:gd name="connsiteY7523" fmla="*/ 3677093 h 4882701"/>
                <a:gd name="connsiteX7524" fmla="*/ 320870 w 4954903"/>
                <a:gd name="connsiteY7524" fmla="*/ 3664432 h 4882701"/>
                <a:gd name="connsiteX7525" fmla="*/ 316059 w 4954903"/>
                <a:gd name="connsiteY7525" fmla="*/ 3667217 h 4882701"/>
                <a:gd name="connsiteX7526" fmla="*/ 329733 w 4954903"/>
                <a:gd name="connsiteY7526" fmla="*/ 3691527 h 4882701"/>
                <a:gd name="connsiteX7527" fmla="*/ 324416 w 4954903"/>
                <a:gd name="connsiteY7527" fmla="*/ 3679878 h 4882701"/>
                <a:gd name="connsiteX7528" fmla="*/ 316059 w 4954903"/>
                <a:gd name="connsiteY7528" fmla="*/ 3667217 h 4882701"/>
                <a:gd name="connsiteX7529" fmla="*/ 312767 w 4954903"/>
                <a:gd name="connsiteY7529" fmla="*/ 3670256 h 4882701"/>
                <a:gd name="connsiteX7530" fmla="*/ 326441 w 4954903"/>
                <a:gd name="connsiteY7530" fmla="*/ 3694565 h 4882701"/>
                <a:gd name="connsiteX7531" fmla="*/ 320870 w 4954903"/>
                <a:gd name="connsiteY7531" fmla="*/ 3682917 h 4882701"/>
                <a:gd name="connsiteX7532" fmla="*/ 312767 w 4954903"/>
                <a:gd name="connsiteY7532" fmla="*/ 3670256 h 4882701"/>
                <a:gd name="connsiteX7533" fmla="*/ 318845 w 4954903"/>
                <a:gd name="connsiteY7533" fmla="*/ 3685956 h 4882701"/>
                <a:gd name="connsiteX7534" fmla="*/ 310995 w 4954903"/>
                <a:gd name="connsiteY7534" fmla="*/ 3673294 h 4882701"/>
                <a:gd name="connsiteX7535" fmla="*/ 324669 w 4954903"/>
                <a:gd name="connsiteY7535" fmla="*/ 3697604 h 4882701"/>
                <a:gd name="connsiteX7536" fmla="*/ 318845 w 4954903"/>
                <a:gd name="connsiteY7536" fmla="*/ 3685956 h 4882701"/>
                <a:gd name="connsiteX7537" fmla="*/ 310995 w 4954903"/>
                <a:gd name="connsiteY7537" fmla="*/ 3676333 h 4882701"/>
                <a:gd name="connsiteX7538" fmla="*/ 324669 w 4954903"/>
                <a:gd name="connsiteY7538" fmla="*/ 3700643 h 4882701"/>
                <a:gd name="connsiteX7539" fmla="*/ 318338 w 4954903"/>
                <a:gd name="connsiteY7539" fmla="*/ 3688994 h 4882701"/>
                <a:gd name="connsiteX7540" fmla="*/ 310995 w 4954903"/>
                <a:gd name="connsiteY7540" fmla="*/ 3676333 h 4882701"/>
                <a:gd name="connsiteX7541" fmla="*/ 4586207 w 4954903"/>
                <a:gd name="connsiteY7541" fmla="*/ 3699883 h 4882701"/>
                <a:gd name="connsiteX7542" fmla="*/ 4591272 w 4954903"/>
                <a:gd name="connsiteY7542" fmla="*/ 3685956 h 4882701"/>
                <a:gd name="connsiteX7543" fmla="*/ 4577091 w 4954903"/>
                <a:gd name="connsiteY7543" fmla="*/ 3709759 h 4882701"/>
                <a:gd name="connsiteX7544" fmla="*/ 4586207 w 4954903"/>
                <a:gd name="connsiteY7544" fmla="*/ 3699883 h 4882701"/>
                <a:gd name="connsiteX7545" fmla="*/ 3388196 w 4954903"/>
                <a:gd name="connsiteY7545" fmla="*/ 3595554 h 4882701"/>
                <a:gd name="connsiteX7546" fmla="*/ 3379586 w 4954903"/>
                <a:gd name="connsiteY7546" fmla="*/ 3581373 h 4882701"/>
                <a:gd name="connsiteX7547" fmla="*/ 3365152 w 4954903"/>
                <a:gd name="connsiteY7547" fmla="*/ 3601125 h 4882701"/>
                <a:gd name="connsiteX7548" fmla="*/ 3388196 w 4954903"/>
                <a:gd name="connsiteY7548" fmla="*/ 3595554 h 4882701"/>
                <a:gd name="connsiteX7549" fmla="*/ 3335525 w 4954903"/>
                <a:gd name="connsiteY7549" fmla="*/ 3593528 h 4882701"/>
                <a:gd name="connsiteX7550" fmla="*/ 3326662 w 4954903"/>
                <a:gd name="connsiteY7550" fmla="*/ 3579348 h 4882701"/>
                <a:gd name="connsiteX7551" fmla="*/ 3312481 w 4954903"/>
                <a:gd name="connsiteY7551" fmla="*/ 3599352 h 4882701"/>
                <a:gd name="connsiteX7552" fmla="*/ 3335525 w 4954903"/>
                <a:gd name="connsiteY7552" fmla="*/ 3593528 h 4882701"/>
                <a:gd name="connsiteX7553" fmla="*/ 3282094 w 4954903"/>
                <a:gd name="connsiteY7553" fmla="*/ 3591249 h 4882701"/>
                <a:gd name="connsiteX7554" fmla="*/ 3272725 w 4954903"/>
                <a:gd name="connsiteY7554" fmla="*/ 3577068 h 4882701"/>
                <a:gd name="connsiteX7555" fmla="*/ 3258544 w 4954903"/>
                <a:gd name="connsiteY7555" fmla="*/ 3597073 h 4882701"/>
                <a:gd name="connsiteX7556" fmla="*/ 3282094 w 4954903"/>
                <a:gd name="connsiteY7556" fmla="*/ 3591249 h 4882701"/>
                <a:gd name="connsiteX7557" fmla="*/ 3218281 w 4954903"/>
                <a:gd name="connsiteY7557" fmla="*/ 3575043 h 4882701"/>
                <a:gd name="connsiteX7558" fmla="*/ 3204354 w 4954903"/>
                <a:gd name="connsiteY7558" fmla="*/ 3595048 h 4882701"/>
                <a:gd name="connsiteX7559" fmla="*/ 3227650 w 4954903"/>
                <a:gd name="connsiteY7559" fmla="*/ 3589224 h 4882701"/>
                <a:gd name="connsiteX7560" fmla="*/ 3218281 w 4954903"/>
                <a:gd name="connsiteY7560" fmla="*/ 3575043 h 4882701"/>
                <a:gd name="connsiteX7561" fmla="*/ 3173207 w 4954903"/>
                <a:gd name="connsiteY7561" fmla="*/ 3586944 h 4882701"/>
                <a:gd name="connsiteX7562" fmla="*/ 3163331 w 4954903"/>
                <a:gd name="connsiteY7562" fmla="*/ 3572764 h 4882701"/>
                <a:gd name="connsiteX7563" fmla="*/ 3148897 w 4954903"/>
                <a:gd name="connsiteY7563" fmla="*/ 3591756 h 4882701"/>
                <a:gd name="connsiteX7564" fmla="*/ 3173207 w 4954903"/>
                <a:gd name="connsiteY7564" fmla="*/ 3586944 h 4882701"/>
                <a:gd name="connsiteX7565" fmla="*/ 3118003 w 4954903"/>
                <a:gd name="connsiteY7565" fmla="*/ 3584919 h 4882701"/>
                <a:gd name="connsiteX7566" fmla="*/ 3107621 w 4954903"/>
                <a:gd name="connsiteY7566" fmla="*/ 3570738 h 4882701"/>
                <a:gd name="connsiteX7567" fmla="*/ 3093441 w 4954903"/>
                <a:gd name="connsiteY7567" fmla="*/ 3589730 h 4882701"/>
                <a:gd name="connsiteX7568" fmla="*/ 3118003 w 4954903"/>
                <a:gd name="connsiteY7568" fmla="*/ 3584919 h 4882701"/>
                <a:gd name="connsiteX7569" fmla="*/ 3062041 w 4954903"/>
                <a:gd name="connsiteY7569" fmla="*/ 3582893 h 4882701"/>
                <a:gd name="connsiteX7570" fmla="*/ 3051658 w 4954903"/>
                <a:gd name="connsiteY7570" fmla="*/ 3568712 h 4882701"/>
                <a:gd name="connsiteX7571" fmla="*/ 3037731 w 4954903"/>
                <a:gd name="connsiteY7571" fmla="*/ 3587704 h 4882701"/>
                <a:gd name="connsiteX7572" fmla="*/ 3062041 w 4954903"/>
                <a:gd name="connsiteY7572" fmla="*/ 3582893 h 4882701"/>
                <a:gd name="connsiteX7573" fmla="*/ 3005571 w 4954903"/>
                <a:gd name="connsiteY7573" fmla="*/ 3581120 h 4882701"/>
                <a:gd name="connsiteX7574" fmla="*/ 2994683 w 4954903"/>
                <a:gd name="connsiteY7574" fmla="*/ 3566940 h 4882701"/>
                <a:gd name="connsiteX7575" fmla="*/ 2980755 w 4954903"/>
                <a:gd name="connsiteY7575" fmla="*/ 3585931 h 4882701"/>
                <a:gd name="connsiteX7576" fmla="*/ 3005571 w 4954903"/>
                <a:gd name="connsiteY7576" fmla="*/ 3581120 h 4882701"/>
                <a:gd name="connsiteX7577" fmla="*/ 2948849 w 4954903"/>
                <a:gd name="connsiteY7577" fmla="*/ 3579348 h 4882701"/>
                <a:gd name="connsiteX7578" fmla="*/ 2937707 w 4954903"/>
                <a:gd name="connsiteY7578" fmla="*/ 3565167 h 4882701"/>
                <a:gd name="connsiteX7579" fmla="*/ 2924033 w 4954903"/>
                <a:gd name="connsiteY7579" fmla="*/ 3584159 h 4882701"/>
                <a:gd name="connsiteX7580" fmla="*/ 2948849 w 4954903"/>
                <a:gd name="connsiteY7580" fmla="*/ 3579348 h 4882701"/>
                <a:gd name="connsiteX7581" fmla="*/ 2891366 w 4954903"/>
                <a:gd name="connsiteY7581" fmla="*/ 3577575 h 4882701"/>
                <a:gd name="connsiteX7582" fmla="*/ 2879718 w 4954903"/>
                <a:gd name="connsiteY7582" fmla="*/ 3563394 h 4882701"/>
                <a:gd name="connsiteX7583" fmla="*/ 2866297 w 4954903"/>
                <a:gd name="connsiteY7583" fmla="*/ 3582386 h 4882701"/>
                <a:gd name="connsiteX7584" fmla="*/ 2891366 w 4954903"/>
                <a:gd name="connsiteY7584" fmla="*/ 3577575 h 4882701"/>
                <a:gd name="connsiteX7585" fmla="*/ 2808562 w 4954903"/>
                <a:gd name="connsiteY7585" fmla="*/ 3580867 h 4882701"/>
                <a:gd name="connsiteX7586" fmla="*/ 2833378 w 4954903"/>
                <a:gd name="connsiteY7586" fmla="*/ 3575803 h 4882701"/>
                <a:gd name="connsiteX7587" fmla="*/ 2821729 w 4954903"/>
                <a:gd name="connsiteY7587" fmla="*/ 3561622 h 4882701"/>
                <a:gd name="connsiteX7588" fmla="*/ 2808562 w 4954903"/>
                <a:gd name="connsiteY7588" fmla="*/ 3580867 h 4882701"/>
                <a:gd name="connsiteX7589" fmla="*/ 2750066 w 4954903"/>
                <a:gd name="connsiteY7589" fmla="*/ 3579094 h 4882701"/>
                <a:gd name="connsiteX7590" fmla="*/ 2775136 w 4954903"/>
                <a:gd name="connsiteY7590" fmla="*/ 3574030 h 4882701"/>
                <a:gd name="connsiteX7591" fmla="*/ 2763234 w 4954903"/>
                <a:gd name="connsiteY7591" fmla="*/ 3559849 h 4882701"/>
                <a:gd name="connsiteX7592" fmla="*/ 2750066 w 4954903"/>
                <a:gd name="connsiteY7592" fmla="*/ 3579094 h 4882701"/>
                <a:gd name="connsiteX7593" fmla="*/ 2691065 w 4954903"/>
                <a:gd name="connsiteY7593" fmla="*/ 3577575 h 4882701"/>
                <a:gd name="connsiteX7594" fmla="*/ 2716387 w 4954903"/>
                <a:gd name="connsiteY7594" fmla="*/ 3572511 h 4882701"/>
                <a:gd name="connsiteX7595" fmla="*/ 2703979 w 4954903"/>
                <a:gd name="connsiteY7595" fmla="*/ 3558583 h 4882701"/>
                <a:gd name="connsiteX7596" fmla="*/ 2691065 w 4954903"/>
                <a:gd name="connsiteY7596" fmla="*/ 3577575 h 4882701"/>
                <a:gd name="connsiteX7597" fmla="*/ 2644471 w 4954903"/>
                <a:gd name="connsiteY7597" fmla="*/ 3557064 h 4882701"/>
                <a:gd name="connsiteX7598" fmla="*/ 2631810 w 4954903"/>
                <a:gd name="connsiteY7598" fmla="*/ 3576309 h 4882701"/>
                <a:gd name="connsiteX7599" fmla="*/ 2656879 w 4954903"/>
                <a:gd name="connsiteY7599" fmla="*/ 3571244 h 4882701"/>
                <a:gd name="connsiteX7600" fmla="*/ 2644471 w 4954903"/>
                <a:gd name="connsiteY7600" fmla="*/ 3557064 h 4882701"/>
                <a:gd name="connsiteX7601" fmla="*/ 2572302 w 4954903"/>
                <a:gd name="connsiteY7601" fmla="*/ 3574789 h 4882701"/>
                <a:gd name="connsiteX7602" fmla="*/ 2597624 w 4954903"/>
                <a:gd name="connsiteY7602" fmla="*/ 3569725 h 4882701"/>
                <a:gd name="connsiteX7603" fmla="*/ 2584710 w 4954903"/>
                <a:gd name="connsiteY7603" fmla="*/ 3555798 h 4882701"/>
                <a:gd name="connsiteX7604" fmla="*/ 2572302 w 4954903"/>
                <a:gd name="connsiteY7604" fmla="*/ 3574789 h 4882701"/>
                <a:gd name="connsiteX7605" fmla="*/ 2524695 w 4954903"/>
                <a:gd name="connsiteY7605" fmla="*/ 3554278 h 4882701"/>
                <a:gd name="connsiteX7606" fmla="*/ 2512541 w 4954903"/>
                <a:gd name="connsiteY7606" fmla="*/ 3573523 h 4882701"/>
                <a:gd name="connsiteX7607" fmla="*/ 2537863 w 4954903"/>
                <a:gd name="connsiteY7607" fmla="*/ 3568206 h 4882701"/>
                <a:gd name="connsiteX7608" fmla="*/ 2524695 w 4954903"/>
                <a:gd name="connsiteY7608" fmla="*/ 3554278 h 4882701"/>
                <a:gd name="connsiteX7609" fmla="*/ 2464174 w 4954903"/>
                <a:gd name="connsiteY7609" fmla="*/ 3553266 h 4882701"/>
                <a:gd name="connsiteX7610" fmla="*/ 2452273 w 4954903"/>
                <a:gd name="connsiteY7610" fmla="*/ 3572511 h 4882701"/>
                <a:gd name="connsiteX7611" fmla="*/ 2477595 w 4954903"/>
                <a:gd name="connsiteY7611" fmla="*/ 3567193 h 4882701"/>
                <a:gd name="connsiteX7612" fmla="*/ 2464174 w 4954903"/>
                <a:gd name="connsiteY7612" fmla="*/ 3553266 h 4882701"/>
                <a:gd name="connsiteX7613" fmla="*/ 2403653 w 4954903"/>
                <a:gd name="connsiteY7613" fmla="*/ 3551999 h 4882701"/>
                <a:gd name="connsiteX7614" fmla="*/ 2392005 w 4954903"/>
                <a:gd name="connsiteY7614" fmla="*/ 3571244 h 4882701"/>
                <a:gd name="connsiteX7615" fmla="*/ 2417328 w 4954903"/>
                <a:gd name="connsiteY7615" fmla="*/ 3565927 h 4882701"/>
                <a:gd name="connsiteX7616" fmla="*/ 2403653 w 4954903"/>
                <a:gd name="connsiteY7616" fmla="*/ 3551999 h 4882701"/>
                <a:gd name="connsiteX7617" fmla="*/ 2356553 w 4954903"/>
                <a:gd name="connsiteY7617" fmla="*/ 3564914 h 4882701"/>
                <a:gd name="connsiteX7618" fmla="*/ 2342626 w 4954903"/>
                <a:gd name="connsiteY7618" fmla="*/ 3550986 h 4882701"/>
                <a:gd name="connsiteX7619" fmla="*/ 2331231 w 4954903"/>
                <a:gd name="connsiteY7619" fmla="*/ 3570232 h 4882701"/>
                <a:gd name="connsiteX7620" fmla="*/ 2356553 w 4954903"/>
                <a:gd name="connsiteY7620" fmla="*/ 3564914 h 4882701"/>
                <a:gd name="connsiteX7621" fmla="*/ 2295779 w 4954903"/>
                <a:gd name="connsiteY7621" fmla="*/ 3563901 h 4882701"/>
                <a:gd name="connsiteX7622" fmla="*/ 2281345 w 4954903"/>
                <a:gd name="connsiteY7622" fmla="*/ 3549973 h 4882701"/>
                <a:gd name="connsiteX7623" fmla="*/ 2270203 w 4954903"/>
                <a:gd name="connsiteY7623" fmla="*/ 3569218 h 4882701"/>
                <a:gd name="connsiteX7624" fmla="*/ 2295779 w 4954903"/>
                <a:gd name="connsiteY7624" fmla="*/ 3563901 h 4882701"/>
                <a:gd name="connsiteX7625" fmla="*/ 2234498 w 4954903"/>
                <a:gd name="connsiteY7625" fmla="*/ 3563141 h 4882701"/>
                <a:gd name="connsiteX7626" fmla="*/ 2220065 w 4954903"/>
                <a:gd name="connsiteY7626" fmla="*/ 3549214 h 4882701"/>
                <a:gd name="connsiteX7627" fmla="*/ 2209176 w 4954903"/>
                <a:gd name="connsiteY7627" fmla="*/ 3568459 h 4882701"/>
                <a:gd name="connsiteX7628" fmla="*/ 2234498 w 4954903"/>
                <a:gd name="connsiteY7628" fmla="*/ 3563141 h 4882701"/>
                <a:gd name="connsiteX7629" fmla="*/ 2173471 w 4954903"/>
                <a:gd name="connsiteY7629" fmla="*/ 3562128 h 4882701"/>
                <a:gd name="connsiteX7630" fmla="*/ 2158784 w 4954903"/>
                <a:gd name="connsiteY7630" fmla="*/ 3548201 h 4882701"/>
                <a:gd name="connsiteX7631" fmla="*/ 2148149 w 4954903"/>
                <a:gd name="connsiteY7631" fmla="*/ 3567446 h 4882701"/>
                <a:gd name="connsiteX7632" fmla="*/ 2173471 w 4954903"/>
                <a:gd name="connsiteY7632" fmla="*/ 3562128 h 4882701"/>
                <a:gd name="connsiteX7633" fmla="*/ 407980 w 4954903"/>
                <a:gd name="connsiteY7633" fmla="*/ 3586691 h 4882701"/>
                <a:gd name="connsiteX7634" fmla="*/ 407474 w 4954903"/>
                <a:gd name="connsiteY7634" fmla="*/ 3586691 h 4882701"/>
                <a:gd name="connsiteX7635" fmla="*/ 419122 w 4954903"/>
                <a:gd name="connsiteY7635" fmla="*/ 3611254 h 4882701"/>
                <a:gd name="connsiteX7636" fmla="*/ 419122 w 4954903"/>
                <a:gd name="connsiteY7636" fmla="*/ 3599605 h 4882701"/>
                <a:gd name="connsiteX7637" fmla="*/ 407980 w 4954903"/>
                <a:gd name="connsiteY7637" fmla="*/ 3586691 h 4882701"/>
                <a:gd name="connsiteX7638" fmla="*/ 388988 w 4954903"/>
                <a:gd name="connsiteY7638" fmla="*/ 3589224 h 4882701"/>
                <a:gd name="connsiteX7639" fmla="*/ 388482 w 4954903"/>
                <a:gd name="connsiteY7639" fmla="*/ 3589224 h 4882701"/>
                <a:gd name="connsiteX7640" fmla="*/ 400383 w 4954903"/>
                <a:gd name="connsiteY7640" fmla="*/ 3613786 h 4882701"/>
                <a:gd name="connsiteX7641" fmla="*/ 399877 w 4954903"/>
                <a:gd name="connsiteY7641" fmla="*/ 3602138 h 4882701"/>
                <a:gd name="connsiteX7642" fmla="*/ 388988 w 4954903"/>
                <a:gd name="connsiteY7642" fmla="*/ 3589224 h 4882701"/>
                <a:gd name="connsiteX7643" fmla="*/ 371516 w 4954903"/>
                <a:gd name="connsiteY7643" fmla="*/ 3591756 h 4882701"/>
                <a:gd name="connsiteX7644" fmla="*/ 371262 w 4954903"/>
                <a:gd name="connsiteY7644" fmla="*/ 3592009 h 4882701"/>
                <a:gd name="connsiteX7645" fmla="*/ 383417 w 4954903"/>
                <a:gd name="connsiteY7645" fmla="*/ 3616572 h 4882701"/>
                <a:gd name="connsiteX7646" fmla="*/ 382404 w 4954903"/>
                <a:gd name="connsiteY7646" fmla="*/ 3604923 h 4882701"/>
                <a:gd name="connsiteX7647" fmla="*/ 371516 w 4954903"/>
                <a:gd name="connsiteY7647" fmla="*/ 3591756 h 4882701"/>
                <a:gd name="connsiteX7648" fmla="*/ 355562 w 4954903"/>
                <a:gd name="connsiteY7648" fmla="*/ 3594288 h 4882701"/>
                <a:gd name="connsiteX7649" fmla="*/ 355309 w 4954903"/>
                <a:gd name="connsiteY7649" fmla="*/ 3594288 h 4882701"/>
                <a:gd name="connsiteX7650" fmla="*/ 367464 w 4954903"/>
                <a:gd name="connsiteY7650" fmla="*/ 3618851 h 4882701"/>
                <a:gd name="connsiteX7651" fmla="*/ 365945 w 4954903"/>
                <a:gd name="connsiteY7651" fmla="*/ 3607202 h 4882701"/>
                <a:gd name="connsiteX7652" fmla="*/ 355562 w 4954903"/>
                <a:gd name="connsiteY7652" fmla="*/ 3594288 h 4882701"/>
                <a:gd name="connsiteX7653" fmla="*/ 353030 w 4954903"/>
                <a:gd name="connsiteY7653" fmla="*/ 3621636 h 4882701"/>
                <a:gd name="connsiteX7654" fmla="*/ 351258 w 4954903"/>
                <a:gd name="connsiteY7654" fmla="*/ 3609988 h 4882701"/>
                <a:gd name="connsiteX7655" fmla="*/ 351258 w 4954903"/>
                <a:gd name="connsiteY7655" fmla="*/ 3609988 h 4882701"/>
                <a:gd name="connsiteX7656" fmla="*/ 341129 w 4954903"/>
                <a:gd name="connsiteY7656" fmla="*/ 3597073 h 4882701"/>
                <a:gd name="connsiteX7657" fmla="*/ 353030 w 4954903"/>
                <a:gd name="connsiteY7657" fmla="*/ 3621636 h 4882701"/>
                <a:gd name="connsiteX7658" fmla="*/ 340622 w 4954903"/>
                <a:gd name="connsiteY7658" fmla="*/ 3624422 h 4882701"/>
                <a:gd name="connsiteX7659" fmla="*/ 337837 w 4954903"/>
                <a:gd name="connsiteY7659" fmla="*/ 3612773 h 4882701"/>
                <a:gd name="connsiteX7660" fmla="*/ 327961 w 4954903"/>
                <a:gd name="connsiteY7660" fmla="*/ 3599859 h 4882701"/>
                <a:gd name="connsiteX7661" fmla="*/ 327708 w 4954903"/>
                <a:gd name="connsiteY7661" fmla="*/ 3600112 h 4882701"/>
                <a:gd name="connsiteX7662" fmla="*/ 340622 w 4954903"/>
                <a:gd name="connsiteY7662" fmla="*/ 3624422 h 4882701"/>
                <a:gd name="connsiteX7663" fmla="*/ 329227 w 4954903"/>
                <a:gd name="connsiteY7663" fmla="*/ 3626954 h 4882701"/>
                <a:gd name="connsiteX7664" fmla="*/ 326188 w 4954903"/>
                <a:gd name="connsiteY7664" fmla="*/ 3615306 h 4882701"/>
                <a:gd name="connsiteX7665" fmla="*/ 316566 w 4954903"/>
                <a:gd name="connsiteY7665" fmla="*/ 3602391 h 4882701"/>
                <a:gd name="connsiteX7666" fmla="*/ 316312 w 4954903"/>
                <a:gd name="connsiteY7666" fmla="*/ 3602644 h 4882701"/>
                <a:gd name="connsiteX7667" fmla="*/ 329227 w 4954903"/>
                <a:gd name="connsiteY7667" fmla="*/ 3626954 h 4882701"/>
                <a:gd name="connsiteX7668" fmla="*/ 306943 w 4954903"/>
                <a:gd name="connsiteY7668" fmla="*/ 3605176 h 4882701"/>
                <a:gd name="connsiteX7669" fmla="*/ 319604 w 4954903"/>
                <a:gd name="connsiteY7669" fmla="*/ 3629739 h 4882701"/>
                <a:gd name="connsiteX7670" fmla="*/ 316059 w 4954903"/>
                <a:gd name="connsiteY7670" fmla="*/ 3617838 h 4882701"/>
                <a:gd name="connsiteX7671" fmla="*/ 306943 w 4954903"/>
                <a:gd name="connsiteY7671" fmla="*/ 3605176 h 4882701"/>
                <a:gd name="connsiteX7672" fmla="*/ 307450 w 4954903"/>
                <a:gd name="connsiteY7672" fmla="*/ 3620877 h 4882701"/>
                <a:gd name="connsiteX7673" fmla="*/ 298587 w 4954903"/>
                <a:gd name="connsiteY7673" fmla="*/ 3607962 h 4882701"/>
                <a:gd name="connsiteX7674" fmla="*/ 311501 w 4954903"/>
                <a:gd name="connsiteY7674" fmla="*/ 3632525 h 4882701"/>
                <a:gd name="connsiteX7675" fmla="*/ 307450 w 4954903"/>
                <a:gd name="connsiteY7675" fmla="*/ 3620877 h 4882701"/>
                <a:gd name="connsiteX7676" fmla="*/ 292003 w 4954903"/>
                <a:gd name="connsiteY7676" fmla="*/ 3611001 h 4882701"/>
                <a:gd name="connsiteX7677" fmla="*/ 305170 w 4954903"/>
                <a:gd name="connsiteY7677" fmla="*/ 3635564 h 4882701"/>
                <a:gd name="connsiteX7678" fmla="*/ 300612 w 4954903"/>
                <a:gd name="connsiteY7678" fmla="*/ 3623915 h 4882701"/>
                <a:gd name="connsiteX7679" fmla="*/ 292003 w 4954903"/>
                <a:gd name="connsiteY7679" fmla="*/ 3611001 h 4882701"/>
                <a:gd name="connsiteX7680" fmla="*/ 286938 w 4954903"/>
                <a:gd name="connsiteY7680" fmla="*/ 3613786 h 4882701"/>
                <a:gd name="connsiteX7681" fmla="*/ 300106 w 4954903"/>
                <a:gd name="connsiteY7681" fmla="*/ 3638349 h 4882701"/>
                <a:gd name="connsiteX7682" fmla="*/ 295041 w 4954903"/>
                <a:gd name="connsiteY7682" fmla="*/ 3626448 h 4882701"/>
                <a:gd name="connsiteX7683" fmla="*/ 286938 w 4954903"/>
                <a:gd name="connsiteY7683" fmla="*/ 3613786 h 4882701"/>
                <a:gd name="connsiteX7684" fmla="*/ 283646 w 4954903"/>
                <a:gd name="connsiteY7684" fmla="*/ 3616825 h 4882701"/>
                <a:gd name="connsiteX7685" fmla="*/ 296814 w 4954903"/>
                <a:gd name="connsiteY7685" fmla="*/ 3641388 h 4882701"/>
                <a:gd name="connsiteX7686" fmla="*/ 291496 w 4954903"/>
                <a:gd name="connsiteY7686" fmla="*/ 3629486 h 4882701"/>
                <a:gd name="connsiteX7687" fmla="*/ 283646 w 4954903"/>
                <a:gd name="connsiteY7687" fmla="*/ 3616825 h 4882701"/>
                <a:gd name="connsiteX7688" fmla="*/ 289470 w 4954903"/>
                <a:gd name="connsiteY7688" fmla="*/ 3632778 h 4882701"/>
                <a:gd name="connsiteX7689" fmla="*/ 282127 w 4954903"/>
                <a:gd name="connsiteY7689" fmla="*/ 3619864 h 4882701"/>
                <a:gd name="connsiteX7690" fmla="*/ 295295 w 4954903"/>
                <a:gd name="connsiteY7690" fmla="*/ 3644427 h 4882701"/>
                <a:gd name="connsiteX7691" fmla="*/ 289470 w 4954903"/>
                <a:gd name="connsiteY7691" fmla="*/ 3632778 h 4882701"/>
                <a:gd name="connsiteX7692" fmla="*/ 282127 w 4954903"/>
                <a:gd name="connsiteY7692" fmla="*/ 3622903 h 4882701"/>
                <a:gd name="connsiteX7693" fmla="*/ 295295 w 4954903"/>
                <a:gd name="connsiteY7693" fmla="*/ 3647465 h 4882701"/>
                <a:gd name="connsiteX7694" fmla="*/ 289217 w 4954903"/>
                <a:gd name="connsiteY7694" fmla="*/ 3635564 h 4882701"/>
                <a:gd name="connsiteX7695" fmla="*/ 282127 w 4954903"/>
                <a:gd name="connsiteY7695" fmla="*/ 3622903 h 4882701"/>
                <a:gd name="connsiteX7696" fmla="*/ 4625710 w 4954903"/>
                <a:gd name="connsiteY7696" fmla="*/ 3663672 h 4882701"/>
                <a:gd name="connsiteX7697" fmla="*/ 4633560 w 4954903"/>
                <a:gd name="connsiteY7697" fmla="*/ 3653543 h 4882701"/>
                <a:gd name="connsiteX7698" fmla="*/ 4639131 w 4954903"/>
                <a:gd name="connsiteY7698" fmla="*/ 3639362 h 4882701"/>
                <a:gd name="connsiteX7699" fmla="*/ 4625710 w 4954903"/>
                <a:gd name="connsiteY7699" fmla="*/ 3663672 h 4882701"/>
                <a:gd name="connsiteX7700" fmla="*/ 4608744 w 4954903"/>
                <a:gd name="connsiteY7700" fmla="*/ 3629233 h 4882701"/>
                <a:gd name="connsiteX7701" fmla="*/ 4594817 w 4954903"/>
                <a:gd name="connsiteY7701" fmla="*/ 3653036 h 4882701"/>
                <a:gd name="connsiteX7702" fmla="*/ 4604186 w 4954903"/>
                <a:gd name="connsiteY7702" fmla="*/ 3643414 h 4882701"/>
                <a:gd name="connsiteX7703" fmla="*/ 4608744 w 4954903"/>
                <a:gd name="connsiteY7703" fmla="*/ 3629233 h 4882701"/>
                <a:gd name="connsiteX7704" fmla="*/ 3445931 w 4954903"/>
                <a:gd name="connsiteY7704" fmla="*/ 3529209 h 4882701"/>
                <a:gd name="connsiteX7705" fmla="*/ 3431497 w 4954903"/>
                <a:gd name="connsiteY7705" fmla="*/ 3549214 h 4882701"/>
                <a:gd name="connsiteX7706" fmla="*/ 3454288 w 4954903"/>
                <a:gd name="connsiteY7706" fmla="*/ 3543389 h 4882701"/>
                <a:gd name="connsiteX7707" fmla="*/ 3445931 w 4954903"/>
                <a:gd name="connsiteY7707" fmla="*/ 3529209 h 4882701"/>
                <a:gd name="connsiteX7708" fmla="*/ 3401617 w 4954903"/>
                <a:gd name="connsiteY7708" fmla="*/ 3541110 h 4882701"/>
                <a:gd name="connsiteX7709" fmla="*/ 3392753 w 4954903"/>
                <a:gd name="connsiteY7709" fmla="*/ 3526677 h 4882701"/>
                <a:gd name="connsiteX7710" fmla="*/ 3378320 w 4954903"/>
                <a:gd name="connsiteY7710" fmla="*/ 3546935 h 4882701"/>
                <a:gd name="connsiteX7711" fmla="*/ 3401617 w 4954903"/>
                <a:gd name="connsiteY7711" fmla="*/ 3541110 h 4882701"/>
                <a:gd name="connsiteX7712" fmla="*/ 3348186 w 4954903"/>
                <a:gd name="connsiteY7712" fmla="*/ 3538831 h 4882701"/>
                <a:gd name="connsiteX7713" fmla="*/ 3338817 w 4954903"/>
                <a:gd name="connsiteY7713" fmla="*/ 3524397 h 4882701"/>
                <a:gd name="connsiteX7714" fmla="*/ 3324636 w 4954903"/>
                <a:gd name="connsiteY7714" fmla="*/ 3544656 h 4882701"/>
                <a:gd name="connsiteX7715" fmla="*/ 3348186 w 4954903"/>
                <a:gd name="connsiteY7715" fmla="*/ 3538831 h 4882701"/>
                <a:gd name="connsiteX7716" fmla="*/ 3294249 w 4954903"/>
                <a:gd name="connsiteY7716" fmla="*/ 3536806 h 4882701"/>
                <a:gd name="connsiteX7717" fmla="*/ 3284626 w 4954903"/>
                <a:gd name="connsiteY7717" fmla="*/ 3522372 h 4882701"/>
                <a:gd name="connsiteX7718" fmla="*/ 3270699 w 4954903"/>
                <a:gd name="connsiteY7718" fmla="*/ 3542630 h 4882701"/>
                <a:gd name="connsiteX7719" fmla="*/ 3294249 w 4954903"/>
                <a:gd name="connsiteY7719" fmla="*/ 3536806 h 4882701"/>
                <a:gd name="connsiteX7720" fmla="*/ 3239299 w 4954903"/>
                <a:gd name="connsiteY7720" fmla="*/ 3534527 h 4882701"/>
                <a:gd name="connsiteX7721" fmla="*/ 3229423 w 4954903"/>
                <a:gd name="connsiteY7721" fmla="*/ 3520093 h 4882701"/>
                <a:gd name="connsiteX7722" fmla="*/ 3215496 w 4954903"/>
                <a:gd name="connsiteY7722" fmla="*/ 3540351 h 4882701"/>
                <a:gd name="connsiteX7723" fmla="*/ 3239299 w 4954903"/>
                <a:gd name="connsiteY7723" fmla="*/ 3534527 h 4882701"/>
                <a:gd name="connsiteX7724" fmla="*/ 3183842 w 4954903"/>
                <a:gd name="connsiteY7724" fmla="*/ 3532501 h 4882701"/>
                <a:gd name="connsiteX7725" fmla="*/ 3173713 w 4954903"/>
                <a:gd name="connsiteY7725" fmla="*/ 3518067 h 4882701"/>
                <a:gd name="connsiteX7726" fmla="*/ 3159279 w 4954903"/>
                <a:gd name="connsiteY7726" fmla="*/ 3537312 h 4882701"/>
                <a:gd name="connsiteX7727" fmla="*/ 3183842 w 4954903"/>
                <a:gd name="connsiteY7727" fmla="*/ 3532501 h 4882701"/>
                <a:gd name="connsiteX7728" fmla="*/ 3127879 w 4954903"/>
                <a:gd name="connsiteY7728" fmla="*/ 3530222 h 4882701"/>
                <a:gd name="connsiteX7729" fmla="*/ 3117244 w 4954903"/>
                <a:gd name="connsiteY7729" fmla="*/ 3515788 h 4882701"/>
                <a:gd name="connsiteX7730" fmla="*/ 3103063 w 4954903"/>
                <a:gd name="connsiteY7730" fmla="*/ 3535033 h 4882701"/>
                <a:gd name="connsiteX7731" fmla="*/ 3127879 w 4954903"/>
                <a:gd name="connsiteY7731" fmla="*/ 3530222 h 4882701"/>
                <a:gd name="connsiteX7732" fmla="*/ 3071157 w 4954903"/>
                <a:gd name="connsiteY7732" fmla="*/ 3528449 h 4882701"/>
                <a:gd name="connsiteX7733" fmla="*/ 3060521 w 4954903"/>
                <a:gd name="connsiteY7733" fmla="*/ 3514269 h 4882701"/>
                <a:gd name="connsiteX7734" fmla="*/ 3046594 w 4954903"/>
                <a:gd name="connsiteY7734" fmla="*/ 3533514 h 4882701"/>
                <a:gd name="connsiteX7735" fmla="*/ 3071157 w 4954903"/>
                <a:gd name="connsiteY7735" fmla="*/ 3528449 h 4882701"/>
                <a:gd name="connsiteX7736" fmla="*/ 3014181 w 4954903"/>
                <a:gd name="connsiteY7736" fmla="*/ 3526423 h 4882701"/>
                <a:gd name="connsiteX7737" fmla="*/ 3003039 w 4954903"/>
                <a:gd name="connsiteY7737" fmla="*/ 3512243 h 4882701"/>
                <a:gd name="connsiteX7738" fmla="*/ 2989112 w 4954903"/>
                <a:gd name="connsiteY7738" fmla="*/ 3531488 h 4882701"/>
                <a:gd name="connsiteX7739" fmla="*/ 3014181 w 4954903"/>
                <a:gd name="connsiteY7739" fmla="*/ 3526423 h 4882701"/>
                <a:gd name="connsiteX7740" fmla="*/ 2956445 w 4954903"/>
                <a:gd name="connsiteY7740" fmla="*/ 3524651 h 4882701"/>
                <a:gd name="connsiteX7741" fmla="*/ 2945050 w 4954903"/>
                <a:gd name="connsiteY7741" fmla="*/ 3510470 h 4882701"/>
                <a:gd name="connsiteX7742" fmla="*/ 2931376 w 4954903"/>
                <a:gd name="connsiteY7742" fmla="*/ 3529715 h 4882701"/>
                <a:gd name="connsiteX7743" fmla="*/ 2956445 w 4954903"/>
                <a:gd name="connsiteY7743" fmla="*/ 3524651 h 4882701"/>
                <a:gd name="connsiteX7744" fmla="*/ 2898203 w 4954903"/>
                <a:gd name="connsiteY7744" fmla="*/ 3522878 h 4882701"/>
                <a:gd name="connsiteX7745" fmla="*/ 2886302 w 4954903"/>
                <a:gd name="connsiteY7745" fmla="*/ 3508698 h 4882701"/>
                <a:gd name="connsiteX7746" fmla="*/ 2872881 w 4954903"/>
                <a:gd name="connsiteY7746" fmla="*/ 3527943 h 4882701"/>
                <a:gd name="connsiteX7747" fmla="*/ 2898203 w 4954903"/>
                <a:gd name="connsiteY7747" fmla="*/ 3522878 h 4882701"/>
                <a:gd name="connsiteX7748" fmla="*/ 2814386 w 4954903"/>
                <a:gd name="connsiteY7748" fmla="*/ 3526170 h 4882701"/>
                <a:gd name="connsiteX7749" fmla="*/ 2839708 w 4954903"/>
                <a:gd name="connsiteY7749" fmla="*/ 3521106 h 4882701"/>
                <a:gd name="connsiteX7750" fmla="*/ 2827807 w 4954903"/>
                <a:gd name="connsiteY7750" fmla="*/ 3506925 h 4882701"/>
                <a:gd name="connsiteX7751" fmla="*/ 2814386 w 4954903"/>
                <a:gd name="connsiteY7751" fmla="*/ 3526170 h 4882701"/>
                <a:gd name="connsiteX7752" fmla="*/ 2754878 w 4954903"/>
                <a:gd name="connsiteY7752" fmla="*/ 3524651 h 4882701"/>
                <a:gd name="connsiteX7753" fmla="*/ 2780200 w 4954903"/>
                <a:gd name="connsiteY7753" fmla="*/ 3519586 h 4882701"/>
                <a:gd name="connsiteX7754" fmla="*/ 2768045 w 4954903"/>
                <a:gd name="connsiteY7754" fmla="*/ 3505405 h 4882701"/>
                <a:gd name="connsiteX7755" fmla="*/ 2754878 w 4954903"/>
                <a:gd name="connsiteY7755" fmla="*/ 3524651 h 4882701"/>
                <a:gd name="connsiteX7756" fmla="*/ 2720945 w 4954903"/>
                <a:gd name="connsiteY7756" fmla="*/ 3517814 h 4882701"/>
                <a:gd name="connsiteX7757" fmla="*/ 2708284 w 4954903"/>
                <a:gd name="connsiteY7757" fmla="*/ 3503633 h 4882701"/>
                <a:gd name="connsiteX7758" fmla="*/ 2695370 w 4954903"/>
                <a:gd name="connsiteY7758" fmla="*/ 3523132 h 4882701"/>
                <a:gd name="connsiteX7759" fmla="*/ 2720945 w 4954903"/>
                <a:gd name="connsiteY7759" fmla="*/ 3517814 h 4882701"/>
                <a:gd name="connsiteX7760" fmla="*/ 2648016 w 4954903"/>
                <a:gd name="connsiteY7760" fmla="*/ 3502114 h 4882701"/>
                <a:gd name="connsiteX7761" fmla="*/ 2635355 w 4954903"/>
                <a:gd name="connsiteY7761" fmla="*/ 3521612 h 4882701"/>
                <a:gd name="connsiteX7762" fmla="*/ 2660931 w 4954903"/>
                <a:gd name="connsiteY7762" fmla="*/ 3516547 h 4882701"/>
                <a:gd name="connsiteX7763" fmla="*/ 2648016 w 4954903"/>
                <a:gd name="connsiteY7763" fmla="*/ 3502114 h 4882701"/>
                <a:gd name="connsiteX7764" fmla="*/ 2575087 w 4954903"/>
                <a:gd name="connsiteY7764" fmla="*/ 3520093 h 4882701"/>
                <a:gd name="connsiteX7765" fmla="*/ 2600663 w 4954903"/>
                <a:gd name="connsiteY7765" fmla="*/ 3514775 h 4882701"/>
                <a:gd name="connsiteX7766" fmla="*/ 2587495 w 4954903"/>
                <a:gd name="connsiteY7766" fmla="*/ 3500594 h 4882701"/>
                <a:gd name="connsiteX7767" fmla="*/ 2575087 w 4954903"/>
                <a:gd name="connsiteY7767" fmla="*/ 3520093 h 4882701"/>
                <a:gd name="connsiteX7768" fmla="*/ 2526721 w 4954903"/>
                <a:gd name="connsiteY7768" fmla="*/ 3499328 h 4882701"/>
                <a:gd name="connsiteX7769" fmla="*/ 2514313 w 4954903"/>
                <a:gd name="connsiteY7769" fmla="*/ 3518827 h 4882701"/>
                <a:gd name="connsiteX7770" fmla="*/ 2540142 w 4954903"/>
                <a:gd name="connsiteY7770" fmla="*/ 3513509 h 4882701"/>
                <a:gd name="connsiteX7771" fmla="*/ 2526721 w 4954903"/>
                <a:gd name="connsiteY7771" fmla="*/ 3499328 h 4882701"/>
                <a:gd name="connsiteX7772" fmla="*/ 2465440 w 4954903"/>
                <a:gd name="connsiteY7772" fmla="*/ 3498062 h 4882701"/>
                <a:gd name="connsiteX7773" fmla="*/ 2453539 w 4954903"/>
                <a:gd name="connsiteY7773" fmla="*/ 3517561 h 4882701"/>
                <a:gd name="connsiteX7774" fmla="*/ 2479368 w 4954903"/>
                <a:gd name="connsiteY7774" fmla="*/ 3512243 h 4882701"/>
                <a:gd name="connsiteX7775" fmla="*/ 2465440 w 4954903"/>
                <a:gd name="connsiteY7775" fmla="*/ 3498062 h 4882701"/>
                <a:gd name="connsiteX7776" fmla="*/ 2403907 w 4954903"/>
                <a:gd name="connsiteY7776" fmla="*/ 3497049 h 4882701"/>
                <a:gd name="connsiteX7777" fmla="*/ 2392258 w 4954903"/>
                <a:gd name="connsiteY7777" fmla="*/ 3516547 h 4882701"/>
                <a:gd name="connsiteX7778" fmla="*/ 2417834 w 4954903"/>
                <a:gd name="connsiteY7778" fmla="*/ 3511230 h 4882701"/>
                <a:gd name="connsiteX7779" fmla="*/ 2403907 w 4954903"/>
                <a:gd name="connsiteY7779" fmla="*/ 3497049 h 4882701"/>
                <a:gd name="connsiteX7780" fmla="*/ 2356300 w 4954903"/>
                <a:gd name="connsiteY7780" fmla="*/ 3509964 h 4882701"/>
                <a:gd name="connsiteX7781" fmla="*/ 2342119 w 4954903"/>
                <a:gd name="connsiteY7781" fmla="*/ 3495783 h 4882701"/>
                <a:gd name="connsiteX7782" fmla="*/ 2330471 w 4954903"/>
                <a:gd name="connsiteY7782" fmla="*/ 3515282 h 4882701"/>
                <a:gd name="connsiteX7783" fmla="*/ 2356300 w 4954903"/>
                <a:gd name="connsiteY7783" fmla="*/ 3509964 h 4882701"/>
                <a:gd name="connsiteX7784" fmla="*/ 2294766 w 4954903"/>
                <a:gd name="connsiteY7784" fmla="*/ 3508951 h 4882701"/>
                <a:gd name="connsiteX7785" fmla="*/ 2280332 w 4954903"/>
                <a:gd name="connsiteY7785" fmla="*/ 3494770 h 4882701"/>
                <a:gd name="connsiteX7786" fmla="*/ 2268937 w 4954903"/>
                <a:gd name="connsiteY7786" fmla="*/ 3514269 h 4882701"/>
                <a:gd name="connsiteX7787" fmla="*/ 2294766 w 4954903"/>
                <a:gd name="connsiteY7787" fmla="*/ 3508951 h 4882701"/>
                <a:gd name="connsiteX7788" fmla="*/ 2232726 w 4954903"/>
                <a:gd name="connsiteY7788" fmla="*/ 3508191 h 4882701"/>
                <a:gd name="connsiteX7789" fmla="*/ 2218039 w 4954903"/>
                <a:gd name="connsiteY7789" fmla="*/ 3494010 h 4882701"/>
                <a:gd name="connsiteX7790" fmla="*/ 2206897 w 4954903"/>
                <a:gd name="connsiteY7790" fmla="*/ 3513509 h 4882701"/>
                <a:gd name="connsiteX7791" fmla="*/ 2232726 w 4954903"/>
                <a:gd name="connsiteY7791" fmla="*/ 3508191 h 4882701"/>
                <a:gd name="connsiteX7792" fmla="*/ 2170686 w 4954903"/>
                <a:gd name="connsiteY7792" fmla="*/ 3507178 h 4882701"/>
                <a:gd name="connsiteX7793" fmla="*/ 2155745 w 4954903"/>
                <a:gd name="connsiteY7793" fmla="*/ 3492998 h 4882701"/>
                <a:gd name="connsiteX7794" fmla="*/ 2144856 w 4954903"/>
                <a:gd name="connsiteY7794" fmla="*/ 3512496 h 4882701"/>
                <a:gd name="connsiteX7795" fmla="*/ 2170686 w 4954903"/>
                <a:gd name="connsiteY7795" fmla="*/ 3507178 h 4882701"/>
                <a:gd name="connsiteX7796" fmla="*/ 1687277 w 4954903"/>
                <a:gd name="connsiteY7796" fmla="*/ 3503886 h 4882701"/>
                <a:gd name="connsiteX7797" fmla="*/ 1672084 w 4954903"/>
                <a:gd name="connsiteY7797" fmla="*/ 3489959 h 4882701"/>
                <a:gd name="connsiteX7798" fmla="*/ 1670818 w 4954903"/>
                <a:gd name="connsiteY7798" fmla="*/ 3489959 h 4882701"/>
                <a:gd name="connsiteX7799" fmla="*/ 1666260 w 4954903"/>
                <a:gd name="connsiteY7799" fmla="*/ 3511483 h 4882701"/>
                <a:gd name="connsiteX7800" fmla="*/ 1687277 w 4954903"/>
                <a:gd name="connsiteY7800" fmla="*/ 3503886 h 4882701"/>
                <a:gd name="connsiteX7801" fmla="*/ 1630555 w 4954903"/>
                <a:gd name="connsiteY7801" fmla="*/ 3504140 h 4882701"/>
                <a:gd name="connsiteX7802" fmla="*/ 1615108 w 4954903"/>
                <a:gd name="connsiteY7802" fmla="*/ 3490212 h 4882701"/>
                <a:gd name="connsiteX7803" fmla="*/ 1613842 w 4954903"/>
                <a:gd name="connsiteY7803" fmla="*/ 3490212 h 4882701"/>
                <a:gd name="connsiteX7804" fmla="*/ 1609790 w 4954903"/>
                <a:gd name="connsiteY7804" fmla="*/ 3511736 h 4882701"/>
                <a:gd name="connsiteX7805" fmla="*/ 1630555 w 4954903"/>
                <a:gd name="connsiteY7805" fmla="*/ 3504140 h 4882701"/>
                <a:gd name="connsiteX7806" fmla="*/ 362653 w 4954903"/>
                <a:gd name="connsiteY7806" fmla="*/ 3534780 h 4882701"/>
                <a:gd name="connsiteX7807" fmla="*/ 362146 w 4954903"/>
                <a:gd name="connsiteY7807" fmla="*/ 3535033 h 4882701"/>
                <a:gd name="connsiteX7808" fmla="*/ 373541 w 4954903"/>
                <a:gd name="connsiteY7808" fmla="*/ 3559849 h 4882701"/>
                <a:gd name="connsiteX7809" fmla="*/ 373288 w 4954903"/>
                <a:gd name="connsiteY7809" fmla="*/ 3548201 h 4882701"/>
                <a:gd name="connsiteX7810" fmla="*/ 362653 w 4954903"/>
                <a:gd name="connsiteY7810" fmla="*/ 3534780 h 4882701"/>
                <a:gd name="connsiteX7811" fmla="*/ 356069 w 4954903"/>
                <a:gd name="connsiteY7811" fmla="*/ 3562128 h 4882701"/>
                <a:gd name="connsiteX7812" fmla="*/ 355309 w 4954903"/>
                <a:gd name="connsiteY7812" fmla="*/ 3550480 h 4882701"/>
                <a:gd name="connsiteX7813" fmla="*/ 344927 w 4954903"/>
                <a:gd name="connsiteY7813" fmla="*/ 3537312 h 4882701"/>
                <a:gd name="connsiteX7814" fmla="*/ 344674 w 4954903"/>
                <a:gd name="connsiteY7814" fmla="*/ 3537312 h 4882701"/>
                <a:gd name="connsiteX7815" fmla="*/ 356069 w 4954903"/>
                <a:gd name="connsiteY7815" fmla="*/ 3562128 h 4882701"/>
                <a:gd name="connsiteX7816" fmla="*/ 340116 w 4954903"/>
                <a:gd name="connsiteY7816" fmla="*/ 3564914 h 4882701"/>
                <a:gd name="connsiteX7817" fmla="*/ 339103 w 4954903"/>
                <a:gd name="connsiteY7817" fmla="*/ 3553012 h 4882701"/>
                <a:gd name="connsiteX7818" fmla="*/ 328974 w 4954903"/>
                <a:gd name="connsiteY7818" fmla="*/ 3539844 h 4882701"/>
                <a:gd name="connsiteX7819" fmla="*/ 328720 w 4954903"/>
                <a:gd name="connsiteY7819" fmla="*/ 3540098 h 4882701"/>
                <a:gd name="connsiteX7820" fmla="*/ 340116 w 4954903"/>
                <a:gd name="connsiteY7820" fmla="*/ 3564914 h 4882701"/>
                <a:gd name="connsiteX7821" fmla="*/ 325429 w 4954903"/>
                <a:gd name="connsiteY7821" fmla="*/ 3567446 h 4882701"/>
                <a:gd name="connsiteX7822" fmla="*/ 323909 w 4954903"/>
                <a:gd name="connsiteY7822" fmla="*/ 3555544 h 4882701"/>
                <a:gd name="connsiteX7823" fmla="*/ 314033 w 4954903"/>
                <a:gd name="connsiteY7823" fmla="*/ 3542377 h 4882701"/>
                <a:gd name="connsiteX7824" fmla="*/ 325429 w 4954903"/>
                <a:gd name="connsiteY7824" fmla="*/ 3567446 h 4882701"/>
                <a:gd name="connsiteX7825" fmla="*/ 312514 w 4954903"/>
                <a:gd name="connsiteY7825" fmla="*/ 3570232 h 4882701"/>
                <a:gd name="connsiteX7826" fmla="*/ 310488 w 4954903"/>
                <a:gd name="connsiteY7826" fmla="*/ 3558330 h 4882701"/>
                <a:gd name="connsiteX7827" fmla="*/ 300866 w 4954903"/>
                <a:gd name="connsiteY7827" fmla="*/ 3545162 h 4882701"/>
                <a:gd name="connsiteX7828" fmla="*/ 312514 w 4954903"/>
                <a:gd name="connsiteY7828" fmla="*/ 3570232 h 4882701"/>
                <a:gd name="connsiteX7829" fmla="*/ 301372 w 4954903"/>
                <a:gd name="connsiteY7829" fmla="*/ 3573017 h 4882701"/>
                <a:gd name="connsiteX7830" fmla="*/ 298587 w 4954903"/>
                <a:gd name="connsiteY7830" fmla="*/ 3561115 h 4882701"/>
                <a:gd name="connsiteX7831" fmla="*/ 289470 w 4954903"/>
                <a:gd name="connsiteY7831" fmla="*/ 3547948 h 4882701"/>
                <a:gd name="connsiteX7832" fmla="*/ 289217 w 4954903"/>
                <a:gd name="connsiteY7832" fmla="*/ 3548201 h 4882701"/>
                <a:gd name="connsiteX7833" fmla="*/ 301372 w 4954903"/>
                <a:gd name="connsiteY7833" fmla="*/ 3573017 h 4882701"/>
                <a:gd name="connsiteX7834" fmla="*/ 291750 w 4954903"/>
                <a:gd name="connsiteY7834" fmla="*/ 3575803 h 4882701"/>
                <a:gd name="connsiteX7835" fmla="*/ 288458 w 4954903"/>
                <a:gd name="connsiteY7835" fmla="*/ 3563901 h 4882701"/>
                <a:gd name="connsiteX7836" fmla="*/ 279595 w 4954903"/>
                <a:gd name="connsiteY7836" fmla="*/ 3550733 h 4882701"/>
                <a:gd name="connsiteX7837" fmla="*/ 291750 w 4954903"/>
                <a:gd name="connsiteY7837" fmla="*/ 3575803 h 4882701"/>
                <a:gd name="connsiteX7838" fmla="*/ 283393 w 4954903"/>
                <a:gd name="connsiteY7838" fmla="*/ 3578841 h 4882701"/>
                <a:gd name="connsiteX7839" fmla="*/ 279595 w 4954903"/>
                <a:gd name="connsiteY7839" fmla="*/ 3566940 h 4882701"/>
                <a:gd name="connsiteX7840" fmla="*/ 270985 w 4954903"/>
                <a:gd name="connsiteY7840" fmla="*/ 3553772 h 4882701"/>
                <a:gd name="connsiteX7841" fmla="*/ 283393 w 4954903"/>
                <a:gd name="connsiteY7841" fmla="*/ 3578841 h 4882701"/>
                <a:gd name="connsiteX7842" fmla="*/ 264401 w 4954903"/>
                <a:gd name="connsiteY7842" fmla="*/ 3556557 h 4882701"/>
                <a:gd name="connsiteX7843" fmla="*/ 276809 w 4954903"/>
                <a:gd name="connsiteY7843" fmla="*/ 3581627 h 4882701"/>
                <a:gd name="connsiteX7844" fmla="*/ 272504 w 4954903"/>
                <a:gd name="connsiteY7844" fmla="*/ 3569725 h 4882701"/>
                <a:gd name="connsiteX7845" fmla="*/ 264401 w 4954903"/>
                <a:gd name="connsiteY7845" fmla="*/ 3556557 h 4882701"/>
                <a:gd name="connsiteX7846" fmla="*/ 259337 w 4954903"/>
                <a:gd name="connsiteY7846" fmla="*/ 3559596 h 4882701"/>
                <a:gd name="connsiteX7847" fmla="*/ 271745 w 4954903"/>
                <a:gd name="connsiteY7847" fmla="*/ 3584665 h 4882701"/>
                <a:gd name="connsiteX7848" fmla="*/ 266933 w 4954903"/>
                <a:gd name="connsiteY7848" fmla="*/ 3572764 h 4882701"/>
                <a:gd name="connsiteX7849" fmla="*/ 259337 w 4954903"/>
                <a:gd name="connsiteY7849" fmla="*/ 3559596 h 4882701"/>
                <a:gd name="connsiteX7850" fmla="*/ 263388 w 4954903"/>
                <a:gd name="connsiteY7850" fmla="*/ 3575549 h 4882701"/>
                <a:gd name="connsiteX7851" fmla="*/ 256045 w 4954903"/>
                <a:gd name="connsiteY7851" fmla="*/ 3562635 h 4882701"/>
                <a:gd name="connsiteX7852" fmla="*/ 268706 w 4954903"/>
                <a:gd name="connsiteY7852" fmla="*/ 3587704 h 4882701"/>
                <a:gd name="connsiteX7853" fmla="*/ 263388 w 4954903"/>
                <a:gd name="connsiteY7853" fmla="*/ 3575549 h 4882701"/>
                <a:gd name="connsiteX7854" fmla="*/ 263388 w 4954903"/>
                <a:gd name="connsiteY7854" fmla="*/ 3575549 h 4882701"/>
                <a:gd name="connsiteX7855" fmla="*/ 261362 w 4954903"/>
                <a:gd name="connsiteY7855" fmla="*/ 3578841 h 4882701"/>
                <a:gd name="connsiteX7856" fmla="*/ 254272 w 4954903"/>
                <a:gd name="connsiteY7856" fmla="*/ 3565927 h 4882701"/>
                <a:gd name="connsiteX7857" fmla="*/ 266933 w 4954903"/>
                <a:gd name="connsiteY7857" fmla="*/ 3590743 h 4882701"/>
                <a:gd name="connsiteX7858" fmla="*/ 261362 w 4954903"/>
                <a:gd name="connsiteY7858" fmla="*/ 3578841 h 4882701"/>
                <a:gd name="connsiteX7859" fmla="*/ 254272 w 4954903"/>
                <a:gd name="connsiteY7859" fmla="*/ 3568965 h 4882701"/>
                <a:gd name="connsiteX7860" fmla="*/ 266933 w 4954903"/>
                <a:gd name="connsiteY7860" fmla="*/ 3593781 h 4882701"/>
                <a:gd name="connsiteX7861" fmla="*/ 261109 w 4954903"/>
                <a:gd name="connsiteY7861" fmla="*/ 3581880 h 4882701"/>
                <a:gd name="connsiteX7862" fmla="*/ 254272 w 4954903"/>
                <a:gd name="connsiteY7862" fmla="*/ 3568965 h 4882701"/>
                <a:gd name="connsiteX7863" fmla="*/ 3512276 w 4954903"/>
                <a:gd name="connsiteY7863" fmla="*/ 3476285 h 4882701"/>
                <a:gd name="connsiteX7864" fmla="*/ 3497842 w 4954903"/>
                <a:gd name="connsiteY7864" fmla="*/ 3496543 h 4882701"/>
                <a:gd name="connsiteX7865" fmla="*/ 3520886 w 4954903"/>
                <a:gd name="connsiteY7865" fmla="*/ 3490719 h 4882701"/>
                <a:gd name="connsiteX7866" fmla="*/ 3512276 w 4954903"/>
                <a:gd name="connsiteY7866" fmla="*/ 3476285 h 4882701"/>
                <a:gd name="connsiteX7867" fmla="*/ 3459352 w 4954903"/>
                <a:gd name="connsiteY7867" fmla="*/ 3473752 h 4882701"/>
                <a:gd name="connsiteX7868" fmla="*/ 3444918 w 4954903"/>
                <a:gd name="connsiteY7868" fmla="*/ 3494010 h 4882701"/>
                <a:gd name="connsiteX7869" fmla="*/ 3467962 w 4954903"/>
                <a:gd name="connsiteY7869" fmla="*/ 3488186 h 4882701"/>
                <a:gd name="connsiteX7870" fmla="*/ 3459352 w 4954903"/>
                <a:gd name="connsiteY7870" fmla="*/ 3473752 h 4882701"/>
                <a:gd name="connsiteX7871" fmla="*/ 3414784 w 4954903"/>
                <a:gd name="connsiteY7871" fmla="*/ 3485907 h 4882701"/>
                <a:gd name="connsiteX7872" fmla="*/ 3405668 w 4954903"/>
                <a:gd name="connsiteY7872" fmla="*/ 3471473 h 4882701"/>
                <a:gd name="connsiteX7873" fmla="*/ 3391487 w 4954903"/>
                <a:gd name="connsiteY7873" fmla="*/ 3491731 h 4882701"/>
                <a:gd name="connsiteX7874" fmla="*/ 3414784 w 4954903"/>
                <a:gd name="connsiteY7874" fmla="*/ 3485907 h 4882701"/>
                <a:gd name="connsiteX7875" fmla="*/ 3360594 w 4954903"/>
                <a:gd name="connsiteY7875" fmla="*/ 3483628 h 4882701"/>
                <a:gd name="connsiteX7876" fmla="*/ 3350971 w 4954903"/>
                <a:gd name="connsiteY7876" fmla="*/ 3469194 h 4882701"/>
                <a:gd name="connsiteX7877" fmla="*/ 3336791 w 4954903"/>
                <a:gd name="connsiteY7877" fmla="*/ 3489452 h 4882701"/>
                <a:gd name="connsiteX7878" fmla="*/ 3360594 w 4954903"/>
                <a:gd name="connsiteY7878" fmla="*/ 3483628 h 4882701"/>
                <a:gd name="connsiteX7879" fmla="*/ 3305897 w 4954903"/>
                <a:gd name="connsiteY7879" fmla="*/ 3481349 h 4882701"/>
                <a:gd name="connsiteX7880" fmla="*/ 3296021 w 4954903"/>
                <a:gd name="connsiteY7880" fmla="*/ 3466915 h 4882701"/>
                <a:gd name="connsiteX7881" fmla="*/ 3281587 w 4954903"/>
                <a:gd name="connsiteY7881" fmla="*/ 3486414 h 4882701"/>
                <a:gd name="connsiteX7882" fmla="*/ 3305897 w 4954903"/>
                <a:gd name="connsiteY7882" fmla="*/ 3481349 h 4882701"/>
                <a:gd name="connsiteX7883" fmla="*/ 3250441 w 4954903"/>
                <a:gd name="connsiteY7883" fmla="*/ 3479323 h 4882701"/>
                <a:gd name="connsiteX7884" fmla="*/ 3240312 w 4954903"/>
                <a:gd name="connsiteY7884" fmla="*/ 3464890 h 4882701"/>
                <a:gd name="connsiteX7885" fmla="*/ 3225878 w 4954903"/>
                <a:gd name="connsiteY7885" fmla="*/ 3484388 h 4882701"/>
                <a:gd name="connsiteX7886" fmla="*/ 3250441 w 4954903"/>
                <a:gd name="connsiteY7886" fmla="*/ 3479323 h 4882701"/>
                <a:gd name="connsiteX7887" fmla="*/ 3194224 w 4954903"/>
                <a:gd name="connsiteY7887" fmla="*/ 3477044 h 4882701"/>
                <a:gd name="connsiteX7888" fmla="*/ 3183842 w 4954903"/>
                <a:gd name="connsiteY7888" fmla="*/ 3462611 h 4882701"/>
                <a:gd name="connsiteX7889" fmla="*/ 3169408 w 4954903"/>
                <a:gd name="connsiteY7889" fmla="*/ 3482109 h 4882701"/>
                <a:gd name="connsiteX7890" fmla="*/ 3194224 w 4954903"/>
                <a:gd name="connsiteY7890" fmla="*/ 3477044 h 4882701"/>
                <a:gd name="connsiteX7891" fmla="*/ 3137502 w 4954903"/>
                <a:gd name="connsiteY7891" fmla="*/ 3475018 h 4882701"/>
                <a:gd name="connsiteX7892" fmla="*/ 3126613 w 4954903"/>
                <a:gd name="connsiteY7892" fmla="*/ 3460585 h 4882701"/>
                <a:gd name="connsiteX7893" fmla="*/ 3112433 w 4954903"/>
                <a:gd name="connsiteY7893" fmla="*/ 3480083 h 4882701"/>
                <a:gd name="connsiteX7894" fmla="*/ 3137502 w 4954903"/>
                <a:gd name="connsiteY7894" fmla="*/ 3475018 h 4882701"/>
                <a:gd name="connsiteX7895" fmla="*/ 3080020 w 4954903"/>
                <a:gd name="connsiteY7895" fmla="*/ 3472993 h 4882701"/>
                <a:gd name="connsiteX7896" fmla="*/ 3069131 w 4954903"/>
                <a:gd name="connsiteY7896" fmla="*/ 3458559 h 4882701"/>
                <a:gd name="connsiteX7897" fmla="*/ 3055204 w 4954903"/>
                <a:gd name="connsiteY7897" fmla="*/ 3478057 h 4882701"/>
                <a:gd name="connsiteX7898" fmla="*/ 3080020 w 4954903"/>
                <a:gd name="connsiteY7898" fmla="*/ 3472993 h 4882701"/>
                <a:gd name="connsiteX7899" fmla="*/ 3022284 w 4954903"/>
                <a:gd name="connsiteY7899" fmla="*/ 3470967 h 4882701"/>
                <a:gd name="connsiteX7900" fmla="*/ 3010889 w 4954903"/>
                <a:gd name="connsiteY7900" fmla="*/ 3456533 h 4882701"/>
                <a:gd name="connsiteX7901" fmla="*/ 2996962 w 4954903"/>
                <a:gd name="connsiteY7901" fmla="*/ 3476032 h 4882701"/>
                <a:gd name="connsiteX7902" fmla="*/ 3022284 w 4954903"/>
                <a:gd name="connsiteY7902" fmla="*/ 3470967 h 4882701"/>
                <a:gd name="connsiteX7903" fmla="*/ 2963789 w 4954903"/>
                <a:gd name="connsiteY7903" fmla="*/ 3469194 h 4882701"/>
                <a:gd name="connsiteX7904" fmla="*/ 2952141 w 4954903"/>
                <a:gd name="connsiteY7904" fmla="*/ 3454760 h 4882701"/>
                <a:gd name="connsiteX7905" fmla="*/ 2938466 w 4954903"/>
                <a:gd name="connsiteY7905" fmla="*/ 3474259 h 4882701"/>
                <a:gd name="connsiteX7906" fmla="*/ 2963789 w 4954903"/>
                <a:gd name="connsiteY7906" fmla="*/ 3469194 h 4882701"/>
                <a:gd name="connsiteX7907" fmla="*/ 2905041 w 4954903"/>
                <a:gd name="connsiteY7907" fmla="*/ 3467422 h 4882701"/>
                <a:gd name="connsiteX7908" fmla="*/ 2892886 w 4954903"/>
                <a:gd name="connsiteY7908" fmla="*/ 3452988 h 4882701"/>
                <a:gd name="connsiteX7909" fmla="*/ 2879465 w 4954903"/>
                <a:gd name="connsiteY7909" fmla="*/ 3472486 h 4882701"/>
                <a:gd name="connsiteX7910" fmla="*/ 2905041 w 4954903"/>
                <a:gd name="connsiteY7910" fmla="*/ 3467422 h 4882701"/>
                <a:gd name="connsiteX7911" fmla="*/ 2845533 w 4954903"/>
                <a:gd name="connsiteY7911" fmla="*/ 3465649 h 4882701"/>
                <a:gd name="connsiteX7912" fmla="*/ 2833378 w 4954903"/>
                <a:gd name="connsiteY7912" fmla="*/ 3451215 h 4882701"/>
                <a:gd name="connsiteX7913" fmla="*/ 2819957 w 4954903"/>
                <a:gd name="connsiteY7913" fmla="*/ 3470714 h 4882701"/>
                <a:gd name="connsiteX7914" fmla="*/ 2845533 w 4954903"/>
                <a:gd name="connsiteY7914" fmla="*/ 3465649 h 4882701"/>
                <a:gd name="connsiteX7915" fmla="*/ 2759942 w 4954903"/>
                <a:gd name="connsiteY7915" fmla="*/ 3469194 h 4882701"/>
                <a:gd name="connsiteX7916" fmla="*/ 2785518 w 4954903"/>
                <a:gd name="connsiteY7916" fmla="*/ 3464130 h 4882701"/>
                <a:gd name="connsiteX7917" fmla="*/ 2773110 w 4954903"/>
                <a:gd name="connsiteY7917" fmla="*/ 3449696 h 4882701"/>
                <a:gd name="connsiteX7918" fmla="*/ 2759942 w 4954903"/>
                <a:gd name="connsiteY7918" fmla="*/ 3469194 h 4882701"/>
                <a:gd name="connsiteX7919" fmla="*/ 2699421 w 4954903"/>
                <a:gd name="connsiteY7919" fmla="*/ 3467422 h 4882701"/>
                <a:gd name="connsiteX7920" fmla="*/ 2725250 w 4954903"/>
                <a:gd name="connsiteY7920" fmla="*/ 3462357 h 4882701"/>
                <a:gd name="connsiteX7921" fmla="*/ 2712336 w 4954903"/>
                <a:gd name="connsiteY7921" fmla="*/ 3447923 h 4882701"/>
                <a:gd name="connsiteX7922" fmla="*/ 2699421 w 4954903"/>
                <a:gd name="connsiteY7922" fmla="*/ 3467422 h 4882701"/>
                <a:gd name="connsiteX7923" fmla="*/ 2651561 w 4954903"/>
                <a:gd name="connsiteY7923" fmla="*/ 3446404 h 4882701"/>
                <a:gd name="connsiteX7924" fmla="*/ 2638900 w 4954903"/>
                <a:gd name="connsiteY7924" fmla="*/ 3465902 h 4882701"/>
                <a:gd name="connsiteX7925" fmla="*/ 2664729 w 4954903"/>
                <a:gd name="connsiteY7925" fmla="*/ 3460585 h 4882701"/>
                <a:gd name="connsiteX7926" fmla="*/ 2651561 w 4954903"/>
                <a:gd name="connsiteY7926" fmla="*/ 3446404 h 4882701"/>
                <a:gd name="connsiteX7927" fmla="*/ 2577620 w 4954903"/>
                <a:gd name="connsiteY7927" fmla="*/ 3464636 h 4882701"/>
                <a:gd name="connsiteX7928" fmla="*/ 2603449 w 4954903"/>
                <a:gd name="connsiteY7928" fmla="*/ 3459319 h 4882701"/>
                <a:gd name="connsiteX7929" fmla="*/ 2590281 w 4954903"/>
                <a:gd name="connsiteY7929" fmla="*/ 3444884 h 4882701"/>
                <a:gd name="connsiteX7930" fmla="*/ 2577620 w 4954903"/>
                <a:gd name="connsiteY7930" fmla="*/ 3464636 h 4882701"/>
                <a:gd name="connsiteX7931" fmla="*/ 2528747 w 4954903"/>
                <a:gd name="connsiteY7931" fmla="*/ 3443619 h 4882701"/>
                <a:gd name="connsiteX7932" fmla="*/ 2516086 w 4954903"/>
                <a:gd name="connsiteY7932" fmla="*/ 3463370 h 4882701"/>
                <a:gd name="connsiteX7933" fmla="*/ 2542168 w 4954903"/>
                <a:gd name="connsiteY7933" fmla="*/ 3458052 h 4882701"/>
                <a:gd name="connsiteX7934" fmla="*/ 2528747 w 4954903"/>
                <a:gd name="connsiteY7934" fmla="*/ 3443619 h 4882701"/>
                <a:gd name="connsiteX7935" fmla="*/ 2466453 w 4954903"/>
                <a:gd name="connsiteY7935" fmla="*/ 3442352 h 4882701"/>
                <a:gd name="connsiteX7936" fmla="*/ 2454298 w 4954903"/>
                <a:gd name="connsiteY7936" fmla="*/ 3462104 h 4882701"/>
                <a:gd name="connsiteX7937" fmla="*/ 2480381 w 4954903"/>
                <a:gd name="connsiteY7937" fmla="*/ 3456786 h 4882701"/>
                <a:gd name="connsiteX7938" fmla="*/ 2466453 w 4954903"/>
                <a:gd name="connsiteY7938" fmla="*/ 3442352 h 4882701"/>
                <a:gd name="connsiteX7939" fmla="*/ 2404413 w 4954903"/>
                <a:gd name="connsiteY7939" fmla="*/ 3441339 h 4882701"/>
                <a:gd name="connsiteX7940" fmla="*/ 2392512 w 4954903"/>
                <a:gd name="connsiteY7940" fmla="*/ 3461091 h 4882701"/>
                <a:gd name="connsiteX7941" fmla="*/ 2418594 w 4954903"/>
                <a:gd name="connsiteY7941" fmla="*/ 3455773 h 4882701"/>
                <a:gd name="connsiteX7942" fmla="*/ 2404413 w 4954903"/>
                <a:gd name="connsiteY7942" fmla="*/ 3441339 h 4882701"/>
                <a:gd name="connsiteX7943" fmla="*/ 2356047 w 4954903"/>
                <a:gd name="connsiteY7943" fmla="*/ 3454507 h 4882701"/>
                <a:gd name="connsiteX7944" fmla="*/ 2341866 w 4954903"/>
                <a:gd name="connsiteY7944" fmla="*/ 3440074 h 4882701"/>
                <a:gd name="connsiteX7945" fmla="*/ 2329965 w 4954903"/>
                <a:gd name="connsiteY7945" fmla="*/ 3459825 h 4882701"/>
                <a:gd name="connsiteX7946" fmla="*/ 2356047 w 4954903"/>
                <a:gd name="connsiteY7946" fmla="*/ 3454507 h 4882701"/>
                <a:gd name="connsiteX7947" fmla="*/ 2293753 w 4954903"/>
                <a:gd name="connsiteY7947" fmla="*/ 3453494 h 4882701"/>
                <a:gd name="connsiteX7948" fmla="*/ 2279066 w 4954903"/>
                <a:gd name="connsiteY7948" fmla="*/ 3439060 h 4882701"/>
                <a:gd name="connsiteX7949" fmla="*/ 2267671 w 4954903"/>
                <a:gd name="connsiteY7949" fmla="*/ 3458812 h 4882701"/>
                <a:gd name="connsiteX7950" fmla="*/ 2293753 w 4954903"/>
                <a:gd name="connsiteY7950" fmla="*/ 3453494 h 4882701"/>
                <a:gd name="connsiteX7951" fmla="*/ 2230953 w 4954903"/>
                <a:gd name="connsiteY7951" fmla="*/ 3452481 h 4882701"/>
                <a:gd name="connsiteX7952" fmla="*/ 2216266 w 4954903"/>
                <a:gd name="connsiteY7952" fmla="*/ 3438301 h 4882701"/>
                <a:gd name="connsiteX7953" fmla="*/ 2205124 w 4954903"/>
                <a:gd name="connsiteY7953" fmla="*/ 3458052 h 4882701"/>
                <a:gd name="connsiteX7954" fmla="*/ 2230953 w 4954903"/>
                <a:gd name="connsiteY7954" fmla="*/ 3452481 h 4882701"/>
                <a:gd name="connsiteX7955" fmla="*/ 2168153 w 4954903"/>
                <a:gd name="connsiteY7955" fmla="*/ 3451722 h 4882701"/>
                <a:gd name="connsiteX7956" fmla="*/ 2153213 w 4954903"/>
                <a:gd name="connsiteY7956" fmla="*/ 3437541 h 4882701"/>
                <a:gd name="connsiteX7957" fmla="*/ 2142071 w 4954903"/>
                <a:gd name="connsiteY7957" fmla="*/ 3457293 h 4882701"/>
                <a:gd name="connsiteX7958" fmla="*/ 2168153 w 4954903"/>
                <a:gd name="connsiteY7958" fmla="*/ 3451722 h 4882701"/>
                <a:gd name="connsiteX7959" fmla="*/ 2105100 w 4954903"/>
                <a:gd name="connsiteY7959" fmla="*/ 3450962 h 4882701"/>
                <a:gd name="connsiteX7960" fmla="*/ 2089906 w 4954903"/>
                <a:gd name="connsiteY7960" fmla="*/ 3436781 h 4882701"/>
                <a:gd name="connsiteX7961" fmla="*/ 2079018 w 4954903"/>
                <a:gd name="connsiteY7961" fmla="*/ 3456533 h 4882701"/>
                <a:gd name="connsiteX7962" fmla="*/ 2105100 w 4954903"/>
                <a:gd name="connsiteY7962" fmla="*/ 3450962 h 4882701"/>
                <a:gd name="connsiteX7963" fmla="*/ 2026600 w 4954903"/>
                <a:gd name="connsiteY7963" fmla="*/ 3436022 h 4882701"/>
                <a:gd name="connsiteX7964" fmla="*/ 2016977 w 4954903"/>
                <a:gd name="connsiteY7964" fmla="*/ 3456786 h 4882701"/>
                <a:gd name="connsiteX7965" fmla="*/ 2042047 w 4954903"/>
                <a:gd name="connsiteY7965" fmla="*/ 3450202 h 4882701"/>
                <a:gd name="connsiteX7966" fmla="*/ 2026600 w 4954903"/>
                <a:gd name="connsiteY7966" fmla="*/ 3436022 h 4882701"/>
                <a:gd name="connsiteX7967" fmla="*/ 1964053 w 4954903"/>
                <a:gd name="connsiteY7967" fmla="*/ 3435515 h 4882701"/>
                <a:gd name="connsiteX7968" fmla="*/ 1954937 w 4954903"/>
                <a:gd name="connsiteY7968" fmla="*/ 3456280 h 4882701"/>
                <a:gd name="connsiteX7969" fmla="*/ 1979247 w 4954903"/>
                <a:gd name="connsiteY7969" fmla="*/ 3449696 h 4882701"/>
                <a:gd name="connsiteX7970" fmla="*/ 1964053 w 4954903"/>
                <a:gd name="connsiteY7970" fmla="*/ 3435515 h 4882701"/>
                <a:gd name="connsiteX7971" fmla="*/ 1902519 w 4954903"/>
                <a:gd name="connsiteY7971" fmla="*/ 3435009 h 4882701"/>
                <a:gd name="connsiteX7972" fmla="*/ 1893656 w 4954903"/>
                <a:gd name="connsiteY7972" fmla="*/ 3455773 h 4882701"/>
                <a:gd name="connsiteX7973" fmla="*/ 1917713 w 4954903"/>
                <a:gd name="connsiteY7973" fmla="*/ 3449190 h 4882701"/>
                <a:gd name="connsiteX7974" fmla="*/ 1902519 w 4954903"/>
                <a:gd name="connsiteY7974" fmla="*/ 3435009 h 4882701"/>
                <a:gd name="connsiteX7975" fmla="*/ 1721716 w 4954903"/>
                <a:gd name="connsiteY7975" fmla="*/ 3434249 h 4882701"/>
                <a:gd name="connsiteX7976" fmla="*/ 1714119 w 4954903"/>
                <a:gd name="connsiteY7976" fmla="*/ 3455267 h 4882701"/>
                <a:gd name="connsiteX7977" fmla="*/ 1736909 w 4954903"/>
                <a:gd name="connsiteY7977" fmla="*/ 3448430 h 4882701"/>
                <a:gd name="connsiteX7978" fmla="*/ 1721716 w 4954903"/>
                <a:gd name="connsiteY7978" fmla="*/ 3434249 h 4882701"/>
                <a:gd name="connsiteX7979" fmla="*/ 1678668 w 4954903"/>
                <a:gd name="connsiteY7979" fmla="*/ 3448430 h 4882701"/>
                <a:gd name="connsiteX7980" fmla="*/ 1663474 w 4954903"/>
                <a:gd name="connsiteY7980" fmla="*/ 3434249 h 4882701"/>
                <a:gd name="connsiteX7981" fmla="*/ 1656384 w 4954903"/>
                <a:gd name="connsiteY7981" fmla="*/ 3455267 h 4882701"/>
                <a:gd name="connsiteX7982" fmla="*/ 1678668 w 4954903"/>
                <a:gd name="connsiteY7982" fmla="*/ 3448430 h 4882701"/>
                <a:gd name="connsiteX7983" fmla="*/ 1621185 w 4954903"/>
                <a:gd name="connsiteY7983" fmla="*/ 3448430 h 4882701"/>
                <a:gd name="connsiteX7984" fmla="*/ 1605739 w 4954903"/>
                <a:gd name="connsiteY7984" fmla="*/ 3434249 h 4882701"/>
                <a:gd name="connsiteX7985" fmla="*/ 1604472 w 4954903"/>
                <a:gd name="connsiteY7985" fmla="*/ 3434249 h 4882701"/>
                <a:gd name="connsiteX7986" fmla="*/ 1600168 w 4954903"/>
                <a:gd name="connsiteY7986" fmla="*/ 3456026 h 4882701"/>
                <a:gd name="connsiteX7987" fmla="*/ 1621185 w 4954903"/>
                <a:gd name="connsiteY7987" fmla="*/ 3448430 h 4882701"/>
                <a:gd name="connsiteX7988" fmla="*/ 1564210 w 4954903"/>
                <a:gd name="connsiteY7988" fmla="*/ 3448430 h 4882701"/>
                <a:gd name="connsiteX7989" fmla="*/ 1549016 w 4954903"/>
                <a:gd name="connsiteY7989" fmla="*/ 3434249 h 4882701"/>
                <a:gd name="connsiteX7990" fmla="*/ 1547750 w 4954903"/>
                <a:gd name="connsiteY7990" fmla="*/ 3434249 h 4882701"/>
                <a:gd name="connsiteX7991" fmla="*/ 1543952 w 4954903"/>
                <a:gd name="connsiteY7991" fmla="*/ 3456026 h 4882701"/>
                <a:gd name="connsiteX7992" fmla="*/ 1564210 w 4954903"/>
                <a:gd name="connsiteY7992" fmla="*/ 3448430 h 4882701"/>
                <a:gd name="connsiteX7993" fmla="*/ 1493053 w 4954903"/>
                <a:gd name="connsiteY7993" fmla="*/ 3434756 h 4882701"/>
                <a:gd name="connsiteX7994" fmla="*/ 1491787 w 4954903"/>
                <a:gd name="connsiteY7994" fmla="*/ 3434756 h 4882701"/>
                <a:gd name="connsiteX7995" fmla="*/ 1488242 w 4954903"/>
                <a:gd name="connsiteY7995" fmla="*/ 3456533 h 4882701"/>
                <a:gd name="connsiteX7996" fmla="*/ 1508247 w 4954903"/>
                <a:gd name="connsiteY7996" fmla="*/ 3448683 h 4882701"/>
                <a:gd name="connsiteX7997" fmla="*/ 1493053 w 4954903"/>
                <a:gd name="connsiteY7997" fmla="*/ 3434756 h 4882701"/>
                <a:gd name="connsiteX7998" fmla="*/ 1453297 w 4954903"/>
                <a:gd name="connsiteY7998" fmla="*/ 3448936 h 4882701"/>
                <a:gd name="connsiteX7999" fmla="*/ 1437850 w 4954903"/>
                <a:gd name="connsiteY7999" fmla="*/ 3435009 h 4882701"/>
                <a:gd name="connsiteX8000" fmla="*/ 1436584 w 4954903"/>
                <a:gd name="connsiteY8000" fmla="*/ 3435009 h 4882701"/>
                <a:gd name="connsiteX8001" fmla="*/ 1433545 w 4954903"/>
                <a:gd name="connsiteY8001" fmla="*/ 3456786 h 4882701"/>
                <a:gd name="connsiteX8002" fmla="*/ 1453297 w 4954903"/>
                <a:gd name="connsiteY8002" fmla="*/ 3448936 h 4882701"/>
                <a:gd name="connsiteX8003" fmla="*/ 1399359 w 4954903"/>
                <a:gd name="connsiteY8003" fmla="*/ 3449443 h 4882701"/>
                <a:gd name="connsiteX8004" fmla="*/ 1384166 w 4954903"/>
                <a:gd name="connsiteY8004" fmla="*/ 3435515 h 4882701"/>
                <a:gd name="connsiteX8005" fmla="*/ 1382900 w 4954903"/>
                <a:gd name="connsiteY8005" fmla="*/ 3435515 h 4882701"/>
                <a:gd name="connsiteX8006" fmla="*/ 1380114 w 4954903"/>
                <a:gd name="connsiteY8006" fmla="*/ 3457293 h 4882701"/>
                <a:gd name="connsiteX8007" fmla="*/ 1399359 w 4954903"/>
                <a:gd name="connsiteY8007" fmla="*/ 3449443 h 4882701"/>
                <a:gd name="connsiteX8008" fmla="*/ 286179 w 4954903"/>
                <a:gd name="connsiteY8008" fmla="*/ 3515282 h 4882701"/>
                <a:gd name="connsiteX8009" fmla="*/ 284406 w 4954903"/>
                <a:gd name="connsiteY8009" fmla="*/ 3503380 h 4882701"/>
                <a:gd name="connsiteX8010" fmla="*/ 275037 w 4954903"/>
                <a:gd name="connsiteY8010" fmla="*/ 3489959 h 4882701"/>
                <a:gd name="connsiteX8011" fmla="*/ 286179 w 4954903"/>
                <a:gd name="connsiteY8011" fmla="*/ 3515282 h 4882701"/>
                <a:gd name="connsiteX8012" fmla="*/ 274530 w 4954903"/>
                <a:gd name="connsiteY8012" fmla="*/ 3518067 h 4882701"/>
                <a:gd name="connsiteX8013" fmla="*/ 272504 w 4954903"/>
                <a:gd name="connsiteY8013" fmla="*/ 3506165 h 4882701"/>
                <a:gd name="connsiteX8014" fmla="*/ 263641 w 4954903"/>
                <a:gd name="connsiteY8014" fmla="*/ 3492998 h 4882701"/>
                <a:gd name="connsiteX8015" fmla="*/ 274530 w 4954903"/>
                <a:gd name="connsiteY8015" fmla="*/ 3518067 h 4882701"/>
                <a:gd name="connsiteX8016" fmla="*/ 264908 w 4954903"/>
                <a:gd name="connsiteY8016" fmla="*/ 3520852 h 4882701"/>
                <a:gd name="connsiteX8017" fmla="*/ 262122 w 4954903"/>
                <a:gd name="connsiteY8017" fmla="*/ 3508951 h 4882701"/>
                <a:gd name="connsiteX8018" fmla="*/ 253512 w 4954903"/>
                <a:gd name="connsiteY8018" fmla="*/ 3495783 h 4882701"/>
                <a:gd name="connsiteX8019" fmla="*/ 264908 w 4954903"/>
                <a:gd name="connsiteY8019" fmla="*/ 3520852 h 4882701"/>
                <a:gd name="connsiteX8020" fmla="*/ 256551 w 4954903"/>
                <a:gd name="connsiteY8020" fmla="*/ 3523891 h 4882701"/>
                <a:gd name="connsiteX8021" fmla="*/ 253259 w 4954903"/>
                <a:gd name="connsiteY8021" fmla="*/ 3511990 h 4882701"/>
                <a:gd name="connsiteX8022" fmla="*/ 244903 w 4954903"/>
                <a:gd name="connsiteY8022" fmla="*/ 3498822 h 4882701"/>
                <a:gd name="connsiteX8023" fmla="*/ 256551 w 4954903"/>
                <a:gd name="connsiteY8023" fmla="*/ 3523891 h 4882701"/>
                <a:gd name="connsiteX8024" fmla="*/ 238066 w 4954903"/>
                <a:gd name="connsiteY8024" fmla="*/ 3501607 h 4882701"/>
                <a:gd name="connsiteX8025" fmla="*/ 249967 w 4954903"/>
                <a:gd name="connsiteY8025" fmla="*/ 3526677 h 4882701"/>
                <a:gd name="connsiteX8026" fmla="*/ 245916 w 4954903"/>
                <a:gd name="connsiteY8026" fmla="*/ 3514775 h 4882701"/>
                <a:gd name="connsiteX8027" fmla="*/ 238066 w 4954903"/>
                <a:gd name="connsiteY8027" fmla="*/ 3501607 h 4882701"/>
                <a:gd name="connsiteX8028" fmla="*/ 233001 w 4954903"/>
                <a:gd name="connsiteY8028" fmla="*/ 3504646 h 4882701"/>
                <a:gd name="connsiteX8029" fmla="*/ 244903 w 4954903"/>
                <a:gd name="connsiteY8029" fmla="*/ 3529715 h 4882701"/>
                <a:gd name="connsiteX8030" fmla="*/ 240598 w 4954903"/>
                <a:gd name="connsiteY8030" fmla="*/ 3517814 h 4882701"/>
                <a:gd name="connsiteX8031" fmla="*/ 233001 w 4954903"/>
                <a:gd name="connsiteY8031" fmla="*/ 3504646 h 4882701"/>
                <a:gd name="connsiteX8032" fmla="*/ 229709 w 4954903"/>
                <a:gd name="connsiteY8032" fmla="*/ 3507685 h 4882701"/>
                <a:gd name="connsiteX8033" fmla="*/ 241611 w 4954903"/>
                <a:gd name="connsiteY8033" fmla="*/ 3532754 h 4882701"/>
                <a:gd name="connsiteX8034" fmla="*/ 236800 w 4954903"/>
                <a:gd name="connsiteY8034" fmla="*/ 3520852 h 4882701"/>
                <a:gd name="connsiteX8035" fmla="*/ 229709 w 4954903"/>
                <a:gd name="connsiteY8035" fmla="*/ 3507685 h 4882701"/>
                <a:gd name="connsiteX8036" fmla="*/ 234774 w 4954903"/>
                <a:gd name="connsiteY8036" fmla="*/ 3523891 h 4882701"/>
                <a:gd name="connsiteX8037" fmla="*/ 227937 w 4954903"/>
                <a:gd name="connsiteY8037" fmla="*/ 3510723 h 4882701"/>
                <a:gd name="connsiteX8038" fmla="*/ 239838 w 4954903"/>
                <a:gd name="connsiteY8038" fmla="*/ 3535793 h 4882701"/>
                <a:gd name="connsiteX8039" fmla="*/ 234774 w 4954903"/>
                <a:gd name="connsiteY8039" fmla="*/ 3523891 h 4882701"/>
                <a:gd name="connsiteX8040" fmla="*/ 227937 w 4954903"/>
                <a:gd name="connsiteY8040" fmla="*/ 3514015 h 4882701"/>
                <a:gd name="connsiteX8041" fmla="*/ 239838 w 4954903"/>
                <a:gd name="connsiteY8041" fmla="*/ 3539085 h 4882701"/>
                <a:gd name="connsiteX8042" fmla="*/ 234267 w 4954903"/>
                <a:gd name="connsiteY8042" fmla="*/ 3527183 h 4882701"/>
                <a:gd name="connsiteX8043" fmla="*/ 227937 w 4954903"/>
                <a:gd name="connsiteY8043" fmla="*/ 3514015 h 4882701"/>
                <a:gd name="connsiteX8044" fmla="*/ 4663188 w 4954903"/>
                <a:gd name="connsiteY8044" fmla="*/ 3548454 h 4882701"/>
                <a:gd name="connsiteX8045" fmla="*/ 4671544 w 4954903"/>
                <a:gd name="connsiteY8045" fmla="*/ 3538325 h 4882701"/>
                <a:gd name="connsiteX8046" fmla="*/ 4675596 w 4954903"/>
                <a:gd name="connsiteY8046" fmla="*/ 3523638 h 4882701"/>
                <a:gd name="connsiteX8047" fmla="*/ 4663188 w 4954903"/>
                <a:gd name="connsiteY8047" fmla="*/ 3548454 h 4882701"/>
                <a:gd name="connsiteX8048" fmla="*/ 3578622 w 4954903"/>
                <a:gd name="connsiteY8048" fmla="*/ 3422854 h 4882701"/>
                <a:gd name="connsiteX8049" fmla="*/ 3564188 w 4954903"/>
                <a:gd name="connsiteY8049" fmla="*/ 3443365 h 4882701"/>
                <a:gd name="connsiteX8050" fmla="*/ 3586978 w 4954903"/>
                <a:gd name="connsiteY8050" fmla="*/ 3437541 h 4882701"/>
                <a:gd name="connsiteX8051" fmla="*/ 3578622 w 4954903"/>
                <a:gd name="connsiteY8051" fmla="*/ 3422854 h 4882701"/>
                <a:gd name="connsiteX8052" fmla="*/ 3525697 w 4954903"/>
                <a:gd name="connsiteY8052" fmla="*/ 3420322 h 4882701"/>
                <a:gd name="connsiteX8053" fmla="*/ 3511263 w 4954903"/>
                <a:gd name="connsiteY8053" fmla="*/ 3440833 h 4882701"/>
                <a:gd name="connsiteX8054" fmla="*/ 3534560 w 4954903"/>
                <a:gd name="connsiteY8054" fmla="*/ 3435009 h 4882701"/>
                <a:gd name="connsiteX8055" fmla="*/ 3525697 w 4954903"/>
                <a:gd name="connsiteY8055" fmla="*/ 3420322 h 4882701"/>
                <a:gd name="connsiteX8056" fmla="*/ 3472266 w 4954903"/>
                <a:gd name="connsiteY8056" fmla="*/ 3417790 h 4882701"/>
                <a:gd name="connsiteX8057" fmla="*/ 3458086 w 4954903"/>
                <a:gd name="connsiteY8057" fmla="*/ 3438301 h 4882701"/>
                <a:gd name="connsiteX8058" fmla="*/ 3481383 w 4954903"/>
                <a:gd name="connsiteY8058" fmla="*/ 3432477 h 4882701"/>
                <a:gd name="connsiteX8059" fmla="*/ 3472266 w 4954903"/>
                <a:gd name="connsiteY8059" fmla="*/ 3417790 h 4882701"/>
                <a:gd name="connsiteX8060" fmla="*/ 3427192 w 4954903"/>
                <a:gd name="connsiteY8060" fmla="*/ 3430198 h 4882701"/>
                <a:gd name="connsiteX8061" fmla="*/ 3417823 w 4954903"/>
                <a:gd name="connsiteY8061" fmla="*/ 3415511 h 4882701"/>
                <a:gd name="connsiteX8062" fmla="*/ 3403642 w 4954903"/>
                <a:gd name="connsiteY8062" fmla="*/ 3436022 h 4882701"/>
                <a:gd name="connsiteX8063" fmla="*/ 3427192 w 4954903"/>
                <a:gd name="connsiteY8063" fmla="*/ 3430198 h 4882701"/>
                <a:gd name="connsiteX8064" fmla="*/ 3372495 w 4954903"/>
                <a:gd name="connsiteY8064" fmla="*/ 3427665 h 4882701"/>
                <a:gd name="connsiteX8065" fmla="*/ 3362620 w 4954903"/>
                <a:gd name="connsiteY8065" fmla="*/ 3412978 h 4882701"/>
                <a:gd name="connsiteX8066" fmla="*/ 3348692 w 4954903"/>
                <a:gd name="connsiteY8066" fmla="*/ 3433489 h 4882701"/>
                <a:gd name="connsiteX8067" fmla="*/ 3372495 w 4954903"/>
                <a:gd name="connsiteY8067" fmla="*/ 3427665 h 4882701"/>
                <a:gd name="connsiteX8068" fmla="*/ 3317039 w 4954903"/>
                <a:gd name="connsiteY8068" fmla="*/ 3425386 h 4882701"/>
                <a:gd name="connsiteX8069" fmla="*/ 3306910 w 4954903"/>
                <a:gd name="connsiteY8069" fmla="*/ 3410699 h 4882701"/>
                <a:gd name="connsiteX8070" fmla="*/ 3292982 w 4954903"/>
                <a:gd name="connsiteY8070" fmla="*/ 3431464 h 4882701"/>
                <a:gd name="connsiteX8071" fmla="*/ 3317039 w 4954903"/>
                <a:gd name="connsiteY8071" fmla="*/ 3425386 h 4882701"/>
                <a:gd name="connsiteX8072" fmla="*/ 3260823 w 4954903"/>
                <a:gd name="connsiteY8072" fmla="*/ 3423107 h 4882701"/>
                <a:gd name="connsiteX8073" fmla="*/ 3250441 w 4954903"/>
                <a:gd name="connsiteY8073" fmla="*/ 3408420 h 4882701"/>
                <a:gd name="connsiteX8074" fmla="*/ 3236007 w 4954903"/>
                <a:gd name="connsiteY8074" fmla="*/ 3428172 h 4882701"/>
                <a:gd name="connsiteX8075" fmla="*/ 3260823 w 4954903"/>
                <a:gd name="connsiteY8075" fmla="*/ 3423107 h 4882701"/>
                <a:gd name="connsiteX8076" fmla="*/ 3193465 w 4954903"/>
                <a:gd name="connsiteY8076" fmla="*/ 3406394 h 4882701"/>
                <a:gd name="connsiteX8077" fmla="*/ 3179031 w 4954903"/>
                <a:gd name="connsiteY8077" fmla="*/ 3426146 h 4882701"/>
                <a:gd name="connsiteX8078" fmla="*/ 3204100 w 4954903"/>
                <a:gd name="connsiteY8078" fmla="*/ 3421082 h 4882701"/>
                <a:gd name="connsiteX8079" fmla="*/ 3193465 w 4954903"/>
                <a:gd name="connsiteY8079" fmla="*/ 3406394 h 4882701"/>
                <a:gd name="connsiteX8080" fmla="*/ 3146871 w 4954903"/>
                <a:gd name="connsiteY8080" fmla="*/ 3419056 h 4882701"/>
                <a:gd name="connsiteX8081" fmla="*/ 3135729 w 4954903"/>
                <a:gd name="connsiteY8081" fmla="*/ 3404369 h 4882701"/>
                <a:gd name="connsiteX8082" fmla="*/ 3121549 w 4954903"/>
                <a:gd name="connsiteY8082" fmla="*/ 3424120 h 4882701"/>
                <a:gd name="connsiteX8083" fmla="*/ 3146871 w 4954903"/>
                <a:gd name="connsiteY8083" fmla="*/ 3419056 h 4882701"/>
                <a:gd name="connsiteX8084" fmla="*/ 3088629 w 4954903"/>
                <a:gd name="connsiteY8084" fmla="*/ 3416776 h 4882701"/>
                <a:gd name="connsiteX8085" fmla="*/ 3077487 w 4954903"/>
                <a:gd name="connsiteY8085" fmla="*/ 3402090 h 4882701"/>
                <a:gd name="connsiteX8086" fmla="*/ 3063560 w 4954903"/>
                <a:gd name="connsiteY8086" fmla="*/ 3421841 h 4882701"/>
                <a:gd name="connsiteX8087" fmla="*/ 3088629 w 4954903"/>
                <a:gd name="connsiteY8087" fmla="*/ 3416776 h 4882701"/>
                <a:gd name="connsiteX8088" fmla="*/ 3030134 w 4954903"/>
                <a:gd name="connsiteY8088" fmla="*/ 3415004 h 4882701"/>
                <a:gd name="connsiteX8089" fmla="*/ 3018739 w 4954903"/>
                <a:gd name="connsiteY8089" fmla="*/ 3400317 h 4882701"/>
                <a:gd name="connsiteX8090" fmla="*/ 3004812 w 4954903"/>
                <a:gd name="connsiteY8090" fmla="*/ 3420068 h 4882701"/>
                <a:gd name="connsiteX8091" fmla="*/ 3030134 w 4954903"/>
                <a:gd name="connsiteY8091" fmla="*/ 3415004 h 4882701"/>
                <a:gd name="connsiteX8092" fmla="*/ 2971133 w 4954903"/>
                <a:gd name="connsiteY8092" fmla="*/ 3412978 h 4882701"/>
                <a:gd name="connsiteX8093" fmla="*/ 2959231 w 4954903"/>
                <a:gd name="connsiteY8093" fmla="*/ 3398291 h 4882701"/>
                <a:gd name="connsiteX8094" fmla="*/ 2945557 w 4954903"/>
                <a:gd name="connsiteY8094" fmla="*/ 3418043 h 4882701"/>
                <a:gd name="connsiteX8095" fmla="*/ 2971133 w 4954903"/>
                <a:gd name="connsiteY8095" fmla="*/ 3412978 h 4882701"/>
                <a:gd name="connsiteX8096" fmla="*/ 2911371 w 4954903"/>
                <a:gd name="connsiteY8096" fmla="*/ 3411206 h 4882701"/>
                <a:gd name="connsiteX8097" fmla="*/ 2899216 w 4954903"/>
                <a:gd name="connsiteY8097" fmla="*/ 3396519 h 4882701"/>
                <a:gd name="connsiteX8098" fmla="*/ 2885542 w 4954903"/>
                <a:gd name="connsiteY8098" fmla="*/ 3416270 h 4882701"/>
                <a:gd name="connsiteX8099" fmla="*/ 2911371 w 4954903"/>
                <a:gd name="connsiteY8099" fmla="*/ 3411206 h 4882701"/>
                <a:gd name="connsiteX8100" fmla="*/ 2851103 w 4954903"/>
                <a:gd name="connsiteY8100" fmla="*/ 3409433 h 4882701"/>
                <a:gd name="connsiteX8101" fmla="*/ 2838695 w 4954903"/>
                <a:gd name="connsiteY8101" fmla="*/ 3394746 h 4882701"/>
                <a:gd name="connsiteX8102" fmla="*/ 2825274 w 4954903"/>
                <a:gd name="connsiteY8102" fmla="*/ 3414497 h 4882701"/>
                <a:gd name="connsiteX8103" fmla="*/ 2851103 w 4954903"/>
                <a:gd name="connsiteY8103" fmla="*/ 3409433 h 4882701"/>
                <a:gd name="connsiteX8104" fmla="*/ 2790582 w 4954903"/>
                <a:gd name="connsiteY8104" fmla="*/ 3407661 h 4882701"/>
                <a:gd name="connsiteX8105" fmla="*/ 2777921 w 4954903"/>
                <a:gd name="connsiteY8105" fmla="*/ 3392973 h 4882701"/>
                <a:gd name="connsiteX8106" fmla="*/ 2764500 w 4954903"/>
                <a:gd name="connsiteY8106" fmla="*/ 3412725 h 4882701"/>
                <a:gd name="connsiteX8107" fmla="*/ 2790582 w 4954903"/>
                <a:gd name="connsiteY8107" fmla="*/ 3407661 h 4882701"/>
                <a:gd name="connsiteX8108" fmla="*/ 2703473 w 4954903"/>
                <a:gd name="connsiteY8108" fmla="*/ 3411459 h 4882701"/>
                <a:gd name="connsiteX8109" fmla="*/ 2729555 w 4954903"/>
                <a:gd name="connsiteY8109" fmla="*/ 3406141 h 4882701"/>
                <a:gd name="connsiteX8110" fmla="*/ 2716387 w 4954903"/>
                <a:gd name="connsiteY8110" fmla="*/ 3391454 h 4882701"/>
                <a:gd name="connsiteX8111" fmla="*/ 2703473 w 4954903"/>
                <a:gd name="connsiteY8111" fmla="*/ 3411459 h 4882701"/>
                <a:gd name="connsiteX8112" fmla="*/ 2654853 w 4954903"/>
                <a:gd name="connsiteY8112" fmla="*/ 3389935 h 4882701"/>
                <a:gd name="connsiteX8113" fmla="*/ 2641939 w 4954903"/>
                <a:gd name="connsiteY8113" fmla="*/ 3409686 h 4882701"/>
                <a:gd name="connsiteX8114" fmla="*/ 2668021 w 4954903"/>
                <a:gd name="connsiteY8114" fmla="*/ 3404369 h 4882701"/>
                <a:gd name="connsiteX8115" fmla="*/ 2654853 w 4954903"/>
                <a:gd name="connsiteY8115" fmla="*/ 3389935 h 4882701"/>
                <a:gd name="connsiteX8116" fmla="*/ 2580152 w 4954903"/>
                <a:gd name="connsiteY8116" fmla="*/ 3408420 h 4882701"/>
                <a:gd name="connsiteX8117" fmla="*/ 2606487 w 4954903"/>
                <a:gd name="connsiteY8117" fmla="*/ 3403102 h 4882701"/>
                <a:gd name="connsiteX8118" fmla="*/ 2593066 w 4954903"/>
                <a:gd name="connsiteY8118" fmla="*/ 3388415 h 4882701"/>
                <a:gd name="connsiteX8119" fmla="*/ 2580152 w 4954903"/>
                <a:gd name="connsiteY8119" fmla="*/ 3408420 h 4882701"/>
                <a:gd name="connsiteX8120" fmla="*/ 2530520 w 4954903"/>
                <a:gd name="connsiteY8120" fmla="*/ 3387149 h 4882701"/>
                <a:gd name="connsiteX8121" fmla="*/ 2517858 w 4954903"/>
                <a:gd name="connsiteY8121" fmla="*/ 3407154 h 4882701"/>
                <a:gd name="connsiteX8122" fmla="*/ 2544194 w 4954903"/>
                <a:gd name="connsiteY8122" fmla="*/ 3401836 h 4882701"/>
                <a:gd name="connsiteX8123" fmla="*/ 2530520 w 4954903"/>
                <a:gd name="connsiteY8123" fmla="*/ 3387149 h 4882701"/>
                <a:gd name="connsiteX8124" fmla="*/ 2467719 w 4954903"/>
                <a:gd name="connsiteY8124" fmla="*/ 3385883 h 4882701"/>
                <a:gd name="connsiteX8125" fmla="*/ 2455311 w 4954903"/>
                <a:gd name="connsiteY8125" fmla="*/ 3405888 h 4882701"/>
                <a:gd name="connsiteX8126" fmla="*/ 2481647 w 4954903"/>
                <a:gd name="connsiteY8126" fmla="*/ 3400570 h 4882701"/>
                <a:gd name="connsiteX8127" fmla="*/ 2467719 w 4954903"/>
                <a:gd name="connsiteY8127" fmla="*/ 3385883 h 4882701"/>
                <a:gd name="connsiteX8128" fmla="*/ 2404920 w 4954903"/>
                <a:gd name="connsiteY8128" fmla="*/ 3384870 h 4882701"/>
                <a:gd name="connsiteX8129" fmla="*/ 2392765 w 4954903"/>
                <a:gd name="connsiteY8129" fmla="*/ 3404875 h 4882701"/>
                <a:gd name="connsiteX8130" fmla="*/ 2419100 w 4954903"/>
                <a:gd name="connsiteY8130" fmla="*/ 3399557 h 4882701"/>
                <a:gd name="connsiteX8131" fmla="*/ 2404920 w 4954903"/>
                <a:gd name="connsiteY8131" fmla="*/ 3384870 h 4882701"/>
                <a:gd name="connsiteX8132" fmla="*/ 2356047 w 4954903"/>
                <a:gd name="connsiteY8132" fmla="*/ 3398291 h 4882701"/>
                <a:gd name="connsiteX8133" fmla="*/ 2341613 w 4954903"/>
                <a:gd name="connsiteY8133" fmla="*/ 3383857 h 4882701"/>
                <a:gd name="connsiteX8134" fmla="*/ 2329711 w 4954903"/>
                <a:gd name="connsiteY8134" fmla="*/ 3403862 h 4882701"/>
                <a:gd name="connsiteX8135" fmla="*/ 2356047 w 4954903"/>
                <a:gd name="connsiteY8135" fmla="*/ 3398291 h 4882701"/>
                <a:gd name="connsiteX8136" fmla="*/ 2292994 w 4954903"/>
                <a:gd name="connsiteY8136" fmla="*/ 3397025 h 4882701"/>
                <a:gd name="connsiteX8137" fmla="*/ 2278307 w 4954903"/>
                <a:gd name="connsiteY8137" fmla="*/ 3382591 h 4882701"/>
                <a:gd name="connsiteX8138" fmla="*/ 2266658 w 4954903"/>
                <a:gd name="connsiteY8138" fmla="*/ 3402596 h 4882701"/>
                <a:gd name="connsiteX8139" fmla="*/ 2292994 w 4954903"/>
                <a:gd name="connsiteY8139" fmla="*/ 3397025 h 4882701"/>
                <a:gd name="connsiteX8140" fmla="*/ 2229434 w 4954903"/>
                <a:gd name="connsiteY8140" fmla="*/ 3396265 h 4882701"/>
                <a:gd name="connsiteX8141" fmla="*/ 2214494 w 4954903"/>
                <a:gd name="connsiteY8141" fmla="*/ 3381831 h 4882701"/>
                <a:gd name="connsiteX8142" fmla="*/ 2203098 w 4954903"/>
                <a:gd name="connsiteY8142" fmla="*/ 3401836 h 4882701"/>
                <a:gd name="connsiteX8143" fmla="*/ 2229434 w 4954903"/>
                <a:gd name="connsiteY8143" fmla="*/ 3396265 h 4882701"/>
                <a:gd name="connsiteX8144" fmla="*/ 2150681 w 4954903"/>
                <a:gd name="connsiteY8144" fmla="*/ 3380818 h 4882701"/>
                <a:gd name="connsiteX8145" fmla="*/ 2139286 w 4954903"/>
                <a:gd name="connsiteY8145" fmla="*/ 3400823 h 4882701"/>
                <a:gd name="connsiteX8146" fmla="*/ 2165621 w 4954903"/>
                <a:gd name="connsiteY8146" fmla="*/ 3395252 h 4882701"/>
                <a:gd name="connsiteX8147" fmla="*/ 2150681 w 4954903"/>
                <a:gd name="connsiteY8147" fmla="*/ 3380818 h 4882701"/>
                <a:gd name="connsiteX8148" fmla="*/ 2102061 w 4954903"/>
                <a:gd name="connsiteY8148" fmla="*/ 3394493 h 4882701"/>
                <a:gd name="connsiteX8149" fmla="*/ 2086868 w 4954903"/>
                <a:gd name="connsiteY8149" fmla="*/ 3380059 h 4882701"/>
                <a:gd name="connsiteX8150" fmla="*/ 2075726 w 4954903"/>
                <a:gd name="connsiteY8150" fmla="*/ 3400064 h 4882701"/>
                <a:gd name="connsiteX8151" fmla="*/ 2102061 w 4954903"/>
                <a:gd name="connsiteY8151" fmla="*/ 3394493 h 4882701"/>
                <a:gd name="connsiteX8152" fmla="*/ 2038248 w 4954903"/>
                <a:gd name="connsiteY8152" fmla="*/ 3393986 h 4882701"/>
                <a:gd name="connsiteX8153" fmla="*/ 2022548 w 4954903"/>
                <a:gd name="connsiteY8153" fmla="*/ 3379553 h 4882701"/>
                <a:gd name="connsiteX8154" fmla="*/ 2012926 w 4954903"/>
                <a:gd name="connsiteY8154" fmla="*/ 3400570 h 4882701"/>
                <a:gd name="connsiteX8155" fmla="*/ 2038248 w 4954903"/>
                <a:gd name="connsiteY8155" fmla="*/ 3393986 h 4882701"/>
                <a:gd name="connsiteX8156" fmla="*/ 1974942 w 4954903"/>
                <a:gd name="connsiteY8156" fmla="*/ 3393227 h 4882701"/>
                <a:gd name="connsiteX8157" fmla="*/ 1959495 w 4954903"/>
                <a:gd name="connsiteY8157" fmla="*/ 3378793 h 4882701"/>
                <a:gd name="connsiteX8158" fmla="*/ 1950126 w 4954903"/>
                <a:gd name="connsiteY8158" fmla="*/ 3399810 h 4882701"/>
                <a:gd name="connsiteX8159" fmla="*/ 1974942 w 4954903"/>
                <a:gd name="connsiteY8159" fmla="*/ 3393227 h 4882701"/>
                <a:gd name="connsiteX8160" fmla="*/ 1912395 w 4954903"/>
                <a:gd name="connsiteY8160" fmla="*/ 3392973 h 4882701"/>
                <a:gd name="connsiteX8161" fmla="*/ 1896948 w 4954903"/>
                <a:gd name="connsiteY8161" fmla="*/ 3378539 h 4882701"/>
                <a:gd name="connsiteX8162" fmla="*/ 1887832 w 4954903"/>
                <a:gd name="connsiteY8162" fmla="*/ 3399557 h 4882701"/>
                <a:gd name="connsiteX8163" fmla="*/ 1912395 w 4954903"/>
                <a:gd name="connsiteY8163" fmla="*/ 3392973 h 4882701"/>
                <a:gd name="connsiteX8164" fmla="*/ 1850608 w 4954903"/>
                <a:gd name="connsiteY8164" fmla="*/ 3392467 h 4882701"/>
                <a:gd name="connsiteX8165" fmla="*/ 1834908 w 4954903"/>
                <a:gd name="connsiteY8165" fmla="*/ 3378033 h 4882701"/>
                <a:gd name="connsiteX8166" fmla="*/ 1826298 w 4954903"/>
                <a:gd name="connsiteY8166" fmla="*/ 3399051 h 4882701"/>
                <a:gd name="connsiteX8167" fmla="*/ 1850608 w 4954903"/>
                <a:gd name="connsiteY8167" fmla="*/ 3392467 h 4882701"/>
                <a:gd name="connsiteX8168" fmla="*/ 1789581 w 4954903"/>
                <a:gd name="connsiteY8168" fmla="*/ 3392214 h 4882701"/>
                <a:gd name="connsiteX8169" fmla="*/ 1774134 w 4954903"/>
                <a:gd name="connsiteY8169" fmla="*/ 3377780 h 4882701"/>
                <a:gd name="connsiteX8170" fmla="*/ 1766031 w 4954903"/>
                <a:gd name="connsiteY8170" fmla="*/ 3398798 h 4882701"/>
                <a:gd name="connsiteX8171" fmla="*/ 1789581 w 4954903"/>
                <a:gd name="connsiteY8171" fmla="*/ 3392214 h 4882701"/>
                <a:gd name="connsiteX8172" fmla="*/ 1729566 w 4954903"/>
                <a:gd name="connsiteY8172" fmla="*/ 3391960 h 4882701"/>
                <a:gd name="connsiteX8173" fmla="*/ 1714119 w 4954903"/>
                <a:gd name="connsiteY8173" fmla="*/ 3377780 h 4882701"/>
                <a:gd name="connsiteX8174" fmla="*/ 1706269 w 4954903"/>
                <a:gd name="connsiteY8174" fmla="*/ 3399051 h 4882701"/>
                <a:gd name="connsiteX8175" fmla="*/ 1729566 w 4954903"/>
                <a:gd name="connsiteY8175" fmla="*/ 3391960 h 4882701"/>
                <a:gd name="connsiteX8176" fmla="*/ 1670564 w 4954903"/>
                <a:gd name="connsiteY8176" fmla="*/ 3391960 h 4882701"/>
                <a:gd name="connsiteX8177" fmla="*/ 1655118 w 4954903"/>
                <a:gd name="connsiteY8177" fmla="*/ 3377780 h 4882701"/>
                <a:gd name="connsiteX8178" fmla="*/ 1647774 w 4954903"/>
                <a:gd name="connsiteY8178" fmla="*/ 3399051 h 4882701"/>
                <a:gd name="connsiteX8179" fmla="*/ 1670564 w 4954903"/>
                <a:gd name="connsiteY8179" fmla="*/ 3391960 h 4882701"/>
                <a:gd name="connsiteX8180" fmla="*/ 1612069 w 4954903"/>
                <a:gd name="connsiteY8180" fmla="*/ 3391960 h 4882701"/>
                <a:gd name="connsiteX8181" fmla="*/ 1596622 w 4954903"/>
                <a:gd name="connsiteY8181" fmla="*/ 3377780 h 4882701"/>
                <a:gd name="connsiteX8182" fmla="*/ 1595356 w 4954903"/>
                <a:gd name="connsiteY8182" fmla="*/ 3377780 h 4882701"/>
                <a:gd name="connsiteX8183" fmla="*/ 1590798 w 4954903"/>
                <a:gd name="connsiteY8183" fmla="*/ 3399810 h 4882701"/>
                <a:gd name="connsiteX8184" fmla="*/ 1612069 w 4954903"/>
                <a:gd name="connsiteY8184" fmla="*/ 3391960 h 4882701"/>
                <a:gd name="connsiteX8185" fmla="*/ 1554587 w 4954903"/>
                <a:gd name="connsiteY8185" fmla="*/ 3392214 h 4882701"/>
                <a:gd name="connsiteX8186" fmla="*/ 1539393 w 4954903"/>
                <a:gd name="connsiteY8186" fmla="*/ 3378033 h 4882701"/>
                <a:gd name="connsiteX8187" fmla="*/ 1538127 w 4954903"/>
                <a:gd name="connsiteY8187" fmla="*/ 3378033 h 4882701"/>
                <a:gd name="connsiteX8188" fmla="*/ 1534076 w 4954903"/>
                <a:gd name="connsiteY8188" fmla="*/ 3400064 h 4882701"/>
                <a:gd name="connsiteX8189" fmla="*/ 1554587 w 4954903"/>
                <a:gd name="connsiteY8189" fmla="*/ 3392214 h 4882701"/>
                <a:gd name="connsiteX8190" fmla="*/ 1498118 w 4954903"/>
                <a:gd name="connsiteY8190" fmla="*/ 3392214 h 4882701"/>
                <a:gd name="connsiteX8191" fmla="*/ 1482924 w 4954903"/>
                <a:gd name="connsiteY8191" fmla="*/ 3378033 h 4882701"/>
                <a:gd name="connsiteX8192" fmla="*/ 1481658 w 4954903"/>
                <a:gd name="connsiteY8192" fmla="*/ 3378033 h 4882701"/>
                <a:gd name="connsiteX8193" fmla="*/ 1477860 w 4954903"/>
                <a:gd name="connsiteY8193" fmla="*/ 3400064 h 4882701"/>
                <a:gd name="connsiteX8194" fmla="*/ 1498118 w 4954903"/>
                <a:gd name="connsiteY8194" fmla="*/ 3392214 h 4882701"/>
                <a:gd name="connsiteX8195" fmla="*/ 1442408 w 4954903"/>
                <a:gd name="connsiteY8195" fmla="*/ 3392720 h 4882701"/>
                <a:gd name="connsiteX8196" fmla="*/ 1426961 w 4954903"/>
                <a:gd name="connsiteY8196" fmla="*/ 3378539 h 4882701"/>
                <a:gd name="connsiteX8197" fmla="*/ 1425695 w 4954903"/>
                <a:gd name="connsiteY8197" fmla="*/ 3378539 h 4882701"/>
                <a:gd name="connsiteX8198" fmla="*/ 1422150 w 4954903"/>
                <a:gd name="connsiteY8198" fmla="*/ 3400570 h 4882701"/>
                <a:gd name="connsiteX8199" fmla="*/ 1442408 w 4954903"/>
                <a:gd name="connsiteY8199" fmla="*/ 3392720 h 4882701"/>
                <a:gd name="connsiteX8200" fmla="*/ 1387711 w 4954903"/>
                <a:gd name="connsiteY8200" fmla="*/ 3392973 h 4882701"/>
                <a:gd name="connsiteX8201" fmla="*/ 1372518 w 4954903"/>
                <a:gd name="connsiteY8201" fmla="*/ 3378793 h 4882701"/>
                <a:gd name="connsiteX8202" fmla="*/ 1371251 w 4954903"/>
                <a:gd name="connsiteY8202" fmla="*/ 3378793 h 4882701"/>
                <a:gd name="connsiteX8203" fmla="*/ 1368213 w 4954903"/>
                <a:gd name="connsiteY8203" fmla="*/ 3400823 h 4882701"/>
                <a:gd name="connsiteX8204" fmla="*/ 1387711 w 4954903"/>
                <a:gd name="connsiteY8204" fmla="*/ 3392973 h 4882701"/>
                <a:gd name="connsiteX8205" fmla="*/ 1334027 w 4954903"/>
                <a:gd name="connsiteY8205" fmla="*/ 3393480 h 4882701"/>
                <a:gd name="connsiteX8206" fmla="*/ 1319087 w 4954903"/>
                <a:gd name="connsiteY8206" fmla="*/ 3379299 h 4882701"/>
                <a:gd name="connsiteX8207" fmla="*/ 1317821 w 4954903"/>
                <a:gd name="connsiteY8207" fmla="*/ 3379299 h 4882701"/>
                <a:gd name="connsiteX8208" fmla="*/ 1315035 w 4954903"/>
                <a:gd name="connsiteY8208" fmla="*/ 3401330 h 4882701"/>
                <a:gd name="connsiteX8209" fmla="*/ 1334027 w 4954903"/>
                <a:gd name="connsiteY8209" fmla="*/ 3393480 h 4882701"/>
                <a:gd name="connsiteX8210" fmla="*/ 1281356 w 4954903"/>
                <a:gd name="connsiteY8210" fmla="*/ 3393986 h 4882701"/>
                <a:gd name="connsiteX8211" fmla="*/ 1266416 w 4954903"/>
                <a:gd name="connsiteY8211" fmla="*/ 3379806 h 4882701"/>
                <a:gd name="connsiteX8212" fmla="*/ 1265150 w 4954903"/>
                <a:gd name="connsiteY8212" fmla="*/ 3379806 h 4882701"/>
                <a:gd name="connsiteX8213" fmla="*/ 1263884 w 4954903"/>
                <a:gd name="connsiteY8213" fmla="*/ 3402849 h 4882701"/>
                <a:gd name="connsiteX8214" fmla="*/ 1281356 w 4954903"/>
                <a:gd name="connsiteY8214" fmla="*/ 3393986 h 4882701"/>
                <a:gd name="connsiteX8215" fmla="*/ 260856 w 4954903"/>
                <a:gd name="connsiteY8215" fmla="*/ 3459572 h 4882701"/>
                <a:gd name="connsiteX8216" fmla="*/ 259590 w 4954903"/>
                <a:gd name="connsiteY8216" fmla="*/ 3447670 h 4882701"/>
                <a:gd name="connsiteX8217" fmla="*/ 250727 w 4954903"/>
                <a:gd name="connsiteY8217" fmla="*/ 3434249 h 4882701"/>
                <a:gd name="connsiteX8218" fmla="*/ 260856 w 4954903"/>
                <a:gd name="connsiteY8218" fmla="*/ 3459572 h 4882701"/>
                <a:gd name="connsiteX8219" fmla="*/ 249208 w 4954903"/>
                <a:gd name="connsiteY8219" fmla="*/ 3462357 h 4882701"/>
                <a:gd name="connsiteX8220" fmla="*/ 247435 w 4954903"/>
                <a:gd name="connsiteY8220" fmla="*/ 3450455 h 4882701"/>
                <a:gd name="connsiteX8221" fmla="*/ 238825 w 4954903"/>
                <a:gd name="connsiteY8221" fmla="*/ 3437035 h 4882701"/>
                <a:gd name="connsiteX8222" fmla="*/ 249208 w 4954903"/>
                <a:gd name="connsiteY8222" fmla="*/ 3462357 h 4882701"/>
                <a:gd name="connsiteX8223" fmla="*/ 239585 w 4954903"/>
                <a:gd name="connsiteY8223" fmla="*/ 3465396 h 4882701"/>
                <a:gd name="connsiteX8224" fmla="*/ 237053 w 4954903"/>
                <a:gd name="connsiteY8224" fmla="*/ 3453241 h 4882701"/>
                <a:gd name="connsiteX8225" fmla="*/ 228696 w 4954903"/>
                <a:gd name="connsiteY8225" fmla="*/ 3439820 h 4882701"/>
                <a:gd name="connsiteX8226" fmla="*/ 239585 w 4954903"/>
                <a:gd name="connsiteY8226" fmla="*/ 3465396 h 4882701"/>
                <a:gd name="connsiteX8227" fmla="*/ 230975 w 4954903"/>
                <a:gd name="connsiteY8227" fmla="*/ 3468435 h 4882701"/>
                <a:gd name="connsiteX8228" fmla="*/ 227937 w 4954903"/>
                <a:gd name="connsiteY8228" fmla="*/ 3456280 h 4882701"/>
                <a:gd name="connsiteX8229" fmla="*/ 220087 w 4954903"/>
                <a:gd name="connsiteY8229" fmla="*/ 3442859 h 4882701"/>
                <a:gd name="connsiteX8230" fmla="*/ 230975 w 4954903"/>
                <a:gd name="connsiteY8230" fmla="*/ 3468435 h 4882701"/>
                <a:gd name="connsiteX8231" fmla="*/ 213249 w 4954903"/>
                <a:gd name="connsiteY8231" fmla="*/ 3445898 h 4882701"/>
                <a:gd name="connsiteX8232" fmla="*/ 224391 w 4954903"/>
                <a:gd name="connsiteY8232" fmla="*/ 3471473 h 4882701"/>
                <a:gd name="connsiteX8233" fmla="*/ 220846 w 4954903"/>
                <a:gd name="connsiteY8233" fmla="*/ 3459319 h 4882701"/>
                <a:gd name="connsiteX8234" fmla="*/ 213249 w 4954903"/>
                <a:gd name="connsiteY8234" fmla="*/ 3445898 h 4882701"/>
                <a:gd name="connsiteX8235" fmla="*/ 207932 w 4954903"/>
                <a:gd name="connsiteY8235" fmla="*/ 3448936 h 4882701"/>
                <a:gd name="connsiteX8236" fmla="*/ 219074 w 4954903"/>
                <a:gd name="connsiteY8236" fmla="*/ 3474512 h 4882701"/>
                <a:gd name="connsiteX8237" fmla="*/ 215022 w 4954903"/>
                <a:gd name="connsiteY8237" fmla="*/ 3462357 h 4882701"/>
                <a:gd name="connsiteX8238" fmla="*/ 207932 w 4954903"/>
                <a:gd name="connsiteY8238" fmla="*/ 3448936 h 4882701"/>
                <a:gd name="connsiteX8239" fmla="*/ 204640 w 4954903"/>
                <a:gd name="connsiteY8239" fmla="*/ 3451975 h 4882701"/>
                <a:gd name="connsiteX8240" fmla="*/ 215782 w 4954903"/>
                <a:gd name="connsiteY8240" fmla="*/ 3477551 h 4882701"/>
                <a:gd name="connsiteX8241" fmla="*/ 211224 w 4954903"/>
                <a:gd name="connsiteY8241" fmla="*/ 3465396 h 4882701"/>
                <a:gd name="connsiteX8242" fmla="*/ 204640 w 4954903"/>
                <a:gd name="connsiteY8242" fmla="*/ 3451975 h 4882701"/>
                <a:gd name="connsiteX8243" fmla="*/ 209198 w 4954903"/>
                <a:gd name="connsiteY8243" fmla="*/ 3468435 h 4882701"/>
                <a:gd name="connsiteX8244" fmla="*/ 202867 w 4954903"/>
                <a:gd name="connsiteY8244" fmla="*/ 3455014 h 4882701"/>
                <a:gd name="connsiteX8245" fmla="*/ 214009 w 4954903"/>
                <a:gd name="connsiteY8245" fmla="*/ 3480589 h 4882701"/>
                <a:gd name="connsiteX8246" fmla="*/ 209198 w 4954903"/>
                <a:gd name="connsiteY8246" fmla="*/ 3468435 h 4882701"/>
                <a:gd name="connsiteX8247" fmla="*/ 208945 w 4954903"/>
                <a:gd name="connsiteY8247" fmla="*/ 3471727 h 4882701"/>
                <a:gd name="connsiteX8248" fmla="*/ 202867 w 4954903"/>
                <a:gd name="connsiteY8248" fmla="*/ 3458306 h 4882701"/>
                <a:gd name="connsiteX8249" fmla="*/ 214262 w 4954903"/>
                <a:gd name="connsiteY8249" fmla="*/ 3483628 h 4882701"/>
                <a:gd name="connsiteX8250" fmla="*/ 208945 w 4954903"/>
                <a:gd name="connsiteY8250" fmla="*/ 3471727 h 4882701"/>
                <a:gd name="connsiteX8251" fmla="*/ 208945 w 4954903"/>
                <a:gd name="connsiteY8251" fmla="*/ 3471727 h 4882701"/>
                <a:gd name="connsiteX8252" fmla="*/ 4732065 w 4954903"/>
                <a:gd name="connsiteY8252" fmla="*/ 3481856 h 4882701"/>
                <a:gd name="connsiteX8253" fmla="*/ 4720417 w 4954903"/>
                <a:gd name="connsiteY8253" fmla="*/ 3507178 h 4882701"/>
                <a:gd name="connsiteX8254" fmla="*/ 4720670 w 4954903"/>
                <a:gd name="connsiteY8254" fmla="*/ 3507431 h 4882701"/>
                <a:gd name="connsiteX8255" fmla="*/ 4726748 w 4954903"/>
                <a:gd name="connsiteY8255" fmla="*/ 3496796 h 4882701"/>
                <a:gd name="connsiteX8256" fmla="*/ 4732065 w 4954903"/>
                <a:gd name="connsiteY8256" fmla="*/ 3481856 h 4882701"/>
                <a:gd name="connsiteX8257" fmla="*/ 4383627 w 4954903"/>
                <a:gd name="connsiteY8257" fmla="*/ 3434756 h 4882701"/>
                <a:gd name="connsiteX8258" fmla="*/ 4381601 w 4954903"/>
                <a:gd name="connsiteY8258" fmla="*/ 3419562 h 4882701"/>
                <a:gd name="connsiteX8259" fmla="*/ 4367927 w 4954903"/>
                <a:gd name="connsiteY8259" fmla="*/ 3442099 h 4882701"/>
                <a:gd name="connsiteX8260" fmla="*/ 4383627 w 4954903"/>
                <a:gd name="connsiteY8260" fmla="*/ 3434756 h 4882701"/>
                <a:gd name="connsiteX8261" fmla="*/ 3592043 w 4954903"/>
                <a:gd name="connsiteY8261" fmla="*/ 3365878 h 4882701"/>
                <a:gd name="connsiteX8262" fmla="*/ 3577608 w 4954903"/>
                <a:gd name="connsiteY8262" fmla="*/ 3386896 h 4882701"/>
                <a:gd name="connsiteX8263" fmla="*/ 3600652 w 4954903"/>
                <a:gd name="connsiteY8263" fmla="*/ 3381072 h 4882701"/>
                <a:gd name="connsiteX8264" fmla="*/ 3592043 w 4954903"/>
                <a:gd name="connsiteY8264" fmla="*/ 3365878 h 4882701"/>
                <a:gd name="connsiteX8265" fmla="*/ 3538612 w 4954903"/>
                <a:gd name="connsiteY8265" fmla="*/ 3363346 h 4882701"/>
                <a:gd name="connsiteX8266" fmla="*/ 3524431 w 4954903"/>
                <a:gd name="connsiteY8266" fmla="*/ 3384364 h 4882701"/>
                <a:gd name="connsiteX8267" fmla="*/ 3547728 w 4954903"/>
                <a:gd name="connsiteY8267" fmla="*/ 3378539 h 4882701"/>
                <a:gd name="connsiteX8268" fmla="*/ 3538612 w 4954903"/>
                <a:gd name="connsiteY8268" fmla="*/ 3363346 h 4882701"/>
                <a:gd name="connsiteX8269" fmla="*/ 3493791 w 4954903"/>
                <a:gd name="connsiteY8269" fmla="*/ 3376007 h 4882701"/>
                <a:gd name="connsiteX8270" fmla="*/ 3484422 w 4954903"/>
                <a:gd name="connsiteY8270" fmla="*/ 3361067 h 4882701"/>
                <a:gd name="connsiteX8271" fmla="*/ 3470241 w 4954903"/>
                <a:gd name="connsiteY8271" fmla="*/ 3382085 h 4882701"/>
                <a:gd name="connsiteX8272" fmla="*/ 3493791 w 4954903"/>
                <a:gd name="connsiteY8272" fmla="*/ 3376007 h 4882701"/>
                <a:gd name="connsiteX8273" fmla="*/ 3439094 w 4954903"/>
                <a:gd name="connsiteY8273" fmla="*/ 3373475 h 4882701"/>
                <a:gd name="connsiteX8274" fmla="*/ 3429471 w 4954903"/>
                <a:gd name="connsiteY8274" fmla="*/ 3358535 h 4882701"/>
                <a:gd name="connsiteX8275" fmla="*/ 3415291 w 4954903"/>
                <a:gd name="connsiteY8275" fmla="*/ 3379553 h 4882701"/>
                <a:gd name="connsiteX8276" fmla="*/ 3439094 w 4954903"/>
                <a:gd name="connsiteY8276" fmla="*/ 3373475 h 4882701"/>
                <a:gd name="connsiteX8277" fmla="*/ 3383891 w 4954903"/>
                <a:gd name="connsiteY8277" fmla="*/ 3371196 h 4882701"/>
                <a:gd name="connsiteX8278" fmla="*/ 3373762 w 4954903"/>
                <a:gd name="connsiteY8278" fmla="*/ 3356255 h 4882701"/>
                <a:gd name="connsiteX8279" fmla="*/ 3359834 w 4954903"/>
                <a:gd name="connsiteY8279" fmla="*/ 3377273 h 4882701"/>
                <a:gd name="connsiteX8280" fmla="*/ 3383891 w 4954903"/>
                <a:gd name="connsiteY8280" fmla="*/ 3371196 h 4882701"/>
                <a:gd name="connsiteX8281" fmla="*/ 3327928 w 4954903"/>
                <a:gd name="connsiteY8281" fmla="*/ 3368917 h 4882701"/>
                <a:gd name="connsiteX8282" fmla="*/ 3317545 w 4954903"/>
                <a:gd name="connsiteY8282" fmla="*/ 3353976 h 4882701"/>
                <a:gd name="connsiteX8283" fmla="*/ 3303618 w 4954903"/>
                <a:gd name="connsiteY8283" fmla="*/ 3374994 h 4882701"/>
                <a:gd name="connsiteX8284" fmla="*/ 3327928 w 4954903"/>
                <a:gd name="connsiteY8284" fmla="*/ 3368917 h 4882701"/>
                <a:gd name="connsiteX8285" fmla="*/ 3260570 w 4954903"/>
                <a:gd name="connsiteY8285" fmla="*/ 3351444 h 4882701"/>
                <a:gd name="connsiteX8286" fmla="*/ 3246896 w 4954903"/>
                <a:gd name="connsiteY8286" fmla="*/ 3372462 h 4882701"/>
                <a:gd name="connsiteX8287" fmla="*/ 3271205 w 4954903"/>
                <a:gd name="connsiteY8287" fmla="*/ 3366385 h 4882701"/>
                <a:gd name="connsiteX8288" fmla="*/ 3260570 w 4954903"/>
                <a:gd name="connsiteY8288" fmla="*/ 3351444 h 4882701"/>
                <a:gd name="connsiteX8289" fmla="*/ 3213723 w 4954903"/>
                <a:gd name="connsiteY8289" fmla="*/ 3364359 h 4882701"/>
                <a:gd name="connsiteX8290" fmla="*/ 3202834 w 4954903"/>
                <a:gd name="connsiteY8290" fmla="*/ 3349419 h 4882701"/>
                <a:gd name="connsiteX8291" fmla="*/ 3188400 w 4954903"/>
                <a:gd name="connsiteY8291" fmla="*/ 3369423 h 4882701"/>
                <a:gd name="connsiteX8292" fmla="*/ 3213723 w 4954903"/>
                <a:gd name="connsiteY8292" fmla="*/ 3364359 h 4882701"/>
                <a:gd name="connsiteX8293" fmla="*/ 3155481 w 4954903"/>
                <a:gd name="connsiteY8293" fmla="*/ 3362333 h 4882701"/>
                <a:gd name="connsiteX8294" fmla="*/ 3144086 w 4954903"/>
                <a:gd name="connsiteY8294" fmla="*/ 3347393 h 4882701"/>
                <a:gd name="connsiteX8295" fmla="*/ 3129905 w 4954903"/>
                <a:gd name="connsiteY8295" fmla="*/ 3367397 h 4882701"/>
                <a:gd name="connsiteX8296" fmla="*/ 3155481 w 4954903"/>
                <a:gd name="connsiteY8296" fmla="*/ 3362333 h 4882701"/>
                <a:gd name="connsiteX8297" fmla="*/ 3096733 w 4954903"/>
                <a:gd name="connsiteY8297" fmla="*/ 3360054 h 4882701"/>
                <a:gd name="connsiteX8298" fmla="*/ 3085337 w 4954903"/>
                <a:gd name="connsiteY8298" fmla="*/ 3345114 h 4882701"/>
                <a:gd name="connsiteX8299" fmla="*/ 3071410 w 4954903"/>
                <a:gd name="connsiteY8299" fmla="*/ 3365118 h 4882701"/>
                <a:gd name="connsiteX8300" fmla="*/ 3096733 w 4954903"/>
                <a:gd name="connsiteY8300" fmla="*/ 3360054 h 4882701"/>
                <a:gd name="connsiteX8301" fmla="*/ 3037731 w 4954903"/>
                <a:gd name="connsiteY8301" fmla="*/ 3358281 h 4882701"/>
                <a:gd name="connsiteX8302" fmla="*/ 3026083 w 4954903"/>
                <a:gd name="connsiteY8302" fmla="*/ 3343341 h 4882701"/>
                <a:gd name="connsiteX8303" fmla="*/ 3012155 w 4954903"/>
                <a:gd name="connsiteY8303" fmla="*/ 3363346 h 4882701"/>
                <a:gd name="connsiteX8304" fmla="*/ 3037731 w 4954903"/>
                <a:gd name="connsiteY8304" fmla="*/ 3358281 h 4882701"/>
                <a:gd name="connsiteX8305" fmla="*/ 2977970 w 4954903"/>
                <a:gd name="connsiteY8305" fmla="*/ 3356255 h 4882701"/>
                <a:gd name="connsiteX8306" fmla="*/ 2965815 w 4954903"/>
                <a:gd name="connsiteY8306" fmla="*/ 3341315 h 4882701"/>
                <a:gd name="connsiteX8307" fmla="*/ 2952141 w 4954903"/>
                <a:gd name="connsiteY8307" fmla="*/ 3361573 h 4882701"/>
                <a:gd name="connsiteX8308" fmla="*/ 2977970 w 4954903"/>
                <a:gd name="connsiteY8308" fmla="*/ 3356255 h 4882701"/>
                <a:gd name="connsiteX8309" fmla="*/ 2917702 w 4954903"/>
                <a:gd name="connsiteY8309" fmla="*/ 3354483 h 4882701"/>
                <a:gd name="connsiteX8310" fmla="*/ 2905294 w 4954903"/>
                <a:gd name="connsiteY8310" fmla="*/ 3339543 h 4882701"/>
                <a:gd name="connsiteX8311" fmla="*/ 2891620 w 4954903"/>
                <a:gd name="connsiteY8311" fmla="*/ 3359801 h 4882701"/>
                <a:gd name="connsiteX8312" fmla="*/ 2917702 w 4954903"/>
                <a:gd name="connsiteY8312" fmla="*/ 3354483 h 4882701"/>
                <a:gd name="connsiteX8313" fmla="*/ 2856674 w 4954903"/>
                <a:gd name="connsiteY8313" fmla="*/ 3352710 h 4882701"/>
                <a:gd name="connsiteX8314" fmla="*/ 2844013 w 4954903"/>
                <a:gd name="connsiteY8314" fmla="*/ 3337770 h 4882701"/>
                <a:gd name="connsiteX8315" fmla="*/ 2830592 w 4954903"/>
                <a:gd name="connsiteY8315" fmla="*/ 3358028 h 4882701"/>
                <a:gd name="connsiteX8316" fmla="*/ 2856674 w 4954903"/>
                <a:gd name="connsiteY8316" fmla="*/ 3352710 h 4882701"/>
                <a:gd name="connsiteX8317" fmla="*/ 2769058 w 4954903"/>
                <a:gd name="connsiteY8317" fmla="*/ 3356255 h 4882701"/>
                <a:gd name="connsiteX8318" fmla="*/ 2795394 w 4954903"/>
                <a:gd name="connsiteY8318" fmla="*/ 3350938 h 4882701"/>
                <a:gd name="connsiteX8319" fmla="*/ 2782479 w 4954903"/>
                <a:gd name="connsiteY8319" fmla="*/ 3335998 h 4882701"/>
                <a:gd name="connsiteX8320" fmla="*/ 2769058 w 4954903"/>
                <a:gd name="connsiteY8320" fmla="*/ 3356255 h 4882701"/>
                <a:gd name="connsiteX8321" fmla="*/ 2733860 w 4954903"/>
                <a:gd name="connsiteY8321" fmla="*/ 3349165 h 4882701"/>
                <a:gd name="connsiteX8322" fmla="*/ 2720692 w 4954903"/>
                <a:gd name="connsiteY8322" fmla="*/ 3334225 h 4882701"/>
                <a:gd name="connsiteX8323" fmla="*/ 2707524 w 4954903"/>
                <a:gd name="connsiteY8323" fmla="*/ 3354483 h 4882701"/>
                <a:gd name="connsiteX8324" fmla="*/ 2733860 w 4954903"/>
                <a:gd name="connsiteY8324" fmla="*/ 3349165 h 4882701"/>
                <a:gd name="connsiteX8325" fmla="*/ 2658145 w 4954903"/>
                <a:gd name="connsiteY8325" fmla="*/ 3332706 h 4882701"/>
                <a:gd name="connsiteX8326" fmla="*/ 2645231 w 4954903"/>
                <a:gd name="connsiteY8326" fmla="*/ 3352964 h 4882701"/>
                <a:gd name="connsiteX8327" fmla="*/ 2671566 w 4954903"/>
                <a:gd name="connsiteY8327" fmla="*/ 3347646 h 4882701"/>
                <a:gd name="connsiteX8328" fmla="*/ 2658145 w 4954903"/>
                <a:gd name="connsiteY8328" fmla="*/ 3332706 h 4882701"/>
                <a:gd name="connsiteX8329" fmla="*/ 2609020 w 4954903"/>
                <a:gd name="connsiteY8329" fmla="*/ 3346380 h 4882701"/>
                <a:gd name="connsiteX8330" fmla="*/ 2595345 w 4954903"/>
                <a:gd name="connsiteY8330" fmla="*/ 3331439 h 4882701"/>
                <a:gd name="connsiteX8331" fmla="*/ 2582431 w 4954903"/>
                <a:gd name="connsiteY8331" fmla="*/ 3351698 h 4882701"/>
                <a:gd name="connsiteX8332" fmla="*/ 2609020 w 4954903"/>
                <a:gd name="connsiteY8332" fmla="*/ 3346380 h 4882701"/>
                <a:gd name="connsiteX8333" fmla="*/ 2532545 w 4954903"/>
                <a:gd name="connsiteY8333" fmla="*/ 3329920 h 4882701"/>
                <a:gd name="connsiteX8334" fmla="*/ 2519631 w 4954903"/>
                <a:gd name="connsiteY8334" fmla="*/ 3350178 h 4882701"/>
                <a:gd name="connsiteX8335" fmla="*/ 2546220 w 4954903"/>
                <a:gd name="connsiteY8335" fmla="*/ 3344860 h 4882701"/>
                <a:gd name="connsiteX8336" fmla="*/ 2532545 w 4954903"/>
                <a:gd name="connsiteY8336" fmla="*/ 3329920 h 4882701"/>
                <a:gd name="connsiteX8337" fmla="*/ 2468986 w 4954903"/>
                <a:gd name="connsiteY8337" fmla="*/ 3328654 h 4882701"/>
                <a:gd name="connsiteX8338" fmla="*/ 2456578 w 4954903"/>
                <a:gd name="connsiteY8338" fmla="*/ 3348912 h 4882701"/>
                <a:gd name="connsiteX8339" fmla="*/ 2483166 w 4954903"/>
                <a:gd name="connsiteY8339" fmla="*/ 3343341 h 4882701"/>
                <a:gd name="connsiteX8340" fmla="*/ 2468986 w 4954903"/>
                <a:gd name="connsiteY8340" fmla="*/ 3328654 h 4882701"/>
                <a:gd name="connsiteX8341" fmla="*/ 2405426 w 4954903"/>
                <a:gd name="connsiteY8341" fmla="*/ 3327388 h 4882701"/>
                <a:gd name="connsiteX8342" fmla="*/ 2393271 w 4954903"/>
                <a:gd name="connsiteY8342" fmla="*/ 3347646 h 4882701"/>
                <a:gd name="connsiteX8343" fmla="*/ 2419860 w 4954903"/>
                <a:gd name="connsiteY8343" fmla="*/ 3342075 h 4882701"/>
                <a:gd name="connsiteX8344" fmla="*/ 2405426 w 4954903"/>
                <a:gd name="connsiteY8344" fmla="*/ 3327388 h 4882701"/>
                <a:gd name="connsiteX8345" fmla="*/ 2356047 w 4954903"/>
                <a:gd name="connsiteY8345" fmla="*/ 3341315 h 4882701"/>
                <a:gd name="connsiteX8346" fmla="*/ 2341613 w 4954903"/>
                <a:gd name="connsiteY8346" fmla="*/ 3326375 h 4882701"/>
                <a:gd name="connsiteX8347" fmla="*/ 2329458 w 4954903"/>
                <a:gd name="connsiteY8347" fmla="*/ 3346633 h 4882701"/>
                <a:gd name="connsiteX8348" fmla="*/ 2356047 w 4954903"/>
                <a:gd name="connsiteY8348" fmla="*/ 3341315 h 4882701"/>
                <a:gd name="connsiteX8349" fmla="*/ 2292234 w 4954903"/>
                <a:gd name="connsiteY8349" fmla="*/ 3340049 h 4882701"/>
                <a:gd name="connsiteX8350" fmla="*/ 2292234 w 4954903"/>
                <a:gd name="connsiteY8350" fmla="*/ 3340049 h 4882701"/>
                <a:gd name="connsiteX8351" fmla="*/ 2277294 w 4954903"/>
                <a:gd name="connsiteY8351" fmla="*/ 3325109 h 4882701"/>
                <a:gd name="connsiteX8352" fmla="*/ 2265392 w 4954903"/>
                <a:gd name="connsiteY8352" fmla="*/ 3345367 h 4882701"/>
                <a:gd name="connsiteX8353" fmla="*/ 2292234 w 4954903"/>
                <a:gd name="connsiteY8353" fmla="*/ 3340049 h 4882701"/>
                <a:gd name="connsiteX8354" fmla="*/ 2227915 w 4954903"/>
                <a:gd name="connsiteY8354" fmla="*/ 3339289 h 4882701"/>
                <a:gd name="connsiteX8355" fmla="*/ 2212974 w 4954903"/>
                <a:gd name="connsiteY8355" fmla="*/ 3324602 h 4882701"/>
                <a:gd name="connsiteX8356" fmla="*/ 2201326 w 4954903"/>
                <a:gd name="connsiteY8356" fmla="*/ 3345114 h 4882701"/>
                <a:gd name="connsiteX8357" fmla="*/ 2227915 w 4954903"/>
                <a:gd name="connsiteY8357" fmla="*/ 3339289 h 4882701"/>
                <a:gd name="connsiteX8358" fmla="*/ 2163595 w 4954903"/>
                <a:gd name="connsiteY8358" fmla="*/ 3338277 h 4882701"/>
                <a:gd name="connsiteX8359" fmla="*/ 2148402 w 4954903"/>
                <a:gd name="connsiteY8359" fmla="*/ 3323589 h 4882701"/>
                <a:gd name="connsiteX8360" fmla="*/ 2136753 w 4954903"/>
                <a:gd name="connsiteY8360" fmla="*/ 3344101 h 4882701"/>
                <a:gd name="connsiteX8361" fmla="*/ 2163595 w 4954903"/>
                <a:gd name="connsiteY8361" fmla="*/ 3338277 h 4882701"/>
                <a:gd name="connsiteX8362" fmla="*/ 2099276 w 4954903"/>
                <a:gd name="connsiteY8362" fmla="*/ 3337517 h 4882701"/>
                <a:gd name="connsiteX8363" fmla="*/ 2083829 w 4954903"/>
                <a:gd name="connsiteY8363" fmla="*/ 3322830 h 4882701"/>
                <a:gd name="connsiteX8364" fmla="*/ 2072434 w 4954903"/>
                <a:gd name="connsiteY8364" fmla="*/ 3343341 h 4882701"/>
                <a:gd name="connsiteX8365" fmla="*/ 2099276 w 4954903"/>
                <a:gd name="connsiteY8365" fmla="*/ 3337517 h 4882701"/>
                <a:gd name="connsiteX8366" fmla="*/ 2034703 w 4954903"/>
                <a:gd name="connsiteY8366" fmla="*/ 3337010 h 4882701"/>
                <a:gd name="connsiteX8367" fmla="*/ 2019003 w 4954903"/>
                <a:gd name="connsiteY8367" fmla="*/ 3322323 h 4882701"/>
                <a:gd name="connsiteX8368" fmla="*/ 2008115 w 4954903"/>
                <a:gd name="connsiteY8368" fmla="*/ 3342834 h 4882701"/>
                <a:gd name="connsiteX8369" fmla="*/ 2034703 w 4954903"/>
                <a:gd name="connsiteY8369" fmla="*/ 3337010 h 4882701"/>
                <a:gd name="connsiteX8370" fmla="*/ 1970637 w 4954903"/>
                <a:gd name="connsiteY8370" fmla="*/ 3336251 h 4882701"/>
                <a:gd name="connsiteX8371" fmla="*/ 1955190 w 4954903"/>
                <a:gd name="connsiteY8371" fmla="*/ 3321564 h 4882701"/>
                <a:gd name="connsiteX8372" fmla="*/ 1945568 w 4954903"/>
                <a:gd name="connsiteY8372" fmla="*/ 3343088 h 4882701"/>
                <a:gd name="connsiteX8373" fmla="*/ 1970637 w 4954903"/>
                <a:gd name="connsiteY8373" fmla="*/ 3336251 h 4882701"/>
                <a:gd name="connsiteX8374" fmla="*/ 1907331 w 4954903"/>
                <a:gd name="connsiteY8374" fmla="*/ 3335744 h 4882701"/>
                <a:gd name="connsiteX8375" fmla="*/ 1891884 w 4954903"/>
                <a:gd name="connsiteY8375" fmla="*/ 3321057 h 4882701"/>
                <a:gd name="connsiteX8376" fmla="*/ 1882514 w 4954903"/>
                <a:gd name="connsiteY8376" fmla="*/ 3342581 h 4882701"/>
                <a:gd name="connsiteX8377" fmla="*/ 1907331 w 4954903"/>
                <a:gd name="connsiteY8377" fmla="*/ 3335744 h 4882701"/>
                <a:gd name="connsiteX8378" fmla="*/ 1845037 w 4954903"/>
                <a:gd name="connsiteY8378" fmla="*/ 3335491 h 4882701"/>
                <a:gd name="connsiteX8379" fmla="*/ 1829337 w 4954903"/>
                <a:gd name="connsiteY8379" fmla="*/ 3320804 h 4882701"/>
                <a:gd name="connsiteX8380" fmla="*/ 1820474 w 4954903"/>
                <a:gd name="connsiteY8380" fmla="*/ 3342328 h 4882701"/>
                <a:gd name="connsiteX8381" fmla="*/ 1845037 w 4954903"/>
                <a:gd name="connsiteY8381" fmla="*/ 3335491 h 4882701"/>
                <a:gd name="connsiteX8382" fmla="*/ 1783250 w 4954903"/>
                <a:gd name="connsiteY8382" fmla="*/ 3335238 h 4882701"/>
                <a:gd name="connsiteX8383" fmla="*/ 1767803 w 4954903"/>
                <a:gd name="connsiteY8383" fmla="*/ 3320551 h 4882701"/>
                <a:gd name="connsiteX8384" fmla="*/ 1759447 w 4954903"/>
                <a:gd name="connsiteY8384" fmla="*/ 3342075 h 4882701"/>
                <a:gd name="connsiteX8385" fmla="*/ 1783250 w 4954903"/>
                <a:gd name="connsiteY8385" fmla="*/ 3335238 h 4882701"/>
                <a:gd name="connsiteX8386" fmla="*/ 1722729 w 4954903"/>
                <a:gd name="connsiteY8386" fmla="*/ 3334985 h 4882701"/>
                <a:gd name="connsiteX8387" fmla="*/ 1707282 w 4954903"/>
                <a:gd name="connsiteY8387" fmla="*/ 3320297 h 4882701"/>
                <a:gd name="connsiteX8388" fmla="*/ 1699179 w 4954903"/>
                <a:gd name="connsiteY8388" fmla="*/ 3341822 h 4882701"/>
                <a:gd name="connsiteX8389" fmla="*/ 1722729 w 4954903"/>
                <a:gd name="connsiteY8389" fmla="*/ 3334985 h 4882701"/>
                <a:gd name="connsiteX8390" fmla="*/ 1639671 w 4954903"/>
                <a:gd name="connsiteY8390" fmla="*/ 3341822 h 4882701"/>
                <a:gd name="connsiteX8391" fmla="*/ 1662714 w 4954903"/>
                <a:gd name="connsiteY8391" fmla="*/ 3334731 h 4882701"/>
                <a:gd name="connsiteX8392" fmla="*/ 1647268 w 4954903"/>
                <a:gd name="connsiteY8392" fmla="*/ 3320044 h 4882701"/>
                <a:gd name="connsiteX8393" fmla="*/ 1639671 w 4954903"/>
                <a:gd name="connsiteY8393" fmla="*/ 3341822 h 4882701"/>
                <a:gd name="connsiteX8394" fmla="*/ 1603713 w 4954903"/>
                <a:gd name="connsiteY8394" fmla="*/ 3334985 h 4882701"/>
                <a:gd name="connsiteX8395" fmla="*/ 1588266 w 4954903"/>
                <a:gd name="connsiteY8395" fmla="*/ 3320297 h 4882701"/>
                <a:gd name="connsiteX8396" fmla="*/ 1587000 w 4954903"/>
                <a:gd name="connsiteY8396" fmla="*/ 3320297 h 4882701"/>
                <a:gd name="connsiteX8397" fmla="*/ 1582189 w 4954903"/>
                <a:gd name="connsiteY8397" fmla="*/ 3342834 h 4882701"/>
                <a:gd name="connsiteX8398" fmla="*/ 1603713 w 4954903"/>
                <a:gd name="connsiteY8398" fmla="*/ 3334985 h 4882701"/>
                <a:gd name="connsiteX8399" fmla="*/ 1545724 w 4954903"/>
                <a:gd name="connsiteY8399" fmla="*/ 3334985 h 4882701"/>
                <a:gd name="connsiteX8400" fmla="*/ 1530530 w 4954903"/>
                <a:gd name="connsiteY8400" fmla="*/ 3320297 h 4882701"/>
                <a:gd name="connsiteX8401" fmla="*/ 1529264 w 4954903"/>
                <a:gd name="connsiteY8401" fmla="*/ 3320297 h 4882701"/>
                <a:gd name="connsiteX8402" fmla="*/ 1524706 w 4954903"/>
                <a:gd name="connsiteY8402" fmla="*/ 3342834 h 4882701"/>
                <a:gd name="connsiteX8403" fmla="*/ 1545724 w 4954903"/>
                <a:gd name="connsiteY8403" fmla="*/ 3334985 h 4882701"/>
                <a:gd name="connsiteX8404" fmla="*/ 1488495 w 4954903"/>
                <a:gd name="connsiteY8404" fmla="*/ 3335238 h 4882701"/>
                <a:gd name="connsiteX8405" fmla="*/ 1473301 w 4954903"/>
                <a:gd name="connsiteY8405" fmla="*/ 3320804 h 4882701"/>
                <a:gd name="connsiteX8406" fmla="*/ 1472035 w 4954903"/>
                <a:gd name="connsiteY8406" fmla="*/ 3320804 h 4882701"/>
                <a:gd name="connsiteX8407" fmla="*/ 1467984 w 4954903"/>
                <a:gd name="connsiteY8407" fmla="*/ 3343341 h 4882701"/>
                <a:gd name="connsiteX8408" fmla="*/ 1488495 w 4954903"/>
                <a:gd name="connsiteY8408" fmla="*/ 3335238 h 4882701"/>
                <a:gd name="connsiteX8409" fmla="*/ 1432279 w 4954903"/>
                <a:gd name="connsiteY8409" fmla="*/ 3335491 h 4882701"/>
                <a:gd name="connsiteX8410" fmla="*/ 1416832 w 4954903"/>
                <a:gd name="connsiteY8410" fmla="*/ 3321057 h 4882701"/>
                <a:gd name="connsiteX8411" fmla="*/ 1415566 w 4954903"/>
                <a:gd name="connsiteY8411" fmla="*/ 3321057 h 4882701"/>
                <a:gd name="connsiteX8412" fmla="*/ 1411768 w 4954903"/>
                <a:gd name="connsiteY8412" fmla="*/ 3343594 h 4882701"/>
                <a:gd name="connsiteX8413" fmla="*/ 1432279 w 4954903"/>
                <a:gd name="connsiteY8413" fmla="*/ 3335491 h 4882701"/>
                <a:gd name="connsiteX8414" fmla="*/ 1376822 w 4954903"/>
                <a:gd name="connsiteY8414" fmla="*/ 3335998 h 4882701"/>
                <a:gd name="connsiteX8415" fmla="*/ 1361629 w 4954903"/>
                <a:gd name="connsiteY8415" fmla="*/ 3321564 h 4882701"/>
                <a:gd name="connsiteX8416" fmla="*/ 1360363 w 4954903"/>
                <a:gd name="connsiteY8416" fmla="*/ 3321564 h 4882701"/>
                <a:gd name="connsiteX8417" fmla="*/ 1357071 w 4954903"/>
                <a:gd name="connsiteY8417" fmla="*/ 3344101 h 4882701"/>
                <a:gd name="connsiteX8418" fmla="*/ 1376822 w 4954903"/>
                <a:gd name="connsiteY8418" fmla="*/ 3335998 h 4882701"/>
                <a:gd name="connsiteX8419" fmla="*/ 1322632 w 4954903"/>
                <a:gd name="connsiteY8419" fmla="*/ 3336504 h 4882701"/>
                <a:gd name="connsiteX8420" fmla="*/ 1307692 w 4954903"/>
                <a:gd name="connsiteY8420" fmla="*/ 3322070 h 4882701"/>
                <a:gd name="connsiteX8421" fmla="*/ 1306426 w 4954903"/>
                <a:gd name="connsiteY8421" fmla="*/ 3322070 h 4882701"/>
                <a:gd name="connsiteX8422" fmla="*/ 1303387 w 4954903"/>
                <a:gd name="connsiteY8422" fmla="*/ 3344607 h 4882701"/>
                <a:gd name="connsiteX8423" fmla="*/ 1322632 w 4954903"/>
                <a:gd name="connsiteY8423" fmla="*/ 3336504 h 4882701"/>
                <a:gd name="connsiteX8424" fmla="*/ 1269455 w 4954903"/>
                <a:gd name="connsiteY8424" fmla="*/ 3337010 h 4882701"/>
                <a:gd name="connsiteX8425" fmla="*/ 1254514 w 4954903"/>
                <a:gd name="connsiteY8425" fmla="*/ 3322577 h 4882701"/>
                <a:gd name="connsiteX8426" fmla="*/ 1253248 w 4954903"/>
                <a:gd name="connsiteY8426" fmla="*/ 3322577 h 4882701"/>
                <a:gd name="connsiteX8427" fmla="*/ 1250463 w 4954903"/>
                <a:gd name="connsiteY8427" fmla="*/ 3345114 h 4882701"/>
                <a:gd name="connsiteX8428" fmla="*/ 1269455 w 4954903"/>
                <a:gd name="connsiteY8428" fmla="*/ 3337010 h 4882701"/>
                <a:gd name="connsiteX8429" fmla="*/ 184382 w 4954903"/>
                <a:gd name="connsiteY8429" fmla="*/ 3392467 h 4882701"/>
                <a:gd name="connsiteX8430" fmla="*/ 195017 w 4954903"/>
                <a:gd name="connsiteY8430" fmla="*/ 3418549 h 4882701"/>
                <a:gd name="connsiteX8431" fmla="*/ 191219 w 4954903"/>
                <a:gd name="connsiteY8431" fmla="*/ 3406394 h 4882701"/>
                <a:gd name="connsiteX8432" fmla="*/ 184382 w 4954903"/>
                <a:gd name="connsiteY8432" fmla="*/ 3392467 h 4882701"/>
                <a:gd name="connsiteX8433" fmla="*/ 180837 w 4954903"/>
                <a:gd name="connsiteY8433" fmla="*/ 3395506 h 4882701"/>
                <a:gd name="connsiteX8434" fmla="*/ 191472 w 4954903"/>
                <a:gd name="connsiteY8434" fmla="*/ 3421588 h 4882701"/>
                <a:gd name="connsiteX8435" fmla="*/ 187420 w 4954903"/>
                <a:gd name="connsiteY8435" fmla="*/ 3409180 h 4882701"/>
                <a:gd name="connsiteX8436" fmla="*/ 180837 w 4954903"/>
                <a:gd name="connsiteY8436" fmla="*/ 3395506 h 4882701"/>
                <a:gd name="connsiteX8437" fmla="*/ 185141 w 4954903"/>
                <a:gd name="connsiteY8437" fmla="*/ 3412472 h 4882701"/>
                <a:gd name="connsiteX8438" fmla="*/ 179064 w 4954903"/>
                <a:gd name="connsiteY8438" fmla="*/ 3398798 h 4882701"/>
                <a:gd name="connsiteX8439" fmla="*/ 189699 w 4954903"/>
                <a:gd name="connsiteY8439" fmla="*/ 3424627 h 4882701"/>
                <a:gd name="connsiteX8440" fmla="*/ 185141 w 4954903"/>
                <a:gd name="connsiteY8440" fmla="*/ 3412472 h 4882701"/>
                <a:gd name="connsiteX8441" fmla="*/ 179064 w 4954903"/>
                <a:gd name="connsiteY8441" fmla="*/ 3402090 h 4882701"/>
                <a:gd name="connsiteX8442" fmla="*/ 189699 w 4954903"/>
                <a:gd name="connsiteY8442" fmla="*/ 3427918 h 4882701"/>
                <a:gd name="connsiteX8443" fmla="*/ 184635 w 4954903"/>
                <a:gd name="connsiteY8443" fmla="*/ 3415511 h 4882701"/>
                <a:gd name="connsiteX8444" fmla="*/ 179064 w 4954903"/>
                <a:gd name="connsiteY8444" fmla="*/ 3402090 h 4882701"/>
                <a:gd name="connsiteX8445" fmla="*/ 4759667 w 4954903"/>
                <a:gd name="connsiteY8445" fmla="*/ 3428932 h 4882701"/>
                <a:gd name="connsiteX8446" fmla="*/ 4759667 w 4954903"/>
                <a:gd name="connsiteY8446" fmla="*/ 3428932 h 4882701"/>
                <a:gd name="connsiteX8447" fmla="*/ 4748778 w 4954903"/>
                <a:gd name="connsiteY8447" fmla="*/ 3454760 h 4882701"/>
                <a:gd name="connsiteX8448" fmla="*/ 4754096 w 4954903"/>
                <a:gd name="connsiteY8448" fmla="*/ 3444125 h 4882701"/>
                <a:gd name="connsiteX8449" fmla="*/ 4759667 w 4954903"/>
                <a:gd name="connsiteY8449" fmla="*/ 3428932 h 4882701"/>
                <a:gd name="connsiteX8450" fmla="*/ 4756628 w 4954903"/>
                <a:gd name="connsiteY8450" fmla="*/ 3425639 h 4882701"/>
                <a:gd name="connsiteX8451" fmla="*/ 4745486 w 4954903"/>
                <a:gd name="connsiteY8451" fmla="*/ 3451469 h 4882701"/>
                <a:gd name="connsiteX8452" fmla="*/ 4745740 w 4954903"/>
                <a:gd name="connsiteY8452" fmla="*/ 3451722 h 4882701"/>
                <a:gd name="connsiteX8453" fmla="*/ 4751564 w 4954903"/>
                <a:gd name="connsiteY8453" fmla="*/ 3441086 h 4882701"/>
                <a:gd name="connsiteX8454" fmla="*/ 4756628 w 4954903"/>
                <a:gd name="connsiteY8454" fmla="*/ 3425639 h 4882701"/>
                <a:gd name="connsiteX8455" fmla="*/ 4751564 w 4954903"/>
                <a:gd name="connsiteY8455" fmla="*/ 3422094 h 4882701"/>
                <a:gd name="connsiteX8456" fmla="*/ 4740422 w 4954903"/>
                <a:gd name="connsiteY8456" fmla="*/ 3447923 h 4882701"/>
                <a:gd name="connsiteX8457" fmla="*/ 4746752 w 4954903"/>
                <a:gd name="connsiteY8457" fmla="*/ 3437288 h 4882701"/>
                <a:gd name="connsiteX8458" fmla="*/ 4751564 w 4954903"/>
                <a:gd name="connsiteY8458" fmla="*/ 3422094 h 4882701"/>
                <a:gd name="connsiteX8459" fmla="*/ 4721936 w 4954903"/>
                <a:gd name="connsiteY8459" fmla="*/ 3426906 h 4882701"/>
                <a:gd name="connsiteX8460" fmla="*/ 4725481 w 4954903"/>
                <a:gd name="connsiteY8460" fmla="*/ 3411712 h 4882701"/>
                <a:gd name="connsiteX8461" fmla="*/ 4714086 w 4954903"/>
                <a:gd name="connsiteY8461" fmla="*/ 3437288 h 4882701"/>
                <a:gd name="connsiteX8462" fmla="*/ 4721936 w 4954903"/>
                <a:gd name="connsiteY8462" fmla="*/ 3426906 h 4882701"/>
                <a:gd name="connsiteX8463" fmla="*/ 4437310 w 4954903"/>
                <a:gd name="connsiteY8463" fmla="*/ 3381578 h 4882701"/>
                <a:gd name="connsiteX8464" fmla="*/ 4435284 w 4954903"/>
                <a:gd name="connsiteY8464" fmla="*/ 3366385 h 4882701"/>
                <a:gd name="connsiteX8465" fmla="*/ 4422370 w 4954903"/>
                <a:gd name="connsiteY8465" fmla="*/ 3389935 h 4882701"/>
                <a:gd name="connsiteX8466" fmla="*/ 4437310 w 4954903"/>
                <a:gd name="connsiteY8466" fmla="*/ 3381578 h 4882701"/>
                <a:gd name="connsiteX8467" fmla="*/ 4404897 w 4954903"/>
                <a:gd name="connsiteY8467" fmla="*/ 3378286 h 4882701"/>
                <a:gd name="connsiteX8468" fmla="*/ 4402618 w 4954903"/>
                <a:gd name="connsiteY8468" fmla="*/ 3363093 h 4882701"/>
                <a:gd name="connsiteX8469" fmla="*/ 4389451 w 4954903"/>
                <a:gd name="connsiteY8469" fmla="*/ 3385883 h 4882701"/>
                <a:gd name="connsiteX8470" fmla="*/ 4404897 w 4954903"/>
                <a:gd name="connsiteY8470" fmla="*/ 3378286 h 4882701"/>
                <a:gd name="connsiteX8471" fmla="*/ 3327421 w 4954903"/>
                <a:gd name="connsiteY8471" fmla="*/ 3296241 h 4882701"/>
                <a:gd name="connsiteX8472" fmla="*/ 3313747 w 4954903"/>
                <a:gd name="connsiteY8472" fmla="*/ 3317512 h 4882701"/>
                <a:gd name="connsiteX8473" fmla="*/ 3338057 w 4954903"/>
                <a:gd name="connsiteY8473" fmla="*/ 3311435 h 4882701"/>
                <a:gd name="connsiteX8474" fmla="*/ 3327421 w 4954903"/>
                <a:gd name="connsiteY8474" fmla="*/ 3296241 h 4882701"/>
                <a:gd name="connsiteX8475" fmla="*/ 3280575 w 4954903"/>
                <a:gd name="connsiteY8475" fmla="*/ 3309155 h 4882701"/>
                <a:gd name="connsiteX8476" fmla="*/ 3269686 w 4954903"/>
                <a:gd name="connsiteY8476" fmla="*/ 3293962 h 4882701"/>
                <a:gd name="connsiteX8477" fmla="*/ 3256012 w 4954903"/>
                <a:gd name="connsiteY8477" fmla="*/ 3315233 h 4882701"/>
                <a:gd name="connsiteX8478" fmla="*/ 3280575 w 4954903"/>
                <a:gd name="connsiteY8478" fmla="*/ 3309155 h 4882701"/>
                <a:gd name="connsiteX8479" fmla="*/ 3222586 w 4954903"/>
                <a:gd name="connsiteY8479" fmla="*/ 3306876 h 4882701"/>
                <a:gd name="connsiteX8480" fmla="*/ 3211444 w 4954903"/>
                <a:gd name="connsiteY8480" fmla="*/ 3291683 h 4882701"/>
                <a:gd name="connsiteX8481" fmla="*/ 3197263 w 4954903"/>
                <a:gd name="connsiteY8481" fmla="*/ 3311941 h 4882701"/>
                <a:gd name="connsiteX8482" fmla="*/ 3222586 w 4954903"/>
                <a:gd name="connsiteY8482" fmla="*/ 3306876 h 4882701"/>
                <a:gd name="connsiteX8483" fmla="*/ 3164091 w 4954903"/>
                <a:gd name="connsiteY8483" fmla="*/ 3304851 h 4882701"/>
                <a:gd name="connsiteX8484" fmla="*/ 3152442 w 4954903"/>
                <a:gd name="connsiteY8484" fmla="*/ 3289657 h 4882701"/>
                <a:gd name="connsiteX8485" fmla="*/ 3138262 w 4954903"/>
                <a:gd name="connsiteY8485" fmla="*/ 3309915 h 4882701"/>
                <a:gd name="connsiteX8486" fmla="*/ 3164091 w 4954903"/>
                <a:gd name="connsiteY8486" fmla="*/ 3304851 h 4882701"/>
                <a:gd name="connsiteX8487" fmla="*/ 3104583 w 4954903"/>
                <a:gd name="connsiteY8487" fmla="*/ 3302825 h 4882701"/>
                <a:gd name="connsiteX8488" fmla="*/ 3092934 w 4954903"/>
                <a:gd name="connsiteY8488" fmla="*/ 3287631 h 4882701"/>
                <a:gd name="connsiteX8489" fmla="*/ 3079007 w 4954903"/>
                <a:gd name="connsiteY8489" fmla="*/ 3307890 h 4882701"/>
                <a:gd name="connsiteX8490" fmla="*/ 3104583 w 4954903"/>
                <a:gd name="connsiteY8490" fmla="*/ 3302825 h 4882701"/>
                <a:gd name="connsiteX8491" fmla="*/ 3044821 w 4954903"/>
                <a:gd name="connsiteY8491" fmla="*/ 3300799 h 4882701"/>
                <a:gd name="connsiteX8492" fmla="*/ 3032920 w 4954903"/>
                <a:gd name="connsiteY8492" fmla="*/ 3285606 h 4882701"/>
                <a:gd name="connsiteX8493" fmla="*/ 3018992 w 4954903"/>
                <a:gd name="connsiteY8493" fmla="*/ 3305864 h 4882701"/>
                <a:gd name="connsiteX8494" fmla="*/ 3044821 w 4954903"/>
                <a:gd name="connsiteY8494" fmla="*/ 3300799 h 4882701"/>
                <a:gd name="connsiteX8495" fmla="*/ 2984300 w 4954903"/>
                <a:gd name="connsiteY8495" fmla="*/ 3298773 h 4882701"/>
                <a:gd name="connsiteX8496" fmla="*/ 2971892 w 4954903"/>
                <a:gd name="connsiteY8496" fmla="*/ 3283580 h 4882701"/>
                <a:gd name="connsiteX8497" fmla="*/ 2958218 w 4954903"/>
                <a:gd name="connsiteY8497" fmla="*/ 3303838 h 4882701"/>
                <a:gd name="connsiteX8498" fmla="*/ 2984300 w 4954903"/>
                <a:gd name="connsiteY8498" fmla="*/ 3298773 h 4882701"/>
                <a:gd name="connsiteX8499" fmla="*/ 2923526 w 4954903"/>
                <a:gd name="connsiteY8499" fmla="*/ 3297001 h 4882701"/>
                <a:gd name="connsiteX8500" fmla="*/ 2910865 w 4954903"/>
                <a:gd name="connsiteY8500" fmla="*/ 3281807 h 4882701"/>
                <a:gd name="connsiteX8501" fmla="*/ 2897191 w 4954903"/>
                <a:gd name="connsiteY8501" fmla="*/ 3302319 h 4882701"/>
                <a:gd name="connsiteX8502" fmla="*/ 2923526 w 4954903"/>
                <a:gd name="connsiteY8502" fmla="*/ 3297001 h 4882701"/>
                <a:gd name="connsiteX8503" fmla="*/ 2861992 w 4954903"/>
                <a:gd name="connsiteY8503" fmla="*/ 3295228 h 4882701"/>
                <a:gd name="connsiteX8504" fmla="*/ 2849331 w 4954903"/>
                <a:gd name="connsiteY8504" fmla="*/ 3280035 h 4882701"/>
                <a:gd name="connsiteX8505" fmla="*/ 2835910 w 4954903"/>
                <a:gd name="connsiteY8505" fmla="*/ 3300546 h 4882701"/>
                <a:gd name="connsiteX8506" fmla="*/ 2861992 w 4954903"/>
                <a:gd name="connsiteY8506" fmla="*/ 3295228 h 4882701"/>
                <a:gd name="connsiteX8507" fmla="*/ 2799952 w 4954903"/>
                <a:gd name="connsiteY8507" fmla="*/ 3293456 h 4882701"/>
                <a:gd name="connsiteX8508" fmla="*/ 2787037 w 4954903"/>
                <a:gd name="connsiteY8508" fmla="*/ 3278262 h 4882701"/>
                <a:gd name="connsiteX8509" fmla="*/ 2773616 w 4954903"/>
                <a:gd name="connsiteY8509" fmla="*/ 3298773 h 4882701"/>
                <a:gd name="connsiteX8510" fmla="*/ 2799952 w 4954903"/>
                <a:gd name="connsiteY8510" fmla="*/ 3293456 h 4882701"/>
                <a:gd name="connsiteX8511" fmla="*/ 2724237 w 4954903"/>
                <a:gd name="connsiteY8511" fmla="*/ 3276743 h 4882701"/>
                <a:gd name="connsiteX8512" fmla="*/ 2711069 w 4954903"/>
                <a:gd name="connsiteY8512" fmla="*/ 3297254 h 4882701"/>
                <a:gd name="connsiteX8513" fmla="*/ 2737658 w 4954903"/>
                <a:gd name="connsiteY8513" fmla="*/ 3291936 h 4882701"/>
                <a:gd name="connsiteX8514" fmla="*/ 2724237 w 4954903"/>
                <a:gd name="connsiteY8514" fmla="*/ 3276743 h 4882701"/>
                <a:gd name="connsiteX8515" fmla="*/ 2648270 w 4954903"/>
                <a:gd name="connsiteY8515" fmla="*/ 3295481 h 4882701"/>
                <a:gd name="connsiteX8516" fmla="*/ 2674858 w 4954903"/>
                <a:gd name="connsiteY8516" fmla="*/ 3290163 h 4882701"/>
                <a:gd name="connsiteX8517" fmla="*/ 2661437 w 4954903"/>
                <a:gd name="connsiteY8517" fmla="*/ 3274970 h 4882701"/>
                <a:gd name="connsiteX8518" fmla="*/ 2648270 w 4954903"/>
                <a:gd name="connsiteY8518" fmla="*/ 3295481 h 4882701"/>
                <a:gd name="connsiteX8519" fmla="*/ 2584963 w 4954903"/>
                <a:gd name="connsiteY8519" fmla="*/ 3294215 h 4882701"/>
                <a:gd name="connsiteX8520" fmla="*/ 2611805 w 4954903"/>
                <a:gd name="connsiteY8520" fmla="*/ 3288898 h 4882701"/>
                <a:gd name="connsiteX8521" fmla="*/ 2598131 w 4954903"/>
                <a:gd name="connsiteY8521" fmla="*/ 3273957 h 4882701"/>
                <a:gd name="connsiteX8522" fmla="*/ 2584963 w 4954903"/>
                <a:gd name="connsiteY8522" fmla="*/ 3294215 h 4882701"/>
                <a:gd name="connsiteX8523" fmla="*/ 2534318 w 4954903"/>
                <a:gd name="connsiteY8523" fmla="*/ 3272185 h 4882701"/>
                <a:gd name="connsiteX8524" fmla="*/ 2521403 w 4954903"/>
                <a:gd name="connsiteY8524" fmla="*/ 3292696 h 4882701"/>
                <a:gd name="connsiteX8525" fmla="*/ 2548245 w 4954903"/>
                <a:gd name="connsiteY8525" fmla="*/ 3287125 h 4882701"/>
                <a:gd name="connsiteX8526" fmla="*/ 2534318 w 4954903"/>
                <a:gd name="connsiteY8526" fmla="*/ 3272185 h 4882701"/>
                <a:gd name="connsiteX8527" fmla="*/ 2470252 w 4954903"/>
                <a:gd name="connsiteY8527" fmla="*/ 3270918 h 4882701"/>
                <a:gd name="connsiteX8528" fmla="*/ 2457591 w 4954903"/>
                <a:gd name="connsiteY8528" fmla="*/ 3291430 h 4882701"/>
                <a:gd name="connsiteX8529" fmla="*/ 2484686 w 4954903"/>
                <a:gd name="connsiteY8529" fmla="*/ 3285859 h 4882701"/>
                <a:gd name="connsiteX8530" fmla="*/ 2470252 w 4954903"/>
                <a:gd name="connsiteY8530" fmla="*/ 3270918 h 4882701"/>
                <a:gd name="connsiteX8531" fmla="*/ 2405932 w 4954903"/>
                <a:gd name="connsiteY8531" fmla="*/ 3269652 h 4882701"/>
                <a:gd name="connsiteX8532" fmla="*/ 2393524 w 4954903"/>
                <a:gd name="connsiteY8532" fmla="*/ 3290163 h 4882701"/>
                <a:gd name="connsiteX8533" fmla="*/ 2420366 w 4954903"/>
                <a:gd name="connsiteY8533" fmla="*/ 3284593 h 4882701"/>
                <a:gd name="connsiteX8534" fmla="*/ 2405932 w 4954903"/>
                <a:gd name="connsiteY8534" fmla="*/ 3269652 h 4882701"/>
                <a:gd name="connsiteX8535" fmla="*/ 2356047 w 4954903"/>
                <a:gd name="connsiteY8535" fmla="*/ 3283580 h 4882701"/>
                <a:gd name="connsiteX8536" fmla="*/ 2341360 w 4954903"/>
                <a:gd name="connsiteY8536" fmla="*/ 3268640 h 4882701"/>
                <a:gd name="connsiteX8537" fmla="*/ 2328952 w 4954903"/>
                <a:gd name="connsiteY8537" fmla="*/ 3289151 h 4882701"/>
                <a:gd name="connsiteX8538" fmla="*/ 2356047 w 4954903"/>
                <a:gd name="connsiteY8538" fmla="*/ 3283580 h 4882701"/>
                <a:gd name="connsiteX8539" fmla="*/ 2291474 w 4954903"/>
                <a:gd name="connsiteY8539" fmla="*/ 3282567 h 4882701"/>
                <a:gd name="connsiteX8540" fmla="*/ 2276534 w 4954903"/>
                <a:gd name="connsiteY8540" fmla="*/ 3267626 h 4882701"/>
                <a:gd name="connsiteX8541" fmla="*/ 2264632 w 4954903"/>
                <a:gd name="connsiteY8541" fmla="*/ 3288138 h 4882701"/>
                <a:gd name="connsiteX8542" fmla="*/ 2291474 w 4954903"/>
                <a:gd name="connsiteY8542" fmla="*/ 3282567 h 4882701"/>
                <a:gd name="connsiteX8543" fmla="*/ 2226648 w 4954903"/>
                <a:gd name="connsiteY8543" fmla="*/ 3281554 h 4882701"/>
                <a:gd name="connsiteX8544" fmla="*/ 2211455 w 4954903"/>
                <a:gd name="connsiteY8544" fmla="*/ 3266614 h 4882701"/>
                <a:gd name="connsiteX8545" fmla="*/ 2199553 w 4954903"/>
                <a:gd name="connsiteY8545" fmla="*/ 3287125 h 4882701"/>
                <a:gd name="connsiteX8546" fmla="*/ 2226648 w 4954903"/>
                <a:gd name="connsiteY8546" fmla="*/ 3281554 h 4882701"/>
                <a:gd name="connsiteX8547" fmla="*/ 2161569 w 4954903"/>
                <a:gd name="connsiteY8547" fmla="*/ 3280794 h 4882701"/>
                <a:gd name="connsiteX8548" fmla="*/ 2146376 w 4954903"/>
                <a:gd name="connsiteY8548" fmla="*/ 3265854 h 4882701"/>
                <a:gd name="connsiteX8549" fmla="*/ 2134728 w 4954903"/>
                <a:gd name="connsiteY8549" fmla="*/ 3286618 h 4882701"/>
                <a:gd name="connsiteX8550" fmla="*/ 2161569 w 4954903"/>
                <a:gd name="connsiteY8550" fmla="*/ 3280794 h 4882701"/>
                <a:gd name="connsiteX8551" fmla="*/ 2096490 w 4954903"/>
                <a:gd name="connsiteY8551" fmla="*/ 3280035 h 4882701"/>
                <a:gd name="connsiteX8552" fmla="*/ 2081044 w 4954903"/>
                <a:gd name="connsiteY8552" fmla="*/ 3265094 h 4882701"/>
                <a:gd name="connsiteX8553" fmla="*/ 2069395 w 4954903"/>
                <a:gd name="connsiteY8553" fmla="*/ 3285859 h 4882701"/>
                <a:gd name="connsiteX8554" fmla="*/ 2096490 w 4954903"/>
                <a:gd name="connsiteY8554" fmla="*/ 3280035 h 4882701"/>
                <a:gd name="connsiteX8555" fmla="*/ 2031411 w 4954903"/>
                <a:gd name="connsiteY8555" fmla="*/ 3279275 h 4882701"/>
                <a:gd name="connsiteX8556" fmla="*/ 2015711 w 4954903"/>
                <a:gd name="connsiteY8556" fmla="*/ 3264335 h 4882701"/>
                <a:gd name="connsiteX8557" fmla="*/ 2004569 w 4954903"/>
                <a:gd name="connsiteY8557" fmla="*/ 3285099 h 4882701"/>
                <a:gd name="connsiteX8558" fmla="*/ 2031411 w 4954903"/>
                <a:gd name="connsiteY8558" fmla="*/ 3279275 h 4882701"/>
                <a:gd name="connsiteX8559" fmla="*/ 1966586 w 4954903"/>
                <a:gd name="connsiteY8559" fmla="*/ 3278768 h 4882701"/>
                <a:gd name="connsiteX8560" fmla="*/ 1966586 w 4954903"/>
                <a:gd name="connsiteY8560" fmla="*/ 3278768 h 4882701"/>
                <a:gd name="connsiteX8561" fmla="*/ 1950885 w 4954903"/>
                <a:gd name="connsiteY8561" fmla="*/ 3263828 h 4882701"/>
                <a:gd name="connsiteX8562" fmla="*/ 1941010 w 4954903"/>
                <a:gd name="connsiteY8562" fmla="*/ 3285606 h 4882701"/>
                <a:gd name="connsiteX8563" fmla="*/ 1966586 w 4954903"/>
                <a:gd name="connsiteY8563" fmla="*/ 3278768 h 4882701"/>
                <a:gd name="connsiteX8564" fmla="*/ 1902773 w 4954903"/>
                <a:gd name="connsiteY8564" fmla="*/ 3278262 h 4882701"/>
                <a:gd name="connsiteX8565" fmla="*/ 1887072 w 4954903"/>
                <a:gd name="connsiteY8565" fmla="*/ 3263322 h 4882701"/>
                <a:gd name="connsiteX8566" fmla="*/ 1877450 w 4954903"/>
                <a:gd name="connsiteY8566" fmla="*/ 3285099 h 4882701"/>
                <a:gd name="connsiteX8567" fmla="*/ 1902773 w 4954903"/>
                <a:gd name="connsiteY8567" fmla="*/ 3278262 h 4882701"/>
                <a:gd name="connsiteX8568" fmla="*/ 1839719 w 4954903"/>
                <a:gd name="connsiteY8568" fmla="*/ 3277756 h 4882701"/>
                <a:gd name="connsiteX8569" fmla="*/ 1839719 w 4954903"/>
                <a:gd name="connsiteY8569" fmla="*/ 3277756 h 4882701"/>
                <a:gd name="connsiteX8570" fmla="*/ 1824019 w 4954903"/>
                <a:gd name="connsiteY8570" fmla="*/ 3262815 h 4882701"/>
                <a:gd name="connsiteX8571" fmla="*/ 1814903 w 4954903"/>
                <a:gd name="connsiteY8571" fmla="*/ 3284593 h 4882701"/>
                <a:gd name="connsiteX8572" fmla="*/ 1839719 w 4954903"/>
                <a:gd name="connsiteY8572" fmla="*/ 3277756 h 4882701"/>
                <a:gd name="connsiteX8573" fmla="*/ 1777426 w 4954903"/>
                <a:gd name="connsiteY8573" fmla="*/ 3277502 h 4882701"/>
                <a:gd name="connsiteX8574" fmla="*/ 1761979 w 4954903"/>
                <a:gd name="connsiteY8574" fmla="*/ 3262815 h 4882701"/>
                <a:gd name="connsiteX8575" fmla="*/ 1753369 w 4954903"/>
                <a:gd name="connsiteY8575" fmla="*/ 3284593 h 4882701"/>
                <a:gd name="connsiteX8576" fmla="*/ 1777426 w 4954903"/>
                <a:gd name="connsiteY8576" fmla="*/ 3277502 h 4882701"/>
                <a:gd name="connsiteX8577" fmla="*/ 1716145 w 4954903"/>
                <a:gd name="connsiteY8577" fmla="*/ 3277249 h 4882701"/>
                <a:gd name="connsiteX8578" fmla="*/ 1700698 w 4954903"/>
                <a:gd name="connsiteY8578" fmla="*/ 3262562 h 4882701"/>
                <a:gd name="connsiteX8579" fmla="*/ 1692342 w 4954903"/>
                <a:gd name="connsiteY8579" fmla="*/ 3284339 h 4882701"/>
                <a:gd name="connsiteX8580" fmla="*/ 1716145 w 4954903"/>
                <a:gd name="connsiteY8580" fmla="*/ 3277249 h 4882701"/>
                <a:gd name="connsiteX8581" fmla="*/ 1655624 w 4954903"/>
                <a:gd name="connsiteY8581" fmla="*/ 3277249 h 4882701"/>
                <a:gd name="connsiteX8582" fmla="*/ 1640177 w 4954903"/>
                <a:gd name="connsiteY8582" fmla="*/ 3262562 h 4882701"/>
                <a:gd name="connsiteX8583" fmla="*/ 1632074 w 4954903"/>
                <a:gd name="connsiteY8583" fmla="*/ 3284339 h 4882701"/>
                <a:gd name="connsiteX8584" fmla="*/ 1655624 w 4954903"/>
                <a:gd name="connsiteY8584" fmla="*/ 3277249 h 4882701"/>
                <a:gd name="connsiteX8585" fmla="*/ 1595863 w 4954903"/>
                <a:gd name="connsiteY8585" fmla="*/ 3277249 h 4882701"/>
                <a:gd name="connsiteX8586" fmla="*/ 1580416 w 4954903"/>
                <a:gd name="connsiteY8586" fmla="*/ 3262562 h 4882701"/>
                <a:gd name="connsiteX8587" fmla="*/ 1572819 w 4954903"/>
                <a:gd name="connsiteY8587" fmla="*/ 3284339 h 4882701"/>
                <a:gd name="connsiteX8588" fmla="*/ 1595863 w 4954903"/>
                <a:gd name="connsiteY8588" fmla="*/ 3277249 h 4882701"/>
                <a:gd name="connsiteX8589" fmla="*/ 1520401 w 4954903"/>
                <a:gd name="connsiteY8589" fmla="*/ 3262815 h 4882701"/>
                <a:gd name="connsiteX8590" fmla="*/ 1515590 w 4954903"/>
                <a:gd name="connsiteY8590" fmla="*/ 3285606 h 4882701"/>
                <a:gd name="connsiteX8591" fmla="*/ 1537114 w 4954903"/>
                <a:gd name="connsiteY8591" fmla="*/ 3277502 h 4882701"/>
                <a:gd name="connsiteX8592" fmla="*/ 1521921 w 4954903"/>
                <a:gd name="connsiteY8592" fmla="*/ 3262815 h 4882701"/>
                <a:gd name="connsiteX8593" fmla="*/ 1520401 w 4954903"/>
                <a:gd name="connsiteY8593" fmla="*/ 3262815 h 4882701"/>
                <a:gd name="connsiteX8594" fmla="*/ 1479379 w 4954903"/>
                <a:gd name="connsiteY8594" fmla="*/ 3277756 h 4882701"/>
                <a:gd name="connsiteX8595" fmla="*/ 1464185 w 4954903"/>
                <a:gd name="connsiteY8595" fmla="*/ 3263069 h 4882701"/>
                <a:gd name="connsiteX8596" fmla="*/ 1462919 w 4954903"/>
                <a:gd name="connsiteY8596" fmla="*/ 3263069 h 4882701"/>
                <a:gd name="connsiteX8597" fmla="*/ 1458361 w 4954903"/>
                <a:gd name="connsiteY8597" fmla="*/ 3285859 h 4882701"/>
                <a:gd name="connsiteX8598" fmla="*/ 1479379 w 4954903"/>
                <a:gd name="connsiteY8598" fmla="*/ 3277756 h 4882701"/>
                <a:gd name="connsiteX8599" fmla="*/ 1422656 w 4954903"/>
                <a:gd name="connsiteY8599" fmla="*/ 3278009 h 4882701"/>
                <a:gd name="connsiteX8600" fmla="*/ 1407209 w 4954903"/>
                <a:gd name="connsiteY8600" fmla="*/ 3263322 h 4882701"/>
                <a:gd name="connsiteX8601" fmla="*/ 1405943 w 4954903"/>
                <a:gd name="connsiteY8601" fmla="*/ 3263322 h 4882701"/>
                <a:gd name="connsiteX8602" fmla="*/ 1401892 w 4954903"/>
                <a:gd name="connsiteY8602" fmla="*/ 3286112 h 4882701"/>
                <a:gd name="connsiteX8603" fmla="*/ 1422656 w 4954903"/>
                <a:gd name="connsiteY8603" fmla="*/ 3278009 h 4882701"/>
                <a:gd name="connsiteX8604" fmla="*/ 1366693 w 4954903"/>
                <a:gd name="connsiteY8604" fmla="*/ 3278262 h 4882701"/>
                <a:gd name="connsiteX8605" fmla="*/ 1351500 w 4954903"/>
                <a:gd name="connsiteY8605" fmla="*/ 3263575 h 4882701"/>
                <a:gd name="connsiteX8606" fmla="*/ 1350234 w 4954903"/>
                <a:gd name="connsiteY8606" fmla="*/ 3263575 h 4882701"/>
                <a:gd name="connsiteX8607" fmla="*/ 1346435 w 4954903"/>
                <a:gd name="connsiteY8607" fmla="*/ 3286365 h 4882701"/>
                <a:gd name="connsiteX8608" fmla="*/ 1366693 w 4954903"/>
                <a:gd name="connsiteY8608" fmla="*/ 3278262 h 4882701"/>
                <a:gd name="connsiteX8609" fmla="*/ 1311743 w 4954903"/>
                <a:gd name="connsiteY8609" fmla="*/ 3278768 h 4882701"/>
                <a:gd name="connsiteX8610" fmla="*/ 1296803 w 4954903"/>
                <a:gd name="connsiteY8610" fmla="*/ 3264081 h 4882701"/>
                <a:gd name="connsiteX8611" fmla="*/ 1295537 w 4954903"/>
                <a:gd name="connsiteY8611" fmla="*/ 3264081 h 4882701"/>
                <a:gd name="connsiteX8612" fmla="*/ 1291992 w 4954903"/>
                <a:gd name="connsiteY8612" fmla="*/ 3286872 h 4882701"/>
                <a:gd name="connsiteX8613" fmla="*/ 1311743 w 4954903"/>
                <a:gd name="connsiteY8613" fmla="*/ 3278768 h 4882701"/>
                <a:gd name="connsiteX8614" fmla="*/ 1258059 w 4954903"/>
                <a:gd name="connsiteY8614" fmla="*/ 3279528 h 4882701"/>
                <a:gd name="connsiteX8615" fmla="*/ 1243119 w 4954903"/>
                <a:gd name="connsiteY8615" fmla="*/ 3264841 h 4882701"/>
                <a:gd name="connsiteX8616" fmla="*/ 1238814 w 4954903"/>
                <a:gd name="connsiteY8616" fmla="*/ 3287631 h 4882701"/>
                <a:gd name="connsiteX8617" fmla="*/ 1258059 w 4954903"/>
                <a:gd name="connsiteY8617" fmla="*/ 3279528 h 4882701"/>
                <a:gd name="connsiteX8618" fmla="*/ 1205388 w 4954903"/>
                <a:gd name="connsiteY8618" fmla="*/ 3280035 h 4882701"/>
                <a:gd name="connsiteX8619" fmla="*/ 1190448 w 4954903"/>
                <a:gd name="connsiteY8619" fmla="*/ 3265347 h 4882701"/>
                <a:gd name="connsiteX8620" fmla="*/ 1189182 w 4954903"/>
                <a:gd name="connsiteY8620" fmla="*/ 3265347 h 4882701"/>
                <a:gd name="connsiteX8621" fmla="*/ 1187663 w 4954903"/>
                <a:gd name="connsiteY8621" fmla="*/ 3288898 h 4882701"/>
                <a:gd name="connsiteX8622" fmla="*/ 1205388 w 4954903"/>
                <a:gd name="connsiteY8622" fmla="*/ 3280035 h 4882701"/>
                <a:gd name="connsiteX8623" fmla="*/ 1153477 w 4954903"/>
                <a:gd name="connsiteY8623" fmla="*/ 3280794 h 4882701"/>
                <a:gd name="connsiteX8624" fmla="*/ 1138790 w 4954903"/>
                <a:gd name="connsiteY8624" fmla="*/ 3266107 h 4882701"/>
                <a:gd name="connsiteX8625" fmla="*/ 1137524 w 4954903"/>
                <a:gd name="connsiteY8625" fmla="*/ 3266107 h 4882701"/>
                <a:gd name="connsiteX8626" fmla="*/ 1136258 w 4954903"/>
                <a:gd name="connsiteY8626" fmla="*/ 3289657 h 4882701"/>
                <a:gd name="connsiteX8627" fmla="*/ 1153477 w 4954903"/>
                <a:gd name="connsiteY8627" fmla="*/ 3280794 h 4882701"/>
                <a:gd name="connsiteX8628" fmla="*/ 4773594 w 4954903"/>
                <a:gd name="connsiteY8628" fmla="*/ 3401583 h 4882701"/>
                <a:gd name="connsiteX8629" fmla="*/ 4778406 w 4954903"/>
                <a:gd name="connsiteY8629" fmla="*/ 3390441 h 4882701"/>
                <a:gd name="connsiteX8630" fmla="*/ 4783977 w 4954903"/>
                <a:gd name="connsiteY8630" fmla="*/ 3375247 h 4882701"/>
                <a:gd name="connsiteX8631" fmla="*/ 4783977 w 4954903"/>
                <a:gd name="connsiteY8631" fmla="*/ 3375247 h 4882701"/>
                <a:gd name="connsiteX8632" fmla="*/ 4773594 w 4954903"/>
                <a:gd name="connsiteY8632" fmla="*/ 3401583 h 4882701"/>
                <a:gd name="connsiteX8633" fmla="*/ 4782964 w 4954903"/>
                <a:gd name="connsiteY8633" fmla="*/ 3372209 h 4882701"/>
                <a:gd name="connsiteX8634" fmla="*/ 4782964 w 4954903"/>
                <a:gd name="connsiteY8634" fmla="*/ 3372209 h 4882701"/>
                <a:gd name="connsiteX8635" fmla="*/ 4772581 w 4954903"/>
                <a:gd name="connsiteY8635" fmla="*/ 3398291 h 4882701"/>
                <a:gd name="connsiteX8636" fmla="*/ 4777646 w 4954903"/>
                <a:gd name="connsiteY8636" fmla="*/ 3387149 h 4882701"/>
                <a:gd name="connsiteX8637" fmla="*/ 4782964 w 4954903"/>
                <a:gd name="connsiteY8637" fmla="*/ 3372209 h 4882701"/>
                <a:gd name="connsiteX8638" fmla="*/ 4779672 w 4954903"/>
                <a:gd name="connsiteY8638" fmla="*/ 3368664 h 4882701"/>
                <a:gd name="connsiteX8639" fmla="*/ 4769036 w 4954903"/>
                <a:gd name="connsiteY8639" fmla="*/ 3394746 h 4882701"/>
                <a:gd name="connsiteX8640" fmla="*/ 4769289 w 4954903"/>
                <a:gd name="connsiteY8640" fmla="*/ 3394999 h 4882701"/>
                <a:gd name="connsiteX8641" fmla="*/ 4774860 w 4954903"/>
                <a:gd name="connsiteY8641" fmla="*/ 3383857 h 4882701"/>
                <a:gd name="connsiteX8642" fmla="*/ 4779672 w 4954903"/>
                <a:gd name="connsiteY8642" fmla="*/ 3368664 h 4882701"/>
                <a:gd name="connsiteX8643" fmla="*/ 4770303 w 4954903"/>
                <a:gd name="connsiteY8643" fmla="*/ 3380565 h 4882701"/>
                <a:gd name="connsiteX8644" fmla="*/ 4774607 w 4954903"/>
                <a:gd name="connsiteY8644" fmla="*/ 3365372 h 4882701"/>
                <a:gd name="connsiteX8645" fmla="*/ 4764225 w 4954903"/>
                <a:gd name="connsiteY8645" fmla="*/ 3391454 h 4882701"/>
                <a:gd name="connsiteX8646" fmla="*/ 4770303 w 4954903"/>
                <a:gd name="connsiteY8646" fmla="*/ 3380565 h 4882701"/>
                <a:gd name="connsiteX8647" fmla="*/ 4770303 w 4954903"/>
                <a:gd name="connsiteY8647" fmla="*/ 3380565 h 4882701"/>
                <a:gd name="connsiteX8648" fmla="*/ 4767770 w 4954903"/>
                <a:gd name="connsiteY8648" fmla="*/ 3361826 h 4882701"/>
                <a:gd name="connsiteX8649" fmla="*/ 4757135 w 4954903"/>
                <a:gd name="connsiteY8649" fmla="*/ 3387909 h 4882701"/>
                <a:gd name="connsiteX8650" fmla="*/ 4763718 w 4954903"/>
                <a:gd name="connsiteY8650" fmla="*/ 3377020 h 4882701"/>
                <a:gd name="connsiteX8651" fmla="*/ 4767770 w 4954903"/>
                <a:gd name="connsiteY8651" fmla="*/ 3361826 h 4882701"/>
                <a:gd name="connsiteX8652" fmla="*/ 4755615 w 4954903"/>
                <a:gd name="connsiteY8652" fmla="*/ 3373475 h 4882701"/>
                <a:gd name="connsiteX8653" fmla="*/ 4759161 w 4954903"/>
                <a:gd name="connsiteY8653" fmla="*/ 3358281 h 4882701"/>
                <a:gd name="connsiteX8654" fmla="*/ 4748525 w 4954903"/>
                <a:gd name="connsiteY8654" fmla="*/ 3384110 h 4882701"/>
                <a:gd name="connsiteX8655" fmla="*/ 4755615 w 4954903"/>
                <a:gd name="connsiteY8655" fmla="*/ 3373475 h 4882701"/>
                <a:gd name="connsiteX8656" fmla="*/ 4457822 w 4954903"/>
                <a:gd name="connsiteY8656" fmla="*/ 3324096 h 4882701"/>
                <a:gd name="connsiteX8657" fmla="*/ 4455543 w 4954903"/>
                <a:gd name="connsiteY8657" fmla="*/ 3308902 h 4882701"/>
                <a:gd name="connsiteX8658" fmla="*/ 4443135 w 4954903"/>
                <a:gd name="connsiteY8658" fmla="*/ 3332706 h 4882701"/>
                <a:gd name="connsiteX8659" fmla="*/ 4457822 w 4954903"/>
                <a:gd name="connsiteY8659" fmla="*/ 3324096 h 4882701"/>
                <a:gd name="connsiteX8660" fmla="*/ 4425156 w 4954903"/>
                <a:gd name="connsiteY8660" fmla="*/ 3320804 h 4882701"/>
                <a:gd name="connsiteX8661" fmla="*/ 4422370 w 4954903"/>
                <a:gd name="connsiteY8661" fmla="*/ 3305610 h 4882701"/>
                <a:gd name="connsiteX8662" fmla="*/ 4409962 w 4954903"/>
                <a:gd name="connsiteY8662" fmla="*/ 3329414 h 4882701"/>
                <a:gd name="connsiteX8663" fmla="*/ 4425156 w 4954903"/>
                <a:gd name="connsiteY8663" fmla="*/ 3320804 h 4882701"/>
                <a:gd name="connsiteX8664" fmla="*/ 4390970 w 4954903"/>
                <a:gd name="connsiteY8664" fmla="*/ 3317512 h 4882701"/>
                <a:gd name="connsiteX8665" fmla="*/ 4387678 w 4954903"/>
                <a:gd name="connsiteY8665" fmla="*/ 3302065 h 4882701"/>
                <a:gd name="connsiteX8666" fmla="*/ 4374763 w 4954903"/>
                <a:gd name="connsiteY8666" fmla="*/ 3325109 h 4882701"/>
                <a:gd name="connsiteX8667" fmla="*/ 4390970 w 4954903"/>
                <a:gd name="connsiteY8667" fmla="*/ 3317512 h 4882701"/>
                <a:gd name="connsiteX8668" fmla="*/ 3461378 w 4954903"/>
                <a:gd name="connsiteY8668" fmla="*/ 3258257 h 4882701"/>
                <a:gd name="connsiteX8669" fmla="*/ 3451249 w 4954903"/>
                <a:gd name="connsiteY8669" fmla="*/ 3243064 h 4882701"/>
                <a:gd name="connsiteX8670" fmla="*/ 3437321 w 4954903"/>
                <a:gd name="connsiteY8670" fmla="*/ 3264588 h 4882701"/>
                <a:gd name="connsiteX8671" fmla="*/ 3461378 w 4954903"/>
                <a:gd name="connsiteY8671" fmla="*/ 3258257 h 4882701"/>
                <a:gd name="connsiteX8672" fmla="*/ 3289691 w 4954903"/>
                <a:gd name="connsiteY8672" fmla="*/ 3251167 h 4882701"/>
                <a:gd name="connsiteX8673" fmla="*/ 3278549 w 4954903"/>
                <a:gd name="connsiteY8673" fmla="*/ 3235973 h 4882701"/>
                <a:gd name="connsiteX8674" fmla="*/ 3264874 w 4954903"/>
                <a:gd name="connsiteY8674" fmla="*/ 3257498 h 4882701"/>
                <a:gd name="connsiteX8675" fmla="*/ 3289691 w 4954903"/>
                <a:gd name="connsiteY8675" fmla="*/ 3251167 h 4882701"/>
                <a:gd name="connsiteX8676" fmla="*/ 3231195 w 4954903"/>
                <a:gd name="connsiteY8676" fmla="*/ 3248888 h 4882701"/>
                <a:gd name="connsiteX8677" fmla="*/ 3219800 w 4954903"/>
                <a:gd name="connsiteY8677" fmla="*/ 3233694 h 4882701"/>
                <a:gd name="connsiteX8678" fmla="*/ 3205620 w 4954903"/>
                <a:gd name="connsiteY8678" fmla="*/ 3254205 h 4882701"/>
                <a:gd name="connsiteX8679" fmla="*/ 3231195 w 4954903"/>
                <a:gd name="connsiteY8679" fmla="*/ 3248888 h 4882701"/>
                <a:gd name="connsiteX8680" fmla="*/ 3171941 w 4954903"/>
                <a:gd name="connsiteY8680" fmla="*/ 3246609 h 4882701"/>
                <a:gd name="connsiteX8681" fmla="*/ 3160039 w 4954903"/>
                <a:gd name="connsiteY8681" fmla="*/ 3231415 h 4882701"/>
                <a:gd name="connsiteX8682" fmla="*/ 3146618 w 4954903"/>
                <a:gd name="connsiteY8682" fmla="*/ 3252940 h 4882701"/>
                <a:gd name="connsiteX8683" fmla="*/ 3171941 w 4954903"/>
                <a:gd name="connsiteY8683" fmla="*/ 3246609 h 4882701"/>
                <a:gd name="connsiteX8684" fmla="*/ 3111926 w 4954903"/>
                <a:gd name="connsiteY8684" fmla="*/ 3244583 h 4882701"/>
                <a:gd name="connsiteX8685" fmla="*/ 3100024 w 4954903"/>
                <a:gd name="connsiteY8685" fmla="*/ 3229389 h 4882701"/>
                <a:gd name="connsiteX8686" fmla="*/ 3086604 w 4954903"/>
                <a:gd name="connsiteY8686" fmla="*/ 3250914 h 4882701"/>
                <a:gd name="connsiteX8687" fmla="*/ 3111926 w 4954903"/>
                <a:gd name="connsiteY8687" fmla="*/ 3244583 h 4882701"/>
                <a:gd name="connsiteX8688" fmla="*/ 3051658 w 4954903"/>
                <a:gd name="connsiteY8688" fmla="*/ 3242557 h 4882701"/>
                <a:gd name="connsiteX8689" fmla="*/ 3039503 w 4954903"/>
                <a:gd name="connsiteY8689" fmla="*/ 3227364 h 4882701"/>
                <a:gd name="connsiteX8690" fmla="*/ 3025576 w 4954903"/>
                <a:gd name="connsiteY8690" fmla="*/ 3247875 h 4882701"/>
                <a:gd name="connsiteX8691" fmla="*/ 3051658 w 4954903"/>
                <a:gd name="connsiteY8691" fmla="*/ 3242557 h 4882701"/>
                <a:gd name="connsiteX8692" fmla="*/ 2990631 w 4954903"/>
                <a:gd name="connsiteY8692" fmla="*/ 3240531 h 4882701"/>
                <a:gd name="connsiteX8693" fmla="*/ 2977970 w 4954903"/>
                <a:gd name="connsiteY8693" fmla="*/ 3225338 h 4882701"/>
                <a:gd name="connsiteX8694" fmla="*/ 2964295 w 4954903"/>
                <a:gd name="connsiteY8694" fmla="*/ 3245849 h 4882701"/>
                <a:gd name="connsiteX8695" fmla="*/ 2990631 w 4954903"/>
                <a:gd name="connsiteY8695" fmla="*/ 3240531 h 4882701"/>
                <a:gd name="connsiteX8696" fmla="*/ 2929097 w 4954903"/>
                <a:gd name="connsiteY8696" fmla="*/ 3238759 h 4882701"/>
                <a:gd name="connsiteX8697" fmla="*/ 2916183 w 4954903"/>
                <a:gd name="connsiteY8697" fmla="*/ 3223565 h 4882701"/>
                <a:gd name="connsiteX8698" fmla="*/ 2902508 w 4954903"/>
                <a:gd name="connsiteY8698" fmla="*/ 3244077 h 4882701"/>
                <a:gd name="connsiteX8699" fmla="*/ 2929097 w 4954903"/>
                <a:gd name="connsiteY8699" fmla="*/ 3238759 h 4882701"/>
                <a:gd name="connsiteX8700" fmla="*/ 2867057 w 4954903"/>
                <a:gd name="connsiteY8700" fmla="*/ 3236986 h 4882701"/>
                <a:gd name="connsiteX8701" fmla="*/ 2854142 w 4954903"/>
                <a:gd name="connsiteY8701" fmla="*/ 3221793 h 4882701"/>
                <a:gd name="connsiteX8702" fmla="*/ 2840721 w 4954903"/>
                <a:gd name="connsiteY8702" fmla="*/ 3242304 h 4882701"/>
                <a:gd name="connsiteX8703" fmla="*/ 2867057 w 4954903"/>
                <a:gd name="connsiteY8703" fmla="*/ 3236986 h 4882701"/>
                <a:gd name="connsiteX8704" fmla="*/ 2791342 w 4954903"/>
                <a:gd name="connsiteY8704" fmla="*/ 3220020 h 4882701"/>
                <a:gd name="connsiteX8705" fmla="*/ 2777921 w 4954903"/>
                <a:gd name="connsiteY8705" fmla="*/ 3240531 h 4882701"/>
                <a:gd name="connsiteX8706" fmla="*/ 2804763 w 4954903"/>
                <a:gd name="connsiteY8706" fmla="*/ 3234960 h 4882701"/>
                <a:gd name="connsiteX8707" fmla="*/ 2791342 w 4954903"/>
                <a:gd name="connsiteY8707" fmla="*/ 3220020 h 4882701"/>
                <a:gd name="connsiteX8708" fmla="*/ 2714615 w 4954903"/>
                <a:gd name="connsiteY8708" fmla="*/ 3239012 h 4882701"/>
                <a:gd name="connsiteX8709" fmla="*/ 2741457 w 4954903"/>
                <a:gd name="connsiteY8709" fmla="*/ 3233441 h 4882701"/>
                <a:gd name="connsiteX8710" fmla="*/ 2727782 w 4954903"/>
                <a:gd name="connsiteY8710" fmla="*/ 3218247 h 4882701"/>
                <a:gd name="connsiteX8711" fmla="*/ 2714615 w 4954903"/>
                <a:gd name="connsiteY8711" fmla="*/ 3239012 h 4882701"/>
                <a:gd name="connsiteX8712" fmla="*/ 2651308 w 4954903"/>
                <a:gd name="connsiteY8712" fmla="*/ 3237493 h 4882701"/>
                <a:gd name="connsiteX8713" fmla="*/ 2678150 w 4954903"/>
                <a:gd name="connsiteY8713" fmla="*/ 3231922 h 4882701"/>
                <a:gd name="connsiteX8714" fmla="*/ 2664476 w 4954903"/>
                <a:gd name="connsiteY8714" fmla="*/ 3216728 h 4882701"/>
                <a:gd name="connsiteX8715" fmla="*/ 2651308 w 4954903"/>
                <a:gd name="connsiteY8715" fmla="*/ 3237493 h 4882701"/>
                <a:gd name="connsiteX8716" fmla="*/ 2587242 w 4954903"/>
                <a:gd name="connsiteY8716" fmla="*/ 3235973 h 4882701"/>
                <a:gd name="connsiteX8717" fmla="*/ 2614337 w 4954903"/>
                <a:gd name="connsiteY8717" fmla="*/ 3230402 h 4882701"/>
                <a:gd name="connsiteX8718" fmla="*/ 2600410 w 4954903"/>
                <a:gd name="connsiteY8718" fmla="*/ 3215209 h 4882701"/>
                <a:gd name="connsiteX8719" fmla="*/ 2587242 w 4954903"/>
                <a:gd name="connsiteY8719" fmla="*/ 3235973 h 4882701"/>
                <a:gd name="connsiteX8720" fmla="*/ 2536091 w 4954903"/>
                <a:gd name="connsiteY8720" fmla="*/ 3213943 h 4882701"/>
                <a:gd name="connsiteX8721" fmla="*/ 2523176 w 4954903"/>
                <a:gd name="connsiteY8721" fmla="*/ 3234707 h 4882701"/>
                <a:gd name="connsiteX8722" fmla="*/ 2550271 w 4954903"/>
                <a:gd name="connsiteY8722" fmla="*/ 3229136 h 4882701"/>
                <a:gd name="connsiteX8723" fmla="*/ 2536091 w 4954903"/>
                <a:gd name="connsiteY8723" fmla="*/ 3213943 h 4882701"/>
                <a:gd name="connsiteX8724" fmla="*/ 2471518 w 4954903"/>
                <a:gd name="connsiteY8724" fmla="*/ 3212677 h 4882701"/>
                <a:gd name="connsiteX8725" fmla="*/ 2458857 w 4954903"/>
                <a:gd name="connsiteY8725" fmla="*/ 3233441 h 4882701"/>
                <a:gd name="connsiteX8726" fmla="*/ 2486205 w 4954903"/>
                <a:gd name="connsiteY8726" fmla="*/ 3227870 h 4882701"/>
                <a:gd name="connsiteX8727" fmla="*/ 2471518 w 4954903"/>
                <a:gd name="connsiteY8727" fmla="*/ 3212677 h 4882701"/>
                <a:gd name="connsiteX8728" fmla="*/ 2406439 w 4954903"/>
                <a:gd name="connsiteY8728" fmla="*/ 3211410 h 4882701"/>
                <a:gd name="connsiteX8729" fmla="*/ 2394031 w 4954903"/>
                <a:gd name="connsiteY8729" fmla="*/ 3232175 h 4882701"/>
                <a:gd name="connsiteX8730" fmla="*/ 2421126 w 4954903"/>
                <a:gd name="connsiteY8730" fmla="*/ 3226351 h 4882701"/>
                <a:gd name="connsiteX8731" fmla="*/ 2406439 w 4954903"/>
                <a:gd name="connsiteY8731" fmla="*/ 3211410 h 4882701"/>
                <a:gd name="connsiteX8732" fmla="*/ 2356047 w 4954903"/>
                <a:gd name="connsiteY8732" fmla="*/ 3225338 h 4882701"/>
                <a:gd name="connsiteX8733" fmla="*/ 2341360 w 4954903"/>
                <a:gd name="connsiteY8733" fmla="*/ 3210397 h 4882701"/>
                <a:gd name="connsiteX8734" fmla="*/ 2328952 w 4954903"/>
                <a:gd name="connsiteY8734" fmla="*/ 3231162 h 4882701"/>
                <a:gd name="connsiteX8735" fmla="*/ 2356047 w 4954903"/>
                <a:gd name="connsiteY8735" fmla="*/ 3225338 h 4882701"/>
                <a:gd name="connsiteX8736" fmla="*/ 2290968 w 4954903"/>
                <a:gd name="connsiteY8736" fmla="*/ 3224072 h 4882701"/>
                <a:gd name="connsiteX8737" fmla="*/ 2275774 w 4954903"/>
                <a:gd name="connsiteY8737" fmla="*/ 3209131 h 4882701"/>
                <a:gd name="connsiteX8738" fmla="*/ 2263619 w 4954903"/>
                <a:gd name="connsiteY8738" fmla="*/ 3229896 h 4882701"/>
                <a:gd name="connsiteX8739" fmla="*/ 2290968 w 4954903"/>
                <a:gd name="connsiteY8739" fmla="*/ 3224072 h 4882701"/>
                <a:gd name="connsiteX8740" fmla="*/ 2225382 w 4954903"/>
                <a:gd name="connsiteY8740" fmla="*/ 3223312 h 4882701"/>
                <a:gd name="connsiteX8741" fmla="*/ 2210189 w 4954903"/>
                <a:gd name="connsiteY8741" fmla="*/ 3208372 h 4882701"/>
                <a:gd name="connsiteX8742" fmla="*/ 2198287 w 4954903"/>
                <a:gd name="connsiteY8742" fmla="*/ 3229136 h 4882701"/>
                <a:gd name="connsiteX8743" fmla="*/ 2225382 w 4954903"/>
                <a:gd name="connsiteY8743" fmla="*/ 3223312 h 4882701"/>
                <a:gd name="connsiteX8744" fmla="*/ 2159797 w 4954903"/>
                <a:gd name="connsiteY8744" fmla="*/ 3222299 h 4882701"/>
                <a:gd name="connsiteX8745" fmla="*/ 2144350 w 4954903"/>
                <a:gd name="connsiteY8745" fmla="*/ 3207359 h 4882701"/>
                <a:gd name="connsiteX8746" fmla="*/ 2132448 w 4954903"/>
                <a:gd name="connsiteY8746" fmla="*/ 3228123 h 4882701"/>
                <a:gd name="connsiteX8747" fmla="*/ 2159797 w 4954903"/>
                <a:gd name="connsiteY8747" fmla="*/ 3222299 h 4882701"/>
                <a:gd name="connsiteX8748" fmla="*/ 2094211 w 4954903"/>
                <a:gd name="connsiteY8748" fmla="*/ 3221539 h 4882701"/>
                <a:gd name="connsiteX8749" fmla="*/ 2078511 w 4954903"/>
                <a:gd name="connsiteY8749" fmla="*/ 3206599 h 4882701"/>
                <a:gd name="connsiteX8750" fmla="*/ 2066863 w 4954903"/>
                <a:gd name="connsiteY8750" fmla="*/ 3227364 h 4882701"/>
                <a:gd name="connsiteX8751" fmla="*/ 2094211 w 4954903"/>
                <a:gd name="connsiteY8751" fmla="*/ 3221539 h 4882701"/>
                <a:gd name="connsiteX8752" fmla="*/ 2028373 w 4954903"/>
                <a:gd name="connsiteY8752" fmla="*/ 3220780 h 4882701"/>
                <a:gd name="connsiteX8753" fmla="*/ 2012419 w 4954903"/>
                <a:gd name="connsiteY8753" fmla="*/ 3205839 h 4882701"/>
                <a:gd name="connsiteX8754" fmla="*/ 2002037 w 4954903"/>
                <a:gd name="connsiteY8754" fmla="*/ 3227870 h 4882701"/>
                <a:gd name="connsiteX8755" fmla="*/ 2028373 w 4954903"/>
                <a:gd name="connsiteY8755" fmla="*/ 3220780 h 4882701"/>
                <a:gd name="connsiteX8756" fmla="*/ 1962787 w 4954903"/>
                <a:gd name="connsiteY8756" fmla="*/ 3220273 h 4882701"/>
                <a:gd name="connsiteX8757" fmla="*/ 1947087 w 4954903"/>
                <a:gd name="connsiteY8757" fmla="*/ 3205333 h 4882701"/>
                <a:gd name="connsiteX8758" fmla="*/ 1936958 w 4954903"/>
                <a:gd name="connsiteY8758" fmla="*/ 3227364 h 4882701"/>
                <a:gd name="connsiteX8759" fmla="*/ 1962787 w 4954903"/>
                <a:gd name="connsiteY8759" fmla="*/ 3220273 h 4882701"/>
                <a:gd name="connsiteX8760" fmla="*/ 1898468 w 4954903"/>
                <a:gd name="connsiteY8760" fmla="*/ 3219767 h 4882701"/>
                <a:gd name="connsiteX8761" fmla="*/ 1882768 w 4954903"/>
                <a:gd name="connsiteY8761" fmla="*/ 3204826 h 4882701"/>
                <a:gd name="connsiteX8762" fmla="*/ 1872892 w 4954903"/>
                <a:gd name="connsiteY8762" fmla="*/ 3226857 h 4882701"/>
                <a:gd name="connsiteX8763" fmla="*/ 1898468 w 4954903"/>
                <a:gd name="connsiteY8763" fmla="*/ 3219767 h 4882701"/>
                <a:gd name="connsiteX8764" fmla="*/ 1834655 w 4954903"/>
                <a:gd name="connsiteY8764" fmla="*/ 3219260 h 4882701"/>
                <a:gd name="connsiteX8765" fmla="*/ 1818955 w 4954903"/>
                <a:gd name="connsiteY8765" fmla="*/ 3204320 h 4882701"/>
                <a:gd name="connsiteX8766" fmla="*/ 1809585 w 4954903"/>
                <a:gd name="connsiteY8766" fmla="*/ 3226351 h 4882701"/>
                <a:gd name="connsiteX8767" fmla="*/ 1834655 w 4954903"/>
                <a:gd name="connsiteY8767" fmla="*/ 3219260 h 4882701"/>
                <a:gd name="connsiteX8768" fmla="*/ 1747292 w 4954903"/>
                <a:gd name="connsiteY8768" fmla="*/ 3226351 h 4882701"/>
                <a:gd name="connsiteX8769" fmla="*/ 1771855 w 4954903"/>
                <a:gd name="connsiteY8769" fmla="*/ 3219260 h 4882701"/>
                <a:gd name="connsiteX8770" fmla="*/ 1756408 w 4954903"/>
                <a:gd name="connsiteY8770" fmla="*/ 3204320 h 4882701"/>
                <a:gd name="connsiteX8771" fmla="*/ 1747292 w 4954903"/>
                <a:gd name="connsiteY8771" fmla="*/ 3226351 h 4882701"/>
                <a:gd name="connsiteX8772" fmla="*/ 1709814 w 4954903"/>
                <a:gd name="connsiteY8772" fmla="*/ 3219007 h 4882701"/>
                <a:gd name="connsiteX8773" fmla="*/ 1694368 w 4954903"/>
                <a:gd name="connsiteY8773" fmla="*/ 3204320 h 4882701"/>
                <a:gd name="connsiteX8774" fmla="*/ 1685758 w 4954903"/>
                <a:gd name="connsiteY8774" fmla="*/ 3226351 h 4882701"/>
                <a:gd name="connsiteX8775" fmla="*/ 1709814 w 4954903"/>
                <a:gd name="connsiteY8775" fmla="*/ 3219007 h 4882701"/>
                <a:gd name="connsiteX8776" fmla="*/ 1648787 w 4954903"/>
                <a:gd name="connsiteY8776" fmla="*/ 3218754 h 4882701"/>
                <a:gd name="connsiteX8777" fmla="*/ 1633340 w 4954903"/>
                <a:gd name="connsiteY8777" fmla="*/ 3204067 h 4882701"/>
                <a:gd name="connsiteX8778" fmla="*/ 1624984 w 4954903"/>
                <a:gd name="connsiteY8778" fmla="*/ 3226098 h 4882701"/>
                <a:gd name="connsiteX8779" fmla="*/ 1648787 w 4954903"/>
                <a:gd name="connsiteY8779" fmla="*/ 3218754 h 4882701"/>
                <a:gd name="connsiteX8780" fmla="*/ 1588519 w 4954903"/>
                <a:gd name="connsiteY8780" fmla="*/ 3218754 h 4882701"/>
                <a:gd name="connsiteX8781" fmla="*/ 1573072 w 4954903"/>
                <a:gd name="connsiteY8781" fmla="*/ 3204067 h 4882701"/>
                <a:gd name="connsiteX8782" fmla="*/ 1565222 w 4954903"/>
                <a:gd name="connsiteY8782" fmla="*/ 3226098 h 4882701"/>
                <a:gd name="connsiteX8783" fmla="*/ 1588519 w 4954903"/>
                <a:gd name="connsiteY8783" fmla="*/ 3218754 h 4882701"/>
                <a:gd name="connsiteX8784" fmla="*/ 1529264 w 4954903"/>
                <a:gd name="connsiteY8784" fmla="*/ 3219007 h 4882701"/>
                <a:gd name="connsiteX8785" fmla="*/ 1514071 w 4954903"/>
                <a:gd name="connsiteY8785" fmla="*/ 3204320 h 4882701"/>
                <a:gd name="connsiteX8786" fmla="*/ 1512805 w 4954903"/>
                <a:gd name="connsiteY8786" fmla="*/ 3204320 h 4882701"/>
                <a:gd name="connsiteX8787" fmla="*/ 1507740 w 4954903"/>
                <a:gd name="connsiteY8787" fmla="*/ 3227364 h 4882701"/>
                <a:gd name="connsiteX8788" fmla="*/ 1529264 w 4954903"/>
                <a:gd name="connsiteY8788" fmla="*/ 3219007 h 4882701"/>
                <a:gd name="connsiteX8789" fmla="*/ 1471022 w 4954903"/>
                <a:gd name="connsiteY8789" fmla="*/ 3219260 h 4882701"/>
                <a:gd name="connsiteX8790" fmla="*/ 1455829 w 4954903"/>
                <a:gd name="connsiteY8790" fmla="*/ 3204573 h 4882701"/>
                <a:gd name="connsiteX8791" fmla="*/ 1454563 w 4954903"/>
                <a:gd name="connsiteY8791" fmla="*/ 3204573 h 4882701"/>
                <a:gd name="connsiteX8792" fmla="*/ 1449751 w 4954903"/>
                <a:gd name="connsiteY8792" fmla="*/ 3227617 h 4882701"/>
                <a:gd name="connsiteX8793" fmla="*/ 1471022 w 4954903"/>
                <a:gd name="connsiteY8793" fmla="*/ 3219260 h 4882701"/>
                <a:gd name="connsiteX8794" fmla="*/ 1413540 w 4954903"/>
                <a:gd name="connsiteY8794" fmla="*/ 3219514 h 4882701"/>
                <a:gd name="connsiteX8795" fmla="*/ 1398347 w 4954903"/>
                <a:gd name="connsiteY8795" fmla="*/ 3204826 h 4882701"/>
                <a:gd name="connsiteX8796" fmla="*/ 1392776 w 4954903"/>
                <a:gd name="connsiteY8796" fmla="*/ 3227870 h 4882701"/>
                <a:gd name="connsiteX8797" fmla="*/ 1413540 w 4954903"/>
                <a:gd name="connsiteY8797" fmla="*/ 3219514 h 4882701"/>
                <a:gd name="connsiteX8798" fmla="*/ 1357071 w 4954903"/>
                <a:gd name="connsiteY8798" fmla="*/ 3220020 h 4882701"/>
                <a:gd name="connsiteX8799" fmla="*/ 1342130 w 4954903"/>
                <a:gd name="connsiteY8799" fmla="*/ 3205333 h 4882701"/>
                <a:gd name="connsiteX8800" fmla="*/ 1336813 w 4954903"/>
                <a:gd name="connsiteY8800" fmla="*/ 3228376 h 4882701"/>
                <a:gd name="connsiteX8801" fmla="*/ 1357071 w 4954903"/>
                <a:gd name="connsiteY8801" fmla="*/ 3220020 h 4882701"/>
                <a:gd name="connsiteX8802" fmla="*/ 1301614 w 4954903"/>
                <a:gd name="connsiteY8802" fmla="*/ 3220527 h 4882701"/>
                <a:gd name="connsiteX8803" fmla="*/ 1286674 w 4954903"/>
                <a:gd name="connsiteY8803" fmla="*/ 3205839 h 4882701"/>
                <a:gd name="connsiteX8804" fmla="*/ 1281609 w 4954903"/>
                <a:gd name="connsiteY8804" fmla="*/ 3228883 h 4882701"/>
                <a:gd name="connsiteX8805" fmla="*/ 1301614 w 4954903"/>
                <a:gd name="connsiteY8805" fmla="*/ 3220527 h 4882701"/>
                <a:gd name="connsiteX8806" fmla="*/ 1247424 w 4954903"/>
                <a:gd name="connsiteY8806" fmla="*/ 3221033 h 4882701"/>
                <a:gd name="connsiteX8807" fmla="*/ 1232737 w 4954903"/>
                <a:gd name="connsiteY8807" fmla="*/ 3206346 h 4882701"/>
                <a:gd name="connsiteX8808" fmla="*/ 1227926 w 4954903"/>
                <a:gd name="connsiteY8808" fmla="*/ 3229389 h 4882701"/>
                <a:gd name="connsiteX8809" fmla="*/ 1247424 w 4954903"/>
                <a:gd name="connsiteY8809" fmla="*/ 3221033 h 4882701"/>
                <a:gd name="connsiteX8810" fmla="*/ 1193993 w 4954903"/>
                <a:gd name="connsiteY8810" fmla="*/ 3221793 h 4882701"/>
                <a:gd name="connsiteX8811" fmla="*/ 1179053 w 4954903"/>
                <a:gd name="connsiteY8811" fmla="*/ 3207106 h 4882701"/>
                <a:gd name="connsiteX8812" fmla="*/ 1177787 w 4954903"/>
                <a:gd name="connsiteY8812" fmla="*/ 3207106 h 4882701"/>
                <a:gd name="connsiteX8813" fmla="*/ 1175761 w 4954903"/>
                <a:gd name="connsiteY8813" fmla="*/ 3230909 h 4882701"/>
                <a:gd name="connsiteX8814" fmla="*/ 1193993 w 4954903"/>
                <a:gd name="connsiteY8814" fmla="*/ 3221793 h 4882701"/>
                <a:gd name="connsiteX8815" fmla="*/ 1141829 w 4954903"/>
                <a:gd name="connsiteY8815" fmla="*/ 3222552 h 4882701"/>
                <a:gd name="connsiteX8816" fmla="*/ 1127142 w 4954903"/>
                <a:gd name="connsiteY8816" fmla="*/ 3207865 h 4882701"/>
                <a:gd name="connsiteX8817" fmla="*/ 1125876 w 4954903"/>
                <a:gd name="connsiteY8817" fmla="*/ 3207865 h 4882701"/>
                <a:gd name="connsiteX8818" fmla="*/ 1124103 w 4954903"/>
                <a:gd name="connsiteY8818" fmla="*/ 3231669 h 4882701"/>
                <a:gd name="connsiteX8819" fmla="*/ 1141829 w 4954903"/>
                <a:gd name="connsiteY8819" fmla="*/ 3222552 h 4882701"/>
                <a:gd name="connsiteX8820" fmla="*/ 4804741 w 4954903"/>
                <a:gd name="connsiteY8820" fmla="*/ 3314473 h 4882701"/>
                <a:gd name="connsiteX8821" fmla="*/ 4804741 w 4954903"/>
                <a:gd name="connsiteY8821" fmla="*/ 3314473 h 4882701"/>
                <a:gd name="connsiteX8822" fmla="*/ 4794865 w 4954903"/>
                <a:gd name="connsiteY8822" fmla="*/ 3341062 h 4882701"/>
                <a:gd name="connsiteX8823" fmla="*/ 4799676 w 4954903"/>
                <a:gd name="connsiteY8823" fmla="*/ 3329920 h 4882701"/>
                <a:gd name="connsiteX8824" fmla="*/ 4804741 w 4954903"/>
                <a:gd name="connsiteY8824" fmla="*/ 3314473 h 4882701"/>
                <a:gd name="connsiteX8825" fmla="*/ 4801449 w 4954903"/>
                <a:gd name="connsiteY8825" fmla="*/ 3311181 h 4882701"/>
                <a:gd name="connsiteX8826" fmla="*/ 4791573 w 4954903"/>
                <a:gd name="connsiteY8826" fmla="*/ 3337517 h 4882701"/>
                <a:gd name="connsiteX8827" fmla="*/ 4791827 w 4954903"/>
                <a:gd name="connsiteY8827" fmla="*/ 3337770 h 4882701"/>
                <a:gd name="connsiteX8828" fmla="*/ 4797144 w 4954903"/>
                <a:gd name="connsiteY8828" fmla="*/ 3326628 h 4882701"/>
                <a:gd name="connsiteX8829" fmla="*/ 4801449 w 4954903"/>
                <a:gd name="connsiteY8829" fmla="*/ 3311181 h 4882701"/>
                <a:gd name="connsiteX8830" fmla="*/ 4796385 w 4954903"/>
                <a:gd name="connsiteY8830" fmla="*/ 3307636 h 4882701"/>
                <a:gd name="connsiteX8831" fmla="*/ 4786509 w 4954903"/>
                <a:gd name="connsiteY8831" fmla="*/ 3334225 h 4882701"/>
                <a:gd name="connsiteX8832" fmla="*/ 4792333 w 4954903"/>
                <a:gd name="connsiteY8832" fmla="*/ 3323083 h 4882701"/>
                <a:gd name="connsiteX8833" fmla="*/ 4796385 w 4954903"/>
                <a:gd name="connsiteY8833" fmla="*/ 3307636 h 4882701"/>
                <a:gd name="connsiteX8834" fmla="*/ 4789548 w 4954903"/>
                <a:gd name="connsiteY8834" fmla="*/ 3304091 h 4882701"/>
                <a:gd name="connsiteX8835" fmla="*/ 4779672 w 4954903"/>
                <a:gd name="connsiteY8835" fmla="*/ 3330427 h 4882701"/>
                <a:gd name="connsiteX8836" fmla="*/ 4786002 w 4954903"/>
                <a:gd name="connsiteY8836" fmla="*/ 3319538 h 4882701"/>
                <a:gd name="connsiteX8837" fmla="*/ 4789548 w 4954903"/>
                <a:gd name="connsiteY8837" fmla="*/ 3304091 h 4882701"/>
                <a:gd name="connsiteX8838" fmla="*/ 4777646 w 4954903"/>
                <a:gd name="connsiteY8838" fmla="*/ 3315993 h 4882701"/>
                <a:gd name="connsiteX8839" fmla="*/ 4780685 w 4954903"/>
                <a:gd name="connsiteY8839" fmla="*/ 3300546 h 4882701"/>
                <a:gd name="connsiteX8840" fmla="*/ 4770556 w 4954903"/>
                <a:gd name="connsiteY8840" fmla="*/ 3326628 h 4882701"/>
                <a:gd name="connsiteX8841" fmla="*/ 4777646 w 4954903"/>
                <a:gd name="connsiteY8841" fmla="*/ 3315993 h 4882701"/>
                <a:gd name="connsiteX8842" fmla="*/ 4767264 w 4954903"/>
                <a:gd name="connsiteY8842" fmla="*/ 3312447 h 4882701"/>
                <a:gd name="connsiteX8843" fmla="*/ 4770049 w 4954903"/>
                <a:gd name="connsiteY8843" fmla="*/ 3297001 h 4882701"/>
                <a:gd name="connsiteX8844" fmla="*/ 4759920 w 4954903"/>
                <a:gd name="connsiteY8844" fmla="*/ 3323083 h 4882701"/>
                <a:gd name="connsiteX8845" fmla="*/ 4767264 w 4954903"/>
                <a:gd name="connsiteY8845" fmla="*/ 3312447 h 4882701"/>
                <a:gd name="connsiteX8846" fmla="*/ 4477067 w 4954903"/>
                <a:gd name="connsiteY8846" fmla="*/ 3266107 h 4882701"/>
                <a:gd name="connsiteX8847" fmla="*/ 4474281 w 4954903"/>
                <a:gd name="connsiteY8847" fmla="*/ 3250660 h 4882701"/>
                <a:gd name="connsiteX8848" fmla="*/ 4462380 w 4954903"/>
                <a:gd name="connsiteY8848" fmla="*/ 3274717 h 4882701"/>
                <a:gd name="connsiteX8849" fmla="*/ 4477067 w 4954903"/>
                <a:gd name="connsiteY8849" fmla="*/ 3266107 h 4882701"/>
                <a:gd name="connsiteX8850" fmla="*/ 4444148 w 4954903"/>
                <a:gd name="connsiteY8850" fmla="*/ 3262815 h 4882701"/>
                <a:gd name="connsiteX8851" fmla="*/ 4441109 w 4954903"/>
                <a:gd name="connsiteY8851" fmla="*/ 3247369 h 4882701"/>
                <a:gd name="connsiteX8852" fmla="*/ 4428954 w 4954903"/>
                <a:gd name="connsiteY8852" fmla="*/ 3271425 h 4882701"/>
                <a:gd name="connsiteX8853" fmla="*/ 4444148 w 4954903"/>
                <a:gd name="connsiteY8853" fmla="*/ 3262815 h 4882701"/>
                <a:gd name="connsiteX8854" fmla="*/ 4405911 w 4954903"/>
                <a:gd name="connsiteY8854" fmla="*/ 3243823 h 4882701"/>
                <a:gd name="connsiteX8855" fmla="*/ 4393502 w 4954903"/>
                <a:gd name="connsiteY8855" fmla="*/ 3267120 h 4882701"/>
                <a:gd name="connsiteX8856" fmla="*/ 4409709 w 4954903"/>
                <a:gd name="connsiteY8856" fmla="*/ 3259523 h 4882701"/>
                <a:gd name="connsiteX8857" fmla="*/ 4405911 w 4954903"/>
                <a:gd name="connsiteY8857" fmla="*/ 3243823 h 4882701"/>
                <a:gd name="connsiteX8858" fmla="*/ 4373751 w 4954903"/>
                <a:gd name="connsiteY8858" fmla="*/ 3255978 h 4882701"/>
                <a:gd name="connsiteX8859" fmla="*/ 4369699 w 4954903"/>
                <a:gd name="connsiteY8859" fmla="*/ 3240531 h 4882701"/>
                <a:gd name="connsiteX8860" fmla="*/ 4357291 w 4954903"/>
                <a:gd name="connsiteY8860" fmla="*/ 3263828 h 4882701"/>
                <a:gd name="connsiteX8861" fmla="*/ 4373751 w 4954903"/>
                <a:gd name="connsiteY8861" fmla="*/ 3255978 h 4882701"/>
                <a:gd name="connsiteX8862" fmla="*/ 3682191 w 4954903"/>
                <a:gd name="connsiteY8862" fmla="*/ 3194698 h 4882701"/>
                <a:gd name="connsiteX8863" fmla="*/ 3668516 w 4954903"/>
                <a:gd name="connsiteY8863" fmla="*/ 3216222 h 4882701"/>
                <a:gd name="connsiteX8864" fmla="*/ 3691560 w 4954903"/>
                <a:gd name="connsiteY8864" fmla="*/ 3210144 h 4882701"/>
                <a:gd name="connsiteX8865" fmla="*/ 3682191 w 4954903"/>
                <a:gd name="connsiteY8865" fmla="*/ 3194698 h 4882701"/>
                <a:gd name="connsiteX8866" fmla="*/ 3637876 w 4954903"/>
                <a:gd name="connsiteY8866" fmla="*/ 3207359 h 4882701"/>
                <a:gd name="connsiteX8867" fmla="*/ 3628254 w 4954903"/>
                <a:gd name="connsiteY8867" fmla="*/ 3191912 h 4882701"/>
                <a:gd name="connsiteX8868" fmla="*/ 3614326 w 4954903"/>
                <a:gd name="connsiteY8868" fmla="*/ 3213436 h 4882701"/>
                <a:gd name="connsiteX8869" fmla="*/ 3637876 w 4954903"/>
                <a:gd name="connsiteY8869" fmla="*/ 3207359 h 4882701"/>
                <a:gd name="connsiteX8870" fmla="*/ 3583433 w 4954903"/>
                <a:gd name="connsiteY8870" fmla="*/ 3204826 h 4882701"/>
                <a:gd name="connsiteX8871" fmla="*/ 3573557 w 4954903"/>
                <a:gd name="connsiteY8871" fmla="*/ 3189380 h 4882701"/>
                <a:gd name="connsiteX8872" fmla="*/ 3559883 w 4954903"/>
                <a:gd name="connsiteY8872" fmla="*/ 3210904 h 4882701"/>
                <a:gd name="connsiteX8873" fmla="*/ 3583433 w 4954903"/>
                <a:gd name="connsiteY8873" fmla="*/ 3204826 h 4882701"/>
                <a:gd name="connsiteX8874" fmla="*/ 3527723 w 4954903"/>
                <a:gd name="connsiteY8874" fmla="*/ 3202041 h 4882701"/>
                <a:gd name="connsiteX8875" fmla="*/ 3517594 w 4954903"/>
                <a:gd name="connsiteY8875" fmla="*/ 3186594 h 4882701"/>
                <a:gd name="connsiteX8876" fmla="*/ 3503920 w 4954903"/>
                <a:gd name="connsiteY8876" fmla="*/ 3208119 h 4882701"/>
                <a:gd name="connsiteX8877" fmla="*/ 3527723 w 4954903"/>
                <a:gd name="connsiteY8877" fmla="*/ 3202041 h 4882701"/>
                <a:gd name="connsiteX8878" fmla="*/ 3471507 w 4954903"/>
                <a:gd name="connsiteY8878" fmla="*/ 3199509 h 4882701"/>
                <a:gd name="connsiteX8879" fmla="*/ 3461124 w 4954903"/>
                <a:gd name="connsiteY8879" fmla="*/ 3184062 h 4882701"/>
                <a:gd name="connsiteX8880" fmla="*/ 3447450 w 4954903"/>
                <a:gd name="connsiteY8880" fmla="*/ 3205586 h 4882701"/>
                <a:gd name="connsiteX8881" fmla="*/ 3471507 w 4954903"/>
                <a:gd name="connsiteY8881" fmla="*/ 3199509 h 4882701"/>
                <a:gd name="connsiteX8882" fmla="*/ 3214229 w 4954903"/>
                <a:gd name="connsiteY8882" fmla="*/ 3196470 h 4882701"/>
                <a:gd name="connsiteX8883" fmla="*/ 3239299 w 4954903"/>
                <a:gd name="connsiteY8883" fmla="*/ 3190140 h 4882701"/>
                <a:gd name="connsiteX8884" fmla="*/ 3227650 w 4954903"/>
                <a:gd name="connsiteY8884" fmla="*/ 3174693 h 4882701"/>
                <a:gd name="connsiteX8885" fmla="*/ 3214229 w 4954903"/>
                <a:gd name="connsiteY8885" fmla="*/ 3196470 h 4882701"/>
                <a:gd name="connsiteX8886" fmla="*/ 3167636 w 4954903"/>
                <a:gd name="connsiteY8886" fmla="*/ 3172667 h 4882701"/>
                <a:gd name="connsiteX8887" fmla="*/ 3154215 w 4954903"/>
                <a:gd name="connsiteY8887" fmla="*/ 3194444 h 4882701"/>
                <a:gd name="connsiteX8888" fmla="*/ 3179537 w 4954903"/>
                <a:gd name="connsiteY8888" fmla="*/ 3188114 h 4882701"/>
                <a:gd name="connsiteX8889" fmla="*/ 3167636 w 4954903"/>
                <a:gd name="connsiteY8889" fmla="*/ 3172667 h 4882701"/>
                <a:gd name="connsiteX8890" fmla="*/ 3119016 w 4954903"/>
                <a:gd name="connsiteY8890" fmla="*/ 3185835 h 4882701"/>
                <a:gd name="connsiteX8891" fmla="*/ 3106862 w 4954903"/>
                <a:gd name="connsiteY8891" fmla="*/ 3170388 h 4882701"/>
                <a:gd name="connsiteX8892" fmla="*/ 3093694 w 4954903"/>
                <a:gd name="connsiteY8892" fmla="*/ 3192165 h 4882701"/>
                <a:gd name="connsiteX8893" fmla="*/ 3119016 w 4954903"/>
                <a:gd name="connsiteY8893" fmla="*/ 3185835 h 4882701"/>
                <a:gd name="connsiteX8894" fmla="*/ 3058242 w 4954903"/>
                <a:gd name="connsiteY8894" fmla="*/ 3183809 h 4882701"/>
                <a:gd name="connsiteX8895" fmla="*/ 3045834 w 4954903"/>
                <a:gd name="connsiteY8895" fmla="*/ 3168615 h 4882701"/>
                <a:gd name="connsiteX8896" fmla="*/ 3031907 w 4954903"/>
                <a:gd name="connsiteY8896" fmla="*/ 3189380 h 4882701"/>
                <a:gd name="connsiteX8897" fmla="*/ 3058242 w 4954903"/>
                <a:gd name="connsiteY8897" fmla="*/ 3183809 h 4882701"/>
                <a:gd name="connsiteX8898" fmla="*/ 2996708 w 4954903"/>
                <a:gd name="connsiteY8898" fmla="*/ 3181783 h 4882701"/>
                <a:gd name="connsiteX8899" fmla="*/ 2983794 w 4954903"/>
                <a:gd name="connsiteY8899" fmla="*/ 3166590 h 4882701"/>
                <a:gd name="connsiteX8900" fmla="*/ 2970120 w 4954903"/>
                <a:gd name="connsiteY8900" fmla="*/ 3187354 h 4882701"/>
                <a:gd name="connsiteX8901" fmla="*/ 2996708 w 4954903"/>
                <a:gd name="connsiteY8901" fmla="*/ 3181783 h 4882701"/>
                <a:gd name="connsiteX8902" fmla="*/ 2934668 w 4954903"/>
                <a:gd name="connsiteY8902" fmla="*/ 3180010 h 4882701"/>
                <a:gd name="connsiteX8903" fmla="*/ 2921500 w 4954903"/>
                <a:gd name="connsiteY8903" fmla="*/ 3164817 h 4882701"/>
                <a:gd name="connsiteX8904" fmla="*/ 2907826 w 4954903"/>
                <a:gd name="connsiteY8904" fmla="*/ 3185581 h 4882701"/>
                <a:gd name="connsiteX8905" fmla="*/ 2934668 w 4954903"/>
                <a:gd name="connsiteY8905" fmla="*/ 3180010 h 4882701"/>
                <a:gd name="connsiteX8906" fmla="*/ 2871868 w 4954903"/>
                <a:gd name="connsiteY8906" fmla="*/ 3177985 h 4882701"/>
                <a:gd name="connsiteX8907" fmla="*/ 2858700 w 4954903"/>
                <a:gd name="connsiteY8907" fmla="*/ 3162791 h 4882701"/>
                <a:gd name="connsiteX8908" fmla="*/ 2845026 w 4954903"/>
                <a:gd name="connsiteY8908" fmla="*/ 3183556 h 4882701"/>
                <a:gd name="connsiteX8909" fmla="*/ 2871868 w 4954903"/>
                <a:gd name="connsiteY8909" fmla="*/ 3177985 h 4882701"/>
                <a:gd name="connsiteX8910" fmla="*/ 2781720 w 4954903"/>
                <a:gd name="connsiteY8910" fmla="*/ 3181783 h 4882701"/>
                <a:gd name="connsiteX8911" fmla="*/ 2808562 w 4954903"/>
                <a:gd name="connsiteY8911" fmla="*/ 3176212 h 4882701"/>
                <a:gd name="connsiteX8912" fmla="*/ 2795140 w 4954903"/>
                <a:gd name="connsiteY8912" fmla="*/ 3161019 h 4882701"/>
                <a:gd name="connsiteX8913" fmla="*/ 2781720 w 4954903"/>
                <a:gd name="connsiteY8913" fmla="*/ 3181783 h 4882701"/>
                <a:gd name="connsiteX8914" fmla="*/ 2718160 w 4954903"/>
                <a:gd name="connsiteY8914" fmla="*/ 3180264 h 4882701"/>
                <a:gd name="connsiteX8915" fmla="*/ 2745255 w 4954903"/>
                <a:gd name="connsiteY8915" fmla="*/ 3174693 h 4882701"/>
                <a:gd name="connsiteX8916" fmla="*/ 2731581 w 4954903"/>
                <a:gd name="connsiteY8916" fmla="*/ 3159499 h 4882701"/>
                <a:gd name="connsiteX8917" fmla="*/ 2718160 w 4954903"/>
                <a:gd name="connsiteY8917" fmla="*/ 3180264 h 4882701"/>
                <a:gd name="connsiteX8918" fmla="*/ 2654094 w 4954903"/>
                <a:gd name="connsiteY8918" fmla="*/ 3178744 h 4882701"/>
                <a:gd name="connsiteX8919" fmla="*/ 2681189 w 4954903"/>
                <a:gd name="connsiteY8919" fmla="*/ 3173173 h 4882701"/>
                <a:gd name="connsiteX8920" fmla="*/ 2667262 w 4954903"/>
                <a:gd name="connsiteY8920" fmla="*/ 3157980 h 4882701"/>
                <a:gd name="connsiteX8921" fmla="*/ 2654094 w 4954903"/>
                <a:gd name="connsiteY8921" fmla="*/ 3178744 h 4882701"/>
                <a:gd name="connsiteX8922" fmla="*/ 2589774 w 4954903"/>
                <a:gd name="connsiteY8922" fmla="*/ 3177225 h 4882701"/>
                <a:gd name="connsiteX8923" fmla="*/ 2617123 w 4954903"/>
                <a:gd name="connsiteY8923" fmla="*/ 3171654 h 4882701"/>
                <a:gd name="connsiteX8924" fmla="*/ 2602942 w 4954903"/>
                <a:gd name="connsiteY8924" fmla="*/ 3156460 h 4882701"/>
                <a:gd name="connsiteX8925" fmla="*/ 2589774 w 4954903"/>
                <a:gd name="connsiteY8925" fmla="*/ 3177225 h 4882701"/>
                <a:gd name="connsiteX8926" fmla="*/ 2538116 w 4954903"/>
                <a:gd name="connsiteY8926" fmla="*/ 3154941 h 4882701"/>
                <a:gd name="connsiteX8927" fmla="*/ 2524949 w 4954903"/>
                <a:gd name="connsiteY8927" fmla="*/ 3175706 h 4882701"/>
                <a:gd name="connsiteX8928" fmla="*/ 2552297 w 4954903"/>
                <a:gd name="connsiteY8928" fmla="*/ 3170135 h 4882701"/>
                <a:gd name="connsiteX8929" fmla="*/ 2538116 w 4954903"/>
                <a:gd name="connsiteY8929" fmla="*/ 3154941 h 4882701"/>
                <a:gd name="connsiteX8930" fmla="*/ 2487218 w 4954903"/>
                <a:gd name="connsiteY8930" fmla="*/ 3168868 h 4882701"/>
                <a:gd name="connsiteX8931" fmla="*/ 2472531 w 4954903"/>
                <a:gd name="connsiteY8931" fmla="*/ 3153675 h 4882701"/>
                <a:gd name="connsiteX8932" fmla="*/ 2459869 w 4954903"/>
                <a:gd name="connsiteY8932" fmla="*/ 3174439 h 4882701"/>
                <a:gd name="connsiteX8933" fmla="*/ 2487218 w 4954903"/>
                <a:gd name="connsiteY8933" fmla="*/ 3168868 h 4882701"/>
                <a:gd name="connsiteX8934" fmla="*/ 2407198 w 4954903"/>
                <a:gd name="connsiteY8934" fmla="*/ 3152409 h 4882701"/>
                <a:gd name="connsiteX8935" fmla="*/ 2394537 w 4954903"/>
                <a:gd name="connsiteY8935" fmla="*/ 3173173 h 4882701"/>
                <a:gd name="connsiteX8936" fmla="*/ 2421886 w 4954903"/>
                <a:gd name="connsiteY8936" fmla="*/ 3167349 h 4882701"/>
                <a:gd name="connsiteX8937" fmla="*/ 2407198 w 4954903"/>
                <a:gd name="connsiteY8937" fmla="*/ 3152409 h 4882701"/>
                <a:gd name="connsiteX8938" fmla="*/ 2356300 w 4954903"/>
                <a:gd name="connsiteY8938" fmla="*/ 3166336 h 4882701"/>
                <a:gd name="connsiteX8939" fmla="*/ 2341360 w 4954903"/>
                <a:gd name="connsiteY8939" fmla="*/ 3151143 h 4882701"/>
                <a:gd name="connsiteX8940" fmla="*/ 2328698 w 4954903"/>
                <a:gd name="connsiteY8940" fmla="*/ 3172160 h 4882701"/>
                <a:gd name="connsiteX8941" fmla="*/ 2356300 w 4954903"/>
                <a:gd name="connsiteY8941" fmla="*/ 3166336 h 4882701"/>
                <a:gd name="connsiteX8942" fmla="*/ 2290461 w 4954903"/>
                <a:gd name="connsiteY8942" fmla="*/ 3165323 h 4882701"/>
                <a:gd name="connsiteX8943" fmla="*/ 2275268 w 4954903"/>
                <a:gd name="connsiteY8943" fmla="*/ 3150130 h 4882701"/>
                <a:gd name="connsiteX8944" fmla="*/ 2262860 w 4954903"/>
                <a:gd name="connsiteY8944" fmla="*/ 3171148 h 4882701"/>
                <a:gd name="connsiteX8945" fmla="*/ 2290461 w 4954903"/>
                <a:gd name="connsiteY8945" fmla="*/ 3165323 h 4882701"/>
                <a:gd name="connsiteX8946" fmla="*/ 2224369 w 4954903"/>
                <a:gd name="connsiteY8946" fmla="*/ 3164310 h 4882701"/>
                <a:gd name="connsiteX8947" fmla="*/ 2209176 w 4954903"/>
                <a:gd name="connsiteY8947" fmla="*/ 3149117 h 4882701"/>
                <a:gd name="connsiteX8948" fmla="*/ 2197021 w 4954903"/>
                <a:gd name="connsiteY8948" fmla="*/ 3170135 h 4882701"/>
                <a:gd name="connsiteX8949" fmla="*/ 2224369 w 4954903"/>
                <a:gd name="connsiteY8949" fmla="*/ 3164310 h 4882701"/>
                <a:gd name="connsiteX8950" fmla="*/ 2158278 w 4954903"/>
                <a:gd name="connsiteY8950" fmla="*/ 3163297 h 4882701"/>
                <a:gd name="connsiteX8951" fmla="*/ 2142831 w 4954903"/>
                <a:gd name="connsiteY8951" fmla="*/ 3148104 h 4882701"/>
                <a:gd name="connsiteX8952" fmla="*/ 2130676 w 4954903"/>
                <a:gd name="connsiteY8952" fmla="*/ 3169122 h 4882701"/>
                <a:gd name="connsiteX8953" fmla="*/ 2158278 w 4954903"/>
                <a:gd name="connsiteY8953" fmla="*/ 3163297 h 4882701"/>
                <a:gd name="connsiteX8954" fmla="*/ 2091932 w 4954903"/>
                <a:gd name="connsiteY8954" fmla="*/ 3162538 h 4882701"/>
                <a:gd name="connsiteX8955" fmla="*/ 2076232 w 4954903"/>
                <a:gd name="connsiteY8955" fmla="*/ 3147598 h 4882701"/>
                <a:gd name="connsiteX8956" fmla="*/ 2064331 w 4954903"/>
                <a:gd name="connsiteY8956" fmla="*/ 3168615 h 4882701"/>
                <a:gd name="connsiteX8957" fmla="*/ 2091932 w 4954903"/>
                <a:gd name="connsiteY8957" fmla="*/ 3162538 h 4882701"/>
                <a:gd name="connsiteX8958" fmla="*/ 2025587 w 4954903"/>
                <a:gd name="connsiteY8958" fmla="*/ 3162031 h 4882701"/>
                <a:gd name="connsiteX8959" fmla="*/ 2009634 w 4954903"/>
                <a:gd name="connsiteY8959" fmla="*/ 3147091 h 4882701"/>
                <a:gd name="connsiteX8960" fmla="*/ 1998998 w 4954903"/>
                <a:gd name="connsiteY8960" fmla="*/ 3169122 h 4882701"/>
                <a:gd name="connsiteX8961" fmla="*/ 2025587 w 4954903"/>
                <a:gd name="connsiteY8961" fmla="*/ 3162031 h 4882701"/>
                <a:gd name="connsiteX8962" fmla="*/ 1959495 w 4954903"/>
                <a:gd name="connsiteY8962" fmla="*/ 3161272 h 4882701"/>
                <a:gd name="connsiteX8963" fmla="*/ 1943795 w 4954903"/>
                <a:gd name="connsiteY8963" fmla="*/ 3146331 h 4882701"/>
                <a:gd name="connsiteX8964" fmla="*/ 1933666 w 4954903"/>
                <a:gd name="connsiteY8964" fmla="*/ 3168362 h 4882701"/>
                <a:gd name="connsiteX8965" fmla="*/ 1959495 w 4954903"/>
                <a:gd name="connsiteY8965" fmla="*/ 3161272 h 4882701"/>
                <a:gd name="connsiteX8966" fmla="*/ 1894416 w 4954903"/>
                <a:gd name="connsiteY8966" fmla="*/ 3160765 h 4882701"/>
                <a:gd name="connsiteX8967" fmla="*/ 1878716 w 4954903"/>
                <a:gd name="connsiteY8967" fmla="*/ 3145825 h 4882701"/>
                <a:gd name="connsiteX8968" fmla="*/ 1868840 w 4954903"/>
                <a:gd name="connsiteY8968" fmla="*/ 3167856 h 4882701"/>
                <a:gd name="connsiteX8969" fmla="*/ 1894416 w 4954903"/>
                <a:gd name="connsiteY8969" fmla="*/ 3160765 h 4882701"/>
                <a:gd name="connsiteX8970" fmla="*/ 1805027 w 4954903"/>
                <a:gd name="connsiteY8970" fmla="*/ 3167602 h 4882701"/>
                <a:gd name="connsiteX8971" fmla="*/ 1830350 w 4954903"/>
                <a:gd name="connsiteY8971" fmla="*/ 3160512 h 4882701"/>
                <a:gd name="connsiteX8972" fmla="*/ 1814650 w 4954903"/>
                <a:gd name="connsiteY8972" fmla="*/ 3145572 h 4882701"/>
                <a:gd name="connsiteX8973" fmla="*/ 1805027 w 4954903"/>
                <a:gd name="connsiteY8973" fmla="*/ 3167602 h 4882701"/>
                <a:gd name="connsiteX8974" fmla="*/ 1766790 w 4954903"/>
                <a:gd name="connsiteY8974" fmla="*/ 3160259 h 4882701"/>
                <a:gd name="connsiteX8975" fmla="*/ 1751344 w 4954903"/>
                <a:gd name="connsiteY8975" fmla="*/ 3145318 h 4882701"/>
                <a:gd name="connsiteX8976" fmla="*/ 1742227 w 4954903"/>
                <a:gd name="connsiteY8976" fmla="*/ 3167349 h 4882701"/>
                <a:gd name="connsiteX8977" fmla="*/ 1766790 w 4954903"/>
                <a:gd name="connsiteY8977" fmla="*/ 3160259 h 4882701"/>
                <a:gd name="connsiteX8978" fmla="*/ 1704244 w 4954903"/>
                <a:gd name="connsiteY8978" fmla="*/ 3160006 h 4882701"/>
                <a:gd name="connsiteX8979" fmla="*/ 1688797 w 4954903"/>
                <a:gd name="connsiteY8979" fmla="*/ 3145065 h 4882701"/>
                <a:gd name="connsiteX8980" fmla="*/ 1679934 w 4954903"/>
                <a:gd name="connsiteY8980" fmla="*/ 3167349 h 4882701"/>
                <a:gd name="connsiteX8981" fmla="*/ 1704244 w 4954903"/>
                <a:gd name="connsiteY8981" fmla="*/ 3160006 h 4882701"/>
                <a:gd name="connsiteX8982" fmla="*/ 1642456 w 4954903"/>
                <a:gd name="connsiteY8982" fmla="*/ 3160006 h 4882701"/>
                <a:gd name="connsiteX8983" fmla="*/ 1627010 w 4954903"/>
                <a:gd name="connsiteY8983" fmla="*/ 3145065 h 4882701"/>
                <a:gd name="connsiteX8984" fmla="*/ 1618400 w 4954903"/>
                <a:gd name="connsiteY8984" fmla="*/ 3167349 h 4882701"/>
                <a:gd name="connsiteX8985" fmla="*/ 1642456 w 4954903"/>
                <a:gd name="connsiteY8985" fmla="*/ 3160006 h 4882701"/>
                <a:gd name="connsiteX8986" fmla="*/ 1581935 w 4954903"/>
                <a:gd name="connsiteY8986" fmla="*/ 3160006 h 4882701"/>
                <a:gd name="connsiteX8987" fmla="*/ 1566489 w 4954903"/>
                <a:gd name="connsiteY8987" fmla="*/ 3145065 h 4882701"/>
                <a:gd name="connsiteX8988" fmla="*/ 1558385 w 4954903"/>
                <a:gd name="connsiteY8988" fmla="*/ 3167349 h 4882701"/>
                <a:gd name="connsiteX8989" fmla="*/ 1581935 w 4954903"/>
                <a:gd name="connsiteY8989" fmla="*/ 3160006 h 4882701"/>
                <a:gd name="connsiteX8990" fmla="*/ 1521921 w 4954903"/>
                <a:gd name="connsiteY8990" fmla="*/ 3160006 h 4882701"/>
                <a:gd name="connsiteX8991" fmla="*/ 1506727 w 4954903"/>
                <a:gd name="connsiteY8991" fmla="*/ 3145065 h 4882701"/>
                <a:gd name="connsiteX8992" fmla="*/ 1499890 w 4954903"/>
                <a:gd name="connsiteY8992" fmla="*/ 3168362 h 4882701"/>
                <a:gd name="connsiteX8993" fmla="*/ 1521921 w 4954903"/>
                <a:gd name="connsiteY8993" fmla="*/ 3160006 h 4882701"/>
                <a:gd name="connsiteX8994" fmla="*/ 1463172 w 4954903"/>
                <a:gd name="connsiteY8994" fmla="*/ 3160259 h 4882701"/>
                <a:gd name="connsiteX8995" fmla="*/ 1447979 w 4954903"/>
                <a:gd name="connsiteY8995" fmla="*/ 3145318 h 4882701"/>
                <a:gd name="connsiteX8996" fmla="*/ 1446713 w 4954903"/>
                <a:gd name="connsiteY8996" fmla="*/ 3145318 h 4882701"/>
                <a:gd name="connsiteX8997" fmla="*/ 1441648 w 4954903"/>
                <a:gd name="connsiteY8997" fmla="*/ 3168362 h 4882701"/>
                <a:gd name="connsiteX8998" fmla="*/ 1463172 w 4954903"/>
                <a:gd name="connsiteY8998" fmla="*/ 3160259 h 4882701"/>
                <a:gd name="connsiteX8999" fmla="*/ 1405184 w 4954903"/>
                <a:gd name="connsiteY8999" fmla="*/ 3160512 h 4882701"/>
                <a:gd name="connsiteX9000" fmla="*/ 1389990 w 4954903"/>
                <a:gd name="connsiteY9000" fmla="*/ 3145572 h 4882701"/>
                <a:gd name="connsiteX9001" fmla="*/ 1383913 w 4954903"/>
                <a:gd name="connsiteY9001" fmla="*/ 3168868 h 4882701"/>
                <a:gd name="connsiteX9002" fmla="*/ 1405184 w 4954903"/>
                <a:gd name="connsiteY9002" fmla="*/ 3160512 h 4882701"/>
                <a:gd name="connsiteX9003" fmla="*/ 1348208 w 4954903"/>
                <a:gd name="connsiteY9003" fmla="*/ 3161019 h 4882701"/>
                <a:gd name="connsiteX9004" fmla="*/ 1333268 w 4954903"/>
                <a:gd name="connsiteY9004" fmla="*/ 3146331 h 4882701"/>
                <a:gd name="connsiteX9005" fmla="*/ 1327697 w 4954903"/>
                <a:gd name="connsiteY9005" fmla="*/ 3169628 h 4882701"/>
                <a:gd name="connsiteX9006" fmla="*/ 1348208 w 4954903"/>
                <a:gd name="connsiteY9006" fmla="*/ 3161019 h 4882701"/>
                <a:gd name="connsiteX9007" fmla="*/ 1292245 w 4954903"/>
                <a:gd name="connsiteY9007" fmla="*/ 3161525 h 4882701"/>
                <a:gd name="connsiteX9008" fmla="*/ 1277305 w 4954903"/>
                <a:gd name="connsiteY9008" fmla="*/ 3146838 h 4882701"/>
                <a:gd name="connsiteX9009" fmla="*/ 1271987 w 4954903"/>
                <a:gd name="connsiteY9009" fmla="*/ 3170135 h 4882701"/>
                <a:gd name="connsiteX9010" fmla="*/ 1292245 w 4954903"/>
                <a:gd name="connsiteY9010" fmla="*/ 3161525 h 4882701"/>
                <a:gd name="connsiteX9011" fmla="*/ 1237548 w 4954903"/>
                <a:gd name="connsiteY9011" fmla="*/ 3162031 h 4882701"/>
                <a:gd name="connsiteX9012" fmla="*/ 1222861 w 4954903"/>
                <a:gd name="connsiteY9012" fmla="*/ 3147344 h 4882701"/>
                <a:gd name="connsiteX9013" fmla="*/ 1217797 w 4954903"/>
                <a:gd name="connsiteY9013" fmla="*/ 3170641 h 4882701"/>
                <a:gd name="connsiteX9014" fmla="*/ 1237548 w 4954903"/>
                <a:gd name="connsiteY9014" fmla="*/ 3162031 h 4882701"/>
                <a:gd name="connsiteX9015" fmla="*/ 1183864 w 4954903"/>
                <a:gd name="connsiteY9015" fmla="*/ 3162791 h 4882701"/>
                <a:gd name="connsiteX9016" fmla="*/ 1169177 w 4954903"/>
                <a:gd name="connsiteY9016" fmla="*/ 3148104 h 4882701"/>
                <a:gd name="connsiteX9017" fmla="*/ 1167911 w 4954903"/>
                <a:gd name="connsiteY9017" fmla="*/ 3148104 h 4882701"/>
                <a:gd name="connsiteX9018" fmla="*/ 1165632 w 4954903"/>
                <a:gd name="connsiteY9018" fmla="*/ 3172160 h 4882701"/>
                <a:gd name="connsiteX9019" fmla="*/ 1183864 w 4954903"/>
                <a:gd name="connsiteY9019" fmla="*/ 3162791 h 4882701"/>
                <a:gd name="connsiteX9020" fmla="*/ 1130940 w 4954903"/>
                <a:gd name="connsiteY9020" fmla="*/ 3163551 h 4882701"/>
                <a:gd name="connsiteX9021" fmla="*/ 1116506 w 4954903"/>
                <a:gd name="connsiteY9021" fmla="*/ 3148864 h 4882701"/>
                <a:gd name="connsiteX9022" fmla="*/ 1115240 w 4954903"/>
                <a:gd name="connsiteY9022" fmla="*/ 3148864 h 4882701"/>
                <a:gd name="connsiteX9023" fmla="*/ 1113214 w 4954903"/>
                <a:gd name="connsiteY9023" fmla="*/ 3172920 h 4882701"/>
                <a:gd name="connsiteX9024" fmla="*/ 1130940 w 4954903"/>
                <a:gd name="connsiteY9024" fmla="*/ 3163551 h 4882701"/>
                <a:gd name="connsiteX9025" fmla="*/ 4821960 w 4954903"/>
                <a:gd name="connsiteY9025" fmla="*/ 3252940 h 4882701"/>
                <a:gd name="connsiteX9026" fmla="*/ 4812591 w 4954903"/>
                <a:gd name="connsiteY9026" fmla="*/ 3279528 h 4882701"/>
                <a:gd name="connsiteX9027" fmla="*/ 4812844 w 4954903"/>
                <a:gd name="connsiteY9027" fmla="*/ 3279782 h 4882701"/>
                <a:gd name="connsiteX9028" fmla="*/ 4817909 w 4954903"/>
                <a:gd name="connsiteY9028" fmla="*/ 3268386 h 4882701"/>
                <a:gd name="connsiteX9029" fmla="*/ 4821960 w 4954903"/>
                <a:gd name="connsiteY9029" fmla="*/ 3252940 h 4882701"/>
                <a:gd name="connsiteX9030" fmla="*/ 4816896 w 4954903"/>
                <a:gd name="connsiteY9030" fmla="*/ 3249394 h 4882701"/>
                <a:gd name="connsiteX9031" fmla="*/ 4807780 w 4954903"/>
                <a:gd name="connsiteY9031" fmla="*/ 3276236 h 4882701"/>
                <a:gd name="connsiteX9032" fmla="*/ 4813351 w 4954903"/>
                <a:gd name="connsiteY9032" fmla="*/ 3264841 h 4882701"/>
                <a:gd name="connsiteX9033" fmla="*/ 4816896 w 4954903"/>
                <a:gd name="connsiteY9033" fmla="*/ 3249394 h 4882701"/>
                <a:gd name="connsiteX9034" fmla="*/ 4809806 w 4954903"/>
                <a:gd name="connsiteY9034" fmla="*/ 3245849 h 4882701"/>
                <a:gd name="connsiteX9035" fmla="*/ 4800436 w 4954903"/>
                <a:gd name="connsiteY9035" fmla="*/ 3272438 h 4882701"/>
                <a:gd name="connsiteX9036" fmla="*/ 4806514 w 4954903"/>
                <a:gd name="connsiteY9036" fmla="*/ 3261296 h 4882701"/>
                <a:gd name="connsiteX9037" fmla="*/ 4809806 w 4954903"/>
                <a:gd name="connsiteY9037" fmla="*/ 3245849 h 4882701"/>
                <a:gd name="connsiteX9038" fmla="*/ 4798157 w 4954903"/>
                <a:gd name="connsiteY9038" fmla="*/ 3257751 h 4882701"/>
                <a:gd name="connsiteX9039" fmla="*/ 4800943 w 4954903"/>
                <a:gd name="connsiteY9039" fmla="*/ 3242304 h 4882701"/>
                <a:gd name="connsiteX9040" fmla="*/ 4791573 w 4954903"/>
                <a:gd name="connsiteY9040" fmla="*/ 3268640 h 4882701"/>
                <a:gd name="connsiteX9041" fmla="*/ 4798157 w 4954903"/>
                <a:gd name="connsiteY9041" fmla="*/ 3257751 h 4882701"/>
                <a:gd name="connsiteX9042" fmla="*/ 4787775 w 4954903"/>
                <a:gd name="connsiteY9042" fmla="*/ 3254205 h 4882701"/>
                <a:gd name="connsiteX9043" fmla="*/ 4790054 w 4954903"/>
                <a:gd name="connsiteY9043" fmla="*/ 3238759 h 4882701"/>
                <a:gd name="connsiteX9044" fmla="*/ 4780431 w 4954903"/>
                <a:gd name="connsiteY9044" fmla="*/ 3265094 h 4882701"/>
                <a:gd name="connsiteX9045" fmla="*/ 4787775 w 4954903"/>
                <a:gd name="connsiteY9045" fmla="*/ 3254205 h 4882701"/>
                <a:gd name="connsiteX9046" fmla="*/ 4775367 w 4954903"/>
                <a:gd name="connsiteY9046" fmla="*/ 3250407 h 4882701"/>
                <a:gd name="connsiteX9047" fmla="*/ 4777139 w 4954903"/>
                <a:gd name="connsiteY9047" fmla="*/ 3234707 h 4882701"/>
                <a:gd name="connsiteX9048" fmla="*/ 4767517 w 4954903"/>
                <a:gd name="connsiteY9048" fmla="*/ 3261043 h 4882701"/>
                <a:gd name="connsiteX9049" fmla="*/ 4775367 w 4954903"/>
                <a:gd name="connsiteY9049" fmla="*/ 3250407 h 4882701"/>
                <a:gd name="connsiteX9050" fmla="*/ 4762453 w 4954903"/>
                <a:gd name="connsiteY9050" fmla="*/ 3231162 h 4882701"/>
                <a:gd name="connsiteX9051" fmla="*/ 4752576 w 4954903"/>
                <a:gd name="connsiteY9051" fmla="*/ 3257244 h 4882701"/>
                <a:gd name="connsiteX9052" fmla="*/ 4760933 w 4954903"/>
                <a:gd name="connsiteY9052" fmla="*/ 3246862 h 4882701"/>
                <a:gd name="connsiteX9053" fmla="*/ 4762453 w 4954903"/>
                <a:gd name="connsiteY9053" fmla="*/ 3231162 h 4882701"/>
                <a:gd name="connsiteX9054" fmla="*/ 4527206 w 4954903"/>
                <a:gd name="connsiteY9054" fmla="*/ 3211157 h 4882701"/>
                <a:gd name="connsiteX9055" fmla="*/ 4524420 w 4954903"/>
                <a:gd name="connsiteY9055" fmla="*/ 3195457 h 4882701"/>
                <a:gd name="connsiteX9056" fmla="*/ 4513025 w 4954903"/>
                <a:gd name="connsiteY9056" fmla="*/ 3219767 h 4882701"/>
                <a:gd name="connsiteX9057" fmla="*/ 4527206 w 4954903"/>
                <a:gd name="connsiteY9057" fmla="*/ 3211157 h 4882701"/>
                <a:gd name="connsiteX9058" fmla="*/ 4495299 w 4954903"/>
                <a:gd name="connsiteY9058" fmla="*/ 3207612 h 4882701"/>
                <a:gd name="connsiteX9059" fmla="*/ 4492260 w 4954903"/>
                <a:gd name="connsiteY9059" fmla="*/ 3191912 h 4882701"/>
                <a:gd name="connsiteX9060" fmla="*/ 4480865 w 4954903"/>
                <a:gd name="connsiteY9060" fmla="*/ 3216222 h 4882701"/>
                <a:gd name="connsiteX9061" fmla="*/ 4495299 w 4954903"/>
                <a:gd name="connsiteY9061" fmla="*/ 3207612 h 4882701"/>
                <a:gd name="connsiteX9062" fmla="*/ 4458328 w 4954903"/>
                <a:gd name="connsiteY9062" fmla="*/ 3188620 h 4882701"/>
                <a:gd name="connsiteX9063" fmla="*/ 4446680 w 4954903"/>
                <a:gd name="connsiteY9063" fmla="*/ 3212930 h 4882701"/>
                <a:gd name="connsiteX9064" fmla="*/ 4461873 w 4954903"/>
                <a:gd name="connsiteY9064" fmla="*/ 3204320 h 4882701"/>
                <a:gd name="connsiteX9065" fmla="*/ 4458328 w 4954903"/>
                <a:gd name="connsiteY9065" fmla="*/ 3188620 h 4882701"/>
                <a:gd name="connsiteX9066" fmla="*/ 4427181 w 4954903"/>
                <a:gd name="connsiteY9066" fmla="*/ 3200775 h 4882701"/>
                <a:gd name="connsiteX9067" fmla="*/ 4423130 w 4954903"/>
                <a:gd name="connsiteY9067" fmla="*/ 3185075 h 4882701"/>
                <a:gd name="connsiteX9068" fmla="*/ 4411482 w 4954903"/>
                <a:gd name="connsiteY9068" fmla="*/ 3209385 h 4882701"/>
                <a:gd name="connsiteX9069" fmla="*/ 4427181 w 4954903"/>
                <a:gd name="connsiteY9069" fmla="*/ 3200775 h 4882701"/>
                <a:gd name="connsiteX9070" fmla="*/ 4390970 w 4954903"/>
                <a:gd name="connsiteY9070" fmla="*/ 3197230 h 4882701"/>
                <a:gd name="connsiteX9071" fmla="*/ 4386665 w 4954903"/>
                <a:gd name="connsiteY9071" fmla="*/ 3181530 h 4882701"/>
                <a:gd name="connsiteX9072" fmla="*/ 4374510 w 4954903"/>
                <a:gd name="connsiteY9072" fmla="*/ 3205080 h 4882701"/>
                <a:gd name="connsiteX9073" fmla="*/ 4390970 w 4954903"/>
                <a:gd name="connsiteY9073" fmla="*/ 3197230 h 4882701"/>
                <a:gd name="connsiteX9074" fmla="*/ 3756386 w 4954903"/>
                <a:gd name="connsiteY9074" fmla="*/ 3153675 h 4882701"/>
                <a:gd name="connsiteX9075" fmla="*/ 3747017 w 4954903"/>
                <a:gd name="connsiteY9075" fmla="*/ 3137975 h 4882701"/>
                <a:gd name="connsiteX9076" fmla="*/ 3733342 w 4954903"/>
                <a:gd name="connsiteY9076" fmla="*/ 3159752 h 4882701"/>
                <a:gd name="connsiteX9077" fmla="*/ 3756386 w 4954903"/>
                <a:gd name="connsiteY9077" fmla="*/ 3153675 h 4882701"/>
                <a:gd name="connsiteX9078" fmla="*/ 3693586 w 4954903"/>
                <a:gd name="connsiteY9078" fmla="*/ 3135443 h 4882701"/>
                <a:gd name="connsiteX9079" fmla="*/ 3679912 w 4954903"/>
                <a:gd name="connsiteY9079" fmla="*/ 3157220 h 4882701"/>
                <a:gd name="connsiteX9080" fmla="*/ 3702955 w 4954903"/>
                <a:gd name="connsiteY9080" fmla="*/ 3151143 h 4882701"/>
                <a:gd name="connsiteX9081" fmla="*/ 3693586 w 4954903"/>
                <a:gd name="connsiteY9081" fmla="*/ 3135443 h 4882701"/>
                <a:gd name="connsiteX9082" fmla="*/ 3648765 w 4954903"/>
                <a:gd name="connsiteY9082" fmla="*/ 3148357 h 4882701"/>
                <a:gd name="connsiteX9083" fmla="*/ 3638889 w 4954903"/>
                <a:gd name="connsiteY9083" fmla="*/ 3132910 h 4882701"/>
                <a:gd name="connsiteX9084" fmla="*/ 3625215 w 4954903"/>
                <a:gd name="connsiteY9084" fmla="*/ 3154688 h 4882701"/>
                <a:gd name="connsiteX9085" fmla="*/ 3648765 w 4954903"/>
                <a:gd name="connsiteY9085" fmla="*/ 3148357 h 4882701"/>
                <a:gd name="connsiteX9086" fmla="*/ 3593815 w 4954903"/>
                <a:gd name="connsiteY9086" fmla="*/ 3145572 h 4882701"/>
                <a:gd name="connsiteX9087" fmla="*/ 3583433 w 4954903"/>
                <a:gd name="connsiteY9087" fmla="*/ 3130125 h 4882701"/>
                <a:gd name="connsiteX9088" fmla="*/ 3569759 w 4954903"/>
                <a:gd name="connsiteY9088" fmla="*/ 3151902 h 4882701"/>
                <a:gd name="connsiteX9089" fmla="*/ 3593815 w 4954903"/>
                <a:gd name="connsiteY9089" fmla="*/ 3145572 h 4882701"/>
                <a:gd name="connsiteX9090" fmla="*/ 3537852 w 4954903"/>
                <a:gd name="connsiteY9090" fmla="*/ 3143040 h 4882701"/>
                <a:gd name="connsiteX9091" fmla="*/ 3527470 w 4954903"/>
                <a:gd name="connsiteY9091" fmla="*/ 3127593 h 4882701"/>
                <a:gd name="connsiteX9092" fmla="*/ 3513795 w 4954903"/>
                <a:gd name="connsiteY9092" fmla="*/ 3149370 h 4882701"/>
                <a:gd name="connsiteX9093" fmla="*/ 3537852 w 4954903"/>
                <a:gd name="connsiteY9093" fmla="*/ 3143040 h 4882701"/>
                <a:gd name="connsiteX9094" fmla="*/ 3481129 w 4954903"/>
                <a:gd name="connsiteY9094" fmla="*/ 3140507 h 4882701"/>
                <a:gd name="connsiteX9095" fmla="*/ 3470494 w 4954903"/>
                <a:gd name="connsiteY9095" fmla="*/ 3125060 h 4882701"/>
                <a:gd name="connsiteX9096" fmla="*/ 3456820 w 4954903"/>
                <a:gd name="connsiteY9096" fmla="*/ 3146838 h 4882701"/>
                <a:gd name="connsiteX9097" fmla="*/ 3481129 w 4954903"/>
                <a:gd name="connsiteY9097" fmla="*/ 3140507 h 4882701"/>
                <a:gd name="connsiteX9098" fmla="*/ 3423901 w 4954903"/>
                <a:gd name="connsiteY9098" fmla="*/ 3137975 h 4882701"/>
                <a:gd name="connsiteX9099" fmla="*/ 3412759 w 4954903"/>
                <a:gd name="connsiteY9099" fmla="*/ 3122528 h 4882701"/>
                <a:gd name="connsiteX9100" fmla="*/ 3399338 w 4954903"/>
                <a:gd name="connsiteY9100" fmla="*/ 3144306 h 4882701"/>
                <a:gd name="connsiteX9101" fmla="*/ 3423901 w 4954903"/>
                <a:gd name="connsiteY9101" fmla="*/ 3137975 h 4882701"/>
                <a:gd name="connsiteX9102" fmla="*/ 3186881 w 4954903"/>
                <a:gd name="connsiteY9102" fmla="*/ 3128859 h 4882701"/>
                <a:gd name="connsiteX9103" fmla="*/ 3174726 w 4954903"/>
                <a:gd name="connsiteY9103" fmla="*/ 3113412 h 4882701"/>
                <a:gd name="connsiteX9104" fmla="*/ 3161558 w 4954903"/>
                <a:gd name="connsiteY9104" fmla="*/ 3135443 h 4882701"/>
                <a:gd name="connsiteX9105" fmla="*/ 3186881 w 4954903"/>
                <a:gd name="connsiteY9105" fmla="*/ 3128859 h 4882701"/>
                <a:gd name="connsiteX9106" fmla="*/ 3125854 w 4954903"/>
                <a:gd name="connsiteY9106" fmla="*/ 3126580 h 4882701"/>
                <a:gd name="connsiteX9107" fmla="*/ 3113445 w 4954903"/>
                <a:gd name="connsiteY9107" fmla="*/ 3111133 h 4882701"/>
                <a:gd name="connsiteX9108" fmla="*/ 3100278 w 4954903"/>
                <a:gd name="connsiteY9108" fmla="*/ 3133164 h 4882701"/>
                <a:gd name="connsiteX9109" fmla="*/ 3125854 w 4954903"/>
                <a:gd name="connsiteY9109" fmla="*/ 3126580 h 4882701"/>
                <a:gd name="connsiteX9110" fmla="*/ 3064320 w 4954903"/>
                <a:gd name="connsiteY9110" fmla="*/ 3124554 h 4882701"/>
                <a:gd name="connsiteX9111" fmla="*/ 3051658 w 4954903"/>
                <a:gd name="connsiteY9111" fmla="*/ 3109107 h 4882701"/>
                <a:gd name="connsiteX9112" fmla="*/ 3037731 w 4954903"/>
                <a:gd name="connsiteY9112" fmla="*/ 3129872 h 4882701"/>
                <a:gd name="connsiteX9113" fmla="*/ 3064320 w 4954903"/>
                <a:gd name="connsiteY9113" fmla="*/ 3124554 h 4882701"/>
                <a:gd name="connsiteX9114" fmla="*/ 3002279 w 4954903"/>
                <a:gd name="connsiteY9114" fmla="*/ 3122528 h 4882701"/>
                <a:gd name="connsiteX9115" fmla="*/ 2989365 w 4954903"/>
                <a:gd name="connsiteY9115" fmla="*/ 3107081 h 4882701"/>
                <a:gd name="connsiteX9116" fmla="*/ 2976450 w 4954903"/>
                <a:gd name="connsiteY9116" fmla="*/ 3129112 h 4882701"/>
                <a:gd name="connsiteX9117" fmla="*/ 3002279 w 4954903"/>
                <a:gd name="connsiteY9117" fmla="*/ 3122528 h 4882701"/>
                <a:gd name="connsiteX9118" fmla="*/ 2939732 w 4954903"/>
                <a:gd name="connsiteY9118" fmla="*/ 3120502 h 4882701"/>
                <a:gd name="connsiteX9119" fmla="*/ 2926565 w 4954903"/>
                <a:gd name="connsiteY9119" fmla="*/ 3105056 h 4882701"/>
                <a:gd name="connsiteX9120" fmla="*/ 2912891 w 4954903"/>
                <a:gd name="connsiteY9120" fmla="*/ 3126073 h 4882701"/>
                <a:gd name="connsiteX9121" fmla="*/ 2939732 w 4954903"/>
                <a:gd name="connsiteY9121" fmla="*/ 3120502 h 4882701"/>
                <a:gd name="connsiteX9122" fmla="*/ 2876426 w 4954903"/>
                <a:gd name="connsiteY9122" fmla="*/ 3118730 h 4882701"/>
                <a:gd name="connsiteX9123" fmla="*/ 2863005 w 4954903"/>
                <a:gd name="connsiteY9123" fmla="*/ 3103283 h 4882701"/>
                <a:gd name="connsiteX9124" fmla="*/ 2849331 w 4954903"/>
                <a:gd name="connsiteY9124" fmla="*/ 3124301 h 4882701"/>
                <a:gd name="connsiteX9125" fmla="*/ 2876426 w 4954903"/>
                <a:gd name="connsiteY9125" fmla="*/ 3118730 h 4882701"/>
                <a:gd name="connsiteX9126" fmla="*/ 2785771 w 4954903"/>
                <a:gd name="connsiteY9126" fmla="*/ 3122528 h 4882701"/>
                <a:gd name="connsiteX9127" fmla="*/ 2812866 w 4954903"/>
                <a:gd name="connsiteY9127" fmla="*/ 3116957 h 4882701"/>
                <a:gd name="connsiteX9128" fmla="*/ 2799192 w 4954903"/>
                <a:gd name="connsiteY9128" fmla="*/ 3101510 h 4882701"/>
                <a:gd name="connsiteX9129" fmla="*/ 2785771 w 4954903"/>
                <a:gd name="connsiteY9129" fmla="*/ 3122528 h 4882701"/>
                <a:gd name="connsiteX9130" fmla="*/ 2721452 w 4954903"/>
                <a:gd name="connsiteY9130" fmla="*/ 3121009 h 4882701"/>
                <a:gd name="connsiteX9131" fmla="*/ 2748800 w 4954903"/>
                <a:gd name="connsiteY9131" fmla="*/ 3115438 h 4882701"/>
                <a:gd name="connsiteX9132" fmla="*/ 2734873 w 4954903"/>
                <a:gd name="connsiteY9132" fmla="*/ 3099991 h 4882701"/>
                <a:gd name="connsiteX9133" fmla="*/ 2721452 w 4954903"/>
                <a:gd name="connsiteY9133" fmla="*/ 3121009 h 4882701"/>
                <a:gd name="connsiteX9134" fmla="*/ 2656879 w 4954903"/>
                <a:gd name="connsiteY9134" fmla="*/ 3119236 h 4882701"/>
                <a:gd name="connsiteX9135" fmla="*/ 2684228 w 4954903"/>
                <a:gd name="connsiteY9135" fmla="*/ 3113665 h 4882701"/>
                <a:gd name="connsiteX9136" fmla="*/ 2670300 w 4954903"/>
                <a:gd name="connsiteY9136" fmla="*/ 3098218 h 4882701"/>
                <a:gd name="connsiteX9137" fmla="*/ 2656879 w 4954903"/>
                <a:gd name="connsiteY9137" fmla="*/ 3119236 h 4882701"/>
                <a:gd name="connsiteX9138" fmla="*/ 2591800 w 4954903"/>
                <a:gd name="connsiteY9138" fmla="*/ 3117717 h 4882701"/>
                <a:gd name="connsiteX9139" fmla="*/ 2619402 w 4954903"/>
                <a:gd name="connsiteY9139" fmla="*/ 3112146 h 4882701"/>
                <a:gd name="connsiteX9140" fmla="*/ 2605221 w 4954903"/>
                <a:gd name="connsiteY9140" fmla="*/ 3096699 h 4882701"/>
                <a:gd name="connsiteX9141" fmla="*/ 2591800 w 4954903"/>
                <a:gd name="connsiteY9141" fmla="*/ 3117717 h 4882701"/>
                <a:gd name="connsiteX9142" fmla="*/ 2526468 w 4954903"/>
                <a:gd name="connsiteY9142" fmla="*/ 3116451 h 4882701"/>
                <a:gd name="connsiteX9143" fmla="*/ 2554070 w 4954903"/>
                <a:gd name="connsiteY9143" fmla="*/ 3110626 h 4882701"/>
                <a:gd name="connsiteX9144" fmla="*/ 2539636 w 4954903"/>
                <a:gd name="connsiteY9144" fmla="*/ 3095180 h 4882701"/>
                <a:gd name="connsiteX9145" fmla="*/ 2526468 w 4954903"/>
                <a:gd name="connsiteY9145" fmla="*/ 3116451 h 4882701"/>
                <a:gd name="connsiteX9146" fmla="*/ 2473797 w 4954903"/>
                <a:gd name="connsiteY9146" fmla="*/ 3094167 h 4882701"/>
                <a:gd name="connsiteX9147" fmla="*/ 2460882 w 4954903"/>
                <a:gd name="connsiteY9147" fmla="*/ 3115185 h 4882701"/>
                <a:gd name="connsiteX9148" fmla="*/ 2488484 w 4954903"/>
                <a:gd name="connsiteY9148" fmla="*/ 3109360 h 4882701"/>
                <a:gd name="connsiteX9149" fmla="*/ 2473797 w 4954903"/>
                <a:gd name="connsiteY9149" fmla="*/ 3094167 h 4882701"/>
                <a:gd name="connsiteX9150" fmla="*/ 2407958 w 4954903"/>
                <a:gd name="connsiteY9150" fmla="*/ 3092901 h 4882701"/>
                <a:gd name="connsiteX9151" fmla="*/ 2395297 w 4954903"/>
                <a:gd name="connsiteY9151" fmla="*/ 3113918 h 4882701"/>
                <a:gd name="connsiteX9152" fmla="*/ 2422899 w 4954903"/>
                <a:gd name="connsiteY9152" fmla="*/ 3108094 h 4882701"/>
                <a:gd name="connsiteX9153" fmla="*/ 2407958 w 4954903"/>
                <a:gd name="connsiteY9153" fmla="*/ 3092901 h 4882701"/>
                <a:gd name="connsiteX9154" fmla="*/ 2328952 w 4954903"/>
                <a:gd name="connsiteY9154" fmla="*/ 3112652 h 4882701"/>
                <a:gd name="connsiteX9155" fmla="*/ 2356807 w 4954903"/>
                <a:gd name="connsiteY9155" fmla="*/ 3106828 h 4882701"/>
                <a:gd name="connsiteX9156" fmla="*/ 2341866 w 4954903"/>
                <a:gd name="connsiteY9156" fmla="*/ 3091634 h 4882701"/>
                <a:gd name="connsiteX9157" fmla="*/ 2328952 w 4954903"/>
                <a:gd name="connsiteY9157" fmla="*/ 3112652 h 4882701"/>
                <a:gd name="connsiteX9158" fmla="*/ 2290208 w 4954903"/>
                <a:gd name="connsiteY9158" fmla="*/ 3105815 h 4882701"/>
                <a:gd name="connsiteX9159" fmla="*/ 2274761 w 4954903"/>
                <a:gd name="connsiteY9159" fmla="*/ 3090622 h 4882701"/>
                <a:gd name="connsiteX9160" fmla="*/ 2262353 w 4954903"/>
                <a:gd name="connsiteY9160" fmla="*/ 3111639 h 4882701"/>
                <a:gd name="connsiteX9161" fmla="*/ 2290208 w 4954903"/>
                <a:gd name="connsiteY9161" fmla="*/ 3105815 h 4882701"/>
                <a:gd name="connsiteX9162" fmla="*/ 2223610 w 4954903"/>
                <a:gd name="connsiteY9162" fmla="*/ 3104802 h 4882701"/>
                <a:gd name="connsiteX9163" fmla="*/ 2208163 w 4954903"/>
                <a:gd name="connsiteY9163" fmla="*/ 3089609 h 4882701"/>
                <a:gd name="connsiteX9164" fmla="*/ 2195755 w 4954903"/>
                <a:gd name="connsiteY9164" fmla="*/ 3110626 h 4882701"/>
                <a:gd name="connsiteX9165" fmla="*/ 2223610 w 4954903"/>
                <a:gd name="connsiteY9165" fmla="*/ 3104802 h 4882701"/>
                <a:gd name="connsiteX9166" fmla="*/ 2156758 w 4954903"/>
                <a:gd name="connsiteY9166" fmla="*/ 3104043 h 4882701"/>
                <a:gd name="connsiteX9167" fmla="*/ 2141311 w 4954903"/>
                <a:gd name="connsiteY9167" fmla="*/ 3088849 h 4882701"/>
                <a:gd name="connsiteX9168" fmla="*/ 2128903 w 4954903"/>
                <a:gd name="connsiteY9168" fmla="*/ 3110120 h 4882701"/>
                <a:gd name="connsiteX9169" fmla="*/ 2156758 w 4954903"/>
                <a:gd name="connsiteY9169" fmla="*/ 3104043 h 4882701"/>
                <a:gd name="connsiteX9170" fmla="*/ 2089906 w 4954903"/>
                <a:gd name="connsiteY9170" fmla="*/ 3103030 h 4882701"/>
                <a:gd name="connsiteX9171" fmla="*/ 2074207 w 4954903"/>
                <a:gd name="connsiteY9171" fmla="*/ 3087836 h 4882701"/>
                <a:gd name="connsiteX9172" fmla="*/ 2062052 w 4954903"/>
                <a:gd name="connsiteY9172" fmla="*/ 3109107 h 4882701"/>
                <a:gd name="connsiteX9173" fmla="*/ 2089906 w 4954903"/>
                <a:gd name="connsiteY9173" fmla="*/ 3103030 h 4882701"/>
                <a:gd name="connsiteX9174" fmla="*/ 2023055 w 4954903"/>
                <a:gd name="connsiteY9174" fmla="*/ 3102523 h 4882701"/>
                <a:gd name="connsiteX9175" fmla="*/ 2007102 w 4954903"/>
                <a:gd name="connsiteY9175" fmla="*/ 3087330 h 4882701"/>
                <a:gd name="connsiteX9176" fmla="*/ 1996213 w 4954903"/>
                <a:gd name="connsiteY9176" fmla="*/ 3109614 h 4882701"/>
                <a:gd name="connsiteX9177" fmla="*/ 2023055 w 4954903"/>
                <a:gd name="connsiteY9177" fmla="*/ 3102523 h 4882701"/>
                <a:gd name="connsiteX9178" fmla="*/ 1956456 w 4954903"/>
                <a:gd name="connsiteY9178" fmla="*/ 3101764 h 4882701"/>
                <a:gd name="connsiteX9179" fmla="*/ 1940756 w 4954903"/>
                <a:gd name="connsiteY9179" fmla="*/ 3086570 h 4882701"/>
                <a:gd name="connsiteX9180" fmla="*/ 1930374 w 4954903"/>
                <a:gd name="connsiteY9180" fmla="*/ 3108854 h 4882701"/>
                <a:gd name="connsiteX9181" fmla="*/ 1956456 w 4954903"/>
                <a:gd name="connsiteY9181" fmla="*/ 3101764 h 4882701"/>
                <a:gd name="connsiteX9182" fmla="*/ 1864789 w 4954903"/>
                <a:gd name="connsiteY9182" fmla="*/ 3108601 h 4882701"/>
                <a:gd name="connsiteX9183" fmla="*/ 1890618 w 4954903"/>
                <a:gd name="connsiteY9183" fmla="*/ 3101510 h 4882701"/>
                <a:gd name="connsiteX9184" fmla="*/ 1874918 w 4954903"/>
                <a:gd name="connsiteY9184" fmla="*/ 3086317 h 4882701"/>
                <a:gd name="connsiteX9185" fmla="*/ 1864789 w 4954903"/>
                <a:gd name="connsiteY9185" fmla="*/ 3108601 h 4882701"/>
                <a:gd name="connsiteX9186" fmla="*/ 1826045 w 4954903"/>
                <a:gd name="connsiteY9186" fmla="*/ 3101004 h 4882701"/>
                <a:gd name="connsiteX9187" fmla="*/ 1810345 w 4954903"/>
                <a:gd name="connsiteY9187" fmla="*/ 3085810 h 4882701"/>
                <a:gd name="connsiteX9188" fmla="*/ 1800469 w 4954903"/>
                <a:gd name="connsiteY9188" fmla="*/ 3108094 h 4882701"/>
                <a:gd name="connsiteX9189" fmla="*/ 1826045 w 4954903"/>
                <a:gd name="connsiteY9189" fmla="*/ 3101004 h 4882701"/>
                <a:gd name="connsiteX9190" fmla="*/ 1761979 w 4954903"/>
                <a:gd name="connsiteY9190" fmla="*/ 3100751 h 4882701"/>
                <a:gd name="connsiteX9191" fmla="*/ 1746532 w 4954903"/>
                <a:gd name="connsiteY9191" fmla="*/ 3085557 h 4882701"/>
                <a:gd name="connsiteX9192" fmla="*/ 1737163 w 4954903"/>
                <a:gd name="connsiteY9192" fmla="*/ 3107841 h 4882701"/>
                <a:gd name="connsiteX9193" fmla="*/ 1761979 w 4954903"/>
                <a:gd name="connsiteY9193" fmla="*/ 3100751 h 4882701"/>
                <a:gd name="connsiteX9194" fmla="*/ 1698926 w 4954903"/>
                <a:gd name="connsiteY9194" fmla="*/ 3100498 h 4882701"/>
                <a:gd name="connsiteX9195" fmla="*/ 1683479 w 4954903"/>
                <a:gd name="connsiteY9195" fmla="*/ 3085557 h 4882701"/>
                <a:gd name="connsiteX9196" fmla="*/ 1674363 w 4954903"/>
                <a:gd name="connsiteY9196" fmla="*/ 3107841 h 4882701"/>
                <a:gd name="connsiteX9197" fmla="*/ 1698926 w 4954903"/>
                <a:gd name="connsiteY9197" fmla="*/ 3100498 h 4882701"/>
                <a:gd name="connsiteX9198" fmla="*/ 1636885 w 4954903"/>
                <a:gd name="connsiteY9198" fmla="*/ 3100498 h 4882701"/>
                <a:gd name="connsiteX9199" fmla="*/ 1621439 w 4954903"/>
                <a:gd name="connsiteY9199" fmla="*/ 3085557 h 4882701"/>
                <a:gd name="connsiteX9200" fmla="*/ 1612576 w 4954903"/>
                <a:gd name="connsiteY9200" fmla="*/ 3107841 h 4882701"/>
                <a:gd name="connsiteX9201" fmla="*/ 1636885 w 4954903"/>
                <a:gd name="connsiteY9201" fmla="*/ 3100498 h 4882701"/>
                <a:gd name="connsiteX9202" fmla="*/ 1575605 w 4954903"/>
                <a:gd name="connsiteY9202" fmla="*/ 3100498 h 4882701"/>
                <a:gd name="connsiteX9203" fmla="*/ 1560158 w 4954903"/>
                <a:gd name="connsiteY9203" fmla="*/ 3085557 h 4882701"/>
                <a:gd name="connsiteX9204" fmla="*/ 1551801 w 4954903"/>
                <a:gd name="connsiteY9204" fmla="*/ 3107841 h 4882701"/>
                <a:gd name="connsiteX9205" fmla="*/ 1575605 w 4954903"/>
                <a:gd name="connsiteY9205" fmla="*/ 3100498 h 4882701"/>
                <a:gd name="connsiteX9206" fmla="*/ 1515084 w 4954903"/>
                <a:gd name="connsiteY9206" fmla="*/ 3100498 h 4882701"/>
                <a:gd name="connsiteX9207" fmla="*/ 1499890 w 4954903"/>
                <a:gd name="connsiteY9207" fmla="*/ 3085557 h 4882701"/>
                <a:gd name="connsiteX9208" fmla="*/ 1492800 w 4954903"/>
                <a:gd name="connsiteY9208" fmla="*/ 3108854 h 4882701"/>
                <a:gd name="connsiteX9209" fmla="*/ 1515084 w 4954903"/>
                <a:gd name="connsiteY9209" fmla="*/ 3100498 h 4882701"/>
                <a:gd name="connsiteX9210" fmla="*/ 1455829 w 4954903"/>
                <a:gd name="connsiteY9210" fmla="*/ 3100751 h 4882701"/>
                <a:gd name="connsiteX9211" fmla="*/ 1440635 w 4954903"/>
                <a:gd name="connsiteY9211" fmla="*/ 3085810 h 4882701"/>
                <a:gd name="connsiteX9212" fmla="*/ 1433798 w 4954903"/>
                <a:gd name="connsiteY9212" fmla="*/ 3109107 h 4882701"/>
                <a:gd name="connsiteX9213" fmla="*/ 1455829 w 4954903"/>
                <a:gd name="connsiteY9213" fmla="*/ 3100751 h 4882701"/>
                <a:gd name="connsiteX9214" fmla="*/ 1397587 w 4954903"/>
                <a:gd name="connsiteY9214" fmla="*/ 3101004 h 4882701"/>
                <a:gd name="connsiteX9215" fmla="*/ 1382393 w 4954903"/>
                <a:gd name="connsiteY9215" fmla="*/ 3086064 h 4882701"/>
                <a:gd name="connsiteX9216" fmla="*/ 1376063 w 4954903"/>
                <a:gd name="connsiteY9216" fmla="*/ 3109614 h 4882701"/>
                <a:gd name="connsiteX9217" fmla="*/ 1397587 w 4954903"/>
                <a:gd name="connsiteY9217" fmla="*/ 3101004 h 4882701"/>
                <a:gd name="connsiteX9218" fmla="*/ 1340105 w 4954903"/>
                <a:gd name="connsiteY9218" fmla="*/ 3101510 h 4882701"/>
                <a:gd name="connsiteX9219" fmla="*/ 1325164 w 4954903"/>
                <a:gd name="connsiteY9219" fmla="*/ 3086570 h 4882701"/>
                <a:gd name="connsiteX9220" fmla="*/ 1319087 w 4954903"/>
                <a:gd name="connsiteY9220" fmla="*/ 3110120 h 4882701"/>
                <a:gd name="connsiteX9221" fmla="*/ 1340105 w 4954903"/>
                <a:gd name="connsiteY9221" fmla="*/ 3101510 h 4882701"/>
                <a:gd name="connsiteX9222" fmla="*/ 1283635 w 4954903"/>
                <a:gd name="connsiteY9222" fmla="*/ 3102017 h 4882701"/>
                <a:gd name="connsiteX9223" fmla="*/ 1268948 w 4954903"/>
                <a:gd name="connsiteY9223" fmla="*/ 3087077 h 4882701"/>
                <a:gd name="connsiteX9224" fmla="*/ 1263124 w 4954903"/>
                <a:gd name="connsiteY9224" fmla="*/ 3110626 h 4882701"/>
                <a:gd name="connsiteX9225" fmla="*/ 1283635 w 4954903"/>
                <a:gd name="connsiteY9225" fmla="*/ 3102017 h 4882701"/>
                <a:gd name="connsiteX9226" fmla="*/ 1228432 w 4954903"/>
                <a:gd name="connsiteY9226" fmla="*/ 3102523 h 4882701"/>
                <a:gd name="connsiteX9227" fmla="*/ 1213745 w 4954903"/>
                <a:gd name="connsiteY9227" fmla="*/ 3087583 h 4882701"/>
                <a:gd name="connsiteX9228" fmla="*/ 1208427 w 4954903"/>
                <a:gd name="connsiteY9228" fmla="*/ 3111133 h 4882701"/>
                <a:gd name="connsiteX9229" fmla="*/ 1228432 w 4954903"/>
                <a:gd name="connsiteY9229" fmla="*/ 3102523 h 4882701"/>
                <a:gd name="connsiteX9230" fmla="*/ 1174242 w 4954903"/>
                <a:gd name="connsiteY9230" fmla="*/ 3103283 h 4882701"/>
                <a:gd name="connsiteX9231" fmla="*/ 1159555 w 4954903"/>
                <a:gd name="connsiteY9231" fmla="*/ 3088343 h 4882701"/>
                <a:gd name="connsiteX9232" fmla="*/ 1154490 w 4954903"/>
                <a:gd name="connsiteY9232" fmla="*/ 3111893 h 4882701"/>
                <a:gd name="connsiteX9233" fmla="*/ 1174242 w 4954903"/>
                <a:gd name="connsiteY9233" fmla="*/ 3103283 h 4882701"/>
                <a:gd name="connsiteX9234" fmla="*/ 1120811 w 4954903"/>
                <a:gd name="connsiteY9234" fmla="*/ 3104043 h 4882701"/>
                <a:gd name="connsiteX9235" fmla="*/ 1106377 w 4954903"/>
                <a:gd name="connsiteY9235" fmla="*/ 3089102 h 4882701"/>
                <a:gd name="connsiteX9236" fmla="*/ 1105111 w 4954903"/>
                <a:gd name="connsiteY9236" fmla="*/ 3089102 h 4882701"/>
                <a:gd name="connsiteX9237" fmla="*/ 1102579 w 4954903"/>
                <a:gd name="connsiteY9237" fmla="*/ 3113412 h 4882701"/>
                <a:gd name="connsiteX9238" fmla="*/ 1120811 w 4954903"/>
                <a:gd name="connsiteY9238" fmla="*/ 3104043 h 4882701"/>
                <a:gd name="connsiteX9239" fmla="*/ 4835635 w 4954903"/>
                <a:gd name="connsiteY9239" fmla="*/ 3190393 h 4882701"/>
                <a:gd name="connsiteX9240" fmla="*/ 4827278 w 4954903"/>
                <a:gd name="connsiteY9240" fmla="*/ 3217235 h 4882701"/>
                <a:gd name="connsiteX9241" fmla="*/ 4832343 w 4954903"/>
                <a:gd name="connsiteY9241" fmla="*/ 3205839 h 4882701"/>
                <a:gd name="connsiteX9242" fmla="*/ 4835635 w 4954903"/>
                <a:gd name="connsiteY9242" fmla="*/ 3190393 h 4882701"/>
                <a:gd name="connsiteX9243" fmla="*/ 4828544 w 4954903"/>
                <a:gd name="connsiteY9243" fmla="*/ 3186847 h 4882701"/>
                <a:gd name="connsiteX9244" fmla="*/ 4819935 w 4954903"/>
                <a:gd name="connsiteY9244" fmla="*/ 3213690 h 4882701"/>
                <a:gd name="connsiteX9245" fmla="*/ 4825759 w 4954903"/>
                <a:gd name="connsiteY9245" fmla="*/ 3202548 h 4882701"/>
                <a:gd name="connsiteX9246" fmla="*/ 4828544 w 4954903"/>
                <a:gd name="connsiteY9246" fmla="*/ 3186847 h 4882701"/>
                <a:gd name="connsiteX9247" fmla="*/ 4817403 w 4954903"/>
                <a:gd name="connsiteY9247" fmla="*/ 3199002 h 4882701"/>
                <a:gd name="connsiteX9248" fmla="*/ 4819682 w 4954903"/>
                <a:gd name="connsiteY9248" fmla="*/ 3183302 h 4882701"/>
                <a:gd name="connsiteX9249" fmla="*/ 4810818 w 4954903"/>
                <a:gd name="connsiteY9249" fmla="*/ 3209891 h 4882701"/>
                <a:gd name="connsiteX9250" fmla="*/ 4817403 w 4954903"/>
                <a:gd name="connsiteY9250" fmla="*/ 3199002 h 4882701"/>
                <a:gd name="connsiteX9251" fmla="*/ 4808793 w 4954903"/>
                <a:gd name="connsiteY9251" fmla="*/ 3179504 h 4882701"/>
                <a:gd name="connsiteX9252" fmla="*/ 4799930 w 4954903"/>
                <a:gd name="connsiteY9252" fmla="*/ 3206093 h 4882701"/>
                <a:gd name="connsiteX9253" fmla="*/ 4806767 w 4954903"/>
                <a:gd name="connsiteY9253" fmla="*/ 3195204 h 4882701"/>
                <a:gd name="connsiteX9254" fmla="*/ 4808793 w 4954903"/>
                <a:gd name="connsiteY9254" fmla="*/ 3179504 h 4882701"/>
                <a:gd name="connsiteX9255" fmla="*/ 4795878 w 4954903"/>
                <a:gd name="connsiteY9255" fmla="*/ 3175959 h 4882701"/>
                <a:gd name="connsiteX9256" fmla="*/ 4787015 w 4954903"/>
                <a:gd name="connsiteY9256" fmla="*/ 3202548 h 4882701"/>
                <a:gd name="connsiteX9257" fmla="*/ 4794359 w 4954903"/>
                <a:gd name="connsiteY9257" fmla="*/ 3191659 h 4882701"/>
                <a:gd name="connsiteX9258" fmla="*/ 4795878 w 4954903"/>
                <a:gd name="connsiteY9258" fmla="*/ 3175959 h 4882701"/>
                <a:gd name="connsiteX9259" fmla="*/ 4781191 w 4954903"/>
                <a:gd name="connsiteY9259" fmla="*/ 3172160 h 4882701"/>
                <a:gd name="connsiteX9260" fmla="*/ 4772075 w 4954903"/>
                <a:gd name="connsiteY9260" fmla="*/ 3198243 h 4882701"/>
                <a:gd name="connsiteX9261" fmla="*/ 4780178 w 4954903"/>
                <a:gd name="connsiteY9261" fmla="*/ 3187860 h 4882701"/>
                <a:gd name="connsiteX9262" fmla="*/ 4781191 w 4954903"/>
                <a:gd name="connsiteY9262" fmla="*/ 3172160 h 4882701"/>
                <a:gd name="connsiteX9263" fmla="*/ 4763972 w 4954903"/>
                <a:gd name="connsiteY9263" fmla="*/ 3184315 h 4882701"/>
                <a:gd name="connsiteX9264" fmla="*/ 4764478 w 4954903"/>
                <a:gd name="connsiteY9264" fmla="*/ 3168615 h 4882701"/>
                <a:gd name="connsiteX9265" fmla="*/ 4755362 w 4954903"/>
                <a:gd name="connsiteY9265" fmla="*/ 3194698 h 4882701"/>
                <a:gd name="connsiteX9266" fmla="*/ 4763972 w 4954903"/>
                <a:gd name="connsiteY9266" fmla="*/ 3184315 h 4882701"/>
                <a:gd name="connsiteX9267" fmla="*/ 4604186 w 4954903"/>
                <a:gd name="connsiteY9267" fmla="*/ 3158993 h 4882701"/>
                <a:gd name="connsiteX9268" fmla="*/ 4601907 w 4954903"/>
                <a:gd name="connsiteY9268" fmla="*/ 3143293 h 4882701"/>
                <a:gd name="connsiteX9269" fmla="*/ 4591525 w 4954903"/>
                <a:gd name="connsiteY9269" fmla="*/ 3168362 h 4882701"/>
                <a:gd name="connsiteX9270" fmla="*/ 4604186 w 4954903"/>
                <a:gd name="connsiteY9270" fmla="*/ 3158993 h 4882701"/>
                <a:gd name="connsiteX9271" fmla="*/ 4575065 w 4954903"/>
                <a:gd name="connsiteY9271" fmla="*/ 3155448 h 4882701"/>
                <a:gd name="connsiteX9272" fmla="*/ 4572280 w 4954903"/>
                <a:gd name="connsiteY9272" fmla="*/ 3139747 h 4882701"/>
                <a:gd name="connsiteX9273" fmla="*/ 4561391 w 4954903"/>
                <a:gd name="connsiteY9273" fmla="*/ 3164057 h 4882701"/>
                <a:gd name="connsiteX9274" fmla="*/ 4575065 w 4954903"/>
                <a:gd name="connsiteY9274" fmla="*/ 3155448 h 4882701"/>
                <a:gd name="connsiteX9275" fmla="*/ 4544425 w 4954903"/>
                <a:gd name="connsiteY9275" fmla="*/ 3151902 h 4882701"/>
                <a:gd name="connsiteX9276" fmla="*/ 4541133 w 4954903"/>
                <a:gd name="connsiteY9276" fmla="*/ 3136202 h 4882701"/>
                <a:gd name="connsiteX9277" fmla="*/ 4530244 w 4954903"/>
                <a:gd name="connsiteY9277" fmla="*/ 3160512 h 4882701"/>
                <a:gd name="connsiteX9278" fmla="*/ 4544425 w 4954903"/>
                <a:gd name="connsiteY9278" fmla="*/ 3151902 h 4882701"/>
                <a:gd name="connsiteX9279" fmla="*/ 4512012 w 4954903"/>
                <a:gd name="connsiteY9279" fmla="*/ 3148357 h 4882701"/>
                <a:gd name="connsiteX9280" fmla="*/ 4508467 w 4954903"/>
                <a:gd name="connsiteY9280" fmla="*/ 3132657 h 4882701"/>
                <a:gd name="connsiteX9281" fmla="*/ 4497578 w 4954903"/>
                <a:gd name="connsiteY9281" fmla="*/ 3156967 h 4882701"/>
                <a:gd name="connsiteX9282" fmla="*/ 4512012 w 4954903"/>
                <a:gd name="connsiteY9282" fmla="*/ 3148357 h 4882701"/>
                <a:gd name="connsiteX9283" fmla="*/ 4478333 w 4954903"/>
                <a:gd name="connsiteY9283" fmla="*/ 3144812 h 4882701"/>
                <a:gd name="connsiteX9284" fmla="*/ 4474535 w 4954903"/>
                <a:gd name="connsiteY9284" fmla="*/ 3129112 h 4882701"/>
                <a:gd name="connsiteX9285" fmla="*/ 4463393 w 4954903"/>
                <a:gd name="connsiteY9285" fmla="*/ 3153422 h 4882701"/>
                <a:gd name="connsiteX9286" fmla="*/ 4478333 w 4954903"/>
                <a:gd name="connsiteY9286" fmla="*/ 3144812 h 4882701"/>
                <a:gd name="connsiteX9287" fmla="*/ 4443388 w 4954903"/>
                <a:gd name="connsiteY9287" fmla="*/ 3141520 h 4882701"/>
                <a:gd name="connsiteX9288" fmla="*/ 4439083 w 4954903"/>
                <a:gd name="connsiteY9288" fmla="*/ 3125820 h 4882701"/>
                <a:gd name="connsiteX9289" fmla="*/ 4427435 w 4954903"/>
                <a:gd name="connsiteY9289" fmla="*/ 3149370 h 4882701"/>
                <a:gd name="connsiteX9290" fmla="*/ 4443388 w 4954903"/>
                <a:gd name="connsiteY9290" fmla="*/ 3141520 h 4882701"/>
                <a:gd name="connsiteX9291" fmla="*/ 4406923 w 4954903"/>
                <a:gd name="connsiteY9291" fmla="*/ 3137975 h 4882701"/>
                <a:gd name="connsiteX9292" fmla="*/ 4402112 w 4954903"/>
                <a:gd name="connsiteY9292" fmla="*/ 3122275 h 4882701"/>
                <a:gd name="connsiteX9293" fmla="*/ 4390464 w 4954903"/>
                <a:gd name="connsiteY9293" fmla="*/ 3145825 h 4882701"/>
                <a:gd name="connsiteX9294" fmla="*/ 4406923 w 4954903"/>
                <a:gd name="connsiteY9294" fmla="*/ 3137975 h 4882701"/>
                <a:gd name="connsiteX9295" fmla="*/ 3862994 w 4954903"/>
                <a:gd name="connsiteY9295" fmla="*/ 3084038 h 4882701"/>
                <a:gd name="connsiteX9296" fmla="*/ 3849573 w 4954903"/>
                <a:gd name="connsiteY9296" fmla="*/ 3105815 h 4882701"/>
                <a:gd name="connsiteX9297" fmla="*/ 3871857 w 4954903"/>
                <a:gd name="connsiteY9297" fmla="*/ 3099738 h 4882701"/>
                <a:gd name="connsiteX9298" fmla="*/ 3871857 w 4954903"/>
                <a:gd name="connsiteY9298" fmla="*/ 3099738 h 4882701"/>
                <a:gd name="connsiteX9299" fmla="*/ 3862994 w 4954903"/>
                <a:gd name="connsiteY9299" fmla="*/ 3084038 h 4882701"/>
                <a:gd name="connsiteX9300" fmla="*/ 3810830 w 4954903"/>
                <a:gd name="connsiteY9300" fmla="*/ 3081252 h 4882701"/>
                <a:gd name="connsiteX9301" fmla="*/ 3797409 w 4954903"/>
                <a:gd name="connsiteY9301" fmla="*/ 3103030 h 4882701"/>
                <a:gd name="connsiteX9302" fmla="*/ 3820199 w 4954903"/>
                <a:gd name="connsiteY9302" fmla="*/ 3096952 h 4882701"/>
                <a:gd name="connsiteX9303" fmla="*/ 3810830 w 4954903"/>
                <a:gd name="connsiteY9303" fmla="*/ 3081252 h 4882701"/>
                <a:gd name="connsiteX9304" fmla="*/ 3767528 w 4954903"/>
                <a:gd name="connsiteY9304" fmla="*/ 3094167 h 4882701"/>
                <a:gd name="connsiteX9305" fmla="*/ 3757905 w 4954903"/>
                <a:gd name="connsiteY9305" fmla="*/ 3078467 h 4882701"/>
                <a:gd name="connsiteX9306" fmla="*/ 3744484 w 4954903"/>
                <a:gd name="connsiteY9306" fmla="*/ 3100244 h 4882701"/>
                <a:gd name="connsiteX9307" fmla="*/ 3767528 w 4954903"/>
                <a:gd name="connsiteY9307" fmla="*/ 3094167 h 4882701"/>
                <a:gd name="connsiteX9308" fmla="*/ 3703968 w 4954903"/>
                <a:gd name="connsiteY9308" fmla="*/ 3075681 h 4882701"/>
                <a:gd name="connsiteX9309" fmla="*/ 3690547 w 4954903"/>
                <a:gd name="connsiteY9309" fmla="*/ 3097712 h 4882701"/>
                <a:gd name="connsiteX9310" fmla="*/ 3713844 w 4954903"/>
                <a:gd name="connsiteY9310" fmla="*/ 3091634 h 4882701"/>
                <a:gd name="connsiteX9311" fmla="*/ 3703968 w 4954903"/>
                <a:gd name="connsiteY9311" fmla="*/ 3075681 h 4882701"/>
                <a:gd name="connsiteX9312" fmla="*/ 3659147 w 4954903"/>
                <a:gd name="connsiteY9312" fmla="*/ 3088596 h 4882701"/>
                <a:gd name="connsiteX9313" fmla="*/ 3649018 w 4954903"/>
                <a:gd name="connsiteY9313" fmla="*/ 3072896 h 4882701"/>
                <a:gd name="connsiteX9314" fmla="*/ 3635597 w 4954903"/>
                <a:gd name="connsiteY9314" fmla="*/ 3094927 h 4882701"/>
                <a:gd name="connsiteX9315" fmla="*/ 3659147 w 4954903"/>
                <a:gd name="connsiteY9315" fmla="*/ 3088596 h 4882701"/>
                <a:gd name="connsiteX9316" fmla="*/ 3603691 w 4954903"/>
                <a:gd name="connsiteY9316" fmla="*/ 3085810 h 4882701"/>
                <a:gd name="connsiteX9317" fmla="*/ 3593055 w 4954903"/>
                <a:gd name="connsiteY9317" fmla="*/ 3070110 h 4882701"/>
                <a:gd name="connsiteX9318" fmla="*/ 3579634 w 4954903"/>
                <a:gd name="connsiteY9318" fmla="*/ 3092141 h 4882701"/>
                <a:gd name="connsiteX9319" fmla="*/ 3603691 w 4954903"/>
                <a:gd name="connsiteY9319" fmla="*/ 3085810 h 4882701"/>
                <a:gd name="connsiteX9320" fmla="*/ 3547221 w 4954903"/>
                <a:gd name="connsiteY9320" fmla="*/ 3083278 h 4882701"/>
                <a:gd name="connsiteX9321" fmla="*/ 3536586 w 4954903"/>
                <a:gd name="connsiteY9321" fmla="*/ 3067578 h 4882701"/>
                <a:gd name="connsiteX9322" fmla="*/ 3523165 w 4954903"/>
                <a:gd name="connsiteY9322" fmla="*/ 3089609 h 4882701"/>
                <a:gd name="connsiteX9323" fmla="*/ 3547221 w 4954903"/>
                <a:gd name="connsiteY9323" fmla="*/ 3083278 h 4882701"/>
                <a:gd name="connsiteX9324" fmla="*/ 3490246 w 4954903"/>
                <a:gd name="connsiteY9324" fmla="*/ 3080746 h 4882701"/>
                <a:gd name="connsiteX9325" fmla="*/ 3479357 w 4954903"/>
                <a:gd name="connsiteY9325" fmla="*/ 3065046 h 4882701"/>
                <a:gd name="connsiteX9326" fmla="*/ 3465936 w 4954903"/>
                <a:gd name="connsiteY9326" fmla="*/ 3087077 h 4882701"/>
                <a:gd name="connsiteX9327" fmla="*/ 3490246 w 4954903"/>
                <a:gd name="connsiteY9327" fmla="*/ 3080746 h 4882701"/>
                <a:gd name="connsiteX9328" fmla="*/ 3432510 w 4954903"/>
                <a:gd name="connsiteY9328" fmla="*/ 3078214 h 4882701"/>
                <a:gd name="connsiteX9329" fmla="*/ 3421115 w 4954903"/>
                <a:gd name="connsiteY9329" fmla="*/ 3062514 h 4882701"/>
                <a:gd name="connsiteX9330" fmla="*/ 3407694 w 4954903"/>
                <a:gd name="connsiteY9330" fmla="*/ 3084544 h 4882701"/>
                <a:gd name="connsiteX9331" fmla="*/ 3432510 w 4954903"/>
                <a:gd name="connsiteY9331" fmla="*/ 3078214 h 4882701"/>
                <a:gd name="connsiteX9332" fmla="*/ 3181057 w 4954903"/>
                <a:gd name="connsiteY9332" fmla="*/ 3053398 h 4882701"/>
                <a:gd name="connsiteX9333" fmla="*/ 3167889 w 4954903"/>
                <a:gd name="connsiteY9333" fmla="*/ 3075428 h 4882701"/>
                <a:gd name="connsiteX9334" fmla="*/ 3193465 w 4954903"/>
                <a:gd name="connsiteY9334" fmla="*/ 3069097 h 4882701"/>
                <a:gd name="connsiteX9335" fmla="*/ 3193465 w 4954903"/>
                <a:gd name="connsiteY9335" fmla="*/ 3069097 h 4882701"/>
                <a:gd name="connsiteX9336" fmla="*/ 3181057 w 4954903"/>
                <a:gd name="connsiteY9336" fmla="*/ 3053398 h 4882701"/>
                <a:gd name="connsiteX9337" fmla="*/ 3131931 w 4954903"/>
                <a:gd name="connsiteY9337" fmla="*/ 3066818 h 4882701"/>
                <a:gd name="connsiteX9338" fmla="*/ 3119270 w 4954903"/>
                <a:gd name="connsiteY9338" fmla="*/ 3051118 h 4882701"/>
                <a:gd name="connsiteX9339" fmla="*/ 3106102 w 4954903"/>
                <a:gd name="connsiteY9339" fmla="*/ 3073149 h 4882701"/>
                <a:gd name="connsiteX9340" fmla="*/ 3131931 w 4954903"/>
                <a:gd name="connsiteY9340" fmla="*/ 3066818 h 4882701"/>
                <a:gd name="connsiteX9341" fmla="*/ 3043302 w 4954903"/>
                <a:gd name="connsiteY9341" fmla="*/ 3070110 h 4882701"/>
                <a:gd name="connsiteX9342" fmla="*/ 3069891 w 4954903"/>
                <a:gd name="connsiteY9342" fmla="*/ 3064793 h 4882701"/>
                <a:gd name="connsiteX9343" fmla="*/ 3056976 w 4954903"/>
                <a:gd name="connsiteY9343" fmla="*/ 3049093 h 4882701"/>
                <a:gd name="connsiteX9344" fmla="*/ 3043302 w 4954903"/>
                <a:gd name="connsiteY9344" fmla="*/ 3070110 h 4882701"/>
                <a:gd name="connsiteX9345" fmla="*/ 2980755 w 4954903"/>
                <a:gd name="connsiteY9345" fmla="*/ 3068085 h 4882701"/>
                <a:gd name="connsiteX9346" fmla="*/ 3007597 w 4954903"/>
                <a:gd name="connsiteY9346" fmla="*/ 3062514 h 4882701"/>
                <a:gd name="connsiteX9347" fmla="*/ 2994429 w 4954903"/>
                <a:gd name="connsiteY9347" fmla="*/ 3046814 h 4882701"/>
                <a:gd name="connsiteX9348" fmla="*/ 2980755 w 4954903"/>
                <a:gd name="connsiteY9348" fmla="*/ 3068085 h 4882701"/>
                <a:gd name="connsiteX9349" fmla="*/ 2944544 w 4954903"/>
                <a:gd name="connsiteY9349" fmla="*/ 3060741 h 4882701"/>
                <a:gd name="connsiteX9350" fmla="*/ 2931123 w 4954903"/>
                <a:gd name="connsiteY9350" fmla="*/ 3045041 h 4882701"/>
                <a:gd name="connsiteX9351" fmla="*/ 2917449 w 4954903"/>
                <a:gd name="connsiteY9351" fmla="*/ 3066059 h 4882701"/>
                <a:gd name="connsiteX9352" fmla="*/ 2944544 w 4954903"/>
                <a:gd name="connsiteY9352" fmla="*/ 3060741 h 4882701"/>
                <a:gd name="connsiteX9353" fmla="*/ 2880731 w 4954903"/>
                <a:gd name="connsiteY9353" fmla="*/ 3058969 h 4882701"/>
                <a:gd name="connsiteX9354" fmla="*/ 2867310 w 4954903"/>
                <a:gd name="connsiteY9354" fmla="*/ 3043522 h 4882701"/>
                <a:gd name="connsiteX9355" fmla="*/ 2853636 w 4954903"/>
                <a:gd name="connsiteY9355" fmla="*/ 3064539 h 4882701"/>
                <a:gd name="connsiteX9356" fmla="*/ 2880731 w 4954903"/>
                <a:gd name="connsiteY9356" fmla="*/ 3058969 h 4882701"/>
                <a:gd name="connsiteX9357" fmla="*/ 2789316 w 4954903"/>
                <a:gd name="connsiteY9357" fmla="*/ 3062514 h 4882701"/>
                <a:gd name="connsiteX9358" fmla="*/ 2816665 w 4954903"/>
                <a:gd name="connsiteY9358" fmla="*/ 3056943 h 4882701"/>
                <a:gd name="connsiteX9359" fmla="*/ 2802991 w 4954903"/>
                <a:gd name="connsiteY9359" fmla="*/ 3041496 h 4882701"/>
                <a:gd name="connsiteX9360" fmla="*/ 2789316 w 4954903"/>
                <a:gd name="connsiteY9360" fmla="*/ 3062514 h 4882701"/>
                <a:gd name="connsiteX9361" fmla="*/ 2724744 w 4954903"/>
                <a:gd name="connsiteY9361" fmla="*/ 3060994 h 4882701"/>
                <a:gd name="connsiteX9362" fmla="*/ 2752345 w 4954903"/>
                <a:gd name="connsiteY9362" fmla="*/ 3055423 h 4882701"/>
                <a:gd name="connsiteX9363" fmla="*/ 2738165 w 4954903"/>
                <a:gd name="connsiteY9363" fmla="*/ 3039977 h 4882701"/>
                <a:gd name="connsiteX9364" fmla="*/ 2724744 w 4954903"/>
                <a:gd name="connsiteY9364" fmla="*/ 3060994 h 4882701"/>
                <a:gd name="connsiteX9365" fmla="*/ 2659665 w 4954903"/>
                <a:gd name="connsiteY9365" fmla="*/ 3059475 h 4882701"/>
                <a:gd name="connsiteX9366" fmla="*/ 2687013 w 4954903"/>
                <a:gd name="connsiteY9366" fmla="*/ 3053904 h 4882701"/>
                <a:gd name="connsiteX9367" fmla="*/ 2672833 w 4954903"/>
                <a:gd name="connsiteY9367" fmla="*/ 3038457 h 4882701"/>
                <a:gd name="connsiteX9368" fmla="*/ 2659665 w 4954903"/>
                <a:gd name="connsiteY9368" fmla="*/ 3059475 h 4882701"/>
                <a:gd name="connsiteX9369" fmla="*/ 2594079 w 4954903"/>
                <a:gd name="connsiteY9369" fmla="*/ 3057956 h 4882701"/>
                <a:gd name="connsiteX9370" fmla="*/ 2621681 w 4954903"/>
                <a:gd name="connsiteY9370" fmla="*/ 3052385 h 4882701"/>
                <a:gd name="connsiteX9371" fmla="*/ 2607247 w 4954903"/>
                <a:gd name="connsiteY9371" fmla="*/ 3036938 h 4882701"/>
                <a:gd name="connsiteX9372" fmla="*/ 2594079 w 4954903"/>
                <a:gd name="connsiteY9372" fmla="*/ 3057956 h 4882701"/>
                <a:gd name="connsiteX9373" fmla="*/ 2528240 w 4954903"/>
                <a:gd name="connsiteY9373" fmla="*/ 3056436 h 4882701"/>
                <a:gd name="connsiteX9374" fmla="*/ 2556095 w 4954903"/>
                <a:gd name="connsiteY9374" fmla="*/ 3050865 h 4882701"/>
                <a:gd name="connsiteX9375" fmla="*/ 2541662 w 4954903"/>
                <a:gd name="connsiteY9375" fmla="*/ 3035419 h 4882701"/>
                <a:gd name="connsiteX9376" fmla="*/ 2528240 w 4954903"/>
                <a:gd name="connsiteY9376" fmla="*/ 3056436 h 4882701"/>
                <a:gd name="connsiteX9377" fmla="*/ 2475063 w 4954903"/>
                <a:gd name="connsiteY9377" fmla="*/ 3033899 h 4882701"/>
                <a:gd name="connsiteX9378" fmla="*/ 2462149 w 4954903"/>
                <a:gd name="connsiteY9378" fmla="*/ 3055170 h 4882701"/>
                <a:gd name="connsiteX9379" fmla="*/ 2490003 w 4954903"/>
                <a:gd name="connsiteY9379" fmla="*/ 3049346 h 4882701"/>
                <a:gd name="connsiteX9380" fmla="*/ 2475063 w 4954903"/>
                <a:gd name="connsiteY9380" fmla="*/ 3033899 h 4882701"/>
                <a:gd name="connsiteX9381" fmla="*/ 2408718 w 4954903"/>
                <a:gd name="connsiteY9381" fmla="*/ 3032633 h 4882701"/>
                <a:gd name="connsiteX9382" fmla="*/ 2395803 w 4954903"/>
                <a:gd name="connsiteY9382" fmla="*/ 3053904 h 4882701"/>
                <a:gd name="connsiteX9383" fmla="*/ 2423658 w 4954903"/>
                <a:gd name="connsiteY9383" fmla="*/ 3048080 h 4882701"/>
                <a:gd name="connsiteX9384" fmla="*/ 2408718 w 4954903"/>
                <a:gd name="connsiteY9384" fmla="*/ 3032633 h 4882701"/>
                <a:gd name="connsiteX9385" fmla="*/ 2341866 w 4954903"/>
                <a:gd name="connsiteY9385" fmla="*/ 3031620 h 4882701"/>
                <a:gd name="connsiteX9386" fmla="*/ 2328952 w 4954903"/>
                <a:gd name="connsiteY9386" fmla="*/ 3052891 h 4882701"/>
                <a:gd name="connsiteX9387" fmla="*/ 2357060 w 4954903"/>
                <a:gd name="connsiteY9387" fmla="*/ 3047067 h 4882701"/>
                <a:gd name="connsiteX9388" fmla="*/ 2341866 w 4954903"/>
                <a:gd name="connsiteY9388" fmla="*/ 3031620 h 4882701"/>
                <a:gd name="connsiteX9389" fmla="*/ 2290208 w 4954903"/>
                <a:gd name="connsiteY9389" fmla="*/ 3045801 h 4882701"/>
                <a:gd name="connsiteX9390" fmla="*/ 2274761 w 4954903"/>
                <a:gd name="connsiteY9390" fmla="*/ 3030354 h 4882701"/>
                <a:gd name="connsiteX9391" fmla="*/ 2262100 w 4954903"/>
                <a:gd name="connsiteY9391" fmla="*/ 3051625 h 4882701"/>
                <a:gd name="connsiteX9392" fmla="*/ 2290208 w 4954903"/>
                <a:gd name="connsiteY9392" fmla="*/ 3045801 h 4882701"/>
                <a:gd name="connsiteX9393" fmla="*/ 2222850 w 4954903"/>
                <a:gd name="connsiteY9393" fmla="*/ 3044788 h 4882701"/>
                <a:gd name="connsiteX9394" fmla="*/ 2207403 w 4954903"/>
                <a:gd name="connsiteY9394" fmla="*/ 3029341 h 4882701"/>
                <a:gd name="connsiteX9395" fmla="*/ 2194995 w 4954903"/>
                <a:gd name="connsiteY9395" fmla="*/ 3050612 h 4882701"/>
                <a:gd name="connsiteX9396" fmla="*/ 2222850 w 4954903"/>
                <a:gd name="connsiteY9396" fmla="*/ 3044788 h 4882701"/>
                <a:gd name="connsiteX9397" fmla="*/ 2155745 w 4954903"/>
                <a:gd name="connsiteY9397" fmla="*/ 3044028 h 4882701"/>
                <a:gd name="connsiteX9398" fmla="*/ 2140045 w 4954903"/>
                <a:gd name="connsiteY9398" fmla="*/ 3028581 h 4882701"/>
                <a:gd name="connsiteX9399" fmla="*/ 2127637 w 4954903"/>
                <a:gd name="connsiteY9399" fmla="*/ 3049852 h 4882701"/>
                <a:gd name="connsiteX9400" fmla="*/ 2155745 w 4954903"/>
                <a:gd name="connsiteY9400" fmla="*/ 3044028 h 4882701"/>
                <a:gd name="connsiteX9401" fmla="*/ 2088134 w 4954903"/>
                <a:gd name="connsiteY9401" fmla="*/ 3043015 h 4882701"/>
                <a:gd name="connsiteX9402" fmla="*/ 2072434 w 4954903"/>
                <a:gd name="connsiteY9402" fmla="*/ 3027568 h 4882701"/>
                <a:gd name="connsiteX9403" fmla="*/ 2060026 w 4954903"/>
                <a:gd name="connsiteY9403" fmla="*/ 3048839 h 4882701"/>
                <a:gd name="connsiteX9404" fmla="*/ 2088134 w 4954903"/>
                <a:gd name="connsiteY9404" fmla="*/ 3043015 h 4882701"/>
                <a:gd name="connsiteX9405" fmla="*/ 2020776 w 4954903"/>
                <a:gd name="connsiteY9405" fmla="*/ 3042509 h 4882701"/>
                <a:gd name="connsiteX9406" fmla="*/ 2004823 w 4954903"/>
                <a:gd name="connsiteY9406" fmla="*/ 3027062 h 4882701"/>
                <a:gd name="connsiteX9407" fmla="*/ 1992921 w 4954903"/>
                <a:gd name="connsiteY9407" fmla="*/ 3048333 h 4882701"/>
                <a:gd name="connsiteX9408" fmla="*/ 2020776 w 4954903"/>
                <a:gd name="connsiteY9408" fmla="*/ 3042509 h 4882701"/>
                <a:gd name="connsiteX9409" fmla="*/ 1953671 w 4954903"/>
                <a:gd name="connsiteY9409" fmla="*/ 3041749 h 4882701"/>
                <a:gd name="connsiteX9410" fmla="*/ 1937971 w 4954903"/>
                <a:gd name="connsiteY9410" fmla="*/ 3026555 h 4882701"/>
                <a:gd name="connsiteX9411" fmla="*/ 1927335 w 4954903"/>
                <a:gd name="connsiteY9411" fmla="*/ 3049093 h 4882701"/>
                <a:gd name="connsiteX9412" fmla="*/ 1953671 w 4954903"/>
                <a:gd name="connsiteY9412" fmla="*/ 3041749 h 4882701"/>
                <a:gd name="connsiteX9413" fmla="*/ 1887579 w 4954903"/>
                <a:gd name="connsiteY9413" fmla="*/ 3041243 h 4882701"/>
                <a:gd name="connsiteX9414" fmla="*/ 1871879 w 4954903"/>
                <a:gd name="connsiteY9414" fmla="*/ 3026049 h 4882701"/>
                <a:gd name="connsiteX9415" fmla="*/ 1861497 w 4954903"/>
                <a:gd name="connsiteY9415" fmla="*/ 3048586 h 4882701"/>
                <a:gd name="connsiteX9416" fmla="*/ 1887579 w 4954903"/>
                <a:gd name="connsiteY9416" fmla="*/ 3041243 h 4882701"/>
                <a:gd name="connsiteX9417" fmla="*/ 1822247 w 4954903"/>
                <a:gd name="connsiteY9417" fmla="*/ 3040989 h 4882701"/>
                <a:gd name="connsiteX9418" fmla="*/ 1806547 w 4954903"/>
                <a:gd name="connsiteY9418" fmla="*/ 3025796 h 4882701"/>
                <a:gd name="connsiteX9419" fmla="*/ 1796418 w 4954903"/>
                <a:gd name="connsiteY9419" fmla="*/ 3048333 h 4882701"/>
                <a:gd name="connsiteX9420" fmla="*/ 1822247 w 4954903"/>
                <a:gd name="connsiteY9420" fmla="*/ 3040989 h 4882701"/>
                <a:gd name="connsiteX9421" fmla="*/ 1757674 w 4954903"/>
                <a:gd name="connsiteY9421" fmla="*/ 3040736 h 4882701"/>
                <a:gd name="connsiteX9422" fmla="*/ 1742227 w 4954903"/>
                <a:gd name="connsiteY9422" fmla="*/ 3025543 h 4882701"/>
                <a:gd name="connsiteX9423" fmla="*/ 1732605 w 4954903"/>
                <a:gd name="connsiteY9423" fmla="*/ 3048080 h 4882701"/>
                <a:gd name="connsiteX9424" fmla="*/ 1757674 w 4954903"/>
                <a:gd name="connsiteY9424" fmla="*/ 3040736 h 4882701"/>
                <a:gd name="connsiteX9425" fmla="*/ 1694114 w 4954903"/>
                <a:gd name="connsiteY9425" fmla="*/ 3040483 h 4882701"/>
                <a:gd name="connsiteX9426" fmla="*/ 1678668 w 4954903"/>
                <a:gd name="connsiteY9426" fmla="*/ 3025289 h 4882701"/>
                <a:gd name="connsiteX9427" fmla="*/ 1669298 w 4954903"/>
                <a:gd name="connsiteY9427" fmla="*/ 3047827 h 4882701"/>
                <a:gd name="connsiteX9428" fmla="*/ 1694114 w 4954903"/>
                <a:gd name="connsiteY9428" fmla="*/ 3040483 h 4882701"/>
                <a:gd name="connsiteX9429" fmla="*/ 1631568 w 4954903"/>
                <a:gd name="connsiteY9429" fmla="*/ 3040483 h 4882701"/>
                <a:gd name="connsiteX9430" fmla="*/ 1616121 w 4954903"/>
                <a:gd name="connsiteY9430" fmla="*/ 3025289 h 4882701"/>
                <a:gd name="connsiteX9431" fmla="*/ 1607005 w 4954903"/>
                <a:gd name="connsiteY9431" fmla="*/ 3047827 h 4882701"/>
                <a:gd name="connsiteX9432" fmla="*/ 1631568 w 4954903"/>
                <a:gd name="connsiteY9432" fmla="*/ 3040483 h 4882701"/>
                <a:gd name="connsiteX9433" fmla="*/ 1570034 w 4954903"/>
                <a:gd name="connsiteY9433" fmla="*/ 3040483 h 4882701"/>
                <a:gd name="connsiteX9434" fmla="*/ 1554587 w 4954903"/>
                <a:gd name="connsiteY9434" fmla="*/ 3025289 h 4882701"/>
                <a:gd name="connsiteX9435" fmla="*/ 1545977 w 4954903"/>
                <a:gd name="connsiteY9435" fmla="*/ 3047827 h 4882701"/>
                <a:gd name="connsiteX9436" fmla="*/ 1570034 w 4954903"/>
                <a:gd name="connsiteY9436" fmla="*/ 3040483 h 4882701"/>
                <a:gd name="connsiteX9437" fmla="*/ 1509006 w 4954903"/>
                <a:gd name="connsiteY9437" fmla="*/ 3040483 h 4882701"/>
                <a:gd name="connsiteX9438" fmla="*/ 1493813 w 4954903"/>
                <a:gd name="connsiteY9438" fmla="*/ 3025289 h 4882701"/>
                <a:gd name="connsiteX9439" fmla="*/ 1485456 w 4954903"/>
                <a:gd name="connsiteY9439" fmla="*/ 3047827 h 4882701"/>
                <a:gd name="connsiteX9440" fmla="*/ 1509006 w 4954903"/>
                <a:gd name="connsiteY9440" fmla="*/ 3040483 h 4882701"/>
                <a:gd name="connsiteX9441" fmla="*/ 1449245 w 4954903"/>
                <a:gd name="connsiteY9441" fmla="*/ 3040736 h 4882701"/>
                <a:gd name="connsiteX9442" fmla="*/ 1434305 w 4954903"/>
                <a:gd name="connsiteY9442" fmla="*/ 3025543 h 4882701"/>
                <a:gd name="connsiteX9443" fmla="*/ 1426201 w 4954903"/>
                <a:gd name="connsiteY9443" fmla="*/ 3048080 h 4882701"/>
                <a:gd name="connsiteX9444" fmla="*/ 1449245 w 4954903"/>
                <a:gd name="connsiteY9444" fmla="*/ 3040736 h 4882701"/>
                <a:gd name="connsiteX9445" fmla="*/ 1390497 w 4954903"/>
                <a:gd name="connsiteY9445" fmla="*/ 3040989 h 4882701"/>
                <a:gd name="connsiteX9446" fmla="*/ 1375303 w 4954903"/>
                <a:gd name="connsiteY9446" fmla="*/ 3025796 h 4882701"/>
                <a:gd name="connsiteX9447" fmla="*/ 1368466 w 4954903"/>
                <a:gd name="connsiteY9447" fmla="*/ 3049346 h 4882701"/>
                <a:gd name="connsiteX9448" fmla="*/ 1390497 w 4954903"/>
                <a:gd name="connsiteY9448" fmla="*/ 3040989 h 4882701"/>
                <a:gd name="connsiteX9449" fmla="*/ 1332508 w 4954903"/>
                <a:gd name="connsiteY9449" fmla="*/ 3041496 h 4882701"/>
                <a:gd name="connsiteX9450" fmla="*/ 1317821 w 4954903"/>
                <a:gd name="connsiteY9450" fmla="*/ 3026302 h 4882701"/>
                <a:gd name="connsiteX9451" fmla="*/ 1311490 w 4954903"/>
                <a:gd name="connsiteY9451" fmla="*/ 3049852 h 4882701"/>
                <a:gd name="connsiteX9452" fmla="*/ 1332508 w 4954903"/>
                <a:gd name="connsiteY9452" fmla="*/ 3041496 h 4882701"/>
                <a:gd name="connsiteX9453" fmla="*/ 1275785 w 4954903"/>
                <a:gd name="connsiteY9453" fmla="*/ 3042002 h 4882701"/>
                <a:gd name="connsiteX9454" fmla="*/ 1261098 w 4954903"/>
                <a:gd name="connsiteY9454" fmla="*/ 3027062 h 4882701"/>
                <a:gd name="connsiteX9455" fmla="*/ 1255021 w 4954903"/>
                <a:gd name="connsiteY9455" fmla="*/ 3050612 h 4882701"/>
                <a:gd name="connsiteX9456" fmla="*/ 1275785 w 4954903"/>
                <a:gd name="connsiteY9456" fmla="*/ 3042002 h 4882701"/>
                <a:gd name="connsiteX9457" fmla="*/ 1220076 w 4954903"/>
                <a:gd name="connsiteY9457" fmla="*/ 3042509 h 4882701"/>
                <a:gd name="connsiteX9458" fmla="*/ 1205642 w 4954903"/>
                <a:gd name="connsiteY9458" fmla="*/ 3027568 h 4882701"/>
                <a:gd name="connsiteX9459" fmla="*/ 1199818 w 4954903"/>
                <a:gd name="connsiteY9459" fmla="*/ 3051118 h 4882701"/>
                <a:gd name="connsiteX9460" fmla="*/ 1220076 w 4954903"/>
                <a:gd name="connsiteY9460" fmla="*/ 3042509 h 4882701"/>
                <a:gd name="connsiteX9461" fmla="*/ 1165379 w 4954903"/>
                <a:gd name="connsiteY9461" fmla="*/ 3043268 h 4882701"/>
                <a:gd name="connsiteX9462" fmla="*/ 1150945 w 4954903"/>
                <a:gd name="connsiteY9462" fmla="*/ 3028328 h 4882701"/>
                <a:gd name="connsiteX9463" fmla="*/ 1145627 w 4954903"/>
                <a:gd name="connsiteY9463" fmla="*/ 3051878 h 4882701"/>
                <a:gd name="connsiteX9464" fmla="*/ 1165379 w 4954903"/>
                <a:gd name="connsiteY9464" fmla="*/ 3043268 h 4882701"/>
                <a:gd name="connsiteX9465" fmla="*/ 1111695 w 4954903"/>
                <a:gd name="connsiteY9465" fmla="*/ 3044028 h 4882701"/>
                <a:gd name="connsiteX9466" fmla="*/ 1097514 w 4954903"/>
                <a:gd name="connsiteY9466" fmla="*/ 3029088 h 4882701"/>
                <a:gd name="connsiteX9467" fmla="*/ 1092450 w 4954903"/>
                <a:gd name="connsiteY9467" fmla="*/ 3052638 h 4882701"/>
                <a:gd name="connsiteX9468" fmla="*/ 1111695 w 4954903"/>
                <a:gd name="connsiteY9468" fmla="*/ 3044028 h 4882701"/>
                <a:gd name="connsiteX9469" fmla="*/ 85624 w 4954903"/>
                <a:gd name="connsiteY9469" fmla="*/ 3121515 h 4882701"/>
                <a:gd name="connsiteX9470" fmla="*/ 81319 w 4954903"/>
                <a:gd name="connsiteY9470" fmla="*/ 3107335 h 4882701"/>
                <a:gd name="connsiteX9471" fmla="*/ 88662 w 4954903"/>
                <a:gd name="connsiteY9471" fmla="*/ 3134683 h 4882701"/>
                <a:gd name="connsiteX9472" fmla="*/ 85624 w 4954903"/>
                <a:gd name="connsiteY9472" fmla="*/ 3121515 h 4882701"/>
                <a:gd name="connsiteX9473" fmla="*/ 4858425 w 4954903"/>
                <a:gd name="connsiteY9473" fmla="*/ 3134430 h 4882701"/>
                <a:gd name="connsiteX9474" fmla="*/ 4858425 w 4954903"/>
                <a:gd name="connsiteY9474" fmla="*/ 3134430 h 4882701"/>
                <a:gd name="connsiteX9475" fmla="*/ 4850828 w 4954903"/>
                <a:gd name="connsiteY9475" fmla="*/ 3161778 h 4882701"/>
                <a:gd name="connsiteX9476" fmla="*/ 4855133 w 4954903"/>
                <a:gd name="connsiteY9476" fmla="*/ 3150383 h 4882701"/>
                <a:gd name="connsiteX9477" fmla="*/ 4858425 w 4954903"/>
                <a:gd name="connsiteY9477" fmla="*/ 3134430 h 4882701"/>
                <a:gd name="connsiteX9478" fmla="*/ 4853107 w 4954903"/>
                <a:gd name="connsiteY9478" fmla="*/ 3130885 h 4882701"/>
                <a:gd name="connsiteX9479" fmla="*/ 4845257 w 4954903"/>
                <a:gd name="connsiteY9479" fmla="*/ 3158233 h 4882701"/>
                <a:gd name="connsiteX9480" fmla="*/ 4850069 w 4954903"/>
                <a:gd name="connsiteY9480" fmla="*/ 3146838 h 4882701"/>
                <a:gd name="connsiteX9481" fmla="*/ 4853107 w 4954903"/>
                <a:gd name="connsiteY9481" fmla="*/ 3130885 h 4882701"/>
                <a:gd name="connsiteX9482" fmla="*/ 4843738 w 4954903"/>
                <a:gd name="connsiteY9482" fmla="*/ 3143040 h 4882701"/>
                <a:gd name="connsiteX9483" fmla="*/ 4846270 w 4954903"/>
                <a:gd name="connsiteY9483" fmla="*/ 3127086 h 4882701"/>
                <a:gd name="connsiteX9484" fmla="*/ 4838420 w 4954903"/>
                <a:gd name="connsiteY9484" fmla="*/ 3154181 h 4882701"/>
                <a:gd name="connsiteX9485" fmla="*/ 4843738 w 4954903"/>
                <a:gd name="connsiteY9485" fmla="*/ 3143040 h 4882701"/>
                <a:gd name="connsiteX9486" fmla="*/ 4835128 w 4954903"/>
                <a:gd name="connsiteY9486" fmla="*/ 3139494 h 4882701"/>
                <a:gd name="connsiteX9487" fmla="*/ 4837154 w 4954903"/>
                <a:gd name="connsiteY9487" fmla="*/ 3123541 h 4882701"/>
                <a:gd name="connsiteX9488" fmla="*/ 4829051 w 4954903"/>
                <a:gd name="connsiteY9488" fmla="*/ 3150383 h 4882701"/>
                <a:gd name="connsiteX9489" fmla="*/ 4835128 w 4954903"/>
                <a:gd name="connsiteY9489" fmla="*/ 3139494 h 4882701"/>
                <a:gd name="connsiteX9490" fmla="*/ 4826012 w 4954903"/>
                <a:gd name="connsiteY9490" fmla="*/ 3119996 h 4882701"/>
                <a:gd name="connsiteX9491" fmla="*/ 4817909 w 4954903"/>
                <a:gd name="connsiteY9491" fmla="*/ 3146838 h 4882701"/>
                <a:gd name="connsiteX9492" fmla="*/ 4824493 w 4954903"/>
                <a:gd name="connsiteY9492" fmla="*/ 3135949 h 4882701"/>
                <a:gd name="connsiteX9493" fmla="*/ 4826012 w 4954903"/>
                <a:gd name="connsiteY9493" fmla="*/ 3119996 h 4882701"/>
                <a:gd name="connsiteX9494" fmla="*/ 4813098 w 4954903"/>
                <a:gd name="connsiteY9494" fmla="*/ 3116197 h 4882701"/>
                <a:gd name="connsiteX9495" fmla="*/ 4804741 w 4954903"/>
                <a:gd name="connsiteY9495" fmla="*/ 3143040 h 4882701"/>
                <a:gd name="connsiteX9496" fmla="*/ 4811832 w 4954903"/>
                <a:gd name="connsiteY9496" fmla="*/ 3132151 h 4882701"/>
                <a:gd name="connsiteX9497" fmla="*/ 4813098 w 4954903"/>
                <a:gd name="connsiteY9497" fmla="*/ 3116197 h 4882701"/>
                <a:gd name="connsiteX9498" fmla="*/ 4797651 w 4954903"/>
                <a:gd name="connsiteY9498" fmla="*/ 3128352 h 4882701"/>
                <a:gd name="connsiteX9499" fmla="*/ 4798157 w 4954903"/>
                <a:gd name="connsiteY9499" fmla="*/ 3112399 h 4882701"/>
                <a:gd name="connsiteX9500" fmla="*/ 4789548 w 4954903"/>
                <a:gd name="connsiteY9500" fmla="*/ 3138735 h 4882701"/>
                <a:gd name="connsiteX9501" fmla="*/ 4797651 w 4954903"/>
                <a:gd name="connsiteY9501" fmla="*/ 3128352 h 4882701"/>
                <a:gd name="connsiteX9502" fmla="*/ 4781698 w 4954903"/>
                <a:gd name="connsiteY9502" fmla="*/ 3108854 h 4882701"/>
                <a:gd name="connsiteX9503" fmla="*/ 4773088 w 4954903"/>
                <a:gd name="connsiteY9503" fmla="*/ 3135189 h 4882701"/>
                <a:gd name="connsiteX9504" fmla="*/ 4781445 w 4954903"/>
                <a:gd name="connsiteY9504" fmla="*/ 3124554 h 4882701"/>
                <a:gd name="connsiteX9505" fmla="*/ 4781698 w 4954903"/>
                <a:gd name="connsiteY9505" fmla="*/ 3108854 h 4882701"/>
                <a:gd name="connsiteX9506" fmla="*/ 4648248 w 4954903"/>
                <a:gd name="connsiteY9506" fmla="*/ 3102776 h 4882701"/>
                <a:gd name="connsiteX9507" fmla="*/ 4645969 w 4954903"/>
                <a:gd name="connsiteY9507" fmla="*/ 3086823 h 4882701"/>
                <a:gd name="connsiteX9508" fmla="*/ 4636346 w 4954903"/>
                <a:gd name="connsiteY9508" fmla="*/ 3112146 h 4882701"/>
                <a:gd name="connsiteX9509" fmla="*/ 4648248 w 4954903"/>
                <a:gd name="connsiteY9509" fmla="*/ 3102776 h 4882701"/>
                <a:gd name="connsiteX9510" fmla="*/ 4617860 w 4954903"/>
                <a:gd name="connsiteY9510" fmla="*/ 3083278 h 4882701"/>
                <a:gd name="connsiteX9511" fmla="*/ 4607985 w 4954903"/>
                <a:gd name="connsiteY9511" fmla="*/ 3108601 h 4882701"/>
                <a:gd name="connsiteX9512" fmla="*/ 4620393 w 4954903"/>
                <a:gd name="connsiteY9512" fmla="*/ 3099231 h 4882701"/>
                <a:gd name="connsiteX9513" fmla="*/ 4617860 w 4954903"/>
                <a:gd name="connsiteY9513" fmla="*/ 3083278 h 4882701"/>
                <a:gd name="connsiteX9514" fmla="*/ 4591019 w 4954903"/>
                <a:gd name="connsiteY9514" fmla="*/ 3095686 h 4882701"/>
                <a:gd name="connsiteX9515" fmla="*/ 4587980 w 4954903"/>
                <a:gd name="connsiteY9515" fmla="*/ 3079733 h 4882701"/>
                <a:gd name="connsiteX9516" fmla="*/ 4577598 w 4954903"/>
                <a:gd name="connsiteY9516" fmla="*/ 3104296 h 4882701"/>
                <a:gd name="connsiteX9517" fmla="*/ 4591019 w 4954903"/>
                <a:gd name="connsiteY9517" fmla="*/ 3095686 h 4882701"/>
                <a:gd name="connsiteX9518" fmla="*/ 4560125 w 4954903"/>
                <a:gd name="connsiteY9518" fmla="*/ 3092141 h 4882701"/>
                <a:gd name="connsiteX9519" fmla="*/ 4556580 w 4954903"/>
                <a:gd name="connsiteY9519" fmla="*/ 3076188 h 4882701"/>
                <a:gd name="connsiteX9520" fmla="*/ 4546198 w 4954903"/>
                <a:gd name="connsiteY9520" fmla="*/ 3100751 h 4882701"/>
                <a:gd name="connsiteX9521" fmla="*/ 4560125 w 4954903"/>
                <a:gd name="connsiteY9521" fmla="*/ 3092141 h 4882701"/>
                <a:gd name="connsiteX9522" fmla="*/ 4527712 w 4954903"/>
                <a:gd name="connsiteY9522" fmla="*/ 3088596 h 4882701"/>
                <a:gd name="connsiteX9523" fmla="*/ 4523914 w 4954903"/>
                <a:gd name="connsiteY9523" fmla="*/ 3072643 h 4882701"/>
                <a:gd name="connsiteX9524" fmla="*/ 4513532 w 4954903"/>
                <a:gd name="connsiteY9524" fmla="*/ 3097205 h 4882701"/>
                <a:gd name="connsiteX9525" fmla="*/ 4527712 w 4954903"/>
                <a:gd name="connsiteY9525" fmla="*/ 3088596 h 4882701"/>
                <a:gd name="connsiteX9526" fmla="*/ 4493780 w 4954903"/>
                <a:gd name="connsiteY9526" fmla="*/ 3085051 h 4882701"/>
                <a:gd name="connsiteX9527" fmla="*/ 4489475 w 4954903"/>
                <a:gd name="connsiteY9527" fmla="*/ 3069097 h 4882701"/>
                <a:gd name="connsiteX9528" fmla="*/ 4478839 w 4954903"/>
                <a:gd name="connsiteY9528" fmla="*/ 3093660 h 4882701"/>
                <a:gd name="connsiteX9529" fmla="*/ 4493780 w 4954903"/>
                <a:gd name="connsiteY9529" fmla="*/ 3085051 h 4882701"/>
                <a:gd name="connsiteX9530" fmla="*/ 4458582 w 4954903"/>
                <a:gd name="connsiteY9530" fmla="*/ 3081506 h 4882701"/>
                <a:gd name="connsiteX9531" fmla="*/ 4453770 w 4954903"/>
                <a:gd name="connsiteY9531" fmla="*/ 3065552 h 4882701"/>
                <a:gd name="connsiteX9532" fmla="*/ 4443135 w 4954903"/>
                <a:gd name="connsiteY9532" fmla="*/ 3090115 h 4882701"/>
                <a:gd name="connsiteX9533" fmla="*/ 4458582 w 4954903"/>
                <a:gd name="connsiteY9533" fmla="*/ 3081506 h 4882701"/>
                <a:gd name="connsiteX9534" fmla="*/ 4421864 w 4954903"/>
                <a:gd name="connsiteY9534" fmla="*/ 3078214 h 4882701"/>
                <a:gd name="connsiteX9535" fmla="*/ 4416799 w 4954903"/>
                <a:gd name="connsiteY9535" fmla="*/ 3062260 h 4882701"/>
                <a:gd name="connsiteX9536" fmla="*/ 4405657 w 4954903"/>
                <a:gd name="connsiteY9536" fmla="*/ 3086064 h 4882701"/>
                <a:gd name="connsiteX9537" fmla="*/ 4421864 w 4954903"/>
                <a:gd name="connsiteY9537" fmla="*/ 3078214 h 4882701"/>
                <a:gd name="connsiteX9538" fmla="*/ 3925287 w 4954903"/>
                <a:gd name="connsiteY9538" fmla="*/ 3026809 h 4882701"/>
                <a:gd name="connsiteX9539" fmla="*/ 3912880 w 4954903"/>
                <a:gd name="connsiteY9539" fmla="*/ 3049852 h 4882701"/>
                <a:gd name="connsiteX9540" fmla="*/ 3934151 w 4954903"/>
                <a:gd name="connsiteY9540" fmla="*/ 3042762 h 4882701"/>
                <a:gd name="connsiteX9541" fmla="*/ 3925287 w 4954903"/>
                <a:gd name="connsiteY9541" fmla="*/ 3026809 h 4882701"/>
                <a:gd name="connsiteX9542" fmla="*/ 3873883 w 4954903"/>
                <a:gd name="connsiteY9542" fmla="*/ 3023770 h 4882701"/>
                <a:gd name="connsiteX9543" fmla="*/ 3860715 w 4954903"/>
                <a:gd name="connsiteY9543" fmla="*/ 3045801 h 4882701"/>
                <a:gd name="connsiteX9544" fmla="*/ 3882999 w 4954903"/>
                <a:gd name="connsiteY9544" fmla="*/ 3039723 h 4882701"/>
                <a:gd name="connsiteX9545" fmla="*/ 3873883 w 4954903"/>
                <a:gd name="connsiteY9545" fmla="*/ 3023770 h 4882701"/>
                <a:gd name="connsiteX9546" fmla="*/ 3821465 w 4954903"/>
                <a:gd name="connsiteY9546" fmla="*/ 3020985 h 4882701"/>
                <a:gd name="connsiteX9547" fmla="*/ 3808297 w 4954903"/>
                <a:gd name="connsiteY9547" fmla="*/ 3043015 h 4882701"/>
                <a:gd name="connsiteX9548" fmla="*/ 3831087 w 4954903"/>
                <a:gd name="connsiteY9548" fmla="*/ 3036938 h 4882701"/>
                <a:gd name="connsiteX9549" fmla="*/ 3821465 w 4954903"/>
                <a:gd name="connsiteY9549" fmla="*/ 3020985 h 4882701"/>
                <a:gd name="connsiteX9550" fmla="*/ 3777910 w 4954903"/>
                <a:gd name="connsiteY9550" fmla="*/ 3033899 h 4882701"/>
                <a:gd name="connsiteX9551" fmla="*/ 3768034 w 4954903"/>
                <a:gd name="connsiteY9551" fmla="*/ 3017946 h 4882701"/>
                <a:gd name="connsiteX9552" fmla="*/ 3754867 w 4954903"/>
                <a:gd name="connsiteY9552" fmla="*/ 3039977 h 4882701"/>
                <a:gd name="connsiteX9553" fmla="*/ 3777910 w 4954903"/>
                <a:gd name="connsiteY9553" fmla="*/ 3033899 h 4882701"/>
                <a:gd name="connsiteX9554" fmla="*/ 3713591 w 4954903"/>
                <a:gd name="connsiteY9554" fmla="*/ 3015160 h 4882701"/>
                <a:gd name="connsiteX9555" fmla="*/ 3700423 w 4954903"/>
                <a:gd name="connsiteY9555" fmla="*/ 3037191 h 4882701"/>
                <a:gd name="connsiteX9556" fmla="*/ 3723720 w 4954903"/>
                <a:gd name="connsiteY9556" fmla="*/ 3030860 h 4882701"/>
                <a:gd name="connsiteX9557" fmla="*/ 3713591 w 4954903"/>
                <a:gd name="connsiteY9557" fmla="*/ 3015160 h 4882701"/>
                <a:gd name="connsiteX9558" fmla="*/ 3658388 w 4954903"/>
                <a:gd name="connsiteY9558" fmla="*/ 3012375 h 4882701"/>
                <a:gd name="connsiteX9559" fmla="*/ 3644967 w 4954903"/>
                <a:gd name="connsiteY9559" fmla="*/ 3034406 h 4882701"/>
                <a:gd name="connsiteX9560" fmla="*/ 3668516 w 4954903"/>
                <a:gd name="connsiteY9560" fmla="*/ 3028075 h 4882701"/>
                <a:gd name="connsiteX9561" fmla="*/ 3668516 w 4954903"/>
                <a:gd name="connsiteY9561" fmla="*/ 3028075 h 4882701"/>
                <a:gd name="connsiteX9562" fmla="*/ 3658388 w 4954903"/>
                <a:gd name="connsiteY9562" fmla="*/ 3012375 h 4882701"/>
                <a:gd name="connsiteX9563" fmla="*/ 3613060 w 4954903"/>
                <a:gd name="connsiteY9563" fmla="*/ 3025543 h 4882701"/>
                <a:gd name="connsiteX9564" fmla="*/ 3602171 w 4954903"/>
                <a:gd name="connsiteY9564" fmla="*/ 3009589 h 4882701"/>
                <a:gd name="connsiteX9565" fmla="*/ 3589004 w 4954903"/>
                <a:gd name="connsiteY9565" fmla="*/ 3031620 h 4882701"/>
                <a:gd name="connsiteX9566" fmla="*/ 3613060 w 4954903"/>
                <a:gd name="connsiteY9566" fmla="*/ 3025543 h 4882701"/>
                <a:gd name="connsiteX9567" fmla="*/ 3556084 w 4954903"/>
                <a:gd name="connsiteY9567" fmla="*/ 3023010 h 4882701"/>
                <a:gd name="connsiteX9568" fmla="*/ 3545196 w 4954903"/>
                <a:gd name="connsiteY9568" fmla="*/ 3007057 h 4882701"/>
                <a:gd name="connsiteX9569" fmla="*/ 3532028 w 4954903"/>
                <a:gd name="connsiteY9569" fmla="*/ 3029341 h 4882701"/>
                <a:gd name="connsiteX9570" fmla="*/ 3556084 w 4954903"/>
                <a:gd name="connsiteY9570" fmla="*/ 3023010 h 4882701"/>
                <a:gd name="connsiteX9571" fmla="*/ 3498602 w 4954903"/>
                <a:gd name="connsiteY9571" fmla="*/ 3020478 h 4882701"/>
                <a:gd name="connsiteX9572" fmla="*/ 3487460 w 4954903"/>
                <a:gd name="connsiteY9572" fmla="*/ 3004778 h 4882701"/>
                <a:gd name="connsiteX9573" fmla="*/ 3474039 w 4954903"/>
                <a:gd name="connsiteY9573" fmla="*/ 3027062 h 4882701"/>
                <a:gd name="connsiteX9574" fmla="*/ 3498602 w 4954903"/>
                <a:gd name="connsiteY9574" fmla="*/ 3020478 h 4882701"/>
                <a:gd name="connsiteX9575" fmla="*/ 3440360 w 4954903"/>
                <a:gd name="connsiteY9575" fmla="*/ 3017946 h 4882701"/>
                <a:gd name="connsiteX9576" fmla="*/ 3428712 w 4954903"/>
                <a:gd name="connsiteY9576" fmla="*/ 3002246 h 4882701"/>
                <a:gd name="connsiteX9577" fmla="*/ 3415544 w 4954903"/>
                <a:gd name="connsiteY9577" fmla="*/ 3024530 h 4882701"/>
                <a:gd name="connsiteX9578" fmla="*/ 3440360 w 4954903"/>
                <a:gd name="connsiteY9578" fmla="*/ 3017946 h 4882701"/>
                <a:gd name="connsiteX9579" fmla="*/ 3381358 w 4954903"/>
                <a:gd name="connsiteY9579" fmla="*/ 3015414 h 4882701"/>
                <a:gd name="connsiteX9580" fmla="*/ 3369457 w 4954903"/>
                <a:gd name="connsiteY9580" fmla="*/ 2999714 h 4882701"/>
                <a:gd name="connsiteX9581" fmla="*/ 3356289 w 4954903"/>
                <a:gd name="connsiteY9581" fmla="*/ 3021997 h 4882701"/>
                <a:gd name="connsiteX9582" fmla="*/ 3381358 w 4954903"/>
                <a:gd name="connsiteY9582" fmla="*/ 3015414 h 4882701"/>
                <a:gd name="connsiteX9583" fmla="*/ 3199795 w 4954903"/>
                <a:gd name="connsiteY9583" fmla="*/ 3008576 h 4882701"/>
                <a:gd name="connsiteX9584" fmla="*/ 3187134 w 4954903"/>
                <a:gd name="connsiteY9584" fmla="*/ 2992877 h 4882701"/>
                <a:gd name="connsiteX9585" fmla="*/ 3173966 w 4954903"/>
                <a:gd name="connsiteY9585" fmla="*/ 3015160 h 4882701"/>
                <a:gd name="connsiteX9586" fmla="*/ 3199795 w 4954903"/>
                <a:gd name="connsiteY9586" fmla="*/ 3008576 h 4882701"/>
                <a:gd name="connsiteX9587" fmla="*/ 3112179 w 4954903"/>
                <a:gd name="connsiteY9587" fmla="*/ 3012881 h 4882701"/>
                <a:gd name="connsiteX9588" fmla="*/ 3138008 w 4954903"/>
                <a:gd name="connsiteY9588" fmla="*/ 3006298 h 4882701"/>
                <a:gd name="connsiteX9589" fmla="*/ 3125347 w 4954903"/>
                <a:gd name="connsiteY9589" fmla="*/ 2990597 h 4882701"/>
                <a:gd name="connsiteX9590" fmla="*/ 3112179 w 4954903"/>
                <a:gd name="connsiteY9590" fmla="*/ 3012881 h 4882701"/>
                <a:gd name="connsiteX9591" fmla="*/ 3048620 w 4954903"/>
                <a:gd name="connsiteY9591" fmla="*/ 3009843 h 4882701"/>
                <a:gd name="connsiteX9592" fmla="*/ 3075462 w 4954903"/>
                <a:gd name="connsiteY9592" fmla="*/ 3004272 h 4882701"/>
                <a:gd name="connsiteX9593" fmla="*/ 3062547 w 4954903"/>
                <a:gd name="connsiteY9593" fmla="*/ 2988572 h 4882701"/>
                <a:gd name="connsiteX9594" fmla="*/ 3048620 w 4954903"/>
                <a:gd name="connsiteY9594" fmla="*/ 3009843 h 4882701"/>
                <a:gd name="connsiteX9595" fmla="*/ 2985566 w 4954903"/>
                <a:gd name="connsiteY9595" fmla="*/ 3007817 h 4882701"/>
                <a:gd name="connsiteX9596" fmla="*/ 3012662 w 4954903"/>
                <a:gd name="connsiteY9596" fmla="*/ 3002246 h 4882701"/>
                <a:gd name="connsiteX9597" fmla="*/ 2999241 w 4954903"/>
                <a:gd name="connsiteY9597" fmla="*/ 2986546 h 4882701"/>
                <a:gd name="connsiteX9598" fmla="*/ 2985566 w 4954903"/>
                <a:gd name="connsiteY9598" fmla="*/ 3007817 h 4882701"/>
                <a:gd name="connsiteX9599" fmla="*/ 2949102 w 4954903"/>
                <a:gd name="connsiteY9599" fmla="*/ 3000220 h 4882701"/>
                <a:gd name="connsiteX9600" fmla="*/ 2935428 w 4954903"/>
                <a:gd name="connsiteY9600" fmla="*/ 2984520 h 4882701"/>
                <a:gd name="connsiteX9601" fmla="*/ 2921753 w 4954903"/>
                <a:gd name="connsiteY9601" fmla="*/ 3005791 h 4882701"/>
                <a:gd name="connsiteX9602" fmla="*/ 2949102 w 4954903"/>
                <a:gd name="connsiteY9602" fmla="*/ 3000220 h 4882701"/>
                <a:gd name="connsiteX9603" fmla="*/ 2871108 w 4954903"/>
                <a:gd name="connsiteY9603" fmla="*/ 2982747 h 4882701"/>
                <a:gd name="connsiteX9604" fmla="*/ 2857434 w 4954903"/>
                <a:gd name="connsiteY9604" fmla="*/ 3004018 h 4882701"/>
                <a:gd name="connsiteX9605" fmla="*/ 2884782 w 4954903"/>
                <a:gd name="connsiteY9605" fmla="*/ 2998448 h 4882701"/>
                <a:gd name="connsiteX9606" fmla="*/ 2871108 w 4954903"/>
                <a:gd name="connsiteY9606" fmla="*/ 2982747 h 4882701"/>
                <a:gd name="connsiteX9607" fmla="*/ 2792862 w 4954903"/>
                <a:gd name="connsiteY9607" fmla="*/ 3002246 h 4882701"/>
                <a:gd name="connsiteX9608" fmla="*/ 2820463 w 4954903"/>
                <a:gd name="connsiteY9608" fmla="*/ 2996675 h 4882701"/>
                <a:gd name="connsiteX9609" fmla="*/ 2806536 w 4954903"/>
                <a:gd name="connsiteY9609" fmla="*/ 2980975 h 4882701"/>
                <a:gd name="connsiteX9610" fmla="*/ 2792862 w 4954903"/>
                <a:gd name="connsiteY9610" fmla="*/ 3002246 h 4882701"/>
                <a:gd name="connsiteX9611" fmla="*/ 2727782 w 4954903"/>
                <a:gd name="connsiteY9611" fmla="*/ 3000473 h 4882701"/>
                <a:gd name="connsiteX9612" fmla="*/ 2755384 w 4954903"/>
                <a:gd name="connsiteY9612" fmla="*/ 2994902 h 4882701"/>
                <a:gd name="connsiteX9613" fmla="*/ 2741203 w 4954903"/>
                <a:gd name="connsiteY9613" fmla="*/ 2979202 h 4882701"/>
                <a:gd name="connsiteX9614" fmla="*/ 2727782 w 4954903"/>
                <a:gd name="connsiteY9614" fmla="*/ 3000473 h 4882701"/>
                <a:gd name="connsiteX9615" fmla="*/ 2662197 w 4954903"/>
                <a:gd name="connsiteY9615" fmla="*/ 2998954 h 4882701"/>
                <a:gd name="connsiteX9616" fmla="*/ 2689799 w 4954903"/>
                <a:gd name="connsiteY9616" fmla="*/ 2993383 h 4882701"/>
                <a:gd name="connsiteX9617" fmla="*/ 2675618 w 4954903"/>
                <a:gd name="connsiteY9617" fmla="*/ 2977683 h 4882701"/>
                <a:gd name="connsiteX9618" fmla="*/ 2662197 w 4954903"/>
                <a:gd name="connsiteY9618" fmla="*/ 2998954 h 4882701"/>
                <a:gd name="connsiteX9619" fmla="*/ 2609526 w 4954903"/>
                <a:gd name="connsiteY9619" fmla="*/ 2976164 h 4882701"/>
                <a:gd name="connsiteX9620" fmla="*/ 2596105 w 4954903"/>
                <a:gd name="connsiteY9620" fmla="*/ 2997435 h 4882701"/>
                <a:gd name="connsiteX9621" fmla="*/ 2623960 w 4954903"/>
                <a:gd name="connsiteY9621" fmla="*/ 2991610 h 4882701"/>
                <a:gd name="connsiteX9622" fmla="*/ 2609526 w 4954903"/>
                <a:gd name="connsiteY9622" fmla="*/ 2976164 h 4882701"/>
                <a:gd name="connsiteX9623" fmla="*/ 2557868 w 4954903"/>
                <a:gd name="connsiteY9623" fmla="*/ 2990344 h 4882701"/>
                <a:gd name="connsiteX9624" fmla="*/ 2543181 w 4954903"/>
                <a:gd name="connsiteY9624" fmla="*/ 2974644 h 4882701"/>
                <a:gd name="connsiteX9625" fmla="*/ 2529760 w 4954903"/>
                <a:gd name="connsiteY9625" fmla="*/ 2995915 h 4882701"/>
                <a:gd name="connsiteX9626" fmla="*/ 2557868 w 4954903"/>
                <a:gd name="connsiteY9626" fmla="*/ 2990344 h 4882701"/>
                <a:gd name="connsiteX9627" fmla="*/ 2476329 w 4954903"/>
                <a:gd name="connsiteY9627" fmla="*/ 2973378 h 4882701"/>
                <a:gd name="connsiteX9628" fmla="*/ 2463161 w 4954903"/>
                <a:gd name="connsiteY9628" fmla="*/ 2994649 h 4882701"/>
                <a:gd name="connsiteX9629" fmla="*/ 2491269 w 4954903"/>
                <a:gd name="connsiteY9629" fmla="*/ 2988825 h 4882701"/>
                <a:gd name="connsiteX9630" fmla="*/ 2476329 w 4954903"/>
                <a:gd name="connsiteY9630" fmla="*/ 2973378 h 4882701"/>
                <a:gd name="connsiteX9631" fmla="*/ 2409478 w 4954903"/>
                <a:gd name="connsiteY9631" fmla="*/ 2972112 h 4882701"/>
                <a:gd name="connsiteX9632" fmla="*/ 2396563 w 4954903"/>
                <a:gd name="connsiteY9632" fmla="*/ 2993636 h 4882701"/>
                <a:gd name="connsiteX9633" fmla="*/ 2424671 w 4954903"/>
                <a:gd name="connsiteY9633" fmla="*/ 2987812 h 4882701"/>
                <a:gd name="connsiteX9634" fmla="*/ 2409478 w 4954903"/>
                <a:gd name="connsiteY9634" fmla="*/ 2972112 h 4882701"/>
                <a:gd name="connsiteX9635" fmla="*/ 2342119 w 4954903"/>
                <a:gd name="connsiteY9635" fmla="*/ 2970846 h 4882701"/>
                <a:gd name="connsiteX9636" fmla="*/ 2329205 w 4954903"/>
                <a:gd name="connsiteY9636" fmla="*/ 2992370 h 4882701"/>
                <a:gd name="connsiteX9637" fmla="*/ 2357313 w 4954903"/>
                <a:gd name="connsiteY9637" fmla="*/ 2986546 h 4882701"/>
                <a:gd name="connsiteX9638" fmla="*/ 2342119 w 4954903"/>
                <a:gd name="connsiteY9638" fmla="*/ 2970846 h 4882701"/>
                <a:gd name="connsiteX9639" fmla="*/ 2289955 w 4954903"/>
                <a:gd name="connsiteY9639" fmla="*/ 2985280 h 4882701"/>
                <a:gd name="connsiteX9640" fmla="*/ 2274508 w 4954903"/>
                <a:gd name="connsiteY9640" fmla="*/ 2969833 h 4882701"/>
                <a:gd name="connsiteX9641" fmla="*/ 2261847 w 4954903"/>
                <a:gd name="connsiteY9641" fmla="*/ 2991357 h 4882701"/>
                <a:gd name="connsiteX9642" fmla="*/ 2289955 w 4954903"/>
                <a:gd name="connsiteY9642" fmla="*/ 2985280 h 4882701"/>
                <a:gd name="connsiteX9643" fmla="*/ 2222344 w 4954903"/>
                <a:gd name="connsiteY9643" fmla="*/ 2984267 h 4882701"/>
                <a:gd name="connsiteX9644" fmla="*/ 2206897 w 4954903"/>
                <a:gd name="connsiteY9644" fmla="*/ 2968820 h 4882701"/>
                <a:gd name="connsiteX9645" fmla="*/ 2194236 w 4954903"/>
                <a:gd name="connsiteY9645" fmla="*/ 2990344 h 4882701"/>
                <a:gd name="connsiteX9646" fmla="*/ 2222344 w 4954903"/>
                <a:gd name="connsiteY9646" fmla="*/ 2984267 h 4882701"/>
                <a:gd name="connsiteX9647" fmla="*/ 2154732 w 4954903"/>
                <a:gd name="connsiteY9647" fmla="*/ 2983254 h 4882701"/>
                <a:gd name="connsiteX9648" fmla="*/ 2139032 w 4954903"/>
                <a:gd name="connsiteY9648" fmla="*/ 2967807 h 4882701"/>
                <a:gd name="connsiteX9649" fmla="*/ 2126371 w 4954903"/>
                <a:gd name="connsiteY9649" fmla="*/ 2989331 h 4882701"/>
                <a:gd name="connsiteX9650" fmla="*/ 2154732 w 4954903"/>
                <a:gd name="connsiteY9650" fmla="*/ 2983254 h 4882701"/>
                <a:gd name="connsiteX9651" fmla="*/ 2086868 w 4954903"/>
                <a:gd name="connsiteY9651" fmla="*/ 2982494 h 4882701"/>
                <a:gd name="connsiteX9652" fmla="*/ 2071168 w 4954903"/>
                <a:gd name="connsiteY9652" fmla="*/ 2967047 h 4882701"/>
                <a:gd name="connsiteX9653" fmla="*/ 2058506 w 4954903"/>
                <a:gd name="connsiteY9653" fmla="*/ 2988572 h 4882701"/>
                <a:gd name="connsiteX9654" fmla="*/ 2086868 w 4954903"/>
                <a:gd name="connsiteY9654" fmla="*/ 2982494 h 4882701"/>
                <a:gd name="connsiteX9655" fmla="*/ 2018750 w 4954903"/>
                <a:gd name="connsiteY9655" fmla="*/ 2981735 h 4882701"/>
                <a:gd name="connsiteX9656" fmla="*/ 2002797 w 4954903"/>
                <a:gd name="connsiteY9656" fmla="*/ 2966288 h 4882701"/>
                <a:gd name="connsiteX9657" fmla="*/ 1990642 w 4954903"/>
                <a:gd name="connsiteY9657" fmla="*/ 2987812 h 4882701"/>
                <a:gd name="connsiteX9658" fmla="*/ 2018750 w 4954903"/>
                <a:gd name="connsiteY9658" fmla="*/ 2981735 h 4882701"/>
                <a:gd name="connsiteX9659" fmla="*/ 1951139 w 4954903"/>
                <a:gd name="connsiteY9659" fmla="*/ 2981228 h 4882701"/>
                <a:gd name="connsiteX9660" fmla="*/ 1935439 w 4954903"/>
                <a:gd name="connsiteY9660" fmla="*/ 2965781 h 4882701"/>
                <a:gd name="connsiteX9661" fmla="*/ 1924550 w 4954903"/>
                <a:gd name="connsiteY9661" fmla="*/ 2988318 h 4882701"/>
                <a:gd name="connsiteX9662" fmla="*/ 1951139 w 4954903"/>
                <a:gd name="connsiteY9662" fmla="*/ 2981228 h 4882701"/>
                <a:gd name="connsiteX9663" fmla="*/ 1884793 w 4954903"/>
                <a:gd name="connsiteY9663" fmla="*/ 2980722 h 4882701"/>
                <a:gd name="connsiteX9664" fmla="*/ 1869093 w 4954903"/>
                <a:gd name="connsiteY9664" fmla="*/ 2965275 h 4882701"/>
                <a:gd name="connsiteX9665" fmla="*/ 1858458 w 4954903"/>
                <a:gd name="connsiteY9665" fmla="*/ 2987812 h 4882701"/>
                <a:gd name="connsiteX9666" fmla="*/ 1884793 w 4954903"/>
                <a:gd name="connsiteY9666" fmla="*/ 2980722 h 4882701"/>
                <a:gd name="connsiteX9667" fmla="*/ 1818955 w 4954903"/>
                <a:gd name="connsiteY9667" fmla="*/ 2980468 h 4882701"/>
                <a:gd name="connsiteX9668" fmla="*/ 1803255 w 4954903"/>
                <a:gd name="connsiteY9668" fmla="*/ 2965022 h 4882701"/>
                <a:gd name="connsiteX9669" fmla="*/ 1792873 w 4954903"/>
                <a:gd name="connsiteY9669" fmla="*/ 2987812 h 4882701"/>
                <a:gd name="connsiteX9670" fmla="*/ 1818955 w 4954903"/>
                <a:gd name="connsiteY9670" fmla="*/ 2980468 h 4882701"/>
                <a:gd name="connsiteX9671" fmla="*/ 1753876 w 4954903"/>
                <a:gd name="connsiteY9671" fmla="*/ 2979962 h 4882701"/>
                <a:gd name="connsiteX9672" fmla="*/ 1738429 w 4954903"/>
                <a:gd name="connsiteY9672" fmla="*/ 2964515 h 4882701"/>
                <a:gd name="connsiteX9673" fmla="*/ 1728553 w 4954903"/>
                <a:gd name="connsiteY9673" fmla="*/ 2987306 h 4882701"/>
                <a:gd name="connsiteX9674" fmla="*/ 1753876 w 4954903"/>
                <a:gd name="connsiteY9674" fmla="*/ 2979962 h 4882701"/>
                <a:gd name="connsiteX9675" fmla="*/ 1690063 w 4954903"/>
                <a:gd name="connsiteY9675" fmla="*/ 2979962 h 4882701"/>
                <a:gd name="connsiteX9676" fmla="*/ 1674616 w 4954903"/>
                <a:gd name="connsiteY9676" fmla="*/ 2964515 h 4882701"/>
                <a:gd name="connsiteX9677" fmla="*/ 1664993 w 4954903"/>
                <a:gd name="connsiteY9677" fmla="*/ 2987306 h 4882701"/>
                <a:gd name="connsiteX9678" fmla="*/ 1690063 w 4954903"/>
                <a:gd name="connsiteY9678" fmla="*/ 2979962 h 4882701"/>
                <a:gd name="connsiteX9679" fmla="*/ 1627010 w 4954903"/>
                <a:gd name="connsiteY9679" fmla="*/ 2979709 h 4882701"/>
                <a:gd name="connsiteX9680" fmla="*/ 1611563 w 4954903"/>
                <a:gd name="connsiteY9680" fmla="*/ 2964262 h 4882701"/>
                <a:gd name="connsiteX9681" fmla="*/ 1602193 w 4954903"/>
                <a:gd name="connsiteY9681" fmla="*/ 2987052 h 4882701"/>
                <a:gd name="connsiteX9682" fmla="*/ 1627010 w 4954903"/>
                <a:gd name="connsiteY9682" fmla="*/ 2979709 h 4882701"/>
                <a:gd name="connsiteX9683" fmla="*/ 1564716 w 4954903"/>
                <a:gd name="connsiteY9683" fmla="*/ 2979709 h 4882701"/>
                <a:gd name="connsiteX9684" fmla="*/ 1549269 w 4954903"/>
                <a:gd name="connsiteY9684" fmla="*/ 2964515 h 4882701"/>
                <a:gd name="connsiteX9685" fmla="*/ 1540406 w 4954903"/>
                <a:gd name="connsiteY9685" fmla="*/ 2987306 h 4882701"/>
                <a:gd name="connsiteX9686" fmla="*/ 1564716 w 4954903"/>
                <a:gd name="connsiteY9686" fmla="*/ 2979709 h 4882701"/>
                <a:gd name="connsiteX9687" fmla="*/ 1503435 w 4954903"/>
                <a:gd name="connsiteY9687" fmla="*/ 2979962 h 4882701"/>
                <a:gd name="connsiteX9688" fmla="*/ 1488242 w 4954903"/>
                <a:gd name="connsiteY9688" fmla="*/ 2964768 h 4882701"/>
                <a:gd name="connsiteX9689" fmla="*/ 1479632 w 4954903"/>
                <a:gd name="connsiteY9689" fmla="*/ 2987559 h 4882701"/>
                <a:gd name="connsiteX9690" fmla="*/ 1503435 w 4954903"/>
                <a:gd name="connsiteY9690" fmla="*/ 2979962 h 4882701"/>
                <a:gd name="connsiteX9691" fmla="*/ 1443168 w 4954903"/>
                <a:gd name="connsiteY9691" fmla="*/ 2980215 h 4882701"/>
                <a:gd name="connsiteX9692" fmla="*/ 1428227 w 4954903"/>
                <a:gd name="connsiteY9692" fmla="*/ 2965022 h 4882701"/>
                <a:gd name="connsiteX9693" fmla="*/ 1419871 w 4954903"/>
                <a:gd name="connsiteY9693" fmla="*/ 2987812 h 4882701"/>
                <a:gd name="connsiteX9694" fmla="*/ 1443168 w 4954903"/>
                <a:gd name="connsiteY9694" fmla="*/ 2980215 h 4882701"/>
                <a:gd name="connsiteX9695" fmla="*/ 1384166 w 4954903"/>
                <a:gd name="connsiteY9695" fmla="*/ 2980468 h 4882701"/>
                <a:gd name="connsiteX9696" fmla="*/ 1369226 w 4954903"/>
                <a:gd name="connsiteY9696" fmla="*/ 2965275 h 4882701"/>
                <a:gd name="connsiteX9697" fmla="*/ 1362135 w 4954903"/>
                <a:gd name="connsiteY9697" fmla="*/ 2989078 h 4882701"/>
                <a:gd name="connsiteX9698" fmla="*/ 1384166 w 4954903"/>
                <a:gd name="connsiteY9698" fmla="*/ 2980468 h 4882701"/>
                <a:gd name="connsiteX9699" fmla="*/ 1325671 w 4954903"/>
                <a:gd name="connsiteY9699" fmla="*/ 2980975 h 4882701"/>
                <a:gd name="connsiteX9700" fmla="*/ 1310984 w 4954903"/>
                <a:gd name="connsiteY9700" fmla="*/ 2965781 h 4882701"/>
                <a:gd name="connsiteX9701" fmla="*/ 1304147 w 4954903"/>
                <a:gd name="connsiteY9701" fmla="*/ 2989585 h 4882701"/>
                <a:gd name="connsiteX9702" fmla="*/ 1325671 w 4954903"/>
                <a:gd name="connsiteY9702" fmla="*/ 2980975 h 4882701"/>
                <a:gd name="connsiteX9703" fmla="*/ 1268442 w 4954903"/>
                <a:gd name="connsiteY9703" fmla="*/ 2981481 h 4882701"/>
                <a:gd name="connsiteX9704" fmla="*/ 1253755 w 4954903"/>
                <a:gd name="connsiteY9704" fmla="*/ 2966288 h 4882701"/>
                <a:gd name="connsiteX9705" fmla="*/ 1247171 w 4954903"/>
                <a:gd name="connsiteY9705" fmla="*/ 2990091 h 4882701"/>
                <a:gd name="connsiteX9706" fmla="*/ 1268442 w 4954903"/>
                <a:gd name="connsiteY9706" fmla="*/ 2981481 h 4882701"/>
                <a:gd name="connsiteX9707" fmla="*/ 1212479 w 4954903"/>
                <a:gd name="connsiteY9707" fmla="*/ 2981988 h 4882701"/>
                <a:gd name="connsiteX9708" fmla="*/ 1198045 w 4954903"/>
                <a:gd name="connsiteY9708" fmla="*/ 2966794 h 4882701"/>
                <a:gd name="connsiteX9709" fmla="*/ 1191968 w 4954903"/>
                <a:gd name="connsiteY9709" fmla="*/ 2990597 h 4882701"/>
                <a:gd name="connsiteX9710" fmla="*/ 1212479 w 4954903"/>
                <a:gd name="connsiteY9710" fmla="*/ 2981988 h 4882701"/>
                <a:gd name="connsiteX9711" fmla="*/ 1157276 w 4954903"/>
                <a:gd name="connsiteY9711" fmla="*/ 2982747 h 4882701"/>
                <a:gd name="connsiteX9712" fmla="*/ 1142842 w 4954903"/>
                <a:gd name="connsiteY9712" fmla="*/ 2967554 h 4882701"/>
                <a:gd name="connsiteX9713" fmla="*/ 1137018 w 4954903"/>
                <a:gd name="connsiteY9713" fmla="*/ 2991357 h 4882701"/>
                <a:gd name="connsiteX9714" fmla="*/ 1157276 w 4954903"/>
                <a:gd name="connsiteY9714" fmla="*/ 2982747 h 4882701"/>
                <a:gd name="connsiteX9715" fmla="*/ 1103338 w 4954903"/>
                <a:gd name="connsiteY9715" fmla="*/ 2983507 h 4882701"/>
                <a:gd name="connsiteX9716" fmla="*/ 1089158 w 4954903"/>
                <a:gd name="connsiteY9716" fmla="*/ 2968314 h 4882701"/>
                <a:gd name="connsiteX9717" fmla="*/ 1083587 w 4954903"/>
                <a:gd name="connsiteY9717" fmla="*/ 2992117 h 4882701"/>
                <a:gd name="connsiteX9718" fmla="*/ 1103338 w 4954903"/>
                <a:gd name="connsiteY9718" fmla="*/ 2983507 h 4882701"/>
                <a:gd name="connsiteX9719" fmla="*/ 4871846 w 4954903"/>
                <a:gd name="connsiteY9719" fmla="*/ 3108601 h 4882701"/>
                <a:gd name="connsiteX9720" fmla="*/ 4875138 w 4954903"/>
                <a:gd name="connsiteY9720" fmla="*/ 3096952 h 4882701"/>
                <a:gd name="connsiteX9721" fmla="*/ 4878936 w 4954903"/>
                <a:gd name="connsiteY9721" fmla="*/ 3080746 h 4882701"/>
                <a:gd name="connsiteX9722" fmla="*/ 4878936 w 4954903"/>
                <a:gd name="connsiteY9722" fmla="*/ 3080746 h 4882701"/>
                <a:gd name="connsiteX9723" fmla="*/ 4871846 w 4954903"/>
                <a:gd name="connsiteY9723" fmla="*/ 3108601 h 4882701"/>
                <a:gd name="connsiteX9724" fmla="*/ 4877670 w 4954903"/>
                <a:gd name="connsiteY9724" fmla="*/ 3077454 h 4882701"/>
                <a:gd name="connsiteX9725" fmla="*/ 4877670 w 4954903"/>
                <a:gd name="connsiteY9725" fmla="*/ 3077454 h 4882701"/>
                <a:gd name="connsiteX9726" fmla="*/ 4870580 w 4954903"/>
                <a:gd name="connsiteY9726" fmla="*/ 3105056 h 4882701"/>
                <a:gd name="connsiteX9727" fmla="*/ 4874125 w 4954903"/>
                <a:gd name="connsiteY9727" fmla="*/ 3093407 h 4882701"/>
                <a:gd name="connsiteX9728" fmla="*/ 4877670 w 4954903"/>
                <a:gd name="connsiteY9728" fmla="*/ 3077454 h 4882701"/>
                <a:gd name="connsiteX9729" fmla="*/ 4874378 w 4954903"/>
                <a:gd name="connsiteY9729" fmla="*/ 3074162 h 4882701"/>
                <a:gd name="connsiteX9730" fmla="*/ 4874378 w 4954903"/>
                <a:gd name="connsiteY9730" fmla="*/ 3074162 h 4882701"/>
                <a:gd name="connsiteX9731" fmla="*/ 4867288 w 4954903"/>
                <a:gd name="connsiteY9731" fmla="*/ 3101764 h 4882701"/>
                <a:gd name="connsiteX9732" fmla="*/ 4871339 w 4954903"/>
                <a:gd name="connsiteY9732" fmla="*/ 3090115 h 4882701"/>
                <a:gd name="connsiteX9733" fmla="*/ 4874378 w 4954903"/>
                <a:gd name="connsiteY9733" fmla="*/ 3074162 h 4882701"/>
                <a:gd name="connsiteX9734" fmla="*/ 4869314 w 4954903"/>
                <a:gd name="connsiteY9734" fmla="*/ 3070364 h 4882701"/>
                <a:gd name="connsiteX9735" fmla="*/ 4862223 w 4954903"/>
                <a:gd name="connsiteY9735" fmla="*/ 3097965 h 4882701"/>
                <a:gd name="connsiteX9736" fmla="*/ 4866782 w 4954903"/>
                <a:gd name="connsiteY9736" fmla="*/ 3086570 h 4882701"/>
                <a:gd name="connsiteX9737" fmla="*/ 4869314 w 4954903"/>
                <a:gd name="connsiteY9737" fmla="*/ 3070364 h 4882701"/>
                <a:gd name="connsiteX9738" fmla="*/ 4859944 w 4954903"/>
                <a:gd name="connsiteY9738" fmla="*/ 3083025 h 4882701"/>
                <a:gd name="connsiteX9739" fmla="*/ 4861970 w 4954903"/>
                <a:gd name="connsiteY9739" fmla="*/ 3066818 h 4882701"/>
                <a:gd name="connsiteX9740" fmla="*/ 4854627 w 4954903"/>
                <a:gd name="connsiteY9740" fmla="*/ 3094420 h 4882701"/>
                <a:gd name="connsiteX9741" fmla="*/ 4859944 w 4954903"/>
                <a:gd name="connsiteY9741" fmla="*/ 3083025 h 4882701"/>
                <a:gd name="connsiteX9742" fmla="*/ 4853107 w 4954903"/>
                <a:gd name="connsiteY9742" fmla="*/ 3063273 h 4882701"/>
                <a:gd name="connsiteX9743" fmla="*/ 4845511 w 4954903"/>
                <a:gd name="connsiteY9743" fmla="*/ 3090622 h 4882701"/>
                <a:gd name="connsiteX9744" fmla="*/ 4851335 w 4954903"/>
                <a:gd name="connsiteY9744" fmla="*/ 3079480 h 4882701"/>
                <a:gd name="connsiteX9745" fmla="*/ 4851335 w 4954903"/>
                <a:gd name="connsiteY9745" fmla="*/ 3079480 h 4882701"/>
                <a:gd name="connsiteX9746" fmla="*/ 4853107 w 4954903"/>
                <a:gd name="connsiteY9746" fmla="*/ 3063273 h 4882701"/>
                <a:gd name="connsiteX9747" fmla="*/ 4841966 w 4954903"/>
                <a:gd name="connsiteY9747" fmla="*/ 3059475 h 4882701"/>
                <a:gd name="connsiteX9748" fmla="*/ 4834369 w 4954903"/>
                <a:gd name="connsiteY9748" fmla="*/ 3086823 h 4882701"/>
                <a:gd name="connsiteX9749" fmla="*/ 4840699 w 4954903"/>
                <a:gd name="connsiteY9749" fmla="*/ 3075681 h 4882701"/>
                <a:gd name="connsiteX9750" fmla="*/ 4841966 w 4954903"/>
                <a:gd name="connsiteY9750" fmla="*/ 3059475 h 4882701"/>
                <a:gd name="connsiteX9751" fmla="*/ 4828798 w 4954903"/>
                <a:gd name="connsiteY9751" fmla="*/ 3055676 h 4882701"/>
                <a:gd name="connsiteX9752" fmla="*/ 4821201 w 4954903"/>
                <a:gd name="connsiteY9752" fmla="*/ 3083025 h 4882701"/>
                <a:gd name="connsiteX9753" fmla="*/ 4828038 w 4954903"/>
                <a:gd name="connsiteY9753" fmla="*/ 3071883 h 4882701"/>
                <a:gd name="connsiteX9754" fmla="*/ 4828798 w 4954903"/>
                <a:gd name="connsiteY9754" fmla="*/ 3055676 h 4882701"/>
                <a:gd name="connsiteX9755" fmla="*/ 4813604 w 4954903"/>
                <a:gd name="connsiteY9755" fmla="*/ 3068338 h 4882701"/>
                <a:gd name="connsiteX9756" fmla="*/ 4813857 w 4954903"/>
                <a:gd name="connsiteY9756" fmla="*/ 3052131 h 4882701"/>
                <a:gd name="connsiteX9757" fmla="*/ 4806007 w 4954903"/>
                <a:gd name="connsiteY9757" fmla="*/ 3078973 h 4882701"/>
                <a:gd name="connsiteX9758" fmla="*/ 4813604 w 4954903"/>
                <a:gd name="connsiteY9758" fmla="*/ 3068338 h 4882701"/>
                <a:gd name="connsiteX9759" fmla="*/ 4797398 w 4954903"/>
                <a:gd name="connsiteY9759" fmla="*/ 3064539 h 4882701"/>
                <a:gd name="connsiteX9760" fmla="*/ 4797398 w 4954903"/>
                <a:gd name="connsiteY9760" fmla="*/ 3048333 h 4882701"/>
                <a:gd name="connsiteX9761" fmla="*/ 4789294 w 4954903"/>
                <a:gd name="connsiteY9761" fmla="*/ 3075175 h 4882701"/>
                <a:gd name="connsiteX9762" fmla="*/ 4797398 w 4954903"/>
                <a:gd name="connsiteY9762" fmla="*/ 3064539 h 4882701"/>
                <a:gd name="connsiteX9763" fmla="*/ 4770556 w 4954903"/>
                <a:gd name="connsiteY9763" fmla="*/ 3071377 h 4882701"/>
                <a:gd name="connsiteX9764" fmla="*/ 4779165 w 4954903"/>
                <a:gd name="connsiteY9764" fmla="*/ 3060741 h 4882701"/>
                <a:gd name="connsiteX9765" fmla="*/ 4778659 w 4954903"/>
                <a:gd name="connsiteY9765" fmla="*/ 3044535 h 4882701"/>
                <a:gd name="connsiteX9766" fmla="*/ 4770556 w 4954903"/>
                <a:gd name="connsiteY9766" fmla="*/ 3071377 h 4882701"/>
                <a:gd name="connsiteX9767" fmla="*/ 4759414 w 4954903"/>
                <a:gd name="connsiteY9767" fmla="*/ 3057196 h 4882701"/>
                <a:gd name="connsiteX9768" fmla="*/ 4758401 w 4954903"/>
                <a:gd name="connsiteY9768" fmla="*/ 3040989 h 4882701"/>
                <a:gd name="connsiteX9769" fmla="*/ 4750044 w 4954903"/>
                <a:gd name="connsiteY9769" fmla="*/ 3067325 h 4882701"/>
                <a:gd name="connsiteX9770" fmla="*/ 4759414 w 4954903"/>
                <a:gd name="connsiteY9770" fmla="*/ 3057196 h 4882701"/>
                <a:gd name="connsiteX9771" fmla="*/ 4737890 w 4954903"/>
                <a:gd name="connsiteY9771" fmla="*/ 3053398 h 4882701"/>
                <a:gd name="connsiteX9772" fmla="*/ 4736623 w 4954903"/>
                <a:gd name="connsiteY9772" fmla="*/ 3037191 h 4882701"/>
                <a:gd name="connsiteX9773" fmla="*/ 4728014 w 4954903"/>
                <a:gd name="connsiteY9773" fmla="*/ 3063527 h 4882701"/>
                <a:gd name="connsiteX9774" fmla="*/ 4737890 w 4954903"/>
                <a:gd name="connsiteY9774" fmla="*/ 3053398 h 4882701"/>
                <a:gd name="connsiteX9775" fmla="*/ 4714846 w 4954903"/>
                <a:gd name="connsiteY9775" fmla="*/ 3049852 h 4882701"/>
                <a:gd name="connsiteX9776" fmla="*/ 4713073 w 4954903"/>
                <a:gd name="connsiteY9776" fmla="*/ 3033646 h 4882701"/>
                <a:gd name="connsiteX9777" fmla="*/ 4704464 w 4954903"/>
                <a:gd name="connsiteY9777" fmla="*/ 3059981 h 4882701"/>
                <a:gd name="connsiteX9778" fmla="*/ 4714846 w 4954903"/>
                <a:gd name="connsiteY9778" fmla="*/ 3049852 h 4882701"/>
                <a:gd name="connsiteX9779" fmla="*/ 4687751 w 4954903"/>
                <a:gd name="connsiteY9779" fmla="*/ 3029848 h 4882701"/>
                <a:gd name="connsiteX9780" fmla="*/ 4678635 w 4954903"/>
                <a:gd name="connsiteY9780" fmla="*/ 3055676 h 4882701"/>
                <a:gd name="connsiteX9781" fmla="*/ 4690030 w 4954903"/>
                <a:gd name="connsiteY9781" fmla="*/ 3046307 h 4882701"/>
                <a:gd name="connsiteX9782" fmla="*/ 4687751 w 4954903"/>
                <a:gd name="connsiteY9782" fmla="*/ 3029848 h 4882701"/>
                <a:gd name="connsiteX9783" fmla="*/ 4660909 w 4954903"/>
                <a:gd name="connsiteY9783" fmla="*/ 3026302 h 4882701"/>
                <a:gd name="connsiteX9784" fmla="*/ 4651793 w 4954903"/>
                <a:gd name="connsiteY9784" fmla="*/ 3052131 h 4882701"/>
                <a:gd name="connsiteX9785" fmla="*/ 4663694 w 4954903"/>
                <a:gd name="connsiteY9785" fmla="*/ 3042509 h 4882701"/>
                <a:gd name="connsiteX9786" fmla="*/ 4660909 w 4954903"/>
                <a:gd name="connsiteY9786" fmla="*/ 3026302 h 4882701"/>
                <a:gd name="connsiteX9787" fmla="*/ 4635333 w 4954903"/>
                <a:gd name="connsiteY9787" fmla="*/ 3038964 h 4882701"/>
                <a:gd name="connsiteX9788" fmla="*/ 4632294 w 4954903"/>
                <a:gd name="connsiteY9788" fmla="*/ 3022757 h 4882701"/>
                <a:gd name="connsiteX9789" fmla="*/ 4622925 w 4954903"/>
                <a:gd name="connsiteY9789" fmla="*/ 3048586 h 4882701"/>
                <a:gd name="connsiteX9790" fmla="*/ 4635333 w 4954903"/>
                <a:gd name="connsiteY9790" fmla="*/ 3038964 h 4882701"/>
                <a:gd name="connsiteX9791" fmla="*/ 4602414 w 4954903"/>
                <a:gd name="connsiteY9791" fmla="*/ 3018959 h 4882701"/>
                <a:gd name="connsiteX9792" fmla="*/ 4592538 w 4954903"/>
                <a:gd name="connsiteY9792" fmla="*/ 3044028 h 4882701"/>
                <a:gd name="connsiteX9793" fmla="*/ 4605706 w 4954903"/>
                <a:gd name="connsiteY9793" fmla="*/ 3035165 h 4882701"/>
                <a:gd name="connsiteX9794" fmla="*/ 4602414 w 4954903"/>
                <a:gd name="connsiteY9794" fmla="*/ 3018959 h 4882701"/>
                <a:gd name="connsiteX9795" fmla="*/ 4574812 w 4954903"/>
                <a:gd name="connsiteY9795" fmla="*/ 3031620 h 4882701"/>
                <a:gd name="connsiteX9796" fmla="*/ 4571014 w 4954903"/>
                <a:gd name="connsiteY9796" fmla="*/ 3015414 h 4882701"/>
                <a:gd name="connsiteX9797" fmla="*/ 4561138 w 4954903"/>
                <a:gd name="connsiteY9797" fmla="*/ 3040483 h 4882701"/>
                <a:gd name="connsiteX9798" fmla="*/ 4574812 w 4954903"/>
                <a:gd name="connsiteY9798" fmla="*/ 3031620 h 4882701"/>
                <a:gd name="connsiteX9799" fmla="*/ 4542146 w 4954903"/>
                <a:gd name="connsiteY9799" fmla="*/ 3028075 h 4882701"/>
                <a:gd name="connsiteX9800" fmla="*/ 4537841 w 4954903"/>
                <a:gd name="connsiteY9800" fmla="*/ 3011869 h 4882701"/>
                <a:gd name="connsiteX9801" fmla="*/ 4527712 w 4954903"/>
                <a:gd name="connsiteY9801" fmla="*/ 3036938 h 4882701"/>
                <a:gd name="connsiteX9802" fmla="*/ 4542146 w 4954903"/>
                <a:gd name="connsiteY9802" fmla="*/ 3028075 h 4882701"/>
                <a:gd name="connsiteX9803" fmla="*/ 4507961 w 4954903"/>
                <a:gd name="connsiteY9803" fmla="*/ 3024530 h 4882701"/>
                <a:gd name="connsiteX9804" fmla="*/ 4503402 w 4954903"/>
                <a:gd name="connsiteY9804" fmla="*/ 3008323 h 4882701"/>
                <a:gd name="connsiteX9805" fmla="*/ 4493273 w 4954903"/>
                <a:gd name="connsiteY9805" fmla="*/ 3033393 h 4882701"/>
                <a:gd name="connsiteX9806" fmla="*/ 4507961 w 4954903"/>
                <a:gd name="connsiteY9806" fmla="*/ 3024530 h 4882701"/>
                <a:gd name="connsiteX9807" fmla="*/ 4472509 w 4954903"/>
                <a:gd name="connsiteY9807" fmla="*/ 3021238 h 4882701"/>
                <a:gd name="connsiteX9808" fmla="*/ 4467444 w 4954903"/>
                <a:gd name="connsiteY9808" fmla="*/ 3005031 h 4882701"/>
                <a:gd name="connsiteX9809" fmla="*/ 4457315 w 4954903"/>
                <a:gd name="connsiteY9809" fmla="*/ 3030101 h 4882701"/>
                <a:gd name="connsiteX9810" fmla="*/ 4472509 w 4954903"/>
                <a:gd name="connsiteY9810" fmla="*/ 3021238 h 4882701"/>
                <a:gd name="connsiteX9811" fmla="*/ 4435538 w 4954903"/>
                <a:gd name="connsiteY9811" fmla="*/ 3017693 h 4882701"/>
                <a:gd name="connsiteX9812" fmla="*/ 4430220 w 4954903"/>
                <a:gd name="connsiteY9812" fmla="*/ 3001486 h 4882701"/>
                <a:gd name="connsiteX9813" fmla="*/ 4419331 w 4954903"/>
                <a:gd name="connsiteY9813" fmla="*/ 3025796 h 4882701"/>
                <a:gd name="connsiteX9814" fmla="*/ 4435538 w 4954903"/>
                <a:gd name="connsiteY9814" fmla="*/ 3017693 h 4882701"/>
                <a:gd name="connsiteX9815" fmla="*/ 4397047 w 4954903"/>
                <a:gd name="connsiteY9815" fmla="*/ 3014147 h 4882701"/>
                <a:gd name="connsiteX9816" fmla="*/ 4391476 w 4954903"/>
                <a:gd name="connsiteY9816" fmla="*/ 2997941 h 4882701"/>
                <a:gd name="connsiteX9817" fmla="*/ 4380588 w 4954903"/>
                <a:gd name="connsiteY9817" fmla="*/ 3022251 h 4882701"/>
                <a:gd name="connsiteX9818" fmla="*/ 4397047 w 4954903"/>
                <a:gd name="connsiteY9818" fmla="*/ 3014147 h 4882701"/>
                <a:gd name="connsiteX9819" fmla="*/ 4357544 w 4954903"/>
                <a:gd name="connsiteY9819" fmla="*/ 3010856 h 4882701"/>
                <a:gd name="connsiteX9820" fmla="*/ 4351467 w 4954903"/>
                <a:gd name="connsiteY9820" fmla="*/ 2994649 h 4882701"/>
                <a:gd name="connsiteX9821" fmla="*/ 4340325 w 4954903"/>
                <a:gd name="connsiteY9821" fmla="*/ 3018959 h 4882701"/>
                <a:gd name="connsiteX9822" fmla="*/ 4357544 w 4954903"/>
                <a:gd name="connsiteY9822" fmla="*/ 3010856 h 4882701"/>
                <a:gd name="connsiteX9823" fmla="*/ 4309938 w 4954903"/>
                <a:gd name="connsiteY9823" fmla="*/ 2991104 h 4882701"/>
                <a:gd name="connsiteX9824" fmla="*/ 4298796 w 4954903"/>
                <a:gd name="connsiteY9824" fmla="*/ 3015414 h 4882701"/>
                <a:gd name="connsiteX9825" fmla="*/ 4316522 w 4954903"/>
                <a:gd name="connsiteY9825" fmla="*/ 3007310 h 4882701"/>
                <a:gd name="connsiteX9826" fmla="*/ 4309938 w 4954903"/>
                <a:gd name="connsiteY9826" fmla="*/ 2991104 h 4882701"/>
                <a:gd name="connsiteX9827" fmla="*/ 3935670 w 4954903"/>
                <a:gd name="connsiteY9827" fmla="*/ 2965781 h 4882701"/>
                <a:gd name="connsiteX9828" fmla="*/ 3923515 w 4954903"/>
                <a:gd name="connsiteY9828" fmla="*/ 2989331 h 4882701"/>
                <a:gd name="connsiteX9829" fmla="*/ 3944786 w 4954903"/>
                <a:gd name="connsiteY9829" fmla="*/ 2981988 h 4882701"/>
                <a:gd name="connsiteX9830" fmla="*/ 3935670 w 4954903"/>
                <a:gd name="connsiteY9830" fmla="*/ 2965781 h 4882701"/>
                <a:gd name="connsiteX9831" fmla="*/ 3883758 w 4954903"/>
                <a:gd name="connsiteY9831" fmla="*/ 2962743 h 4882701"/>
                <a:gd name="connsiteX9832" fmla="*/ 3870844 w 4954903"/>
                <a:gd name="connsiteY9832" fmla="*/ 2985280 h 4882701"/>
                <a:gd name="connsiteX9833" fmla="*/ 3893128 w 4954903"/>
                <a:gd name="connsiteY9833" fmla="*/ 2978949 h 4882701"/>
                <a:gd name="connsiteX9834" fmla="*/ 3883758 w 4954903"/>
                <a:gd name="connsiteY9834" fmla="*/ 2962743 h 4882701"/>
                <a:gd name="connsiteX9835" fmla="*/ 3840710 w 4954903"/>
                <a:gd name="connsiteY9835" fmla="*/ 2975910 h 4882701"/>
                <a:gd name="connsiteX9836" fmla="*/ 3830834 w 4954903"/>
                <a:gd name="connsiteY9836" fmla="*/ 2959704 h 4882701"/>
                <a:gd name="connsiteX9837" fmla="*/ 3817920 w 4954903"/>
                <a:gd name="connsiteY9837" fmla="*/ 2982241 h 4882701"/>
                <a:gd name="connsiteX9838" fmla="*/ 3840710 w 4954903"/>
                <a:gd name="connsiteY9838" fmla="*/ 2975910 h 4882701"/>
                <a:gd name="connsiteX9839" fmla="*/ 3787533 w 4954903"/>
                <a:gd name="connsiteY9839" fmla="*/ 2973125 h 4882701"/>
                <a:gd name="connsiteX9840" fmla="*/ 3777404 w 4954903"/>
                <a:gd name="connsiteY9840" fmla="*/ 2956918 h 4882701"/>
                <a:gd name="connsiteX9841" fmla="*/ 3764489 w 4954903"/>
                <a:gd name="connsiteY9841" fmla="*/ 2979456 h 4882701"/>
                <a:gd name="connsiteX9842" fmla="*/ 3787533 w 4954903"/>
                <a:gd name="connsiteY9842" fmla="*/ 2973125 h 4882701"/>
                <a:gd name="connsiteX9843" fmla="*/ 3732836 w 4954903"/>
                <a:gd name="connsiteY9843" fmla="*/ 2970339 h 4882701"/>
                <a:gd name="connsiteX9844" fmla="*/ 3722454 w 4954903"/>
                <a:gd name="connsiteY9844" fmla="*/ 2954133 h 4882701"/>
                <a:gd name="connsiteX9845" fmla="*/ 3709539 w 4954903"/>
                <a:gd name="connsiteY9845" fmla="*/ 2976670 h 4882701"/>
                <a:gd name="connsiteX9846" fmla="*/ 3732836 w 4954903"/>
                <a:gd name="connsiteY9846" fmla="*/ 2970339 h 4882701"/>
                <a:gd name="connsiteX9847" fmla="*/ 3677633 w 4954903"/>
                <a:gd name="connsiteY9847" fmla="*/ 2967554 h 4882701"/>
                <a:gd name="connsiteX9848" fmla="*/ 3666997 w 4954903"/>
                <a:gd name="connsiteY9848" fmla="*/ 2951348 h 4882701"/>
                <a:gd name="connsiteX9849" fmla="*/ 3653829 w 4954903"/>
                <a:gd name="connsiteY9849" fmla="*/ 2973885 h 4882701"/>
                <a:gd name="connsiteX9850" fmla="*/ 3677633 w 4954903"/>
                <a:gd name="connsiteY9850" fmla="*/ 2967554 h 4882701"/>
                <a:gd name="connsiteX9851" fmla="*/ 3621416 w 4954903"/>
                <a:gd name="connsiteY9851" fmla="*/ 2964768 h 4882701"/>
                <a:gd name="connsiteX9852" fmla="*/ 3610275 w 4954903"/>
                <a:gd name="connsiteY9852" fmla="*/ 2948562 h 4882701"/>
                <a:gd name="connsiteX9853" fmla="*/ 3597107 w 4954903"/>
                <a:gd name="connsiteY9853" fmla="*/ 2971099 h 4882701"/>
                <a:gd name="connsiteX9854" fmla="*/ 3621416 w 4954903"/>
                <a:gd name="connsiteY9854" fmla="*/ 2964768 h 4882701"/>
                <a:gd name="connsiteX9855" fmla="*/ 3564188 w 4954903"/>
                <a:gd name="connsiteY9855" fmla="*/ 2962236 h 4882701"/>
                <a:gd name="connsiteX9856" fmla="*/ 3553046 w 4954903"/>
                <a:gd name="connsiteY9856" fmla="*/ 2946030 h 4882701"/>
                <a:gd name="connsiteX9857" fmla="*/ 3539878 w 4954903"/>
                <a:gd name="connsiteY9857" fmla="*/ 2968567 h 4882701"/>
                <a:gd name="connsiteX9858" fmla="*/ 3564188 w 4954903"/>
                <a:gd name="connsiteY9858" fmla="*/ 2962236 h 4882701"/>
                <a:gd name="connsiteX9859" fmla="*/ 3506452 w 4954903"/>
                <a:gd name="connsiteY9859" fmla="*/ 2959704 h 4882701"/>
                <a:gd name="connsiteX9860" fmla="*/ 3495057 w 4954903"/>
                <a:gd name="connsiteY9860" fmla="*/ 2943497 h 4882701"/>
                <a:gd name="connsiteX9861" fmla="*/ 3481889 w 4954903"/>
                <a:gd name="connsiteY9861" fmla="*/ 2966034 h 4882701"/>
                <a:gd name="connsiteX9862" fmla="*/ 3506452 w 4954903"/>
                <a:gd name="connsiteY9862" fmla="*/ 2959704 h 4882701"/>
                <a:gd name="connsiteX9863" fmla="*/ 3447703 w 4954903"/>
                <a:gd name="connsiteY9863" fmla="*/ 2957172 h 4882701"/>
                <a:gd name="connsiteX9864" fmla="*/ 3435802 w 4954903"/>
                <a:gd name="connsiteY9864" fmla="*/ 2940965 h 4882701"/>
                <a:gd name="connsiteX9865" fmla="*/ 3422634 w 4954903"/>
                <a:gd name="connsiteY9865" fmla="*/ 2963502 h 4882701"/>
                <a:gd name="connsiteX9866" fmla="*/ 3447703 w 4954903"/>
                <a:gd name="connsiteY9866" fmla="*/ 2957172 h 4882701"/>
                <a:gd name="connsiteX9867" fmla="*/ 3388449 w 4954903"/>
                <a:gd name="connsiteY9867" fmla="*/ 2954639 h 4882701"/>
                <a:gd name="connsiteX9868" fmla="*/ 3376294 w 4954903"/>
                <a:gd name="connsiteY9868" fmla="*/ 2938433 h 4882701"/>
                <a:gd name="connsiteX9869" fmla="*/ 3363126 w 4954903"/>
                <a:gd name="connsiteY9869" fmla="*/ 2960970 h 4882701"/>
                <a:gd name="connsiteX9870" fmla="*/ 3388449 w 4954903"/>
                <a:gd name="connsiteY9870" fmla="*/ 2954639 h 4882701"/>
                <a:gd name="connsiteX9871" fmla="*/ 3328181 w 4954903"/>
                <a:gd name="connsiteY9871" fmla="*/ 2952107 h 4882701"/>
                <a:gd name="connsiteX9872" fmla="*/ 3316026 w 4954903"/>
                <a:gd name="connsiteY9872" fmla="*/ 2935901 h 4882701"/>
                <a:gd name="connsiteX9873" fmla="*/ 3302858 w 4954903"/>
                <a:gd name="connsiteY9873" fmla="*/ 2958438 h 4882701"/>
                <a:gd name="connsiteX9874" fmla="*/ 3328181 w 4954903"/>
                <a:gd name="connsiteY9874" fmla="*/ 2952107 h 4882701"/>
                <a:gd name="connsiteX9875" fmla="*/ 3267154 w 4954903"/>
                <a:gd name="connsiteY9875" fmla="*/ 2949828 h 4882701"/>
                <a:gd name="connsiteX9876" fmla="*/ 3254745 w 4954903"/>
                <a:gd name="connsiteY9876" fmla="*/ 2933622 h 4882701"/>
                <a:gd name="connsiteX9877" fmla="*/ 3241578 w 4954903"/>
                <a:gd name="connsiteY9877" fmla="*/ 2956159 h 4882701"/>
                <a:gd name="connsiteX9878" fmla="*/ 3267154 w 4954903"/>
                <a:gd name="connsiteY9878" fmla="*/ 2949828 h 4882701"/>
                <a:gd name="connsiteX9879" fmla="*/ 3205620 w 4954903"/>
                <a:gd name="connsiteY9879" fmla="*/ 2947549 h 4882701"/>
                <a:gd name="connsiteX9880" fmla="*/ 3192705 w 4954903"/>
                <a:gd name="connsiteY9880" fmla="*/ 2931343 h 4882701"/>
                <a:gd name="connsiteX9881" fmla="*/ 3179791 w 4954903"/>
                <a:gd name="connsiteY9881" fmla="*/ 2953880 h 4882701"/>
                <a:gd name="connsiteX9882" fmla="*/ 3205620 w 4954903"/>
                <a:gd name="connsiteY9882" fmla="*/ 2947549 h 4882701"/>
                <a:gd name="connsiteX9883" fmla="*/ 3117497 w 4954903"/>
                <a:gd name="connsiteY9883" fmla="*/ 2952107 h 4882701"/>
                <a:gd name="connsiteX9884" fmla="*/ 3143326 w 4954903"/>
                <a:gd name="connsiteY9884" fmla="*/ 2945523 h 4882701"/>
                <a:gd name="connsiteX9885" fmla="*/ 3130412 w 4954903"/>
                <a:gd name="connsiteY9885" fmla="*/ 2929570 h 4882701"/>
                <a:gd name="connsiteX9886" fmla="*/ 3117497 w 4954903"/>
                <a:gd name="connsiteY9886" fmla="*/ 2952107 h 4882701"/>
                <a:gd name="connsiteX9887" fmla="*/ 3053684 w 4954903"/>
                <a:gd name="connsiteY9887" fmla="*/ 2948815 h 4882701"/>
                <a:gd name="connsiteX9888" fmla="*/ 3080779 w 4954903"/>
                <a:gd name="connsiteY9888" fmla="*/ 2943244 h 4882701"/>
                <a:gd name="connsiteX9889" fmla="*/ 3067612 w 4954903"/>
                <a:gd name="connsiteY9889" fmla="*/ 2927291 h 4882701"/>
                <a:gd name="connsiteX9890" fmla="*/ 3053684 w 4954903"/>
                <a:gd name="connsiteY9890" fmla="*/ 2948815 h 4882701"/>
                <a:gd name="connsiteX9891" fmla="*/ 2990884 w 4954903"/>
                <a:gd name="connsiteY9891" fmla="*/ 2947802 h 4882701"/>
                <a:gd name="connsiteX9892" fmla="*/ 3017220 w 4954903"/>
                <a:gd name="connsiteY9892" fmla="*/ 2941218 h 4882701"/>
                <a:gd name="connsiteX9893" fmla="*/ 3003545 w 4954903"/>
                <a:gd name="connsiteY9893" fmla="*/ 2925265 h 4882701"/>
                <a:gd name="connsiteX9894" fmla="*/ 2990884 w 4954903"/>
                <a:gd name="connsiteY9894" fmla="*/ 2947802 h 4882701"/>
                <a:gd name="connsiteX9895" fmla="*/ 2953407 w 4954903"/>
                <a:gd name="connsiteY9895" fmla="*/ 2939193 h 4882701"/>
                <a:gd name="connsiteX9896" fmla="*/ 2939732 w 4954903"/>
                <a:gd name="connsiteY9896" fmla="*/ 2923239 h 4882701"/>
                <a:gd name="connsiteX9897" fmla="*/ 2926058 w 4954903"/>
                <a:gd name="connsiteY9897" fmla="*/ 2944764 h 4882701"/>
                <a:gd name="connsiteX9898" fmla="*/ 2953407 w 4954903"/>
                <a:gd name="connsiteY9898" fmla="*/ 2939193 h 4882701"/>
                <a:gd name="connsiteX9899" fmla="*/ 2874907 w 4954903"/>
                <a:gd name="connsiteY9899" fmla="*/ 2921467 h 4882701"/>
                <a:gd name="connsiteX9900" fmla="*/ 2861232 w 4954903"/>
                <a:gd name="connsiteY9900" fmla="*/ 2942991 h 4882701"/>
                <a:gd name="connsiteX9901" fmla="*/ 2888581 w 4954903"/>
                <a:gd name="connsiteY9901" fmla="*/ 2937420 h 4882701"/>
                <a:gd name="connsiteX9902" fmla="*/ 2874907 w 4954903"/>
                <a:gd name="connsiteY9902" fmla="*/ 2921467 h 4882701"/>
                <a:gd name="connsiteX9903" fmla="*/ 2809828 w 4954903"/>
                <a:gd name="connsiteY9903" fmla="*/ 2919694 h 4882701"/>
                <a:gd name="connsiteX9904" fmla="*/ 2796153 w 4954903"/>
                <a:gd name="connsiteY9904" fmla="*/ 2941218 h 4882701"/>
                <a:gd name="connsiteX9905" fmla="*/ 2823755 w 4954903"/>
                <a:gd name="connsiteY9905" fmla="*/ 2935647 h 4882701"/>
                <a:gd name="connsiteX9906" fmla="*/ 2809828 w 4954903"/>
                <a:gd name="connsiteY9906" fmla="*/ 2919694 h 4882701"/>
                <a:gd name="connsiteX9907" fmla="*/ 2730568 w 4954903"/>
                <a:gd name="connsiteY9907" fmla="*/ 2939699 h 4882701"/>
                <a:gd name="connsiteX9908" fmla="*/ 2758423 w 4954903"/>
                <a:gd name="connsiteY9908" fmla="*/ 2934128 h 4882701"/>
                <a:gd name="connsiteX9909" fmla="*/ 2743989 w 4954903"/>
                <a:gd name="connsiteY9909" fmla="*/ 2918175 h 4882701"/>
                <a:gd name="connsiteX9910" fmla="*/ 2730568 w 4954903"/>
                <a:gd name="connsiteY9910" fmla="*/ 2939699 h 4882701"/>
                <a:gd name="connsiteX9911" fmla="*/ 2664729 w 4954903"/>
                <a:gd name="connsiteY9911" fmla="*/ 2937926 h 4882701"/>
                <a:gd name="connsiteX9912" fmla="*/ 2692584 w 4954903"/>
                <a:gd name="connsiteY9912" fmla="*/ 2932102 h 4882701"/>
                <a:gd name="connsiteX9913" fmla="*/ 2678150 w 4954903"/>
                <a:gd name="connsiteY9913" fmla="*/ 2916149 h 4882701"/>
                <a:gd name="connsiteX9914" fmla="*/ 2664729 w 4954903"/>
                <a:gd name="connsiteY9914" fmla="*/ 2937926 h 4882701"/>
                <a:gd name="connsiteX9915" fmla="*/ 2598131 w 4954903"/>
                <a:gd name="connsiteY9915" fmla="*/ 2936407 h 4882701"/>
                <a:gd name="connsiteX9916" fmla="*/ 2626239 w 4954903"/>
                <a:gd name="connsiteY9916" fmla="*/ 2930583 h 4882701"/>
                <a:gd name="connsiteX9917" fmla="*/ 2611552 w 4954903"/>
                <a:gd name="connsiteY9917" fmla="*/ 2914630 h 4882701"/>
                <a:gd name="connsiteX9918" fmla="*/ 2598131 w 4954903"/>
                <a:gd name="connsiteY9918" fmla="*/ 2936407 h 4882701"/>
                <a:gd name="connsiteX9919" fmla="*/ 2531532 w 4954903"/>
                <a:gd name="connsiteY9919" fmla="*/ 2934888 h 4882701"/>
                <a:gd name="connsiteX9920" fmla="*/ 2559641 w 4954903"/>
                <a:gd name="connsiteY9920" fmla="*/ 2929064 h 4882701"/>
                <a:gd name="connsiteX9921" fmla="*/ 2544953 w 4954903"/>
                <a:gd name="connsiteY9921" fmla="*/ 2913110 h 4882701"/>
                <a:gd name="connsiteX9922" fmla="*/ 2531532 w 4954903"/>
                <a:gd name="connsiteY9922" fmla="*/ 2934888 h 4882701"/>
                <a:gd name="connsiteX9923" fmla="*/ 2477595 w 4954903"/>
                <a:gd name="connsiteY9923" fmla="*/ 2911844 h 4882701"/>
                <a:gd name="connsiteX9924" fmla="*/ 2464428 w 4954903"/>
                <a:gd name="connsiteY9924" fmla="*/ 2933622 h 4882701"/>
                <a:gd name="connsiteX9925" fmla="*/ 2492789 w 4954903"/>
                <a:gd name="connsiteY9925" fmla="*/ 2927798 h 4882701"/>
                <a:gd name="connsiteX9926" fmla="*/ 2477595 w 4954903"/>
                <a:gd name="connsiteY9926" fmla="*/ 2911844 h 4882701"/>
                <a:gd name="connsiteX9927" fmla="*/ 2410237 w 4954903"/>
                <a:gd name="connsiteY9927" fmla="*/ 2910578 h 4882701"/>
                <a:gd name="connsiteX9928" fmla="*/ 2397070 w 4954903"/>
                <a:gd name="connsiteY9928" fmla="*/ 2932356 h 4882701"/>
                <a:gd name="connsiteX9929" fmla="*/ 2425177 w 4954903"/>
                <a:gd name="connsiteY9929" fmla="*/ 2926531 h 4882701"/>
                <a:gd name="connsiteX9930" fmla="*/ 2410237 w 4954903"/>
                <a:gd name="connsiteY9930" fmla="*/ 2910578 h 4882701"/>
                <a:gd name="connsiteX9931" fmla="*/ 2342626 w 4954903"/>
                <a:gd name="connsiteY9931" fmla="*/ 2909565 h 4882701"/>
                <a:gd name="connsiteX9932" fmla="*/ 2329458 w 4954903"/>
                <a:gd name="connsiteY9932" fmla="*/ 2931343 h 4882701"/>
                <a:gd name="connsiteX9933" fmla="*/ 2357819 w 4954903"/>
                <a:gd name="connsiteY9933" fmla="*/ 2925518 h 4882701"/>
                <a:gd name="connsiteX9934" fmla="*/ 2342626 w 4954903"/>
                <a:gd name="connsiteY9934" fmla="*/ 2909565 h 4882701"/>
                <a:gd name="connsiteX9935" fmla="*/ 2290208 w 4954903"/>
                <a:gd name="connsiteY9935" fmla="*/ 2924252 h 4882701"/>
                <a:gd name="connsiteX9936" fmla="*/ 2274508 w 4954903"/>
                <a:gd name="connsiteY9936" fmla="*/ 2908299 h 4882701"/>
                <a:gd name="connsiteX9937" fmla="*/ 2261594 w 4954903"/>
                <a:gd name="connsiteY9937" fmla="*/ 2930076 h 4882701"/>
                <a:gd name="connsiteX9938" fmla="*/ 2290208 w 4954903"/>
                <a:gd name="connsiteY9938" fmla="*/ 2924252 h 4882701"/>
                <a:gd name="connsiteX9939" fmla="*/ 2222090 w 4954903"/>
                <a:gd name="connsiteY9939" fmla="*/ 2923239 h 4882701"/>
                <a:gd name="connsiteX9940" fmla="*/ 2206644 w 4954903"/>
                <a:gd name="connsiteY9940" fmla="*/ 2907539 h 4882701"/>
                <a:gd name="connsiteX9941" fmla="*/ 2193982 w 4954903"/>
                <a:gd name="connsiteY9941" fmla="*/ 2929317 h 4882701"/>
                <a:gd name="connsiteX9942" fmla="*/ 2222090 w 4954903"/>
                <a:gd name="connsiteY9942" fmla="*/ 2923239 h 4882701"/>
                <a:gd name="connsiteX9943" fmla="*/ 2153720 w 4954903"/>
                <a:gd name="connsiteY9943" fmla="*/ 2922227 h 4882701"/>
                <a:gd name="connsiteX9944" fmla="*/ 2138019 w 4954903"/>
                <a:gd name="connsiteY9944" fmla="*/ 2906526 h 4882701"/>
                <a:gd name="connsiteX9945" fmla="*/ 2125105 w 4954903"/>
                <a:gd name="connsiteY9945" fmla="*/ 2928304 h 4882701"/>
                <a:gd name="connsiteX9946" fmla="*/ 2153720 w 4954903"/>
                <a:gd name="connsiteY9946" fmla="*/ 2922227 h 4882701"/>
                <a:gd name="connsiteX9947" fmla="*/ 2085602 w 4954903"/>
                <a:gd name="connsiteY9947" fmla="*/ 2921467 h 4882701"/>
                <a:gd name="connsiteX9948" fmla="*/ 2069648 w 4954903"/>
                <a:gd name="connsiteY9948" fmla="*/ 2905767 h 4882701"/>
                <a:gd name="connsiteX9949" fmla="*/ 2056987 w 4954903"/>
                <a:gd name="connsiteY9949" fmla="*/ 2927544 h 4882701"/>
                <a:gd name="connsiteX9950" fmla="*/ 2085602 w 4954903"/>
                <a:gd name="connsiteY9950" fmla="*/ 2921467 h 4882701"/>
                <a:gd name="connsiteX9951" fmla="*/ 2017231 w 4954903"/>
                <a:gd name="connsiteY9951" fmla="*/ 2920707 h 4882701"/>
                <a:gd name="connsiteX9952" fmla="*/ 2001024 w 4954903"/>
                <a:gd name="connsiteY9952" fmla="*/ 2905007 h 4882701"/>
                <a:gd name="connsiteX9953" fmla="*/ 1988616 w 4954903"/>
                <a:gd name="connsiteY9953" fmla="*/ 2926785 h 4882701"/>
                <a:gd name="connsiteX9954" fmla="*/ 2017231 w 4954903"/>
                <a:gd name="connsiteY9954" fmla="*/ 2920707 h 4882701"/>
                <a:gd name="connsiteX9955" fmla="*/ 1949113 w 4954903"/>
                <a:gd name="connsiteY9955" fmla="*/ 2920201 h 4882701"/>
                <a:gd name="connsiteX9956" fmla="*/ 1933413 w 4954903"/>
                <a:gd name="connsiteY9956" fmla="*/ 2904501 h 4882701"/>
                <a:gd name="connsiteX9957" fmla="*/ 1922271 w 4954903"/>
                <a:gd name="connsiteY9957" fmla="*/ 2927544 h 4882701"/>
                <a:gd name="connsiteX9958" fmla="*/ 1949113 w 4954903"/>
                <a:gd name="connsiteY9958" fmla="*/ 2920201 h 4882701"/>
                <a:gd name="connsiteX9959" fmla="*/ 1882261 w 4954903"/>
                <a:gd name="connsiteY9959" fmla="*/ 2919694 h 4882701"/>
                <a:gd name="connsiteX9960" fmla="*/ 1866561 w 4954903"/>
                <a:gd name="connsiteY9960" fmla="*/ 2903994 h 4882701"/>
                <a:gd name="connsiteX9961" fmla="*/ 1855672 w 4954903"/>
                <a:gd name="connsiteY9961" fmla="*/ 2927038 h 4882701"/>
                <a:gd name="connsiteX9962" fmla="*/ 1882261 w 4954903"/>
                <a:gd name="connsiteY9962" fmla="*/ 2919694 h 4882701"/>
                <a:gd name="connsiteX9963" fmla="*/ 1815916 w 4954903"/>
                <a:gd name="connsiteY9963" fmla="*/ 2919188 h 4882701"/>
                <a:gd name="connsiteX9964" fmla="*/ 1800216 w 4954903"/>
                <a:gd name="connsiteY9964" fmla="*/ 2903488 h 4882701"/>
                <a:gd name="connsiteX9965" fmla="*/ 1789834 w 4954903"/>
                <a:gd name="connsiteY9965" fmla="*/ 2926531 h 4882701"/>
                <a:gd name="connsiteX9966" fmla="*/ 1815916 w 4954903"/>
                <a:gd name="connsiteY9966" fmla="*/ 2919188 h 4882701"/>
                <a:gd name="connsiteX9967" fmla="*/ 1750584 w 4954903"/>
                <a:gd name="connsiteY9967" fmla="*/ 2918934 h 4882701"/>
                <a:gd name="connsiteX9968" fmla="*/ 1735137 w 4954903"/>
                <a:gd name="connsiteY9968" fmla="*/ 2903235 h 4882701"/>
                <a:gd name="connsiteX9969" fmla="*/ 1725008 w 4954903"/>
                <a:gd name="connsiteY9969" fmla="*/ 2926278 h 4882701"/>
                <a:gd name="connsiteX9970" fmla="*/ 1750584 w 4954903"/>
                <a:gd name="connsiteY9970" fmla="*/ 2918934 h 4882701"/>
                <a:gd name="connsiteX9971" fmla="*/ 1686264 w 4954903"/>
                <a:gd name="connsiteY9971" fmla="*/ 2918681 h 4882701"/>
                <a:gd name="connsiteX9972" fmla="*/ 1670818 w 4954903"/>
                <a:gd name="connsiteY9972" fmla="*/ 2902981 h 4882701"/>
                <a:gd name="connsiteX9973" fmla="*/ 1660942 w 4954903"/>
                <a:gd name="connsiteY9973" fmla="*/ 2926025 h 4882701"/>
                <a:gd name="connsiteX9974" fmla="*/ 1686264 w 4954903"/>
                <a:gd name="connsiteY9974" fmla="*/ 2918681 h 4882701"/>
                <a:gd name="connsiteX9975" fmla="*/ 1622705 w 4954903"/>
                <a:gd name="connsiteY9975" fmla="*/ 2918681 h 4882701"/>
                <a:gd name="connsiteX9976" fmla="*/ 1607511 w 4954903"/>
                <a:gd name="connsiteY9976" fmla="*/ 2902981 h 4882701"/>
                <a:gd name="connsiteX9977" fmla="*/ 1597889 w 4954903"/>
                <a:gd name="connsiteY9977" fmla="*/ 2926025 h 4882701"/>
                <a:gd name="connsiteX9978" fmla="*/ 1622705 w 4954903"/>
                <a:gd name="connsiteY9978" fmla="*/ 2918681 h 4882701"/>
                <a:gd name="connsiteX9979" fmla="*/ 1535595 w 4954903"/>
                <a:gd name="connsiteY9979" fmla="*/ 2926278 h 4882701"/>
                <a:gd name="connsiteX9980" fmla="*/ 1560158 w 4954903"/>
                <a:gd name="connsiteY9980" fmla="*/ 2918681 h 4882701"/>
                <a:gd name="connsiteX9981" fmla="*/ 1544711 w 4954903"/>
                <a:gd name="connsiteY9981" fmla="*/ 2902981 h 4882701"/>
                <a:gd name="connsiteX9982" fmla="*/ 1535595 w 4954903"/>
                <a:gd name="connsiteY9982" fmla="*/ 2926278 h 4882701"/>
                <a:gd name="connsiteX9983" fmla="*/ 1498371 w 4954903"/>
                <a:gd name="connsiteY9983" fmla="*/ 2918934 h 4882701"/>
                <a:gd name="connsiteX9984" fmla="*/ 1483431 w 4954903"/>
                <a:gd name="connsiteY9984" fmla="*/ 2903488 h 4882701"/>
                <a:gd name="connsiteX9985" fmla="*/ 1474568 w 4954903"/>
                <a:gd name="connsiteY9985" fmla="*/ 2926531 h 4882701"/>
                <a:gd name="connsiteX9986" fmla="*/ 1498371 w 4954903"/>
                <a:gd name="connsiteY9986" fmla="*/ 2918934 h 4882701"/>
                <a:gd name="connsiteX9987" fmla="*/ 1437850 w 4954903"/>
                <a:gd name="connsiteY9987" fmla="*/ 2919188 h 4882701"/>
                <a:gd name="connsiteX9988" fmla="*/ 1422909 w 4954903"/>
                <a:gd name="connsiteY9988" fmla="*/ 2903741 h 4882701"/>
                <a:gd name="connsiteX9989" fmla="*/ 1414047 w 4954903"/>
                <a:gd name="connsiteY9989" fmla="*/ 2926785 h 4882701"/>
                <a:gd name="connsiteX9990" fmla="*/ 1437850 w 4954903"/>
                <a:gd name="connsiteY9990" fmla="*/ 2919188 h 4882701"/>
                <a:gd name="connsiteX9991" fmla="*/ 1378342 w 4954903"/>
                <a:gd name="connsiteY9991" fmla="*/ 2919441 h 4882701"/>
                <a:gd name="connsiteX9992" fmla="*/ 1363401 w 4954903"/>
                <a:gd name="connsiteY9992" fmla="*/ 2903994 h 4882701"/>
                <a:gd name="connsiteX9993" fmla="*/ 1356058 w 4954903"/>
                <a:gd name="connsiteY9993" fmla="*/ 2928051 h 4882701"/>
                <a:gd name="connsiteX9994" fmla="*/ 1378342 w 4954903"/>
                <a:gd name="connsiteY9994" fmla="*/ 2919441 h 4882701"/>
                <a:gd name="connsiteX9995" fmla="*/ 1319593 w 4954903"/>
                <a:gd name="connsiteY9995" fmla="*/ 2919694 h 4882701"/>
                <a:gd name="connsiteX9996" fmla="*/ 1304906 w 4954903"/>
                <a:gd name="connsiteY9996" fmla="*/ 2904248 h 4882701"/>
                <a:gd name="connsiteX9997" fmla="*/ 1297816 w 4954903"/>
                <a:gd name="connsiteY9997" fmla="*/ 2928304 h 4882701"/>
                <a:gd name="connsiteX9998" fmla="*/ 1319593 w 4954903"/>
                <a:gd name="connsiteY9998" fmla="*/ 2919694 h 4882701"/>
                <a:gd name="connsiteX9999" fmla="*/ 1262111 w 4954903"/>
                <a:gd name="connsiteY9999" fmla="*/ 2920454 h 4882701"/>
                <a:gd name="connsiteX10000" fmla="*/ 1247677 w 4954903"/>
                <a:gd name="connsiteY10000" fmla="*/ 2905007 h 4882701"/>
                <a:gd name="connsiteX10001" fmla="*/ 1240840 w 4954903"/>
                <a:gd name="connsiteY10001" fmla="*/ 2929064 h 4882701"/>
                <a:gd name="connsiteX10002" fmla="*/ 1262111 w 4954903"/>
                <a:gd name="connsiteY10002" fmla="*/ 2920454 h 4882701"/>
                <a:gd name="connsiteX10003" fmla="*/ 1205642 w 4954903"/>
                <a:gd name="connsiteY10003" fmla="*/ 2920960 h 4882701"/>
                <a:gd name="connsiteX10004" fmla="*/ 1191208 w 4954903"/>
                <a:gd name="connsiteY10004" fmla="*/ 2905514 h 4882701"/>
                <a:gd name="connsiteX10005" fmla="*/ 1184624 w 4954903"/>
                <a:gd name="connsiteY10005" fmla="*/ 2929570 h 4882701"/>
                <a:gd name="connsiteX10006" fmla="*/ 1205642 w 4954903"/>
                <a:gd name="connsiteY10006" fmla="*/ 2920960 h 4882701"/>
                <a:gd name="connsiteX10007" fmla="*/ 1150185 w 4954903"/>
                <a:gd name="connsiteY10007" fmla="*/ 2921720 h 4882701"/>
                <a:gd name="connsiteX10008" fmla="*/ 1136005 w 4954903"/>
                <a:gd name="connsiteY10008" fmla="*/ 2906273 h 4882701"/>
                <a:gd name="connsiteX10009" fmla="*/ 1129927 w 4954903"/>
                <a:gd name="connsiteY10009" fmla="*/ 2930583 h 4882701"/>
                <a:gd name="connsiteX10010" fmla="*/ 1150185 w 4954903"/>
                <a:gd name="connsiteY10010" fmla="*/ 2921720 h 4882701"/>
                <a:gd name="connsiteX10011" fmla="*/ 1095742 w 4954903"/>
                <a:gd name="connsiteY10011" fmla="*/ 2922480 h 4882701"/>
                <a:gd name="connsiteX10012" fmla="*/ 1081814 w 4954903"/>
                <a:gd name="connsiteY10012" fmla="*/ 2907033 h 4882701"/>
                <a:gd name="connsiteX10013" fmla="*/ 1075990 w 4954903"/>
                <a:gd name="connsiteY10013" fmla="*/ 2931343 h 4882701"/>
                <a:gd name="connsiteX10014" fmla="*/ 1095742 w 4954903"/>
                <a:gd name="connsiteY10014" fmla="*/ 2922480 h 4882701"/>
                <a:gd name="connsiteX10015" fmla="*/ 4887293 w 4954903"/>
                <a:gd name="connsiteY10015" fmla="*/ 3048333 h 4882701"/>
                <a:gd name="connsiteX10016" fmla="*/ 4890331 w 4954903"/>
                <a:gd name="connsiteY10016" fmla="*/ 3036685 h 4882701"/>
                <a:gd name="connsiteX10017" fmla="*/ 4893877 w 4954903"/>
                <a:gd name="connsiteY10017" fmla="*/ 3020478 h 4882701"/>
                <a:gd name="connsiteX10018" fmla="*/ 4893877 w 4954903"/>
                <a:gd name="connsiteY10018" fmla="*/ 3020478 h 4882701"/>
                <a:gd name="connsiteX10019" fmla="*/ 4887293 w 4954903"/>
                <a:gd name="connsiteY10019" fmla="*/ 3048333 h 4882701"/>
                <a:gd name="connsiteX10020" fmla="*/ 4892357 w 4954903"/>
                <a:gd name="connsiteY10020" fmla="*/ 3016933 h 4882701"/>
                <a:gd name="connsiteX10021" fmla="*/ 4892357 w 4954903"/>
                <a:gd name="connsiteY10021" fmla="*/ 3016933 h 4882701"/>
                <a:gd name="connsiteX10022" fmla="*/ 4886027 w 4954903"/>
                <a:gd name="connsiteY10022" fmla="*/ 3044788 h 4882701"/>
                <a:gd name="connsiteX10023" fmla="*/ 4889319 w 4954903"/>
                <a:gd name="connsiteY10023" fmla="*/ 3033139 h 4882701"/>
                <a:gd name="connsiteX10024" fmla="*/ 4892357 w 4954903"/>
                <a:gd name="connsiteY10024" fmla="*/ 3016933 h 4882701"/>
                <a:gd name="connsiteX10025" fmla="*/ 4889066 w 4954903"/>
                <a:gd name="connsiteY10025" fmla="*/ 3013388 h 4882701"/>
                <a:gd name="connsiteX10026" fmla="*/ 4889066 w 4954903"/>
                <a:gd name="connsiteY10026" fmla="*/ 3013388 h 4882701"/>
                <a:gd name="connsiteX10027" fmla="*/ 4882735 w 4954903"/>
                <a:gd name="connsiteY10027" fmla="*/ 3041243 h 4882701"/>
                <a:gd name="connsiteX10028" fmla="*/ 4886533 w 4954903"/>
                <a:gd name="connsiteY10028" fmla="*/ 3029594 h 4882701"/>
                <a:gd name="connsiteX10029" fmla="*/ 4889066 w 4954903"/>
                <a:gd name="connsiteY10029" fmla="*/ 3013388 h 4882701"/>
                <a:gd name="connsiteX10030" fmla="*/ 4883748 w 4954903"/>
                <a:gd name="connsiteY10030" fmla="*/ 3009589 h 4882701"/>
                <a:gd name="connsiteX10031" fmla="*/ 4877164 w 4954903"/>
                <a:gd name="connsiteY10031" fmla="*/ 3037444 h 4882701"/>
                <a:gd name="connsiteX10032" fmla="*/ 4881469 w 4954903"/>
                <a:gd name="connsiteY10032" fmla="*/ 3025796 h 4882701"/>
                <a:gd name="connsiteX10033" fmla="*/ 4883748 w 4954903"/>
                <a:gd name="connsiteY10033" fmla="*/ 3009589 h 4882701"/>
                <a:gd name="connsiteX10034" fmla="*/ 4874885 w 4954903"/>
                <a:gd name="connsiteY10034" fmla="*/ 3022504 h 4882701"/>
                <a:gd name="connsiteX10035" fmla="*/ 4876657 w 4954903"/>
                <a:gd name="connsiteY10035" fmla="*/ 3006044 h 4882701"/>
                <a:gd name="connsiteX10036" fmla="*/ 4870074 w 4954903"/>
                <a:gd name="connsiteY10036" fmla="*/ 3033899 h 4882701"/>
                <a:gd name="connsiteX10037" fmla="*/ 4874885 w 4954903"/>
                <a:gd name="connsiteY10037" fmla="*/ 3022504 h 4882701"/>
                <a:gd name="connsiteX10038" fmla="*/ 4867541 w 4954903"/>
                <a:gd name="connsiteY10038" fmla="*/ 3002499 h 4882701"/>
                <a:gd name="connsiteX10039" fmla="*/ 4860704 w 4954903"/>
                <a:gd name="connsiteY10039" fmla="*/ 3030101 h 4882701"/>
                <a:gd name="connsiteX10040" fmla="*/ 4866275 w 4954903"/>
                <a:gd name="connsiteY10040" fmla="*/ 3018959 h 4882701"/>
                <a:gd name="connsiteX10041" fmla="*/ 4867541 w 4954903"/>
                <a:gd name="connsiteY10041" fmla="*/ 3002499 h 4882701"/>
                <a:gd name="connsiteX10042" fmla="*/ 4855386 w 4954903"/>
                <a:gd name="connsiteY10042" fmla="*/ 3014907 h 4882701"/>
                <a:gd name="connsiteX10043" fmla="*/ 4856146 w 4954903"/>
                <a:gd name="connsiteY10043" fmla="*/ 2998448 h 4882701"/>
                <a:gd name="connsiteX10044" fmla="*/ 4849309 w 4954903"/>
                <a:gd name="connsiteY10044" fmla="*/ 3026049 h 4882701"/>
                <a:gd name="connsiteX10045" fmla="*/ 4855386 w 4954903"/>
                <a:gd name="connsiteY10045" fmla="*/ 3014907 h 4882701"/>
                <a:gd name="connsiteX10046" fmla="*/ 4855386 w 4954903"/>
                <a:gd name="connsiteY10046" fmla="*/ 3014907 h 4882701"/>
                <a:gd name="connsiteX10047" fmla="*/ 4842725 w 4954903"/>
                <a:gd name="connsiteY10047" fmla="*/ 3011362 h 4882701"/>
                <a:gd name="connsiteX10048" fmla="*/ 4842978 w 4954903"/>
                <a:gd name="connsiteY10048" fmla="*/ 2994902 h 4882701"/>
                <a:gd name="connsiteX10049" fmla="*/ 4835888 w 4954903"/>
                <a:gd name="connsiteY10049" fmla="*/ 3022504 h 4882701"/>
                <a:gd name="connsiteX10050" fmla="*/ 4842725 w 4954903"/>
                <a:gd name="connsiteY10050" fmla="*/ 3011362 h 4882701"/>
                <a:gd name="connsiteX10051" fmla="*/ 4828291 w 4954903"/>
                <a:gd name="connsiteY10051" fmla="*/ 3007564 h 4882701"/>
                <a:gd name="connsiteX10052" fmla="*/ 4828291 w 4954903"/>
                <a:gd name="connsiteY10052" fmla="*/ 2991104 h 4882701"/>
                <a:gd name="connsiteX10053" fmla="*/ 4820948 w 4954903"/>
                <a:gd name="connsiteY10053" fmla="*/ 3018199 h 4882701"/>
                <a:gd name="connsiteX10054" fmla="*/ 4828291 w 4954903"/>
                <a:gd name="connsiteY10054" fmla="*/ 3007564 h 4882701"/>
                <a:gd name="connsiteX10055" fmla="*/ 4811832 w 4954903"/>
                <a:gd name="connsiteY10055" fmla="*/ 3003765 h 4882701"/>
                <a:gd name="connsiteX10056" fmla="*/ 4811325 w 4954903"/>
                <a:gd name="connsiteY10056" fmla="*/ 2987306 h 4882701"/>
                <a:gd name="connsiteX10057" fmla="*/ 4803982 w 4954903"/>
                <a:gd name="connsiteY10057" fmla="*/ 3014401 h 4882701"/>
                <a:gd name="connsiteX10058" fmla="*/ 4811832 w 4954903"/>
                <a:gd name="connsiteY10058" fmla="*/ 3003765 h 4882701"/>
                <a:gd name="connsiteX10059" fmla="*/ 4793852 w 4954903"/>
                <a:gd name="connsiteY10059" fmla="*/ 2999967 h 4882701"/>
                <a:gd name="connsiteX10060" fmla="*/ 4792840 w 4954903"/>
                <a:gd name="connsiteY10060" fmla="*/ 2983507 h 4882701"/>
                <a:gd name="connsiteX10061" fmla="*/ 4785496 w 4954903"/>
                <a:gd name="connsiteY10061" fmla="*/ 3010602 h 4882701"/>
                <a:gd name="connsiteX10062" fmla="*/ 4793852 w 4954903"/>
                <a:gd name="connsiteY10062" fmla="*/ 2999967 h 4882701"/>
                <a:gd name="connsiteX10063" fmla="*/ 4773848 w 4954903"/>
                <a:gd name="connsiteY10063" fmla="*/ 2996422 h 4882701"/>
                <a:gd name="connsiteX10064" fmla="*/ 4772328 w 4954903"/>
                <a:gd name="connsiteY10064" fmla="*/ 2979962 h 4882701"/>
                <a:gd name="connsiteX10065" fmla="*/ 4764478 w 4954903"/>
                <a:gd name="connsiteY10065" fmla="*/ 3006551 h 4882701"/>
                <a:gd name="connsiteX10066" fmla="*/ 4773848 w 4954903"/>
                <a:gd name="connsiteY10066" fmla="*/ 2996422 h 4882701"/>
                <a:gd name="connsiteX10067" fmla="*/ 4750297 w 4954903"/>
                <a:gd name="connsiteY10067" fmla="*/ 2976164 h 4882701"/>
                <a:gd name="connsiteX10068" fmla="*/ 4742448 w 4954903"/>
                <a:gd name="connsiteY10068" fmla="*/ 3002752 h 4882701"/>
                <a:gd name="connsiteX10069" fmla="*/ 4752070 w 4954903"/>
                <a:gd name="connsiteY10069" fmla="*/ 2992623 h 4882701"/>
                <a:gd name="connsiteX10070" fmla="*/ 4750297 w 4954903"/>
                <a:gd name="connsiteY10070" fmla="*/ 2976164 h 4882701"/>
                <a:gd name="connsiteX10071" fmla="*/ 4728774 w 4954903"/>
                <a:gd name="connsiteY10071" fmla="*/ 2988825 h 4882701"/>
                <a:gd name="connsiteX10072" fmla="*/ 4726494 w 4954903"/>
                <a:gd name="connsiteY10072" fmla="*/ 2972365 h 4882701"/>
                <a:gd name="connsiteX10073" fmla="*/ 4718391 w 4954903"/>
                <a:gd name="connsiteY10073" fmla="*/ 2998954 h 4882701"/>
                <a:gd name="connsiteX10074" fmla="*/ 4728774 w 4954903"/>
                <a:gd name="connsiteY10074" fmla="*/ 2988825 h 4882701"/>
                <a:gd name="connsiteX10075" fmla="*/ 4703957 w 4954903"/>
                <a:gd name="connsiteY10075" fmla="*/ 2985280 h 4882701"/>
                <a:gd name="connsiteX10076" fmla="*/ 4701172 w 4954903"/>
                <a:gd name="connsiteY10076" fmla="*/ 2968820 h 4882701"/>
                <a:gd name="connsiteX10077" fmla="*/ 4692562 w 4954903"/>
                <a:gd name="connsiteY10077" fmla="*/ 2994902 h 4882701"/>
                <a:gd name="connsiteX10078" fmla="*/ 4703957 w 4954903"/>
                <a:gd name="connsiteY10078" fmla="*/ 2985280 h 4882701"/>
                <a:gd name="connsiteX10079" fmla="*/ 4674330 w 4954903"/>
                <a:gd name="connsiteY10079" fmla="*/ 2965275 h 4882701"/>
                <a:gd name="connsiteX10080" fmla="*/ 4665720 w 4954903"/>
                <a:gd name="connsiteY10080" fmla="*/ 2991357 h 4882701"/>
                <a:gd name="connsiteX10081" fmla="*/ 4677369 w 4954903"/>
                <a:gd name="connsiteY10081" fmla="*/ 2981735 h 4882701"/>
                <a:gd name="connsiteX10082" fmla="*/ 4674330 w 4954903"/>
                <a:gd name="connsiteY10082" fmla="*/ 2965275 h 4882701"/>
                <a:gd name="connsiteX10083" fmla="*/ 4645715 w 4954903"/>
                <a:gd name="connsiteY10083" fmla="*/ 2961476 h 4882701"/>
                <a:gd name="connsiteX10084" fmla="*/ 4636852 w 4954903"/>
                <a:gd name="connsiteY10084" fmla="*/ 2987559 h 4882701"/>
                <a:gd name="connsiteX10085" fmla="*/ 4649007 w 4954903"/>
                <a:gd name="connsiteY10085" fmla="*/ 2977936 h 4882701"/>
                <a:gd name="connsiteX10086" fmla="*/ 4645715 w 4954903"/>
                <a:gd name="connsiteY10086" fmla="*/ 2961476 h 4882701"/>
                <a:gd name="connsiteX10087" fmla="*/ 4619380 w 4954903"/>
                <a:gd name="connsiteY10087" fmla="*/ 2974391 h 4882701"/>
                <a:gd name="connsiteX10088" fmla="*/ 4615582 w 4954903"/>
                <a:gd name="connsiteY10088" fmla="*/ 2957931 h 4882701"/>
                <a:gd name="connsiteX10089" fmla="*/ 4606718 w 4954903"/>
                <a:gd name="connsiteY10089" fmla="*/ 2984014 h 4882701"/>
                <a:gd name="connsiteX10090" fmla="*/ 4619380 w 4954903"/>
                <a:gd name="connsiteY10090" fmla="*/ 2974391 h 4882701"/>
                <a:gd name="connsiteX10091" fmla="*/ 4587980 w 4954903"/>
                <a:gd name="connsiteY10091" fmla="*/ 2970846 h 4882701"/>
                <a:gd name="connsiteX10092" fmla="*/ 4583675 w 4954903"/>
                <a:gd name="connsiteY10092" fmla="*/ 2954386 h 4882701"/>
                <a:gd name="connsiteX10093" fmla="*/ 4574306 w 4954903"/>
                <a:gd name="connsiteY10093" fmla="*/ 2979709 h 4882701"/>
                <a:gd name="connsiteX10094" fmla="*/ 4587980 w 4954903"/>
                <a:gd name="connsiteY10094" fmla="*/ 2970846 h 4882701"/>
                <a:gd name="connsiteX10095" fmla="*/ 4555061 w 4954903"/>
                <a:gd name="connsiteY10095" fmla="*/ 2967047 h 4882701"/>
                <a:gd name="connsiteX10096" fmla="*/ 4550502 w 4954903"/>
                <a:gd name="connsiteY10096" fmla="*/ 2950588 h 4882701"/>
                <a:gd name="connsiteX10097" fmla="*/ 4540880 w 4954903"/>
                <a:gd name="connsiteY10097" fmla="*/ 2975910 h 4882701"/>
                <a:gd name="connsiteX10098" fmla="*/ 4555061 w 4954903"/>
                <a:gd name="connsiteY10098" fmla="*/ 2967047 h 4882701"/>
                <a:gd name="connsiteX10099" fmla="*/ 4520875 w 4954903"/>
                <a:gd name="connsiteY10099" fmla="*/ 2963502 h 4882701"/>
                <a:gd name="connsiteX10100" fmla="*/ 4516064 w 4954903"/>
                <a:gd name="connsiteY10100" fmla="*/ 2947043 h 4882701"/>
                <a:gd name="connsiteX10101" fmla="*/ 4506441 w 4954903"/>
                <a:gd name="connsiteY10101" fmla="*/ 2972365 h 4882701"/>
                <a:gd name="connsiteX10102" fmla="*/ 4520875 w 4954903"/>
                <a:gd name="connsiteY10102" fmla="*/ 2963502 h 4882701"/>
                <a:gd name="connsiteX10103" fmla="*/ 4485170 w 4954903"/>
                <a:gd name="connsiteY10103" fmla="*/ 2960210 h 4882701"/>
                <a:gd name="connsiteX10104" fmla="*/ 4479852 w 4954903"/>
                <a:gd name="connsiteY10104" fmla="*/ 2943751 h 4882701"/>
                <a:gd name="connsiteX10105" fmla="*/ 4470230 w 4954903"/>
                <a:gd name="connsiteY10105" fmla="*/ 2969073 h 4882701"/>
                <a:gd name="connsiteX10106" fmla="*/ 4485170 w 4954903"/>
                <a:gd name="connsiteY10106" fmla="*/ 2960210 h 4882701"/>
                <a:gd name="connsiteX10107" fmla="*/ 4447946 w 4954903"/>
                <a:gd name="connsiteY10107" fmla="*/ 2956665 h 4882701"/>
                <a:gd name="connsiteX10108" fmla="*/ 4442122 w 4954903"/>
                <a:gd name="connsiteY10108" fmla="*/ 2940206 h 4882701"/>
                <a:gd name="connsiteX10109" fmla="*/ 4431739 w 4954903"/>
                <a:gd name="connsiteY10109" fmla="*/ 2964768 h 4882701"/>
                <a:gd name="connsiteX10110" fmla="*/ 4447946 w 4954903"/>
                <a:gd name="connsiteY10110" fmla="*/ 2956665 h 4882701"/>
                <a:gd name="connsiteX10111" fmla="*/ 4409202 w 4954903"/>
                <a:gd name="connsiteY10111" fmla="*/ 2953120 h 4882701"/>
                <a:gd name="connsiteX10112" fmla="*/ 4403125 w 4954903"/>
                <a:gd name="connsiteY10112" fmla="*/ 2936660 h 4882701"/>
                <a:gd name="connsiteX10113" fmla="*/ 4392743 w 4954903"/>
                <a:gd name="connsiteY10113" fmla="*/ 2961223 h 4882701"/>
                <a:gd name="connsiteX10114" fmla="*/ 4409202 w 4954903"/>
                <a:gd name="connsiteY10114" fmla="*/ 2953120 h 4882701"/>
                <a:gd name="connsiteX10115" fmla="*/ 4369446 w 4954903"/>
                <a:gd name="connsiteY10115" fmla="*/ 2949828 h 4882701"/>
                <a:gd name="connsiteX10116" fmla="*/ 4363115 w 4954903"/>
                <a:gd name="connsiteY10116" fmla="*/ 2933368 h 4882701"/>
                <a:gd name="connsiteX10117" fmla="*/ 4352480 w 4954903"/>
                <a:gd name="connsiteY10117" fmla="*/ 2957931 h 4882701"/>
                <a:gd name="connsiteX10118" fmla="*/ 4369446 w 4954903"/>
                <a:gd name="connsiteY10118" fmla="*/ 2949828 h 4882701"/>
                <a:gd name="connsiteX10119" fmla="*/ 4328170 w 4954903"/>
                <a:gd name="connsiteY10119" fmla="*/ 2946283 h 4882701"/>
                <a:gd name="connsiteX10120" fmla="*/ 4321333 w 4954903"/>
                <a:gd name="connsiteY10120" fmla="*/ 2929823 h 4882701"/>
                <a:gd name="connsiteX10121" fmla="*/ 4310697 w 4954903"/>
                <a:gd name="connsiteY10121" fmla="*/ 2954386 h 4882701"/>
                <a:gd name="connsiteX10122" fmla="*/ 4328170 w 4954903"/>
                <a:gd name="connsiteY10122" fmla="*/ 2946283 h 4882701"/>
                <a:gd name="connsiteX10123" fmla="*/ 4278538 w 4954903"/>
                <a:gd name="connsiteY10123" fmla="*/ 2926531 h 4882701"/>
                <a:gd name="connsiteX10124" fmla="*/ 4267902 w 4954903"/>
                <a:gd name="connsiteY10124" fmla="*/ 2951094 h 4882701"/>
                <a:gd name="connsiteX10125" fmla="*/ 4285881 w 4954903"/>
                <a:gd name="connsiteY10125" fmla="*/ 2942991 h 4882701"/>
                <a:gd name="connsiteX10126" fmla="*/ 4278538 w 4954903"/>
                <a:gd name="connsiteY10126" fmla="*/ 2926531 h 4882701"/>
                <a:gd name="connsiteX10127" fmla="*/ 3685736 w 4954903"/>
                <a:gd name="connsiteY10127" fmla="*/ 2906273 h 4882701"/>
                <a:gd name="connsiteX10128" fmla="*/ 3674847 w 4954903"/>
                <a:gd name="connsiteY10128" fmla="*/ 2890067 h 4882701"/>
                <a:gd name="connsiteX10129" fmla="*/ 3661933 w 4954903"/>
                <a:gd name="connsiteY10129" fmla="*/ 2912857 h 4882701"/>
                <a:gd name="connsiteX10130" fmla="*/ 3685736 w 4954903"/>
                <a:gd name="connsiteY10130" fmla="*/ 2906273 h 4882701"/>
                <a:gd name="connsiteX10131" fmla="*/ 3629267 w 4954903"/>
                <a:gd name="connsiteY10131" fmla="*/ 2903488 h 4882701"/>
                <a:gd name="connsiteX10132" fmla="*/ 3617871 w 4954903"/>
                <a:gd name="connsiteY10132" fmla="*/ 2887281 h 4882701"/>
                <a:gd name="connsiteX10133" fmla="*/ 3604957 w 4954903"/>
                <a:gd name="connsiteY10133" fmla="*/ 2910072 h 4882701"/>
                <a:gd name="connsiteX10134" fmla="*/ 3629267 w 4954903"/>
                <a:gd name="connsiteY10134" fmla="*/ 2903488 h 4882701"/>
                <a:gd name="connsiteX10135" fmla="*/ 3571784 w 4954903"/>
                <a:gd name="connsiteY10135" fmla="*/ 2900702 h 4882701"/>
                <a:gd name="connsiteX10136" fmla="*/ 3560389 w 4954903"/>
                <a:gd name="connsiteY10136" fmla="*/ 2884496 h 4882701"/>
                <a:gd name="connsiteX10137" fmla="*/ 3547475 w 4954903"/>
                <a:gd name="connsiteY10137" fmla="*/ 2907286 h 4882701"/>
                <a:gd name="connsiteX10138" fmla="*/ 3571784 w 4954903"/>
                <a:gd name="connsiteY10138" fmla="*/ 2900702 h 4882701"/>
                <a:gd name="connsiteX10139" fmla="*/ 3513542 w 4954903"/>
                <a:gd name="connsiteY10139" fmla="*/ 2898170 h 4882701"/>
                <a:gd name="connsiteX10140" fmla="*/ 3501894 w 4954903"/>
                <a:gd name="connsiteY10140" fmla="*/ 2881964 h 4882701"/>
                <a:gd name="connsiteX10141" fmla="*/ 3488979 w 4954903"/>
                <a:gd name="connsiteY10141" fmla="*/ 2904754 h 4882701"/>
                <a:gd name="connsiteX10142" fmla="*/ 3513542 w 4954903"/>
                <a:gd name="connsiteY10142" fmla="*/ 2898170 h 4882701"/>
                <a:gd name="connsiteX10143" fmla="*/ 3454541 w 4954903"/>
                <a:gd name="connsiteY10143" fmla="*/ 2895638 h 4882701"/>
                <a:gd name="connsiteX10144" fmla="*/ 3442386 w 4954903"/>
                <a:gd name="connsiteY10144" fmla="*/ 2879431 h 4882701"/>
                <a:gd name="connsiteX10145" fmla="*/ 3429471 w 4954903"/>
                <a:gd name="connsiteY10145" fmla="*/ 2902222 h 4882701"/>
                <a:gd name="connsiteX10146" fmla="*/ 3454541 w 4954903"/>
                <a:gd name="connsiteY10146" fmla="*/ 2895638 h 4882701"/>
                <a:gd name="connsiteX10147" fmla="*/ 3394779 w 4954903"/>
                <a:gd name="connsiteY10147" fmla="*/ 2893106 h 4882701"/>
                <a:gd name="connsiteX10148" fmla="*/ 3382372 w 4954903"/>
                <a:gd name="connsiteY10148" fmla="*/ 2876899 h 4882701"/>
                <a:gd name="connsiteX10149" fmla="*/ 3369457 w 4954903"/>
                <a:gd name="connsiteY10149" fmla="*/ 2899689 h 4882701"/>
                <a:gd name="connsiteX10150" fmla="*/ 3394779 w 4954903"/>
                <a:gd name="connsiteY10150" fmla="*/ 2893106 h 4882701"/>
                <a:gd name="connsiteX10151" fmla="*/ 3334258 w 4954903"/>
                <a:gd name="connsiteY10151" fmla="*/ 2890827 h 4882701"/>
                <a:gd name="connsiteX10152" fmla="*/ 3321850 w 4954903"/>
                <a:gd name="connsiteY10152" fmla="*/ 2874620 h 4882701"/>
                <a:gd name="connsiteX10153" fmla="*/ 3308936 w 4954903"/>
                <a:gd name="connsiteY10153" fmla="*/ 2897410 h 4882701"/>
                <a:gd name="connsiteX10154" fmla="*/ 3334258 w 4954903"/>
                <a:gd name="connsiteY10154" fmla="*/ 2890827 h 4882701"/>
                <a:gd name="connsiteX10155" fmla="*/ 3272978 w 4954903"/>
                <a:gd name="connsiteY10155" fmla="*/ 2888547 h 4882701"/>
                <a:gd name="connsiteX10156" fmla="*/ 3260316 w 4954903"/>
                <a:gd name="connsiteY10156" fmla="*/ 2872341 h 4882701"/>
                <a:gd name="connsiteX10157" fmla="*/ 3247149 w 4954903"/>
                <a:gd name="connsiteY10157" fmla="*/ 2895131 h 4882701"/>
                <a:gd name="connsiteX10158" fmla="*/ 3272978 w 4954903"/>
                <a:gd name="connsiteY10158" fmla="*/ 2888547 h 4882701"/>
                <a:gd name="connsiteX10159" fmla="*/ 3059002 w 4954903"/>
                <a:gd name="connsiteY10159" fmla="*/ 2888547 h 4882701"/>
                <a:gd name="connsiteX10160" fmla="*/ 3085337 w 4954903"/>
                <a:gd name="connsiteY10160" fmla="*/ 2881964 h 4882701"/>
                <a:gd name="connsiteX10161" fmla="*/ 3071916 w 4954903"/>
                <a:gd name="connsiteY10161" fmla="*/ 2865757 h 4882701"/>
                <a:gd name="connsiteX10162" fmla="*/ 3059002 w 4954903"/>
                <a:gd name="connsiteY10162" fmla="*/ 2888547 h 4882701"/>
                <a:gd name="connsiteX10163" fmla="*/ 2994936 w 4954903"/>
                <a:gd name="connsiteY10163" fmla="*/ 2886522 h 4882701"/>
                <a:gd name="connsiteX10164" fmla="*/ 3021524 w 4954903"/>
                <a:gd name="connsiteY10164" fmla="*/ 2879938 h 4882701"/>
                <a:gd name="connsiteX10165" fmla="*/ 3007850 w 4954903"/>
                <a:gd name="connsiteY10165" fmla="*/ 2863731 h 4882701"/>
                <a:gd name="connsiteX10166" fmla="*/ 2994936 w 4954903"/>
                <a:gd name="connsiteY10166" fmla="*/ 2886522 h 4882701"/>
                <a:gd name="connsiteX10167" fmla="*/ 2943278 w 4954903"/>
                <a:gd name="connsiteY10167" fmla="*/ 2861706 h 4882701"/>
                <a:gd name="connsiteX10168" fmla="*/ 2929604 w 4954903"/>
                <a:gd name="connsiteY10168" fmla="*/ 2883483 h 4882701"/>
                <a:gd name="connsiteX10169" fmla="*/ 2957205 w 4954903"/>
                <a:gd name="connsiteY10169" fmla="*/ 2877912 h 4882701"/>
                <a:gd name="connsiteX10170" fmla="*/ 2943278 w 4954903"/>
                <a:gd name="connsiteY10170" fmla="*/ 2861706 h 4882701"/>
                <a:gd name="connsiteX10171" fmla="*/ 2878452 w 4954903"/>
                <a:gd name="connsiteY10171" fmla="*/ 2859680 h 4882701"/>
                <a:gd name="connsiteX10172" fmla="*/ 2864778 w 4954903"/>
                <a:gd name="connsiteY10172" fmla="*/ 2881457 h 4882701"/>
                <a:gd name="connsiteX10173" fmla="*/ 2892379 w 4954903"/>
                <a:gd name="connsiteY10173" fmla="*/ 2875886 h 4882701"/>
                <a:gd name="connsiteX10174" fmla="*/ 2878452 w 4954903"/>
                <a:gd name="connsiteY10174" fmla="*/ 2859680 h 4882701"/>
                <a:gd name="connsiteX10175" fmla="*/ 2812866 w 4954903"/>
                <a:gd name="connsiteY10175" fmla="*/ 2857907 h 4882701"/>
                <a:gd name="connsiteX10176" fmla="*/ 2799192 w 4954903"/>
                <a:gd name="connsiteY10176" fmla="*/ 2879685 h 4882701"/>
                <a:gd name="connsiteX10177" fmla="*/ 2827047 w 4954903"/>
                <a:gd name="connsiteY10177" fmla="*/ 2873860 h 4882701"/>
                <a:gd name="connsiteX10178" fmla="*/ 2812866 w 4954903"/>
                <a:gd name="connsiteY10178" fmla="*/ 2857907 h 4882701"/>
                <a:gd name="connsiteX10179" fmla="*/ 2733353 w 4954903"/>
                <a:gd name="connsiteY10179" fmla="*/ 2878165 h 4882701"/>
                <a:gd name="connsiteX10180" fmla="*/ 2761462 w 4954903"/>
                <a:gd name="connsiteY10180" fmla="*/ 2872341 h 4882701"/>
                <a:gd name="connsiteX10181" fmla="*/ 2747028 w 4954903"/>
                <a:gd name="connsiteY10181" fmla="*/ 2856135 h 4882701"/>
                <a:gd name="connsiteX10182" fmla="*/ 2733353 w 4954903"/>
                <a:gd name="connsiteY10182" fmla="*/ 2878165 h 4882701"/>
                <a:gd name="connsiteX10183" fmla="*/ 2667008 w 4954903"/>
                <a:gd name="connsiteY10183" fmla="*/ 2876393 h 4882701"/>
                <a:gd name="connsiteX10184" fmla="*/ 2694863 w 4954903"/>
                <a:gd name="connsiteY10184" fmla="*/ 2870568 h 4882701"/>
                <a:gd name="connsiteX10185" fmla="*/ 2680429 w 4954903"/>
                <a:gd name="connsiteY10185" fmla="*/ 2854615 h 4882701"/>
                <a:gd name="connsiteX10186" fmla="*/ 2667008 w 4954903"/>
                <a:gd name="connsiteY10186" fmla="*/ 2876393 h 4882701"/>
                <a:gd name="connsiteX10187" fmla="*/ 2600157 w 4954903"/>
                <a:gd name="connsiteY10187" fmla="*/ 2874873 h 4882701"/>
                <a:gd name="connsiteX10188" fmla="*/ 2628265 w 4954903"/>
                <a:gd name="connsiteY10188" fmla="*/ 2869049 h 4882701"/>
                <a:gd name="connsiteX10189" fmla="*/ 2613578 w 4954903"/>
                <a:gd name="connsiteY10189" fmla="*/ 2853096 h 4882701"/>
                <a:gd name="connsiteX10190" fmla="*/ 2600157 w 4954903"/>
                <a:gd name="connsiteY10190" fmla="*/ 2874873 h 4882701"/>
                <a:gd name="connsiteX10191" fmla="*/ 2546473 w 4954903"/>
                <a:gd name="connsiteY10191" fmla="*/ 2851576 h 4882701"/>
                <a:gd name="connsiteX10192" fmla="*/ 2533052 w 4954903"/>
                <a:gd name="connsiteY10192" fmla="*/ 2873354 h 4882701"/>
                <a:gd name="connsiteX10193" fmla="*/ 2561413 w 4954903"/>
                <a:gd name="connsiteY10193" fmla="*/ 2867530 h 4882701"/>
                <a:gd name="connsiteX10194" fmla="*/ 2546473 w 4954903"/>
                <a:gd name="connsiteY10194" fmla="*/ 2851576 h 4882701"/>
                <a:gd name="connsiteX10195" fmla="*/ 2478861 w 4954903"/>
                <a:gd name="connsiteY10195" fmla="*/ 2850310 h 4882701"/>
                <a:gd name="connsiteX10196" fmla="*/ 2465694 w 4954903"/>
                <a:gd name="connsiteY10196" fmla="*/ 2872341 h 4882701"/>
                <a:gd name="connsiteX10197" fmla="*/ 2494055 w 4954903"/>
                <a:gd name="connsiteY10197" fmla="*/ 2866517 h 4882701"/>
                <a:gd name="connsiteX10198" fmla="*/ 2478861 w 4954903"/>
                <a:gd name="connsiteY10198" fmla="*/ 2850310 h 4882701"/>
                <a:gd name="connsiteX10199" fmla="*/ 2410997 w 4954903"/>
                <a:gd name="connsiteY10199" fmla="*/ 2849044 h 4882701"/>
                <a:gd name="connsiteX10200" fmla="*/ 2397829 w 4954903"/>
                <a:gd name="connsiteY10200" fmla="*/ 2871075 h 4882701"/>
                <a:gd name="connsiteX10201" fmla="*/ 2426190 w 4954903"/>
                <a:gd name="connsiteY10201" fmla="*/ 2865251 h 4882701"/>
                <a:gd name="connsiteX10202" fmla="*/ 2410997 w 4954903"/>
                <a:gd name="connsiteY10202" fmla="*/ 2849044 h 4882701"/>
                <a:gd name="connsiteX10203" fmla="*/ 2343132 w 4954903"/>
                <a:gd name="connsiteY10203" fmla="*/ 2847778 h 4882701"/>
                <a:gd name="connsiteX10204" fmla="*/ 2329965 w 4954903"/>
                <a:gd name="connsiteY10204" fmla="*/ 2869809 h 4882701"/>
                <a:gd name="connsiteX10205" fmla="*/ 2358579 w 4954903"/>
                <a:gd name="connsiteY10205" fmla="*/ 2863731 h 4882701"/>
                <a:gd name="connsiteX10206" fmla="*/ 2343132 w 4954903"/>
                <a:gd name="connsiteY10206" fmla="*/ 2847778 h 4882701"/>
                <a:gd name="connsiteX10207" fmla="*/ 2261594 w 4954903"/>
                <a:gd name="connsiteY10207" fmla="*/ 2868796 h 4882701"/>
                <a:gd name="connsiteX10208" fmla="*/ 2290208 w 4954903"/>
                <a:gd name="connsiteY10208" fmla="*/ 2862718 h 4882701"/>
                <a:gd name="connsiteX10209" fmla="*/ 2274508 w 4954903"/>
                <a:gd name="connsiteY10209" fmla="*/ 2846765 h 4882701"/>
                <a:gd name="connsiteX10210" fmla="*/ 2261594 w 4954903"/>
                <a:gd name="connsiteY10210" fmla="*/ 2868796 h 4882701"/>
                <a:gd name="connsiteX10211" fmla="*/ 2221837 w 4954903"/>
                <a:gd name="connsiteY10211" fmla="*/ 2861706 h 4882701"/>
                <a:gd name="connsiteX10212" fmla="*/ 2206137 w 4954903"/>
                <a:gd name="connsiteY10212" fmla="*/ 2845752 h 4882701"/>
                <a:gd name="connsiteX10213" fmla="*/ 2193223 w 4954903"/>
                <a:gd name="connsiteY10213" fmla="*/ 2867783 h 4882701"/>
                <a:gd name="connsiteX10214" fmla="*/ 2221837 w 4954903"/>
                <a:gd name="connsiteY10214" fmla="*/ 2861706 h 4882701"/>
                <a:gd name="connsiteX10215" fmla="*/ 2153213 w 4954903"/>
                <a:gd name="connsiteY10215" fmla="*/ 2860693 h 4882701"/>
                <a:gd name="connsiteX10216" fmla="*/ 2137513 w 4954903"/>
                <a:gd name="connsiteY10216" fmla="*/ 2844739 h 4882701"/>
                <a:gd name="connsiteX10217" fmla="*/ 2124598 w 4954903"/>
                <a:gd name="connsiteY10217" fmla="*/ 2866770 h 4882701"/>
                <a:gd name="connsiteX10218" fmla="*/ 2153213 w 4954903"/>
                <a:gd name="connsiteY10218" fmla="*/ 2860693 h 4882701"/>
                <a:gd name="connsiteX10219" fmla="*/ 2084589 w 4954903"/>
                <a:gd name="connsiteY10219" fmla="*/ 2859933 h 4882701"/>
                <a:gd name="connsiteX10220" fmla="*/ 2068636 w 4954903"/>
                <a:gd name="connsiteY10220" fmla="*/ 2843980 h 4882701"/>
                <a:gd name="connsiteX10221" fmla="*/ 2055721 w 4954903"/>
                <a:gd name="connsiteY10221" fmla="*/ 2866010 h 4882701"/>
                <a:gd name="connsiteX10222" fmla="*/ 2084589 w 4954903"/>
                <a:gd name="connsiteY10222" fmla="*/ 2859933 h 4882701"/>
                <a:gd name="connsiteX10223" fmla="*/ 2015711 w 4954903"/>
                <a:gd name="connsiteY10223" fmla="*/ 2859173 h 4882701"/>
                <a:gd name="connsiteX10224" fmla="*/ 1999505 w 4954903"/>
                <a:gd name="connsiteY10224" fmla="*/ 2843220 h 4882701"/>
                <a:gd name="connsiteX10225" fmla="*/ 1987097 w 4954903"/>
                <a:gd name="connsiteY10225" fmla="*/ 2865251 h 4882701"/>
                <a:gd name="connsiteX10226" fmla="*/ 2015711 w 4954903"/>
                <a:gd name="connsiteY10226" fmla="*/ 2859173 h 4882701"/>
                <a:gd name="connsiteX10227" fmla="*/ 1947340 w 4954903"/>
                <a:gd name="connsiteY10227" fmla="*/ 2858667 h 4882701"/>
                <a:gd name="connsiteX10228" fmla="*/ 1931640 w 4954903"/>
                <a:gd name="connsiteY10228" fmla="*/ 2842714 h 4882701"/>
                <a:gd name="connsiteX10229" fmla="*/ 1920245 w 4954903"/>
                <a:gd name="connsiteY10229" fmla="*/ 2865757 h 4882701"/>
                <a:gd name="connsiteX10230" fmla="*/ 1947340 w 4954903"/>
                <a:gd name="connsiteY10230" fmla="*/ 2858667 h 4882701"/>
                <a:gd name="connsiteX10231" fmla="*/ 1879982 w 4954903"/>
                <a:gd name="connsiteY10231" fmla="*/ 2858160 h 4882701"/>
                <a:gd name="connsiteX10232" fmla="*/ 1864282 w 4954903"/>
                <a:gd name="connsiteY10232" fmla="*/ 2842460 h 4882701"/>
                <a:gd name="connsiteX10233" fmla="*/ 1853140 w 4954903"/>
                <a:gd name="connsiteY10233" fmla="*/ 2865757 h 4882701"/>
                <a:gd name="connsiteX10234" fmla="*/ 1879982 w 4954903"/>
                <a:gd name="connsiteY10234" fmla="*/ 2858160 h 4882701"/>
                <a:gd name="connsiteX10235" fmla="*/ 1813384 w 4954903"/>
                <a:gd name="connsiteY10235" fmla="*/ 2857654 h 4882701"/>
                <a:gd name="connsiteX10236" fmla="*/ 1797684 w 4954903"/>
                <a:gd name="connsiteY10236" fmla="*/ 2841954 h 4882701"/>
                <a:gd name="connsiteX10237" fmla="*/ 1787048 w 4954903"/>
                <a:gd name="connsiteY10237" fmla="*/ 2865251 h 4882701"/>
                <a:gd name="connsiteX10238" fmla="*/ 1813384 w 4954903"/>
                <a:gd name="connsiteY10238" fmla="*/ 2857654 h 4882701"/>
                <a:gd name="connsiteX10239" fmla="*/ 1747798 w 4954903"/>
                <a:gd name="connsiteY10239" fmla="*/ 2857401 h 4882701"/>
                <a:gd name="connsiteX10240" fmla="*/ 1732352 w 4954903"/>
                <a:gd name="connsiteY10240" fmla="*/ 2841701 h 4882701"/>
                <a:gd name="connsiteX10241" fmla="*/ 1721969 w 4954903"/>
                <a:gd name="connsiteY10241" fmla="*/ 2864997 h 4882701"/>
                <a:gd name="connsiteX10242" fmla="*/ 1747798 w 4954903"/>
                <a:gd name="connsiteY10242" fmla="*/ 2857401 h 4882701"/>
                <a:gd name="connsiteX10243" fmla="*/ 1682972 w 4954903"/>
                <a:gd name="connsiteY10243" fmla="*/ 2857147 h 4882701"/>
                <a:gd name="connsiteX10244" fmla="*/ 1667526 w 4954903"/>
                <a:gd name="connsiteY10244" fmla="*/ 2841447 h 4882701"/>
                <a:gd name="connsiteX10245" fmla="*/ 1657397 w 4954903"/>
                <a:gd name="connsiteY10245" fmla="*/ 2864744 h 4882701"/>
                <a:gd name="connsiteX10246" fmla="*/ 1682972 w 4954903"/>
                <a:gd name="connsiteY10246" fmla="*/ 2857147 h 4882701"/>
                <a:gd name="connsiteX10247" fmla="*/ 1619160 w 4954903"/>
                <a:gd name="connsiteY10247" fmla="*/ 2857147 h 4882701"/>
                <a:gd name="connsiteX10248" fmla="*/ 1603966 w 4954903"/>
                <a:gd name="connsiteY10248" fmla="*/ 2841447 h 4882701"/>
                <a:gd name="connsiteX10249" fmla="*/ 1593837 w 4954903"/>
                <a:gd name="connsiteY10249" fmla="*/ 2864744 h 4882701"/>
                <a:gd name="connsiteX10250" fmla="*/ 1619160 w 4954903"/>
                <a:gd name="connsiteY10250" fmla="*/ 2857147 h 4882701"/>
                <a:gd name="connsiteX10251" fmla="*/ 1556360 w 4954903"/>
                <a:gd name="connsiteY10251" fmla="*/ 2857147 h 4882701"/>
                <a:gd name="connsiteX10252" fmla="*/ 1541166 w 4954903"/>
                <a:gd name="connsiteY10252" fmla="*/ 2841447 h 4882701"/>
                <a:gd name="connsiteX10253" fmla="*/ 1531543 w 4954903"/>
                <a:gd name="connsiteY10253" fmla="*/ 2864744 h 4882701"/>
                <a:gd name="connsiteX10254" fmla="*/ 1556360 w 4954903"/>
                <a:gd name="connsiteY10254" fmla="*/ 2857147 h 4882701"/>
                <a:gd name="connsiteX10255" fmla="*/ 1494066 w 4954903"/>
                <a:gd name="connsiteY10255" fmla="*/ 2857147 h 4882701"/>
                <a:gd name="connsiteX10256" fmla="*/ 1479126 w 4954903"/>
                <a:gd name="connsiteY10256" fmla="*/ 2841447 h 4882701"/>
                <a:gd name="connsiteX10257" fmla="*/ 1469756 w 4954903"/>
                <a:gd name="connsiteY10257" fmla="*/ 2864744 h 4882701"/>
                <a:gd name="connsiteX10258" fmla="*/ 1494066 w 4954903"/>
                <a:gd name="connsiteY10258" fmla="*/ 2857147 h 4882701"/>
                <a:gd name="connsiteX10259" fmla="*/ 1433292 w 4954903"/>
                <a:gd name="connsiteY10259" fmla="*/ 2857401 h 4882701"/>
                <a:gd name="connsiteX10260" fmla="*/ 1418351 w 4954903"/>
                <a:gd name="connsiteY10260" fmla="*/ 2841701 h 4882701"/>
                <a:gd name="connsiteX10261" fmla="*/ 1409235 w 4954903"/>
                <a:gd name="connsiteY10261" fmla="*/ 2864997 h 4882701"/>
                <a:gd name="connsiteX10262" fmla="*/ 1433292 w 4954903"/>
                <a:gd name="connsiteY10262" fmla="*/ 2857401 h 4882701"/>
                <a:gd name="connsiteX10263" fmla="*/ 1373277 w 4954903"/>
                <a:gd name="connsiteY10263" fmla="*/ 2857907 h 4882701"/>
                <a:gd name="connsiteX10264" fmla="*/ 1358337 w 4954903"/>
                <a:gd name="connsiteY10264" fmla="*/ 2842207 h 4882701"/>
                <a:gd name="connsiteX10265" fmla="*/ 1349727 w 4954903"/>
                <a:gd name="connsiteY10265" fmla="*/ 2865504 h 4882701"/>
                <a:gd name="connsiteX10266" fmla="*/ 1373277 w 4954903"/>
                <a:gd name="connsiteY10266" fmla="*/ 2857907 h 4882701"/>
                <a:gd name="connsiteX10267" fmla="*/ 1314276 w 4954903"/>
                <a:gd name="connsiteY10267" fmla="*/ 2858160 h 4882701"/>
                <a:gd name="connsiteX10268" fmla="*/ 1299842 w 4954903"/>
                <a:gd name="connsiteY10268" fmla="*/ 2842460 h 4882701"/>
                <a:gd name="connsiteX10269" fmla="*/ 1292498 w 4954903"/>
                <a:gd name="connsiteY10269" fmla="*/ 2866770 h 4882701"/>
                <a:gd name="connsiteX10270" fmla="*/ 1314276 w 4954903"/>
                <a:gd name="connsiteY10270" fmla="*/ 2858160 h 4882701"/>
                <a:gd name="connsiteX10271" fmla="*/ 1256287 w 4954903"/>
                <a:gd name="connsiteY10271" fmla="*/ 2858667 h 4882701"/>
                <a:gd name="connsiteX10272" fmla="*/ 1241853 w 4954903"/>
                <a:gd name="connsiteY10272" fmla="*/ 2842967 h 4882701"/>
                <a:gd name="connsiteX10273" fmla="*/ 1234763 w 4954903"/>
                <a:gd name="connsiteY10273" fmla="*/ 2867277 h 4882701"/>
                <a:gd name="connsiteX10274" fmla="*/ 1256287 w 4954903"/>
                <a:gd name="connsiteY10274" fmla="*/ 2858667 h 4882701"/>
                <a:gd name="connsiteX10275" fmla="*/ 1199564 w 4954903"/>
                <a:gd name="connsiteY10275" fmla="*/ 2859426 h 4882701"/>
                <a:gd name="connsiteX10276" fmla="*/ 1185384 w 4954903"/>
                <a:gd name="connsiteY10276" fmla="*/ 2843980 h 4882701"/>
                <a:gd name="connsiteX10277" fmla="*/ 1178547 w 4954903"/>
                <a:gd name="connsiteY10277" fmla="*/ 2868289 h 4882701"/>
                <a:gd name="connsiteX10278" fmla="*/ 1199564 w 4954903"/>
                <a:gd name="connsiteY10278" fmla="*/ 2859426 h 4882701"/>
                <a:gd name="connsiteX10279" fmla="*/ 1143855 w 4954903"/>
                <a:gd name="connsiteY10279" fmla="*/ 2860186 h 4882701"/>
                <a:gd name="connsiteX10280" fmla="*/ 1129674 w 4954903"/>
                <a:gd name="connsiteY10280" fmla="*/ 2844739 h 4882701"/>
                <a:gd name="connsiteX10281" fmla="*/ 1123090 w 4954903"/>
                <a:gd name="connsiteY10281" fmla="*/ 2869049 h 4882701"/>
                <a:gd name="connsiteX10282" fmla="*/ 1143855 w 4954903"/>
                <a:gd name="connsiteY10282" fmla="*/ 2860186 h 4882701"/>
                <a:gd name="connsiteX10283" fmla="*/ 4900967 w 4954903"/>
                <a:gd name="connsiteY10283" fmla="*/ 2987306 h 4882701"/>
                <a:gd name="connsiteX10284" fmla="*/ 4903752 w 4954903"/>
                <a:gd name="connsiteY10284" fmla="*/ 2975404 h 4882701"/>
                <a:gd name="connsiteX10285" fmla="*/ 4906791 w 4954903"/>
                <a:gd name="connsiteY10285" fmla="*/ 2959197 h 4882701"/>
                <a:gd name="connsiteX10286" fmla="*/ 4906791 w 4954903"/>
                <a:gd name="connsiteY10286" fmla="*/ 2959197 h 4882701"/>
                <a:gd name="connsiteX10287" fmla="*/ 4900967 w 4954903"/>
                <a:gd name="connsiteY10287" fmla="*/ 2987306 h 4882701"/>
                <a:gd name="connsiteX10288" fmla="*/ 4905525 w 4954903"/>
                <a:gd name="connsiteY10288" fmla="*/ 2955399 h 4882701"/>
                <a:gd name="connsiteX10289" fmla="*/ 4905525 w 4954903"/>
                <a:gd name="connsiteY10289" fmla="*/ 2955399 h 4882701"/>
                <a:gd name="connsiteX10290" fmla="*/ 4899701 w 4954903"/>
                <a:gd name="connsiteY10290" fmla="*/ 2983507 h 4882701"/>
                <a:gd name="connsiteX10291" fmla="*/ 4902740 w 4954903"/>
                <a:gd name="connsiteY10291" fmla="*/ 2971605 h 4882701"/>
                <a:gd name="connsiteX10292" fmla="*/ 4905525 w 4954903"/>
                <a:gd name="connsiteY10292" fmla="*/ 2955399 h 4882701"/>
                <a:gd name="connsiteX10293" fmla="*/ 4902233 w 4954903"/>
                <a:gd name="connsiteY10293" fmla="*/ 2951854 h 4882701"/>
                <a:gd name="connsiteX10294" fmla="*/ 4902233 w 4954903"/>
                <a:gd name="connsiteY10294" fmla="*/ 2951854 h 4882701"/>
                <a:gd name="connsiteX10295" fmla="*/ 4896662 w 4954903"/>
                <a:gd name="connsiteY10295" fmla="*/ 2979962 h 4882701"/>
                <a:gd name="connsiteX10296" fmla="*/ 4900207 w 4954903"/>
                <a:gd name="connsiteY10296" fmla="*/ 2968060 h 4882701"/>
                <a:gd name="connsiteX10297" fmla="*/ 4902233 w 4954903"/>
                <a:gd name="connsiteY10297" fmla="*/ 2951854 h 4882701"/>
                <a:gd name="connsiteX10298" fmla="*/ 4896915 w 4954903"/>
                <a:gd name="connsiteY10298" fmla="*/ 2948309 h 4882701"/>
                <a:gd name="connsiteX10299" fmla="*/ 4891091 w 4954903"/>
                <a:gd name="connsiteY10299" fmla="*/ 2976417 h 4882701"/>
                <a:gd name="connsiteX10300" fmla="*/ 4895143 w 4954903"/>
                <a:gd name="connsiteY10300" fmla="*/ 2964515 h 4882701"/>
                <a:gd name="connsiteX10301" fmla="*/ 4896915 w 4954903"/>
                <a:gd name="connsiteY10301" fmla="*/ 2948309 h 4882701"/>
                <a:gd name="connsiteX10302" fmla="*/ 4888306 w 4954903"/>
                <a:gd name="connsiteY10302" fmla="*/ 2960970 h 4882701"/>
                <a:gd name="connsiteX10303" fmla="*/ 4889572 w 4954903"/>
                <a:gd name="connsiteY10303" fmla="*/ 2944510 h 4882701"/>
                <a:gd name="connsiteX10304" fmla="*/ 4883495 w 4954903"/>
                <a:gd name="connsiteY10304" fmla="*/ 2972618 h 4882701"/>
                <a:gd name="connsiteX10305" fmla="*/ 4888306 w 4954903"/>
                <a:gd name="connsiteY10305" fmla="*/ 2960970 h 4882701"/>
                <a:gd name="connsiteX10306" fmla="*/ 4880456 w 4954903"/>
                <a:gd name="connsiteY10306" fmla="*/ 2940965 h 4882701"/>
                <a:gd name="connsiteX10307" fmla="*/ 4874378 w 4954903"/>
                <a:gd name="connsiteY10307" fmla="*/ 2968820 h 4882701"/>
                <a:gd name="connsiteX10308" fmla="*/ 4879696 w 4954903"/>
                <a:gd name="connsiteY10308" fmla="*/ 2957425 h 4882701"/>
                <a:gd name="connsiteX10309" fmla="*/ 4880456 w 4954903"/>
                <a:gd name="connsiteY10309" fmla="*/ 2940965 h 4882701"/>
                <a:gd name="connsiteX10310" fmla="*/ 4869314 w 4954903"/>
                <a:gd name="connsiteY10310" fmla="*/ 2937167 h 4882701"/>
                <a:gd name="connsiteX10311" fmla="*/ 4862983 w 4954903"/>
                <a:gd name="connsiteY10311" fmla="*/ 2965022 h 4882701"/>
                <a:gd name="connsiteX10312" fmla="*/ 4868807 w 4954903"/>
                <a:gd name="connsiteY10312" fmla="*/ 2953626 h 4882701"/>
                <a:gd name="connsiteX10313" fmla="*/ 4869314 w 4954903"/>
                <a:gd name="connsiteY10313" fmla="*/ 2937167 h 4882701"/>
                <a:gd name="connsiteX10314" fmla="*/ 4856146 w 4954903"/>
                <a:gd name="connsiteY10314" fmla="*/ 2949828 h 4882701"/>
                <a:gd name="connsiteX10315" fmla="*/ 4856146 w 4954903"/>
                <a:gd name="connsiteY10315" fmla="*/ 2933368 h 4882701"/>
                <a:gd name="connsiteX10316" fmla="*/ 4849815 w 4954903"/>
                <a:gd name="connsiteY10316" fmla="*/ 2961223 h 4882701"/>
                <a:gd name="connsiteX10317" fmla="*/ 4856146 w 4954903"/>
                <a:gd name="connsiteY10317" fmla="*/ 2949828 h 4882701"/>
                <a:gd name="connsiteX10318" fmla="*/ 4841459 w 4954903"/>
                <a:gd name="connsiteY10318" fmla="*/ 2946030 h 4882701"/>
                <a:gd name="connsiteX10319" fmla="*/ 4840952 w 4954903"/>
                <a:gd name="connsiteY10319" fmla="*/ 2929570 h 4882701"/>
                <a:gd name="connsiteX10320" fmla="*/ 4834369 w 4954903"/>
                <a:gd name="connsiteY10320" fmla="*/ 2956918 h 4882701"/>
                <a:gd name="connsiteX10321" fmla="*/ 4841459 w 4954903"/>
                <a:gd name="connsiteY10321" fmla="*/ 2946030 h 4882701"/>
                <a:gd name="connsiteX10322" fmla="*/ 4824999 w 4954903"/>
                <a:gd name="connsiteY10322" fmla="*/ 2942231 h 4882701"/>
                <a:gd name="connsiteX10323" fmla="*/ 4823986 w 4954903"/>
                <a:gd name="connsiteY10323" fmla="*/ 2925772 h 4882701"/>
                <a:gd name="connsiteX10324" fmla="*/ 4817149 w 4954903"/>
                <a:gd name="connsiteY10324" fmla="*/ 2953120 h 4882701"/>
                <a:gd name="connsiteX10325" fmla="*/ 4824999 w 4954903"/>
                <a:gd name="connsiteY10325" fmla="*/ 2942231 h 4882701"/>
                <a:gd name="connsiteX10326" fmla="*/ 4806767 w 4954903"/>
                <a:gd name="connsiteY10326" fmla="*/ 2938686 h 4882701"/>
                <a:gd name="connsiteX10327" fmla="*/ 4805501 w 4954903"/>
                <a:gd name="connsiteY10327" fmla="*/ 2922227 h 4882701"/>
                <a:gd name="connsiteX10328" fmla="*/ 4798664 w 4954903"/>
                <a:gd name="connsiteY10328" fmla="*/ 2949575 h 4882701"/>
                <a:gd name="connsiteX10329" fmla="*/ 4806767 w 4954903"/>
                <a:gd name="connsiteY10329" fmla="*/ 2938686 h 4882701"/>
                <a:gd name="connsiteX10330" fmla="*/ 4784990 w 4954903"/>
                <a:gd name="connsiteY10330" fmla="*/ 2918428 h 4882701"/>
                <a:gd name="connsiteX10331" fmla="*/ 4777646 w 4954903"/>
                <a:gd name="connsiteY10331" fmla="*/ 2945270 h 4882701"/>
                <a:gd name="connsiteX10332" fmla="*/ 4786762 w 4954903"/>
                <a:gd name="connsiteY10332" fmla="*/ 2934888 h 4882701"/>
                <a:gd name="connsiteX10333" fmla="*/ 4784990 w 4954903"/>
                <a:gd name="connsiteY10333" fmla="*/ 2918428 h 4882701"/>
                <a:gd name="connsiteX10334" fmla="*/ 4764985 w 4954903"/>
                <a:gd name="connsiteY10334" fmla="*/ 2931089 h 4882701"/>
                <a:gd name="connsiteX10335" fmla="*/ 4762706 w 4954903"/>
                <a:gd name="connsiteY10335" fmla="*/ 2914630 h 4882701"/>
                <a:gd name="connsiteX10336" fmla="*/ 4755362 w 4954903"/>
                <a:gd name="connsiteY10336" fmla="*/ 2941472 h 4882701"/>
                <a:gd name="connsiteX10337" fmla="*/ 4764985 w 4954903"/>
                <a:gd name="connsiteY10337" fmla="*/ 2931089 h 4882701"/>
                <a:gd name="connsiteX10338" fmla="*/ 4741688 w 4954903"/>
                <a:gd name="connsiteY10338" fmla="*/ 2927291 h 4882701"/>
                <a:gd name="connsiteX10339" fmla="*/ 4739155 w 4954903"/>
                <a:gd name="connsiteY10339" fmla="*/ 2910831 h 4882701"/>
                <a:gd name="connsiteX10340" fmla="*/ 4731812 w 4954903"/>
                <a:gd name="connsiteY10340" fmla="*/ 2937673 h 4882701"/>
                <a:gd name="connsiteX10341" fmla="*/ 4741688 w 4954903"/>
                <a:gd name="connsiteY10341" fmla="*/ 2927291 h 4882701"/>
                <a:gd name="connsiteX10342" fmla="*/ 4716365 w 4954903"/>
                <a:gd name="connsiteY10342" fmla="*/ 2923746 h 4882701"/>
                <a:gd name="connsiteX10343" fmla="*/ 4713327 w 4954903"/>
                <a:gd name="connsiteY10343" fmla="*/ 2907286 h 4882701"/>
                <a:gd name="connsiteX10344" fmla="*/ 4705477 w 4954903"/>
                <a:gd name="connsiteY10344" fmla="*/ 2933622 h 4882701"/>
                <a:gd name="connsiteX10345" fmla="*/ 4716365 w 4954903"/>
                <a:gd name="connsiteY10345" fmla="*/ 2923746 h 4882701"/>
                <a:gd name="connsiteX10346" fmla="*/ 4689777 w 4954903"/>
                <a:gd name="connsiteY10346" fmla="*/ 2919947 h 4882701"/>
                <a:gd name="connsiteX10347" fmla="*/ 4686485 w 4954903"/>
                <a:gd name="connsiteY10347" fmla="*/ 2903488 h 4882701"/>
                <a:gd name="connsiteX10348" fmla="*/ 4678381 w 4954903"/>
                <a:gd name="connsiteY10348" fmla="*/ 2929823 h 4882701"/>
                <a:gd name="connsiteX10349" fmla="*/ 4689777 w 4954903"/>
                <a:gd name="connsiteY10349" fmla="*/ 2919947 h 4882701"/>
                <a:gd name="connsiteX10350" fmla="*/ 4661415 w 4954903"/>
                <a:gd name="connsiteY10350" fmla="*/ 2916402 h 4882701"/>
                <a:gd name="connsiteX10351" fmla="*/ 4657617 w 4954903"/>
                <a:gd name="connsiteY10351" fmla="*/ 2899943 h 4882701"/>
                <a:gd name="connsiteX10352" fmla="*/ 4649514 w 4954903"/>
                <a:gd name="connsiteY10352" fmla="*/ 2926278 h 4882701"/>
                <a:gd name="connsiteX10353" fmla="*/ 4661415 w 4954903"/>
                <a:gd name="connsiteY10353" fmla="*/ 2916402 h 4882701"/>
                <a:gd name="connsiteX10354" fmla="*/ 4631535 w 4954903"/>
                <a:gd name="connsiteY10354" fmla="*/ 2912604 h 4882701"/>
                <a:gd name="connsiteX10355" fmla="*/ 4627230 w 4954903"/>
                <a:gd name="connsiteY10355" fmla="*/ 2896144 h 4882701"/>
                <a:gd name="connsiteX10356" fmla="*/ 4618873 w 4954903"/>
                <a:gd name="connsiteY10356" fmla="*/ 2922480 h 4882701"/>
                <a:gd name="connsiteX10357" fmla="*/ 4631535 w 4954903"/>
                <a:gd name="connsiteY10357" fmla="*/ 2912604 h 4882701"/>
                <a:gd name="connsiteX10358" fmla="*/ 4599881 w 4954903"/>
                <a:gd name="connsiteY10358" fmla="*/ 2909059 h 4882701"/>
                <a:gd name="connsiteX10359" fmla="*/ 4595323 w 4954903"/>
                <a:gd name="connsiteY10359" fmla="*/ 2892599 h 4882701"/>
                <a:gd name="connsiteX10360" fmla="*/ 4586460 w 4954903"/>
                <a:gd name="connsiteY10360" fmla="*/ 2918175 h 4882701"/>
                <a:gd name="connsiteX10361" fmla="*/ 4599881 w 4954903"/>
                <a:gd name="connsiteY10361" fmla="*/ 2909059 h 4882701"/>
                <a:gd name="connsiteX10362" fmla="*/ 4566962 w 4954903"/>
                <a:gd name="connsiteY10362" fmla="*/ 2905514 h 4882701"/>
                <a:gd name="connsiteX10363" fmla="*/ 4561897 w 4954903"/>
                <a:gd name="connsiteY10363" fmla="*/ 2889054 h 4882701"/>
                <a:gd name="connsiteX10364" fmla="*/ 4552781 w 4954903"/>
                <a:gd name="connsiteY10364" fmla="*/ 2914630 h 4882701"/>
                <a:gd name="connsiteX10365" fmla="*/ 4566962 w 4954903"/>
                <a:gd name="connsiteY10365" fmla="*/ 2905514 h 4882701"/>
                <a:gd name="connsiteX10366" fmla="*/ 4527206 w 4954903"/>
                <a:gd name="connsiteY10366" fmla="*/ 2885509 h 4882701"/>
                <a:gd name="connsiteX10367" fmla="*/ 4518089 w 4954903"/>
                <a:gd name="connsiteY10367" fmla="*/ 2911085 h 4882701"/>
                <a:gd name="connsiteX10368" fmla="*/ 4532523 w 4954903"/>
                <a:gd name="connsiteY10368" fmla="*/ 2901968 h 4882701"/>
                <a:gd name="connsiteX10369" fmla="*/ 4527206 w 4954903"/>
                <a:gd name="connsiteY10369" fmla="*/ 2885509 h 4882701"/>
                <a:gd name="connsiteX10370" fmla="*/ 4496565 w 4954903"/>
                <a:gd name="connsiteY10370" fmla="*/ 2898423 h 4882701"/>
                <a:gd name="connsiteX10371" fmla="*/ 4490741 w 4954903"/>
                <a:gd name="connsiteY10371" fmla="*/ 2881964 h 4882701"/>
                <a:gd name="connsiteX10372" fmla="*/ 4481625 w 4954903"/>
                <a:gd name="connsiteY10372" fmla="*/ 2907539 h 4882701"/>
                <a:gd name="connsiteX10373" fmla="*/ 4496565 w 4954903"/>
                <a:gd name="connsiteY10373" fmla="*/ 2898423 h 4882701"/>
                <a:gd name="connsiteX10374" fmla="*/ 4459088 w 4954903"/>
                <a:gd name="connsiteY10374" fmla="*/ 2894878 h 4882701"/>
                <a:gd name="connsiteX10375" fmla="*/ 4453011 w 4954903"/>
                <a:gd name="connsiteY10375" fmla="*/ 2878418 h 4882701"/>
                <a:gd name="connsiteX10376" fmla="*/ 4443641 w 4954903"/>
                <a:gd name="connsiteY10376" fmla="*/ 2903994 h 4882701"/>
                <a:gd name="connsiteX10377" fmla="*/ 4459088 w 4954903"/>
                <a:gd name="connsiteY10377" fmla="*/ 2894878 h 4882701"/>
                <a:gd name="connsiteX10378" fmla="*/ 4420344 w 4954903"/>
                <a:gd name="connsiteY10378" fmla="*/ 2891333 h 4882701"/>
                <a:gd name="connsiteX10379" fmla="*/ 4414014 w 4954903"/>
                <a:gd name="connsiteY10379" fmla="*/ 2874873 h 4882701"/>
                <a:gd name="connsiteX10380" fmla="*/ 4404138 w 4954903"/>
                <a:gd name="connsiteY10380" fmla="*/ 2899436 h 4882701"/>
                <a:gd name="connsiteX10381" fmla="*/ 4420344 w 4954903"/>
                <a:gd name="connsiteY10381" fmla="*/ 2891333 h 4882701"/>
                <a:gd name="connsiteX10382" fmla="*/ 4380334 w 4954903"/>
                <a:gd name="connsiteY10382" fmla="*/ 2888041 h 4882701"/>
                <a:gd name="connsiteX10383" fmla="*/ 4373498 w 4954903"/>
                <a:gd name="connsiteY10383" fmla="*/ 2871581 h 4882701"/>
                <a:gd name="connsiteX10384" fmla="*/ 4363368 w 4954903"/>
                <a:gd name="connsiteY10384" fmla="*/ 2896144 h 4882701"/>
                <a:gd name="connsiteX10385" fmla="*/ 4380334 w 4954903"/>
                <a:gd name="connsiteY10385" fmla="*/ 2888041 h 4882701"/>
                <a:gd name="connsiteX10386" fmla="*/ 4338805 w 4954903"/>
                <a:gd name="connsiteY10386" fmla="*/ 2884496 h 4882701"/>
                <a:gd name="connsiteX10387" fmla="*/ 4331462 w 4954903"/>
                <a:gd name="connsiteY10387" fmla="*/ 2868036 h 4882701"/>
                <a:gd name="connsiteX10388" fmla="*/ 4321333 w 4954903"/>
                <a:gd name="connsiteY10388" fmla="*/ 2892599 h 4882701"/>
                <a:gd name="connsiteX10389" fmla="*/ 4338805 w 4954903"/>
                <a:gd name="connsiteY10389" fmla="*/ 2884496 h 4882701"/>
                <a:gd name="connsiteX10390" fmla="*/ 4296010 w 4954903"/>
                <a:gd name="connsiteY10390" fmla="*/ 2881204 h 4882701"/>
                <a:gd name="connsiteX10391" fmla="*/ 4288667 w 4954903"/>
                <a:gd name="connsiteY10391" fmla="*/ 2864744 h 4882701"/>
                <a:gd name="connsiteX10392" fmla="*/ 4278284 w 4954903"/>
                <a:gd name="connsiteY10392" fmla="*/ 2889560 h 4882701"/>
                <a:gd name="connsiteX10393" fmla="*/ 4296010 w 4954903"/>
                <a:gd name="connsiteY10393" fmla="*/ 2881204 h 4882701"/>
                <a:gd name="connsiteX10394" fmla="*/ 4244352 w 4954903"/>
                <a:gd name="connsiteY10394" fmla="*/ 2861452 h 4882701"/>
                <a:gd name="connsiteX10395" fmla="*/ 4233970 w 4954903"/>
                <a:gd name="connsiteY10395" fmla="*/ 2886269 h 4882701"/>
                <a:gd name="connsiteX10396" fmla="*/ 4252202 w 4954903"/>
                <a:gd name="connsiteY10396" fmla="*/ 2877912 h 4882701"/>
                <a:gd name="connsiteX10397" fmla="*/ 4244352 w 4954903"/>
                <a:gd name="connsiteY10397" fmla="*/ 2861452 h 4882701"/>
                <a:gd name="connsiteX10398" fmla="*/ 4198519 w 4954903"/>
                <a:gd name="connsiteY10398" fmla="*/ 2858160 h 4882701"/>
                <a:gd name="connsiteX10399" fmla="*/ 4187883 w 4954903"/>
                <a:gd name="connsiteY10399" fmla="*/ 2882976 h 4882701"/>
                <a:gd name="connsiteX10400" fmla="*/ 4206622 w 4954903"/>
                <a:gd name="connsiteY10400" fmla="*/ 2874620 h 4882701"/>
                <a:gd name="connsiteX10401" fmla="*/ 4198519 w 4954903"/>
                <a:gd name="connsiteY10401" fmla="*/ 2858160 h 4882701"/>
                <a:gd name="connsiteX10402" fmla="*/ 4151925 w 4954903"/>
                <a:gd name="connsiteY10402" fmla="*/ 2855122 h 4882701"/>
                <a:gd name="connsiteX10403" fmla="*/ 4140783 w 4954903"/>
                <a:gd name="connsiteY10403" fmla="*/ 2878925 h 4882701"/>
                <a:gd name="connsiteX10404" fmla="*/ 4160534 w 4954903"/>
                <a:gd name="connsiteY10404" fmla="*/ 2871581 h 4882701"/>
                <a:gd name="connsiteX10405" fmla="*/ 4151925 w 4954903"/>
                <a:gd name="connsiteY10405" fmla="*/ 2855122 h 4882701"/>
                <a:gd name="connsiteX10406" fmla="*/ 4104065 w 4954903"/>
                <a:gd name="connsiteY10406" fmla="*/ 2851830 h 4882701"/>
                <a:gd name="connsiteX10407" fmla="*/ 4092670 w 4954903"/>
                <a:gd name="connsiteY10407" fmla="*/ 2875633 h 4882701"/>
                <a:gd name="connsiteX10408" fmla="*/ 4112675 w 4954903"/>
                <a:gd name="connsiteY10408" fmla="*/ 2868289 h 4882701"/>
                <a:gd name="connsiteX10409" fmla="*/ 4104065 w 4954903"/>
                <a:gd name="connsiteY10409" fmla="*/ 2851830 h 4882701"/>
                <a:gd name="connsiteX10410" fmla="*/ 4054939 w 4954903"/>
                <a:gd name="connsiteY10410" fmla="*/ 2848538 h 4882701"/>
                <a:gd name="connsiteX10411" fmla="*/ 4043544 w 4954903"/>
                <a:gd name="connsiteY10411" fmla="*/ 2872341 h 4882701"/>
                <a:gd name="connsiteX10412" fmla="*/ 4064056 w 4954903"/>
                <a:gd name="connsiteY10412" fmla="*/ 2864997 h 4882701"/>
                <a:gd name="connsiteX10413" fmla="*/ 4054939 w 4954903"/>
                <a:gd name="connsiteY10413" fmla="*/ 2848538 h 4882701"/>
                <a:gd name="connsiteX10414" fmla="*/ 4004547 w 4954903"/>
                <a:gd name="connsiteY10414" fmla="*/ 2845499 h 4882701"/>
                <a:gd name="connsiteX10415" fmla="*/ 3993152 w 4954903"/>
                <a:gd name="connsiteY10415" fmla="*/ 2869302 h 4882701"/>
                <a:gd name="connsiteX10416" fmla="*/ 4014170 w 4954903"/>
                <a:gd name="connsiteY10416" fmla="*/ 2861959 h 4882701"/>
                <a:gd name="connsiteX10417" fmla="*/ 4004547 w 4954903"/>
                <a:gd name="connsiteY10417" fmla="*/ 2845499 h 4882701"/>
                <a:gd name="connsiteX10418" fmla="*/ 3693079 w 4954903"/>
                <a:gd name="connsiteY10418" fmla="*/ 2844233 h 4882701"/>
                <a:gd name="connsiteX10419" fmla="*/ 3681937 w 4954903"/>
                <a:gd name="connsiteY10419" fmla="*/ 2828026 h 4882701"/>
                <a:gd name="connsiteX10420" fmla="*/ 3669276 w 4954903"/>
                <a:gd name="connsiteY10420" fmla="*/ 2850817 h 4882701"/>
                <a:gd name="connsiteX10421" fmla="*/ 3693079 w 4954903"/>
                <a:gd name="connsiteY10421" fmla="*/ 2844233 h 4882701"/>
                <a:gd name="connsiteX10422" fmla="*/ 3636357 w 4954903"/>
                <a:gd name="connsiteY10422" fmla="*/ 2841447 h 4882701"/>
                <a:gd name="connsiteX10423" fmla="*/ 3624708 w 4954903"/>
                <a:gd name="connsiteY10423" fmla="*/ 2825241 h 4882701"/>
                <a:gd name="connsiteX10424" fmla="*/ 3612047 w 4954903"/>
                <a:gd name="connsiteY10424" fmla="*/ 2848031 h 4882701"/>
                <a:gd name="connsiteX10425" fmla="*/ 3636357 w 4954903"/>
                <a:gd name="connsiteY10425" fmla="*/ 2841447 h 4882701"/>
                <a:gd name="connsiteX10426" fmla="*/ 3578622 w 4954903"/>
                <a:gd name="connsiteY10426" fmla="*/ 2838915 h 4882701"/>
                <a:gd name="connsiteX10427" fmla="*/ 3566973 w 4954903"/>
                <a:gd name="connsiteY10427" fmla="*/ 2822709 h 4882701"/>
                <a:gd name="connsiteX10428" fmla="*/ 3554312 w 4954903"/>
                <a:gd name="connsiteY10428" fmla="*/ 2845499 h 4882701"/>
                <a:gd name="connsiteX10429" fmla="*/ 3578622 w 4954903"/>
                <a:gd name="connsiteY10429" fmla="*/ 2838915 h 4882701"/>
                <a:gd name="connsiteX10430" fmla="*/ 3520126 w 4954903"/>
                <a:gd name="connsiteY10430" fmla="*/ 2836130 h 4882701"/>
                <a:gd name="connsiteX10431" fmla="*/ 3508224 w 4954903"/>
                <a:gd name="connsiteY10431" fmla="*/ 2819923 h 4882701"/>
                <a:gd name="connsiteX10432" fmla="*/ 3495310 w 4954903"/>
                <a:gd name="connsiteY10432" fmla="*/ 2842714 h 4882701"/>
                <a:gd name="connsiteX10433" fmla="*/ 3520126 w 4954903"/>
                <a:gd name="connsiteY10433" fmla="*/ 2836130 h 4882701"/>
                <a:gd name="connsiteX10434" fmla="*/ 3460871 w 4954903"/>
                <a:gd name="connsiteY10434" fmla="*/ 2833597 h 4882701"/>
                <a:gd name="connsiteX10435" fmla="*/ 3448463 w 4954903"/>
                <a:gd name="connsiteY10435" fmla="*/ 2817391 h 4882701"/>
                <a:gd name="connsiteX10436" fmla="*/ 3435802 w 4954903"/>
                <a:gd name="connsiteY10436" fmla="*/ 2840181 h 4882701"/>
                <a:gd name="connsiteX10437" fmla="*/ 3460871 w 4954903"/>
                <a:gd name="connsiteY10437" fmla="*/ 2833597 h 4882701"/>
                <a:gd name="connsiteX10438" fmla="*/ 3400857 w 4954903"/>
                <a:gd name="connsiteY10438" fmla="*/ 2831065 h 4882701"/>
                <a:gd name="connsiteX10439" fmla="*/ 3388196 w 4954903"/>
                <a:gd name="connsiteY10439" fmla="*/ 2814859 h 4882701"/>
                <a:gd name="connsiteX10440" fmla="*/ 3375534 w 4954903"/>
                <a:gd name="connsiteY10440" fmla="*/ 2837649 h 4882701"/>
                <a:gd name="connsiteX10441" fmla="*/ 3400857 w 4954903"/>
                <a:gd name="connsiteY10441" fmla="*/ 2831065 h 4882701"/>
                <a:gd name="connsiteX10442" fmla="*/ 3339829 w 4954903"/>
                <a:gd name="connsiteY10442" fmla="*/ 2828786 h 4882701"/>
                <a:gd name="connsiteX10443" fmla="*/ 3327168 w 4954903"/>
                <a:gd name="connsiteY10443" fmla="*/ 2812580 h 4882701"/>
                <a:gd name="connsiteX10444" fmla="*/ 3314254 w 4954903"/>
                <a:gd name="connsiteY10444" fmla="*/ 2835623 h 4882701"/>
                <a:gd name="connsiteX10445" fmla="*/ 3339829 w 4954903"/>
                <a:gd name="connsiteY10445" fmla="*/ 2828786 h 4882701"/>
                <a:gd name="connsiteX10446" fmla="*/ 3278296 w 4954903"/>
                <a:gd name="connsiteY10446" fmla="*/ 2826507 h 4882701"/>
                <a:gd name="connsiteX10447" fmla="*/ 3265381 w 4954903"/>
                <a:gd name="connsiteY10447" fmla="*/ 2810301 h 4882701"/>
                <a:gd name="connsiteX10448" fmla="*/ 3252467 w 4954903"/>
                <a:gd name="connsiteY10448" fmla="*/ 2833344 h 4882701"/>
                <a:gd name="connsiteX10449" fmla="*/ 3278296 w 4954903"/>
                <a:gd name="connsiteY10449" fmla="*/ 2826507 h 4882701"/>
                <a:gd name="connsiteX10450" fmla="*/ 3063307 w 4954903"/>
                <a:gd name="connsiteY10450" fmla="*/ 2826507 h 4882701"/>
                <a:gd name="connsiteX10451" fmla="*/ 3089642 w 4954903"/>
                <a:gd name="connsiteY10451" fmla="*/ 2819670 h 4882701"/>
                <a:gd name="connsiteX10452" fmla="*/ 3076221 w 4954903"/>
                <a:gd name="connsiteY10452" fmla="*/ 2803464 h 4882701"/>
                <a:gd name="connsiteX10453" fmla="*/ 3063307 w 4954903"/>
                <a:gd name="connsiteY10453" fmla="*/ 2826507 h 4882701"/>
                <a:gd name="connsiteX10454" fmla="*/ 3011649 w 4954903"/>
                <a:gd name="connsiteY10454" fmla="*/ 2801691 h 4882701"/>
                <a:gd name="connsiteX10455" fmla="*/ 2998987 w 4954903"/>
                <a:gd name="connsiteY10455" fmla="*/ 2824735 h 4882701"/>
                <a:gd name="connsiteX10456" fmla="*/ 3025576 w 4954903"/>
                <a:gd name="connsiteY10456" fmla="*/ 2817897 h 4882701"/>
                <a:gd name="connsiteX10457" fmla="*/ 3011649 w 4954903"/>
                <a:gd name="connsiteY10457" fmla="*/ 2801691 h 4882701"/>
                <a:gd name="connsiteX10458" fmla="*/ 2946823 w 4954903"/>
                <a:gd name="connsiteY10458" fmla="*/ 2799665 h 4882701"/>
                <a:gd name="connsiteX10459" fmla="*/ 2934162 w 4954903"/>
                <a:gd name="connsiteY10459" fmla="*/ 2822709 h 4882701"/>
                <a:gd name="connsiteX10460" fmla="*/ 2961003 w 4954903"/>
                <a:gd name="connsiteY10460" fmla="*/ 2815872 h 4882701"/>
                <a:gd name="connsiteX10461" fmla="*/ 2946823 w 4954903"/>
                <a:gd name="connsiteY10461" fmla="*/ 2799665 h 4882701"/>
                <a:gd name="connsiteX10462" fmla="*/ 2881491 w 4954903"/>
                <a:gd name="connsiteY10462" fmla="*/ 2797639 h 4882701"/>
                <a:gd name="connsiteX10463" fmla="*/ 2868829 w 4954903"/>
                <a:gd name="connsiteY10463" fmla="*/ 2820683 h 4882701"/>
                <a:gd name="connsiteX10464" fmla="*/ 2895671 w 4954903"/>
                <a:gd name="connsiteY10464" fmla="*/ 2813846 h 4882701"/>
                <a:gd name="connsiteX10465" fmla="*/ 2881491 w 4954903"/>
                <a:gd name="connsiteY10465" fmla="*/ 2797639 h 4882701"/>
                <a:gd name="connsiteX10466" fmla="*/ 2815905 w 4954903"/>
                <a:gd name="connsiteY10466" fmla="*/ 2795867 h 4882701"/>
                <a:gd name="connsiteX10467" fmla="*/ 2802231 w 4954903"/>
                <a:gd name="connsiteY10467" fmla="*/ 2817897 h 4882701"/>
                <a:gd name="connsiteX10468" fmla="*/ 2830086 w 4954903"/>
                <a:gd name="connsiteY10468" fmla="*/ 2812073 h 4882701"/>
                <a:gd name="connsiteX10469" fmla="*/ 2815905 w 4954903"/>
                <a:gd name="connsiteY10469" fmla="*/ 2795867 h 4882701"/>
                <a:gd name="connsiteX10470" fmla="*/ 2736645 w 4954903"/>
                <a:gd name="connsiteY10470" fmla="*/ 2817138 h 4882701"/>
                <a:gd name="connsiteX10471" fmla="*/ 2763994 w 4954903"/>
                <a:gd name="connsiteY10471" fmla="*/ 2810047 h 4882701"/>
                <a:gd name="connsiteX10472" fmla="*/ 2749307 w 4954903"/>
                <a:gd name="connsiteY10472" fmla="*/ 2794094 h 4882701"/>
                <a:gd name="connsiteX10473" fmla="*/ 2736645 w 4954903"/>
                <a:gd name="connsiteY10473" fmla="*/ 2817138 h 4882701"/>
                <a:gd name="connsiteX10474" fmla="*/ 2670047 w 4954903"/>
                <a:gd name="connsiteY10474" fmla="*/ 2815618 h 4882701"/>
                <a:gd name="connsiteX10475" fmla="*/ 2697395 w 4954903"/>
                <a:gd name="connsiteY10475" fmla="*/ 2808528 h 4882701"/>
                <a:gd name="connsiteX10476" fmla="*/ 2682708 w 4954903"/>
                <a:gd name="connsiteY10476" fmla="*/ 2792575 h 4882701"/>
                <a:gd name="connsiteX10477" fmla="*/ 2670047 w 4954903"/>
                <a:gd name="connsiteY10477" fmla="*/ 2815618 h 4882701"/>
                <a:gd name="connsiteX10478" fmla="*/ 2601929 w 4954903"/>
                <a:gd name="connsiteY10478" fmla="*/ 2813086 h 4882701"/>
                <a:gd name="connsiteX10479" fmla="*/ 2630291 w 4954903"/>
                <a:gd name="connsiteY10479" fmla="*/ 2807262 h 4882701"/>
                <a:gd name="connsiteX10480" fmla="*/ 2615603 w 4954903"/>
                <a:gd name="connsiteY10480" fmla="*/ 2791309 h 4882701"/>
                <a:gd name="connsiteX10481" fmla="*/ 2601929 w 4954903"/>
                <a:gd name="connsiteY10481" fmla="*/ 2813086 h 4882701"/>
                <a:gd name="connsiteX10482" fmla="*/ 2563186 w 4954903"/>
                <a:gd name="connsiteY10482" fmla="*/ 2805489 h 4882701"/>
                <a:gd name="connsiteX10483" fmla="*/ 2548245 w 4954903"/>
                <a:gd name="connsiteY10483" fmla="*/ 2789536 h 4882701"/>
                <a:gd name="connsiteX10484" fmla="*/ 2534571 w 4954903"/>
                <a:gd name="connsiteY10484" fmla="*/ 2811567 h 4882701"/>
                <a:gd name="connsiteX10485" fmla="*/ 2563186 w 4954903"/>
                <a:gd name="connsiteY10485" fmla="*/ 2805489 h 4882701"/>
                <a:gd name="connsiteX10486" fmla="*/ 2480128 w 4954903"/>
                <a:gd name="connsiteY10486" fmla="*/ 2788017 h 4882701"/>
                <a:gd name="connsiteX10487" fmla="*/ 2466707 w 4954903"/>
                <a:gd name="connsiteY10487" fmla="*/ 2810047 h 4882701"/>
                <a:gd name="connsiteX10488" fmla="*/ 2495321 w 4954903"/>
                <a:gd name="connsiteY10488" fmla="*/ 2803970 h 4882701"/>
                <a:gd name="connsiteX10489" fmla="*/ 2480128 w 4954903"/>
                <a:gd name="connsiteY10489" fmla="*/ 2788017 h 4882701"/>
                <a:gd name="connsiteX10490" fmla="*/ 2412010 w 4954903"/>
                <a:gd name="connsiteY10490" fmla="*/ 2786751 h 4882701"/>
                <a:gd name="connsiteX10491" fmla="*/ 2398842 w 4954903"/>
                <a:gd name="connsiteY10491" fmla="*/ 2808781 h 4882701"/>
                <a:gd name="connsiteX10492" fmla="*/ 2427457 w 4954903"/>
                <a:gd name="connsiteY10492" fmla="*/ 2802704 h 4882701"/>
                <a:gd name="connsiteX10493" fmla="*/ 2412010 w 4954903"/>
                <a:gd name="connsiteY10493" fmla="*/ 2786751 h 4882701"/>
                <a:gd name="connsiteX10494" fmla="*/ 2343639 w 4954903"/>
                <a:gd name="connsiteY10494" fmla="*/ 2785738 h 4882701"/>
                <a:gd name="connsiteX10495" fmla="*/ 2330218 w 4954903"/>
                <a:gd name="connsiteY10495" fmla="*/ 2807768 h 4882701"/>
                <a:gd name="connsiteX10496" fmla="*/ 2358832 w 4954903"/>
                <a:gd name="connsiteY10496" fmla="*/ 2801691 h 4882701"/>
                <a:gd name="connsiteX10497" fmla="*/ 2343639 w 4954903"/>
                <a:gd name="connsiteY10497" fmla="*/ 2785738 h 4882701"/>
                <a:gd name="connsiteX10498" fmla="*/ 2274761 w 4954903"/>
                <a:gd name="connsiteY10498" fmla="*/ 2784472 h 4882701"/>
                <a:gd name="connsiteX10499" fmla="*/ 2261594 w 4954903"/>
                <a:gd name="connsiteY10499" fmla="*/ 2806502 h 4882701"/>
                <a:gd name="connsiteX10500" fmla="*/ 2290461 w 4954903"/>
                <a:gd name="connsiteY10500" fmla="*/ 2800425 h 4882701"/>
                <a:gd name="connsiteX10501" fmla="*/ 2274761 w 4954903"/>
                <a:gd name="connsiteY10501" fmla="*/ 2784472 h 4882701"/>
                <a:gd name="connsiteX10502" fmla="*/ 2221837 w 4954903"/>
                <a:gd name="connsiteY10502" fmla="*/ 2799412 h 4882701"/>
                <a:gd name="connsiteX10503" fmla="*/ 2206137 w 4954903"/>
                <a:gd name="connsiteY10503" fmla="*/ 2783459 h 4882701"/>
                <a:gd name="connsiteX10504" fmla="*/ 2192969 w 4954903"/>
                <a:gd name="connsiteY10504" fmla="*/ 2805489 h 4882701"/>
                <a:gd name="connsiteX10505" fmla="*/ 2221837 w 4954903"/>
                <a:gd name="connsiteY10505" fmla="*/ 2799412 h 4882701"/>
                <a:gd name="connsiteX10506" fmla="*/ 2152960 w 4954903"/>
                <a:gd name="connsiteY10506" fmla="*/ 2798652 h 4882701"/>
                <a:gd name="connsiteX10507" fmla="*/ 2137260 w 4954903"/>
                <a:gd name="connsiteY10507" fmla="*/ 2782699 h 4882701"/>
                <a:gd name="connsiteX10508" fmla="*/ 2124092 w 4954903"/>
                <a:gd name="connsiteY10508" fmla="*/ 2804730 h 4882701"/>
                <a:gd name="connsiteX10509" fmla="*/ 2152960 w 4954903"/>
                <a:gd name="connsiteY10509" fmla="*/ 2798652 h 4882701"/>
                <a:gd name="connsiteX10510" fmla="*/ 2083829 w 4954903"/>
                <a:gd name="connsiteY10510" fmla="*/ 2797639 h 4882701"/>
                <a:gd name="connsiteX10511" fmla="*/ 2067876 w 4954903"/>
                <a:gd name="connsiteY10511" fmla="*/ 2781686 h 4882701"/>
                <a:gd name="connsiteX10512" fmla="*/ 2054708 w 4954903"/>
                <a:gd name="connsiteY10512" fmla="*/ 2803717 h 4882701"/>
                <a:gd name="connsiteX10513" fmla="*/ 2083829 w 4954903"/>
                <a:gd name="connsiteY10513" fmla="*/ 2797639 h 4882701"/>
                <a:gd name="connsiteX10514" fmla="*/ 2014698 w 4954903"/>
                <a:gd name="connsiteY10514" fmla="*/ 2796880 h 4882701"/>
                <a:gd name="connsiteX10515" fmla="*/ 1998492 w 4954903"/>
                <a:gd name="connsiteY10515" fmla="*/ 2780926 h 4882701"/>
                <a:gd name="connsiteX10516" fmla="*/ 1985831 w 4954903"/>
                <a:gd name="connsiteY10516" fmla="*/ 2803210 h 4882701"/>
                <a:gd name="connsiteX10517" fmla="*/ 2014698 w 4954903"/>
                <a:gd name="connsiteY10517" fmla="*/ 2796880 h 4882701"/>
                <a:gd name="connsiteX10518" fmla="*/ 1945821 w 4954903"/>
                <a:gd name="connsiteY10518" fmla="*/ 2796373 h 4882701"/>
                <a:gd name="connsiteX10519" fmla="*/ 1930121 w 4954903"/>
                <a:gd name="connsiteY10519" fmla="*/ 2780420 h 4882701"/>
                <a:gd name="connsiteX10520" fmla="*/ 1918726 w 4954903"/>
                <a:gd name="connsiteY10520" fmla="*/ 2803717 h 4882701"/>
                <a:gd name="connsiteX10521" fmla="*/ 1945821 w 4954903"/>
                <a:gd name="connsiteY10521" fmla="*/ 2796373 h 4882701"/>
                <a:gd name="connsiteX10522" fmla="*/ 1878210 w 4954903"/>
                <a:gd name="connsiteY10522" fmla="*/ 2795867 h 4882701"/>
                <a:gd name="connsiteX10523" fmla="*/ 1862510 w 4954903"/>
                <a:gd name="connsiteY10523" fmla="*/ 2780167 h 4882701"/>
                <a:gd name="connsiteX10524" fmla="*/ 1851114 w 4954903"/>
                <a:gd name="connsiteY10524" fmla="*/ 2803464 h 4882701"/>
                <a:gd name="connsiteX10525" fmla="*/ 1878210 w 4954903"/>
                <a:gd name="connsiteY10525" fmla="*/ 2795867 h 4882701"/>
                <a:gd name="connsiteX10526" fmla="*/ 1811358 w 4954903"/>
                <a:gd name="connsiteY10526" fmla="*/ 2795360 h 4882701"/>
                <a:gd name="connsiteX10527" fmla="*/ 1795658 w 4954903"/>
                <a:gd name="connsiteY10527" fmla="*/ 2779660 h 4882701"/>
                <a:gd name="connsiteX10528" fmla="*/ 1784769 w 4954903"/>
                <a:gd name="connsiteY10528" fmla="*/ 2802957 h 4882701"/>
                <a:gd name="connsiteX10529" fmla="*/ 1811358 w 4954903"/>
                <a:gd name="connsiteY10529" fmla="*/ 2795360 h 4882701"/>
                <a:gd name="connsiteX10530" fmla="*/ 1745266 w 4954903"/>
                <a:gd name="connsiteY10530" fmla="*/ 2795107 h 4882701"/>
                <a:gd name="connsiteX10531" fmla="*/ 1729819 w 4954903"/>
                <a:gd name="connsiteY10531" fmla="*/ 2779407 h 4882701"/>
                <a:gd name="connsiteX10532" fmla="*/ 1719184 w 4954903"/>
                <a:gd name="connsiteY10532" fmla="*/ 2802704 h 4882701"/>
                <a:gd name="connsiteX10533" fmla="*/ 1745266 w 4954903"/>
                <a:gd name="connsiteY10533" fmla="*/ 2795107 h 4882701"/>
                <a:gd name="connsiteX10534" fmla="*/ 1680187 w 4954903"/>
                <a:gd name="connsiteY10534" fmla="*/ 2794854 h 4882701"/>
                <a:gd name="connsiteX10535" fmla="*/ 1664993 w 4954903"/>
                <a:gd name="connsiteY10535" fmla="*/ 2779154 h 4882701"/>
                <a:gd name="connsiteX10536" fmla="*/ 1654611 w 4954903"/>
                <a:gd name="connsiteY10536" fmla="*/ 2802451 h 4882701"/>
                <a:gd name="connsiteX10537" fmla="*/ 1680187 w 4954903"/>
                <a:gd name="connsiteY10537" fmla="*/ 2794854 h 4882701"/>
                <a:gd name="connsiteX10538" fmla="*/ 1616121 w 4954903"/>
                <a:gd name="connsiteY10538" fmla="*/ 2794854 h 4882701"/>
                <a:gd name="connsiteX10539" fmla="*/ 1600927 w 4954903"/>
                <a:gd name="connsiteY10539" fmla="*/ 2779154 h 4882701"/>
                <a:gd name="connsiteX10540" fmla="*/ 1590545 w 4954903"/>
                <a:gd name="connsiteY10540" fmla="*/ 2802451 h 4882701"/>
                <a:gd name="connsiteX10541" fmla="*/ 1616121 w 4954903"/>
                <a:gd name="connsiteY10541" fmla="*/ 2794854 h 4882701"/>
                <a:gd name="connsiteX10542" fmla="*/ 1552814 w 4954903"/>
                <a:gd name="connsiteY10542" fmla="*/ 2794854 h 4882701"/>
                <a:gd name="connsiteX10543" fmla="*/ 1537621 w 4954903"/>
                <a:gd name="connsiteY10543" fmla="*/ 2779154 h 4882701"/>
                <a:gd name="connsiteX10544" fmla="*/ 1527745 w 4954903"/>
                <a:gd name="connsiteY10544" fmla="*/ 2802451 h 4882701"/>
                <a:gd name="connsiteX10545" fmla="*/ 1552814 w 4954903"/>
                <a:gd name="connsiteY10545" fmla="*/ 2794854 h 4882701"/>
                <a:gd name="connsiteX10546" fmla="*/ 1490521 w 4954903"/>
                <a:gd name="connsiteY10546" fmla="*/ 2795107 h 4882701"/>
                <a:gd name="connsiteX10547" fmla="*/ 1475580 w 4954903"/>
                <a:gd name="connsiteY10547" fmla="*/ 2779407 h 4882701"/>
                <a:gd name="connsiteX10548" fmla="*/ 1465958 w 4954903"/>
                <a:gd name="connsiteY10548" fmla="*/ 2802957 h 4882701"/>
                <a:gd name="connsiteX10549" fmla="*/ 1490521 w 4954903"/>
                <a:gd name="connsiteY10549" fmla="*/ 2795107 h 4882701"/>
                <a:gd name="connsiteX10550" fmla="*/ 1429240 w 4954903"/>
                <a:gd name="connsiteY10550" fmla="*/ 2795360 h 4882701"/>
                <a:gd name="connsiteX10551" fmla="*/ 1414553 w 4954903"/>
                <a:gd name="connsiteY10551" fmla="*/ 2779660 h 4882701"/>
                <a:gd name="connsiteX10552" fmla="*/ 1405184 w 4954903"/>
                <a:gd name="connsiteY10552" fmla="*/ 2803210 h 4882701"/>
                <a:gd name="connsiteX10553" fmla="*/ 1429240 w 4954903"/>
                <a:gd name="connsiteY10553" fmla="*/ 2795360 h 4882701"/>
                <a:gd name="connsiteX10554" fmla="*/ 1368972 w 4954903"/>
                <a:gd name="connsiteY10554" fmla="*/ 2795614 h 4882701"/>
                <a:gd name="connsiteX10555" fmla="*/ 1354285 w 4954903"/>
                <a:gd name="connsiteY10555" fmla="*/ 2779914 h 4882701"/>
                <a:gd name="connsiteX10556" fmla="*/ 1346182 w 4954903"/>
                <a:gd name="connsiteY10556" fmla="*/ 2804476 h 4882701"/>
                <a:gd name="connsiteX10557" fmla="*/ 1368972 w 4954903"/>
                <a:gd name="connsiteY10557" fmla="*/ 2795614 h 4882701"/>
                <a:gd name="connsiteX10558" fmla="*/ 1309464 w 4954903"/>
                <a:gd name="connsiteY10558" fmla="*/ 2796120 h 4882701"/>
                <a:gd name="connsiteX10559" fmla="*/ 1295030 w 4954903"/>
                <a:gd name="connsiteY10559" fmla="*/ 2780420 h 4882701"/>
                <a:gd name="connsiteX10560" fmla="*/ 1287180 w 4954903"/>
                <a:gd name="connsiteY10560" fmla="*/ 2804983 h 4882701"/>
                <a:gd name="connsiteX10561" fmla="*/ 1309464 w 4954903"/>
                <a:gd name="connsiteY10561" fmla="*/ 2796120 h 4882701"/>
                <a:gd name="connsiteX10562" fmla="*/ 1251476 w 4954903"/>
                <a:gd name="connsiteY10562" fmla="*/ 2796627 h 4882701"/>
                <a:gd name="connsiteX10563" fmla="*/ 1237295 w 4954903"/>
                <a:gd name="connsiteY10563" fmla="*/ 2781180 h 4882701"/>
                <a:gd name="connsiteX10564" fmla="*/ 1229698 w 4954903"/>
                <a:gd name="connsiteY10564" fmla="*/ 2805743 h 4882701"/>
                <a:gd name="connsiteX10565" fmla="*/ 1251476 w 4954903"/>
                <a:gd name="connsiteY10565" fmla="*/ 2796627 h 4882701"/>
                <a:gd name="connsiteX10566" fmla="*/ 1194247 w 4954903"/>
                <a:gd name="connsiteY10566" fmla="*/ 2797133 h 4882701"/>
                <a:gd name="connsiteX10567" fmla="*/ 1180319 w 4954903"/>
                <a:gd name="connsiteY10567" fmla="*/ 2781686 h 4882701"/>
                <a:gd name="connsiteX10568" fmla="*/ 1172976 w 4954903"/>
                <a:gd name="connsiteY10568" fmla="*/ 2806249 h 4882701"/>
                <a:gd name="connsiteX10569" fmla="*/ 1194247 w 4954903"/>
                <a:gd name="connsiteY10569" fmla="*/ 2797133 h 4882701"/>
                <a:gd name="connsiteX10570" fmla="*/ 4913122 w 4954903"/>
                <a:gd name="connsiteY10570" fmla="*/ 2925518 h 4882701"/>
                <a:gd name="connsiteX10571" fmla="*/ 4915401 w 4954903"/>
                <a:gd name="connsiteY10571" fmla="*/ 2913364 h 4882701"/>
                <a:gd name="connsiteX10572" fmla="*/ 4918186 w 4954903"/>
                <a:gd name="connsiteY10572" fmla="*/ 2896904 h 4882701"/>
                <a:gd name="connsiteX10573" fmla="*/ 4918186 w 4954903"/>
                <a:gd name="connsiteY10573" fmla="*/ 2896904 h 4882701"/>
                <a:gd name="connsiteX10574" fmla="*/ 4913122 w 4954903"/>
                <a:gd name="connsiteY10574" fmla="*/ 2925518 h 4882701"/>
                <a:gd name="connsiteX10575" fmla="*/ 4916920 w 4954903"/>
                <a:gd name="connsiteY10575" fmla="*/ 2893612 h 4882701"/>
                <a:gd name="connsiteX10576" fmla="*/ 4916920 w 4954903"/>
                <a:gd name="connsiteY10576" fmla="*/ 2893612 h 4882701"/>
                <a:gd name="connsiteX10577" fmla="*/ 4911856 w 4954903"/>
                <a:gd name="connsiteY10577" fmla="*/ 2921973 h 4882701"/>
                <a:gd name="connsiteX10578" fmla="*/ 4914641 w 4954903"/>
                <a:gd name="connsiteY10578" fmla="*/ 2909819 h 4882701"/>
                <a:gd name="connsiteX10579" fmla="*/ 4916920 w 4954903"/>
                <a:gd name="connsiteY10579" fmla="*/ 2893612 h 4882701"/>
                <a:gd name="connsiteX10580" fmla="*/ 4913628 w 4954903"/>
                <a:gd name="connsiteY10580" fmla="*/ 2890067 h 4882701"/>
                <a:gd name="connsiteX10581" fmla="*/ 4913628 w 4954903"/>
                <a:gd name="connsiteY10581" fmla="*/ 2890067 h 4882701"/>
                <a:gd name="connsiteX10582" fmla="*/ 4908564 w 4954903"/>
                <a:gd name="connsiteY10582" fmla="*/ 2918428 h 4882701"/>
                <a:gd name="connsiteX10583" fmla="*/ 4911603 w 4954903"/>
                <a:gd name="connsiteY10583" fmla="*/ 2906273 h 4882701"/>
                <a:gd name="connsiteX10584" fmla="*/ 4913628 w 4954903"/>
                <a:gd name="connsiteY10584" fmla="*/ 2890067 h 4882701"/>
                <a:gd name="connsiteX10585" fmla="*/ 4908311 w 4954903"/>
                <a:gd name="connsiteY10585" fmla="*/ 2886522 h 4882701"/>
                <a:gd name="connsiteX10586" fmla="*/ 4903246 w 4954903"/>
                <a:gd name="connsiteY10586" fmla="*/ 2914883 h 4882701"/>
                <a:gd name="connsiteX10587" fmla="*/ 4907044 w 4954903"/>
                <a:gd name="connsiteY10587" fmla="*/ 2902728 h 4882701"/>
                <a:gd name="connsiteX10588" fmla="*/ 4907044 w 4954903"/>
                <a:gd name="connsiteY10588" fmla="*/ 2902728 h 4882701"/>
                <a:gd name="connsiteX10589" fmla="*/ 4908311 w 4954903"/>
                <a:gd name="connsiteY10589" fmla="*/ 2886522 h 4882701"/>
                <a:gd name="connsiteX10590" fmla="*/ 4900207 w 4954903"/>
                <a:gd name="connsiteY10590" fmla="*/ 2899183 h 4882701"/>
                <a:gd name="connsiteX10591" fmla="*/ 4901220 w 4954903"/>
                <a:gd name="connsiteY10591" fmla="*/ 2882723 h 4882701"/>
                <a:gd name="connsiteX10592" fmla="*/ 4895902 w 4954903"/>
                <a:gd name="connsiteY10592" fmla="*/ 2911085 h 4882701"/>
                <a:gd name="connsiteX10593" fmla="*/ 4900207 w 4954903"/>
                <a:gd name="connsiteY10593" fmla="*/ 2899183 h 4882701"/>
                <a:gd name="connsiteX10594" fmla="*/ 4891851 w 4954903"/>
                <a:gd name="connsiteY10594" fmla="*/ 2879178 h 4882701"/>
                <a:gd name="connsiteX10595" fmla="*/ 4891851 w 4954903"/>
                <a:gd name="connsiteY10595" fmla="*/ 2879178 h 4882701"/>
                <a:gd name="connsiteX10596" fmla="*/ 4886533 w 4954903"/>
                <a:gd name="connsiteY10596" fmla="*/ 2907539 h 4882701"/>
                <a:gd name="connsiteX10597" fmla="*/ 4891344 w 4954903"/>
                <a:gd name="connsiteY10597" fmla="*/ 2895638 h 4882701"/>
                <a:gd name="connsiteX10598" fmla="*/ 4891851 w 4954903"/>
                <a:gd name="connsiteY10598" fmla="*/ 2879178 h 4882701"/>
                <a:gd name="connsiteX10599" fmla="*/ 4880709 w 4954903"/>
                <a:gd name="connsiteY10599" fmla="*/ 2875380 h 4882701"/>
                <a:gd name="connsiteX10600" fmla="*/ 4875138 w 4954903"/>
                <a:gd name="connsiteY10600" fmla="*/ 2903488 h 4882701"/>
                <a:gd name="connsiteX10601" fmla="*/ 4880709 w 4954903"/>
                <a:gd name="connsiteY10601" fmla="*/ 2891839 h 4882701"/>
                <a:gd name="connsiteX10602" fmla="*/ 4880709 w 4954903"/>
                <a:gd name="connsiteY10602" fmla="*/ 2875380 h 4882701"/>
                <a:gd name="connsiteX10603" fmla="*/ 4867794 w 4954903"/>
                <a:gd name="connsiteY10603" fmla="*/ 2888041 h 4882701"/>
                <a:gd name="connsiteX10604" fmla="*/ 4867288 w 4954903"/>
                <a:gd name="connsiteY10604" fmla="*/ 2871581 h 4882701"/>
                <a:gd name="connsiteX10605" fmla="*/ 4861717 w 4954903"/>
                <a:gd name="connsiteY10605" fmla="*/ 2899689 h 4882701"/>
                <a:gd name="connsiteX10606" fmla="*/ 4867794 w 4954903"/>
                <a:gd name="connsiteY10606" fmla="*/ 2888041 h 4882701"/>
                <a:gd name="connsiteX10607" fmla="*/ 4853107 w 4954903"/>
                <a:gd name="connsiteY10607" fmla="*/ 2884243 h 4882701"/>
                <a:gd name="connsiteX10608" fmla="*/ 4852094 w 4954903"/>
                <a:gd name="connsiteY10608" fmla="*/ 2867783 h 4882701"/>
                <a:gd name="connsiteX10609" fmla="*/ 4846523 w 4954903"/>
                <a:gd name="connsiteY10609" fmla="*/ 2895891 h 4882701"/>
                <a:gd name="connsiteX10610" fmla="*/ 4853107 w 4954903"/>
                <a:gd name="connsiteY10610" fmla="*/ 2884243 h 4882701"/>
                <a:gd name="connsiteX10611" fmla="*/ 4836648 w 4954903"/>
                <a:gd name="connsiteY10611" fmla="*/ 2880444 h 4882701"/>
                <a:gd name="connsiteX10612" fmla="*/ 4835381 w 4954903"/>
                <a:gd name="connsiteY10612" fmla="*/ 2863985 h 4882701"/>
                <a:gd name="connsiteX10613" fmla="*/ 4829304 w 4954903"/>
                <a:gd name="connsiteY10613" fmla="*/ 2891586 h 4882701"/>
                <a:gd name="connsiteX10614" fmla="*/ 4836648 w 4954903"/>
                <a:gd name="connsiteY10614" fmla="*/ 2880444 h 4882701"/>
                <a:gd name="connsiteX10615" fmla="*/ 4816643 w 4954903"/>
                <a:gd name="connsiteY10615" fmla="*/ 2860186 h 4882701"/>
                <a:gd name="connsiteX10616" fmla="*/ 4810565 w 4954903"/>
                <a:gd name="connsiteY10616" fmla="*/ 2887788 h 4882701"/>
                <a:gd name="connsiteX10617" fmla="*/ 4818415 w 4954903"/>
                <a:gd name="connsiteY10617" fmla="*/ 2876646 h 4882701"/>
                <a:gd name="connsiteX10618" fmla="*/ 4816643 w 4954903"/>
                <a:gd name="connsiteY10618" fmla="*/ 2860186 h 4882701"/>
                <a:gd name="connsiteX10619" fmla="*/ 4798157 w 4954903"/>
                <a:gd name="connsiteY10619" fmla="*/ 2872847 h 4882701"/>
                <a:gd name="connsiteX10620" fmla="*/ 4795878 w 4954903"/>
                <a:gd name="connsiteY10620" fmla="*/ 2856388 h 4882701"/>
                <a:gd name="connsiteX10621" fmla="*/ 4789548 w 4954903"/>
                <a:gd name="connsiteY10621" fmla="*/ 2883989 h 4882701"/>
                <a:gd name="connsiteX10622" fmla="*/ 4798157 w 4954903"/>
                <a:gd name="connsiteY10622" fmla="*/ 2872847 h 4882701"/>
                <a:gd name="connsiteX10623" fmla="*/ 4773848 w 4954903"/>
                <a:gd name="connsiteY10623" fmla="*/ 2852589 h 4882701"/>
                <a:gd name="connsiteX10624" fmla="*/ 4767264 w 4954903"/>
                <a:gd name="connsiteY10624" fmla="*/ 2879685 h 4882701"/>
                <a:gd name="connsiteX10625" fmla="*/ 4776633 w 4954903"/>
                <a:gd name="connsiteY10625" fmla="*/ 2869049 h 4882701"/>
                <a:gd name="connsiteX10626" fmla="*/ 4773848 w 4954903"/>
                <a:gd name="connsiteY10626" fmla="*/ 2852589 h 4882701"/>
                <a:gd name="connsiteX10627" fmla="*/ 4749791 w 4954903"/>
                <a:gd name="connsiteY10627" fmla="*/ 2849044 h 4882701"/>
                <a:gd name="connsiteX10628" fmla="*/ 4742954 w 4954903"/>
                <a:gd name="connsiteY10628" fmla="*/ 2876139 h 4882701"/>
                <a:gd name="connsiteX10629" fmla="*/ 4752830 w 4954903"/>
                <a:gd name="connsiteY10629" fmla="*/ 2865504 h 4882701"/>
                <a:gd name="connsiteX10630" fmla="*/ 4749791 w 4954903"/>
                <a:gd name="connsiteY10630" fmla="*/ 2849044 h 4882701"/>
                <a:gd name="connsiteX10631" fmla="*/ 4727507 w 4954903"/>
                <a:gd name="connsiteY10631" fmla="*/ 2861706 h 4882701"/>
                <a:gd name="connsiteX10632" fmla="*/ 4723962 w 4954903"/>
                <a:gd name="connsiteY10632" fmla="*/ 2845246 h 4882701"/>
                <a:gd name="connsiteX10633" fmla="*/ 4717125 w 4954903"/>
                <a:gd name="connsiteY10633" fmla="*/ 2872341 h 4882701"/>
                <a:gd name="connsiteX10634" fmla="*/ 4727507 w 4954903"/>
                <a:gd name="connsiteY10634" fmla="*/ 2861706 h 4882701"/>
                <a:gd name="connsiteX10635" fmla="*/ 4700665 w 4954903"/>
                <a:gd name="connsiteY10635" fmla="*/ 2857907 h 4882701"/>
                <a:gd name="connsiteX10636" fmla="*/ 4696867 w 4954903"/>
                <a:gd name="connsiteY10636" fmla="*/ 2841447 h 4882701"/>
                <a:gd name="connsiteX10637" fmla="*/ 4689523 w 4954903"/>
                <a:gd name="connsiteY10637" fmla="*/ 2867783 h 4882701"/>
                <a:gd name="connsiteX10638" fmla="*/ 4700665 w 4954903"/>
                <a:gd name="connsiteY10638" fmla="*/ 2857907 h 4882701"/>
                <a:gd name="connsiteX10639" fmla="*/ 4672304 w 4954903"/>
                <a:gd name="connsiteY10639" fmla="*/ 2854362 h 4882701"/>
                <a:gd name="connsiteX10640" fmla="*/ 4668253 w 4954903"/>
                <a:gd name="connsiteY10640" fmla="*/ 2837902 h 4882701"/>
                <a:gd name="connsiteX10641" fmla="*/ 4660656 w 4954903"/>
                <a:gd name="connsiteY10641" fmla="*/ 2864238 h 4882701"/>
                <a:gd name="connsiteX10642" fmla="*/ 4672304 w 4954903"/>
                <a:gd name="connsiteY10642" fmla="*/ 2854362 h 4882701"/>
                <a:gd name="connsiteX10643" fmla="*/ 4642170 w 4954903"/>
                <a:gd name="connsiteY10643" fmla="*/ 2850817 h 4882701"/>
                <a:gd name="connsiteX10644" fmla="*/ 4637612 w 4954903"/>
                <a:gd name="connsiteY10644" fmla="*/ 2834357 h 4882701"/>
                <a:gd name="connsiteX10645" fmla="*/ 4629762 w 4954903"/>
                <a:gd name="connsiteY10645" fmla="*/ 2860693 h 4882701"/>
                <a:gd name="connsiteX10646" fmla="*/ 4642170 w 4954903"/>
                <a:gd name="connsiteY10646" fmla="*/ 2850817 h 4882701"/>
                <a:gd name="connsiteX10647" fmla="*/ 4610517 w 4954903"/>
                <a:gd name="connsiteY10647" fmla="*/ 2847018 h 4882701"/>
                <a:gd name="connsiteX10648" fmla="*/ 4605452 w 4954903"/>
                <a:gd name="connsiteY10648" fmla="*/ 2830559 h 4882701"/>
                <a:gd name="connsiteX10649" fmla="*/ 4597602 w 4954903"/>
                <a:gd name="connsiteY10649" fmla="*/ 2856894 h 4882701"/>
                <a:gd name="connsiteX10650" fmla="*/ 4610517 w 4954903"/>
                <a:gd name="connsiteY10650" fmla="*/ 2847018 h 4882701"/>
                <a:gd name="connsiteX10651" fmla="*/ 4572027 w 4954903"/>
                <a:gd name="connsiteY10651" fmla="*/ 2827014 h 4882701"/>
                <a:gd name="connsiteX10652" fmla="*/ 4563670 w 4954903"/>
                <a:gd name="connsiteY10652" fmla="*/ 2852589 h 4882701"/>
                <a:gd name="connsiteX10653" fmla="*/ 4577344 w 4954903"/>
                <a:gd name="connsiteY10653" fmla="*/ 2843473 h 4882701"/>
                <a:gd name="connsiteX10654" fmla="*/ 4572027 w 4954903"/>
                <a:gd name="connsiteY10654" fmla="*/ 2827014 h 4882701"/>
                <a:gd name="connsiteX10655" fmla="*/ 4542652 w 4954903"/>
                <a:gd name="connsiteY10655" fmla="*/ 2839928 h 4882701"/>
                <a:gd name="connsiteX10656" fmla="*/ 4536828 w 4954903"/>
                <a:gd name="connsiteY10656" fmla="*/ 2823468 h 4882701"/>
                <a:gd name="connsiteX10657" fmla="*/ 4528219 w 4954903"/>
                <a:gd name="connsiteY10657" fmla="*/ 2849044 h 4882701"/>
                <a:gd name="connsiteX10658" fmla="*/ 4542652 w 4954903"/>
                <a:gd name="connsiteY10658" fmla="*/ 2839928 h 4882701"/>
                <a:gd name="connsiteX10659" fmla="*/ 4506694 w 4954903"/>
                <a:gd name="connsiteY10659" fmla="*/ 2836383 h 4882701"/>
                <a:gd name="connsiteX10660" fmla="*/ 4500617 w 4954903"/>
                <a:gd name="connsiteY10660" fmla="*/ 2819923 h 4882701"/>
                <a:gd name="connsiteX10661" fmla="*/ 4492007 w 4954903"/>
                <a:gd name="connsiteY10661" fmla="*/ 2845499 h 4882701"/>
                <a:gd name="connsiteX10662" fmla="*/ 4506694 w 4954903"/>
                <a:gd name="connsiteY10662" fmla="*/ 2836383 h 4882701"/>
                <a:gd name="connsiteX10663" fmla="*/ 4469217 w 4954903"/>
                <a:gd name="connsiteY10663" fmla="*/ 2832838 h 4882701"/>
                <a:gd name="connsiteX10664" fmla="*/ 4462633 w 4954903"/>
                <a:gd name="connsiteY10664" fmla="*/ 2816378 h 4882701"/>
                <a:gd name="connsiteX10665" fmla="*/ 4453770 w 4954903"/>
                <a:gd name="connsiteY10665" fmla="*/ 2841954 h 4882701"/>
                <a:gd name="connsiteX10666" fmla="*/ 4469217 w 4954903"/>
                <a:gd name="connsiteY10666" fmla="*/ 2832838 h 4882701"/>
                <a:gd name="connsiteX10667" fmla="*/ 4423383 w 4954903"/>
                <a:gd name="connsiteY10667" fmla="*/ 2812833 h 4882701"/>
                <a:gd name="connsiteX10668" fmla="*/ 4413760 w 4954903"/>
                <a:gd name="connsiteY10668" fmla="*/ 2837649 h 4882701"/>
                <a:gd name="connsiteX10669" fmla="*/ 4429967 w 4954903"/>
                <a:gd name="connsiteY10669" fmla="*/ 2829293 h 4882701"/>
                <a:gd name="connsiteX10670" fmla="*/ 4429967 w 4954903"/>
                <a:gd name="connsiteY10670" fmla="*/ 2829293 h 4882701"/>
                <a:gd name="connsiteX10671" fmla="*/ 4423383 w 4954903"/>
                <a:gd name="connsiteY10671" fmla="*/ 2812833 h 4882701"/>
                <a:gd name="connsiteX10672" fmla="*/ 4389957 w 4954903"/>
                <a:gd name="connsiteY10672" fmla="*/ 2825747 h 4882701"/>
                <a:gd name="connsiteX10673" fmla="*/ 4382867 w 4954903"/>
                <a:gd name="connsiteY10673" fmla="*/ 2809288 h 4882701"/>
                <a:gd name="connsiteX10674" fmla="*/ 4373244 w 4954903"/>
                <a:gd name="connsiteY10674" fmla="*/ 2834104 h 4882701"/>
                <a:gd name="connsiteX10675" fmla="*/ 4389957 w 4954903"/>
                <a:gd name="connsiteY10675" fmla="*/ 2825747 h 4882701"/>
                <a:gd name="connsiteX10676" fmla="*/ 4348428 w 4954903"/>
                <a:gd name="connsiteY10676" fmla="*/ 2822455 h 4882701"/>
                <a:gd name="connsiteX10677" fmla="*/ 4340831 w 4954903"/>
                <a:gd name="connsiteY10677" fmla="*/ 2805996 h 4882701"/>
                <a:gd name="connsiteX10678" fmla="*/ 4330956 w 4954903"/>
                <a:gd name="connsiteY10678" fmla="*/ 2830812 h 4882701"/>
                <a:gd name="connsiteX10679" fmla="*/ 4348428 w 4954903"/>
                <a:gd name="connsiteY10679" fmla="*/ 2822455 h 4882701"/>
                <a:gd name="connsiteX10680" fmla="*/ 4305380 w 4954903"/>
                <a:gd name="connsiteY10680" fmla="*/ 2819164 h 4882701"/>
                <a:gd name="connsiteX10681" fmla="*/ 4297530 w 4954903"/>
                <a:gd name="connsiteY10681" fmla="*/ 2802704 h 4882701"/>
                <a:gd name="connsiteX10682" fmla="*/ 4287654 w 4954903"/>
                <a:gd name="connsiteY10682" fmla="*/ 2827520 h 4882701"/>
                <a:gd name="connsiteX10683" fmla="*/ 4305380 w 4954903"/>
                <a:gd name="connsiteY10683" fmla="*/ 2819164 h 4882701"/>
                <a:gd name="connsiteX10684" fmla="*/ 4261065 w 4954903"/>
                <a:gd name="connsiteY10684" fmla="*/ 2815618 h 4882701"/>
                <a:gd name="connsiteX10685" fmla="*/ 4252962 w 4954903"/>
                <a:gd name="connsiteY10685" fmla="*/ 2799159 h 4882701"/>
                <a:gd name="connsiteX10686" fmla="*/ 4242833 w 4954903"/>
                <a:gd name="connsiteY10686" fmla="*/ 2823975 h 4882701"/>
                <a:gd name="connsiteX10687" fmla="*/ 4261065 w 4954903"/>
                <a:gd name="connsiteY10687" fmla="*/ 2815618 h 4882701"/>
                <a:gd name="connsiteX10688" fmla="*/ 4207128 w 4954903"/>
                <a:gd name="connsiteY10688" fmla="*/ 2795867 h 4882701"/>
                <a:gd name="connsiteX10689" fmla="*/ 4196999 w 4954903"/>
                <a:gd name="connsiteY10689" fmla="*/ 2820683 h 4882701"/>
                <a:gd name="connsiteX10690" fmla="*/ 4215738 w 4954903"/>
                <a:gd name="connsiteY10690" fmla="*/ 2812326 h 4882701"/>
                <a:gd name="connsiteX10691" fmla="*/ 4207128 w 4954903"/>
                <a:gd name="connsiteY10691" fmla="*/ 2795867 h 4882701"/>
                <a:gd name="connsiteX10692" fmla="*/ 4160281 w 4954903"/>
                <a:gd name="connsiteY10692" fmla="*/ 2792828 h 4882701"/>
                <a:gd name="connsiteX10693" fmla="*/ 4149392 w 4954903"/>
                <a:gd name="connsiteY10693" fmla="*/ 2816631 h 4882701"/>
                <a:gd name="connsiteX10694" fmla="*/ 4169144 w 4954903"/>
                <a:gd name="connsiteY10694" fmla="*/ 2809288 h 4882701"/>
                <a:gd name="connsiteX10695" fmla="*/ 4160281 w 4954903"/>
                <a:gd name="connsiteY10695" fmla="*/ 2792828 h 4882701"/>
                <a:gd name="connsiteX10696" fmla="*/ 4112168 w 4954903"/>
                <a:gd name="connsiteY10696" fmla="*/ 2789536 h 4882701"/>
                <a:gd name="connsiteX10697" fmla="*/ 4101280 w 4954903"/>
                <a:gd name="connsiteY10697" fmla="*/ 2813339 h 4882701"/>
                <a:gd name="connsiteX10698" fmla="*/ 4121284 w 4954903"/>
                <a:gd name="connsiteY10698" fmla="*/ 2805996 h 4882701"/>
                <a:gd name="connsiteX10699" fmla="*/ 4112168 w 4954903"/>
                <a:gd name="connsiteY10699" fmla="*/ 2789536 h 4882701"/>
                <a:gd name="connsiteX10700" fmla="*/ 4062789 w 4954903"/>
                <a:gd name="connsiteY10700" fmla="*/ 2786244 h 4882701"/>
                <a:gd name="connsiteX10701" fmla="*/ 4051647 w 4954903"/>
                <a:gd name="connsiteY10701" fmla="*/ 2810047 h 4882701"/>
                <a:gd name="connsiteX10702" fmla="*/ 4072159 w 4954903"/>
                <a:gd name="connsiteY10702" fmla="*/ 2802451 h 4882701"/>
                <a:gd name="connsiteX10703" fmla="*/ 4062789 w 4954903"/>
                <a:gd name="connsiteY10703" fmla="*/ 2786244 h 4882701"/>
                <a:gd name="connsiteX10704" fmla="*/ 4012397 w 4954903"/>
                <a:gd name="connsiteY10704" fmla="*/ 2783206 h 4882701"/>
                <a:gd name="connsiteX10705" fmla="*/ 4001255 w 4954903"/>
                <a:gd name="connsiteY10705" fmla="*/ 2807009 h 4882701"/>
                <a:gd name="connsiteX10706" fmla="*/ 4022273 w 4954903"/>
                <a:gd name="connsiteY10706" fmla="*/ 2799412 h 4882701"/>
                <a:gd name="connsiteX10707" fmla="*/ 4012397 w 4954903"/>
                <a:gd name="connsiteY10707" fmla="*/ 2783206 h 4882701"/>
                <a:gd name="connsiteX10708" fmla="*/ 3970868 w 4954903"/>
                <a:gd name="connsiteY10708" fmla="*/ 2796627 h 4882701"/>
                <a:gd name="connsiteX10709" fmla="*/ 3960992 w 4954903"/>
                <a:gd name="connsiteY10709" fmla="*/ 2780167 h 4882701"/>
                <a:gd name="connsiteX10710" fmla="*/ 3949850 w 4954903"/>
                <a:gd name="connsiteY10710" fmla="*/ 2803970 h 4882701"/>
                <a:gd name="connsiteX10711" fmla="*/ 3970868 w 4954903"/>
                <a:gd name="connsiteY10711" fmla="*/ 2796627 h 4882701"/>
                <a:gd name="connsiteX10712" fmla="*/ 3918704 w 4954903"/>
                <a:gd name="connsiteY10712" fmla="*/ 2793588 h 4882701"/>
                <a:gd name="connsiteX10713" fmla="*/ 3908321 w 4954903"/>
                <a:gd name="connsiteY10713" fmla="*/ 2777128 h 4882701"/>
                <a:gd name="connsiteX10714" fmla="*/ 3896926 w 4954903"/>
                <a:gd name="connsiteY10714" fmla="*/ 2801185 h 4882701"/>
                <a:gd name="connsiteX10715" fmla="*/ 3918704 w 4954903"/>
                <a:gd name="connsiteY10715" fmla="*/ 2793588 h 4882701"/>
                <a:gd name="connsiteX10716" fmla="*/ 3865526 w 4954903"/>
                <a:gd name="connsiteY10716" fmla="*/ 2790549 h 4882701"/>
                <a:gd name="connsiteX10717" fmla="*/ 3854891 w 4954903"/>
                <a:gd name="connsiteY10717" fmla="*/ 2774089 h 4882701"/>
                <a:gd name="connsiteX10718" fmla="*/ 3843496 w 4954903"/>
                <a:gd name="connsiteY10718" fmla="*/ 2798146 h 4882701"/>
                <a:gd name="connsiteX10719" fmla="*/ 3865526 w 4954903"/>
                <a:gd name="connsiteY10719" fmla="*/ 2790549 h 4882701"/>
                <a:gd name="connsiteX10720" fmla="*/ 3811336 w 4954903"/>
                <a:gd name="connsiteY10720" fmla="*/ 2787510 h 4882701"/>
                <a:gd name="connsiteX10721" fmla="*/ 3800447 w 4954903"/>
                <a:gd name="connsiteY10721" fmla="*/ 2771051 h 4882701"/>
                <a:gd name="connsiteX10722" fmla="*/ 3789052 w 4954903"/>
                <a:gd name="connsiteY10722" fmla="*/ 2795107 h 4882701"/>
                <a:gd name="connsiteX10723" fmla="*/ 3811336 w 4954903"/>
                <a:gd name="connsiteY10723" fmla="*/ 2787510 h 4882701"/>
                <a:gd name="connsiteX10724" fmla="*/ 3631039 w 4954903"/>
                <a:gd name="connsiteY10724" fmla="*/ 2762947 h 4882701"/>
                <a:gd name="connsiteX10725" fmla="*/ 3618631 w 4954903"/>
                <a:gd name="connsiteY10725" fmla="*/ 2785991 h 4882701"/>
                <a:gd name="connsiteX10726" fmla="*/ 3642941 w 4954903"/>
                <a:gd name="connsiteY10726" fmla="*/ 2779407 h 4882701"/>
                <a:gd name="connsiteX10727" fmla="*/ 3642941 w 4954903"/>
                <a:gd name="connsiteY10727" fmla="*/ 2779407 h 4882701"/>
                <a:gd name="connsiteX10728" fmla="*/ 3631039 w 4954903"/>
                <a:gd name="connsiteY10728" fmla="*/ 2762947 h 4882701"/>
                <a:gd name="connsiteX10729" fmla="*/ 3584699 w 4954903"/>
                <a:gd name="connsiteY10729" fmla="*/ 2776368 h 4882701"/>
                <a:gd name="connsiteX10730" fmla="*/ 3572797 w 4954903"/>
                <a:gd name="connsiteY10730" fmla="*/ 2759909 h 4882701"/>
                <a:gd name="connsiteX10731" fmla="*/ 3560389 w 4954903"/>
                <a:gd name="connsiteY10731" fmla="*/ 2782952 h 4882701"/>
                <a:gd name="connsiteX10732" fmla="*/ 3584699 w 4954903"/>
                <a:gd name="connsiteY10732" fmla="*/ 2776368 h 4882701"/>
                <a:gd name="connsiteX10733" fmla="*/ 3525951 w 4954903"/>
                <a:gd name="connsiteY10733" fmla="*/ 2773836 h 4882701"/>
                <a:gd name="connsiteX10734" fmla="*/ 3513795 w 4954903"/>
                <a:gd name="connsiteY10734" fmla="*/ 2757630 h 4882701"/>
                <a:gd name="connsiteX10735" fmla="*/ 3501134 w 4954903"/>
                <a:gd name="connsiteY10735" fmla="*/ 2780673 h 4882701"/>
                <a:gd name="connsiteX10736" fmla="*/ 3525951 w 4954903"/>
                <a:gd name="connsiteY10736" fmla="*/ 2773836 h 4882701"/>
                <a:gd name="connsiteX10737" fmla="*/ 3466442 w 4954903"/>
                <a:gd name="connsiteY10737" fmla="*/ 2771304 h 4882701"/>
                <a:gd name="connsiteX10738" fmla="*/ 3454034 w 4954903"/>
                <a:gd name="connsiteY10738" fmla="*/ 2755098 h 4882701"/>
                <a:gd name="connsiteX10739" fmla="*/ 3441373 w 4954903"/>
                <a:gd name="connsiteY10739" fmla="*/ 2778141 h 4882701"/>
                <a:gd name="connsiteX10740" fmla="*/ 3466442 w 4954903"/>
                <a:gd name="connsiteY10740" fmla="*/ 2771304 h 4882701"/>
                <a:gd name="connsiteX10741" fmla="*/ 3406174 w 4954903"/>
                <a:gd name="connsiteY10741" fmla="*/ 2768772 h 4882701"/>
                <a:gd name="connsiteX10742" fmla="*/ 3393513 w 4954903"/>
                <a:gd name="connsiteY10742" fmla="*/ 2752565 h 4882701"/>
                <a:gd name="connsiteX10743" fmla="*/ 3380852 w 4954903"/>
                <a:gd name="connsiteY10743" fmla="*/ 2775609 h 4882701"/>
                <a:gd name="connsiteX10744" fmla="*/ 3406174 w 4954903"/>
                <a:gd name="connsiteY10744" fmla="*/ 2768772 h 4882701"/>
                <a:gd name="connsiteX10745" fmla="*/ 3344894 w 4954903"/>
                <a:gd name="connsiteY10745" fmla="*/ 2766239 h 4882701"/>
                <a:gd name="connsiteX10746" fmla="*/ 3331979 w 4954903"/>
                <a:gd name="connsiteY10746" fmla="*/ 2750033 h 4882701"/>
                <a:gd name="connsiteX10747" fmla="*/ 3319318 w 4954903"/>
                <a:gd name="connsiteY10747" fmla="*/ 2773077 h 4882701"/>
                <a:gd name="connsiteX10748" fmla="*/ 3344894 w 4954903"/>
                <a:gd name="connsiteY10748" fmla="*/ 2766239 h 4882701"/>
                <a:gd name="connsiteX10749" fmla="*/ 3283107 w 4954903"/>
                <a:gd name="connsiteY10749" fmla="*/ 2763960 h 4882701"/>
                <a:gd name="connsiteX10750" fmla="*/ 3270192 w 4954903"/>
                <a:gd name="connsiteY10750" fmla="*/ 2747754 h 4882701"/>
                <a:gd name="connsiteX10751" fmla="*/ 3257531 w 4954903"/>
                <a:gd name="connsiteY10751" fmla="*/ 2770797 h 4882701"/>
                <a:gd name="connsiteX10752" fmla="*/ 3283107 w 4954903"/>
                <a:gd name="connsiteY10752" fmla="*/ 2763960 h 4882701"/>
                <a:gd name="connsiteX10753" fmla="*/ 3194478 w 4954903"/>
                <a:gd name="connsiteY10753" fmla="*/ 2768518 h 4882701"/>
                <a:gd name="connsiteX10754" fmla="*/ 3220560 w 4954903"/>
                <a:gd name="connsiteY10754" fmla="*/ 2761681 h 4882701"/>
                <a:gd name="connsiteX10755" fmla="*/ 3207139 w 4954903"/>
                <a:gd name="connsiteY10755" fmla="*/ 2745475 h 4882701"/>
                <a:gd name="connsiteX10756" fmla="*/ 3194478 w 4954903"/>
                <a:gd name="connsiteY10756" fmla="*/ 2768518 h 4882701"/>
                <a:gd name="connsiteX10757" fmla="*/ 3067105 w 4954903"/>
                <a:gd name="connsiteY10757" fmla="*/ 2764214 h 4882701"/>
                <a:gd name="connsiteX10758" fmla="*/ 3093694 w 4954903"/>
                <a:gd name="connsiteY10758" fmla="*/ 2757376 h 4882701"/>
                <a:gd name="connsiteX10759" fmla="*/ 3080020 w 4954903"/>
                <a:gd name="connsiteY10759" fmla="*/ 2741170 h 4882701"/>
                <a:gd name="connsiteX10760" fmla="*/ 3067105 w 4954903"/>
                <a:gd name="connsiteY10760" fmla="*/ 2764214 h 4882701"/>
                <a:gd name="connsiteX10761" fmla="*/ 3015194 w 4954903"/>
                <a:gd name="connsiteY10761" fmla="*/ 2739144 h 4882701"/>
                <a:gd name="connsiteX10762" fmla="*/ 3002533 w 4954903"/>
                <a:gd name="connsiteY10762" fmla="*/ 2762188 h 4882701"/>
                <a:gd name="connsiteX10763" fmla="*/ 3029374 w 4954903"/>
                <a:gd name="connsiteY10763" fmla="*/ 2755351 h 4882701"/>
                <a:gd name="connsiteX10764" fmla="*/ 3015194 w 4954903"/>
                <a:gd name="connsiteY10764" fmla="*/ 2739144 h 4882701"/>
                <a:gd name="connsiteX10765" fmla="*/ 2950115 w 4954903"/>
                <a:gd name="connsiteY10765" fmla="*/ 2737118 h 4882701"/>
                <a:gd name="connsiteX10766" fmla="*/ 2937453 w 4954903"/>
                <a:gd name="connsiteY10766" fmla="*/ 2760162 h 4882701"/>
                <a:gd name="connsiteX10767" fmla="*/ 2964295 w 4954903"/>
                <a:gd name="connsiteY10767" fmla="*/ 2753325 h 4882701"/>
                <a:gd name="connsiteX10768" fmla="*/ 2950115 w 4954903"/>
                <a:gd name="connsiteY10768" fmla="*/ 2737118 h 4882701"/>
                <a:gd name="connsiteX10769" fmla="*/ 2884529 w 4954903"/>
                <a:gd name="connsiteY10769" fmla="*/ 2735093 h 4882701"/>
                <a:gd name="connsiteX10770" fmla="*/ 2871868 w 4954903"/>
                <a:gd name="connsiteY10770" fmla="*/ 2758136 h 4882701"/>
                <a:gd name="connsiteX10771" fmla="*/ 2898710 w 4954903"/>
                <a:gd name="connsiteY10771" fmla="*/ 2751299 h 4882701"/>
                <a:gd name="connsiteX10772" fmla="*/ 2884529 w 4954903"/>
                <a:gd name="connsiteY10772" fmla="*/ 2735093 h 4882701"/>
                <a:gd name="connsiteX10773" fmla="*/ 2818437 w 4954903"/>
                <a:gd name="connsiteY10773" fmla="*/ 2733320 h 4882701"/>
                <a:gd name="connsiteX10774" fmla="*/ 2805776 w 4954903"/>
                <a:gd name="connsiteY10774" fmla="*/ 2756364 h 4882701"/>
                <a:gd name="connsiteX10775" fmla="*/ 2832871 w 4954903"/>
                <a:gd name="connsiteY10775" fmla="*/ 2749273 h 4882701"/>
                <a:gd name="connsiteX10776" fmla="*/ 2818437 w 4954903"/>
                <a:gd name="connsiteY10776" fmla="*/ 2733320 h 4882701"/>
                <a:gd name="connsiteX10777" fmla="*/ 2739178 w 4954903"/>
                <a:gd name="connsiteY10777" fmla="*/ 2754844 h 4882701"/>
                <a:gd name="connsiteX10778" fmla="*/ 2766526 w 4954903"/>
                <a:gd name="connsiteY10778" fmla="*/ 2747754 h 4882701"/>
                <a:gd name="connsiteX10779" fmla="*/ 2751839 w 4954903"/>
                <a:gd name="connsiteY10779" fmla="*/ 2731547 h 4882701"/>
                <a:gd name="connsiteX10780" fmla="*/ 2739178 w 4954903"/>
                <a:gd name="connsiteY10780" fmla="*/ 2754844 h 4882701"/>
                <a:gd name="connsiteX10781" fmla="*/ 2684734 w 4954903"/>
                <a:gd name="connsiteY10781" fmla="*/ 2730028 h 4882701"/>
                <a:gd name="connsiteX10782" fmla="*/ 2672073 w 4954903"/>
                <a:gd name="connsiteY10782" fmla="*/ 2753325 h 4882701"/>
                <a:gd name="connsiteX10783" fmla="*/ 2699421 w 4954903"/>
                <a:gd name="connsiteY10783" fmla="*/ 2746234 h 4882701"/>
                <a:gd name="connsiteX10784" fmla="*/ 2684734 w 4954903"/>
                <a:gd name="connsiteY10784" fmla="*/ 2730028 h 4882701"/>
                <a:gd name="connsiteX10785" fmla="*/ 2603702 w 4954903"/>
                <a:gd name="connsiteY10785" fmla="*/ 2750539 h 4882701"/>
                <a:gd name="connsiteX10786" fmla="*/ 2632063 w 4954903"/>
                <a:gd name="connsiteY10786" fmla="*/ 2744462 h 4882701"/>
                <a:gd name="connsiteX10787" fmla="*/ 2617123 w 4954903"/>
                <a:gd name="connsiteY10787" fmla="*/ 2728255 h 4882701"/>
                <a:gd name="connsiteX10788" fmla="*/ 2603702 w 4954903"/>
                <a:gd name="connsiteY10788" fmla="*/ 2750539 h 4882701"/>
                <a:gd name="connsiteX10789" fmla="*/ 2564705 w 4954903"/>
                <a:gd name="connsiteY10789" fmla="*/ 2742943 h 4882701"/>
                <a:gd name="connsiteX10790" fmla="*/ 2549765 w 4954903"/>
                <a:gd name="connsiteY10790" fmla="*/ 2726736 h 4882701"/>
                <a:gd name="connsiteX10791" fmla="*/ 2536091 w 4954903"/>
                <a:gd name="connsiteY10791" fmla="*/ 2748767 h 4882701"/>
                <a:gd name="connsiteX10792" fmla="*/ 2564705 w 4954903"/>
                <a:gd name="connsiteY10792" fmla="*/ 2742943 h 4882701"/>
                <a:gd name="connsiteX10793" fmla="*/ 2481394 w 4954903"/>
                <a:gd name="connsiteY10793" fmla="*/ 2725470 h 4882701"/>
                <a:gd name="connsiteX10794" fmla="*/ 2467973 w 4954903"/>
                <a:gd name="connsiteY10794" fmla="*/ 2747501 h 4882701"/>
                <a:gd name="connsiteX10795" fmla="*/ 2496840 w 4954903"/>
                <a:gd name="connsiteY10795" fmla="*/ 2741423 h 4882701"/>
                <a:gd name="connsiteX10796" fmla="*/ 2481394 w 4954903"/>
                <a:gd name="connsiteY10796" fmla="*/ 2725470 h 4882701"/>
                <a:gd name="connsiteX10797" fmla="*/ 2413023 w 4954903"/>
                <a:gd name="connsiteY10797" fmla="*/ 2724204 h 4882701"/>
                <a:gd name="connsiteX10798" fmla="*/ 2399602 w 4954903"/>
                <a:gd name="connsiteY10798" fmla="*/ 2746234 h 4882701"/>
                <a:gd name="connsiteX10799" fmla="*/ 2428216 w 4954903"/>
                <a:gd name="connsiteY10799" fmla="*/ 2740157 h 4882701"/>
                <a:gd name="connsiteX10800" fmla="*/ 2413023 w 4954903"/>
                <a:gd name="connsiteY10800" fmla="*/ 2724204 h 4882701"/>
                <a:gd name="connsiteX10801" fmla="*/ 2344399 w 4954903"/>
                <a:gd name="connsiteY10801" fmla="*/ 2722938 h 4882701"/>
                <a:gd name="connsiteX10802" fmla="*/ 2330978 w 4954903"/>
                <a:gd name="connsiteY10802" fmla="*/ 2744968 h 4882701"/>
                <a:gd name="connsiteX10803" fmla="*/ 2359845 w 4954903"/>
                <a:gd name="connsiteY10803" fmla="*/ 2738891 h 4882701"/>
                <a:gd name="connsiteX10804" fmla="*/ 2344399 w 4954903"/>
                <a:gd name="connsiteY10804" fmla="*/ 2722938 h 4882701"/>
                <a:gd name="connsiteX10805" fmla="*/ 2275268 w 4954903"/>
                <a:gd name="connsiteY10805" fmla="*/ 2721925 h 4882701"/>
                <a:gd name="connsiteX10806" fmla="*/ 2262100 w 4954903"/>
                <a:gd name="connsiteY10806" fmla="*/ 2744209 h 4882701"/>
                <a:gd name="connsiteX10807" fmla="*/ 2290968 w 4954903"/>
                <a:gd name="connsiteY10807" fmla="*/ 2738131 h 4882701"/>
                <a:gd name="connsiteX10808" fmla="*/ 2275268 w 4954903"/>
                <a:gd name="connsiteY10808" fmla="*/ 2721925 h 4882701"/>
                <a:gd name="connsiteX10809" fmla="*/ 2221837 w 4954903"/>
                <a:gd name="connsiteY10809" fmla="*/ 2736865 h 4882701"/>
                <a:gd name="connsiteX10810" fmla="*/ 2206137 w 4954903"/>
                <a:gd name="connsiteY10810" fmla="*/ 2720912 h 4882701"/>
                <a:gd name="connsiteX10811" fmla="*/ 2192969 w 4954903"/>
                <a:gd name="connsiteY10811" fmla="*/ 2743196 h 4882701"/>
                <a:gd name="connsiteX10812" fmla="*/ 2221837 w 4954903"/>
                <a:gd name="connsiteY10812" fmla="*/ 2736865 h 4882701"/>
                <a:gd name="connsiteX10813" fmla="*/ 2152707 w 4954903"/>
                <a:gd name="connsiteY10813" fmla="*/ 2736106 h 4882701"/>
                <a:gd name="connsiteX10814" fmla="*/ 2137007 w 4954903"/>
                <a:gd name="connsiteY10814" fmla="*/ 2720152 h 4882701"/>
                <a:gd name="connsiteX10815" fmla="*/ 2123839 w 4954903"/>
                <a:gd name="connsiteY10815" fmla="*/ 2742436 h 4882701"/>
                <a:gd name="connsiteX10816" fmla="*/ 2152707 w 4954903"/>
                <a:gd name="connsiteY10816" fmla="*/ 2736106 h 4882701"/>
                <a:gd name="connsiteX10817" fmla="*/ 2083322 w 4954903"/>
                <a:gd name="connsiteY10817" fmla="*/ 2735093 h 4882701"/>
                <a:gd name="connsiteX10818" fmla="*/ 2067369 w 4954903"/>
                <a:gd name="connsiteY10818" fmla="*/ 2719139 h 4882701"/>
                <a:gd name="connsiteX10819" fmla="*/ 2054202 w 4954903"/>
                <a:gd name="connsiteY10819" fmla="*/ 2741423 h 4882701"/>
                <a:gd name="connsiteX10820" fmla="*/ 2083322 w 4954903"/>
                <a:gd name="connsiteY10820" fmla="*/ 2735093 h 4882701"/>
                <a:gd name="connsiteX10821" fmla="*/ 2013939 w 4954903"/>
                <a:gd name="connsiteY10821" fmla="*/ 2734333 h 4882701"/>
                <a:gd name="connsiteX10822" fmla="*/ 1997732 w 4954903"/>
                <a:gd name="connsiteY10822" fmla="*/ 2718380 h 4882701"/>
                <a:gd name="connsiteX10823" fmla="*/ 1984818 w 4954903"/>
                <a:gd name="connsiteY10823" fmla="*/ 2740664 h 4882701"/>
                <a:gd name="connsiteX10824" fmla="*/ 2013939 w 4954903"/>
                <a:gd name="connsiteY10824" fmla="*/ 2734333 h 4882701"/>
                <a:gd name="connsiteX10825" fmla="*/ 1944808 w 4954903"/>
                <a:gd name="connsiteY10825" fmla="*/ 2733826 h 4882701"/>
                <a:gd name="connsiteX10826" fmla="*/ 1929108 w 4954903"/>
                <a:gd name="connsiteY10826" fmla="*/ 2717873 h 4882701"/>
                <a:gd name="connsiteX10827" fmla="*/ 1917460 w 4954903"/>
                <a:gd name="connsiteY10827" fmla="*/ 2741170 h 4882701"/>
                <a:gd name="connsiteX10828" fmla="*/ 1944808 w 4954903"/>
                <a:gd name="connsiteY10828" fmla="*/ 2733826 h 4882701"/>
                <a:gd name="connsiteX10829" fmla="*/ 1876944 w 4954903"/>
                <a:gd name="connsiteY10829" fmla="*/ 2733320 h 4882701"/>
                <a:gd name="connsiteX10830" fmla="*/ 1861243 w 4954903"/>
                <a:gd name="connsiteY10830" fmla="*/ 2717367 h 4882701"/>
                <a:gd name="connsiteX10831" fmla="*/ 1849848 w 4954903"/>
                <a:gd name="connsiteY10831" fmla="*/ 2740664 h 4882701"/>
                <a:gd name="connsiteX10832" fmla="*/ 1876944 w 4954903"/>
                <a:gd name="connsiteY10832" fmla="*/ 2733320 h 4882701"/>
                <a:gd name="connsiteX10833" fmla="*/ 1809585 w 4954903"/>
                <a:gd name="connsiteY10833" fmla="*/ 2732814 h 4882701"/>
                <a:gd name="connsiteX10834" fmla="*/ 1793885 w 4954903"/>
                <a:gd name="connsiteY10834" fmla="*/ 2716860 h 4882701"/>
                <a:gd name="connsiteX10835" fmla="*/ 1782744 w 4954903"/>
                <a:gd name="connsiteY10835" fmla="*/ 2740410 h 4882701"/>
                <a:gd name="connsiteX10836" fmla="*/ 1809585 w 4954903"/>
                <a:gd name="connsiteY10836" fmla="*/ 2732814 h 4882701"/>
                <a:gd name="connsiteX10837" fmla="*/ 1743240 w 4954903"/>
                <a:gd name="connsiteY10837" fmla="*/ 2732560 h 4882701"/>
                <a:gd name="connsiteX10838" fmla="*/ 1727794 w 4954903"/>
                <a:gd name="connsiteY10838" fmla="*/ 2716607 h 4882701"/>
                <a:gd name="connsiteX10839" fmla="*/ 1716905 w 4954903"/>
                <a:gd name="connsiteY10839" fmla="*/ 2740157 h 4882701"/>
                <a:gd name="connsiteX10840" fmla="*/ 1743240 w 4954903"/>
                <a:gd name="connsiteY10840" fmla="*/ 2732560 h 4882701"/>
                <a:gd name="connsiteX10841" fmla="*/ 1677908 w 4954903"/>
                <a:gd name="connsiteY10841" fmla="*/ 2732307 h 4882701"/>
                <a:gd name="connsiteX10842" fmla="*/ 1662714 w 4954903"/>
                <a:gd name="connsiteY10842" fmla="*/ 2716607 h 4882701"/>
                <a:gd name="connsiteX10843" fmla="*/ 1652079 w 4954903"/>
                <a:gd name="connsiteY10843" fmla="*/ 2740157 h 4882701"/>
                <a:gd name="connsiteX10844" fmla="*/ 1677908 w 4954903"/>
                <a:gd name="connsiteY10844" fmla="*/ 2732307 h 4882701"/>
                <a:gd name="connsiteX10845" fmla="*/ 1613335 w 4954903"/>
                <a:gd name="connsiteY10845" fmla="*/ 2732307 h 4882701"/>
                <a:gd name="connsiteX10846" fmla="*/ 1598142 w 4954903"/>
                <a:gd name="connsiteY10846" fmla="*/ 2716607 h 4882701"/>
                <a:gd name="connsiteX10847" fmla="*/ 1587506 w 4954903"/>
                <a:gd name="connsiteY10847" fmla="*/ 2740157 h 4882701"/>
                <a:gd name="connsiteX10848" fmla="*/ 1613335 w 4954903"/>
                <a:gd name="connsiteY10848" fmla="*/ 2732307 h 4882701"/>
                <a:gd name="connsiteX10849" fmla="*/ 1550029 w 4954903"/>
                <a:gd name="connsiteY10849" fmla="*/ 2732307 h 4882701"/>
                <a:gd name="connsiteX10850" fmla="*/ 1534835 w 4954903"/>
                <a:gd name="connsiteY10850" fmla="*/ 2716607 h 4882701"/>
                <a:gd name="connsiteX10851" fmla="*/ 1524706 w 4954903"/>
                <a:gd name="connsiteY10851" fmla="*/ 2740157 h 4882701"/>
                <a:gd name="connsiteX10852" fmla="*/ 1550029 w 4954903"/>
                <a:gd name="connsiteY10852" fmla="*/ 2732307 h 4882701"/>
                <a:gd name="connsiteX10853" fmla="*/ 1487229 w 4954903"/>
                <a:gd name="connsiteY10853" fmla="*/ 2732560 h 4882701"/>
                <a:gd name="connsiteX10854" fmla="*/ 1472542 w 4954903"/>
                <a:gd name="connsiteY10854" fmla="*/ 2716860 h 4882701"/>
                <a:gd name="connsiteX10855" fmla="*/ 1462666 w 4954903"/>
                <a:gd name="connsiteY10855" fmla="*/ 2740410 h 4882701"/>
                <a:gd name="connsiteX10856" fmla="*/ 1487229 w 4954903"/>
                <a:gd name="connsiteY10856" fmla="*/ 2732560 h 4882701"/>
                <a:gd name="connsiteX10857" fmla="*/ 1425695 w 4954903"/>
                <a:gd name="connsiteY10857" fmla="*/ 2732814 h 4882701"/>
                <a:gd name="connsiteX10858" fmla="*/ 1411008 w 4954903"/>
                <a:gd name="connsiteY10858" fmla="*/ 2717114 h 4882701"/>
                <a:gd name="connsiteX10859" fmla="*/ 1401385 w 4954903"/>
                <a:gd name="connsiteY10859" fmla="*/ 2740664 h 4882701"/>
                <a:gd name="connsiteX10860" fmla="*/ 1425695 w 4954903"/>
                <a:gd name="connsiteY10860" fmla="*/ 2732814 h 4882701"/>
                <a:gd name="connsiteX10861" fmla="*/ 1365174 w 4954903"/>
                <a:gd name="connsiteY10861" fmla="*/ 2733067 h 4882701"/>
                <a:gd name="connsiteX10862" fmla="*/ 1350487 w 4954903"/>
                <a:gd name="connsiteY10862" fmla="*/ 2717367 h 4882701"/>
                <a:gd name="connsiteX10863" fmla="*/ 1341118 w 4954903"/>
                <a:gd name="connsiteY10863" fmla="*/ 2740917 h 4882701"/>
                <a:gd name="connsiteX10864" fmla="*/ 1365174 w 4954903"/>
                <a:gd name="connsiteY10864" fmla="*/ 2733067 h 4882701"/>
                <a:gd name="connsiteX10865" fmla="*/ 1305666 w 4954903"/>
                <a:gd name="connsiteY10865" fmla="*/ 2733573 h 4882701"/>
                <a:gd name="connsiteX10866" fmla="*/ 1291485 w 4954903"/>
                <a:gd name="connsiteY10866" fmla="*/ 2717873 h 4882701"/>
                <a:gd name="connsiteX10867" fmla="*/ 1283382 w 4954903"/>
                <a:gd name="connsiteY10867" fmla="*/ 2742436 h 4882701"/>
                <a:gd name="connsiteX10868" fmla="*/ 1305666 w 4954903"/>
                <a:gd name="connsiteY10868" fmla="*/ 2733573 h 4882701"/>
                <a:gd name="connsiteX10869" fmla="*/ 1247171 w 4954903"/>
                <a:gd name="connsiteY10869" fmla="*/ 2734080 h 4882701"/>
                <a:gd name="connsiteX10870" fmla="*/ 1232990 w 4954903"/>
                <a:gd name="connsiteY10870" fmla="*/ 2718380 h 4882701"/>
                <a:gd name="connsiteX10871" fmla="*/ 1225140 w 4954903"/>
                <a:gd name="connsiteY10871" fmla="*/ 2742943 h 4882701"/>
                <a:gd name="connsiteX10872" fmla="*/ 1247171 w 4954903"/>
                <a:gd name="connsiteY10872" fmla="*/ 2734080 h 4882701"/>
                <a:gd name="connsiteX10873" fmla="*/ 4926036 w 4954903"/>
                <a:gd name="connsiteY10873" fmla="*/ 2851323 h 4882701"/>
                <a:gd name="connsiteX10874" fmla="*/ 4928315 w 4954903"/>
                <a:gd name="connsiteY10874" fmla="*/ 2834863 h 4882701"/>
                <a:gd name="connsiteX10875" fmla="*/ 4924010 w 4954903"/>
                <a:gd name="connsiteY10875" fmla="*/ 2863225 h 4882701"/>
                <a:gd name="connsiteX10876" fmla="*/ 4926036 w 4954903"/>
                <a:gd name="connsiteY10876" fmla="*/ 2851323 h 4882701"/>
                <a:gd name="connsiteX10877" fmla="*/ 4927049 w 4954903"/>
                <a:gd name="connsiteY10877" fmla="*/ 2831318 h 4882701"/>
                <a:gd name="connsiteX10878" fmla="*/ 4927049 w 4954903"/>
                <a:gd name="connsiteY10878" fmla="*/ 2831318 h 4882701"/>
                <a:gd name="connsiteX10879" fmla="*/ 4922744 w 4954903"/>
                <a:gd name="connsiteY10879" fmla="*/ 2859933 h 4882701"/>
                <a:gd name="connsiteX10880" fmla="*/ 4925277 w 4954903"/>
                <a:gd name="connsiteY10880" fmla="*/ 2848031 h 4882701"/>
                <a:gd name="connsiteX10881" fmla="*/ 4927049 w 4954903"/>
                <a:gd name="connsiteY10881" fmla="*/ 2831318 h 4882701"/>
                <a:gd name="connsiteX10882" fmla="*/ 4923757 w 4954903"/>
                <a:gd name="connsiteY10882" fmla="*/ 2827520 h 4882701"/>
                <a:gd name="connsiteX10883" fmla="*/ 4923757 w 4954903"/>
                <a:gd name="connsiteY10883" fmla="*/ 2827520 h 4882701"/>
                <a:gd name="connsiteX10884" fmla="*/ 4919453 w 4954903"/>
                <a:gd name="connsiteY10884" fmla="*/ 2856135 h 4882701"/>
                <a:gd name="connsiteX10885" fmla="*/ 4922238 w 4954903"/>
                <a:gd name="connsiteY10885" fmla="*/ 2844233 h 4882701"/>
                <a:gd name="connsiteX10886" fmla="*/ 4923757 w 4954903"/>
                <a:gd name="connsiteY10886" fmla="*/ 2827520 h 4882701"/>
                <a:gd name="connsiteX10887" fmla="*/ 4913882 w 4954903"/>
                <a:gd name="connsiteY10887" fmla="*/ 2852336 h 4882701"/>
                <a:gd name="connsiteX10888" fmla="*/ 4917427 w 4954903"/>
                <a:gd name="connsiteY10888" fmla="*/ 2840434 h 4882701"/>
                <a:gd name="connsiteX10889" fmla="*/ 4917427 w 4954903"/>
                <a:gd name="connsiteY10889" fmla="*/ 2840434 h 4882701"/>
                <a:gd name="connsiteX10890" fmla="*/ 4918439 w 4954903"/>
                <a:gd name="connsiteY10890" fmla="*/ 2823975 h 4882701"/>
                <a:gd name="connsiteX10891" fmla="*/ 4913882 w 4954903"/>
                <a:gd name="connsiteY10891" fmla="*/ 2852336 h 4882701"/>
                <a:gd name="connsiteX10892" fmla="*/ 4910590 w 4954903"/>
                <a:gd name="connsiteY10892" fmla="*/ 2836889 h 4882701"/>
                <a:gd name="connsiteX10893" fmla="*/ 4911096 w 4954903"/>
                <a:gd name="connsiteY10893" fmla="*/ 2820177 h 4882701"/>
                <a:gd name="connsiteX10894" fmla="*/ 4906538 w 4954903"/>
                <a:gd name="connsiteY10894" fmla="*/ 2848538 h 4882701"/>
                <a:gd name="connsiteX10895" fmla="*/ 4910590 w 4954903"/>
                <a:gd name="connsiteY10895" fmla="*/ 2836889 h 4882701"/>
                <a:gd name="connsiteX10896" fmla="*/ 4901727 w 4954903"/>
                <a:gd name="connsiteY10896" fmla="*/ 2816631 h 4882701"/>
                <a:gd name="connsiteX10897" fmla="*/ 4901473 w 4954903"/>
                <a:gd name="connsiteY10897" fmla="*/ 2816631 h 4882701"/>
                <a:gd name="connsiteX10898" fmla="*/ 4897169 w 4954903"/>
                <a:gd name="connsiteY10898" fmla="*/ 2844993 h 4882701"/>
                <a:gd name="connsiteX10899" fmla="*/ 4901727 w 4954903"/>
                <a:gd name="connsiteY10899" fmla="*/ 2833091 h 4882701"/>
                <a:gd name="connsiteX10900" fmla="*/ 4901727 w 4954903"/>
                <a:gd name="connsiteY10900" fmla="*/ 2816631 h 4882701"/>
                <a:gd name="connsiteX10901" fmla="*/ 4885520 w 4954903"/>
                <a:gd name="connsiteY10901" fmla="*/ 2840941 h 4882701"/>
                <a:gd name="connsiteX10902" fmla="*/ 4890838 w 4954903"/>
                <a:gd name="connsiteY10902" fmla="*/ 2829546 h 4882701"/>
                <a:gd name="connsiteX10903" fmla="*/ 4890331 w 4954903"/>
                <a:gd name="connsiteY10903" fmla="*/ 2812833 h 4882701"/>
                <a:gd name="connsiteX10904" fmla="*/ 4885520 w 4954903"/>
                <a:gd name="connsiteY10904" fmla="*/ 2840941 h 4882701"/>
                <a:gd name="connsiteX10905" fmla="*/ 4878177 w 4954903"/>
                <a:gd name="connsiteY10905" fmla="*/ 2825747 h 4882701"/>
                <a:gd name="connsiteX10906" fmla="*/ 4877164 w 4954903"/>
                <a:gd name="connsiteY10906" fmla="*/ 2809035 h 4882701"/>
                <a:gd name="connsiteX10907" fmla="*/ 4872353 w 4954903"/>
                <a:gd name="connsiteY10907" fmla="*/ 2837143 h 4882701"/>
                <a:gd name="connsiteX10908" fmla="*/ 4878177 w 4954903"/>
                <a:gd name="connsiteY10908" fmla="*/ 2825747 h 4882701"/>
                <a:gd name="connsiteX10909" fmla="*/ 4863236 w 4954903"/>
                <a:gd name="connsiteY10909" fmla="*/ 2821949 h 4882701"/>
                <a:gd name="connsiteX10910" fmla="*/ 4861970 w 4954903"/>
                <a:gd name="connsiteY10910" fmla="*/ 2805236 h 4882701"/>
                <a:gd name="connsiteX10911" fmla="*/ 4856906 w 4954903"/>
                <a:gd name="connsiteY10911" fmla="*/ 2833344 h 4882701"/>
                <a:gd name="connsiteX10912" fmla="*/ 4863236 w 4954903"/>
                <a:gd name="connsiteY10912" fmla="*/ 2821949 h 4882701"/>
                <a:gd name="connsiteX10913" fmla="*/ 4845004 w 4954903"/>
                <a:gd name="connsiteY10913" fmla="*/ 2801438 h 4882701"/>
                <a:gd name="connsiteX10914" fmla="*/ 4839686 w 4954903"/>
                <a:gd name="connsiteY10914" fmla="*/ 2829039 h 4882701"/>
                <a:gd name="connsiteX10915" fmla="*/ 4846776 w 4954903"/>
                <a:gd name="connsiteY10915" fmla="*/ 2817897 h 4882701"/>
                <a:gd name="connsiteX10916" fmla="*/ 4845004 w 4954903"/>
                <a:gd name="connsiteY10916" fmla="*/ 2801438 h 4882701"/>
                <a:gd name="connsiteX10917" fmla="*/ 4828291 w 4954903"/>
                <a:gd name="connsiteY10917" fmla="*/ 2814352 h 4882701"/>
                <a:gd name="connsiteX10918" fmla="*/ 4826012 w 4954903"/>
                <a:gd name="connsiteY10918" fmla="*/ 2797639 h 4882701"/>
                <a:gd name="connsiteX10919" fmla="*/ 4820441 w 4954903"/>
                <a:gd name="connsiteY10919" fmla="*/ 2825241 h 4882701"/>
                <a:gd name="connsiteX10920" fmla="*/ 4828291 w 4954903"/>
                <a:gd name="connsiteY10920" fmla="*/ 2814352 h 4882701"/>
                <a:gd name="connsiteX10921" fmla="*/ 4808286 w 4954903"/>
                <a:gd name="connsiteY10921" fmla="*/ 2810554 h 4882701"/>
                <a:gd name="connsiteX10922" fmla="*/ 4805754 w 4954903"/>
                <a:gd name="connsiteY10922" fmla="*/ 2793841 h 4882701"/>
                <a:gd name="connsiteX10923" fmla="*/ 4800183 w 4954903"/>
                <a:gd name="connsiteY10923" fmla="*/ 2821443 h 4882701"/>
                <a:gd name="connsiteX10924" fmla="*/ 4808286 w 4954903"/>
                <a:gd name="connsiteY10924" fmla="*/ 2810554 h 4882701"/>
                <a:gd name="connsiteX10925" fmla="*/ 4786256 w 4954903"/>
                <a:gd name="connsiteY10925" fmla="*/ 2806755 h 4882701"/>
                <a:gd name="connsiteX10926" fmla="*/ 4783217 w 4954903"/>
                <a:gd name="connsiteY10926" fmla="*/ 2790043 h 4882701"/>
                <a:gd name="connsiteX10927" fmla="*/ 4777139 w 4954903"/>
                <a:gd name="connsiteY10927" fmla="*/ 2817138 h 4882701"/>
                <a:gd name="connsiteX10928" fmla="*/ 4786256 w 4954903"/>
                <a:gd name="connsiteY10928" fmla="*/ 2806755 h 4882701"/>
                <a:gd name="connsiteX10929" fmla="*/ 4762706 w 4954903"/>
                <a:gd name="connsiteY10929" fmla="*/ 2802957 h 4882701"/>
                <a:gd name="connsiteX10930" fmla="*/ 4759414 w 4954903"/>
                <a:gd name="connsiteY10930" fmla="*/ 2786244 h 4882701"/>
                <a:gd name="connsiteX10931" fmla="*/ 4753336 w 4954903"/>
                <a:gd name="connsiteY10931" fmla="*/ 2813339 h 4882701"/>
                <a:gd name="connsiteX10932" fmla="*/ 4762706 w 4954903"/>
                <a:gd name="connsiteY10932" fmla="*/ 2802957 h 4882701"/>
                <a:gd name="connsiteX10933" fmla="*/ 4737383 w 4954903"/>
                <a:gd name="connsiteY10933" fmla="*/ 2799159 h 4882701"/>
                <a:gd name="connsiteX10934" fmla="*/ 4733584 w 4954903"/>
                <a:gd name="connsiteY10934" fmla="*/ 2782446 h 4882701"/>
                <a:gd name="connsiteX10935" fmla="*/ 4727254 w 4954903"/>
                <a:gd name="connsiteY10935" fmla="*/ 2809541 h 4882701"/>
                <a:gd name="connsiteX10936" fmla="*/ 4737383 w 4954903"/>
                <a:gd name="connsiteY10936" fmla="*/ 2799159 h 4882701"/>
                <a:gd name="connsiteX10937" fmla="*/ 4710288 w 4954903"/>
                <a:gd name="connsiteY10937" fmla="*/ 2795614 h 4882701"/>
                <a:gd name="connsiteX10938" fmla="*/ 4705983 w 4954903"/>
                <a:gd name="connsiteY10938" fmla="*/ 2778901 h 4882701"/>
                <a:gd name="connsiteX10939" fmla="*/ 4699146 w 4954903"/>
                <a:gd name="connsiteY10939" fmla="*/ 2805489 h 4882701"/>
                <a:gd name="connsiteX10940" fmla="*/ 4710288 w 4954903"/>
                <a:gd name="connsiteY10940" fmla="*/ 2795614 h 4882701"/>
                <a:gd name="connsiteX10941" fmla="*/ 4681674 w 4954903"/>
                <a:gd name="connsiteY10941" fmla="*/ 2791815 h 4882701"/>
                <a:gd name="connsiteX10942" fmla="*/ 4677115 w 4954903"/>
                <a:gd name="connsiteY10942" fmla="*/ 2775102 h 4882701"/>
                <a:gd name="connsiteX10943" fmla="*/ 4670025 w 4954903"/>
                <a:gd name="connsiteY10943" fmla="*/ 2801691 h 4882701"/>
                <a:gd name="connsiteX10944" fmla="*/ 4681674 w 4954903"/>
                <a:gd name="connsiteY10944" fmla="*/ 2791815 h 4882701"/>
                <a:gd name="connsiteX10945" fmla="*/ 4651540 w 4954903"/>
                <a:gd name="connsiteY10945" fmla="*/ 2788270 h 4882701"/>
                <a:gd name="connsiteX10946" fmla="*/ 4646728 w 4954903"/>
                <a:gd name="connsiteY10946" fmla="*/ 2771557 h 4882701"/>
                <a:gd name="connsiteX10947" fmla="*/ 4639638 w 4954903"/>
                <a:gd name="connsiteY10947" fmla="*/ 2798146 h 4882701"/>
                <a:gd name="connsiteX10948" fmla="*/ 4651540 w 4954903"/>
                <a:gd name="connsiteY10948" fmla="*/ 2788270 h 4882701"/>
                <a:gd name="connsiteX10949" fmla="*/ 4614315 w 4954903"/>
                <a:gd name="connsiteY10949" fmla="*/ 2768012 h 4882701"/>
                <a:gd name="connsiteX10950" fmla="*/ 4606972 w 4954903"/>
                <a:gd name="connsiteY10950" fmla="*/ 2794601 h 4882701"/>
                <a:gd name="connsiteX10951" fmla="*/ 4619633 w 4954903"/>
                <a:gd name="connsiteY10951" fmla="*/ 2784725 h 4882701"/>
                <a:gd name="connsiteX10952" fmla="*/ 4614315 w 4954903"/>
                <a:gd name="connsiteY10952" fmla="*/ 2768012 h 4882701"/>
                <a:gd name="connsiteX10953" fmla="*/ 4586460 w 4954903"/>
                <a:gd name="connsiteY10953" fmla="*/ 2780926 h 4882701"/>
                <a:gd name="connsiteX10954" fmla="*/ 4580636 w 4954903"/>
                <a:gd name="connsiteY10954" fmla="*/ 2764214 h 4882701"/>
                <a:gd name="connsiteX10955" fmla="*/ 4572786 w 4954903"/>
                <a:gd name="connsiteY10955" fmla="*/ 2790043 h 4882701"/>
                <a:gd name="connsiteX10956" fmla="*/ 4586460 w 4954903"/>
                <a:gd name="connsiteY10956" fmla="*/ 2780926 h 4882701"/>
                <a:gd name="connsiteX10957" fmla="*/ 4551769 w 4954903"/>
                <a:gd name="connsiteY10957" fmla="*/ 2777381 h 4882701"/>
                <a:gd name="connsiteX10958" fmla="*/ 4545691 w 4954903"/>
                <a:gd name="connsiteY10958" fmla="*/ 2760668 h 4882701"/>
                <a:gd name="connsiteX10959" fmla="*/ 4537588 w 4954903"/>
                <a:gd name="connsiteY10959" fmla="*/ 2786497 h 4882701"/>
                <a:gd name="connsiteX10960" fmla="*/ 4551769 w 4954903"/>
                <a:gd name="connsiteY10960" fmla="*/ 2777381 h 4882701"/>
                <a:gd name="connsiteX10961" fmla="*/ 4515557 w 4954903"/>
                <a:gd name="connsiteY10961" fmla="*/ 2773836 h 4882701"/>
                <a:gd name="connsiteX10962" fmla="*/ 4508973 w 4954903"/>
                <a:gd name="connsiteY10962" fmla="*/ 2757123 h 4882701"/>
                <a:gd name="connsiteX10963" fmla="*/ 4500870 w 4954903"/>
                <a:gd name="connsiteY10963" fmla="*/ 2782952 h 4882701"/>
                <a:gd name="connsiteX10964" fmla="*/ 4515557 w 4954903"/>
                <a:gd name="connsiteY10964" fmla="*/ 2773836 h 4882701"/>
                <a:gd name="connsiteX10965" fmla="*/ 4477827 w 4954903"/>
                <a:gd name="connsiteY10965" fmla="*/ 2770291 h 4882701"/>
                <a:gd name="connsiteX10966" fmla="*/ 4470989 w 4954903"/>
                <a:gd name="connsiteY10966" fmla="*/ 2753578 h 4882701"/>
                <a:gd name="connsiteX10967" fmla="*/ 4462633 w 4954903"/>
                <a:gd name="connsiteY10967" fmla="*/ 2779407 h 4882701"/>
                <a:gd name="connsiteX10968" fmla="*/ 4477827 w 4954903"/>
                <a:gd name="connsiteY10968" fmla="*/ 2770291 h 4882701"/>
                <a:gd name="connsiteX10969" fmla="*/ 4438830 w 4954903"/>
                <a:gd name="connsiteY10969" fmla="*/ 2766746 h 4882701"/>
                <a:gd name="connsiteX10970" fmla="*/ 4431739 w 4954903"/>
                <a:gd name="connsiteY10970" fmla="*/ 2750033 h 4882701"/>
                <a:gd name="connsiteX10971" fmla="*/ 4422623 w 4954903"/>
                <a:gd name="connsiteY10971" fmla="*/ 2774849 h 4882701"/>
                <a:gd name="connsiteX10972" fmla="*/ 4438830 w 4954903"/>
                <a:gd name="connsiteY10972" fmla="*/ 2766746 h 4882701"/>
                <a:gd name="connsiteX10973" fmla="*/ 4398314 w 4954903"/>
                <a:gd name="connsiteY10973" fmla="*/ 2763201 h 4882701"/>
                <a:gd name="connsiteX10974" fmla="*/ 4390970 w 4954903"/>
                <a:gd name="connsiteY10974" fmla="*/ 2746488 h 4882701"/>
                <a:gd name="connsiteX10975" fmla="*/ 4381854 w 4954903"/>
                <a:gd name="connsiteY10975" fmla="*/ 2771304 h 4882701"/>
                <a:gd name="connsiteX10976" fmla="*/ 4398314 w 4954903"/>
                <a:gd name="connsiteY10976" fmla="*/ 2763201 h 4882701"/>
                <a:gd name="connsiteX10977" fmla="*/ 4356531 w 4954903"/>
                <a:gd name="connsiteY10977" fmla="*/ 2759909 h 4882701"/>
                <a:gd name="connsiteX10978" fmla="*/ 4356531 w 4954903"/>
                <a:gd name="connsiteY10978" fmla="*/ 2759909 h 4882701"/>
                <a:gd name="connsiteX10979" fmla="*/ 4348681 w 4954903"/>
                <a:gd name="connsiteY10979" fmla="*/ 2743196 h 4882701"/>
                <a:gd name="connsiteX10980" fmla="*/ 4339312 w 4954903"/>
                <a:gd name="connsiteY10980" fmla="*/ 2768012 h 4882701"/>
                <a:gd name="connsiteX10981" fmla="*/ 4356531 w 4954903"/>
                <a:gd name="connsiteY10981" fmla="*/ 2759909 h 4882701"/>
                <a:gd name="connsiteX10982" fmla="*/ 4313483 w 4954903"/>
                <a:gd name="connsiteY10982" fmla="*/ 2756364 h 4882701"/>
                <a:gd name="connsiteX10983" fmla="*/ 4305380 w 4954903"/>
                <a:gd name="connsiteY10983" fmla="*/ 2739904 h 4882701"/>
                <a:gd name="connsiteX10984" fmla="*/ 4296010 w 4954903"/>
                <a:gd name="connsiteY10984" fmla="*/ 2764720 h 4882701"/>
                <a:gd name="connsiteX10985" fmla="*/ 4313483 w 4954903"/>
                <a:gd name="connsiteY10985" fmla="*/ 2756364 h 4882701"/>
                <a:gd name="connsiteX10986" fmla="*/ 4269168 w 4954903"/>
                <a:gd name="connsiteY10986" fmla="*/ 2753072 h 4882701"/>
                <a:gd name="connsiteX10987" fmla="*/ 4260812 w 4954903"/>
                <a:gd name="connsiteY10987" fmla="*/ 2736612 h 4882701"/>
                <a:gd name="connsiteX10988" fmla="*/ 4251190 w 4954903"/>
                <a:gd name="connsiteY10988" fmla="*/ 2761428 h 4882701"/>
                <a:gd name="connsiteX10989" fmla="*/ 4269168 w 4954903"/>
                <a:gd name="connsiteY10989" fmla="*/ 2753072 h 4882701"/>
                <a:gd name="connsiteX10990" fmla="*/ 4214725 w 4954903"/>
                <a:gd name="connsiteY10990" fmla="*/ 2733067 h 4882701"/>
                <a:gd name="connsiteX10991" fmla="*/ 4205102 w 4954903"/>
                <a:gd name="connsiteY10991" fmla="*/ 2758136 h 4882701"/>
                <a:gd name="connsiteX10992" fmla="*/ 4223588 w 4954903"/>
                <a:gd name="connsiteY10992" fmla="*/ 2749780 h 4882701"/>
                <a:gd name="connsiteX10993" fmla="*/ 4214725 w 4954903"/>
                <a:gd name="connsiteY10993" fmla="*/ 2733067 h 4882701"/>
                <a:gd name="connsiteX10994" fmla="*/ 4167625 w 4954903"/>
                <a:gd name="connsiteY10994" fmla="*/ 2730028 h 4882701"/>
                <a:gd name="connsiteX10995" fmla="*/ 4157242 w 4954903"/>
                <a:gd name="connsiteY10995" fmla="*/ 2754085 h 4882701"/>
                <a:gd name="connsiteX10996" fmla="*/ 4176994 w 4954903"/>
                <a:gd name="connsiteY10996" fmla="*/ 2746741 h 4882701"/>
                <a:gd name="connsiteX10997" fmla="*/ 4167625 w 4954903"/>
                <a:gd name="connsiteY10997" fmla="*/ 2730028 h 4882701"/>
                <a:gd name="connsiteX10998" fmla="*/ 4119259 w 4954903"/>
                <a:gd name="connsiteY10998" fmla="*/ 2726736 h 4882701"/>
                <a:gd name="connsiteX10999" fmla="*/ 4108623 w 4954903"/>
                <a:gd name="connsiteY10999" fmla="*/ 2750793 h 4882701"/>
                <a:gd name="connsiteX11000" fmla="*/ 4128628 w 4954903"/>
                <a:gd name="connsiteY11000" fmla="*/ 2743449 h 4882701"/>
                <a:gd name="connsiteX11001" fmla="*/ 4119259 w 4954903"/>
                <a:gd name="connsiteY11001" fmla="*/ 2726736 h 4882701"/>
                <a:gd name="connsiteX11002" fmla="*/ 4069880 w 4954903"/>
                <a:gd name="connsiteY11002" fmla="*/ 2723444 h 4882701"/>
                <a:gd name="connsiteX11003" fmla="*/ 4059244 w 4954903"/>
                <a:gd name="connsiteY11003" fmla="*/ 2747501 h 4882701"/>
                <a:gd name="connsiteX11004" fmla="*/ 4079755 w 4954903"/>
                <a:gd name="connsiteY11004" fmla="*/ 2740157 h 4882701"/>
                <a:gd name="connsiteX11005" fmla="*/ 4069880 w 4954903"/>
                <a:gd name="connsiteY11005" fmla="*/ 2723444 h 4882701"/>
                <a:gd name="connsiteX11006" fmla="*/ 4019234 w 4954903"/>
                <a:gd name="connsiteY11006" fmla="*/ 2720405 h 4882701"/>
                <a:gd name="connsiteX11007" fmla="*/ 4008346 w 4954903"/>
                <a:gd name="connsiteY11007" fmla="*/ 2744462 h 4882701"/>
                <a:gd name="connsiteX11008" fmla="*/ 4029363 w 4954903"/>
                <a:gd name="connsiteY11008" fmla="*/ 2737118 h 4882701"/>
                <a:gd name="connsiteX11009" fmla="*/ 4019234 w 4954903"/>
                <a:gd name="connsiteY11009" fmla="*/ 2720405 h 4882701"/>
                <a:gd name="connsiteX11010" fmla="*/ 3977705 w 4954903"/>
                <a:gd name="connsiteY11010" fmla="*/ 2733826 h 4882701"/>
                <a:gd name="connsiteX11011" fmla="*/ 3967323 w 4954903"/>
                <a:gd name="connsiteY11011" fmla="*/ 2717367 h 4882701"/>
                <a:gd name="connsiteX11012" fmla="*/ 3956435 w 4954903"/>
                <a:gd name="connsiteY11012" fmla="*/ 2741423 h 4882701"/>
                <a:gd name="connsiteX11013" fmla="*/ 3977705 w 4954903"/>
                <a:gd name="connsiteY11013" fmla="*/ 2733826 h 4882701"/>
                <a:gd name="connsiteX11014" fmla="*/ 3925287 w 4954903"/>
                <a:gd name="connsiteY11014" fmla="*/ 2730788 h 4882701"/>
                <a:gd name="connsiteX11015" fmla="*/ 3914652 w 4954903"/>
                <a:gd name="connsiteY11015" fmla="*/ 2714328 h 4882701"/>
                <a:gd name="connsiteX11016" fmla="*/ 3903510 w 4954903"/>
                <a:gd name="connsiteY11016" fmla="*/ 2738385 h 4882701"/>
                <a:gd name="connsiteX11017" fmla="*/ 3925287 w 4954903"/>
                <a:gd name="connsiteY11017" fmla="*/ 2730788 h 4882701"/>
                <a:gd name="connsiteX11018" fmla="*/ 3871857 w 4954903"/>
                <a:gd name="connsiteY11018" fmla="*/ 2727749 h 4882701"/>
                <a:gd name="connsiteX11019" fmla="*/ 3860968 w 4954903"/>
                <a:gd name="connsiteY11019" fmla="*/ 2711289 h 4882701"/>
                <a:gd name="connsiteX11020" fmla="*/ 3849826 w 4954903"/>
                <a:gd name="connsiteY11020" fmla="*/ 2735346 h 4882701"/>
                <a:gd name="connsiteX11021" fmla="*/ 3871857 w 4954903"/>
                <a:gd name="connsiteY11021" fmla="*/ 2727749 h 4882701"/>
                <a:gd name="connsiteX11022" fmla="*/ 3817413 w 4954903"/>
                <a:gd name="connsiteY11022" fmla="*/ 2724964 h 4882701"/>
                <a:gd name="connsiteX11023" fmla="*/ 3806271 w 4954903"/>
                <a:gd name="connsiteY11023" fmla="*/ 2708504 h 4882701"/>
                <a:gd name="connsiteX11024" fmla="*/ 3795129 w 4954903"/>
                <a:gd name="connsiteY11024" fmla="*/ 2732560 h 4882701"/>
                <a:gd name="connsiteX11025" fmla="*/ 3817413 w 4954903"/>
                <a:gd name="connsiteY11025" fmla="*/ 2724964 h 4882701"/>
                <a:gd name="connsiteX11026" fmla="*/ 3648259 w 4954903"/>
                <a:gd name="connsiteY11026" fmla="*/ 2716354 h 4882701"/>
                <a:gd name="connsiteX11027" fmla="*/ 3636357 w 4954903"/>
                <a:gd name="connsiteY11027" fmla="*/ 2699894 h 4882701"/>
                <a:gd name="connsiteX11028" fmla="*/ 3624202 w 4954903"/>
                <a:gd name="connsiteY11028" fmla="*/ 2722938 h 4882701"/>
                <a:gd name="connsiteX11029" fmla="*/ 3648259 w 4954903"/>
                <a:gd name="connsiteY11029" fmla="*/ 2716354 h 4882701"/>
                <a:gd name="connsiteX11030" fmla="*/ 3590017 w 4954903"/>
                <a:gd name="connsiteY11030" fmla="*/ 2713822 h 4882701"/>
                <a:gd name="connsiteX11031" fmla="*/ 3577862 w 4954903"/>
                <a:gd name="connsiteY11031" fmla="*/ 2697362 h 4882701"/>
                <a:gd name="connsiteX11032" fmla="*/ 3565707 w 4954903"/>
                <a:gd name="connsiteY11032" fmla="*/ 2720405 h 4882701"/>
                <a:gd name="connsiteX11033" fmla="*/ 3590017 w 4954903"/>
                <a:gd name="connsiteY11033" fmla="*/ 2713822 h 4882701"/>
                <a:gd name="connsiteX11034" fmla="*/ 3531015 w 4954903"/>
                <a:gd name="connsiteY11034" fmla="*/ 2711036 h 4882701"/>
                <a:gd name="connsiteX11035" fmla="*/ 3518607 w 4954903"/>
                <a:gd name="connsiteY11035" fmla="*/ 2694577 h 4882701"/>
                <a:gd name="connsiteX11036" fmla="*/ 3506199 w 4954903"/>
                <a:gd name="connsiteY11036" fmla="*/ 2717620 h 4882701"/>
                <a:gd name="connsiteX11037" fmla="*/ 3531015 w 4954903"/>
                <a:gd name="connsiteY11037" fmla="*/ 2711036 h 4882701"/>
                <a:gd name="connsiteX11038" fmla="*/ 3471254 w 4954903"/>
                <a:gd name="connsiteY11038" fmla="*/ 2708504 h 4882701"/>
                <a:gd name="connsiteX11039" fmla="*/ 3458592 w 4954903"/>
                <a:gd name="connsiteY11039" fmla="*/ 2692044 h 4882701"/>
                <a:gd name="connsiteX11040" fmla="*/ 3446184 w 4954903"/>
                <a:gd name="connsiteY11040" fmla="*/ 2715088 h 4882701"/>
                <a:gd name="connsiteX11041" fmla="*/ 3471254 w 4954903"/>
                <a:gd name="connsiteY11041" fmla="*/ 2708504 h 4882701"/>
                <a:gd name="connsiteX11042" fmla="*/ 3410733 w 4954903"/>
                <a:gd name="connsiteY11042" fmla="*/ 2705972 h 4882701"/>
                <a:gd name="connsiteX11043" fmla="*/ 3397818 w 4954903"/>
                <a:gd name="connsiteY11043" fmla="*/ 2689512 h 4882701"/>
                <a:gd name="connsiteX11044" fmla="*/ 3385410 w 4954903"/>
                <a:gd name="connsiteY11044" fmla="*/ 2712556 h 4882701"/>
                <a:gd name="connsiteX11045" fmla="*/ 3410733 w 4954903"/>
                <a:gd name="connsiteY11045" fmla="*/ 2705972 h 4882701"/>
                <a:gd name="connsiteX11046" fmla="*/ 3349452 w 4954903"/>
                <a:gd name="connsiteY11046" fmla="*/ 2703439 h 4882701"/>
                <a:gd name="connsiteX11047" fmla="*/ 3336537 w 4954903"/>
                <a:gd name="connsiteY11047" fmla="*/ 2686980 h 4882701"/>
                <a:gd name="connsiteX11048" fmla="*/ 3324129 w 4954903"/>
                <a:gd name="connsiteY11048" fmla="*/ 2710023 h 4882701"/>
                <a:gd name="connsiteX11049" fmla="*/ 3349452 w 4954903"/>
                <a:gd name="connsiteY11049" fmla="*/ 2703439 h 4882701"/>
                <a:gd name="connsiteX11050" fmla="*/ 3274244 w 4954903"/>
                <a:gd name="connsiteY11050" fmla="*/ 2684701 h 4882701"/>
                <a:gd name="connsiteX11051" fmla="*/ 3261583 w 4954903"/>
                <a:gd name="connsiteY11051" fmla="*/ 2707744 h 4882701"/>
                <a:gd name="connsiteX11052" fmla="*/ 3287412 w 4954903"/>
                <a:gd name="connsiteY11052" fmla="*/ 2700907 h 4882701"/>
                <a:gd name="connsiteX11053" fmla="*/ 3274244 w 4954903"/>
                <a:gd name="connsiteY11053" fmla="*/ 2684701 h 4882701"/>
                <a:gd name="connsiteX11054" fmla="*/ 3211191 w 4954903"/>
                <a:gd name="connsiteY11054" fmla="*/ 2682422 h 4882701"/>
                <a:gd name="connsiteX11055" fmla="*/ 3198529 w 4954903"/>
                <a:gd name="connsiteY11055" fmla="*/ 2705465 h 4882701"/>
                <a:gd name="connsiteX11056" fmla="*/ 3224612 w 4954903"/>
                <a:gd name="connsiteY11056" fmla="*/ 2698628 h 4882701"/>
                <a:gd name="connsiteX11057" fmla="*/ 3211191 w 4954903"/>
                <a:gd name="connsiteY11057" fmla="*/ 2682422 h 4882701"/>
                <a:gd name="connsiteX11058" fmla="*/ 3134970 w 4954903"/>
                <a:gd name="connsiteY11058" fmla="*/ 2703439 h 4882701"/>
                <a:gd name="connsiteX11059" fmla="*/ 3161305 w 4954903"/>
                <a:gd name="connsiteY11059" fmla="*/ 2696602 h 4882701"/>
                <a:gd name="connsiteX11060" fmla="*/ 3147631 w 4954903"/>
                <a:gd name="connsiteY11060" fmla="*/ 2680142 h 4882701"/>
                <a:gd name="connsiteX11061" fmla="*/ 3134970 w 4954903"/>
                <a:gd name="connsiteY11061" fmla="*/ 2703439 h 4882701"/>
                <a:gd name="connsiteX11062" fmla="*/ 3070650 w 4954903"/>
                <a:gd name="connsiteY11062" fmla="*/ 2701414 h 4882701"/>
                <a:gd name="connsiteX11063" fmla="*/ 3097239 w 4954903"/>
                <a:gd name="connsiteY11063" fmla="*/ 2694577 h 4882701"/>
                <a:gd name="connsiteX11064" fmla="*/ 3083312 w 4954903"/>
                <a:gd name="connsiteY11064" fmla="*/ 2678117 h 4882701"/>
                <a:gd name="connsiteX11065" fmla="*/ 3070650 w 4954903"/>
                <a:gd name="connsiteY11065" fmla="*/ 2701414 h 4882701"/>
                <a:gd name="connsiteX11066" fmla="*/ 3018486 w 4954903"/>
                <a:gd name="connsiteY11066" fmla="*/ 2676091 h 4882701"/>
                <a:gd name="connsiteX11067" fmla="*/ 3005824 w 4954903"/>
                <a:gd name="connsiteY11067" fmla="*/ 2699388 h 4882701"/>
                <a:gd name="connsiteX11068" fmla="*/ 3032666 w 4954903"/>
                <a:gd name="connsiteY11068" fmla="*/ 2692551 h 4882701"/>
                <a:gd name="connsiteX11069" fmla="*/ 3018486 w 4954903"/>
                <a:gd name="connsiteY11069" fmla="*/ 2676091 h 4882701"/>
                <a:gd name="connsiteX11070" fmla="*/ 2953154 w 4954903"/>
                <a:gd name="connsiteY11070" fmla="*/ 2674065 h 4882701"/>
                <a:gd name="connsiteX11071" fmla="*/ 2940492 w 4954903"/>
                <a:gd name="connsiteY11071" fmla="*/ 2697362 h 4882701"/>
                <a:gd name="connsiteX11072" fmla="*/ 2967587 w 4954903"/>
                <a:gd name="connsiteY11072" fmla="*/ 2690525 h 4882701"/>
                <a:gd name="connsiteX11073" fmla="*/ 2953154 w 4954903"/>
                <a:gd name="connsiteY11073" fmla="*/ 2674065 h 4882701"/>
                <a:gd name="connsiteX11074" fmla="*/ 2887315 w 4954903"/>
                <a:gd name="connsiteY11074" fmla="*/ 2672293 h 4882701"/>
                <a:gd name="connsiteX11075" fmla="*/ 2874653 w 4954903"/>
                <a:gd name="connsiteY11075" fmla="*/ 2695589 h 4882701"/>
                <a:gd name="connsiteX11076" fmla="*/ 2901749 w 4954903"/>
                <a:gd name="connsiteY11076" fmla="*/ 2688752 h 4882701"/>
                <a:gd name="connsiteX11077" fmla="*/ 2887315 w 4954903"/>
                <a:gd name="connsiteY11077" fmla="*/ 2672293 h 4882701"/>
                <a:gd name="connsiteX11078" fmla="*/ 2820970 w 4954903"/>
                <a:gd name="connsiteY11078" fmla="*/ 2670267 h 4882701"/>
                <a:gd name="connsiteX11079" fmla="*/ 2807295 w 4954903"/>
                <a:gd name="connsiteY11079" fmla="*/ 2692297 h 4882701"/>
                <a:gd name="connsiteX11080" fmla="*/ 2835403 w 4954903"/>
                <a:gd name="connsiteY11080" fmla="*/ 2686473 h 4882701"/>
                <a:gd name="connsiteX11081" fmla="*/ 2820970 w 4954903"/>
                <a:gd name="connsiteY11081" fmla="*/ 2670267 h 4882701"/>
                <a:gd name="connsiteX11082" fmla="*/ 2740444 w 4954903"/>
                <a:gd name="connsiteY11082" fmla="*/ 2690778 h 4882701"/>
                <a:gd name="connsiteX11083" fmla="*/ 2768805 w 4954903"/>
                <a:gd name="connsiteY11083" fmla="*/ 2684954 h 4882701"/>
                <a:gd name="connsiteX11084" fmla="*/ 2753865 w 4954903"/>
                <a:gd name="connsiteY11084" fmla="*/ 2668747 h 4882701"/>
                <a:gd name="connsiteX11085" fmla="*/ 2740444 w 4954903"/>
                <a:gd name="connsiteY11085" fmla="*/ 2690778 h 4882701"/>
                <a:gd name="connsiteX11086" fmla="*/ 2673339 w 4954903"/>
                <a:gd name="connsiteY11086" fmla="*/ 2689006 h 4882701"/>
                <a:gd name="connsiteX11087" fmla="*/ 2701700 w 4954903"/>
                <a:gd name="connsiteY11087" fmla="*/ 2683181 h 4882701"/>
                <a:gd name="connsiteX11088" fmla="*/ 2686760 w 4954903"/>
                <a:gd name="connsiteY11088" fmla="*/ 2666975 h 4882701"/>
                <a:gd name="connsiteX11089" fmla="*/ 2673339 w 4954903"/>
                <a:gd name="connsiteY11089" fmla="*/ 2689006 h 4882701"/>
                <a:gd name="connsiteX11090" fmla="*/ 2605474 w 4954903"/>
                <a:gd name="connsiteY11090" fmla="*/ 2687486 h 4882701"/>
                <a:gd name="connsiteX11091" fmla="*/ 2634089 w 4954903"/>
                <a:gd name="connsiteY11091" fmla="*/ 2681662 h 4882701"/>
                <a:gd name="connsiteX11092" fmla="*/ 2619149 w 4954903"/>
                <a:gd name="connsiteY11092" fmla="*/ 2665456 h 4882701"/>
                <a:gd name="connsiteX11093" fmla="*/ 2605474 w 4954903"/>
                <a:gd name="connsiteY11093" fmla="*/ 2687486 h 4882701"/>
                <a:gd name="connsiteX11094" fmla="*/ 2566224 w 4954903"/>
                <a:gd name="connsiteY11094" fmla="*/ 2680142 h 4882701"/>
                <a:gd name="connsiteX11095" fmla="*/ 2551031 w 4954903"/>
                <a:gd name="connsiteY11095" fmla="*/ 2663936 h 4882701"/>
                <a:gd name="connsiteX11096" fmla="*/ 2537357 w 4954903"/>
                <a:gd name="connsiteY11096" fmla="*/ 2686220 h 4882701"/>
                <a:gd name="connsiteX11097" fmla="*/ 2566224 w 4954903"/>
                <a:gd name="connsiteY11097" fmla="*/ 2680142 h 4882701"/>
                <a:gd name="connsiteX11098" fmla="*/ 2482660 w 4954903"/>
                <a:gd name="connsiteY11098" fmla="*/ 2662417 h 4882701"/>
                <a:gd name="connsiteX11099" fmla="*/ 2469239 w 4954903"/>
                <a:gd name="connsiteY11099" fmla="*/ 2684701 h 4882701"/>
                <a:gd name="connsiteX11100" fmla="*/ 2498107 w 4954903"/>
                <a:gd name="connsiteY11100" fmla="*/ 2678623 h 4882701"/>
                <a:gd name="connsiteX11101" fmla="*/ 2482660 w 4954903"/>
                <a:gd name="connsiteY11101" fmla="*/ 2662417 h 4882701"/>
                <a:gd name="connsiteX11102" fmla="*/ 2414036 w 4954903"/>
                <a:gd name="connsiteY11102" fmla="*/ 2661151 h 4882701"/>
                <a:gd name="connsiteX11103" fmla="*/ 2400615 w 4954903"/>
                <a:gd name="connsiteY11103" fmla="*/ 2683435 h 4882701"/>
                <a:gd name="connsiteX11104" fmla="*/ 2429482 w 4954903"/>
                <a:gd name="connsiteY11104" fmla="*/ 2677357 h 4882701"/>
                <a:gd name="connsiteX11105" fmla="*/ 2414036 w 4954903"/>
                <a:gd name="connsiteY11105" fmla="*/ 2661151 h 4882701"/>
                <a:gd name="connsiteX11106" fmla="*/ 2345158 w 4954903"/>
                <a:gd name="connsiteY11106" fmla="*/ 2660138 h 4882701"/>
                <a:gd name="connsiteX11107" fmla="*/ 2331737 w 4954903"/>
                <a:gd name="connsiteY11107" fmla="*/ 2682422 h 4882701"/>
                <a:gd name="connsiteX11108" fmla="*/ 2360605 w 4954903"/>
                <a:gd name="connsiteY11108" fmla="*/ 2676344 h 4882701"/>
                <a:gd name="connsiteX11109" fmla="*/ 2345158 w 4954903"/>
                <a:gd name="connsiteY11109" fmla="*/ 2660138 h 4882701"/>
                <a:gd name="connsiteX11110" fmla="*/ 2275774 w 4954903"/>
                <a:gd name="connsiteY11110" fmla="*/ 2658872 h 4882701"/>
                <a:gd name="connsiteX11111" fmla="*/ 2262353 w 4954903"/>
                <a:gd name="connsiteY11111" fmla="*/ 2681155 h 4882701"/>
                <a:gd name="connsiteX11112" fmla="*/ 2291474 w 4954903"/>
                <a:gd name="connsiteY11112" fmla="*/ 2675078 h 4882701"/>
                <a:gd name="connsiteX11113" fmla="*/ 2275774 w 4954903"/>
                <a:gd name="connsiteY11113" fmla="*/ 2658872 h 4882701"/>
                <a:gd name="connsiteX11114" fmla="*/ 2193223 w 4954903"/>
                <a:gd name="connsiteY11114" fmla="*/ 2680142 h 4882701"/>
                <a:gd name="connsiteX11115" fmla="*/ 2222090 w 4954903"/>
                <a:gd name="connsiteY11115" fmla="*/ 2674065 h 4882701"/>
                <a:gd name="connsiteX11116" fmla="*/ 2206390 w 4954903"/>
                <a:gd name="connsiteY11116" fmla="*/ 2657859 h 4882701"/>
                <a:gd name="connsiteX11117" fmla="*/ 2193223 w 4954903"/>
                <a:gd name="connsiteY11117" fmla="*/ 2680142 h 4882701"/>
                <a:gd name="connsiteX11118" fmla="*/ 2152707 w 4954903"/>
                <a:gd name="connsiteY11118" fmla="*/ 2673052 h 4882701"/>
                <a:gd name="connsiteX11119" fmla="*/ 2137007 w 4954903"/>
                <a:gd name="connsiteY11119" fmla="*/ 2656846 h 4882701"/>
                <a:gd name="connsiteX11120" fmla="*/ 2123586 w 4954903"/>
                <a:gd name="connsiteY11120" fmla="*/ 2679130 h 4882701"/>
                <a:gd name="connsiteX11121" fmla="*/ 2152707 w 4954903"/>
                <a:gd name="connsiteY11121" fmla="*/ 2673052 h 4882701"/>
                <a:gd name="connsiteX11122" fmla="*/ 2083069 w 4954903"/>
                <a:gd name="connsiteY11122" fmla="*/ 2672293 h 4882701"/>
                <a:gd name="connsiteX11123" fmla="*/ 2067116 w 4954903"/>
                <a:gd name="connsiteY11123" fmla="*/ 2656339 h 4882701"/>
                <a:gd name="connsiteX11124" fmla="*/ 2053695 w 4954903"/>
                <a:gd name="connsiteY11124" fmla="*/ 2678623 h 4882701"/>
                <a:gd name="connsiteX11125" fmla="*/ 2083069 w 4954903"/>
                <a:gd name="connsiteY11125" fmla="*/ 2672293 h 4882701"/>
                <a:gd name="connsiteX11126" fmla="*/ 2013432 w 4954903"/>
                <a:gd name="connsiteY11126" fmla="*/ 2671533 h 4882701"/>
                <a:gd name="connsiteX11127" fmla="*/ 1997479 w 4954903"/>
                <a:gd name="connsiteY11127" fmla="*/ 2655580 h 4882701"/>
                <a:gd name="connsiteX11128" fmla="*/ 1984565 w 4954903"/>
                <a:gd name="connsiteY11128" fmla="*/ 2677864 h 4882701"/>
                <a:gd name="connsiteX11129" fmla="*/ 2013432 w 4954903"/>
                <a:gd name="connsiteY11129" fmla="*/ 2671533 h 4882701"/>
                <a:gd name="connsiteX11130" fmla="*/ 1944048 w 4954903"/>
                <a:gd name="connsiteY11130" fmla="*/ 2670773 h 4882701"/>
                <a:gd name="connsiteX11131" fmla="*/ 1928348 w 4954903"/>
                <a:gd name="connsiteY11131" fmla="*/ 2654820 h 4882701"/>
                <a:gd name="connsiteX11132" fmla="*/ 1916447 w 4954903"/>
                <a:gd name="connsiteY11132" fmla="*/ 2678370 h 4882701"/>
                <a:gd name="connsiteX11133" fmla="*/ 1944048 w 4954903"/>
                <a:gd name="connsiteY11133" fmla="*/ 2670773 h 4882701"/>
                <a:gd name="connsiteX11134" fmla="*/ 1875931 w 4954903"/>
                <a:gd name="connsiteY11134" fmla="*/ 2670267 h 4882701"/>
                <a:gd name="connsiteX11135" fmla="*/ 1860231 w 4954903"/>
                <a:gd name="connsiteY11135" fmla="*/ 2654314 h 4882701"/>
                <a:gd name="connsiteX11136" fmla="*/ 1847569 w 4954903"/>
                <a:gd name="connsiteY11136" fmla="*/ 2676597 h 4882701"/>
                <a:gd name="connsiteX11137" fmla="*/ 1875931 w 4954903"/>
                <a:gd name="connsiteY11137" fmla="*/ 2670267 h 4882701"/>
                <a:gd name="connsiteX11138" fmla="*/ 1808319 w 4954903"/>
                <a:gd name="connsiteY11138" fmla="*/ 2670014 h 4882701"/>
                <a:gd name="connsiteX11139" fmla="*/ 1792619 w 4954903"/>
                <a:gd name="connsiteY11139" fmla="*/ 2654060 h 4882701"/>
                <a:gd name="connsiteX11140" fmla="*/ 1781224 w 4954903"/>
                <a:gd name="connsiteY11140" fmla="*/ 2677610 h 4882701"/>
                <a:gd name="connsiteX11141" fmla="*/ 1808319 w 4954903"/>
                <a:gd name="connsiteY11141" fmla="*/ 2670014 h 4882701"/>
                <a:gd name="connsiteX11142" fmla="*/ 1741721 w 4954903"/>
                <a:gd name="connsiteY11142" fmla="*/ 2669760 h 4882701"/>
                <a:gd name="connsiteX11143" fmla="*/ 1726527 w 4954903"/>
                <a:gd name="connsiteY11143" fmla="*/ 2653807 h 4882701"/>
                <a:gd name="connsiteX11144" fmla="*/ 1715385 w 4954903"/>
                <a:gd name="connsiteY11144" fmla="*/ 2677357 h 4882701"/>
                <a:gd name="connsiteX11145" fmla="*/ 1741721 w 4954903"/>
                <a:gd name="connsiteY11145" fmla="*/ 2669760 h 4882701"/>
                <a:gd name="connsiteX11146" fmla="*/ 1676135 w 4954903"/>
                <a:gd name="connsiteY11146" fmla="*/ 2669507 h 4882701"/>
                <a:gd name="connsiteX11147" fmla="*/ 1660942 w 4954903"/>
                <a:gd name="connsiteY11147" fmla="*/ 2653554 h 4882701"/>
                <a:gd name="connsiteX11148" fmla="*/ 1650053 w 4954903"/>
                <a:gd name="connsiteY11148" fmla="*/ 2677104 h 4882701"/>
                <a:gd name="connsiteX11149" fmla="*/ 1676135 w 4954903"/>
                <a:gd name="connsiteY11149" fmla="*/ 2669507 h 4882701"/>
                <a:gd name="connsiteX11150" fmla="*/ 1611563 w 4954903"/>
                <a:gd name="connsiteY11150" fmla="*/ 2669507 h 4882701"/>
                <a:gd name="connsiteX11151" fmla="*/ 1596622 w 4954903"/>
                <a:gd name="connsiteY11151" fmla="*/ 2653554 h 4882701"/>
                <a:gd name="connsiteX11152" fmla="*/ 1585734 w 4954903"/>
                <a:gd name="connsiteY11152" fmla="*/ 2677104 h 4882701"/>
                <a:gd name="connsiteX11153" fmla="*/ 1611563 w 4954903"/>
                <a:gd name="connsiteY11153" fmla="*/ 2669507 h 4882701"/>
                <a:gd name="connsiteX11154" fmla="*/ 1547750 w 4954903"/>
                <a:gd name="connsiteY11154" fmla="*/ 2669507 h 4882701"/>
                <a:gd name="connsiteX11155" fmla="*/ 1532810 w 4954903"/>
                <a:gd name="connsiteY11155" fmla="*/ 2653554 h 4882701"/>
                <a:gd name="connsiteX11156" fmla="*/ 1522427 w 4954903"/>
                <a:gd name="connsiteY11156" fmla="*/ 2677104 h 4882701"/>
                <a:gd name="connsiteX11157" fmla="*/ 1547750 w 4954903"/>
                <a:gd name="connsiteY11157" fmla="*/ 2669507 h 4882701"/>
                <a:gd name="connsiteX11158" fmla="*/ 1484950 w 4954903"/>
                <a:gd name="connsiteY11158" fmla="*/ 2669507 h 4882701"/>
                <a:gd name="connsiteX11159" fmla="*/ 1470263 w 4954903"/>
                <a:gd name="connsiteY11159" fmla="*/ 2653554 h 4882701"/>
                <a:gd name="connsiteX11160" fmla="*/ 1460134 w 4954903"/>
                <a:gd name="connsiteY11160" fmla="*/ 2677104 h 4882701"/>
                <a:gd name="connsiteX11161" fmla="*/ 1484950 w 4954903"/>
                <a:gd name="connsiteY11161" fmla="*/ 2669507 h 4882701"/>
                <a:gd name="connsiteX11162" fmla="*/ 1423163 w 4954903"/>
                <a:gd name="connsiteY11162" fmla="*/ 2669760 h 4882701"/>
                <a:gd name="connsiteX11163" fmla="*/ 1408729 w 4954903"/>
                <a:gd name="connsiteY11163" fmla="*/ 2654060 h 4882701"/>
                <a:gd name="connsiteX11164" fmla="*/ 1398853 w 4954903"/>
                <a:gd name="connsiteY11164" fmla="*/ 2677610 h 4882701"/>
                <a:gd name="connsiteX11165" fmla="*/ 1423163 w 4954903"/>
                <a:gd name="connsiteY11165" fmla="*/ 2669760 h 4882701"/>
                <a:gd name="connsiteX11166" fmla="*/ 1362389 w 4954903"/>
                <a:gd name="connsiteY11166" fmla="*/ 2670014 h 4882701"/>
                <a:gd name="connsiteX11167" fmla="*/ 1347955 w 4954903"/>
                <a:gd name="connsiteY11167" fmla="*/ 2654314 h 4882701"/>
                <a:gd name="connsiteX11168" fmla="*/ 1338332 w 4954903"/>
                <a:gd name="connsiteY11168" fmla="*/ 2677864 h 4882701"/>
                <a:gd name="connsiteX11169" fmla="*/ 1362389 w 4954903"/>
                <a:gd name="connsiteY11169" fmla="*/ 2670014 h 4882701"/>
                <a:gd name="connsiteX11170" fmla="*/ 1302627 w 4954903"/>
                <a:gd name="connsiteY11170" fmla="*/ 2670520 h 4882701"/>
                <a:gd name="connsiteX11171" fmla="*/ 1288447 w 4954903"/>
                <a:gd name="connsiteY11171" fmla="*/ 2654820 h 4882701"/>
                <a:gd name="connsiteX11172" fmla="*/ 1280090 w 4954903"/>
                <a:gd name="connsiteY11172" fmla="*/ 2679383 h 4882701"/>
                <a:gd name="connsiteX11173" fmla="*/ 1302627 w 4954903"/>
                <a:gd name="connsiteY11173" fmla="*/ 2670520 h 4882701"/>
                <a:gd name="connsiteX11174" fmla="*/ 4934899 w 4954903"/>
                <a:gd name="connsiteY11174" fmla="*/ 2788523 h 4882701"/>
                <a:gd name="connsiteX11175" fmla="*/ 4936925 w 4954903"/>
                <a:gd name="connsiteY11175" fmla="*/ 2771810 h 4882701"/>
                <a:gd name="connsiteX11176" fmla="*/ 4933380 w 4954903"/>
                <a:gd name="connsiteY11176" fmla="*/ 2800425 h 4882701"/>
                <a:gd name="connsiteX11177" fmla="*/ 4934899 w 4954903"/>
                <a:gd name="connsiteY11177" fmla="*/ 2788523 h 4882701"/>
                <a:gd name="connsiteX11178" fmla="*/ 4935406 w 4954903"/>
                <a:gd name="connsiteY11178" fmla="*/ 2768265 h 4882701"/>
                <a:gd name="connsiteX11179" fmla="*/ 4935406 w 4954903"/>
                <a:gd name="connsiteY11179" fmla="*/ 2768265 h 4882701"/>
                <a:gd name="connsiteX11180" fmla="*/ 4931860 w 4954903"/>
                <a:gd name="connsiteY11180" fmla="*/ 2797133 h 4882701"/>
                <a:gd name="connsiteX11181" fmla="*/ 4933886 w 4954903"/>
                <a:gd name="connsiteY11181" fmla="*/ 2784978 h 4882701"/>
                <a:gd name="connsiteX11182" fmla="*/ 4935406 w 4954903"/>
                <a:gd name="connsiteY11182" fmla="*/ 2768265 h 4882701"/>
                <a:gd name="connsiteX11183" fmla="*/ 4932114 w 4954903"/>
                <a:gd name="connsiteY11183" fmla="*/ 2764720 h 4882701"/>
                <a:gd name="connsiteX11184" fmla="*/ 4932114 w 4954903"/>
                <a:gd name="connsiteY11184" fmla="*/ 2764720 h 4882701"/>
                <a:gd name="connsiteX11185" fmla="*/ 4928569 w 4954903"/>
                <a:gd name="connsiteY11185" fmla="*/ 2793588 h 4882701"/>
                <a:gd name="connsiteX11186" fmla="*/ 4931101 w 4954903"/>
                <a:gd name="connsiteY11186" fmla="*/ 2781433 h 4882701"/>
                <a:gd name="connsiteX11187" fmla="*/ 4932114 w 4954903"/>
                <a:gd name="connsiteY11187" fmla="*/ 2764720 h 4882701"/>
                <a:gd name="connsiteX11188" fmla="*/ 4926289 w 4954903"/>
                <a:gd name="connsiteY11188" fmla="*/ 2777888 h 4882701"/>
                <a:gd name="connsiteX11189" fmla="*/ 4926796 w 4954903"/>
                <a:gd name="connsiteY11189" fmla="*/ 2761175 h 4882701"/>
                <a:gd name="connsiteX11190" fmla="*/ 4922998 w 4954903"/>
                <a:gd name="connsiteY11190" fmla="*/ 2789789 h 4882701"/>
                <a:gd name="connsiteX11191" fmla="*/ 4926289 w 4954903"/>
                <a:gd name="connsiteY11191" fmla="*/ 2777888 h 4882701"/>
                <a:gd name="connsiteX11192" fmla="*/ 4919453 w 4954903"/>
                <a:gd name="connsiteY11192" fmla="*/ 2774089 h 4882701"/>
                <a:gd name="connsiteX11193" fmla="*/ 4919453 w 4954903"/>
                <a:gd name="connsiteY11193" fmla="*/ 2757376 h 4882701"/>
                <a:gd name="connsiteX11194" fmla="*/ 4915654 w 4954903"/>
                <a:gd name="connsiteY11194" fmla="*/ 2785991 h 4882701"/>
                <a:gd name="connsiteX11195" fmla="*/ 4919453 w 4954903"/>
                <a:gd name="connsiteY11195" fmla="*/ 2774089 h 4882701"/>
                <a:gd name="connsiteX11196" fmla="*/ 4910590 w 4954903"/>
                <a:gd name="connsiteY11196" fmla="*/ 2770291 h 4882701"/>
                <a:gd name="connsiteX11197" fmla="*/ 4910336 w 4954903"/>
                <a:gd name="connsiteY11197" fmla="*/ 2753578 h 4882701"/>
                <a:gd name="connsiteX11198" fmla="*/ 4910083 w 4954903"/>
                <a:gd name="connsiteY11198" fmla="*/ 2753578 h 4882701"/>
                <a:gd name="connsiteX11199" fmla="*/ 4906538 w 4954903"/>
                <a:gd name="connsiteY11199" fmla="*/ 2782193 h 4882701"/>
                <a:gd name="connsiteX11200" fmla="*/ 4910590 w 4954903"/>
                <a:gd name="connsiteY11200" fmla="*/ 2770291 h 4882701"/>
                <a:gd name="connsiteX11201" fmla="*/ 4899701 w 4954903"/>
                <a:gd name="connsiteY11201" fmla="*/ 2766493 h 4882701"/>
                <a:gd name="connsiteX11202" fmla="*/ 4898941 w 4954903"/>
                <a:gd name="connsiteY11202" fmla="*/ 2749780 h 4882701"/>
                <a:gd name="connsiteX11203" fmla="*/ 4894890 w 4954903"/>
                <a:gd name="connsiteY11203" fmla="*/ 2778141 h 4882701"/>
                <a:gd name="connsiteX11204" fmla="*/ 4899701 w 4954903"/>
                <a:gd name="connsiteY11204" fmla="*/ 2766493 h 4882701"/>
                <a:gd name="connsiteX11205" fmla="*/ 4886786 w 4954903"/>
                <a:gd name="connsiteY11205" fmla="*/ 2762694 h 4882701"/>
                <a:gd name="connsiteX11206" fmla="*/ 4885520 w 4954903"/>
                <a:gd name="connsiteY11206" fmla="*/ 2745981 h 4882701"/>
                <a:gd name="connsiteX11207" fmla="*/ 4881215 w 4954903"/>
                <a:gd name="connsiteY11207" fmla="*/ 2774343 h 4882701"/>
                <a:gd name="connsiteX11208" fmla="*/ 4886786 w 4954903"/>
                <a:gd name="connsiteY11208" fmla="*/ 2762694 h 4882701"/>
                <a:gd name="connsiteX11209" fmla="*/ 4870327 w 4954903"/>
                <a:gd name="connsiteY11209" fmla="*/ 2742183 h 4882701"/>
                <a:gd name="connsiteX11210" fmla="*/ 4866022 w 4954903"/>
                <a:gd name="connsiteY11210" fmla="*/ 2770544 h 4882701"/>
                <a:gd name="connsiteX11211" fmla="*/ 4872099 w 4954903"/>
                <a:gd name="connsiteY11211" fmla="*/ 2758896 h 4882701"/>
                <a:gd name="connsiteX11212" fmla="*/ 4870327 w 4954903"/>
                <a:gd name="connsiteY11212" fmla="*/ 2742183 h 4882701"/>
                <a:gd name="connsiteX11213" fmla="*/ 4855386 w 4954903"/>
                <a:gd name="connsiteY11213" fmla="*/ 2755098 h 4882701"/>
                <a:gd name="connsiteX11214" fmla="*/ 4853361 w 4954903"/>
                <a:gd name="connsiteY11214" fmla="*/ 2738385 h 4882701"/>
                <a:gd name="connsiteX11215" fmla="*/ 4848549 w 4954903"/>
                <a:gd name="connsiteY11215" fmla="*/ 2766239 h 4882701"/>
                <a:gd name="connsiteX11216" fmla="*/ 4855386 w 4954903"/>
                <a:gd name="connsiteY11216" fmla="*/ 2755098 h 4882701"/>
                <a:gd name="connsiteX11217" fmla="*/ 4836901 w 4954903"/>
                <a:gd name="connsiteY11217" fmla="*/ 2751299 h 4882701"/>
                <a:gd name="connsiteX11218" fmla="*/ 4834369 w 4954903"/>
                <a:gd name="connsiteY11218" fmla="*/ 2734586 h 4882701"/>
                <a:gd name="connsiteX11219" fmla="*/ 4829557 w 4954903"/>
                <a:gd name="connsiteY11219" fmla="*/ 2762441 h 4882701"/>
                <a:gd name="connsiteX11220" fmla="*/ 4836901 w 4954903"/>
                <a:gd name="connsiteY11220" fmla="*/ 2751299 h 4882701"/>
                <a:gd name="connsiteX11221" fmla="*/ 4816643 w 4954903"/>
                <a:gd name="connsiteY11221" fmla="*/ 2747501 h 4882701"/>
                <a:gd name="connsiteX11222" fmla="*/ 4813604 w 4954903"/>
                <a:gd name="connsiteY11222" fmla="*/ 2730788 h 4882701"/>
                <a:gd name="connsiteX11223" fmla="*/ 4808793 w 4954903"/>
                <a:gd name="connsiteY11223" fmla="*/ 2758643 h 4882701"/>
                <a:gd name="connsiteX11224" fmla="*/ 4816643 w 4954903"/>
                <a:gd name="connsiteY11224" fmla="*/ 2747501 h 4882701"/>
                <a:gd name="connsiteX11225" fmla="*/ 4794612 w 4954903"/>
                <a:gd name="connsiteY11225" fmla="*/ 2743702 h 4882701"/>
                <a:gd name="connsiteX11226" fmla="*/ 4791320 w 4954903"/>
                <a:gd name="connsiteY11226" fmla="*/ 2726989 h 4882701"/>
                <a:gd name="connsiteX11227" fmla="*/ 4786002 w 4954903"/>
                <a:gd name="connsiteY11227" fmla="*/ 2754338 h 4882701"/>
                <a:gd name="connsiteX11228" fmla="*/ 4794612 w 4954903"/>
                <a:gd name="connsiteY11228" fmla="*/ 2743702 h 4882701"/>
                <a:gd name="connsiteX11229" fmla="*/ 4770809 w 4954903"/>
                <a:gd name="connsiteY11229" fmla="*/ 2740157 h 4882701"/>
                <a:gd name="connsiteX11230" fmla="*/ 4767010 w 4954903"/>
                <a:gd name="connsiteY11230" fmla="*/ 2723444 h 4882701"/>
                <a:gd name="connsiteX11231" fmla="*/ 4761439 w 4954903"/>
                <a:gd name="connsiteY11231" fmla="*/ 2750793 h 4882701"/>
                <a:gd name="connsiteX11232" fmla="*/ 4770809 w 4954903"/>
                <a:gd name="connsiteY11232" fmla="*/ 2740157 h 4882701"/>
                <a:gd name="connsiteX11233" fmla="*/ 4745486 w 4954903"/>
                <a:gd name="connsiteY11233" fmla="*/ 2736359 h 4882701"/>
                <a:gd name="connsiteX11234" fmla="*/ 4741181 w 4954903"/>
                <a:gd name="connsiteY11234" fmla="*/ 2719646 h 4882701"/>
                <a:gd name="connsiteX11235" fmla="*/ 4735610 w 4954903"/>
                <a:gd name="connsiteY11235" fmla="*/ 2746994 h 4882701"/>
                <a:gd name="connsiteX11236" fmla="*/ 4745486 w 4954903"/>
                <a:gd name="connsiteY11236" fmla="*/ 2736359 h 4882701"/>
                <a:gd name="connsiteX11237" fmla="*/ 4718391 w 4954903"/>
                <a:gd name="connsiteY11237" fmla="*/ 2732560 h 4882701"/>
                <a:gd name="connsiteX11238" fmla="*/ 4713833 w 4954903"/>
                <a:gd name="connsiteY11238" fmla="*/ 2715847 h 4882701"/>
                <a:gd name="connsiteX11239" fmla="*/ 4707502 w 4954903"/>
                <a:gd name="connsiteY11239" fmla="*/ 2742436 h 4882701"/>
                <a:gd name="connsiteX11240" fmla="*/ 4718391 w 4954903"/>
                <a:gd name="connsiteY11240" fmla="*/ 2732560 h 4882701"/>
                <a:gd name="connsiteX11241" fmla="*/ 4689777 w 4954903"/>
                <a:gd name="connsiteY11241" fmla="*/ 2729015 h 4882701"/>
                <a:gd name="connsiteX11242" fmla="*/ 4684712 w 4954903"/>
                <a:gd name="connsiteY11242" fmla="*/ 2712302 h 4882701"/>
                <a:gd name="connsiteX11243" fmla="*/ 4678381 w 4954903"/>
                <a:gd name="connsiteY11243" fmla="*/ 2738891 h 4882701"/>
                <a:gd name="connsiteX11244" fmla="*/ 4689777 w 4954903"/>
                <a:gd name="connsiteY11244" fmla="*/ 2729015 h 4882701"/>
                <a:gd name="connsiteX11245" fmla="*/ 4659643 w 4954903"/>
                <a:gd name="connsiteY11245" fmla="*/ 2725217 h 4882701"/>
                <a:gd name="connsiteX11246" fmla="*/ 4654325 w 4954903"/>
                <a:gd name="connsiteY11246" fmla="*/ 2708504 h 4882701"/>
                <a:gd name="connsiteX11247" fmla="*/ 4647741 w 4954903"/>
                <a:gd name="connsiteY11247" fmla="*/ 2735093 h 4882701"/>
                <a:gd name="connsiteX11248" fmla="*/ 4659643 w 4954903"/>
                <a:gd name="connsiteY11248" fmla="*/ 2725217 h 4882701"/>
                <a:gd name="connsiteX11249" fmla="*/ 4621912 w 4954903"/>
                <a:gd name="connsiteY11249" fmla="*/ 2704705 h 4882701"/>
                <a:gd name="connsiteX11250" fmla="*/ 4615328 w 4954903"/>
                <a:gd name="connsiteY11250" fmla="*/ 2731294 h 4882701"/>
                <a:gd name="connsiteX11251" fmla="*/ 4627736 w 4954903"/>
                <a:gd name="connsiteY11251" fmla="*/ 2721418 h 4882701"/>
                <a:gd name="connsiteX11252" fmla="*/ 4627736 w 4954903"/>
                <a:gd name="connsiteY11252" fmla="*/ 2721418 h 4882701"/>
                <a:gd name="connsiteX11253" fmla="*/ 4621912 w 4954903"/>
                <a:gd name="connsiteY11253" fmla="*/ 2704705 h 4882701"/>
                <a:gd name="connsiteX11254" fmla="*/ 4580889 w 4954903"/>
                <a:gd name="connsiteY11254" fmla="*/ 2727243 h 4882701"/>
                <a:gd name="connsiteX11255" fmla="*/ 4594310 w 4954903"/>
                <a:gd name="connsiteY11255" fmla="*/ 2718126 h 4882701"/>
                <a:gd name="connsiteX11256" fmla="*/ 4588233 w 4954903"/>
                <a:gd name="connsiteY11256" fmla="*/ 2701414 h 4882701"/>
                <a:gd name="connsiteX11257" fmla="*/ 4580889 w 4954903"/>
                <a:gd name="connsiteY11257" fmla="*/ 2727243 h 4882701"/>
                <a:gd name="connsiteX11258" fmla="*/ 4559365 w 4954903"/>
                <a:gd name="connsiteY11258" fmla="*/ 2714328 h 4882701"/>
                <a:gd name="connsiteX11259" fmla="*/ 4553035 w 4954903"/>
                <a:gd name="connsiteY11259" fmla="*/ 2697615 h 4882701"/>
                <a:gd name="connsiteX11260" fmla="*/ 4545438 w 4954903"/>
                <a:gd name="connsiteY11260" fmla="*/ 2723444 h 4882701"/>
                <a:gd name="connsiteX11261" fmla="*/ 4559365 w 4954903"/>
                <a:gd name="connsiteY11261" fmla="*/ 2714328 h 4882701"/>
                <a:gd name="connsiteX11262" fmla="*/ 4523154 w 4954903"/>
                <a:gd name="connsiteY11262" fmla="*/ 2710783 h 4882701"/>
                <a:gd name="connsiteX11263" fmla="*/ 4516317 w 4954903"/>
                <a:gd name="connsiteY11263" fmla="*/ 2694070 h 4882701"/>
                <a:gd name="connsiteX11264" fmla="*/ 4508720 w 4954903"/>
                <a:gd name="connsiteY11264" fmla="*/ 2719899 h 4882701"/>
                <a:gd name="connsiteX11265" fmla="*/ 4523154 w 4954903"/>
                <a:gd name="connsiteY11265" fmla="*/ 2710783 h 4882701"/>
                <a:gd name="connsiteX11266" fmla="*/ 4485423 w 4954903"/>
                <a:gd name="connsiteY11266" fmla="*/ 2707238 h 4882701"/>
                <a:gd name="connsiteX11267" fmla="*/ 4478080 w 4954903"/>
                <a:gd name="connsiteY11267" fmla="*/ 2690525 h 4882701"/>
                <a:gd name="connsiteX11268" fmla="*/ 4470230 w 4954903"/>
                <a:gd name="connsiteY11268" fmla="*/ 2716607 h 4882701"/>
                <a:gd name="connsiteX11269" fmla="*/ 4485423 w 4954903"/>
                <a:gd name="connsiteY11269" fmla="*/ 2707238 h 4882701"/>
                <a:gd name="connsiteX11270" fmla="*/ 4446173 w 4954903"/>
                <a:gd name="connsiteY11270" fmla="*/ 2703692 h 4882701"/>
                <a:gd name="connsiteX11271" fmla="*/ 4438830 w 4954903"/>
                <a:gd name="connsiteY11271" fmla="*/ 2686980 h 4882701"/>
                <a:gd name="connsiteX11272" fmla="*/ 4430980 w 4954903"/>
                <a:gd name="connsiteY11272" fmla="*/ 2713062 h 4882701"/>
                <a:gd name="connsiteX11273" fmla="*/ 4446173 w 4954903"/>
                <a:gd name="connsiteY11273" fmla="*/ 2703692 h 4882701"/>
                <a:gd name="connsiteX11274" fmla="*/ 4405657 w 4954903"/>
                <a:gd name="connsiteY11274" fmla="*/ 2700147 h 4882701"/>
                <a:gd name="connsiteX11275" fmla="*/ 4397807 w 4954903"/>
                <a:gd name="connsiteY11275" fmla="*/ 2683435 h 4882701"/>
                <a:gd name="connsiteX11276" fmla="*/ 4389198 w 4954903"/>
                <a:gd name="connsiteY11276" fmla="*/ 2708504 h 4882701"/>
                <a:gd name="connsiteX11277" fmla="*/ 4405657 w 4954903"/>
                <a:gd name="connsiteY11277" fmla="*/ 2700147 h 4882701"/>
                <a:gd name="connsiteX11278" fmla="*/ 4363622 w 4954903"/>
                <a:gd name="connsiteY11278" fmla="*/ 2696855 h 4882701"/>
                <a:gd name="connsiteX11279" fmla="*/ 4355265 w 4954903"/>
                <a:gd name="connsiteY11279" fmla="*/ 2680142 h 4882701"/>
                <a:gd name="connsiteX11280" fmla="*/ 4346402 w 4954903"/>
                <a:gd name="connsiteY11280" fmla="*/ 2705212 h 4882701"/>
                <a:gd name="connsiteX11281" fmla="*/ 4363622 w 4954903"/>
                <a:gd name="connsiteY11281" fmla="*/ 2696855 h 4882701"/>
                <a:gd name="connsiteX11282" fmla="*/ 4320320 w 4954903"/>
                <a:gd name="connsiteY11282" fmla="*/ 2693310 h 4882701"/>
                <a:gd name="connsiteX11283" fmla="*/ 4311964 w 4954903"/>
                <a:gd name="connsiteY11283" fmla="*/ 2676597 h 4882701"/>
                <a:gd name="connsiteX11284" fmla="*/ 4303101 w 4954903"/>
                <a:gd name="connsiteY11284" fmla="*/ 2701667 h 4882701"/>
                <a:gd name="connsiteX11285" fmla="*/ 4320320 w 4954903"/>
                <a:gd name="connsiteY11285" fmla="*/ 2693310 h 4882701"/>
                <a:gd name="connsiteX11286" fmla="*/ 4276006 w 4954903"/>
                <a:gd name="connsiteY11286" fmla="*/ 2690018 h 4882701"/>
                <a:gd name="connsiteX11287" fmla="*/ 4267142 w 4954903"/>
                <a:gd name="connsiteY11287" fmla="*/ 2673305 h 4882701"/>
                <a:gd name="connsiteX11288" fmla="*/ 4258026 w 4954903"/>
                <a:gd name="connsiteY11288" fmla="*/ 2698375 h 4882701"/>
                <a:gd name="connsiteX11289" fmla="*/ 4276006 w 4954903"/>
                <a:gd name="connsiteY11289" fmla="*/ 2690018 h 4882701"/>
                <a:gd name="connsiteX11290" fmla="*/ 4230172 w 4954903"/>
                <a:gd name="connsiteY11290" fmla="*/ 2686726 h 4882701"/>
                <a:gd name="connsiteX11291" fmla="*/ 4221056 w 4954903"/>
                <a:gd name="connsiteY11291" fmla="*/ 2670014 h 4882701"/>
                <a:gd name="connsiteX11292" fmla="*/ 4211939 w 4954903"/>
                <a:gd name="connsiteY11292" fmla="*/ 2695083 h 4882701"/>
                <a:gd name="connsiteX11293" fmla="*/ 4230172 w 4954903"/>
                <a:gd name="connsiteY11293" fmla="*/ 2686726 h 4882701"/>
                <a:gd name="connsiteX11294" fmla="*/ 4183325 w 4954903"/>
                <a:gd name="connsiteY11294" fmla="*/ 2683435 h 4882701"/>
                <a:gd name="connsiteX11295" fmla="*/ 4173702 w 4954903"/>
                <a:gd name="connsiteY11295" fmla="*/ 2666722 h 4882701"/>
                <a:gd name="connsiteX11296" fmla="*/ 4164333 w 4954903"/>
                <a:gd name="connsiteY11296" fmla="*/ 2691791 h 4882701"/>
                <a:gd name="connsiteX11297" fmla="*/ 4183325 w 4954903"/>
                <a:gd name="connsiteY11297" fmla="*/ 2683435 h 4882701"/>
                <a:gd name="connsiteX11298" fmla="*/ 4134958 w 4954903"/>
                <a:gd name="connsiteY11298" fmla="*/ 2680142 h 4882701"/>
                <a:gd name="connsiteX11299" fmla="*/ 4125336 w 4954903"/>
                <a:gd name="connsiteY11299" fmla="*/ 2663430 h 4882701"/>
                <a:gd name="connsiteX11300" fmla="*/ 4115207 w 4954903"/>
                <a:gd name="connsiteY11300" fmla="*/ 2687486 h 4882701"/>
                <a:gd name="connsiteX11301" fmla="*/ 4134958 w 4954903"/>
                <a:gd name="connsiteY11301" fmla="*/ 2680142 h 4882701"/>
                <a:gd name="connsiteX11302" fmla="*/ 4085833 w 4954903"/>
                <a:gd name="connsiteY11302" fmla="*/ 2676851 h 4882701"/>
                <a:gd name="connsiteX11303" fmla="*/ 4075957 w 4954903"/>
                <a:gd name="connsiteY11303" fmla="*/ 2660138 h 4882701"/>
                <a:gd name="connsiteX11304" fmla="*/ 4065575 w 4954903"/>
                <a:gd name="connsiteY11304" fmla="*/ 2684194 h 4882701"/>
                <a:gd name="connsiteX11305" fmla="*/ 4085833 w 4954903"/>
                <a:gd name="connsiteY11305" fmla="*/ 2676851 h 4882701"/>
                <a:gd name="connsiteX11306" fmla="*/ 4024805 w 4954903"/>
                <a:gd name="connsiteY11306" fmla="*/ 2657099 h 4882701"/>
                <a:gd name="connsiteX11307" fmla="*/ 4014423 w 4954903"/>
                <a:gd name="connsiteY11307" fmla="*/ 2681155 h 4882701"/>
                <a:gd name="connsiteX11308" fmla="*/ 4035188 w 4954903"/>
                <a:gd name="connsiteY11308" fmla="*/ 2673559 h 4882701"/>
                <a:gd name="connsiteX11309" fmla="*/ 4024805 w 4954903"/>
                <a:gd name="connsiteY11309" fmla="*/ 2657099 h 4882701"/>
                <a:gd name="connsiteX11310" fmla="*/ 3983783 w 4954903"/>
                <a:gd name="connsiteY11310" fmla="*/ 2670773 h 4882701"/>
                <a:gd name="connsiteX11311" fmla="*/ 3973147 w 4954903"/>
                <a:gd name="connsiteY11311" fmla="*/ 2654060 h 4882701"/>
                <a:gd name="connsiteX11312" fmla="*/ 3962512 w 4954903"/>
                <a:gd name="connsiteY11312" fmla="*/ 2678370 h 4882701"/>
                <a:gd name="connsiteX11313" fmla="*/ 3983783 w 4954903"/>
                <a:gd name="connsiteY11313" fmla="*/ 2670773 h 4882701"/>
                <a:gd name="connsiteX11314" fmla="*/ 3931112 w 4954903"/>
                <a:gd name="connsiteY11314" fmla="*/ 2667734 h 4882701"/>
                <a:gd name="connsiteX11315" fmla="*/ 3920223 w 4954903"/>
                <a:gd name="connsiteY11315" fmla="*/ 2651022 h 4882701"/>
                <a:gd name="connsiteX11316" fmla="*/ 3909588 w 4954903"/>
                <a:gd name="connsiteY11316" fmla="*/ 2675331 h 4882701"/>
                <a:gd name="connsiteX11317" fmla="*/ 3931112 w 4954903"/>
                <a:gd name="connsiteY11317" fmla="*/ 2667734 h 4882701"/>
                <a:gd name="connsiteX11318" fmla="*/ 3877428 w 4954903"/>
                <a:gd name="connsiteY11318" fmla="*/ 2664696 h 4882701"/>
                <a:gd name="connsiteX11319" fmla="*/ 3866286 w 4954903"/>
                <a:gd name="connsiteY11319" fmla="*/ 2647983 h 4882701"/>
                <a:gd name="connsiteX11320" fmla="*/ 3855397 w 4954903"/>
                <a:gd name="connsiteY11320" fmla="*/ 2672293 h 4882701"/>
                <a:gd name="connsiteX11321" fmla="*/ 3877428 w 4954903"/>
                <a:gd name="connsiteY11321" fmla="*/ 2664696 h 4882701"/>
                <a:gd name="connsiteX11322" fmla="*/ 3822984 w 4954903"/>
                <a:gd name="connsiteY11322" fmla="*/ 2661657 h 4882701"/>
                <a:gd name="connsiteX11323" fmla="*/ 3811589 w 4954903"/>
                <a:gd name="connsiteY11323" fmla="*/ 2644944 h 4882701"/>
                <a:gd name="connsiteX11324" fmla="*/ 3800700 w 4954903"/>
                <a:gd name="connsiteY11324" fmla="*/ 2669254 h 4882701"/>
                <a:gd name="connsiteX11325" fmla="*/ 3822984 w 4954903"/>
                <a:gd name="connsiteY11325" fmla="*/ 2661657 h 4882701"/>
                <a:gd name="connsiteX11326" fmla="*/ 3767275 w 4954903"/>
                <a:gd name="connsiteY11326" fmla="*/ 2658872 h 4882701"/>
                <a:gd name="connsiteX11327" fmla="*/ 3755626 w 4954903"/>
                <a:gd name="connsiteY11327" fmla="*/ 2642159 h 4882701"/>
                <a:gd name="connsiteX11328" fmla="*/ 3744738 w 4954903"/>
                <a:gd name="connsiteY11328" fmla="*/ 2666468 h 4882701"/>
                <a:gd name="connsiteX11329" fmla="*/ 3767275 w 4954903"/>
                <a:gd name="connsiteY11329" fmla="*/ 2658872 h 4882701"/>
                <a:gd name="connsiteX11330" fmla="*/ 3710552 w 4954903"/>
                <a:gd name="connsiteY11330" fmla="*/ 2656086 h 4882701"/>
                <a:gd name="connsiteX11331" fmla="*/ 3698650 w 4954903"/>
                <a:gd name="connsiteY11331" fmla="*/ 2639373 h 4882701"/>
                <a:gd name="connsiteX11332" fmla="*/ 3686749 w 4954903"/>
                <a:gd name="connsiteY11332" fmla="*/ 2662670 h 4882701"/>
                <a:gd name="connsiteX11333" fmla="*/ 3710552 w 4954903"/>
                <a:gd name="connsiteY11333" fmla="*/ 2656086 h 4882701"/>
                <a:gd name="connsiteX11334" fmla="*/ 3653323 w 4954903"/>
                <a:gd name="connsiteY11334" fmla="*/ 2653301 h 4882701"/>
                <a:gd name="connsiteX11335" fmla="*/ 3641168 w 4954903"/>
                <a:gd name="connsiteY11335" fmla="*/ 2636588 h 4882701"/>
                <a:gd name="connsiteX11336" fmla="*/ 3629267 w 4954903"/>
                <a:gd name="connsiteY11336" fmla="*/ 2659885 h 4882701"/>
                <a:gd name="connsiteX11337" fmla="*/ 3653323 w 4954903"/>
                <a:gd name="connsiteY11337" fmla="*/ 2653301 h 4882701"/>
                <a:gd name="connsiteX11338" fmla="*/ 3594828 w 4954903"/>
                <a:gd name="connsiteY11338" fmla="*/ 2650515 h 4882701"/>
                <a:gd name="connsiteX11339" fmla="*/ 3582420 w 4954903"/>
                <a:gd name="connsiteY11339" fmla="*/ 2634055 h 4882701"/>
                <a:gd name="connsiteX11340" fmla="*/ 3570518 w 4954903"/>
                <a:gd name="connsiteY11340" fmla="*/ 2657352 h 4882701"/>
                <a:gd name="connsiteX11341" fmla="*/ 3594828 w 4954903"/>
                <a:gd name="connsiteY11341" fmla="*/ 2650515 h 4882701"/>
                <a:gd name="connsiteX11342" fmla="*/ 3535573 w 4954903"/>
                <a:gd name="connsiteY11342" fmla="*/ 2647983 h 4882701"/>
                <a:gd name="connsiteX11343" fmla="*/ 3522912 w 4954903"/>
                <a:gd name="connsiteY11343" fmla="*/ 2631523 h 4882701"/>
                <a:gd name="connsiteX11344" fmla="*/ 3510757 w 4954903"/>
                <a:gd name="connsiteY11344" fmla="*/ 2654820 h 4882701"/>
                <a:gd name="connsiteX11345" fmla="*/ 3535573 w 4954903"/>
                <a:gd name="connsiteY11345" fmla="*/ 2647983 h 4882701"/>
                <a:gd name="connsiteX11346" fmla="*/ 3475812 w 4954903"/>
                <a:gd name="connsiteY11346" fmla="*/ 2645197 h 4882701"/>
                <a:gd name="connsiteX11347" fmla="*/ 3462897 w 4954903"/>
                <a:gd name="connsiteY11347" fmla="*/ 2628738 h 4882701"/>
                <a:gd name="connsiteX11348" fmla="*/ 3450742 w 4954903"/>
                <a:gd name="connsiteY11348" fmla="*/ 2652035 h 4882701"/>
                <a:gd name="connsiteX11349" fmla="*/ 3475812 w 4954903"/>
                <a:gd name="connsiteY11349" fmla="*/ 2645197 h 4882701"/>
                <a:gd name="connsiteX11350" fmla="*/ 3415037 w 4954903"/>
                <a:gd name="connsiteY11350" fmla="*/ 2642665 h 4882701"/>
                <a:gd name="connsiteX11351" fmla="*/ 3401870 w 4954903"/>
                <a:gd name="connsiteY11351" fmla="*/ 2626205 h 4882701"/>
                <a:gd name="connsiteX11352" fmla="*/ 3389715 w 4954903"/>
                <a:gd name="connsiteY11352" fmla="*/ 2649502 h 4882701"/>
                <a:gd name="connsiteX11353" fmla="*/ 3415037 w 4954903"/>
                <a:gd name="connsiteY11353" fmla="*/ 2642665 h 4882701"/>
                <a:gd name="connsiteX11354" fmla="*/ 3353250 w 4954903"/>
                <a:gd name="connsiteY11354" fmla="*/ 2640386 h 4882701"/>
                <a:gd name="connsiteX11355" fmla="*/ 3340082 w 4954903"/>
                <a:gd name="connsiteY11355" fmla="*/ 2623927 h 4882701"/>
                <a:gd name="connsiteX11356" fmla="*/ 3327675 w 4954903"/>
                <a:gd name="connsiteY11356" fmla="*/ 2647223 h 4882701"/>
                <a:gd name="connsiteX11357" fmla="*/ 3353250 w 4954903"/>
                <a:gd name="connsiteY11357" fmla="*/ 2640386 h 4882701"/>
                <a:gd name="connsiteX11358" fmla="*/ 3277789 w 4954903"/>
                <a:gd name="connsiteY11358" fmla="*/ 2621394 h 4882701"/>
                <a:gd name="connsiteX11359" fmla="*/ 3265381 w 4954903"/>
                <a:gd name="connsiteY11359" fmla="*/ 2644691 h 4882701"/>
                <a:gd name="connsiteX11360" fmla="*/ 3291210 w 4954903"/>
                <a:gd name="connsiteY11360" fmla="*/ 2637854 h 4882701"/>
                <a:gd name="connsiteX11361" fmla="*/ 3277789 w 4954903"/>
                <a:gd name="connsiteY11361" fmla="*/ 2621394 h 4882701"/>
                <a:gd name="connsiteX11362" fmla="*/ 3214483 w 4954903"/>
                <a:gd name="connsiteY11362" fmla="*/ 2619115 h 4882701"/>
                <a:gd name="connsiteX11363" fmla="*/ 3202074 w 4954903"/>
                <a:gd name="connsiteY11363" fmla="*/ 2642412 h 4882701"/>
                <a:gd name="connsiteX11364" fmla="*/ 3228157 w 4954903"/>
                <a:gd name="connsiteY11364" fmla="*/ 2635575 h 4882701"/>
                <a:gd name="connsiteX11365" fmla="*/ 3214483 w 4954903"/>
                <a:gd name="connsiteY11365" fmla="*/ 2619115 h 4882701"/>
                <a:gd name="connsiteX11366" fmla="*/ 3138262 w 4954903"/>
                <a:gd name="connsiteY11366" fmla="*/ 2640133 h 4882701"/>
                <a:gd name="connsiteX11367" fmla="*/ 3164597 w 4954903"/>
                <a:gd name="connsiteY11367" fmla="*/ 2633296 h 4882701"/>
                <a:gd name="connsiteX11368" fmla="*/ 3150923 w 4954903"/>
                <a:gd name="connsiteY11368" fmla="*/ 2616836 h 4882701"/>
                <a:gd name="connsiteX11369" fmla="*/ 3138262 w 4954903"/>
                <a:gd name="connsiteY11369" fmla="*/ 2640133 h 4882701"/>
                <a:gd name="connsiteX11370" fmla="*/ 2676124 w 4954903"/>
                <a:gd name="connsiteY11370" fmla="*/ 2626965 h 4882701"/>
                <a:gd name="connsiteX11371" fmla="*/ 2703726 w 4954903"/>
                <a:gd name="connsiteY11371" fmla="*/ 2619875 h 4882701"/>
                <a:gd name="connsiteX11372" fmla="*/ 2688786 w 4954903"/>
                <a:gd name="connsiteY11372" fmla="*/ 2603415 h 4882701"/>
                <a:gd name="connsiteX11373" fmla="*/ 2676124 w 4954903"/>
                <a:gd name="connsiteY11373" fmla="*/ 2626965 h 4882701"/>
                <a:gd name="connsiteX11374" fmla="*/ 2607247 w 4954903"/>
                <a:gd name="connsiteY11374" fmla="*/ 2624180 h 4882701"/>
                <a:gd name="connsiteX11375" fmla="*/ 2635861 w 4954903"/>
                <a:gd name="connsiteY11375" fmla="*/ 2618102 h 4882701"/>
                <a:gd name="connsiteX11376" fmla="*/ 2620921 w 4954903"/>
                <a:gd name="connsiteY11376" fmla="*/ 2601896 h 4882701"/>
                <a:gd name="connsiteX11377" fmla="*/ 2607247 w 4954903"/>
                <a:gd name="connsiteY11377" fmla="*/ 2624180 h 4882701"/>
                <a:gd name="connsiteX11378" fmla="*/ 2567744 w 4954903"/>
                <a:gd name="connsiteY11378" fmla="*/ 2616836 h 4882701"/>
                <a:gd name="connsiteX11379" fmla="*/ 2552550 w 4954903"/>
                <a:gd name="connsiteY11379" fmla="*/ 2600630 h 4882701"/>
                <a:gd name="connsiteX11380" fmla="*/ 2538876 w 4954903"/>
                <a:gd name="connsiteY11380" fmla="*/ 2622914 h 4882701"/>
                <a:gd name="connsiteX11381" fmla="*/ 2567744 w 4954903"/>
                <a:gd name="connsiteY11381" fmla="*/ 2616836 h 4882701"/>
                <a:gd name="connsiteX11382" fmla="*/ 2276534 w 4954903"/>
                <a:gd name="connsiteY11382" fmla="*/ 2595565 h 4882701"/>
                <a:gd name="connsiteX11383" fmla="*/ 2263113 w 4954903"/>
                <a:gd name="connsiteY11383" fmla="*/ 2618102 h 4882701"/>
                <a:gd name="connsiteX11384" fmla="*/ 2292234 w 4954903"/>
                <a:gd name="connsiteY11384" fmla="*/ 2612025 h 4882701"/>
                <a:gd name="connsiteX11385" fmla="*/ 2276534 w 4954903"/>
                <a:gd name="connsiteY11385" fmla="*/ 2595565 h 4882701"/>
                <a:gd name="connsiteX11386" fmla="*/ 2206897 w 4954903"/>
                <a:gd name="connsiteY11386" fmla="*/ 2594552 h 4882701"/>
                <a:gd name="connsiteX11387" fmla="*/ 2193476 w 4954903"/>
                <a:gd name="connsiteY11387" fmla="*/ 2617089 h 4882701"/>
                <a:gd name="connsiteX11388" fmla="*/ 2222597 w 4954903"/>
                <a:gd name="connsiteY11388" fmla="*/ 2610759 h 4882701"/>
                <a:gd name="connsiteX11389" fmla="*/ 2206897 w 4954903"/>
                <a:gd name="connsiteY11389" fmla="*/ 2594552 h 4882701"/>
                <a:gd name="connsiteX11390" fmla="*/ 2123586 w 4954903"/>
                <a:gd name="connsiteY11390" fmla="*/ 2616076 h 4882701"/>
                <a:gd name="connsiteX11391" fmla="*/ 2152960 w 4954903"/>
                <a:gd name="connsiteY11391" fmla="*/ 2609746 h 4882701"/>
                <a:gd name="connsiteX11392" fmla="*/ 2137260 w 4954903"/>
                <a:gd name="connsiteY11392" fmla="*/ 2593539 h 4882701"/>
                <a:gd name="connsiteX11393" fmla="*/ 2123586 w 4954903"/>
                <a:gd name="connsiteY11393" fmla="*/ 2616076 h 4882701"/>
                <a:gd name="connsiteX11394" fmla="*/ 2083069 w 4954903"/>
                <a:gd name="connsiteY11394" fmla="*/ 2608986 h 4882701"/>
                <a:gd name="connsiteX11395" fmla="*/ 2067116 w 4954903"/>
                <a:gd name="connsiteY11395" fmla="*/ 2592780 h 4882701"/>
                <a:gd name="connsiteX11396" fmla="*/ 2053695 w 4954903"/>
                <a:gd name="connsiteY11396" fmla="*/ 2615317 h 4882701"/>
                <a:gd name="connsiteX11397" fmla="*/ 2083069 w 4954903"/>
                <a:gd name="connsiteY11397" fmla="*/ 2608986 h 4882701"/>
                <a:gd name="connsiteX11398" fmla="*/ 2013179 w 4954903"/>
                <a:gd name="connsiteY11398" fmla="*/ 2608226 h 4882701"/>
                <a:gd name="connsiteX11399" fmla="*/ 1997226 w 4954903"/>
                <a:gd name="connsiteY11399" fmla="*/ 2592020 h 4882701"/>
                <a:gd name="connsiteX11400" fmla="*/ 1984058 w 4954903"/>
                <a:gd name="connsiteY11400" fmla="*/ 2614557 h 4882701"/>
                <a:gd name="connsiteX11401" fmla="*/ 2013179 w 4954903"/>
                <a:gd name="connsiteY11401" fmla="*/ 2608226 h 4882701"/>
                <a:gd name="connsiteX11402" fmla="*/ 1943795 w 4954903"/>
                <a:gd name="connsiteY11402" fmla="*/ 2607467 h 4882701"/>
                <a:gd name="connsiteX11403" fmla="*/ 1928095 w 4954903"/>
                <a:gd name="connsiteY11403" fmla="*/ 2591260 h 4882701"/>
                <a:gd name="connsiteX11404" fmla="*/ 1915181 w 4954903"/>
                <a:gd name="connsiteY11404" fmla="*/ 2613797 h 4882701"/>
                <a:gd name="connsiteX11405" fmla="*/ 1943795 w 4954903"/>
                <a:gd name="connsiteY11405" fmla="*/ 2607467 h 4882701"/>
                <a:gd name="connsiteX11406" fmla="*/ 1875171 w 4954903"/>
                <a:gd name="connsiteY11406" fmla="*/ 2606960 h 4882701"/>
                <a:gd name="connsiteX11407" fmla="*/ 1859724 w 4954903"/>
                <a:gd name="connsiteY11407" fmla="*/ 2590754 h 4882701"/>
                <a:gd name="connsiteX11408" fmla="*/ 1846810 w 4954903"/>
                <a:gd name="connsiteY11408" fmla="*/ 2613291 h 4882701"/>
                <a:gd name="connsiteX11409" fmla="*/ 1875171 w 4954903"/>
                <a:gd name="connsiteY11409" fmla="*/ 2606960 h 4882701"/>
                <a:gd name="connsiteX11410" fmla="*/ 1807560 w 4954903"/>
                <a:gd name="connsiteY11410" fmla="*/ 2606707 h 4882701"/>
                <a:gd name="connsiteX11411" fmla="*/ 1791860 w 4954903"/>
                <a:gd name="connsiteY11411" fmla="*/ 2590754 h 4882701"/>
                <a:gd name="connsiteX11412" fmla="*/ 1780211 w 4954903"/>
                <a:gd name="connsiteY11412" fmla="*/ 2614304 h 4882701"/>
                <a:gd name="connsiteX11413" fmla="*/ 1807560 w 4954903"/>
                <a:gd name="connsiteY11413" fmla="*/ 2606707 h 4882701"/>
                <a:gd name="connsiteX11414" fmla="*/ 1740708 w 4954903"/>
                <a:gd name="connsiteY11414" fmla="*/ 2606201 h 4882701"/>
                <a:gd name="connsiteX11415" fmla="*/ 1725514 w 4954903"/>
                <a:gd name="connsiteY11415" fmla="*/ 2590247 h 4882701"/>
                <a:gd name="connsiteX11416" fmla="*/ 1714119 w 4954903"/>
                <a:gd name="connsiteY11416" fmla="*/ 2614051 h 4882701"/>
                <a:gd name="connsiteX11417" fmla="*/ 1740708 w 4954903"/>
                <a:gd name="connsiteY11417" fmla="*/ 2606201 h 4882701"/>
                <a:gd name="connsiteX11418" fmla="*/ 1674869 w 4954903"/>
                <a:gd name="connsiteY11418" fmla="*/ 2606201 h 4882701"/>
                <a:gd name="connsiteX11419" fmla="*/ 1659676 w 4954903"/>
                <a:gd name="connsiteY11419" fmla="*/ 2590247 h 4882701"/>
                <a:gd name="connsiteX11420" fmla="*/ 1648534 w 4954903"/>
                <a:gd name="connsiteY11420" fmla="*/ 2614051 h 4882701"/>
                <a:gd name="connsiteX11421" fmla="*/ 1674869 w 4954903"/>
                <a:gd name="connsiteY11421" fmla="*/ 2606201 h 4882701"/>
                <a:gd name="connsiteX11422" fmla="*/ 1610043 w 4954903"/>
                <a:gd name="connsiteY11422" fmla="*/ 2605947 h 4882701"/>
                <a:gd name="connsiteX11423" fmla="*/ 1595103 w 4954903"/>
                <a:gd name="connsiteY11423" fmla="*/ 2589994 h 4882701"/>
                <a:gd name="connsiteX11424" fmla="*/ 1583961 w 4954903"/>
                <a:gd name="connsiteY11424" fmla="*/ 2613797 h 4882701"/>
                <a:gd name="connsiteX11425" fmla="*/ 1610043 w 4954903"/>
                <a:gd name="connsiteY11425" fmla="*/ 2605947 h 4882701"/>
                <a:gd name="connsiteX11426" fmla="*/ 1546231 w 4954903"/>
                <a:gd name="connsiteY11426" fmla="*/ 2606201 h 4882701"/>
                <a:gd name="connsiteX11427" fmla="*/ 1531290 w 4954903"/>
                <a:gd name="connsiteY11427" fmla="*/ 2590247 h 4882701"/>
                <a:gd name="connsiteX11428" fmla="*/ 1520655 w 4954903"/>
                <a:gd name="connsiteY11428" fmla="*/ 2614051 h 4882701"/>
                <a:gd name="connsiteX11429" fmla="*/ 1546231 w 4954903"/>
                <a:gd name="connsiteY11429" fmla="*/ 2606201 h 4882701"/>
                <a:gd name="connsiteX11430" fmla="*/ 1482924 w 4954903"/>
                <a:gd name="connsiteY11430" fmla="*/ 2606201 h 4882701"/>
                <a:gd name="connsiteX11431" fmla="*/ 1468490 w 4954903"/>
                <a:gd name="connsiteY11431" fmla="*/ 2590247 h 4882701"/>
                <a:gd name="connsiteX11432" fmla="*/ 1458108 w 4954903"/>
                <a:gd name="connsiteY11432" fmla="*/ 2614051 h 4882701"/>
                <a:gd name="connsiteX11433" fmla="*/ 1482924 w 4954903"/>
                <a:gd name="connsiteY11433" fmla="*/ 2606201 h 4882701"/>
                <a:gd name="connsiteX11434" fmla="*/ 1421137 w 4954903"/>
                <a:gd name="connsiteY11434" fmla="*/ 2606454 h 4882701"/>
                <a:gd name="connsiteX11435" fmla="*/ 1406703 w 4954903"/>
                <a:gd name="connsiteY11435" fmla="*/ 2590501 h 4882701"/>
                <a:gd name="connsiteX11436" fmla="*/ 1396321 w 4954903"/>
                <a:gd name="connsiteY11436" fmla="*/ 2614304 h 4882701"/>
                <a:gd name="connsiteX11437" fmla="*/ 1421137 w 4954903"/>
                <a:gd name="connsiteY11437" fmla="*/ 2606454 h 4882701"/>
                <a:gd name="connsiteX11438" fmla="*/ 1360109 w 4954903"/>
                <a:gd name="connsiteY11438" fmla="*/ 2606707 h 4882701"/>
                <a:gd name="connsiteX11439" fmla="*/ 1345676 w 4954903"/>
                <a:gd name="connsiteY11439" fmla="*/ 2590754 h 4882701"/>
                <a:gd name="connsiteX11440" fmla="*/ 1335800 w 4954903"/>
                <a:gd name="connsiteY11440" fmla="*/ 2614557 h 4882701"/>
                <a:gd name="connsiteX11441" fmla="*/ 1360109 w 4954903"/>
                <a:gd name="connsiteY11441" fmla="*/ 2606707 h 4882701"/>
                <a:gd name="connsiteX11442" fmla="*/ 1300095 w 4954903"/>
                <a:gd name="connsiteY11442" fmla="*/ 2607214 h 4882701"/>
                <a:gd name="connsiteX11443" fmla="*/ 1286168 w 4954903"/>
                <a:gd name="connsiteY11443" fmla="*/ 2591260 h 4882701"/>
                <a:gd name="connsiteX11444" fmla="*/ 1276545 w 4954903"/>
                <a:gd name="connsiteY11444" fmla="*/ 2615063 h 4882701"/>
                <a:gd name="connsiteX11445" fmla="*/ 1300095 w 4954903"/>
                <a:gd name="connsiteY11445" fmla="*/ 2607214 h 4882701"/>
                <a:gd name="connsiteX11446" fmla="*/ 4941990 w 4954903"/>
                <a:gd name="connsiteY11446" fmla="*/ 2725217 h 4882701"/>
                <a:gd name="connsiteX11447" fmla="*/ 4943509 w 4954903"/>
                <a:gd name="connsiteY11447" fmla="*/ 2708504 h 4882701"/>
                <a:gd name="connsiteX11448" fmla="*/ 4940723 w 4954903"/>
                <a:gd name="connsiteY11448" fmla="*/ 2737372 h 4882701"/>
                <a:gd name="connsiteX11449" fmla="*/ 4941990 w 4954903"/>
                <a:gd name="connsiteY11449" fmla="*/ 2725217 h 4882701"/>
                <a:gd name="connsiteX11450" fmla="*/ 4942243 w 4954903"/>
                <a:gd name="connsiteY11450" fmla="*/ 2704959 h 4882701"/>
                <a:gd name="connsiteX11451" fmla="*/ 4942243 w 4954903"/>
                <a:gd name="connsiteY11451" fmla="*/ 2704959 h 4882701"/>
                <a:gd name="connsiteX11452" fmla="*/ 4939457 w 4954903"/>
                <a:gd name="connsiteY11452" fmla="*/ 2734080 h 4882701"/>
                <a:gd name="connsiteX11453" fmla="*/ 4941230 w 4954903"/>
                <a:gd name="connsiteY11453" fmla="*/ 2721925 h 4882701"/>
                <a:gd name="connsiteX11454" fmla="*/ 4942243 w 4954903"/>
                <a:gd name="connsiteY11454" fmla="*/ 2704959 h 4882701"/>
                <a:gd name="connsiteX11455" fmla="*/ 4938951 w 4954903"/>
                <a:gd name="connsiteY11455" fmla="*/ 2701160 h 4882701"/>
                <a:gd name="connsiteX11456" fmla="*/ 4938951 w 4954903"/>
                <a:gd name="connsiteY11456" fmla="*/ 2701160 h 4882701"/>
                <a:gd name="connsiteX11457" fmla="*/ 4936165 w 4954903"/>
                <a:gd name="connsiteY11457" fmla="*/ 2730281 h 4882701"/>
                <a:gd name="connsiteX11458" fmla="*/ 4938445 w 4954903"/>
                <a:gd name="connsiteY11458" fmla="*/ 2718126 h 4882701"/>
                <a:gd name="connsiteX11459" fmla="*/ 4938951 w 4954903"/>
                <a:gd name="connsiteY11459" fmla="*/ 2701160 h 4882701"/>
                <a:gd name="connsiteX11460" fmla="*/ 4933380 w 4954903"/>
                <a:gd name="connsiteY11460" fmla="*/ 2714328 h 4882701"/>
                <a:gd name="connsiteX11461" fmla="*/ 4933633 w 4954903"/>
                <a:gd name="connsiteY11461" fmla="*/ 2697615 h 4882701"/>
                <a:gd name="connsiteX11462" fmla="*/ 4930595 w 4954903"/>
                <a:gd name="connsiteY11462" fmla="*/ 2726483 h 4882701"/>
                <a:gd name="connsiteX11463" fmla="*/ 4933380 w 4954903"/>
                <a:gd name="connsiteY11463" fmla="*/ 2714328 h 4882701"/>
                <a:gd name="connsiteX11464" fmla="*/ 4926543 w 4954903"/>
                <a:gd name="connsiteY11464" fmla="*/ 2710783 h 4882701"/>
                <a:gd name="connsiteX11465" fmla="*/ 4926289 w 4954903"/>
                <a:gd name="connsiteY11465" fmla="*/ 2693817 h 4882701"/>
                <a:gd name="connsiteX11466" fmla="*/ 4923251 w 4954903"/>
                <a:gd name="connsiteY11466" fmla="*/ 2722684 h 4882701"/>
                <a:gd name="connsiteX11467" fmla="*/ 4926543 w 4954903"/>
                <a:gd name="connsiteY11467" fmla="*/ 2710783 h 4882701"/>
                <a:gd name="connsiteX11468" fmla="*/ 4917680 w 4954903"/>
                <a:gd name="connsiteY11468" fmla="*/ 2706985 h 4882701"/>
                <a:gd name="connsiteX11469" fmla="*/ 4916920 w 4954903"/>
                <a:gd name="connsiteY11469" fmla="*/ 2690018 h 4882701"/>
                <a:gd name="connsiteX11470" fmla="*/ 4916667 w 4954903"/>
                <a:gd name="connsiteY11470" fmla="*/ 2690018 h 4882701"/>
                <a:gd name="connsiteX11471" fmla="*/ 4913882 w 4954903"/>
                <a:gd name="connsiteY11471" fmla="*/ 2718886 h 4882701"/>
                <a:gd name="connsiteX11472" fmla="*/ 4917680 w 4954903"/>
                <a:gd name="connsiteY11472" fmla="*/ 2706985 h 4882701"/>
                <a:gd name="connsiteX11473" fmla="*/ 4906791 w 4954903"/>
                <a:gd name="connsiteY11473" fmla="*/ 2703186 h 4882701"/>
                <a:gd name="connsiteX11474" fmla="*/ 4905525 w 4954903"/>
                <a:gd name="connsiteY11474" fmla="*/ 2686220 h 4882701"/>
                <a:gd name="connsiteX11475" fmla="*/ 4901980 w 4954903"/>
                <a:gd name="connsiteY11475" fmla="*/ 2714834 h 4882701"/>
                <a:gd name="connsiteX11476" fmla="*/ 4906791 w 4954903"/>
                <a:gd name="connsiteY11476" fmla="*/ 2703186 h 4882701"/>
                <a:gd name="connsiteX11477" fmla="*/ 4892104 w 4954903"/>
                <a:gd name="connsiteY11477" fmla="*/ 2682422 h 4882701"/>
                <a:gd name="connsiteX11478" fmla="*/ 4888559 w 4954903"/>
                <a:gd name="connsiteY11478" fmla="*/ 2711036 h 4882701"/>
                <a:gd name="connsiteX11479" fmla="*/ 4893877 w 4954903"/>
                <a:gd name="connsiteY11479" fmla="*/ 2699388 h 4882701"/>
                <a:gd name="connsiteX11480" fmla="*/ 4892104 w 4954903"/>
                <a:gd name="connsiteY11480" fmla="*/ 2682422 h 4882701"/>
                <a:gd name="connsiteX11481" fmla="*/ 4876910 w 4954903"/>
                <a:gd name="connsiteY11481" fmla="*/ 2678623 h 4882701"/>
                <a:gd name="connsiteX11482" fmla="*/ 4873365 w 4954903"/>
                <a:gd name="connsiteY11482" fmla="*/ 2707238 h 4882701"/>
                <a:gd name="connsiteX11483" fmla="*/ 4879189 w 4954903"/>
                <a:gd name="connsiteY11483" fmla="*/ 2695589 h 4882701"/>
                <a:gd name="connsiteX11484" fmla="*/ 4876910 w 4954903"/>
                <a:gd name="connsiteY11484" fmla="*/ 2678623 h 4882701"/>
                <a:gd name="connsiteX11485" fmla="*/ 4862477 w 4954903"/>
                <a:gd name="connsiteY11485" fmla="*/ 2691791 h 4882701"/>
                <a:gd name="connsiteX11486" fmla="*/ 4859944 w 4954903"/>
                <a:gd name="connsiteY11486" fmla="*/ 2674825 h 4882701"/>
                <a:gd name="connsiteX11487" fmla="*/ 4855893 w 4954903"/>
                <a:gd name="connsiteY11487" fmla="*/ 2702933 h 4882701"/>
                <a:gd name="connsiteX11488" fmla="*/ 4862477 w 4954903"/>
                <a:gd name="connsiteY11488" fmla="*/ 2691791 h 4882701"/>
                <a:gd name="connsiteX11489" fmla="*/ 4843991 w 4954903"/>
                <a:gd name="connsiteY11489" fmla="*/ 2687993 h 4882701"/>
                <a:gd name="connsiteX11490" fmla="*/ 4840952 w 4954903"/>
                <a:gd name="connsiteY11490" fmla="*/ 2671027 h 4882701"/>
                <a:gd name="connsiteX11491" fmla="*/ 4836901 w 4954903"/>
                <a:gd name="connsiteY11491" fmla="*/ 2699134 h 4882701"/>
                <a:gd name="connsiteX11492" fmla="*/ 4843991 w 4954903"/>
                <a:gd name="connsiteY11492" fmla="*/ 2687993 h 4882701"/>
                <a:gd name="connsiteX11493" fmla="*/ 4823733 w 4954903"/>
                <a:gd name="connsiteY11493" fmla="*/ 2684194 h 4882701"/>
                <a:gd name="connsiteX11494" fmla="*/ 4823733 w 4954903"/>
                <a:gd name="connsiteY11494" fmla="*/ 2684194 h 4882701"/>
                <a:gd name="connsiteX11495" fmla="*/ 4820441 w 4954903"/>
                <a:gd name="connsiteY11495" fmla="*/ 2667228 h 4882701"/>
                <a:gd name="connsiteX11496" fmla="*/ 4816136 w 4954903"/>
                <a:gd name="connsiteY11496" fmla="*/ 2695336 h 4882701"/>
                <a:gd name="connsiteX11497" fmla="*/ 4823733 w 4954903"/>
                <a:gd name="connsiteY11497" fmla="*/ 2684194 h 4882701"/>
                <a:gd name="connsiteX11498" fmla="*/ 4801449 w 4954903"/>
                <a:gd name="connsiteY11498" fmla="*/ 2680396 h 4882701"/>
                <a:gd name="connsiteX11499" fmla="*/ 4797651 w 4954903"/>
                <a:gd name="connsiteY11499" fmla="*/ 2663430 h 4882701"/>
                <a:gd name="connsiteX11500" fmla="*/ 4792840 w 4954903"/>
                <a:gd name="connsiteY11500" fmla="*/ 2691031 h 4882701"/>
                <a:gd name="connsiteX11501" fmla="*/ 4801449 w 4954903"/>
                <a:gd name="connsiteY11501" fmla="*/ 2680396 h 4882701"/>
                <a:gd name="connsiteX11502" fmla="*/ 4773594 w 4954903"/>
                <a:gd name="connsiteY11502" fmla="*/ 2659885 h 4882701"/>
                <a:gd name="connsiteX11503" fmla="*/ 4768783 w 4954903"/>
                <a:gd name="connsiteY11503" fmla="*/ 2687486 h 4882701"/>
                <a:gd name="connsiteX11504" fmla="*/ 4777899 w 4954903"/>
                <a:gd name="connsiteY11504" fmla="*/ 2676851 h 4882701"/>
                <a:gd name="connsiteX11505" fmla="*/ 4777899 w 4954903"/>
                <a:gd name="connsiteY11505" fmla="*/ 2676851 h 4882701"/>
                <a:gd name="connsiteX11506" fmla="*/ 4773594 w 4954903"/>
                <a:gd name="connsiteY11506" fmla="*/ 2659885 h 4882701"/>
                <a:gd name="connsiteX11507" fmla="*/ 4752323 w 4954903"/>
                <a:gd name="connsiteY11507" fmla="*/ 2672799 h 4882701"/>
                <a:gd name="connsiteX11508" fmla="*/ 4747765 w 4954903"/>
                <a:gd name="connsiteY11508" fmla="*/ 2655833 h 4882701"/>
                <a:gd name="connsiteX11509" fmla="*/ 4742701 w 4954903"/>
                <a:gd name="connsiteY11509" fmla="*/ 2683435 h 4882701"/>
                <a:gd name="connsiteX11510" fmla="*/ 4752323 w 4954903"/>
                <a:gd name="connsiteY11510" fmla="*/ 2672799 h 4882701"/>
                <a:gd name="connsiteX11511" fmla="*/ 4725228 w 4954903"/>
                <a:gd name="connsiteY11511" fmla="*/ 2669254 h 4882701"/>
                <a:gd name="connsiteX11512" fmla="*/ 4720417 w 4954903"/>
                <a:gd name="connsiteY11512" fmla="*/ 2652288 h 4882701"/>
                <a:gd name="connsiteX11513" fmla="*/ 4715353 w 4954903"/>
                <a:gd name="connsiteY11513" fmla="*/ 2679889 h 4882701"/>
                <a:gd name="connsiteX11514" fmla="*/ 4725228 w 4954903"/>
                <a:gd name="connsiteY11514" fmla="*/ 2669254 h 4882701"/>
                <a:gd name="connsiteX11515" fmla="*/ 4696361 w 4954903"/>
                <a:gd name="connsiteY11515" fmla="*/ 2665456 h 4882701"/>
                <a:gd name="connsiteX11516" fmla="*/ 4691043 w 4954903"/>
                <a:gd name="connsiteY11516" fmla="*/ 2648489 h 4882701"/>
                <a:gd name="connsiteX11517" fmla="*/ 4685219 w 4954903"/>
                <a:gd name="connsiteY11517" fmla="*/ 2675331 h 4882701"/>
                <a:gd name="connsiteX11518" fmla="*/ 4696361 w 4954903"/>
                <a:gd name="connsiteY11518" fmla="*/ 2665456 h 4882701"/>
                <a:gd name="connsiteX11519" fmla="*/ 4666227 w 4954903"/>
                <a:gd name="connsiteY11519" fmla="*/ 2661657 h 4882701"/>
                <a:gd name="connsiteX11520" fmla="*/ 4660656 w 4954903"/>
                <a:gd name="connsiteY11520" fmla="*/ 2644691 h 4882701"/>
                <a:gd name="connsiteX11521" fmla="*/ 4654578 w 4954903"/>
                <a:gd name="connsiteY11521" fmla="*/ 2671533 h 4882701"/>
                <a:gd name="connsiteX11522" fmla="*/ 4666227 w 4954903"/>
                <a:gd name="connsiteY11522" fmla="*/ 2661657 h 4882701"/>
                <a:gd name="connsiteX11523" fmla="*/ 4634320 w 4954903"/>
                <a:gd name="connsiteY11523" fmla="*/ 2658112 h 4882701"/>
                <a:gd name="connsiteX11524" fmla="*/ 4628243 w 4954903"/>
                <a:gd name="connsiteY11524" fmla="*/ 2641146 h 4882701"/>
                <a:gd name="connsiteX11525" fmla="*/ 4622165 w 4954903"/>
                <a:gd name="connsiteY11525" fmla="*/ 2667988 h 4882701"/>
                <a:gd name="connsiteX11526" fmla="*/ 4634320 w 4954903"/>
                <a:gd name="connsiteY11526" fmla="*/ 2658112 h 4882701"/>
                <a:gd name="connsiteX11527" fmla="*/ 4594310 w 4954903"/>
                <a:gd name="connsiteY11527" fmla="*/ 2637601 h 4882701"/>
                <a:gd name="connsiteX11528" fmla="*/ 4587980 w 4954903"/>
                <a:gd name="connsiteY11528" fmla="*/ 2664443 h 4882701"/>
                <a:gd name="connsiteX11529" fmla="*/ 4600641 w 4954903"/>
                <a:gd name="connsiteY11529" fmla="*/ 2654314 h 4882701"/>
                <a:gd name="connsiteX11530" fmla="*/ 4594310 w 4954903"/>
                <a:gd name="connsiteY11530" fmla="*/ 2637601 h 4882701"/>
                <a:gd name="connsiteX11531" fmla="*/ 4565696 w 4954903"/>
                <a:gd name="connsiteY11531" fmla="*/ 2650768 h 4882701"/>
                <a:gd name="connsiteX11532" fmla="*/ 4558859 w 4954903"/>
                <a:gd name="connsiteY11532" fmla="*/ 2633802 h 4882701"/>
                <a:gd name="connsiteX11533" fmla="*/ 4551769 w 4954903"/>
                <a:gd name="connsiteY11533" fmla="*/ 2659885 h 4882701"/>
                <a:gd name="connsiteX11534" fmla="*/ 4565696 w 4954903"/>
                <a:gd name="connsiteY11534" fmla="*/ 2650768 h 4882701"/>
                <a:gd name="connsiteX11535" fmla="*/ 4529485 w 4954903"/>
                <a:gd name="connsiteY11535" fmla="*/ 2647223 h 4882701"/>
                <a:gd name="connsiteX11536" fmla="*/ 4522141 w 4954903"/>
                <a:gd name="connsiteY11536" fmla="*/ 2630257 h 4882701"/>
                <a:gd name="connsiteX11537" fmla="*/ 4515051 w 4954903"/>
                <a:gd name="connsiteY11537" fmla="*/ 2656339 h 4882701"/>
                <a:gd name="connsiteX11538" fmla="*/ 4529485 w 4954903"/>
                <a:gd name="connsiteY11538" fmla="*/ 2647223 h 4882701"/>
                <a:gd name="connsiteX11539" fmla="*/ 4483904 w 4954903"/>
                <a:gd name="connsiteY11539" fmla="*/ 2626965 h 4882701"/>
                <a:gd name="connsiteX11540" fmla="*/ 4476560 w 4954903"/>
                <a:gd name="connsiteY11540" fmla="*/ 2653047 h 4882701"/>
                <a:gd name="connsiteX11541" fmla="*/ 4491501 w 4954903"/>
                <a:gd name="connsiteY11541" fmla="*/ 2643678 h 4882701"/>
                <a:gd name="connsiteX11542" fmla="*/ 4483904 w 4954903"/>
                <a:gd name="connsiteY11542" fmla="*/ 2626965 h 4882701"/>
                <a:gd name="connsiteX11543" fmla="*/ 4444401 w 4954903"/>
                <a:gd name="connsiteY11543" fmla="*/ 2623420 h 4882701"/>
                <a:gd name="connsiteX11544" fmla="*/ 4437057 w 4954903"/>
                <a:gd name="connsiteY11544" fmla="*/ 2649502 h 4882701"/>
                <a:gd name="connsiteX11545" fmla="*/ 4452251 w 4954903"/>
                <a:gd name="connsiteY11545" fmla="*/ 2640133 h 4882701"/>
                <a:gd name="connsiteX11546" fmla="*/ 4444401 w 4954903"/>
                <a:gd name="connsiteY11546" fmla="*/ 2623420 h 4882701"/>
                <a:gd name="connsiteX11547" fmla="*/ 4411482 w 4954903"/>
                <a:gd name="connsiteY11547" fmla="*/ 2636841 h 4882701"/>
                <a:gd name="connsiteX11548" fmla="*/ 4403378 w 4954903"/>
                <a:gd name="connsiteY11548" fmla="*/ 2620128 h 4882701"/>
                <a:gd name="connsiteX11549" fmla="*/ 4395022 w 4954903"/>
                <a:gd name="connsiteY11549" fmla="*/ 2645451 h 4882701"/>
                <a:gd name="connsiteX11550" fmla="*/ 4411482 w 4954903"/>
                <a:gd name="connsiteY11550" fmla="*/ 2636841 h 4882701"/>
                <a:gd name="connsiteX11551" fmla="*/ 4369699 w 4954903"/>
                <a:gd name="connsiteY11551" fmla="*/ 2633296 h 4882701"/>
                <a:gd name="connsiteX11552" fmla="*/ 4361089 w 4954903"/>
                <a:gd name="connsiteY11552" fmla="*/ 2616583 h 4882701"/>
                <a:gd name="connsiteX11553" fmla="*/ 4352733 w 4954903"/>
                <a:gd name="connsiteY11553" fmla="*/ 2641906 h 4882701"/>
                <a:gd name="connsiteX11554" fmla="*/ 4369699 w 4954903"/>
                <a:gd name="connsiteY11554" fmla="*/ 2633296 h 4882701"/>
                <a:gd name="connsiteX11555" fmla="*/ 4326144 w 4954903"/>
                <a:gd name="connsiteY11555" fmla="*/ 2629751 h 4882701"/>
                <a:gd name="connsiteX11556" fmla="*/ 4317281 w 4954903"/>
                <a:gd name="connsiteY11556" fmla="*/ 2613038 h 4882701"/>
                <a:gd name="connsiteX11557" fmla="*/ 4308672 w 4954903"/>
                <a:gd name="connsiteY11557" fmla="*/ 2638360 h 4882701"/>
                <a:gd name="connsiteX11558" fmla="*/ 4326144 w 4954903"/>
                <a:gd name="connsiteY11558" fmla="*/ 2629751 h 4882701"/>
                <a:gd name="connsiteX11559" fmla="*/ 4281577 w 4954903"/>
                <a:gd name="connsiteY11559" fmla="*/ 2626459 h 4882701"/>
                <a:gd name="connsiteX11560" fmla="*/ 4272460 w 4954903"/>
                <a:gd name="connsiteY11560" fmla="*/ 2609746 h 4882701"/>
                <a:gd name="connsiteX11561" fmla="*/ 4263851 w 4954903"/>
                <a:gd name="connsiteY11561" fmla="*/ 2635068 h 4882701"/>
                <a:gd name="connsiteX11562" fmla="*/ 4281577 w 4954903"/>
                <a:gd name="connsiteY11562" fmla="*/ 2626459 h 4882701"/>
                <a:gd name="connsiteX11563" fmla="*/ 4235743 w 4954903"/>
                <a:gd name="connsiteY11563" fmla="*/ 2623167 h 4882701"/>
                <a:gd name="connsiteX11564" fmla="*/ 4226120 w 4954903"/>
                <a:gd name="connsiteY11564" fmla="*/ 2606454 h 4882701"/>
                <a:gd name="connsiteX11565" fmla="*/ 4217257 w 4954903"/>
                <a:gd name="connsiteY11565" fmla="*/ 2631776 h 4882701"/>
                <a:gd name="connsiteX11566" fmla="*/ 4235743 w 4954903"/>
                <a:gd name="connsiteY11566" fmla="*/ 2623167 h 4882701"/>
                <a:gd name="connsiteX11567" fmla="*/ 4188643 w 4954903"/>
                <a:gd name="connsiteY11567" fmla="*/ 2619875 h 4882701"/>
                <a:gd name="connsiteX11568" fmla="*/ 4178767 w 4954903"/>
                <a:gd name="connsiteY11568" fmla="*/ 2603162 h 4882701"/>
                <a:gd name="connsiteX11569" fmla="*/ 4169904 w 4954903"/>
                <a:gd name="connsiteY11569" fmla="*/ 2628485 h 4882701"/>
                <a:gd name="connsiteX11570" fmla="*/ 4188643 w 4954903"/>
                <a:gd name="connsiteY11570" fmla="*/ 2619875 h 4882701"/>
                <a:gd name="connsiteX11571" fmla="*/ 4140276 w 4954903"/>
                <a:gd name="connsiteY11571" fmla="*/ 2616583 h 4882701"/>
                <a:gd name="connsiteX11572" fmla="*/ 4130401 w 4954903"/>
                <a:gd name="connsiteY11572" fmla="*/ 2599870 h 4882701"/>
                <a:gd name="connsiteX11573" fmla="*/ 4120525 w 4954903"/>
                <a:gd name="connsiteY11573" fmla="*/ 2624180 h 4882701"/>
                <a:gd name="connsiteX11574" fmla="*/ 4140276 w 4954903"/>
                <a:gd name="connsiteY11574" fmla="*/ 2616583 h 4882701"/>
                <a:gd name="connsiteX11575" fmla="*/ 4090897 w 4954903"/>
                <a:gd name="connsiteY11575" fmla="*/ 2613291 h 4882701"/>
                <a:gd name="connsiteX11576" fmla="*/ 4080515 w 4954903"/>
                <a:gd name="connsiteY11576" fmla="*/ 2596578 h 4882701"/>
                <a:gd name="connsiteX11577" fmla="*/ 4070639 w 4954903"/>
                <a:gd name="connsiteY11577" fmla="*/ 2620888 h 4882701"/>
                <a:gd name="connsiteX11578" fmla="*/ 4090897 w 4954903"/>
                <a:gd name="connsiteY11578" fmla="*/ 2613291 h 4882701"/>
                <a:gd name="connsiteX11579" fmla="*/ 4040252 w 4954903"/>
                <a:gd name="connsiteY11579" fmla="*/ 2610252 h 4882701"/>
                <a:gd name="connsiteX11580" fmla="*/ 4029617 w 4954903"/>
                <a:gd name="connsiteY11580" fmla="*/ 2593539 h 4882701"/>
                <a:gd name="connsiteX11581" fmla="*/ 4019488 w 4954903"/>
                <a:gd name="connsiteY11581" fmla="*/ 2617849 h 4882701"/>
                <a:gd name="connsiteX11582" fmla="*/ 4040252 w 4954903"/>
                <a:gd name="connsiteY11582" fmla="*/ 2610252 h 4882701"/>
                <a:gd name="connsiteX11583" fmla="*/ 3988594 w 4954903"/>
                <a:gd name="connsiteY11583" fmla="*/ 2607214 h 4882701"/>
                <a:gd name="connsiteX11584" fmla="*/ 3977705 w 4954903"/>
                <a:gd name="connsiteY11584" fmla="*/ 2590501 h 4882701"/>
                <a:gd name="connsiteX11585" fmla="*/ 3967576 w 4954903"/>
                <a:gd name="connsiteY11585" fmla="*/ 2614810 h 4882701"/>
                <a:gd name="connsiteX11586" fmla="*/ 3988594 w 4954903"/>
                <a:gd name="connsiteY11586" fmla="*/ 2607214 h 4882701"/>
                <a:gd name="connsiteX11587" fmla="*/ 3935923 w 4954903"/>
                <a:gd name="connsiteY11587" fmla="*/ 2604175 h 4882701"/>
                <a:gd name="connsiteX11588" fmla="*/ 3924781 w 4954903"/>
                <a:gd name="connsiteY11588" fmla="*/ 2587462 h 4882701"/>
                <a:gd name="connsiteX11589" fmla="*/ 3914399 w 4954903"/>
                <a:gd name="connsiteY11589" fmla="*/ 2611772 h 4882701"/>
                <a:gd name="connsiteX11590" fmla="*/ 3935923 w 4954903"/>
                <a:gd name="connsiteY11590" fmla="*/ 2604175 h 4882701"/>
                <a:gd name="connsiteX11591" fmla="*/ 3882239 w 4954903"/>
                <a:gd name="connsiteY11591" fmla="*/ 2601136 h 4882701"/>
                <a:gd name="connsiteX11592" fmla="*/ 3870844 w 4954903"/>
                <a:gd name="connsiteY11592" fmla="*/ 2584423 h 4882701"/>
                <a:gd name="connsiteX11593" fmla="*/ 3860462 w 4954903"/>
                <a:gd name="connsiteY11593" fmla="*/ 2608733 h 4882701"/>
                <a:gd name="connsiteX11594" fmla="*/ 3882239 w 4954903"/>
                <a:gd name="connsiteY11594" fmla="*/ 2601136 h 4882701"/>
                <a:gd name="connsiteX11595" fmla="*/ 3827542 w 4954903"/>
                <a:gd name="connsiteY11595" fmla="*/ 2598097 h 4882701"/>
                <a:gd name="connsiteX11596" fmla="*/ 3815894 w 4954903"/>
                <a:gd name="connsiteY11596" fmla="*/ 2581385 h 4882701"/>
                <a:gd name="connsiteX11597" fmla="*/ 3805259 w 4954903"/>
                <a:gd name="connsiteY11597" fmla="*/ 2605694 h 4882701"/>
                <a:gd name="connsiteX11598" fmla="*/ 3827542 w 4954903"/>
                <a:gd name="connsiteY11598" fmla="*/ 2598097 h 4882701"/>
                <a:gd name="connsiteX11599" fmla="*/ 3771580 w 4954903"/>
                <a:gd name="connsiteY11599" fmla="*/ 2595312 h 4882701"/>
                <a:gd name="connsiteX11600" fmla="*/ 3759678 w 4954903"/>
                <a:gd name="connsiteY11600" fmla="*/ 2578599 h 4882701"/>
                <a:gd name="connsiteX11601" fmla="*/ 3749042 w 4954903"/>
                <a:gd name="connsiteY11601" fmla="*/ 2602909 h 4882701"/>
                <a:gd name="connsiteX11602" fmla="*/ 3771580 w 4954903"/>
                <a:gd name="connsiteY11602" fmla="*/ 2595312 h 4882701"/>
                <a:gd name="connsiteX11603" fmla="*/ 3714857 w 4954903"/>
                <a:gd name="connsiteY11603" fmla="*/ 2592273 h 4882701"/>
                <a:gd name="connsiteX11604" fmla="*/ 3702702 w 4954903"/>
                <a:gd name="connsiteY11604" fmla="*/ 2575560 h 4882701"/>
                <a:gd name="connsiteX11605" fmla="*/ 3691054 w 4954903"/>
                <a:gd name="connsiteY11605" fmla="*/ 2598857 h 4882701"/>
                <a:gd name="connsiteX11606" fmla="*/ 3714857 w 4954903"/>
                <a:gd name="connsiteY11606" fmla="*/ 2592273 h 4882701"/>
                <a:gd name="connsiteX11607" fmla="*/ 3657374 w 4954903"/>
                <a:gd name="connsiteY11607" fmla="*/ 2589488 h 4882701"/>
                <a:gd name="connsiteX11608" fmla="*/ 3644967 w 4954903"/>
                <a:gd name="connsiteY11608" fmla="*/ 2572775 h 4882701"/>
                <a:gd name="connsiteX11609" fmla="*/ 3633318 w 4954903"/>
                <a:gd name="connsiteY11609" fmla="*/ 2596072 h 4882701"/>
                <a:gd name="connsiteX11610" fmla="*/ 3657374 w 4954903"/>
                <a:gd name="connsiteY11610" fmla="*/ 2589488 h 4882701"/>
                <a:gd name="connsiteX11611" fmla="*/ 3598879 w 4954903"/>
                <a:gd name="connsiteY11611" fmla="*/ 2586956 h 4882701"/>
                <a:gd name="connsiteX11612" fmla="*/ 3586472 w 4954903"/>
                <a:gd name="connsiteY11612" fmla="*/ 2570243 h 4882701"/>
                <a:gd name="connsiteX11613" fmla="*/ 3574823 w 4954903"/>
                <a:gd name="connsiteY11613" fmla="*/ 2593539 h 4882701"/>
                <a:gd name="connsiteX11614" fmla="*/ 3598879 w 4954903"/>
                <a:gd name="connsiteY11614" fmla="*/ 2586956 h 4882701"/>
                <a:gd name="connsiteX11615" fmla="*/ 3539371 w 4954903"/>
                <a:gd name="connsiteY11615" fmla="*/ 2584170 h 4882701"/>
                <a:gd name="connsiteX11616" fmla="*/ 3526710 w 4954903"/>
                <a:gd name="connsiteY11616" fmla="*/ 2567457 h 4882701"/>
                <a:gd name="connsiteX11617" fmla="*/ 3514809 w 4954903"/>
                <a:gd name="connsiteY11617" fmla="*/ 2590754 h 4882701"/>
                <a:gd name="connsiteX11618" fmla="*/ 3539371 w 4954903"/>
                <a:gd name="connsiteY11618" fmla="*/ 2584170 h 4882701"/>
                <a:gd name="connsiteX11619" fmla="*/ 3466189 w 4954903"/>
                <a:gd name="connsiteY11619" fmla="*/ 2564925 h 4882701"/>
                <a:gd name="connsiteX11620" fmla="*/ 3454288 w 4954903"/>
                <a:gd name="connsiteY11620" fmla="*/ 2588222 h 4882701"/>
                <a:gd name="connsiteX11621" fmla="*/ 3479357 w 4954903"/>
                <a:gd name="connsiteY11621" fmla="*/ 2581385 h 4882701"/>
                <a:gd name="connsiteX11622" fmla="*/ 3466189 w 4954903"/>
                <a:gd name="connsiteY11622" fmla="*/ 2564925 h 4882701"/>
                <a:gd name="connsiteX11623" fmla="*/ 3405162 w 4954903"/>
                <a:gd name="connsiteY11623" fmla="*/ 2562393 h 4882701"/>
                <a:gd name="connsiteX11624" fmla="*/ 3393007 w 4954903"/>
                <a:gd name="connsiteY11624" fmla="*/ 2585689 h 4882701"/>
                <a:gd name="connsiteX11625" fmla="*/ 3418330 w 4954903"/>
                <a:gd name="connsiteY11625" fmla="*/ 2578852 h 4882701"/>
                <a:gd name="connsiteX11626" fmla="*/ 3405162 w 4954903"/>
                <a:gd name="connsiteY11626" fmla="*/ 2562393 h 4882701"/>
                <a:gd name="connsiteX11627" fmla="*/ 3343375 w 4954903"/>
                <a:gd name="connsiteY11627" fmla="*/ 2560113 h 4882701"/>
                <a:gd name="connsiteX11628" fmla="*/ 3331220 w 4954903"/>
                <a:gd name="connsiteY11628" fmla="*/ 2583410 h 4882701"/>
                <a:gd name="connsiteX11629" fmla="*/ 3356795 w 4954903"/>
                <a:gd name="connsiteY11629" fmla="*/ 2576573 h 4882701"/>
                <a:gd name="connsiteX11630" fmla="*/ 3343375 w 4954903"/>
                <a:gd name="connsiteY11630" fmla="*/ 2560113 h 4882701"/>
                <a:gd name="connsiteX11631" fmla="*/ 3280828 w 4954903"/>
                <a:gd name="connsiteY11631" fmla="*/ 2557581 h 4882701"/>
                <a:gd name="connsiteX11632" fmla="*/ 3268420 w 4954903"/>
                <a:gd name="connsiteY11632" fmla="*/ 2581131 h 4882701"/>
                <a:gd name="connsiteX11633" fmla="*/ 3294249 w 4954903"/>
                <a:gd name="connsiteY11633" fmla="*/ 2574294 h 4882701"/>
                <a:gd name="connsiteX11634" fmla="*/ 3280828 w 4954903"/>
                <a:gd name="connsiteY11634" fmla="*/ 2557581 h 4882701"/>
                <a:gd name="connsiteX11635" fmla="*/ 3217521 w 4954903"/>
                <a:gd name="connsiteY11635" fmla="*/ 2555302 h 4882701"/>
                <a:gd name="connsiteX11636" fmla="*/ 3205366 w 4954903"/>
                <a:gd name="connsiteY11636" fmla="*/ 2578852 h 4882701"/>
                <a:gd name="connsiteX11637" fmla="*/ 3231449 w 4954903"/>
                <a:gd name="connsiteY11637" fmla="*/ 2572015 h 4882701"/>
                <a:gd name="connsiteX11638" fmla="*/ 3217521 w 4954903"/>
                <a:gd name="connsiteY11638" fmla="*/ 2555302 h 4882701"/>
                <a:gd name="connsiteX11639" fmla="*/ 2053948 w 4954903"/>
                <a:gd name="connsiteY11639" fmla="*/ 2551504 h 4882701"/>
                <a:gd name="connsiteX11640" fmla="*/ 2083322 w 4954903"/>
                <a:gd name="connsiteY11640" fmla="*/ 2545173 h 4882701"/>
                <a:gd name="connsiteX11641" fmla="*/ 2067623 w 4954903"/>
                <a:gd name="connsiteY11641" fmla="*/ 2528967 h 4882701"/>
                <a:gd name="connsiteX11642" fmla="*/ 2053948 w 4954903"/>
                <a:gd name="connsiteY11642" fmla="*/ 2551504 h 4882701"/>
                <a:gd name="connsiteX11643" fmla="*/ 1984058 w 4954903"/>
                <a:gd name="connsiteY11643" fmla="*/ 2550744 h 4882701"/>
                <a:gd name="connsiteX11644" fmla="*/ 2013432 w 4954903"/>
                <a:gd name="connsiteY11644" fmla="*/ 2544414 h 4882701"/>
                <a:gd name="connsiteX11645" fmla="*/ 1997479 w 4954903"/>
                <a:gd name="connsiteY11645" fmla="*/ 2528207 h 4882701"/>
                <a:gd name="connsiteX11646" fmla="*/ 1984058 w 4954903"/>
                <a:gd name="connsiteY11646" fmla="*/ 2550744 h 4882701"/>
                <a:gd name="connsiteX11647" fmla="*/ 1943542 w 4954903"/>
                <a:gd name="connsiteY11647" fmla="*/ 2543907 h 4882701"/>
                <a:gd name="connsiteX11648" fmla="*/ 1927842 w 4954903"/>
                <a:gd name="connsiteY11648" fmla="*/ 2527701 h 4882701"/>
                <a:gd name="connsiteX11649" fmla="*/ 1914674 w 4954903"/>
                <a:gd name="connsiteY11649" fmla="*/ 2550238 h 4882701"/>
                <a:gd name="connsiteX11650" fmla="*/ 1943542 w 4954903"/>
                <a:gd name="connsiteY11650" fmla="*/ 2543907 h 4882701"/>
                <a:gd name="connsiteX11651" fmla="*/ 1846556 w 4954903"/>
                <a:gd name="connsiteY11651" fmla="*/ 2549731 h 4882701"/>
                <a:gd name="connsiteX11652" fmla="*/ 1875171 w 4954903"/>
                <a:gd name="connsiteY11652" fmla="*/ 2543147 h 4882701"/>
                <a:gd name="connsiteX11653" fmla="*/ 1859724 w 4954903"/>
                <a:gd name="connsiteY11653" fmla="*/ 2526941 h 4882701"/>
                <a:gd name="connsiteX11654" fmla="*/ 1846556 w 4954903"/>
                <a:gd name="connsiteY11654" fmla="*/ 2549731 h 4882701"/>
                <a:gd name="connsiteX11655" fmla="*/ 1807306 w 4954903"/>
                <a:gd name="connsiteY11655" fmla="*/ 2542894 h 4882701"/>
                <a:gd name="connsiteX11656" fmla="*/ 1791860 w 4954903"/>
                <a:gd name="connsiteY11656" fmla="*/ 2526688 h 4882701"/>
                <a:gd name="connsiteX11657" fmla="*/ 1780211 w 4954903"/>
                <a:gd name="connsiteY11657" fmla="*/ 2550491 h 4882701"/>
                <a:gd name="connsiteX11658" fmla="*/ 1807306 w 4954903"/>
                <a:gd name="connsiteY11658" fmla="*/ 2542894 h 4882701"/>
                <a:gd name="connsiteX11659" fmla="*/ 1740202 w 4954903"/>
                <a:gd name="connsiteY11659" fmla="*/ 2542641 h 4882701"/>
                <a:gd name="connsiteX11660" fmla="*/ 1725008 w 4954903"/>
                <a:gd name="connsiteY11660" fmla="*/ 2526434 h 4882701"/>
                <a:gd name="connsiteX11661" fmla="*/ 1713360 w 4954903"/>
                <a:gd name="connsiteY11661" fmla="*/ 2550238 h 4882701"/>
                <a:gd name="connsiteX11662" fmla="*/ 1740202 w 4954903"/>
                <a:gd name="connsiteY11662" fmla="*/ 2542641 h 4882701"/>
                <a:gd name="connsiteX11663" fmla="*/ 1674110 w 4954903"/>
                <a:gd name="connsiteY11663" fmla="*/ 2542388 h 4882701"/>
                <a:gd name="connsiteX11664" fmla="*/ 1659169 w 4954903"/>
                <a:gd name="connsiteY11664" fmla="*/ 2526181 h 4882701"/>
                <a:gd name="connsiteX11665" fmla="*/ 1647774 w 4954903"/>
                <a:gd name="connsiteY11665" fmla="*/ 2549984 h 4882701"/>
                <a:gd name="connsiteX11666" fmla="*/ 1674110 w 4954903"/>
                <a:gd name="connsiteY11666" fmla="*/ 2542388 h 4882701"/>
                <a:gd name="connsiteX11667" fmla="*/ 1609031 w 4954903"/>
                <a:gd name="connsiteY11667" fmla="*/ 2542388 h 4882701"/>
                <a:gd name="connsiteX11668" fmla="*/ 1594343 w 4954903"/>
                <a:gd name="connsiteY11668" fmla="*/ 2526181 h 4882701"/>
                <a:gd name="connsiteX11669" fmla="*/ 1582948 w 4954903"/>
                <a:gd name="connsiteY11669" fmla="*/ 2549984 h 4882701"/>
                <a:gd name="connsiteX11670" fmla="*/ 1609031 w 4954903"/>
                <a:gd name="connsiteY11670" fmla="*/ 2542388 h 4882701"/>
                <a:gd name="connsiteX11671" fmla="*/ 1544964 w 4954903"/>
                <a:gd name="connsiteY11671" fmla="*/ 2542388 h 4882701"/>
                <a:gd name="connsiteX11672" fmla="*/ 1530277 w 4954903"/>
                <a:gd name="connsiteY11672" fmla="*/ 2526434 h 4882701"/>
                <a:gd name="connsiteX11673" fmla="*/ 1519389 w 4954903"/>
                <a:gd name="connsiteY11673" fmla="*/ 2550238 h 4882701"/>
                <a:gd name="connsiteX11674" fmla="*/ 1544964 w 4954903"/>
                <a:gd name="connsiteY11674" fmla="*/ 2542388 h 4882701"/>
                <a:gd name="connsiteX11675" fmla="*/ 1481911 w 4954903"/>
                <a:gd name="connsiteY11675" fmla="*/ 2542388 h 4882701"/>
                <a:gd name="connsiteX11676" fmla="*/ 1467477 w 4954903"/>
                <a:gd name="connsiteY11676" fmla="*/ 2526434 h 4882701"/>
                <a:gd name="connsiteX11677" fmla="*/ 1456842 w 4954903"/>
                <a:gd name="connsiteY11677" fmla="*/ 2550238 h 4882701"/>
                <a:gd name="connsiteX11678" fmla="*/ 1481911 w 4954903"/>
                <a:gd name="connsiteY11678" fmla="*/ 2542388 h 4882701"/>
                <a:gd name="connsiteX11679" fmla="*/ 1419618 w 4954903"/>
                <a:gd name="connsiteY11679" fmla="*/ 2542641 h 4882701"/>
                <a:gd name="connsiteX11680" fmla="*/ 1405437 w 4954903"/>
                <a:gd name="connsiteY11680" fmla="*/ 2526688 h 4882701"/>
                <a:gd name="connsiteX11681" fmla="*/ 1394801 w 4954903"/>
                <a:gd name="connsiteY11681" fmla="*/ 2550491 h 4882701"/>
                <a:gd name="connsiteX11682" fmla="*/ 1419618 w 4954903"/>
                <a:gd name="connsiteY11682" fmla="*/ 2542641 h 4882701"/>
                <a:gd name="connsiteX11683" fmla="*/ 1358590 w 4954903"/>
                <a:gd name="connsiteY11683" fmla="*/ 2543147 h 4882701"/>
                <a:gd name="connsiteX11684" fmla="*/ 1344409 w 4954903"/>
                <a:gd name="connsiteY11684" fmla="*/ 2527194 h 4882701"/>
                <a:gd name="connsiteX11685" fmla="*/ 1334280 w 4954903"/>
                <a:gd name="connsiteY11685" fmla="*/ 2551251 h 4882701"/>
                <a:gd name="connsiteX11686" fmla="*/ 1358590 w 4954903"/>
                <a:gd name="connsiteY11686" fmla="*/ 2543147 h 4882701"/>
                <a:gd name="connsiteX11687" fmla="*/ 4946801 w 4954903"/>
                <a:gd name="connsiteY11687" fmla="*/ 2673559 h 4882701"/>
                <a:gd name="connsiteX11688" fmla="*/ 4947814 w 4954903"/>
                <a:gd name="connsiteY11688" fmla="*/ 2661404 h 4882701"/>
                <a:gd name="connsiteX11689" fmla="*/ 4948826 w 4954903"/>
                <a:gd name="connsiteY11689" fmla="*/ 2644438 h 4882701"/>
                <a:gd name="connsiteX11690" fmla="*/ 4948826 w 4954903"/>
                <a:gd name="connsiteY11690" fmla="*/ 2644438 h 4882701"/>
                <a:gd name="connsiteX11691" fmla="*/ 4946801 w 4954903"/>
                <a:gd name="connsiteY11691" fmla="*/ 2673559 h 4882701"/>
                <a:gd name="connsiteX11692" fmla="*/ 4947561 w 4954903"/>
                <a:gd name="connsiteY11692" fmla="*/ 2640893 h 4882701"/>
                <a:gd name="connsiteX11693" fmla="*/ 4947561 w 4954903"/>
                <a:gd name="connsiteY11693" fmla="*/ 2640893 h 4882701"/>
                <a:gd name="connsiteX11694" fmla="*/ 4945535 w 4954903"/>
                <a:gd name="connsiteY11694" fmla="*/ 2670267 h 4882701"/>
                <a:gd name="connsiteX11695" fmla="*/ 4947054 w 4954903"/>
                <a:gd name="connsiteY11695" fmla="*/ 2657859 h 4882701"/>
                <a:gd name="connsiteX11696" fmla="*/ 4947561 w 4954903"/>
                <a:gd name="connsiteY11696" fmla="*/ 2640893 h 4882701"/>
                <a:gd name="connsiteX11697" fmla="*/ 4944016 w 4954903"/>
                <a:gd name="connsiteY11697" fmla="*/ 2637094 h 4882701"/>
                <a:gd name="connsiteX11698" fmla="*/ 4941990 w 4954903"/>
                <a:gd name="connsiteY11698" fmla="*/ 2666468 h 4882701"/>
                <a:gd name="connsiteX11699" fmla="*/ 4943762 w 4954903"/>
                <a:gd name="connsiteY11699" fmla="*/ 2654314 h 4882701"/>
                <a:gd name="connsiteX11700" fmla="*/ 4944016 w 4954903"/>
                <a:gd name="connsiteY11700" fmla="*/ 2637094 h 4882701"/>
                <a:gd name="connsiteX11701" fmla="*/ 4944016 w 4954903"/>
                <a:gd name="connsiteY11701" fmla="*/ 2637094 h 4882701"/>
                <a:gd name="connsiteX11702" fmla="*/ 4939204 w 4954903"/>
                <a:gd name="connsiteY11702" fmla="*/ 2650768 h 4882701"/>
                <a:gd name="connsiteX11703" fmla="*/ 4938951 w 4954903"/>
                <a:gd name="connsiteY11703" fmla="*/ 2633549 h 4882701"/>
                <a:gd name="connsiteX11704" fmla="*/ 4936672 w 4954903"/>
                <a:gd name="connsiteY11704" fmla="*/ 2662670 h 4882701"/>
                <a:gd name="connsiteX11705" fmla="*/ 4939204 w 4954903"/>
                <a:gd name="connsiteY11705" fmla="*/ 2650768 h 4882701"/>
                <a:gd name="connsiteX11706" fmla="*/ 4932114 w 4954903"/>
                <a:gd name="connsiteY11706" fmla="*/ 2646970 h 4882701"/>
                <a:gd name="connsiteX11707" fmla="*/ 4931354 w 4954903"/>
                <a:gd name="connsiteY11707" fmla="*/ 2629751 h 4882701"/>
                <a:gd name="connsiteX11708" fmla="*/ 4929075 w 4954903"/>
                <a:gd name="connsiteY11708" fmla="*/ 2658872 h 4882701"/>
                <a:gd name="connsiteX11709" fmla="*/ 4932114 w 4954903"/>
                <a:gd name="connsiteY11709" fmla="*/ 2646970 h 4882701"/>
                <a:gd name="connsiteX11710" fmla="*/ 4923251 w 4954903"/>
                <a:gd name="connsiteY11710" fmla="*/ 2643172 h 4882701"/>
                <a:gd name="connsiteX11711" fmla="*/ 4922238 w 4954903"/>
                <a:gd name="connsiteY11711" fmla="*/ 2625952 h 4882701"/>
                <a:gd name="connsiteX11712" fmla="*/ 4921985 w 4954903"/>
                <a:gd name="connsiteY11712" fmla="*/ 2625952 h 4882701"/>
                <a:gd name="connsiteX11713" fmla="*/ 4919706 w 4954903"/>
                <a:gd name="connsiteY11713" fmla="*/ 2655073 h 4882701"/>
                <a:gd name="connsiteX11714" fmla="*/ 4923251 w 4954903"/>
                <a:gd name="connsiteY11714" fmla="*/ 2643172 h 4882701"/>
                <a:gd name="connsiteX11715" fmla="*/ 4910843 w 4954903"/>
                <a:gd name="connsiteY11715" fmla="*/ 2622154 h 4882701"/>
                <a:gd name="connsiteX11716" fmla="*/ 4908057 w 4954903"/>
                <a:gd name="connsiteY11716" fmla="*/ 2651022 h 4882701"/>
                <a:gd name="connsiteX11717" fmla="*/ 4912362 w 4954903"/>
                <a:gd name="connsiteY11717" fmla="*/ 2639373 h 4882701"/>
                <a:gd name="connsiteX11718" fmla="*/ 4910843 w 4954903"/>
                <a:gd name="connsiteY11718" fmla="*/ 2622154 h 4882701"/>
                <a:gd name="connsiteX11719" fmla="*/ 4899448 w 4954903"/>
                <a:gd name="connsiteY11719" fmla="*/ 2635575 h 4882701"/>
                <a:gd name="connsiteX11720" fmla="*/ 4897422 w 4954903"/>
                <a:gd name="connsiteY11720" fmla="*/ 2618356 h 4882701"/>
                <a:gd name="connsiteX11721" fmla="*/ 4894636 w 4954903"/>
                <a:gd name="connsiteY11721" fmla="*/ 2647223 h 4882701"/>
                <a:gd name="connsiteX11722" fmla="*/ 4899448 w 4954903"/>
                <a:gd name="connsiteY11722" fmla="*/ 2635575 h 4882701"/>
                <a:gd name="connsiteX11723" fmla="*/ 4884507 w 4954903"/>
                <a:gd name="connsiteY11723" fmla="*/ 2631776 h 4882701"/>
                <a:gd name="connsiteX11724" fmla="*/ 4881975 w 4954903"/>
                <a:gd name="connsiteY11724" fmla="*/ 2614557 h 4882701"/>
                <a:gd name="connsiteX11725" fmla="*/ 4879189 w 4954903"/>
                <a:gd name="connsiteY11725" fmla="*/ 2643425 h 4882701"/>
                <a:gd name="connsiteX11726" fmla="*/ 4884507 w 4954903"/>
                <a:gd name="connsiteY11726" fmla="*/ 2631776 h 4882701"/>
                <a:gd name="connsiteX11727" fmla="*/ 4867794 w 4954903"/>
                <a:gd name="connsiteY11727" fmla="*/ 2627978 h 4882701"/>
                <a:gd name="connsiteX11728" fmla="*/ 4865009 w 4954903"/>
                <a:gd name="connsiteY11728" fmla="*/ 2610759 h 4882701"/>
                <a:gd name="connsiteX11729" fmla="*/ 4861717 w 4954903"/>
                <a:gd name="connsiteY11729" fmla="*/ 2639120 h 4882701"/>
                <a:gd name="connsiteX11730" fmla="*/ 4867794 w 4954903"/>
                <a:gd name="connsiteY11730" fmla="*/ 2627978 h 4882701"/>
                <a:gd name="connsiteX11731" fmla="*/ 4849309 w 4954903"/>
                <a:gd name="connsiteY11731" fmla="*/ 2624180 h 4882701"/>
                <a:gd name="connsiteX11732" fmla="*/ 4846017 w 4954903"/>
                <a:gd name="connsiteY11732" fmla="*/ 2606960 h 4882701"/>
                <a:gd name="connsiteX11733" fmla="*/ 4842472 w 4954903"/>
                <a:gd name="connsiteY11733" fmla="*/ 2635322 h 4882701"/>
                <a:gd name="connsiteX11734" fmla="*/ 4849309 w 4954903"/>
                <a:gd name="connsiteY11734" fmla="*/ 2624180 h 4882701"/>
                <a:gd name="connsiteX11735" fmla="*/ 4821707 w 4954903"/>
                <a:gd name="connsiteY11735" fmla="*/ 2631776 h 4882701"/>
                <a:gd name="connsiteX11736" fmla="*/ 4829051 w 4954903"/>
                <a:gd name="connsiteY11736" fmla="*/ 2620381 h 4882701"/>
                <a:gd name="connsiteX11737" fmla="*/ 4825253 w 4954903"/>
                <a:gd name="connsiteY11737" fmla="*/ 2603162 h 4882701"/>
                <a:gd name="connsiteX11738" fmla="*/ 4821707 w 4954903"/>
                <a:gd name="connsiteY11738" fmla="*/ 2631776 h 4882701"/>
                <a:gd name="connsiteX11739" fmla="*/ 4807020 w 4954903"/>
                <a:gd name="connsiteY11739" fmla="*/ 2616583 h 4882701"/>
                <a:gd name="connsiteX11740" fmla="*/ 4802969 w 4954903"/>
                <a:gd name="connsiteY11740" fmla="*/ 2599364 h 4882701"/>
                <a:gd name="connsiteX11741" fmla="*/ 4799423 w 4954903"/>
                <a:gd name="connsiteY11741" fmla="*/ 2627725 h 4882701"/>
                <a:gd name="connsiteX11742" fmla="*/ 4807020 w 4954903"/>
                <a:gd name="connsiteY11742" fmla="*/ 2616583 h 4882701"/>
                <a:gd name="connsiteX11743" fmla="*/ 4783217 w 4954903"/>
                <a:gd name="connsiteY11743" fmla="*/ 2612785 h 4882701"/>
                <a:gd name="connsiteX11744" fmla="*/ 4778659 w 4954903"/>
                <a:gd name="connsiteY11744" fmla="*/ 2595565 h 4882701"/>
                <a:gd name="connsiteX11745" fmla="*/ 4774354 w 4954903"/>
                <a:gd name="connsiteY11745" fmla="*/ 2623420 h 4882701"/>
                <a:gd name="connsiteX11746" fmla="*/ 4783217 w 4954903"/>
                <a:gd name="connsiteY11746" fmla="*/ 2612785 h 4882701"/>
                <a:gd name="connsiteX11747" fmla="*/ 4752576 w 4954903"/>
                <a:gd name="connsiteY11747" fmla="*/ 2591767 h 4882701"/>
                <a:gd name="connsiteX11748" fmla="*/ 4748272 w 4954903"/>
                <a:gd name="connsiteY11748" fmla="*/ 2619622 h 4882701"/>
                <a:gd name="connsiteX11749" fmla="*/ 4757641 w 4954903"/>
                <a:gd name="connsiteY11749" fmla="*/ 2608733 h 4882701"/>
                <a:gd name="connsiteX11750" fmla="*/ 4757641 w 4954903"/>
                <a:gd name="connsiteY11750" fmla="*/ 2608733 h 4882701"/>
                <a:gd name="connsiteX11751" fmla="*/ 4752576 w 4954903"/>
                <a:gd name="connsiteY11751" fmla="*/ 2591767 h 4882701"/>
                <a:gd name="connsiteX11752" fmla="*/ 4730546 w 4954903"/>
                <a:gd name="connsiteY11752" fmla="*/ 2605188 h 4882701"/>
                <a:gd name="connsiteX11753" fmla="*/ 4725228 w 4954903"/>
                <a:gd name="connsiteY11753" fmla="*/ 2587968 h 4882701"/>
                <a:gd name="connsiteX11754" fmla="*/ 4720670 w 4954903"/>
                <a:gd name="connsiteY11754" fmla="*/ 2615823 h 4882701"/>
                <a:gd name="connsiteX11755" fmla="*/ 4730546 w 4954903"/>
                <a:gd name="connsiteY11755" fmla="*/ 2605188 h 4882701"/>
                <a:gd name="connsiteX11756" fmla="*/ 4701678 w 4954903"/>
                <a:gd name="connsiteY11756" fmla="*/ 2601643 h 4882701"/>
                <a:gd name="connsiteX11757" fmla="*/ 4696107 w 4954903"/>
                <a:gd name="connsiteY11757" fmla="*/ 2584423 h 4882701"/>
                <a:gd name="connsiteX11758" fmla="*/ 4690790 w 4954903"/>
                <a:gd name="connsiteY11758" fmla="*/ 2611772 h 4882701"/>
                <a:gd name="connsiteX11759" fmla="*/ 4701678 w 4954903"/>
                <a:gd name="connsiteY11759" fmla="*/ 2601643 h 4882701"/>
                <a:gd name="connsiteX11760" fmla="*/ 4671291 w 4954903"/>
                <a:gd name="connsiteY11760" fmla="*/ 2597844 h 4882701"/>
                <a:gd name="connsiteX11761" fmla="*/ 4665214 w 4954903"/>
                <a:gd name="connsiteY11761" fmla="*/ 2580625 h 4882701"/>
                <a:gd name="connsiteX11762" fmla="*/ 4659896 w 4954903"/>
                <a:gd name="connsiteY11762" fmla="*/ 2607973 h 4882701"/>
                <a:gd name="connsiteX11763" fmla="*/ 4671291 w 4954903"/>
                <a:gd name="connsiteY11763" fmla="*/ 2597844 h 4882701"/>
                <a:gd name="connsiteX11764" fmla="*/ 4639385 w 4954903"/>
                <a:gd name="connsiteY11764" fmla="*/ 2594299 h 4882701"/>
                <a:gd name="connsiteX11765" fmla="*/ 4632801 w 4954903"/>
                <a:gd name="connsiteY11765" fmla="*/ 2577080 h 4882701"/>
                <a:gd name="connsiteX11766" fmla="*/ 4627230 w 4954903"/>
                <a:gd name="connsiteY11766" fmla="*/ 2604428 h 4882701"/>
                <a:gd name="connsiteX11767" fmla="*/ 4639385 w 4954903"/>
                <a:gd name="connsiteY11767" fmla="*/ 2594299 h 4882701"/>
                <a:gd name="connsiteX11768" fmla="*/ 4598869 w 4954903"/>
                <a:gd name="connsiteY11768" fmla="*/ 2573534 h 4882701"/>
                <a:gd name="connsiteX11769" fmla="*/ 4593298 w 4954903"/>
                <a:gd name="connsiteY11769" fmla="*/ 2600883 h 4882701"/>
                <a:gd name="connsiteX11770" fmla="*/ 4605706 w 4954903"/>
                <a:gd name="connsiteY11770" fmla="*/ 2590754 h 4882701"/>
                <a:gd name="connsiteX11771" fmla="*/ 4598869 w 4954903"/>
                <a:gd name="connsiteY11771" fmla="*/ 2573534 h 4882701"/>
                <a:gd name="connsiteX11772" fmla="*/ 4563670 w 4954903"/>
                <a:gd name="connsiteY11772" fmla="*/ 2569736 h 4882701"/>
                <a:gd name="connsiteX11773" fmla="*/ 4557340 w 4954903"/>
                <a:gd name="connsiteY11773" fmla="*/ 2596325 h 4882701"/>
                <a:gd name="connsiteX11774" fmla="*/ 4571014 w 4954903"/>
                <a:gd name="connsiteY11774" fmla="*/ 2586956 h 4882701"/>
                <a:gd name="connsiteX11775" fmla="*/ 4571014 w 4954903"/>
                <a:gd name="connsiteY11775" fmla="*/ 2586956 h 4882701"/>
                <a:gd name="connsiteX11776" fmla="*/ 4563670 w 4954903"/>
                <a:gd name="connsiteY11776" fmla="*/ 2569736 h 4882701"/>
                <a:gd name="connsiteX11777" fmla="*/ 4526699 w 4954903"/>
                <a:gd name="connsiteY11777" fmla="*/ 2566191 h 4882701"/>
                <a:gd name="connsiteX11778" fmla="*/ 4520115 w 4954903"/>
                <a:gd name="connsiteY11778" fmla="*/ 2592780 h 4882701"/>
                <a:gd name="connsiteX11779" fmla="*/ 4534296 w 4954903"/>
                <a:gd name="connsiteY11779" fmla="*/ 2583410 h 4882701"/>
                <a:gd name="connsiteX11780" fmla="*/ 4526699 w 4954903"/>
                <a:gd name="connsiteY11780" fmla="*/ 2566191 h 4882701"/>
                <a:gd name="connsiteX11781" fmla="*/ 4488462 w 4954903"/>
                <a:gd name="connsiteY11781" fmla="*/ 2562646 h 4882701"/>
                <a:gd name="connsiteX11782" fmla="*/ 4481625 w 4954903"/>
                <a:gd name="connsiteY11782" fmla="*/ 2589234 h 4882701"/>
                <a:gd name="connsiteX11783" fmla="*/ 4496312 w 4954903"/>
                <a:gd name="connsiteY11783" fmla="*/ 2579865 h 4882701"/>
                <a:gd name="connsiteX11784" fmla="*/ 4488462 w 4954903"/>
                <a:gd name="connsiteY11784" fmla="*/ 2562646 h 4882701"/>
                <a:gd name="connsiteX11785" fmla="*/ 4448705 w 4954903"/>
                <a:gd name="connsiteY11785" fmla="*/ 2559101 h 4882701"/>
                <a:gd name="connsiteX11786" fmla="*/ 4441869 w 4954903"/>
                <a:gd name="connsiteY11786" fmla="*/ 2585689 h 4882701"/>
                <a:gd name="connsiteX11787" fmla="*/ 4456809 w 4954903"/>
                <a:gd name="connsiteY11787" fmla="*/ 2576320 h 4882701"/>
                <a:gd name="connsiteX11788" fmla="*/ 4448705 w 4954903"/>
                <a:gd name="connsiteY11788" fmla="*/ 2559101 h 4882701"/>
                <a:gd name="connsiteX11789" fmla="*/ 4407683 w 4954903"/>
                <a:gd name="connsiteY11789" fmla="*/ 2555809 h 4882701"/>
                <a:gd name="connsiteX11790" fmla="*/ 4400593 w 4954903"/>
                <a:gd name="connsiteY11790" fmla="*/ 2582397 h 4882701"/>
                <a:gd name="connsiteX11791" fmla="*/ 4416039 w 4954903"/>
                <a:gd name="connsiteY11791" fmla="*/ 2573028 h 4882701"/>
                <a:gd name="connsiteX11792" fmla="*/ 4407683 w 4954903"/>
                <a:gd name="connsiteY11792" fmla="*/ 2555809 h 4882701"/>
                <a:gd name="connsiteX11793" fmla="*/ 4374257 w 4954903"/>
                <a:gd name="connsiteY11793" fmla="*/ 2569230 h 4882701"/>
                <a:gd name="connsiteX11794" fmla="*/ 4365394 w 4954903"/>
                <a:gd name="connsiteY11794" fmla="*/ 2552010 h 4882701"/>
                <a:gd name="connsiteX11795" fmla="*/ 4357544 w 4954903"/>
                <a:gd name="connsiteY11795" fmla="*/ 2577586 h 4882701"/>
                <a:gd name="connsiteX11796" fmla="*/ 4374257 w 4954903"/>
                <a:gd name="connsiteY11796" fmla="*/ 2569230 h 4882701"/>
                <a:gd name="connsiteX11797" fmla="*/ 4330702 w 4954903"/>
                <a:gd name="connsiteY11797" fmla="*/ 2565938 h 4882701"/>
                <a:gd name="connsiteX11798" fmla="*/ 4321586 w 4954903"/>
                <a:gd name="connsiteY11798" fmla="*/ 2548972 h 4882701"/>
                <a:gd name="connsiteX11799" fmla="*/ 4313483 w 4954903"/>
                <a:gd name="connsiteY11799" fmla="*/ 2574547 h 4882701"/>
                <a:gd name="connsiteX11800" fmla="*/ 4330702 w 4954903"/>
                <a:gd name="connsiteY11800" fmla="*/ 2565938 h 4882701"/>
                <a:gd name="connsiteX11801" fmla="*/ 4286134 w 4954903"/>
                <a:gd name="connsiteY11801" fmla="*/ 2562646 h 4882701"/>
                <a:gd name="connsiteX11802" fmla="*/ 4276765 w 4954903"/>
                <a:gd name="connsiteY11802" fmla="*/ 2545680 h 4882701"/>
                <a:gd name="connsiteX11803" fmla="*/ 4268409 w 4954903"/>
                <a:gd name="connsiteY11803" fmla="*/ 2571255 h 4882701"/>
                <a:gd name="connsiteX11804" fmla="*/ 4286134 w 4954903"/>
                <a:gd name="connsiteY11804" fmla="*/ 2562646 h 4882701"/>
                <a:gd name="connsiteX11805" fmla="*/ 4240048 w 4954903"/>
                <a:gd name="connsiteY11805" fmla="*/ 2559101 h 4882701"/>
                <a:gd name="connsiteX11806" fmla="*/ 4230172 w 4954903"/>
                <a:gd name="connsiteY11806" fmla="*/ 2542134 h 4882701"/>
                <a:gd name="connsiteX11807" fmla="*/ 4221815 w 4954903"/>
                <a:gd name="connsiteY11807" fmla="*/ 2567710 h 4882701"/>
                <a:gd name="connsiteX11808" fmla="*/ 4240048 w 4954903"/>
                <a:gd name="connsiteY11808" fmla="*/ 2559101 h 4882701"/>
                <a:gd name="connsiteX11809" fmla="*/ 4192947 w 4954903"/>
                <a:gd name="connsiteY11809" fmla="*/ 2555809 h 4882701"/>
                <a:gd name="connsiteX11810" fmla="*/ 4182818 w 4954903"/>
                <a:gd name="connsiteY11810" fmla="*/ 2538843 h 4882701"/>
                <a:gd name="connsiteX11811" fmla="*/ 4174209 w 4954903"/>
                <a:gd name="connsiteY11811" fmla="*/ 2564418 h 4882701"/>
                <a:gd name="connsiteX11812" fmla="*/ 4192947 w 4954903"/>
                <a:gd name="connsiteY11812" fmla="*/ 2555809 h 4882701"/>
                <a:gd name="connsiteX11813" fmla="*/ 4144581 w 4954903"/>
                <a:gd name="connsiteY11813" fmla="*/ 2552517 h 4882701"/>
                <a:gd name="connsiteX11814" fmla="*/ 4134199 w 4954903"/>
                <a:gd name="connsiteY11814" fmla="*/ 2535551 h 4882701"/>
                <a:gd name="connsiteX11815" fmla="*/ 4125589 w 4954903"/>
                <a:gd name="connsiteY11815" fmla="*/ 2561126 h 4882701"/>
                <a:gd name="connsiteX11816" fmla="*/ 4144581 w 4954903"/>
                <a:gd name="connsiteY11816" fmla="*/ 2552517 h 4882701"/>
                <a:gd name="connsiteX11817" fmla="*/ 4094949 w 4954903"/>
                <a:gd name="connsiteY11817" fmla="*/ 2549478 h 4882701"/>
                <a:gd name="connsiteX11818" fmla="*/ 4084313 w 4954903"/>
                <a:gd name="connsiteY11818" fmla="*/ 2532512 h 4882701"/>
                <a:gd name="connsiteX11819" fmla="*/ 4074691 w 4954903"/>
                <a:gd name="connsiteY11819" fmla="*/ 2557075 h 4882701"/>
                <a:gd name="connsiteX11820" fmla="*/ 4094949 w 4954903"/>
                <a:gd name="connsiteY11820" fmla="*/ 2549478 h 4882701"/>
                <a:gd name="connsiteX11821" fmla="*/ 4044304 w 4954903"/>
                <a:gd name="connsiteY11821" fmla="*/ 2546186 h 4882701"/>
                <a:gd name="connsiteX11822" fmla="*/ 4033415 w 4954903"/>
                <a:gd name="connsiteY11822" fmla="*/ 2529220 h 4882701"/>
                <a:gd name="connsiteX11823" fmla="*/ 4023792 w 4954903"/>
                <a:gd name="connsiteY11823" fmla="*/ 2553783 h 4882701"/>
                <a:gd name="connsiteX11824" fmla="*/ 4044304 w 4954903"/>
                <a:gd name="connsiteY11824" fmla="*/ 2546186 h 4882701"/>
                <a:gd name="connsiteX11825" fmla="*/ 3992646 w 4954903"/>
                <a:gd name="connsiteY11825" fmla="*/ 2543147 h 4882701"/>
                <a:gd name="connsiteX11826" fmla="*/ 3981504 w 4954903"/>
                <a:gd name="connsiteY11826" fmla="*/ 2526181 h 4882701"/>
                <a:gd name="connsiteX11827" fmla="*/ 3971628 w 4954903"/>
                <a:gd name="connsiteY11827" fmla="*/ 2550744 h 4882701"/>
                <a:gd name="connsiteX11828" fmla="*/ 3992646 w 4954903"/>
                <a:gd name="connsiteY11828" fmla="*/ 2543147 h 4882701"/>
                <a:gd name="connsiteX11829" fmla="*/ 3939722 w 4954903"/>
                <a:gd name="connsiteY11829" fmla="*/ 2540109 h 4882701"/>
                <a:gd name="connsiteX11830" fmla="*/ 3928326 w 4954903"/>
                <a:gd name="connsiteY11830" fmla="*/ 2523143 h 4882701"/>
                <a:gd name="connsiteX11831" fmla="*/ 3918197 w 4954903"/>
                <a:gd name="connsiteY11831" fmla="*/ 2547705 h 4882701"/>
                <a:gd name="connsiteX11832" fmla="*/ 3939722 w 4954903"/>
                <a:gd name="connsiteY11832" fmla="*/ 2540109 h 4882701"/>
                <a:gd name="connsiteX11833" fmla="*/ 3886038 w 4954903"/>
                <a:gd name="connsiteY11833" fmla="*/ 2537070 h 4882701"/>
                <a:gd name="connsiteX11834" fmla="*/ 3874389 w 4954903"/>
                <a:gd name="connsiteY11834" fmla="*/ 2520104 h 4882701"/>
                <a:gd name="connsiteX11835" fmla="*/ 3864260 w 4954903"/>
                <a:gd name="connsiteY11835" fmla="*/ 2544920 h 4882701"/>
                <a:gd name="connsiteX11836" fmla="*/ 3886038 w 4954903"/>
                <a:gd name="connsiteY11836" fmla="*/ 2537070 h 4882701"/>
                <a:gd name="connsiteX11837" fmla="*/ 3831087 w 4954903"/>
                <a:gd name="connsiteY11837" fmla="*/ 2534031 h 4882701"/>
                <a:gd name="connsiteX11838" fmla="*/ 3819186 w 4954903"/>
                <a:gd name="connsiteY11838" fmla="*/ 2517065 h 4882701"/>
                <a:gd name="connsiteX11839" fmla="*/ 3809057 w 4954903"/>
                <a:gd name="connsiteY11839" fmla="*/ 2541881 h 4882701"/>
                <a:gd name="connsiteX11840" fmla="*/ 3831087 w 4954903"/>
                <a:gd name="connsiteY11840" fmla="*/ 2534031 h 4882701"/>
                <a:gd name="connsiteX11841" fmla="*/ 3775125 w 4954903"/>
                <a:gd name="connsiteY11841" fmla="*/ 2531246 h 4882701"/>
                <a:gd name="connsiteX11842" fmla="*/ 3762970 w 4954903"/>
                <a:gd name="connsiteY11842" fmla="*/ 2514280 h 4882701"/>
                <a:gd name="connsiteX11843" fmla="*/ 3752588 w 4954903"/>
                <a:gd name="connsiteY11843" fmla="*/ 2539096 h 4882701"/>
                <a:gd name="connsiteX11844" fmla="*/ 3775125 w 4954903"/>
                <a:gd name="connsiteY11844" fmla="*/ 2531246 h 4882701"/>
                <a:gd name="connsiteX11845" fmla="*/ 3718402 w 4954903"/>
                <a:gd name="connsiteY11845" fmla="*/ 2528460 h 4882701"/>
                <a:gd name="connsiteX11846" fmla="*/ 3705994 w 4954903"/>
                <a:gd name="connsiteY11846" fmla="*/ 2511494 h 4882701"/>
                <a:gd name="connsiteX11847" fmla="*/ 3695358 w 4954903"/>
                <a:gd name="connsiteY11847" fmla="*/ 2536310 h 4882701"/>
                <a:gd name="connsiteX11848" fmla="*/ 3718402 w 4954903"/>
                <a:gd name="connsiteY11848" fmla="*/ 2528460 h 4882701"/>
                <a:gd name="connsiteX11849" fmla="*/ 3660666 w 4954903"/>
                <a:gd name="connsiteY11849" fmla="*/ 2525675 h 4882701"/>
                <a:gd name="connsiteX11850" fmla="*/ 3648005 w 4954903"/>
                <a:gd name="connsiteY11850" fmla="*/ 2508709 h 4882701"/>
                <a:gd name="connsiteX11851" fmla="*/ 3637370 w 4954903"/>
                <a:gd name="connsiteY11851" fmla="*/ 2533525 h 4882701"/>
                <a:gd name="connsiteX11852" fmla="*/ 3660666 w 4954903"/>
                <a:gd name="connsiteY11852" fmla="*/ 2525675 h 4882701"/>
                <a:gd name="connsiteX11853" fmla="*/ 3601918 w 4954903"/>
                <a:gd name="connsiteY11853" fmla="*/ 2522889 h 4882701"/>
                <a:gd name="connsiteX11854" fmla="*/ 3589257 w 4954903"/>
                <a:gd name="connsiteY11854" fmla="*/ 2505923 h 4882701"/>
                <a:gd name="connsiteX11855" fmla="*/ 3577608 w 4954903"/>
                <a:gd name="connsiteY11855" fmla="*/ 2529726 h 4882701"/>
                <a:gd name="connsiteX11856" fmla="*/ 3601918 w 4954903"/>
                <a:gd name="connsiteY11856" fmla="*/ 2522889 h 4882701"/>
                <a:gd name="connsiteX11857" fmla="*/ 3529749 w 4954903"/>
                <a:gd name="connsiteY11857" fmla="*/ 2503391 h 4882701"/>
                <a:gd name="connsiteX11858" fmla="*/ 3518100 w 4954903"/>
                <a:gd name="connsiteY11858" fmla="*/ 2527194 h 4882701"/>
                <a:gd name="connsiteX11859" fmla="*/ 3542663 w 4954903"/>
                <a:gd name="connsiteY11859" fmla="*/ 2520357 h 4882701"/>
                <a:gd name="connsiteX11860" fmla="*/ 3529749 w 4954903"/>
                <a:gd name="connsiteY11860" fmla="*/ 2503391 h 4882701"/>
                <a:gd name="connsiteX11861" fmla="*/ 3469228 w 4954903"/>
                <a:gd name="connsiteY11861" fmla="*/ 2500605 h 4882701"/>
                <a:gd name="connsiteX11862" fmla="*/ 3457579 w 4954903"/>
                <a:gd name="connsiteY11862" fmla="*/ 2524409 h 4882701"/>
                <a:gd name="connsiteX11863" fmla="*/ 3482649 w 4954903"/>
                <a:gd name="connsiteY11863" fmla="*/ 2517572 h 4882701"/>
                <a:gd name="connsiteX11864" fmla="*/ 3469228 w 4954903"/>
                <a:gd name="connsiteY11864" fmla="*/ 2500605 h 4882701"/>
                <a:gd name="connsiteX11865" fmla="*/ 3407947 w 4954903"/>
                <a:gd name="connsiteY11865" fmla="*/ 2498073 h 4882701"/>
                <a:gd name="connsiteX11866" fmla="*/ 3396046 w 4954903"/>
                <a:gd name="connsiteY11866" fmla="*/ 2521876 h 4882701"/>
                <a:gd name="connsiteX11867" fmla="*/ 3421368 w 4954903"/>
                <a:gd name="connsiteY11867" fmla="*/ 2515039 h 4882701"/>
                <a:gd name="connsiteX11868" fmla="*/ 3407947 w 4954903"/>
                <a:gd name="connsiteY11868" fmla="*/ 2498073 h 4882701"/>
                <a:gd name="connsiteX11869" fmla="*/ 3359581 w 4954903"/>
                <a:gd name="connsiteY11869" fmla="*/ 2512507 h 4882701"/>
                <a:gd name="connsiteX11870" fmla="*/ 3346160 w 4954903"/>
                <a:gd name="connsiteY11870" fmla="*/ 2495541 h 4882701"/>
                <a:gd name="connsiteX11871" fmla="*/ 3334258 w 4954903"/>
                <a:gd name="connsiteY11871" fmla="*/ 2519344 h 4882701"/>
                <a:gd name="connsiteX11872" fmla="*/ 3359581 w 4954903"/>
                <a:gd name="connsiteY11872" fmla="*/ 2512507 h 4882701"/>
                <a:gd name="connsiteX11873" fmla="*/ 3283360 w 4954903"/>
                <a:gd name="connsiteY11873" fmla="*/ 2493262 h 4882701"/>
                <a:gd name="connsiteX11874" fmla="*/ 3271205 w 4954903"/>
                <a:gd name="connsiteY11874" fmla="*/ 2517065 h 4882701"/>
                <a:gd name="connsiteX11875" fmla="*/ 3297034 w 4954903"/>
                <a:gd name="connsiteY11875" fmla="*/ 2510228 h 4882701"/>
                <a:gd name="connsiteX11876" fmla="*/ 3283360 w 4954903"/>
                <a:gd name="connsiteY11876" fmla="*/ 2493262 h 4882701"/>
                <a:gd name="connsiteX11877" fmla="*/ 3219800 w 4954903"/>
                <a:gd name="connsiteY11877" fmla="*/ 2490983 h 4882701"/>
                <a:gd name="connsiteX11878" fmla="*/ 3207645 w 4954903"/>
                <a:gd name="connsiteY11878" fmla="*/ 2514786 h 4882701"/>
                <a:gd name="connsiteX11879" fmla="*/ 3233728 w 4954903"/>
                <a:gd name="connsiteY11879" fmla="*/ 2507949 h 4882701"/>
                <a:gd name="connsiteX11880" fmla="*/ 3219800 w 4954903"/>
                <a:gd name="connsiteY11880" fmla="*/ 2490983 h 4882701"/>
                <a:gd name="connsiteX11881" fmla="*/ 2068129 w 4954903"/>
                <a:gd name="connsiteY11881" fmla="*/ 2464647 h 4882701"/>
                <a:gd name="connsiteX11882" fmla="*/ 2054455 w 4954903"/>
                <a:gd name="connsiteY11882" fmla="*/ 2487438 h 4882701"/>
                <a:gd name="connsiteX11883" fmla="*/ 2084082 w 4954903"/>
                <a:gd name="connsiteY11883" fmla="*/ 2481107 h 4882701"/>
                <a:gd name="connsiteX11884" fmla="*/ 2068129 w 4954903"/>
                <a:gd name="connsiteY11884" fmla="*/ 2464647 h 4882701"/>
                <a:gd name="connsiteX11885" fmla="*/ 1997732 w 4954903"/>
                <a:gd name="connsiteY11885" fmla="*/ 2463888 h 4882701"/>
                <a:gd name="connsiteX11886" fmla="*/ 1984311 w 4954903"/>
                <a:gd name="connsiteY11886" fmla="*/ 2486931 h 4882701"/>
                <a:gd name="connsiteX11887" fmla="*/ 2013685 w 4954903"/>
                <a:gd name="connsiteY11887" fmla="*/ 2480601 h 4882701"/>
                <a:gd name="connsiteX11888" fmla="*/ 1997732 w 4954903"/>
                <a:gd name="connsiteY11888" fmla="*/ 2463888 h 4882701"/>
                <a:gd name="connsiteX11889" fmla="*/ 1915940 w 4954903"/>
                <a:gd name="connsiteY11889" fmla="*/ 2487438 h 4882701"/>
                <a:gd name="connsiteX11890" fmla="*/ 1943795 w 4954903"/>
                <a:gd name="connsiteY11890" fmla="*/ 2479841 h 4882701"/>
                <a:gd name="connsiteX11891" fmla="*/ 1928095 w 4954903"/>
                <a:gd name="connsiteY11891" fmla="*/ 2463381 h 4882701"/>
                <a:gd name="connsiteX11892" fmla="*/ 1915940 w 4954903"/>
                <a:gd name="connsiteY11892" fmla="*/ 2487438 h 4882701"/>
                <a:gd name="connsiteX11893" fmla="*/ 1875171 w 4954903"/>
                <a:gd name="connsiteY11893" fmla="*/ 2479081 h 4882701"/>
                <a:gd name="connsiteX11894" fmla="*/ 1859724 w 4954903"/>
                <a:gd name="connsiteY11894" fmla="*/ 2462622 h 4882701"/>
                <a:gd name="connsiteX11895" fmla="*/ 1846556 w 4954903"/>
                <a:gd name="connsiteY11895" fmla="*/ 2485665 h 4882701"/>
                <a:gd name="connsiteX11896" fmla="*/ 1875171 w 4954903"/>
                <a:gd name="connsiteY11896" fmla="*/ 2479081 h 4882701"/>
                <a:gd name="connsiteX11897" fmla="*/ 1807306 w 4954903"/>
                <a:gd name="connsiteY11897" fmla="*/ 2478828 h 4882701"/>
                <a:gd name="connsiteX11898" fmla="*/ 1791860 w 4954903"/>
                <a:gd name="connsiteY11898" fmla="*/ 2462368 h 4882701"/>
                <a:gd name="connsiteX11899" fmla="*/ 1779958 w 4954903"/>
                <a:gd name="connsiteY11899" fmla="*/ 2486425 h 4882701"/>
                <a:gd name="connsiteX11900" fmla="*/ 1807306 w 4954903"/>
                <a:gd name="connsiteY11900" fmla="*/ 2478828 h 4882701"/>
                <a:gd name="connsiteX11901" fmla="*/ 1739948 w 4954903"/>
                <a:gd name="connsiteY11901" fmla="*/ 2478575 h 4882701"/>
                <a:gd name="connsiteX11902" fmla="*/ 1725008 w 4954903"/>
                <a:gd name="connsiteY11902" fmla="*/ 2462115 h 4882701"/>
                <a:gd name="connsiteX11903" fmla="*/ 1713360 w 4954903"/>
                <a:gd name="connsiteY11903" fmla="*/ 2486172 h 4882701"/>
                <a:gd name="connsiteX11904" fmla="*/ 1739948 w 4954903"/>
                <a:gd name="connsiteY11904" fmla="*/ 2478575 h 4882701"/>
                <a:gd name="connsiteX11905" fmla="*/ 1674110 w 4954903"/>
                <a:gd name="connsiteY11905" fmla="*/ 2478322 h 4882701"/>
                <a:gd name="connsiteX11906" fmla="*/ 1659169 w 4954903"/>
                <a:gd name="connsiteY11906" fmla="*/ 2461862 h 4882701"/>
                <a:gd name="connsiteX11907" fmla="*/ 1647521 w 4954903"/>
                <a:gd name="connsiteY11907" fmla="*/ 2485918 h 4882701"/>
                <a:gd name="connsiteX11908" fmla="*/ 1674110 w 4954903"/>
                <a:gd name="connsiteY11908" fmla="*/ 2478322 h 4882701"/>
                <a:gd name="connsiteX11909" fmla="*/ 1608777 w 4954903"/>
                <a:gd name="connsiteY11909" fmla="*/ 2478322 h 4882701"/>
                <a:gd name="connsiteX11910" fmla="*/ 1594090 w 4954903"/>
                <a:gd name="connsiteY11910" fmla="*/ 2461862 h 4882701"/>
                <a:gd name="connsiteX11911" fmla="*/ 1582442 w 4954903"/>
                <a:gd name="connsiteY11911" fmla="*/ 2485918 h 4882701"/>
                <a:gd name="connsiteX11912" fmla="*/ 1608777 w 4954903"/>
                <a:gd name="connsiteY11912" fmla="*/ 2478322 h 4882701"/>
                <a:gd name="connsiteX11913" fmla="*/ 1544711 w 4954903"/>
                <a:gd name="connsiteY11913" fmla="*/ 2478322 h 4882701"/>
                <a:gd name="connsiteX11914" fmla="*/ 1530024 w 4954903"/>
                <a:gd name="connsiteY11914" fmla="*/ 2462115 h 4882701"/>
                <a:gd name="connsiteX11915" fmla="*/ 1518882 w 4954903"/>
                <a:gd name="connsiteY11915" fmla="*/ 2486425 h 4882701"/>
                <a:gd name="connsiteX11916" fmla="*/ 1544711 w 4954903"/>
                <a:gd name="connsiteY11916" fmla="*/ 2478322 h 4882701"/>
                <a:gd name="connsiteX11917" fmla="*/ 1481405 w 4954903"/>
                <a:gd name="connsiteY11917" fmla="*/ 2478322 h 4882701"/>
                <a:gd name="connsiteX11918" fmla="*/ 1467224 w 4954903"/>
                <a:gd name="connsiteY11918" fmla="*/ 2462115 h 4882701"/>
                <a:gd name="connsiteX11919" fmla="*/ 1456335 w 4954903"/>
                <a:gd name="connsiteY11919" fmla="*/ 2486425 h 4882701"/>
                <a:gd name="connsiteX11920" fmla="*/ 1481405 w 4954903"/>
                <a:gd name="connsiteY11920" fmla="*/ 2478322 h 4882701"/>
                <a:gd name="connsiteX11921" fmla="*/ 1419111 w 4954903"/>
                <a:gd name="connsiteY11921" fmla="*/ 2478575 h 4882701"/>
                <a:gd name="connsiteX11922" fmla="*/ 1404930 w 4954903"/>
                <a:gd name="connsiteY11922" fmla="*/ 2462368 h 4882701"/>
                <a:gd name="connsiteX11923" fmla="*/ 1394042 w 4954903"/>
                <a:gd name="connsiteY11923" fmla="*/ 2486678 h 4882701"/>
                <a:gd name="connsiteX11924" fmla="*/ 1419111 w 4954903"/>
                <a:gd name="connsiteY11924" fmla="*/ 2478575 h 4882701"/>
                <a:gd name="connsiteX11925" fmla="*/ 4951106 w 4954903"/>
                <a:gd name="connsiteY11925" fmla="*/ 2609493 h 4882701"/>
                <a:gd name="connsiteX11926" fmla="*/ 4951865 w 4954903"/>
                <a:gd name="connsiteY11926" fmla="*/ 2597338 h 4882701"/>
                <a:gd name="connsiteX11927" fmla="*/ 4952625 w 4954903"/>
                <a:gd name="connsiteY11927" fmla="*/ 2580118 h 4882701"/>
                <a:gd name="connsiteX11928" fmla="*/ 4952625 w 4954903"/>
                <a:gd name="connsiteY11928" fmla="*/ 2580118 h 4882701"/>
                <a:gd name="connsiteX11929" fmla="*/ 4951106 w 4954903"/>
                <a:gd name="connsiteY11929" fmla="*/ 2609493 h 4882701"/>
                <a:gd name="connsiteX11930" fmla="*/ 4951106 w 4954903"/>
                <a:gd name="connsiteY11930" fmla="*/ 2576573 h 4882701"/>
                <a:gd name="connsiteX11931" fmla="*/ 4951106 w 4954903"/>
                <a:gd name="connsiteY11931" fmla="*/ 2576573 h 4882701"/>
                <a:gd name="connsiteX11932" fmla="*/ 4949840 w 4954903"/>
                <a:gd name="connsiteY11932" fmla="*/ 2606201 h 4882701"/>
                <a:gd name="connsiteX11933" fmla="*/ 4950852 w 4954903"/>
                <a:gd name="connsiteY11933" fmla="*/ 2593793 h 4882701"/>
                <a:gd name="connsiteX11934" fmla="*/ 4951106 w 4954903"/>
                <a:gd name="connsiteY11934" fmla="*/ 2576573 h 4882701"/>
                <a:gd name="connsiteX11935" fmla="*/ 4948067 w 4954903"/>
                <a:gd name="connsiteY11935" fmla="*/ 2589994 h 4882701"/>
                <a:gd name="connsiteX11936" fmla="*/ 4947814 w 4954903"/>
                <a:gd name="connsiteY11936" fmla="*/ 2572775 h 4882701"/>
                <a:gd name="connsiteX11937" fmla="*/ 4947814 w 4954903"/>
                <a:gd name="connsiteY11937" fmla="*/ 2572775 h 4882701"/>
                <a:gd name="connsiteX11938" fmla="*/ 4946548 w 4954903"/>
                <a:gd name="connsiteY11938" fmla="*/ 2602402 h 4882701"/>
                <a:gd name="connsiteX11939" fmla="*/ 4948067 w 4954903"/>
                <a:gd name="connsiteY11939" fmla="*/ 2589994 h 4882701"/>
                <a:gd name="connsiteX11940" fmla="*/ 4943002 w 4954903"/>
                <a:gd name="connsiteY11940" fmla="*/ 2586449 h 4882701"/>
                <a:gd name="connsiteX11941" fmla="*/ 4942496 w 4954903"/>
                <a:gd name="connsiteY11941" fmla="*/ 2569230 h 4882701"/>
                <a:gd name="connsiteX11942" fmla="*/ 4942243 w 4954903"/>
                <a:gd name="connsiteY11942" fmla="*/ 2569230 h 4882701"/>
                <a:gd name="connsiteX11943" fmla="*/ 4941230 w 4954903"/>
                <a:gd name="connsiteY11943" fmla="*/ 2598857 h 4882701"/>
                <a:gd name="connsiteX11944" fmla="*/ 4943002 w 4954903"/>
                <a:gd name="connsiteY11944" fmla="*/ 2586449 h 4882701"/>
                <a:gd name="connsiteX11945" fmla="*/ 4936165 w 4954903"/>
                <a:gd name="connsiteY11945" fmla="*/ 2582651 h 4882701"/>
                <a:gd name="connsiteX11946" fmla="*/ 4935152 w 4954903"/>
                <a:gd name="connsiteY11946" fmla="*/ 2565431 h 4882701"/>
                <a:gd name="connsiteX11947" fmla="*/ 4933633 w 4954903"/>
                <a:gd name="connsiteY11947" fmla="*/ 2594805 h 4882701"/>
                <a:gd name="connsiteX11948" fmla="*/ 4936165 w 4954903"/>
                <a:gd name="connsiteY11948" fmla="*/ 2582651 h 4882701"/>
                <a:gd name="connsiteX11949" fmla="*/ 4925783 w 4954903"/>
                <a:gd name="connsiteY11949" fmla="*/ 2561633 h 4882701"/>
                <a:gd name="connsiteX11950" fmla="*/ 4925783 w 4954903"/>
                <a:gd name="connsiteY11950" fmla="*/ 2561633 h 4882701"/>
                <a:gd name="connsiteX11951" fmla="*/ 4924010 w 4954903"/>
                <a:gd name="connsiteY11951" fmla="*/ 2591007 h 4882701"/>
                <a:gd name="connsiteX11952" fmla="*/ 4927303 w 4954903"/>
                <a:gd name="connsiteY11952" fmla="*/ 2578852 h 4882701"/>
                <a:gd name="connsiteX11953" fmla="*/ 4925783 w 4954903"/>
                <a:gd name="connsiteY11953" fmla="*/ 2561633 h 4882701"/>
                <a:gd name="connsiteX11954" fmla="*/ 4916414 w 4954903"/>
                <a:gd name="connsiteY11954" fmla="*/ 2575054 h 4882701"/>
                <a:gd name="connsiteX11955" fmla="*/ 4914388 w 4954903"/>
                <a:gd name="connsiteY11955" fmla="*/ 2557835 h 4882701"/>
                <a:gd name="connsiteX11956" fmla="*/ 4912362 w 4954903"/>
                <a:gd name="connsiteY11956" fmla="*/ 2586956 h 4882701"/>
                <a:gd name="connsiteX11957" fmla="*/ 4916414 w 4954903"/>
                <a:gd name="connsiteY11957" fmla="*/ 2575054 h 4882701"/>
                <a:gd name="connsiteX11958" fmla="*/ 4903499 w 4954903"/>
                <a:gd name="connsiteY11958" fmla="*/ 2571255 h 4882701"/>
                <a:gd name="connsiteX11959" fmla="*/ 4900967 w 4954903"/>
                <a:gd name="connsiteY11959" fmla="*/ 2554036 h 4882701"/>
                <a:gd name="connsiteX11960" fmla="*/ 4898941 w 4954903"/>
                <a:gd name="connsiteY11960" fmla="*/ 2583157 h 4882701"/>
                <a:gd name="connsiteX11961" fmla="*/ 4903499 w 4954903"/>
                <a:gd name="connsiteY11961" fmla="*/ 2571255 h 4882701"/>
                <a:gd name="connsiteX11962" fmla="*/ 4888559 w 4954903"/>
                <a:gd name="connsiteY11962" fmla="*/ 2567457 h 4882701"/>
                <a:gd name="connsiteX11963" fmla="*/ 4885520 w 4954903"/>
                <a:gd name="connsiteY11963" fmla="*/ 2550238 h 4882701"/>
                <a:gd name="connsiteX11964" fmla="*/ 4885014 w 4954903"/>
                <a:gd name="connsiteY11964" fmla="*/ 2550238 h 4882701"/>
                <a:gd name="connsiteX11965" fmla="*/ 4883241 w 4954903"/>
                <a:gd name="connsiteY11965" fmla="*/ 2579359 h 4882701"/>
                <a:gd name="connsiteX11966" fmla="*/ 4888559 w 4954903"/>
                <a:gd name="connsiteY11966" fmla="*/ 2567457 h 4882701"/>
                <a:gd name="connsiteX11967" fmla="*/ 4868554 w 4954903"/>
                <a:gd name="connsiteY11967" fmla="*/ 2546439 h 4882701"/>
                <a:gd name="connsiteX11968" fmla="*/ 4868048 w 4954903"/>
                <a:gd name="connsiteY11968" fmla="*/ 2546439 h 4882701"/>
                <a:gd name="connsiteX11969" fmla="*/ 4866275 w 4954903"/>
                <a:gd name="connsiteY11969" fmla="*/ 2575560 h 4882701"/>
                <a:gd name="connsiteX11970" fmla="*/ 4871846 w 4954903"/>
                <a:gd name="connsiteY11970" fmla="*/ 2563659 h 4882701"/>
                <a:gd name="connsiteX11971" fmla="*/ 4868554 w 4954903"/>
                <a:gd name="connsiteY11971" fmla="*/ 2546439 h 4882701"/>
                <a:gd name="connsiteX11972" fmla="*/ 4846776 w 4954903"/>
                <a:gd name="connsiteY11972" fmla="*/ 2571255 h 4882701"/>
                <a:gd name="connsiteX11973" fmla="*/ 4853361 w 4954903"/>
                <a:gd name="connsiteY11973" fmla="*/ 2559860 h 4882701"/>
                <a:gd name="connsiteX11974" fmla="*/ 4849562 w 4954903"/>
                <a:gd name="connsiteY11974" fmla="*/ 2542641 h 4882701"/>
                <a:gd name="connsiteX11975" fmla="*/ 4846776 w 4954903"/>
                <a:gd name="connsiteY11975" fmla="*/ 2571255 h 4882701"/>
                <a:gd name="connsiteX11976" fmla="*/ 4828798 w 4954903"/>
                <a:gd name="connsiteY11976" fmla="*/ 2538843 h 4882701"/>
                <a:gd name="connsiteX11977" fmla="*/ 4826012 w 4954903"/>
                <a:gd name="connsiteY11977" fmla="*/ 2567457 h 4882701"/>
                <a:gd name="connsiteX11978" fmla="*/ 4833102 w 4954903"/>
                <a:gd name="connsiteY11978" fmla="*/ 2556062 h 4882701"/>
                <a:gd name="connsiteX11979" fmla="*/ 4833102 w 4954903"/>
                <a:gd name="connsiteY11979" fmla="*/ 2556062 h 4882701"/>
                <a:gd name="connsiteX11980" fmla="*/ 4828798 w 4954903"/>
                <a:gd name="connsiteY11980" fmla="*/ 2538843 h 4882701"/>
                <a:gd name="connsiteX11981" fmla="*/ 4810818 w 4954903"/>
                <a:gd name="connsiteY11981" fmla="*/ 2552264 h 4882701"/>
                <a:gd name="connsiteX11982" fmla="*/ 4806261 w 4954903"/>
                <a:gd name="connsiteY11982" fmla="*/ 2535044 h 4882701"/>
                <a:gd name="connsiteX11983" fmla="*/ 4803222 w 4954903"/>
                <a:gd name="connsiteY11983" fmla="*/ 2563659 h 4882701"/>
                <a:gd name="connsiteX11984" fmla="*/ 4810818 w 4954903"/>
                <a:gd name="connsiteY11984" fmla="*/ 2552264 h 4882701"/>
                <a:gd name="connsiteX11985" fmla="*/ 4787015 w 4954903"/>
                <a:gd name="connsiteY11985" fmla="*/ 2548465 h 4882701"/>
                <a:gd name="connsiteX11986" fmla="*/ 4782204 w 4954903"/>
                <a:gd name="connsiteY11986" fmla="*/ 2531246 h 4882701"/>
                <a:gd name="connsiteX11987" fmla="*/ 4778659 w 4954903"/>
                <a:gd name="connsiteY11987" fmla="*/ 2559354 h 4882701"/>
                <a:gd name="connsiteX11988" fmla="*/ 4787015 w 4954903"/>
                <a:gd name="connsiteY11988" fmla="*/ 2548465 h 4882701"/>
                <a:gd name="connsiteX11989" fmla="*/ 4761439 w 4954903"/>
                <a:gd name="connsiteY11989" fmla="*/ 2544667 h 4882701"/>
                <a:gd name="connsiteX11990" fmla="*/ 4756122 w 4954903"/>
                <a:gd name="connsiteY11990" fmla="*/ 2527447 h 4882701"/>
                <a:gd name="connsiteX11991" fmla="*/ 4752323 w 4954903"/>
                <a:gd name="connsiteY11991" fmla="*/ 2555555 h 4882701"/>
                <a:gd name="connsiteX11992" fmla="*/ 4761439 w 4954903"/>
                <a:gd name="connsiteY11992" fmla="*/ 2544667 h 4882701"/>
                <a:gd name="connsiteX11993" fmla="*/ 4728520 w 4954903"/>
                <a:gd name="connsiteY11993" fmla="*/ 2523649 h 4882701"/>
                <a:gd name="connsiteX11994" fmla="*/ 4724722 w 4954903"/>
                <a:gd name="connsiteY11994" fmla="*/ 2551757 h 4882701"/>
                <a:gd name="connsiteX11995" fmla="*/ 4734345 w 4954903"/>
                <a:gd name="connsiteY11995" fmla="*/ 2540868 h 4882701"/>
                <a:gd name="connsiteX11996" fmla="*/ 4728520 w 4954903"/>
                <a:gd name="connsiteY11996" fmla="*/ 2523649 h 4882701"/>
                <a:gd name="connsiteX11997" fmla="*/ 4705477 w 4954903"/>
                <a:gd name="connsiteY11997" fmla="*/ 2537323 h 4882701"/>
                <a:gd name="connsiteX11998" fmla="*/ 4699399 w 4954903"/>
                <a:gd name="connsiteY11998" fmla="*/ 2520104 h 4882701"/>
                <a:gd name="connsiteX11999" fmla="*/ 4695348 w 4954903"/>
                <a:gd name="connsiteY11999" fmla="*/ 2548212 h 4882701"/>
                <a:gd name="connsiteX12000" fmla="*/ 4705477 w 4954903"/>
                <a:gd name="connsiteY12000" fmla="*/ 2537323 h 4882701"/>
                <a:gd name="connsiteX12001" fmla="*/ 4668506 w 4954903"/>
                <a:gd name="connsiteY12001" fmla="*/ 2516306 h 4882701"/>
                <a:gd name="connsiteX12002" fmla="*/ 4663694 w 4954903"/>
                <a:gd name="connsiteY12002" fmla="*/ 2543654 h 4882701"/>
                <a:gd name="connsiteX12003" fmla="*/ 4674836 w 4954903"/>
                <a:gd name="connsiteY12003" fmla="*/ 2533525 h 4882701"/>
                <a:gd name="connsiteX12004" fmla="*/ 4668506 w 4954903"/>
                <a:gd name="connsiteY12004" fmla="*/ 2516306 h 4882701"/>
                <a:gd name="connsiteX12005" fmla="*/ 4636093 w 4954903"/>
                <a:gd name="connsiteY12005" fmla="*/ 2512760 h 4882701"/>
                <a:gd name="connsiteX12006" fmla="*/ 4631281 w 4954903"/>
                <a:gd name="connsiteY12006" fmla="*/ 2540109 h 4882701"/>
                <a:gd name="connsiteX12007" fmla="*/ 4642930 w 4954903"/>
                <a:gd name="connsiteY12007" fmla="*/ 2529980 h 4882701"/>
                <a:gd name="connsiteX12008" fmla="*/ 4636093 w 4954903"/>
                <a:gd name="connsiteY12008" fmla="*/ 2512760 h 4882701"/>
                <a:gd name="connsiteX12009" fmla="*/ 4602161 w 4954903"/>
                <a:gd name="connsiteY12009" fmla="*/ 2508962 h 4882701"/>
                <a:gd name="connsiteX12010" fmla="*/ 4597096 w 4954903"/>
                <a:gd name="connsiteY12010" fmla="*/ 2536310 h 4882701"/>
                <a:gd name="connsiteX12011" fmla="*/ 4609251 w 4954903"/>
                <a:gd name="connsiteY12011" fmla="*/ 2526181 h 4882701"/>
                <a:gd name="connsiteX12012" fmla="*/ 4602161 w 4954903"/>
                <a:gd name="connsiteY12012" fmla="*/ 2508962 h 4882701"/>
                <a:gd name="connsiteX12013" fmla="*/ 4566962 w 4954903"/>
                <a:gd name="connsiteY12013" fmla="*/ 2505417 h 4882701"/>
                <a:gd name="connsiteX12014" fmla="*/ 4561138 w 4954903"/>
                <a:gd name="connsiteY12014" fmla="*/ 2532005 h 4882701"/>
                <a:gd name="connsiteX12015" fmla="*/ 4574559 w 4954903"/>
                <a:gd name="connsiteY12015" fmla="*/ 2522636 h 4882701"/>
                <a:gd name="connsiteX12016" fmla="*/ 4566962 w 4954903"/>
                <a:gd name="connsiteY12016" fmla="*/ 2505417 h 4882701"/>
                <a:gd name="connsiteX12017" fmla="*/ 4529991 w 4954903"/>
                <a:gd name="connsiteY12017" fmla="*/ 2501872 h 4882701"/>
                <a:gd name="connsiteX12018" fmla="*/ 4523914 w 4954903"/>
                <a:gd name="connsiteY12018" fmla="*/ 2528460 h 4882701"/>
                <a:gd name="connsiteX12019" fmla="*/ 4537841 w 4954903"/>
                <a:gd name="connsiteY12019" fmla="*/ 2519091 h 4882701"/>
                <a:gd name="connsiteX12020" fmla="*/ 4529991 w 4954903"/>
                <a:gd name="connsiteY12020" fmla="*/ 2501872 h 4882701"/>
                <a:gd name="connsiteX12021" fmla="*/ 4491754 w 4954903"/>
                <a:gd name="connsiteY12021" fmla="*/ 2498327 h 4882701"/>
                <a:gd name="connsiteX12022" fmla="*/ 4485677 w 4954903"/>
                <a:gd name="connsiteY12022" fmla="*/ 2524915 h 4882701"/>
                <a:gd name="connsiteX12023" fmla="*/ 4500111 w 4954903"/>
                <a:gd name="connsiteY12023" fmla="*/ 2515546 h 4882701"/>
                <a:gd name="connsiteX12024" fmla="*/ 4491754 w 4954903"/>
                <a:gd name="connsiteY12024" fmla="*/ 2498327 h 4882701"/>
                <a:gd name="connsiteX12025" fmla="*/ 4451997 w 4954903"/>
                <a:gd name="connsiteY12025" fmla="*/ 2494781 h 4882701"/>
                <a:gd name="connsiteX12026" fmla="*/ 4445667 w 4954903"/>
                <a:gd name="connsiteY12026" fmla="*/ 2521370 h 4882701"/>
                <a:gd name="connsiteX12027" fmla="*/ 4460354 w 4954903"/>
                <a:gd name="connsiteY12027" fmla="*/ 2512001 h 4882701"/>
                <a:gd name="connsiteX12028" fmla="*/ 4451997 w 4954903"/>
                <a:gd name="connsiteY12028" fmla="*/ 2494781 h 4882701"/>
                <a:gd name="connsiteX12029" fmla="*/ 4419585 w 4954903"/>
                <a:gd name="connsiteY12029" fmla="*/ 2508455 h 4882701"/>
                <a:gd name="connsiteX12030" fmla="*/ 4410722 w 4954903"/>
                <a:gd name="connsiteY12030" fmla="*/ 2491236 h 4882701"/>
                <a:gd name="connsiteX12031" fmla="*/ 4404138 w 4954903"/>
                <a:gd name="connsiteY12031" fmla="*/ 2517825 h 4882701"/>
                <a:gd name="connsiteX12032" fmla="*/ 4419585 w 4954903"/>
                <a:gd name="connsiteY12032" fmla="*/ 2508455 h 4882701"/>
                <a:gd name="connsiteX12033" fmla="*/ 4377549 w 4954903"/>
                <a:gd name="connsiteY12033" fmla="*/ 2504910 h 4882701"/>
                <a:gd name="connsiteX12034" fmla="*/ 4368433 w 4954903"/>
                <a:gd name="connsiteY12034" fmla="*/ 2487691 h 4882701"/>
                <a:gd name="connsiteX12035" fmla="*/ 4361849 w 4954903"/>
                <a:gd name="connsiteY12035" fmla="*/ 2514280 h 4882701"/>
                <a:gd name="connsiteX12036" fmla="*/ 4377549 w 4954903"/>
                <a:gd name="connsiteY12036" fmla="*/ 2504910 h 4882701"/>
                <a:gd name="connsiteX12037" fmla="*/ 4333994 w 4954903"/>
                <a:gd name="connsiteY12037" fmla="*/ 2501618 h 4882701"/>
                <a:gd name="connsiteX12038" fmla="*/ 4324625 w 4954903"/>
                <a:gd name="connsiteY12038" fmla="*/ 2484399 h 4882701"/>
                <a:gd name="connsiteX12039" fmla="*/ 4317028 w 4954903"/>
                <a:gd name="connsiteY12039" fmla="*/ 2510228 h 4882701"/>
                <a:gd name="connsiteX12040" fmla="*/ 4333994 w 4954903"/>
                <a:gd name="connsiteY12040" fmla="*/ 2501618 h 4882701"/>
                <a:gd name="connsiteX12041" fmla="*/ 4289426 w 4954903"/>
                <a:gd name="connsiteY12041" fmla="*/ 2498073 h 4882701"/>
                <a:gd name="connsiteX12042" fmla="*/ 4279804 w 4954903"/>
                <a:gd name="connsiteY12042" fmla="*/ 2480854 h 4882701"/>
                <a:gd name="connsiteX12043" fmla="*/ 4271954 w 4954903"/>
                <a:gd name="connsiteY12043" fmla="*/ 2506683 h 4882701"/>
                <a:gd name="connsiteX12044" fmla="*/ 4289426 w 4954903"/>
                <a:gd name="connsiteY12044" fmla="*/ 2498073 h 4882701"/>
                <a:gd name="connsiteX12045" fmla="*/ 4243340 w 4954903"/>
                <a:gd name="connsiteY12045" fmla="*/ 2494781 h 4882701"/>
                <a:gd name="connsiteX12046" fmla="*/ 4233210 w 4954903"/>
                <a:gd name="connsiteY12046" fmla="*/ 2477562 h 4882701"/>
                <a:gd name="connsiteX12047" fmla="*/ 4225360 w 4954903"/>
                <a:gd name="connsiteY12047" fmla="*/ 2503391 h 4882701"/>
                <a:gd name="connsiteX12048" fmla="*/ 4243340 w 4954903"/>
                <a:gd name="connsiteY12048" fmla="*/ 2494781 h 4882701"/>
                <a:gd name="connsiteX12049" fmla="*/ 4196240 w 4954903"/>
                <a:gd name="connsiteY12049" fmla="*/ 2491489 h 4882701"/>
                <a:gd name="connsiteX12050" fmla="*/ 4185857 w 4954903"/>
                <a:gd name="connsiteY12050" fmla="*/ 2474270 h 4882701"/>
                <a:gd name="connsiteX12051" fmla="*/ 4177754 w 4954903"/>
                <a:gd name="connsiteY12051" fmla="*/ 2500099 h 4882701"/>
                <a:gd name="connsiteX12052" fmla="*/ 4196240 w 4954903"/>
                <a:gd name="connsiteY12052" fmla="*/ 2491489 h 4882701"/>
                <a:gd name="connsiteX12053" fmla="*/ 4147620 w 4954903"/>
                <a:gd name="connsiteY12053" fmla="*/ 2488197 h 4882701"/>
                <a:gd name="connsiteX12054" fmla="*/ 4136984 w 4954903"/>
                <a:gd name="connsiteY12054" fmla="*/ 2470978 h 4882701"/>
                <a:gd name="connsiteX12055" fmla="*/ 4128881 w 4954903"/>
                <a:gd name="connsiteY12055" fmla="*/ 2496807 h 4882701"/>
                <a:gd name="connsiteX12056" fmla="*/ 4147620 w 4954903"/>
                <a:gd name="connsiteY12056" fmla="*/ 2488197 h 4882701"/>
                <a:gd name="connsiteX12057" fmla="*/ 4097988 w 4954903"/>
                <a:gd name="connsiteY12057" fmla="*/ 2485159 h 4882701"/>
                <a:gd name="connsiteX12058" fmla="*/ 4097988 w 4954903"/>
                <a:gd name="connsiteY12058" fmla="*/ 2485159 h 4882701"/>
                <a:gd name="connsiteX12059" fmla="*/ 4087099 w 4954903"/>
                <a:gd name="connsiteY12059" fmla="*/ 2467939 h 4882701"/>
                <a:gd name="connsiteX12060" fmla="*/ 4077983 w 4954903"/>
                <a:gd name="connsiteY12060" fmla="*/ 2492756 h 4882701"/>
                <a:gd name="connsiteX12061" fmla="*/ 4097988 w 4954903"/>
                <a:gd name="connsiteY12061" fmla="*/ 2485159 h 4882701"/>
                <a:gd name="connsiteX12062" fmla="*/ 4047343 w 4954903"/>
                <a:gd name="connsiteY12062" fmla="*/ 2481867 h 4882701"/>
                <a:gd name="connsiteX12063" fmla="*/ 4036201 w 4954903"/>
                <a:gd name="connsiteY12063" fmla="*/ 2464647 h 4882701"/>
                <a:gd name="connsiteX12064" fmla="*/ 4026831 w 4954903"/>
                <a:gd name="connsiteY12064" fmla="*/ 2489463 h 4882701"/>
                <a:gd name="connsiteX12065" fmla="*/ 4047343 w 4954903"/>
                <a:gd name="connsiteY12065" fmla="*/ 2481867 h 4882701"/>
                <a:gd name="connsiteX12066" fmla="*/ 3995431 w 4954903"/>
                <a:gd name="connsiteY12066" fmla="*/ 2478828 h 4882701"/>
                <a:gd name="connsiteX12067" fmla="*/ 3984036 w 4954903"/>
                <a:gd name="connsiteY12067" fmla="*/ 2461609 h 4882701"/>
                <a:gd name="connsiteX12068" fmla="*/ 3974667 w 4954903"/>
                <a:gd name="connsiteY12068" fmla="*/ 2486425 h 4882701"/>
                <a:gd name="connsiteX12069" fmla="*/ 3995431 w 4954903"/>
                <a:gd name="connsiteY12069" fmla="*/ 2478828 h 4882701"/>
                <a:gd name="connsiteX12070" fmla="*/ 3931112 w 4954903"/>
                <a:gd name="connsiteY12070" fmla="*/ 2458570 h 4882701"/>
                <a:gd name="connsiteX12071" fmla="*/ 3921489 w 4954903"/>
                <a:gd name="connsiteY12071" fmla="*/ 2483386 h 4882701"/>
                <a:gd name="connsiteX12072" fmla="*/ 3942760 w 4954903"/>
                <a:gd name="connsiteY12072" fmla="*/ 2475789 h 4882701"/>
                <a:gd name="connsiteX12073" fmla="*/ 3931112 w 4954903"/>
                <a:gd name="connsiteY12073" fmla="*/ 2458570 h 4882701"/>
                <a:gd name="connsiteX12074" fmla="*/ 3876668 w 4954903"/>
                <a:gd name="connsiteY12074" fmla="*/ 2455531 h 4882701"/>
                <a:gd name="connsiteX12075" fmla="*/ 3866792 w 4954903"/>
                <a:gd name="connsiteY12075" fmla="*/ 2480347 h 4882701"/>
                <a:gd name="connsiteX12076" fmla="*/ 3888570 w 4954903"/>
                <a:gd name="connsiteY12076" fmla="*/ 2472497 h 4882701"/>
                <a:gd name="connsiteX12077" fmla="*/ 3876668 w 4954903"/>
                <a:gd name="connsiteY12077" fmla="*/ 2455531 h 4882701"/>
                <a:gd name="connsiteX12078" fmla="*/ 3821718 w 4954903"/>
                <a:gd name="connsiteY12078" fmla="*/ 2452746 h 4882701"/>
                <a:gd name="connsiteX12079" fmla="*/ 3811842 w 4954903"/>
                <a:gd name="connsiteY12079" fmla="*/ 2477562 h 4882701"/>
                <a:gd name="connsiteX12080" fmla="*/ 3833873 w 4954903"/>
                <a:gd name="connsiteY12080" fmla="*/ 2469712 h 4882701"/>
                <a:gd name="connsiteX12081" fmla="*/ 3821718 w 4954903"/>
                <a:gd name="connsiteY12081" fmla="*/ 2452746 h 4882701"/>
                <a:gd name="connsiteX12082" fmla="*/ 3765502 w 4954903"/>
                <a:gd name="connsiteY12082" fmla="*/ 2449707 h 4882701"/>
                <a:gd name="connsiteX12083" fmla="*/ 3755373 w 4954903"/>
                <a:gd name="connsiteY12083" fmla="*/ 2474523 h 4882701"/>
                <a:gd name="connsiteX12084" fmla="*/ 3777657 w 4954903"/>
                <a:gd name="connsiteY12084" fmla="*/ 2466673 h 4882701"/>
                <a:gd name="connsiteX12085" fmla="*/ 3765502 w 4954903"/>
                <a:gd name="connsiteY12085" fmla="*/ 2449707 h 4882701"/>
                <a:gd name="connsiteX12086" fmla="*/ 3708526 w 4954903"/>
                <a:gd name="connsiteY12086" fmla="*/ 2446921 h 4882701"/>
                <a:gd name="connsiteX12087" fmla="*/ 3698144 w 4954903"/>
                <a:gd name="connsiteY12087" fmla="*/ 2471738 h 4882701"/>
                <a:gd name="connsiteX12088" fmla="*/ 3720934 w 4954903"/>
                <a:gd name="connsiteY12088" fmla="*/ 2463888 h 4882701"/>
                <a:gd name="connsiteX12089" fmla="*/ 3708526 w 4954903"/>
                <a:gd name="connsiteY12089" fmla="*/ 2446921 h 4882701"/>
                <a:gd name="connsiteX12090" fmla="*/ 3650538 w 4954903"/>
                <a:gd name="connsiteY12090" fmla="*/ 2444136 h 4882701"/>
                <a:gd name="connsiteX12091" fmla="*/ 3640155 w 4954903"/>
                <a:gd name="connsiteY12091" fmla="*/ 2468952 h 4882701"/>
                <a:gd name="connsiteX12092" fmla="*/ 3663452 w 4954903"/>
                <a:gd name="connsiteY12092" fmla="*/ 2461102 h 4882701"/>
                <a:gd name="connsiteX12093" fmla="*/ 3650538 w 4954903"/>
                <a:gd name="connsiteY12093" fmla="*/ 2444136 h 4882701"/>
                <a:gd name="connsiteX12094" fmla="*/ 3591536 w 4954903"/>
                <a:gd name="connsiteY12094" fmla="*/ 2441351 h 4882701"/>
                <a:gd name="connsiteX12095" fmla="*/ 3581154 w 4954903"/>
                <a:gd name="connsiteY12095" fmla="*/ 2466167 h 4882701"/>
                <a:gd name="connsiteX12096" fmla="*/ 3604450 w 4954903"/>
                <a:gd name="connsiteY12096" fmla="*/ 2458317 h 4882701"/>
                <a:gd name="connsiteX12097" fmla="*/ 3591536 w 4954903"/>
                <a:gd name="connsiteY12097" fmla="*/ 2441351 h 4882701"/>
                <a:gd name="connsiteX12098" fmla="*/ 3532028 w 4954903"/>
                <a:gd name="connsiteY12098" fmla="*/ 2438818 h 4882701"/>
                <a:gd name="connsiteX12099" fmla="*/ 3520633 w 4954903"/>
                <a:gd name="connsiteY12099" fmla="*/ 2462622 h 4882701"/>
                <a:gd name="connsiteX12100" fmla="*/ 3545196 w 4954903"/>
                <a:gd name="connsiteY12100" fmla="*/ 2455785 h 4882701"/>
                <a:gd name="connsiteX12101" fmla="*/ 3532028 w 4954903"/>
                <a:gd name="connsiteY12101" fmla="*/ 2438818 h 4882701"/>
                <a:gd name="connsiteX12102" fmla="*/ 3471254 w 4954903"/>
                <a:gd name="connsiteY12102" fmla="*/ 2436286 h 4882701"/>
                <a:gd name="connsiteX12103" fmla="*/ 3459859 w 4954903"/>
                <a:gd name="connsiteY12103" fmla="*/ 2460089 h 4882701"/>
                <a:gd name="connsiteX12104" fmla="*/ 3484928 w 4954903"/>
                <a:gd name="connsiteY12104" fmla="*/ 2453252 h 4882701"/>
                <a:gd name="connsiteX12105" fmla="*/ 3471254 w 4954903"/>
                <a:gd name="connsiteY12105" fmla="*/ 2436286 h 4882701"/>
                <a:gd name="connsiteX12106" fmla="*/ 3409973 w 4954903"/>
                <a:gd name="connsiteY12106" fmla="*/ 2433754 h 4882701"/>
                <a:gd name="connsiteX12107" fmla="*/ 3398324 w 4954903"/>
                <a:gd name="connsiteY12107" fmla="*/ 2457557 h 4882701"/>
                <a:gd name="connsiteX12108" fmla="*/ 3423647 w 4954903"/>
                <a:gd name="connsiteY12108" fmla="*/ 2450720 h 4882701"/>
                <a:gd name="connsiteX12109" fmla="*/ 3409973 w 4954903"/>
                <a:gd name="connsiteY12109" fmla="*/ 2433754 h 4882701"/>
                <a:gd name="connsiteX12110" fmla="*/ 3348186 w 4954903"/>
                <a:gd name="connsiteY12110" fmla="*/ 2431222 h 4882701"/>
                <a:gd name="connsiteX12111" fmla="*/ 3336537 w 4954903"/>
                <a:gd name="connsiteY12111" fmla="*/ 2455025 h 4882701"/>
                <a:gd name="connsiteX12112" fmla="*/ 3361860 w 4954903"/>
                <a:gd name="connsiteY12112" fmla="*/ 2448188 h 4882701"/>
                <a:gd name="connsiteX12113" fmla="*/ 3348186 w 4954903"/>
                <a:gd name="connsiteY12113" fmla="*/ 2431222 h 4882701"/>
                <a:gd name="connsiteX12114" fmla="*/ 3285386 w 4954903"/>
                <a:gd name="connsiteY12114" fmla="*/ 2428942 h 4882701"/>
                <a:gd name="connsiteX12115" fmla="*/ 3273484 w 4954903"/>
                <a:gd name="connsiteY12115" fmla="*/ 2452746 h 4882701"/>
                <a:gd name="connsiteX12116" fmla="*/ 3299313 w 4954903"/>
                <a:gd name="connsiteY12116" fmla="*/ 2445909 h 4882701"/>
                <a:gd name="connsiteX12117" fmla="*/ 3285386 w 4954903"/>
                <a:gd name="connsiteY12117" fmla="*/ 2428942 h 4882701"/>
                <a:gd name="connsiteX12118" fmla="*/ 3221826 w 4954903"/>
                <a:gd name="connsiteY12118" fmla="*/ 2426664 h 4882701"/>
                <a:gd name="connsiteX12119" fmla="*/ 3209925 w 4954903"/>
                <a:gd name="connsiteY12119" fmla="*/ 2450467 h 4882701"/>
                <a:gd name="connsiteX12120" fmla="*/ 3236007 w 4954903"/>
                <a:gd name="connsiteY12120" fmla="*/ 2443630 h 4882701"/>
                <a:gd name="connsiteX12121" fmla="*/ 3221826 w 4954903"/>
                <a:gd name="connsiteY12121" fmla="*/ 2426664 h 4882701"/>
                <a:gd name="connsiteX12122" fmla="*/ 2069142 w 4954903"/>
                <a:gd name="connsiteY12122" fmla="*/ 2400075 h 4882701"/>
                <a:gd name="connsiteX12123" fmla="*/ 2055215 w 4954903"/>
                <a:gd name="connsiteY12123" fmla="*/ 2423118 h 4882701"/>
                <a:gd name="connsiteX12124" fmla="*/ 2084842 w 4954903"/>
                <a:gd name="connsiteY12124" fmla="*/ 2416788 h 4882701"/>
                <a:gd name="connsiteX12125" fmla="*/ 2069142 w 4954903"/>
                <a:gd name="connsiteY12125" fmla="*/ 2400075 h 4882701"/>
                <a:gd name="connsiteX12126" fmla="*/ 1998492 w 4954903"/>
                <a:gd name="connsiteY12126" fmla="*/ 2399315 h 4882701"/>
                <a:gd name="connsiteX12127" fmla="*/ 1984818 w 4954903"/>
                <a:gd name="connsiteY12127" fmla="*/ 2422359 h 4882701"/>
                <a:gd name="connsiteX12128" fmla="*/ 2014192 w 4954903"/>
                <a:gd name="connsiteY12128" fmla="*/ 2416028 h 4882701"/>
                <a:gd name="connsiteX12129" fmla="*/ 1998492 w 4954903"/>
                <a:gd name="connsiteY12129" fmla="*/ 2399315 h 4882701"/>
                <a:gd name="connsiteX12130" fmla="*/ 1929108 w 4954903"/>
                <a:gd name="connsiteY12130" fmla="*/ 2398809 h 4882701"/>
                <a:gd name="connsiteX12131" fmla="*/ 1916700 w 4954903"/>
                <a:gd name="connsiteY12131" fmla="*/ 2423118 h 4882701"/>
                <a:gd name="connsiteX12132" fmla="*/ 1944808 w 4954903"/>
                <a:gd name="connsiteY12132" fmla="*/ 2415522 h 4882701"/>
                <a:gd name="connsiteX12133" fmla="*/ 1929108 w 4954903"/>
                <a:gd name="connsiteY12133" fmla="*/ 2398809 h 4882701"/>
                <a:gd name="connsiteX12134" fmla="*/ 1860484 w 4954903"/>
                <a:gd name="connsiteY12134" fmla="*/ 2398302 h 4882701"/>
                <a:gd name="connsiteX12135" fmla="*/ 1847063 w 4954903"/>
                <a:gd name="connsiteY12135" fmla="*/ 2421346 h 4882701"/>
                <a:gd name="connsiteX12136" fmla="*/ 1875677 w 4954903"/>
                <a:gd name="connsiteY12136" fmla="*/ 2414762 h 4882701"/>
                <a:gd name="connsiteX12137" fmla="*/ 1860484 w 4954903"/>
                <a:gd name="connsiteY12137" fmla="*/ 2398302 h 4882701"/>
                <a:gd name="connsiteX12138" fmla="*/ 1792366 w 4954903"/>
                <a:gd name="connsiteY12138" fmla="*/ 2397796 h 4882701"/>
                <a:gd name="connsiteX12139" fmla="*/ 1780211 w 4954903"/>
                <a:gd name="connsiteY12139" fmla="*/ 2422105 h 4882701"/>
                <a:gd name="connsiteX12140" fmla="*/ 1807813 w 4954903"/>
                <a:gd name="connsiteY12140" fmla="*/ 2414255 h 4882701"/>
                <a:gd name="connsiteX12141" fmla="*/ 1792366 w 4954903"/>
                <a:gd name="connsiteY12141" fmla="*/ 2397796 h 4882701"/>
                <a:gd name="connsiteX12142" fmla="*/ 1725514 w 4954903"/>
                <a:gd name="connsiteY12142" fmla="*/ 2397543 h 4882701"/>
                <a:gd name="connsiteX12143" fmla="*/ 1713613 w 4954903"/>
                <a:gd name="connsiteY12143" fmla="*/ 2421852 h 4882701"/>
                <a:gd name="connsiteX12144" fmla="*/ 1740455 w 4954903"/>
                <a:gd name="connsiteY12144" fmla="*/ 2414002 h 4882701"/>
                <a:gd name="connsiteX12145" fmla="*/ 1725514 w 4954903"/>
                <a:gd name="connsiteY12145" fmla="*/ 2397543 h 4882701"/>
                <a:gd name="connsiteX12146" fmla="*/ 4953891 w 4954903"/>
                <a:gd name="connsiteY12146" fmla="*/ 2544920 h 4882701"/>
                <a:gd name="connsiteX12147" fmla="*/ 4954397 w 4954903"/>
                <a:gd name="connsiteY12147" fmla="*/ 2532512 h 4882701"/>
                <a:gd name="connsiteX12148" fmla="*/ 4954651 w 4954903"/>
                <a:gd name="connsiteY12148" fmla="*/ 2515293 h 4882701"/>
                <a:gd name="connsiteX12149" fmla="*/ 4953891 w 4954903"/>
                <a:gd name="connsiteY12149" fmla="*/ 2544920 h 4882701"/>
                <a:gd name="connsiteX12150" fmla="*/ 4953132 w 4954903"/>
                <a:gd name="connsiteY12150" fmla="*/ 2511747 h 4882701"/>
                <a:gd name="connsiteX12151" fmla="*/ 4952625 w 4954903"/>
                <a:gd name="connsiteY12151" fmla="*/ 2541628 h 4882701"/>
                <a:gd name="connsiteX12152" fmla="*/ 4953385 w 4954903"/>
                <a:gd name="connsiteY12152" fmla="*/ 2528967 h 4882701"/>
                <a:gd name="connsiteX12153" fmla="*/ 4953132 w 4954903"/>
                <a:gd name="connsiteY12153" fmla="*/ 2511747 h 4882701"/>
                <a:gd name="connsiteX12154" fmla="*/ 4953132 w 4954903"/>
                <a:gd name="connsiteY12154" fmla="*/ 2511747 h 4882701"/>
                <a:gd name="connsiteX12155" fmla="*/ 4949840 w 4954903"/>
                <a:gd name="connsiteY12155" fmla="*/ 2507949 h 4882701"/>
                <a:gd name="connsiteX12156" fmla="*/ 4949840 w 4954903"/>
                <a:gd name="connsiteY12156" fmla="*/ 2507949 h 4882701"/>
                <a:gd name="connsiteX12157" fmla="*/ 4949333 w 4954903"/>
                <a:gd name="connsiteY12157" fmla="*/ 2537830 h 4882701"/>
                <a:gd name="connsiteX12158" fmla="*/ 4950599 w 4954903"/>
                <a:gd name="connsiteY12158" fmla="*/ 2525168 h 4882701"/>
                <a:gd name="connsiteX12159" fmla="*/ 4949840 w 4954903"/>
                <a:gd name="connsiteY12159" fmla="*/ 2507949 h 4882701"/>
                <a:gd name="connsiteX12160" fmla="*/ 4943762 w 4954903"/>
                <a:gd name="connsiteY12160" fmla="*/ 2534285 h 4882701"/>
                <a:gd name="connsiteX12161" fmla="*/ 4945281 w 4954903"/>
                <a:gd name="connsiteY12161" fmla="*/ 2521623 h 4882701"/>
                <a:gd name="connsiteX12162" fmla="*/ 4944269 w 4954903"/>
                <a:gd name="connsiteY12162" fmla="*/ 2504404 h 4882701"/>
                <a:gd name="connsiteX12163" fmla="*/ 4944016 w 4954903"/>
                <a:gd name="connsiteY12163" fmla="*/ 2504404 h 4882701"/>
                <a:gd name="connsiteX12164" fmla="*/ 4943762 w 4954903"/>
                <a:gd name="connsiteY12164" fmla="*/ 2534285 h 4882701"/>
                <a:gd name="connsiteX12165" fmla="*/ 4943762 w 4954903"/>
                <a:gd name="connsiteY12165" fmla="*/ 2534285 h 4882701"/>
                <a:gd name="connsiteX12166" fmla="*/ 4936165 w 4954903"/>
                <a:gd name="connsiteY12166" fmla="*/ 2530233 h 4882701"/>
                <a:gd name="connsiteX12167" fmla="*/ 4938698 w 4954903"/>
                <a:gd name="connsiteY12167" fmla="*/ 2517825 h 4882701"/>
                <a:gd name="connsiteX12168" fmla="*/ 4937178 w 4954903"/>
                <a:gd name="connsiteY12168" fmla="*/ 2500605 h 4882701"/>
                <a:gd name="connsiteX12169" fmla="*/ 4936165 w 4954903"/>
                <a:gd name="connsiteY12169" fmla="*/ 2530233 h 4882701"/>
                <a:gd name="connsiteX12170" fmla="*/ 4929581 w 4954903"/>
                <a:gd name="connsiteY12170" fmla="*/ 2514026 h 4882701"/>
                <a:gd name="connsiteX12171" fmla="*/ 4927556 w 4954903"/>
                <a:gd name="connsiteY12171" fmla="*/ 2496807 h 4882701"/>
                <a:gd name="connsiteX12172" fmla="*/ 4927303 w 4954903"/>
                <a:gd name="connsiteY12172" fmla="*/ 2496807 h 4882701"/>
                <a:gd name="connsiteX12173" fmla="*/ 4926543 w 4954903"/>
                <a:gd name="connsiteY12173" fmla="*/ 2526434 h 4882701"/>
                <a:gd name="connsiteX12174" fmla="*/ 4929581 w 4954903"/>
                <a:gd name="connsiteY12174" fmla="*/ 2514026 h 4882701"/>
                <a:gd name="connsiteX12175" fmla="*/ 4915907 w 4954903"/>
                <a:gd name="connsiteY12175" fmla="*/ 2493009 h 4882701"/>
                <a:gd name="connsiteX12176" fmla="*/ 4915148 w 4954903"/>
                <a:gd name="connsiteY12176" fmla="*/ 2522636 h 4882701"/>
                <a:gd name="connsiteX12177" fmla="*/ 4918693 w 4954903"/>
                <a:gd name="connsiteY12177" fmla="*/ 2510228 h 4882701"/>
                <a:gd name="connsiteX12178" fmla="*/ 4916161 w 4954903"/>
                <a:gd name="connsiteY12178" fmla="*/ 2493009 h 4882701"/>
                <a:gd name="connsiteX12179" fmla="*/ 4915907 w 4954903"/>
                <a:gd name="connsiteY12179" fmla="*/ 2493009 h 4882701"/>
                <a:gd name="connsiteX12180" fmla="*/ 4902740 w 4954903"/>
                <a:gd name="connsiteY12180" fmla="*/ 2489210 h 4882701"/>
                <a:gd name="connsiteX12181" fmla="*/ 4901473 w 4954903"/>
                <a:gd name="connsiteY12181" fmla="*/ 2518584 h 4882701"/>
                <a:gd name="connsiteX12182" fmla="*/ 4905778 w 4954903"/>
                <a:gd name="connsiteY12182" fmla="*/ 2506430 h 4882701"/>
                <a:gd name="connsiteX12183" fmla="*/ 4902740 w 4954903"/>
                <a:gd name="connsiteY12183" fmla="*/ 2489210 h 4882701"/>
                <a:gd name="connsiteX12184" fmla="*/ 4887546 w 4954903"/>
                <a:gd name="connsiteY12184" fmla="*/ 2485412 h 4882701"/>
                <a:gd name="connsiteX12185" fmla="*/ 4887293 w 4954903"/>
                <a:gd name="connsiteY12185" fmla="*/ 2485412 h 4882701"/>
                <a:gd name="connsiteX12186" fmla="*/ 4886280 w 4954903"/>
                <a:gd name="connsiteY12186" fmla="*/ 2514786 h 4882701"/>
                <a:gd name="connsiteX12187" fmla="*/ 4891091 w 4954903"/>
                <a:gd name="connsiteY12187" fmla="*/ 2502631 h 4882701"/>
                <a:gd name="connsiteX12188" fmla="*/ 4887546 w 4954903"/>
                <a:gd name="connsiteY12188" fmla="*/ 2485412 h 4882701"/>
                <a:gd name="connsiteX12189" fmla="*/ 4870327 w 4954903"/>
                <a:gd name="connsiteY12189" fmla="*/ 2481614 h 4882701"/>
                <a:gd name="connsiteX12190" fmla="*/ 4869820 w 4954903"/>
                <a:gd name="connsiteY12190" fmla="*/ 2481614 h 4882701"/>
                <a:gd name="connsiteX12191" fmla="*/ 4868807 w 4954903"/>
                <a:gd name="connsiteY12191" fmla="*/ 2510988 h 4882701"/>
                <a:gd name="connsiteX12192" fmla="*/ 4874125 w 4954903"/>
                <a:gd name="connsiteY12192" fmla="*/ 2498833 h 4882701"/>
                <a:gd name="connsiteX12193" fmla="*/ 4870327 w 4954903"/>
                <a:gd name="connsiteY12193" fmla="*/ 2481614 h 4882701"/>
                <a:gd name="connsiteX12194" fmla="*/ 4851588 w 4954903"/>
                <a:gd name="connsiteY12194" fmla="*/ 2477815 h 4882701"/>
                <a:gd name="connsiteX12195" fmla="*/ 4849562 w 4954903"/>
                <a:gd name="connsiteY12195" fmla="*/ 2506683 h 4882701"/>
                <a:gd name="connsiteX12196" fmla="*/ 4855640 w 4954903"/>
                <a:gd name="connsiteY12196" fmla="*/ 2495034 h 4882701"/>
                <a:gd name="connsiteX12197" fmla="*/ 4851588 w 4954903"/>
                <a:gd name="connsiteY12197" fmla="*/ 2477815 h 4882701"/>
                <a:gd name="connsiteX12198" fmla="*/ 4830570 w 4954903"/>
                <a:gd name="connsiteY12198" fmla="*/ 2474017 h 4882701"/>
                <a:gd name="connsiteX12199" fmla="*/ 4828544 w 4954903"/>
                <a:gd name="connsiteY12199" fmla="*/ 2502884 h 4882701"/>
                <a:gd name="connsiteX12200" fmla="*/ 4835381 w 4954903"/>
                <a:gd name="connsiteY12200" fmla="*/ 2491236 h 4882701"/>
                <a:gd name="connsiteX12201" fmla="*/ 4830570 w 4954903"/>
                <a:gd name="connsiteY12201" fmla="*/ 2474017 h 4882701"/>
                <a:gd name="connsiteX12202" fmla="*/ 4808286 w 4954903"/>
                <a:gd name="connsiteY12202" fmla="*/ 2470218 h 4882701"/>
                <a:gd name="connsiteX12203" fmla="*/ 4806007 w 4954903"/>
                <a:gd name="connsiteY12203" fmla="*/ 2499086 h 4882701"/>
                <a:gd name="connsiteX12204" fmla="*/ 4813098 w 4954903"/>
                <a:gd name="connsiteY12204" fmla="*/ 2487438 h 4882701"/>
                <a:gd name="connsiteX12205" fmla="*/ 4808286 w 4954903"/>
                <a:gd name="connsiteY12205" fmla="*/ 2470218 h 4882701"/>
                <a:gd name="connsiteX12206" fmla="*/ 4783977 w 4954903"/>
                <a:gd name="connsiteY12206" fmla="*/ 2466420 h 4882701"/>
                <a:gd name="connsiteX12207" fmla="*/ 4781191 w 4954903"/>
                <a:gd name="connsiteY12207" fmla="*/ 2494781 h 4882701"/>
                <a:gd name="connsiteX12208" fmla="*/ 4789294 w 4954903"/>
                <a:gd name="connsiteY12208" fmla="*/ 2483639 h 4882701"/>
                <a:gd name="connsiteX12209" fmla="*/ 4783977 w 4954903"/>
                <a:gd name="connsiteY12209" fmla="*/ 2466420 h 4882701"/>
                <a:gd name="connsiteX12210" fmla="*/ 4757894 w 4954903"/>
                <a:gd name="connsiteY12210" fmla="*/ 2462622 h 4882701"/>
                <a:gd name="connsiteX12211" fmla="*/ 4754856 w 4954903"/>
                <a:gd name="connsiteY12211" fmla="*/ 2490983 h 4882701"/>
                <a:gd name="connsiteX12212" fmla="*/ 4763718 w 4954903"/>
                <a:gd name="connsiteY12212" fmla="*/ 2479841 h 4882701"/>
                <a:gd name="connsiteX12213" fmla="*/ 4757894 w 4954903"/>
                <a:gd name="connsiteY12213" fmla="*/ 2462622 h 4882701"/>
                <a:gd name="connsiteX12214" fmla="*/ 4730546 w 4954903"/>
                <a:gd name="connsiteY12214" fmla="*/ 2459076 h 4882701"/>
                <a:gd name="connsiteX12215" fmla="*/ 4727254 w 4954903"/>
                <a:gd name="connsiteY12215" fmla="*/ 2487438 h 4882701"/>
                <a:gd name="connsiteX12216" fmla="*/ 4736623 w 4954903"/>
                <a:gd name="connsiteY12216" fmla="*/ 2476296 h 4882701"/>
                <a:gd name="connsiteX12217" fmla="*/ 4730546 w 4954903"/>
                <a:gd name="connsiteY12217" fmla="*/ 2459076 h 4882701"/>
                <a:gd name="connsiteX12218" fmla="*/ 4701172 w 4954903"/>
                <a:gd name="connsiteY12218" fmla="*/ 2455278 h 4882701"/>
                <a:gd name="connsiteX12219" fmla="*/ 4697880 w 4954903"/>
                <a:gd name="connsiteY12219" fmla="*/ 2483639 h 4882701"/>
                <a:gd name="connsiteX12220" fmla="*/ 4707756 w 4954903"/>
                <a:gd name="connsiteY12220" fmla="*/ 2472497 h 4882701"/>
                <a:gd name="connsiteX12221" fmla="*/ 4701172 w 4954903"/>
                <a:gd name="connsiteY12221" fmla="*/ 2455278 h 4882701"/>
                <a:gd name="connsiteX12222" fmla="*/ 4670532 w 4954903"/>
                <a:gd name="connsiteY12222" fmla="*/ 2451480 h 4882701"/>
                <a:gd name="connsiteX12223" fmla="*/ 4666480 w 4954903"/>
                <a:gd name="connsiteY12223" fmla="*/ 2479081 h 4882701"/>
                <a:gd name="connsiteX12224" fmla="*/ 4677369 w 4954903"/>
                <a:gd name="connsiteY12224" fmla="*/ 2468699 h 4882701"/>
                <a:gd name="connsiteX12225" fmla="*/ 4670532 w 4954903"/>
                <a:gd name="connsiteY12225" fmla="*/ 2451480 h 4882701"/>
                <a:gd name="connsiteX12226" fmla="*/ 4638119 w 4954903"/>
                <a:gd name="connsiteY12226" fmla="*/ 2447934 h 4882701"/>
                <a:gd name="connsiteX12227" fmla="*/ 4633814 w 4954903"/>
                <a:gd name="connsiteY12227" fmla="*/ 2475536 h 4882701"/>
                <a:gd name="connsiteX12228" fmla="*/ 4645209 w 4954903"/>
                <a:gd name="connsiteY12228" fmla="*/ 2465154 h 4882701"/>
                <a:gd name="connsiteX12229" fmla="*/ 4638119 w 4954903"/>
                <a:gd name="connsiteY12229" fmla="*/ 2447934 h 4882701"/>
                <a:gd name="connsiteX12230" fmla="*/ 4604186 w 4954903"/>
                <a:gd name="connsiteY12230" fmla="*/ 2444136 h 4882701"/>
                <a:gd name="connsiteX12231" fmla="*/ 4599881 w 4954903"/>
                <a:gd name="connsiteY12231" fmla="*/ 2471738 h 4882701"/>
                <a:gd name="connsiteX12232" fmla="*/ 4611783 w 4954903"/>
                <a:gd name="connsiteY12232" fmla="*/ 2461355 h 4882701"/>
                <a:gd name="connsiteX12233" fmla="*/ 4604186 w 4954903"/>
                <a:gd name="connsiteY12233" fmla="*/ 2444136 h 4882701"/>
                <a:gd name="connsiteX12234" fmla="*/ 4568735 w 4954903"/>
                <a:gd name="connsiteY12234" fmla="*/ 2440591 h 4882701"/>
                <a:gd name="connsiteX12235" fmla="*/ 4564177 w 4954903"/>
                <a:gd name="connsiteY12235" fmla="*/ 2468193 h 4882701"/>
                <a:gd name="connsiteX12236" fmla="*/ 4576585 w 4954903"/>
                <a:gd name="connsiteY12236" fmla="*/ 2457810 h 4882701"/>
                <a:gd name="connsiteX12237" fmla="*/ 4568735 w 4954903"/>
                <a:gd name="connsiteY12237" fmla="*/ 2440591 h 4882701"/>
                <a:gd name="connsiteX12238" fmla="*/ 4540120 w 4954903"/>
                <a:gd name="connsiteY12238" fmla="*/ 2454265 h 4882701"/>
                <a:gd name="connsiteX12239" fmla="*/ 4531764 w 4954903"/>
                <a:gd name="connsiteY12239" fmla="*/ 2437046 h 4882701"/>
                <a:gd name="connsiteX12240" fmla="*/ 4526952 w 4954903"/>
                <a:gd name="connsiteY12240" fmla="*/ 2464647 h 4882701"/>
                <a:gd name="connsiteX12241" fmla="*/ 4540120 w 4954903"/>
                <a:gd name="connsiteY12241" fmla="*/ 2454265 h 4882701"/>
                <a:gd name="connsiteX12242" fmla="*/ 4493526 w 4954903"/>
                <a:gd name="connsiteY12242" fmla="*/ 2433501 h 4882701"/>
                <a:gd name="connsiteX12243" fmla="*/ 4487955 w 4954903"/>
                <a:gd name="connsiteY12243" fmla="*/ 2460343 h 4882701"/>
                <a:gd name="connsiteX12244" fmla="*/ 4502136 w 4954903"/>
                <a:gd name="connsiteY12244" fmla="*/ 2450720 h 4882701"/>
                <a:gd name="connsiteX12245" fmla="*/ 4493526 w 4954903"/>
                <a:gd name="connsiteY12245" fmla="*/ 2433501 h 4882701"/>
                <a:gd name="connsiteX12246" fmla="*/ 4462633 w 4954903"/>
                <a:gd name="connsiteY12246" fmla="*/ 2447175 h 4882701"/>
                <a:gd name="connsiteX12247" fmla="*/ 4453770 w 4954903"/>
                <a:gd name="connsiteY12247" fmla="*/ 2429955 h 4882701"/>
                <a:gd name="connsiteX12248" fmla="*/ 4447946 w 4954903"/>
                <a:gd name="connsiteY12248" fmla="*/ 2456797 h 4882701"/>
                <a:gd name="connsiteX12249" fmla="*/ 4462633 w 4954903"/>
                <a:gd name="connsiteY12249" fmla="*/ 2447175 h 4882701"/>
                <a:gd name="connsiteX12250" fmla="*/ 4412747 w 4954903"/>
                <a:gd name="connsiteY12250" fmla="*/ 2426410 h 4882701"/>
                <a:gd name="connsiteX12251" fmla="*/ 4406670 w 4954903"/>
                <a:gd name="connsiteY12251" fmla="*/ 2453252 h 4882701"/>
                <a:gd name="connsiteX12252" fmla="*/ 4421864 w 4954903"/>
                <a:gd name="connsiteY12252" fmla="*/ 2443630 h 4882701"/>
                <a:gd name="connsiteX12253" fmla="*/ 4412747 w 4954903"/>
                <a:gd name="connsiteY12253" fmla="*/ 2426410 h 4882701"/>
                <a:gd name="connsiteX12254" fmla="*/ 4370206 w 4954903"/>
                <a:gd name="connsiteY12254" fmla="*/ 2423118 h 4882701"/>
                <a:gd name="connsiteX12255" fmla="*/ 4364128 w 4954903"/>
                <a:gd name="connsiteY12255" fmla="*/ 2449960 h 4882701"/>
                <a:gd name="connsiteX12256" fmla="*/ 4379828 w 4954903"/>
                <a:gd name="connsiteY12256" fmla="*/ 2440338 h 4882701"/>
                <a:gd name="connsiteX12257" fmla="*/ 4370206 w 4954903"/>
                <a:gd name="connsiteY12257" fmla="*/ 2423118 h 4882701"/>
                <a:gd name="connsiteX12258" fmla="*/ 4326398 w 4954903"/>
                <a:gd name="connsiteY12258" fmla="*/ 2419573 h 4882701"/>
                <a:gd name="connsiteX12259" fmla="*/ 4320067 w 4954903"/>
                <a:gd name="connsiteY12259" fmla="*/ 2446415 h 4882701"/>
                <a:gd name="connsiteX12260" fmla="*/ 4336020 w 4954903"/>
                <a:gd name="connsiteY12260" fmla="*/ 2436793 h 4882701"/>
                <a:gd name="connsiteX12261" fmla="*/ 4326398 w 4954903"/>
                <a:gd name="connsiteY12261" fmla="*/ 2419573 h 4882701"/>
                <a:gd name="connsiteX12262" fmla="*/ 4281323 w 4954903"/>
                <a:gd name="connsiteY12262" fmla="*/ 2416281 h 4882701"/>
                <a:gd name="connsiteX12263" fmla="*/ 4273980 w 4954903"/>
                <a:gd name="connsiteY12263" fmla="*/ 2442110 h 4882701"/>
                <a:gd name="connsiteX12264" fmla="*/ 4291199 w 4954903"/>
                <a:gd name="connsiteY12264" fmla="*/ 2433247 h 4882701"/>
                <a:gd name="connsiteX12265" fmla="*/ 4281323 w 4954903"/>
                <a:gd name="connsiteY12265" fmla="*/ 2416281 h 4882701"/>
                <a:gd name="connsiteX12266" fmla="*/ 4245365 w 4954903"/>
                <a:gd name="connsiteY12266" fmla="*/ 2429955 h 4882701"/>
                <a:gd name="connsiteX12267" fmla="*/ 4234983 w 4954903"/>
                <a:gd name="connsiteY12267" fmla="*/ 2412989 h 4882701"/>
                <a:gd name="connsiteX12268" fmla="*/ 4227639 w 4954903"/>
                <a:gd name="connsiteY12268" fmla="*/ 2438818 h 4882701"/>
                <a:gd name="connsiteX12269" fmla="*/ 4245365 w 4954903"/>
                <a:gd name="connsiteY12269" fmla="*/ 2429955 h 4882701"/>
                <a:gd name="connsiteX12270" fmla="*/ 4187629 w 4954903"/>
                <a:gd name="connsiteY12270" fmla="*/ 2409697 h 4882701"/>
                <a:gd name="connsiteX12271" fmla="*/ 4180033 w 4954903"/>
                <a:gd name="connsiteY12271" fmla="*/ 2435526 h 4882701"/>
                <a:gd name="connsiteX12272" fmla="*/ 4198265 w 4954903"/>
                <a:gd name="connsiteY12272" fmla="*/ 2426664 h 4882701"/>
                <a:gd name="connsiteX12273" fmla="*/ 4187629 w 4954903"/>
                <a:gd name="connsiteY12273" fmla="*/ 2409697 h 4882701"/>
                <a:gd name="connsiteX12274" fmla="*/ 4138757 w 4954903"/>
                <a:gd name="connsiteY12274" fmla="*/ 2406405 h 4882701"/>
                <a:gd name="connsiteX12275" fmla="*/ 4130907 w 4954903"/>
                <a:gd name="connsiteY12275" fmla="*/ 2432235 h 4882701"/>
                <a:gd name="connsiteX12276" fmla="*/ 4149392 w 4954903"/>
                <a:gd name="connsiteY12276" fmla="*/ 2423371 h 4882701"/>
                <a:gd name="connsiteX12277" fmla="*/ 4138757 w 4954903"/>
                <a:gd name="connsiteY12277" fmla="*/ 2406405 h 4882701"/>
                <a:gd name="connsiteX12278" fmla="*/ 4089125 w 4954903"/>
                <a:gd name="connsiteY12278" fmla="*/ 2403114 h 4882701"/>
                <a:gd name="connsiteX12279" fmla="*/ 4081275 w 4954903"/>
                <a:gd name="connsiteY12279" fmla="*/ 2428942 h 4882701"/>
                <a:gd name="connsiteX12280" fmla="*/ 4100267 w 4954903"/>
                <a:gd name="connsiteY12280" fmla="*/ 2420080 h 4882701"/>
                <a:gd name="connsiteX12281" fmla="*/ 4089125 w 4954903"/>
                <a:gd name="connsiteY12281" fmla="*/ 2403114 h 4882701"/>
                <a:gd name="connsiteX12282" fmla="*/ 4037973 w 4954903"/>
                <a:gd name="connsiteY12282" fmla="*/ 2400075 h 4882701"/>
                <a:gd name="connsiteX12283" fmla="*/ 4029870 w 4954903"/>
                <a:gd name="connsiteY12283" fmla="*/ 2425904 h 4882701"/>
                <a:gd name="connsiteX12284" fmla="*/ 4049368 w 4954903"/>
                <a:gd name="connsiteY12284" fmla="*/ 2417041 h 4882701"/>
                <a:gd name="connsiteX12285" fmla="*/ 4037973 w 4954903"/>
                <a:gd name="connsiteY12285" fmla="*/ 2400075 h 4882701"/>
                <a:gd name="connsiteX12286" fmla="*/ 3985808 w 4954903"/>
                <a:gd name="connsiteY12286" fmla="*/ 2396783 h 4882701"/>
                <a:gd name="connsiteX12287" fmla="*/ 3976692 w 4954903"/>
                <a:gd name="connsiteY12287" fmla="*/ 2421599 h 4882701"/>
                <a:gd name="connsiteX12288" fmla="*/ 3997457 w 4954903"/>
                <a:gd name="connsiteY12288" fmla="*/ 2413749 h 4882701"/>
                <a:gd name="connsiteX12289" fmla="*/ 3985808 w 4954903"/>
                <a:gd name="connsiteY12289" fmla="*/ 2396783 h 4882701"/>
                <a:gd name="connsiteX12290" fmla="*/ 3932631 w 4954903"/>
                <a:gd name="connsiteY12290" fmla="*/ 2393744 h 4882701"/>
                <a:gd name="connsiteX12291" fmla="*/ 3923262 w 4954903"/>
                <a:gd name="connsiteY12291" fmla="*/ 2418560 h 4882701"/>
                <a:gd name="connsiteX12292" fmla="*/ 3944533 w 4954903"/>
                <a:gd name="connsiteY12292" fmla="*/ 2410710 h 4882701"/>
                <a:gd name="connsiteX12293" fmla="*/ 3932631 w 4954903"/>
                <a:gd name="connsiteY12293" fmla="*/ 2393744 h 4882701"/>
                <a:gd name="connsiteX12294" fmla="*/ 3890596 w 4954903"/>
                <a:gd name="connsiteY12294" fmla="*/ 2407925 h 4882701"/>
                <a:gd name="connsiteX12295" fmla="*/ 3878441 w 4954903"/>
                <a:gd name="connsiteY12295" fmla="*/ 2390959 h 4882701"/>
                <a:gd name="connsiteX12296" fmla="*/ 3869071 w 4954903"/>
                <a:gd name="connsiteY12296" fmla="*/ 2415775 h 4882701"/>
                <a:gd name="connsiteX12297" fmla="*/ 3890596 w 4954903"/>
                <a:gd name="connsiteY12297" fmla="*/ 2407925 h 4882701"/>
                <a:gd name="connsiteX12298" fmla="*/ 3652057 w 4954903"/>
                <a:gd name="connsiteY12298" fmla="*/ 2379310 h 4882701"/>
                <a:gd name="connsiteX12299" fmla="*/ 3642181 w 4954903"/>
                <a:gd name="connsiteY12299" fmla="*/ 2404126 h 4882701"/>
                <a:gd name="connsiteX12300" fmla="*/ 3665225 w 4954903"/>
                <a:gd name="connsiteY12300" fmla="*/ 2396276 h 4882701"/>
                <a:gd name="connsiteX12301" fmla="*/ 3652057 w 4954903"/>
                <a:gd name="connsiteY12301" fmla="*/ 2379310 h 4882701"/>
                <a:gd name="connsiteX12302" fmla="*/ 3593055 w 4954903"/>
                <a:gd name="connsiteY12302" fmla="*/ 2376525 h 4882701"/>
                <a:gd name="connsiteX12303" fmla="*/ 3582926 w 4954903"/>
                <a:gd name="connsiteY12303" fmla="*/ 2401341 h 4882701"/>
                <a:gd name="connsiteX12304" fmla="*/ 3606223 w 4954903"/>
                <a:gd name="connsiteY12304" fmla="*/ 2393238 h 4882701"/>
                <a:gd name="connsiteX12305" fmla="*/ 3593055 w 4954903"/>
                <a:gd name="connsiteY12305" fmla="*/ 2376525 h 4882701"/>
                <a:gd name="connsiteX12306" fmla="*/ 3533547 w 4954903"/>
                <a:gd name="connsiteY12306" fmla="*/ 2373993 h 4882701"/>
                <a:gd name="connsiteX12307" fmla="*/ 3522405 w 4954903"/>
                <a:gd name="connsiteY12307" fmla="*/ 2397796 h 4882701"/>
                <a:gd name="connsiteX12308" fmla="*/ 3546968 w 4954903"/>
                <a:gd name="connsiteY12308" fmla="*/ 2390959 h 4882701"/>
                <a:gd name="connsiteX12309" fmla="*/ 3533547 w 4954903"/>
                <a:gd name="connsiteY12309" fmla="*/ 2373993 h 4882701"/>
                <a:gd name="connsiteX12310" fmla="*/ 3472773 w 4954903"/>
                <a:gd name="connsiteY12310" fmla="*/ 2371460 h 4882701"/>
                <a:gd name="connsiteX12311" fmla="*/ 3461631 w 4954903"/>
                <a:gd name="connsiteY12311" fmla="*/ 2395263 h 4882701"/>
                <a:gd name="connsiteX12312" fmla="*/ 3486447 w 4954903"/>
                <a:gd name="connsiteY12312" fmla="*/ 2388426 h 4882701"/>
                <a:gd name="connsiteX12313" fmla="*/ 3472773 w 4954903"/>
                <a:gd name="connsiteY12313" fmla="*/ 2371460 h 4882701"/>
                <a:gd name="connsiteX12314" fmla="*/ 3411492 w 4954903"/>
                <a:gd name="connsiteY12314" fmla="*/ 2368928 h 4882701"/>
                <a:gd name="connsiteX12315" fmla="*/ 3400097 w 4954903"/>
                <a:gd name="connsiteY12315" fmla="*/ 2392731 h 4882701"/>
                <a:gd name="connsiteX12316" fmla="*/ 3425420 w 4954903"/>
                <a:gd name="connsiteY12316" fmla="*/ 2385894 h 4882701"/>
                <a:gd name="connsiteX12317" fmla="*/ 3411492 w 4954903"/>
                <a:gd name="connsiteY12317" fmla="*/ 2368928 h 4882701"/>
                <a:gd name="connsiteX12318" fmla="*/ 3349705 w 4954903"/>
                <a:gd name="connsiteY12318" fmla="*/ 2366396 h 4882701"/>
                <a:gd name="connsiteX12319" fmla="*/ 3338057 w 4954903"/>
                <a:gd name="connsiteY12319" fmla="*/ 2390199 h 4882701"/>
                <a:gd name="connsiteX12320" fmla="*/ 3363380 w 4954903"/>
                <a:gd name="connsiteY12320" fmla="*/ 2383109 h 4882701"/>
                <a:gd name="connsiteX12321" fmla="*/ 3349705 w 4954903"/>
                <a:gd name="connsiteY12321" fmla="*/ 2366396 h 4882701"/>
                <a:gd name="connsiteX12322" fmla="*/ 3286905 w 4954903"/>
                <a:gd name="connsiteY12322" fmla="*/ 2364117 h 4882701"/>
                <a:gd name="connsiteX12323" fmla="*/ 3275257 w 4954903"/>
                <a:gd name="connsiteY12323" fmla="*/ 2387920 h 4882701"/>
                <a:gd name="connsiteX12324" fmla="*/ 3301086 w 4954903"/>
                <a:gd name="connsiteY12324" fmla="*/ 2380830 h 4882701"/>
                <a:gd name="connsiteX12325" fmla="*/ 3286905 w 4954903"/>
                <a:gd name="connsiteY12325" fmla="*/ 2364117 h 4882701"/>
                <a:gd name="connsiteX12326" fmla="*/ 3223346 w 4954903"/>
                <a:gd name="connsiteY12326" fmla="*/ 2361838 h 4882701"/>
                <a:gd name="connsiteX12327" fmla="*/ 3211697 w 4954903"/>
                <a:gd name="connsiteY12327" fmla="*/ 2385641 h 4882701"/>
                <a:gd name="connsiteX12328" fmla="*/ 3237779 w 4954903"/>
                <a:gd name="connsiteY12328" fmla="*/ 2378551 h 4882701"/>
                <a:gd name="connsiteX12329" fmla="*/ 3223346 w 4954903"/>
                <a:gd name="connsiteY12329" fmla="*/ 2361838 h 4882701"/>
                <a:gd name="connsiteX12330" fmla="*/ 3159279 w 4954903"/>
                <a:gd name="connsiteY12330" fmla="*/ 2359559 h 4882701"/>
                <a:gd name="connsiteX12331" fmla="*/ 3147378 w 4954903"/>
                <a:gd name="connsiteY12331" fmla="*/ 2383362 h 4882701"/>
                <a:gd name="connsiteX12332" fmla="*/ 3173460 w 4954903"/>
                <a:gd name="connsiteY12332" fmla="*/ 2376271 h 4882701"/>
                <a:gd name="connsiteX12333" fmla="*/ 3159279 w 4954903"/>
                <a:gd name="connsiteY12333" fmla="*/ 2359559 h 4882701"/>
                <a:gd name="connsiteX12334" fmla="*/ 3082552 w 4954903"/>
                <a:gd name="connsiteY12334" fmla="*/ 2381336 h 4882701"/>
                <a:gd name="connsiteX12335" fmla="*/ 3109141 w 4954903"/>
                <a:gd name="connsiteY12335" fmla="*/ 2374246 h 4882701"/>
                <a:gd name="connsiteX12336" fmla="*/ 3094707 w 4954903"/>
                <a:gd name="connsiteY12336" fmla="*/ 2357533 h 4882701"/>
                <a:gd name="connsiteX12337" fmla="*/ 3082552 w 4954903"/>
                <a:gd name="connsiteY12337" fmla="*/ 2381336 h 4882701"/>
                <a:gd name="connsiteX12338" fmla="*/ 3016966 w 4954903"/>
                <a:gd name="connsiteY12338" fmla="*/ 2379310 h 4882701"/>
                <a:gd name="connsiteX12339" fmla="*/ 3043808 w 4954903"/>
                <a:gd name="connsiteY12339" fmla="*/ 2372220 h 4882701"/>
                <a:gd name="connsiteX12340" fmla="*/ 3029121 w 4954903"/>
                <a:gd name="connsiteY12340" fmla="*/ 2355507 h 4882701"/>
                <a:gd name="connsiteX12341" fmla="*/ 3016966 w 4954903"/>
                <a:gd name="connsiteY12341" fmla="*/ 2379310 h 4882701"/>
                <a:gd name="connsiteX12342" fmla="*/ 2951128 w 4954903"/>
                <a:gd name="connsiteY12342" fmla="*/ 2377284 h 4882701"/>
                <a:gd name="connsiteX12343" fmla="*/ 2978223 w 4954903"/>
                <a:gd name="connsiteY12343" fmla="*/ 2370194 h 4882701"/>
                <a:gd name="connsiteX12344" fmla="*/ 2963282 w 4954903"/>
                <a:gd name="connsiteY12344" fmla="*/ 2353481 h 4882701"/>
                <a:gd name="connsiteX12345" fmla="*/ 2951128 w 4954903"/>
                <a:gd name="connsiteY12345" fmla="*/ 2377284 h 4882701"/>
                <a:gd name="connsiteX12346" fmla="*/ 2911625 w 4954903"/>
                <a:gd name="connsiteY12346" fmla="*/ 2368168 h 4882701"/>
                <a:gd name="connsiteX12347" fmla="*/ 2896684 w 4954903"/>
                <a:gd name="connsiteY12347" fmla="*/ 2351455 h 4882701"/>
                <a:gd name="connsiteX12348" fmla="*/ 2884529 w 4954903"/>
                <a:gd name="connsiteY12348" fmla="*/ 2375512 h 4882701"/>
                <a:gd name="connsiteX12349" fmla="*/ 2911625 w 4954903"/>
                <a:gd name="connsiteY12349" fmla="*/ 2368168 h 4882701"/>
                <a:gd name="connsiteX12350" fmla="*/ 2845026 w 4954903"/>
                <a:gd name="connsiteY12350" fmla="*/ 2366143 h 4882701"/>
                <a:gd name="connsiteX12351" fmla="*/ 2830086 w 4954903"/>
                <a:gd name="connsiteY12351" fmla="*/ 2349430 h 4882701"/>
                <a:gd name="connsiteX12352" fmla="*/ 2817678 w 4954903"/>
                <a:gd name="connsiteY12352" fmla="*/ 2373486 h 4882701"/>
                <a:gd name="connsiteX12353" fmla="*/ 2845026 w 4954903"/>
                <a:gd name="connsiteY12353" fmla="*/ 2366143 h 4882701"/>
                <a:gd name="connsiteX12354" fmla="*/ 2613831 w 4954903"/>
                <a:gd name="connsiteY12354" fmla="*/ 2368422 h 4882701"/>
                <a:gd name="connsiteX12355" fmla="*/ 2641686 w 4954903"/>
                <a:gd name="connsiteY12355" fmla="*/ 2361078 h 4882701"/>
                <a:gd name="connsiteX12356" fmla="*/ 2626492 w 4954903"/>
                <a:gd name="connsiteY12356" fmla="*/ 2344365 h 4882701"/>
                <a:gd name="connsiteX12357" fmla="*/ 2613831 w 4954903"/>
                <a:gd name="connsiteY12357" fmla="*/ 2368422 h 4882701"/>
                <a:gd name="connsiteX12358" fmla="*/ 2545207 w 4954903"/>
                <a:gd name="connsiteY12358" fmla="*/ 2367156 h 4882701"/>
                <a:gd name="connsiteX12359" fmla="*/ 2573315 w 4954903"/>
                <a:gd name="connsiteY12359" fmla="*/ 2359812 h 4882701"/>
                <a:gd name="connsiteX12360" fmla="*/ 2558121 w 4954903"/>
                <a:gd name="connsiteY12360" fmla="*/ 2343099 h 4882701"/>
                <a:gd name="connsiteX12361" fmla="*/ 2545207 w 4954903"/>
                <a:gd name="connsiteY12361" fmla="*/ 2367156 h 4882701"/>
                <a:gd name="connsiteX12362" fmla="*/ 2504437 w 4954903"/>
                <a:gd name="connsiteY12362" fmla="*/ 2358292 h 4882701"/>
                <a:gd name="connsiteX12363" fmla="*/ 2488737 w 4954903"/>
                <a:gd name="connsiteY12363" fmla="*/ 2341580 h 4882701"/>
                <a:gd name="connsiteX12364" fmla="*/ 2476076 w 4954903"/>
                <a:gd name="connsiteY12364" fmla="*/ 2365636 h 4882701"/>
                <a:gd name="connsiteX12365" fmla="*/ 2504437 w 4954903"/>
                <a:gd name="connsiteY12365" fmla="*/ 2358292 h 4882701"/>
                <a:gd name="connsiteX12366" fmla="*/ 1726527 w 4954903"/>
                <a:gd name="connsiteY12366" fmla="*/ 2332717 h 4882701"/>
                <a:gd name="connsiteX12367" fmla="*/ 1714372 w 4954903"/>
                <a:gd name="connsiteY12367" fmla="*/ 2357026 h 4882701"/>
                <a:gd name="connsiteX12368" fmla="*/ 1741468 w 4954903"/>
                <a:gd name="connsiteY12368" fmla="*/ 2349176 h 4882701"/>
                <a:gd name="connsiteX12369" fmla="*/ 1726527 w 4954903"/>
                <a:gd name="connsiteY12369" fmla="*/ 2332717 h 4882701"/>
                <a:gd name="connsiteX12370" fmla="*/ 1660689 w 4954903"/>
                <a:gd name="connsiteY12370" fmla="*/ 2332717 h 4882701"/>
                <a:gd name="connsiteX12371" fmla="*/ 1648534 w 4954903"/>
                <a:gd name="connsiteY12371" fmla="*/ 2357026 h 4882701"/>
                <a:gd name="connsiteX12372" fmla="*/ 1675376 w 4954903"/>
                <a:gd name="connsiteY12372" fmla="*/ 2349176 h 4882701"/>
                <a:gd name="connsiteX12373" fmla="*/ 1660689 w 4954903"/>
                <a:gd name="connsiteY12373" fmla="*/ 2332717 h 4882701"/>
                <a:gd name="connsiteX12374" fmla="*/ 1595610 w 4954903"/>
                <a:gd name="connsiteY12374" fmla="*/ 2332463 h 4882701"/>
                <a:gd name="connsiteX12375" fmla="*/ 1583708 w 4954903"/>
                <a:gd name="connsiteY12375" fmla="*/ 2356773 h 4882701"/>
                <a:gd name="connsiteX12376" fmla="*/ 1610043 w 4954903"/>
                <a:gd name="connsiteY12376" fmla="*/ 2348923 h 4882701"/>
                <a:gd name="connsiteX12377" fmla="*/ 1595610 w 4954903"/>
                <a:gd name="connsiteY12377" fmla="*/ 2332463 h 4882701"/>
                <a:gd name="connsiteX12378" fmla="*/ 1531290 w 4954903"/>
                <a:gd name="connsiteY12378" fmla="*/ 2332463 h 4882701"/>
                <a:gd name="connsiteX12379" fmla="*/ 1519642 w 4954903"/>
                <a:gd name="connsiteY12379" fmla="*/ 2356773 h 4882701"/>
                <a:gd name="connsiteX12380" fmla="*/ 1545724 w 4954903"/>
                <a:gd name="connsiteY12380" fmla="*/ 2348670 h 4882701"/>
                <a:gd name="connsiteX12381" fmla="*/ 1531290 w 4954903"/>
                <a:gd name="connsiteY12381" fmla="*/ 2332463 h 4882701"/>
                <a:gd name="connsiteX12382" fmla="*/ 1468237 w 4954903"/>
                <a:gd name="connsiteY12382" fmla="*/ 2332717 h 4882701"/>
                <a:gd name="connsiteX12383" fmla="*/ 1456842 w 4954903"/>
                <a:gd name="connsiteY12383" fmla="*/ 2357026 h 4882701"/>
                <a:gd name="connsiteX12384" fmla="*/ 1482164 w 4954903"/>
                <a:gd name="connsiteY12384" fmla="*/ 2348923 h 4882701"/>
                <a:gd name="connsiteX12385" fmla="*/ 1468237 w 4954903"/>
                <a:gd name="connsiteY12385" fmla="*/ 2332717 h 4882701"/>
                <a:gd name="connsiteX12386" fmla="*/ 1406197 w 4954903"/>
                <a:gd name="connsiteY12386" fmla="*/ 2332970 h 4882701"/>
                <a:gd name="connsiteX12387" fmla="*/ 1394801 w 4954903"/>
                <a:gd name="connsiteY12387" fmla="*/ 2357280 h 4882701"/>
                <a:gd name="connsiteX12388" fmla="*/ 1419871 w 4954903"/>
                <a:gd name="connsiteY12388" fmla="*/ 2349176 h 4882701"/>
                <a:gd name="connsiteX12389" fmla="*/ 1406197 w 4954903"/>
                <a:gd name="connsiteY12389" fmla="*/ 2332970 h 4882701"/>
                <a:gd name="connsiteX12390" fmla="*/ 1358590 w 4954903"/>
                <a:gd name="connsiteY12390" fmla="*/ 2349683 h 4882701"/>
                <a:gd name="connsiteX12391" fmla="*/ 1344916 w 4954903"/>
                <a:gd name="connsiteY12391" fmla="*/ 2333476 h 4882701"/>
                <a:gd name="connsiteX12392" fmla="*/ 1333774 w 4954903"/>
                <a:gd name="connsiteY12392" fmla="*/ 2357786 h 4882701"/>
                <a:gd name="connsiteX12393" fmla="*/ 1358590 w 4954903"/>
                <a:gd name="connsiteY12393" fmla="*/ 2349683 h 4882701"/>
                <a:gd name="connsiteX12394" fmla="*/ 4954904 w 4954903"/>
                <a:gd name="connsiteY12394" fmla="*/ 2458570 h 4882701"/>
                <a:gd name="connsiteX12395" fmla="*/ 4954904 w 4954903"/>
                <a:gd name="connsiteY12395" fmla="*/ 2450467 h 4882701"/>
                <a:gd name="connsiteX12396" fmla="*/ 4954904 w 4954903"/>
                <a:gd name="connsiteY12396" fmla="*/ 2479841 h 4882701"/>
                <a:gd name="connsiteX12397" fmla="*/ 4954904 w 4954903"/>
                <a:gd name="connsiteY12397" fmla="*/ 2472751 h 4882701"/>
                <a:gd name="connsiteX12398" fmla="*/ 4954904 w 4954903"/>
                <a:gd name="connsiteY12398" fmla="*/ 2471738 h 4882701"/>
                <a:gd name="connsiteX12399" fmla="*/ 4954904 w 4954903"/>
                <a:gd name="connsiteY12399" fmla="*/ 2458570 h 4882701"/>
                <a:gd name="connsiteX12400" fmla="*/ 4953385 w 4954903"/>
                <a:gd name="connsiteY12400" fmla="*/ 2446921 h 4882701"/>
                <a:gd name="connsiteX12401" fmla="*/ 4953385 w 4954903"/>
                <a:gd name="connsiteY12401" fmla="*/ 2446921 h 4882701"/>
                <a:gd name="connsiteX12402" fmla="*/ 4953638 w 4954903"/>
                <a:gd name="connsiteY12402" fmla="*/ 2476549 h 4882701"/>
                <a:gd name="connsiteX12403" fmla="*/ 4954144 w 4954903"/>
                <a:gd name="connsiteY12403" fmla="*/ 2463888 h 4882701"/>
                <a:gd name="connsiteX12404" fmla="*/ 4953385 w 4954903"/>
                <a:gd name="connsiteY12404" fmla="*/ 2446921 h 4882701"/>
                <a:gd name="connsiteX12405" fmla="*/ 4949840 w 4954903"/>
                <a:gd name="connsiteY12405" fmla="*/ 2443376 h 4882701"/>
                <a:gd name="connsiteX12406" fmla="*/ 4950093 w 4954903"/>
                <a:gd name="connsiteY12406" fmla="*/ 2473004 h 4882701"/>
                <a:gd name="connsiteX12407" fmla="*/ 4950852 w 4954903"/>
                <a:gd name="connsiteY12407" fmla="*/ 2460343 h 4882701"/>
                <a:gd name="connsiteX12408" fmla="*/ 4949840 w 4954903"/>
                <a:gd name="connsiteY12408" fmla="*/ 2443376 h 4882701"/>
                <a:gd name="connsiteX12409" fmla="*/ 4949840 w 4954903"/>
                <a:gd name="connsiteY12409" fmla="*/ 2443376 h 4882701"/>
                <a:gd name="connsiteX12410" fmla="*/ 4944775 w 4954903"/>
                <a:gd name="connsiteY12410" fmla="*/ 2439831 h 4882701"/>
                <a:gd name="connsiteX12411" fmla="*/ 4944775 w 4954903"/>
                <a:gd name="connsiteY12411" fmla="*/ 2439831 h 4882701"/>
                <a:gd name="connsiteX12412" fmla="*/ 4945028 w 4954903"/>
                <a:gd name="connsiteY12412" fmla="*/ 2469459 h 4882701"/>
                <a:gd name="connsiteX12413" fmla="*/ 4946294 w 4954903"/>
                <a:gd name="connsiteY12413" fmla="*/ 2456797 h 4882701"/>
                <a:gd name="connsiteX12414" fmla="*/ 4944775 w 4954903"/>
                <a:gd name="connsiteY12414" fmla="*/ 2439831 h 4882701"/>
                <a:gd name="connsiteX12415" fmla="*/ 4937431 w 4954903"/>
                <a:gd name="connsiteY12415" fmla="*/ 2436033 h 4882701"/>
                <a:gd name="connsiteX12416" fmla="*/ 4937431 w 4954903"/>
                <a:gd name="connsiteY12416" fmla="*/ 2465407 h 4882701"/>
                <a:gd name="connsiteX12417" fmla="*/ 4939457 w 4954903"/>
                <a:gd name="connsiteY12417" fmla="*/ 2452999 h 4882701"/>
                <a:gd name="connsiteX12418" fmla="*/ 4937431 w 4954903"/>
                <a:gd name="connsiteY12418" fmla="*/ 2436033 h 4882701"/>
                <a:gd name="connsiteX12419" fmla="*/ 4927809 w 4954903"/>
                <a:gd name="connsiteY12419" fmla="*/ 2432235 h 4882701"/>
                <a:gd name="connsiteX12420" fmla="*/ 4927809 w 4954903"/>
                <a:gd name="connsiteY12420" fmla="*/ 2461609 h 4882701"/>
                <a:gd name="connsiteX12421" fmla="*/ 4930341 w 4954903"/>
                <a:gd name="connsiteY12421" fmla="*/ 2449201 h 4882701"/>
                <a:gd name="connsiteX12422" fmla="*/ 4927809 w 4954903"/>
                <a:gd name="connsiteY12422" fmla="*/ 2432235 h 4882701"/>
                <a:gd name="connsiteX12423" fmla="*/ 4927809 w 4954903"/>
                <a:gd name="connsiteY12423" fmla="*/ 2432235 h 4882701"/>
                <a:gd name="connsiteX12424" fmla="*/ 4916667 w 4954903"/>
                <a:gd name="connsiteY12424" fmla="*/ 2428436 h 4882701"/>
                <a:gd name="connsiteX12425" fmla="*/ 4916414 w 4954903"/>
                <a:gd name="connsiteY12425" fmla="*/ 2428436 h 4882701"/>
                <a:gd name="connsiteX12426" fmla="*/ 4916414 w 4954903"/>
                <a:gd name="connsiteY12426" fmla="*/ 2457810 h 4882701"/>
                <a:gd name="connsiteX12427" fmla="*/ 4919453 w 4954903"/>
                <a:gd name="connsiteY12427" fmla="*/ 2445402 h 4882701"/>
                <a:gd name="connsiteX12428" fmla="*/ 4916667 w 4954903"/>
                <a:gd name="connsiteY12428" fmla="*/ 2428436 h 4882701"/>
                <a:gd name="connsiteX12429" fmla="*/ 4903246 w 4954903"/>
                <a:gd name="connsiteY12429" fmla="*/ 2424638 h 4882701"/>
                <a:gd name="connsiteX12430" fmla="*/ 4902740 w 4954903"/>
                <a:gd name="connsiteY12430" fmla="*/ 2453759 h 4882701"/>
                <a:gd name="connsiteX12431" fmla="*/ 4906791 w 4954903"/>
                <a:gd name="connsiteY12431" fmla="*/ 2441604 h 4882701"/>
                <a:gd name="connsiteX12432" fmla="*/ 4903246 w 4954903"/>
                <a:gd name="connsiteY12432" fmla="*/ 2424638 h 4882701"/>
                <a:gd name="connsiteX12433" fmla="*/ 4887799 w 4954903"/>
                <a:gd name="connsiteY12433" fmla="*/ 2420839 h 4882701"/>
                <a:gd name="connsiteX12434" fmla="*/ 4887546 w 4954903"/>
                <a:gd name="connsiteY12434" fmla="*/ 2420839 h 4882701"/>
                <a:gd name="connsiteX12435" fmla="*/ 4887293 w 4954903"/>
                <a:gd name="connsiteY12435" fmla="*/ 2449960 h 4882701"/>
                <a:gd name="connsiteX12436" fmla="*/ 4891851 w 4954903"/>
                <a:gd name="connsiteY12436" fmla="*/ 2437805 h 4882701"/>
                <a:gd name="connsiteX12437" fmla="*/ 4887799 w 4954903"/>
                <a:gd name="connsiteY12437" fmla="*/ 2420839 h 4882701"/>
                <a:gd name="connsiteX12438" fmla="*/ 4870833 w 4954903"/>
                <a:gd name="connsiteY12438" fmla="*/ 2417041 h 4882701"/>
                <a:gd name="connsiteX12439" fmla="*/ 4870327 w 4954903"/>
                <a:gd name="connsiteY12439" fmla="*/ 2417041 h 4882701"/>
                <a:gd name="connsiteX12440" fmla="*/ 4870074 w 4954903"/>
                <a:gd name="connsiteY12440" fmla="*/ 2446162 h 4882701"/>
                <a:gd name="connsiteX12441" fmla="*/ 4874885 w 4954903"/>
                <a:gd name="connsiteY12441" fmla="*/ 2434007 h 4882701"/>
                <a:gd name="connsiteX12442" fmla="*/ 4870833 w 4954903"/>
                <a:gd name="connsiteY12442" fmla="*/ 2417041 h 4882701"/>
                <a:gd name="connsiteX12443" fmla="*/ 4851841 w 4954903"/>
                <a:gd name="connsiteY12443" fmla="*/ 2413243 h 4882701"/>
                <a:gd name="connsiteX12444" fmla="*/ 4850575 w 4954903"/>
                <a:gd name="connsiteY12444" fmla="*/ 2441857 h 4882701"/>
                <a:gd name="connsiteX12445" fmla="*/ 4856399 w 4954903"/>
                <a:gd name="connsiteY12445" fmla="*/ 2430209 h 4882701"/>
                <a:gd name="connsiteX12446" fmla="*/ 4851841 w 4954903"/>
                <a:gd name="connsiteY12446" fmla="*/ 2413243 h 4882701"/>
                <a:gd name="connsiteX12447" fmla="*/ 4831077 w 4954903"/>
                <a:gd name="connsiteY12447" fmla="*/ 2409444 h 4882701"/>
                <a:gd name="connsiteX12448" fmla="*/ 4829557 w 4954903"/>
                <a:gd name="connsiteY12448" fmla="*/ 2438059 h 4882701"/>
                <a:gd name="connsiteX12449" fmla="*/ 4835888 w 4954903"/>
                <a:gd name="connsiteY12449" fmla="*/ 2426410 h 4882701"/>
                <a:gd name="connsiteX12450" fmla="*/ 4831077 w 4954903"/>
                <a:gd name="connsiteY12450" fmla="*/ 2409444 h 4882701"/>
                <a:gd name="connsiteX12451" fmla="*/ 4808540 w 4954903"/>
                <a:gd name="connsiteY12451" fmla="*/ 2405646 h 4882701"/>
                <a:gd name="connsiteX12452" fmla="*/ 4808033 w 4954903"/>
                <a:gd name="connsiteY12452" fmla="*/ 2405646 h 4882701"/>
                <a:gd name="connsiteX12453" fmla="*/ 4807020 w 4954903"/>
                <a:gd name="connsiteY12453" fmla="*/ 2434260 h 4882701"/>
                <a:gd name="connsiteX12454" fmla="*/ 4813857 w 4954903"/>
                <a:gd name="connsiteY12454" fmla="*/ 2422612 h 4882701"/>
                <a:gd name="connsiteX12455" fmla="*/ 4808540 w 4954903"/>
                <a:gd name="connsiteY12455" fmla="*/ 2405646 h 4882701"/>
                <a:gd name="connsiteX12456" fmla="*/ 4784230 w 4954903"/>
                <a:gd name="connsiteY12456" fmla="*/ 2401847 h 4882701"/>
                <a:gd name="connsiteX12457" fmla="*/ 4783723 w 4954903"/>
                <a:gd name="connsiteY12457" fmla="*/ 2401847 h 4882701"/>
                <a:gd name="connsiteX12458" fmla="*/ 4782710 w 4954903"/>
                <a:gd name="connsiteY12458" fmla="*/ 2430462 h 4882701"/>
                <a:gd name="connsiteX12459" fmla="*/ 4790054 w 4954903"/>
                <a:gd name="connsiteY12459" fmla="*/ 2418813 h 4882701"/>
                <a:gd name="connsiteX12460" fmla="*/ 4784230 w 4954903"/>
                <a:gd name="connsiteY12460" fmla="*/ 2401847 h 4882701"/>
                <a:gd name="connsiteX12461" fmla="*/ 4764478 w 4954903"/>
                <a:gd name="connsiteY12461" fmla="*/ 2415015 h 4882701"/>
                <a:gd name="connsiteX12462" fmla="*/ 4758401 w 4954903"/>
                <a:gd name="connsiteY12462" fmla="*/ 2398049 h 4882701"/>
                <a:gd name="connsiteX12463" fmla="*/ 4756122 w 4954903"/>
                <a:gd name="connsiteY12463" fmla="*/ 2426157 h 4882701"/>
                <a:gd name="connsiteX12464" fmla="*/ 4764478 w 4954903"/>
                <a:gd name="connsiteY12464" fmla="*/ 2415015 h 4882701"/>
                <a:gd name="connsiteX12465" fmla="*/ 4764478 w 4954903"/>
                <a:gd name="connsiteY12465" fmla="*/ 2415015 h 4882701"/>
                <a:gd name="connsiteX12466" fmla="*/ 4730799 w 4954903"/>
                <a:gd name="connsiteY12466" fmla="*/ 2394251 h 4882701"/>
                <a:gd name="connsiteX12467" fmla="*/ 4728267 w 4954903"/>
                <a:gd name="connsiteY12467" fmla="*/ 2422359 h 4882701"/>
                <a:gd name="connsiteX12468" fmla="*/ 4737130 w 4954903"/>
                <a:gd name="connsiteY12468" fmla="*/ 2411217 h 4882701"/>
                <a:gd name="connsiteX12469" fmla="*/ 4730799 w 4954903"/>
                <a:gd name="connsiteY12469" fmla="*/ 2394251 h 4882701"/>
                <a:gd name="connsiteX12470" fmla="*/ 4708515 w 4954903"/>
                <a:gd name="connsiteY12470" fmla="*/ 2407672 h 4882701"/>
                <a:gd name="connsiteX12471" fmla="*/ 4701678 w 4954903"/>
                <a:gd name="connsiteY12471" fmla="*/ 2390706 h 4882701"/>
                <a:gd name="connsiteX12472" fmla="*/ 4699146 w 4954903"/>
                <a:gd name="connsiteY12472" fmla="*/ 2418813 h 4882701"/>
                <a:gd name="connsiteX12473" fmla="*/ 4708515 w 4954903"/>
                <a:gd name="connsiteY12473" fmla="*/ 2407672 h 4882701"/>
                <a:gd name="connsiteX12474" fmla="*/ 4678128 w 4954903"/>
                <a:gd name="connsiteY12474" fmla="*/ 2403873 h 4882701"/>
                <a:gd name="connsiteX12475" fmla="*/ 4671038 w 4954903"/>
                <a:gd name="connsiteY12475" fmla="*/ 2386907 h 4882701"/>
                <a:gd name="connsiteX12476" fmla="*/ 4670278 w 4954903"/>
                <a:gd name="connsiteY12476" fmla="*/ 2386907 h 4882701"/>
                <a:gd name="connsiteX12477" fmla="*/ 4668253 w 4954903"/>
                <a:gd name="connsiteY12477" fmla="*/ 2415015 h 4882701"/>
                <a:gd name="connsiteX12478" fmla="*/ 4678128 w 4954903"/>
                <a:gd name="connsiteY12478" fmla="*/ 2403873 h 4882701"/>
                <a:gd name="connsiteX12479" fmla="*/ 4638372 w 4954903"/>
                <a:gd name="connsiteY12479" fmla="*/ 2383109 h 4882701"/>
                <a:gd name="connsiteX12480" fmla="*/ 4634827 w 4954903"/>
                <a:gd name="connsiteY12480" fmla="*/ 2410457 h 4882701"/>
                <a:gd name="connsiteX12481" fmla="*/ 4645969 w 4954903"/>
                <a:gd name="connsiteY12481" fmla="*/ 2400075 h 4882701"/>
                <a:gd name="connsiteX12482" fmla="*/ 4638372 w 4954903"/>
                <a:gd name="connsiteY12482" fmla="*/ 2383109 h 4882701"/>
                <a:gd name="connsiteX12483" fmla="*/ 4604440 w 4954903"/>
                <a:gd name="connsiteY12483" fmla="*/ 2379564 h 4882701"/>
                <a:gd name="connsiteX12484" fmla="*/ 4600641 w 4954903"/>
                <a:gd name="connsiteY12484" fmla="*/ 2406912 h 4882701"/>
                <a:gd name="connsiteX12485" fmla="*/ 4612289 w 4954903"/>
                <a:gd name="connsiteY12485" fmla="*/ 2396530 h 4882701"/>
                <a:gd name="connsiteX12486" fmla="*/ 4604440 w 4954903"/>
                <a:gd name="connsiteY12486" fmla="*/ 2379564 h 4882701"/>
                <a:gd name="connsiteX12487" fmla="*/ 4569241 w 4954903"/>
                <a:gd name="connsiteY12487" fmla="*/ 2376018 h 4882701"/>
                <a:gd name="connsiteX12488" fmla="*/ 4565189 w 4954903"/>
                <a:gd name="connsiteY12488" fmla="*/ 2403367 h 4882701"/>
                <a:gd name="connsiteX12489" fmla="*/ 4577344 w 4954903"/>
                <a:gd name="connsiteY12489" fmla="*/ 2392984 h 4882701"/>
                <a:gd name="connsiteX12490" fmla="*/ 4569241 w 4954903"/>
                <a:gd name="connsiteY12490" fmla="*/ 2376018 h 4882701"/>
                <a:gd name="connsiteX12491" fmla="*/ 4540880 w 4954903"/>
                <a:gd name="connsiteY12491" fmla="*/ 2389439 h 4882701"/>
                <a:gd name="connsiteX12492" fmla="*/ 4532270 w 4954903"/>
                <a:gd name="connsiteY12492" fmla="*/ 2372473 h 4882701"/>
                <a:gd name="connsiteX12493" fmla="*/ 4528219 w 4954903"/>
                <a:gd name="connsiteY12493" fmla="*/ 2399821 h 4882701"/>
                <a:gd name="connsiteX12494" fmla="*/ 4540880 w 4954903"/>
                <a:gd name="connsiteY12494" fmla="*/ 2389439 h 4882701"/>
                <a:gd name="connsiteX12495" fmla="*/ 4540880 w 4954903"/>
                <a:gd name="connsiteY12495" fmla="*/ 2389439 h 4882701"/>
                <a:gd name="connsiteX12496" fmla="*/ 4494033 w 4954903"/>
                <a:gd name="connsiteY12496" fmla="*/ 2368928 h 4882701"/>
                <a:gd name="connsiteX12497" fmla="*/ 4488969 w 4954903"/>
                <a:gd name="connsiteY12497" fmla="*/ 2395517 h 4882701"/>
                <a:gd name="connsiteX12498" fmla="*/ 4502896 w 4954903"/>
                <a:gd name="connsiteY12498" fmla="*/ 2385894 h 4882701"/>
                <a:gd name="connsiteX12499" fmla="*/ 4494033 w 4954903"/>
                <a:gd name="connsiteY12499" fmla="*/ 2368928 h 4882701"/>
                <a:gd name="connsiteX12500" fmla="*/ 4454276 w 4954903"/>
                <a:gd name="connsiteY12500" fmla="*/ 2365383 h 4882701"/>
                <a:gd name="connsiteX12501" fmla="*/ 4448959 w 4954903"/>
                <a:gd name="connsiteY12501" fmla="*/ 2391972 h 4882701"/>
                <a:gd name="connsiteX12502" fmla="*/ 4463393 w 4954903"/>
                <a:gd name="connsiteY12502" fmla="*/ 2382349 h 4882701"/>
                <a:gd name="connsiteX12503" fmla="*/ 4454276 w 4954903"/>
                <a:gd name="connsiteY12503" fmla="*/ 2365383 h 4882701"/>
                <a:gd name="connsiteX12504" fmla="*/ 4413254 w 4954903"/>
                <a:gd name="connsiteY12504" fmla="*/ 2361838 h 4882701"/>
                <a:gd name="connsiteX12505" fmla="*/ 4407936 w 4954903"/>
                <a:gd name="connsiteY12505" fmla="*/ 2388426 h 4882701"/>
                <a:gd name="connsiteX12506" fmla="*/ 4422877 w 4954903"/>
                <a:gd name="connsiteY12506" fmla="*/ 2378804 h 4882701"/>
                <a:gd name="connsiteX12507" fmla="*/ 4413254 w 4954903"/>
                <a:gd name="connsiteY12507" fmla="*/ 2361838 h 4882701"/>
                <a:gd name="connsiteX12508" fmla="*/ 4370712 w 4954903"/>
                <a:gd name="connsiteY12508" fmla="*/ 2358292 h 4882701"/>
                <a:gd name="connsiteX12509" fmla="*/ 4365141 w 4954903"/>
                <a:gd name="connsiteY12509" fmla="*/ 2384881 h 4882701"/>
                <a:gd name="connsiteX12510" fmla="*/ 4380588 w 4954903"/>
                <a:gd name="connsiteY12510" fmla="*/ 2375259 h 4882701"/>
                <a:gd name="connsiteX12511" fmla="*/ 4370712 w 4954903"/>
                <a:gd name="connsiteY12511" fmla="*/ 2358292 h 4882701"/>
                <a:gd name="connsiteX12512" fmla="*/ 4326904 w 4954903"/>
                <a:gd name="connsiteY12512" fmla="*/ 2355001 h 4882701"/>
                <a:gd name="connsiteX12513" fmla="*/ 4321080 w 4954903"/>
                <a:gd name="connsiteY12513" fmla="*/ 2381589 h 4882701"/>
                <a:gd name="connsiteX12514" fmla="*/ 4336780 w 4954903"/>
                <a:gd name="connsiteY12514" fmla="*/ 2371967 h 4882701"/>
                <a:gd name="connsiteX12515" fmla="*/ 4326904 w 4954903"/>
                <a:gd name="connsiteY12515" fmla="*/ 2355001 h 4882701"/>
                <a:gd name="connsiteX12516" fmla="*/ 4281830 w 4954903"/>
                <a:gd name="connsiteY12516" fmla="*/ 2351455 h 4882701"/>
                <a:gd name="connsiteX12517" fmla="*/ 4274993 w 4954903"/>
                <a:gd name="connsiteY12517" fmla="*/ 2377031 h 4882701"/>
                <a:gd name="connsiteX12518" fmla="*/ 4292212 w 4954903"/>
                <a:gd name="connsiteY12518" fmla="*/ 2368422 h 4882701"/>
                <a:gd name="connsiteX12519" fmla="*/ 4281830 w 4954903"/>
                <a:gd name="connsiteY12519" fmla="*/ 2351455 h 4882701"/>
                <a:gd name="connsiteX12520" fmla="*/ 4235489 w 4954903"/>
                <a:gd name="connsiteY12520" fmla="*/ 2348164 h 4882701"/>
                <a:gd name="connsiteX12521" fmla="*/ 4228652 w 4954903"/>
                <a:gd name="connsiteY12521" fmla="*/ 2373739 h 4882701"/>
                <a:gd name="connsiteX12522" fmla="*/ 4246378 w 4954903"/>
                <a:gd name="connsiteY12522" fmla="*/ 2365130 h 4882701"/>
                <a:gd name="connsiteX12523" fmla="*/ 4235489 w 4954903"/>
                <a:gd name="connsiteY12523" fmla="*/ 2348164 h 4882701"/>
                <a:gd name="connsiteX12524" fmla="*/ 4188136 w 4954903"/>
                <a:gd name="connsiteY12524" fmla="*/ 2344872 h 4882701"/>
                <a:gd name="connsiteX12525" fmla="*/ 4181046 w 4954903"/>
                <a:gd name="connsiteY12525" fmla="*/ 2370701 h 4882701"/>
                <a:gd name="connsiteX12526" fmla="*/ 4199278 w 4954903"/>
                <a:gd name="connsiteY12526" fmla="*/ 2361838 h 4882701"/>
                <a:gd name="connsiteX12527" fmla="*/ 4188136 w 4954903"/>
                <a:gd name="connsiteY12527" fmla="*/ 2344872 h 4882701"/>
                <a:gd name="connsiteX12528" fmla="*/ 4139517 w 4954903"/>
                <a:gd name="connsiteY12528" fmla="*/ 2341580 h 4882701"/>
                <a:gd name="connsiteX12529" fmla="*/ 4132173 w 4954903"/>
                <a:gd name="connsiteY12529" fmla="*/ 2367409 h 4882701"/>
                <a:gd name="connsiteX12530" fmla="*/ 4150659 w 4954903"/>
                <a:gd name="connsiteY12530" fmla="*/ 2358546 h 4882701"/>
                <a:gd name="connsiteX12531" fmla="*/ 4139517 w 4954903"/>
                <a:gd name="connsiteY12531" fmla="*/ 2341580 h 4882701"/>
                <a:gd name="connsiteX12532" fmla="*/ 4089631 w 4954903"/>
                <a:gd name="connsiteY12532" fmla="*/ 2338541 h 4882701"/>
                <a:gd name="connsiteX12533" fmla="*/ 4082034 w 4954903"/>
                <a:gd name="connsiteY12533" fmla="*/ 2364370 h 4882701"/>
                <a:gd name="connsiteX12534" fmla="*/ 4101026 w 4954903"/>
                <a:gd name="connsiteY12534" fmla="*/ 2355507 h 4882701"/>
                <a:gd name="connsiteX12535" fmla="*/ 4089631 w 4954903"/>
                <a:gd name="connsiteY12535" fmla="*/ 2338541 h 4882701"/>
                <a:gd name="connsiteX12536" fmla="*/ 4038479 w 4954903"/>
                <a:gd name="connsiteY12536" fmla="*/ 2335249 h 4882701"/>
                <a:gd name="connsiteX12537" fmla="*/ 4030883 w 4954903"/>
                <a:gd name="connsiteY12537" fmla="*/ 2361078 h 4882701"/>
                <a:gd name="connsiteX12538" fmla="*/ 4050381 w 4954903"/>
                <a:gd name="connsiteY12538" fmla="*/ 2352215 h 4882701"/>
                <a:gd name="connsiteX12539" fmla="*/ 4038479 w 4954903"/>
                <a:gd name="connsiteY12539" fmla="*/ 2335249 h 4882701"/>
                <a:gd name="connsiteX12540" fmla="*/ 3986568 w 4954903"/>
                <a:gd name="connsiteY12540" fmla="*/ 2332210 h 4882701"/>
                <a:gd name="connsiteX12541" fmla="*/ 3978718 w 4954903"/>
                <a:gd name="connsiteY12541" fmla="*/ 2358039 h 4882701"/>
                <a:gd name="connsiteX12542" fmla="*/ 3998470 w 4954903"/>
                <a:gd name="connsiteY12542" fmla="*/ 2349176 h 4882701"/>
                <a:gd name="connsiteX12543" fmla="*/ 3986568 w 4954903"/>
                <a:gd name="connsiteY12543" fmla="*/ 2332210 h 4882701"/>
                <a:gd name="connsiteX12544" fmla="*/ 3933391 w 4954903"/>
                <a:gd name="connsiteY12544" fmla="*/ 2329172 h 4882701"/>
                <a:gd name="connsiteX12545" fmla="*/ 3924528 w 4954903"/>
                <a:gd name="connsiteY12545" fmla="*/ 2353988 h 4882701"/>
                <a:gd name="connsiteX12546" fmla="*/ 3945546 w 4954903"/>
                <a:gd name="connsiteY12546" fmla="*/ 2346138 h 4882701"/>
                <a:gd name="connsiteX12547" fmla="*/ 3933391 w 4954903"/>
                <a:gd name="connsiteY12547" fmla="*/ 2329172 h 4882701"/>
                <a:gd name="connsiteX12548" fmla="*/ 3879201 w 4954903"/>
                <a:gd name="connsiteY12548" fmla="*/ 2326133 h 4882701"/>
                <a:gd name="connsiteX12549" fmla="*/ 3870084 w 4954903"/>
                <a:gd name="connsiteY12549" fmla="*/ 2350949 h 4882701"/>
                <a:gd name="connsiteX12550" fmla="*/ 3891608 w 4954903"/>
                <a:gd name="connsiteY12550" fmla="*/ 2343099 h 4882701"/>
                <a:gd name="connsiteX12551" fmla="*/ 3879201 w 4954903"/>
                <a:gd name="connsiteY12551" fmla="*/ 2326133 h 4882701"/>
                <a:gd name="connsiteX12552" fmla="*/ 3710805 w 4954903"/>
                <a:gd name="connsiteY12552" fmla="*/ 2317523 h 4882701"/>
                <a:gd name="connsiteX12553" fmla="*/ 3701183 w 4954903"/>
                <a:gd name="connsiteY12553" fmla="*/ 2342339 h 4882701"/>
                <a:gd name="connsiteX12554" fmla="*/ 3723720 w 4954903"/>
                <a:gd name="connsiteY12554" fmla="*/ 2334489 h 4882701"/>
                <a:gd name="connsiteX12555" fmla="*/ 3710805 w 4954903"/>
                <a:gd name="connsiteY12555" fmla="*/ 2317523 h 4882701"/>
                <a:gd name="connsiteX12556" fmla="*/ 3652817 w 4954903"/>
                <a:gd name="connsiteY12556" fmla="*/ 2314738 h 4882701"/>
                <a:gd name="connsiteX12557" fmla="*/ 3643194 w 4954903"/>
                <a:gd name="connsiteY12557" fmla="*/ 2339554 h 4882701"/>
                <a:gd name="connsiteX12558" fmla="*/ 3666237 w 4954903"/>
                <a:gd name="connsiteY12558" fmla="*/ 2331704 h 4882701"/>
                <a:gd name="connsiteX12559" fmla="*/ 3652817 w 4954903"/>
                <a:gd name="connsiteY12559" fmla="*/ 2314738 h 4882701"/>
                <a:gd name="connsiteX12560" fmla="*/ 3594068 w 4954903"/>
                <a:gd name="connsiteY12560" fmla="*/ 2311952 h 4882701"/>
                <a:gd name="connsiteX12561" fmla="*/ 3584192 w 4954903"/>
                <a:gd name="connsiteY12561" fmla="*/ 2336768 h 4882701"/>
                <a:gd name="connsiteX12562" fmla="*/ 3607236 w 4954903"/>
                <a:gd name="connsiteY12562" fmla="*/ 2328918 h 4882701"/>
                <a:gd name="connsiteX12563" fmla="*/ 3594068 w 4954903"/>
                <a:gd name="connsiteY12563" fmla="*/ 2311952 h 4882701"/>
                <a:gd name="connsiteX12564" fmla="*/ 3547981 w 4954903"/>
                <a:gd name="connsiteY12564" fmla="*/ 2326133 h 4882701"/>
                <a:gd name="connsiteX12565" fmla="*/ 3534560 w 4954903"/>
                <a:gd name="connsiteY12565" fmla="*/ 2309420 h 4882701"/>
                <a:gd name="connsiteX12566" fmla="*/ 3524431 w 4954903"/>
                <a:gd name="connsiteY12566" fmla="*/ 2334236 h 4882701"/>
                <a:gd name="connsiteX12567" fmla="*/ 3547981 w 4954903"/>
                <a:gd name="connsiteY12567" fmla="*/ 2326133 h 4882701"/>
                <a:gd name="connsiteX12568" fmla="*/ 3473786 w 4954903"/>
                <a:gd name="connsiteY12568" fmla="*/ 2306888 h 4882701"/>
                <a:gd name="connsiteX12569" fmla="*/ 3463657 w 4954903"/>
                <a:gd name="connsiteY12569" fmla="*/ 2331704 h 4882701"/>
                <a:gd name="connsiteX12570" fmla="*/ 3487713 w 4954903"/>
                <a:gd name="connsiteY12570" fmla="*/ 2323601 h 4882701"/>
                <a:gd name="connsiteX12571" fmla="*/ 3473786 w 4954903"/>
                <a:gd name="connsiteY12571" fmla="*/ 2306888 h 4882701"/>
                <a:gd name="connsiteX12572" fmla="*/ 3412505 w 4954903"/>
                <a:gd name="connsiteY12572" fmla="*/ 2304355 h 4882701"/>
                <a:gd name="connsiteX12573" fmla="*/ 3401363 w 4954903"/>
                <a:gd name="connsiteY12573" fmla="*/ 2328159 h 4882701"/>
                <a:gd name="connsiteX12574" fmla="*/ 3426433 w 4954903"/>
                <a:gd name="connsiteY12574" fmla="*/ 2321321 h 4882701"/>
                <a:gd name="connsiteX12575" fmla="*/ 3412505 w 4954903"/>
                <a:gd name="connsiteY12575" fmla="*/ 2304355 h 4882701"/>
                <a:gd name="connsiteX12576" fmla="*/ 3350465 w 4954903"/>
                <a:gd name="connsiteY12576" fmla="*/ 2301823 h 4882701"/>
                <a:gd name="connsiteX12577" fmla="*/ 3339070 w 4954903"/>
                <a:gd name="connsiteY12577" fmla="*/ 2325626 h 4882701"/>
                <a:gd name="connsiteX12578" fmla="*/ 3364392 w 4954903"/>
                <a:gd name="connsiteY12578" fmla="*/ 2318789 h 4882701"/>
                <a:gd name="connsiteX12579" fmla="*/ 3350465 w 4954903"/>
                <a:gd name="connsiteY12579" fmla="*/ 2301823 h 4882701"/>
                <a:gd name="connsiteX12580" fmla="*/ 3287918 w 4954903"/>
                <a:gd name="connsiteY12580" fmla="*/ 2299544 h 4882701"/>
                <a:gd name="connsiteX12581" fmla="*/ 3276270 w 4954903"/>
                <a:gd name="connsiteY12581" fmla="*/ 2323347 h 4882701"/>
                <a:gd name="connsiteX12582" fmla="*/ 3301845 w 4954903"/>
                <a:gd name="connsiteY12582" fmla="*/ 2316257 h 4882701"/>
                <a:gd name="connsiteX12583" fmla="*/ 3287918 w 4954903"/>
                <a:gd name="connsiteY12583" fmla="*/ 2299544 h 4882701"/>
                <a:gd name="connsiteX12584" fmla="*/ 3224358 w 4954903"/>
                <a:gd name="connsiteY12584" fmla="*/ 2297012 h 4882701"/>
                <a:gd name="connsiteX12585" fmla="*/ 3212710 w 4954903"/>
                <a:gd name="connsiteY12585" fmla="*/ 2320815 h 4882701"/>
                <a:gd name="connsiteX12586" fmla="*/ 3238792 w 4954903"/>
                <a:gd name="connsiteY12586" fmla="*/ 2313725 h 4882701"/>
                <a:gd name="connsiteX12587" fmla="*/ 3224358 w 4954903"/>
                <a:gd name="connsiteY12587" fmla="*/ 2297012 h 4882701"/>
                <a:gd name="connsiteX12588" fmla="*/ 3160292 w 4954903"/>
                <a:gd name="connsiteY12588" fmla="*/ 2294986 h 4882701"/>
                <a:gd name="connsiteX12589" fmla="*/ 3148644 w 4954903"/>
                <a:gd name="connsiteY12589" fmla="*/ 2318789 h 4882701"/>
                <a:gd name="connsiteX12590" fmla="*/ 3174726 w 4954903"/>
                <a:gd name="connsiteY12590" fmla="*/ 2311699 h 4882701"/>
                <a:gd name="connsiteX12591" fmla="*/ 3160292 w 4954903"/>
                <a:gd name="connsiteY12591" fmla="*/ 2294986 h 4882701"/>
                <a:gd name="connsiteX12592" fmla="*/ 3110154 w 4954903"/>
                <a:gd name="connsiteY12592" fmla="*/ 2309420 h 4882701"/>
                <a:gd name="connsiteX12593" fmla="*/ 3095720 w 4954903"/>
                <a:gd name="connsiteY12593" fmla="*/ 2292707 h 4882701"/>
                <a:gd name="connsiteX12594" fmla="*/ 3083818 w 4954903"/>
                <a:gd name="connsiteY12594" fmla="*/ 2316510 h 4882701"/>
                <a:gd name="connsiteX12595" fmla="*/ 3110154 w 4954903"/>
                <a:gd name="connsiteY12595" fmla="*/ 2309420 h 4882701"/>
                <a:gd name="connsiteX12596" fmla="*/ 3045074 w 4954903"/>
                <a:gd name="connsiteY12596" fmla="*/ 2307394 h 4882701"/>
                <a:gd name="connsiteX12597" fmla="*/ 3030134 w 4954903"/>
                <a:gd name="connsiteY12597" fmla="*/ 2290681 h 4882701"/>
                <a:gd name="connsiteX12598" fmla="*/ 3018233 w 4954903"/>
                <a:gd name="connsiteY12598" fmla="*/ 2314484 h 4882701"/>
                <a:gd name="connsiteX12599" fmla="*/ 3045074 w 4954903"/>
                <a:gd name="connsiteY12599" fmla="*/ 2307394 h 4882701"/>
                <a:gd name="connsiteX12600" fmla="*/ 2952141 w 4954903"/>
                <a:gd name="connsiteY12600" fmla="*/ 2312459 h 4882701"/>
                <a:gd name="connsiteX12601" fmla="*/ 2979236 w 4954903"/>
                <a:gd name="connsiteY12601" fmla="*/ 2305368 h 4882701"/>
                <a:gd name="connsiteX12602" fmla="*/ 2964295 w 4954903"/>
                <a:gd name="connsiteY12602" fmla="*/ 2288655 h 4882701"/>
                <a:gd name="connsiteX12603" fmla="*/ 2952141 w 4954903"/>
                <a:gd name="connsiteY12603" fmla="*/ 2312459 h 4882701"/>
                <a:gd name="connsiteX12604" fmla="*/ 2912891 w 4954903"/>
                <a:gd name="connsiteY12604" fmla="*/ 2303342 h 4882701"/>
                <a:gd name="connsiteX12605" fmla="*/ 2897950 w 4954903"/>
                <a:gd name="connsiteY12605" fmla="*/ 2286630 h 4882701"/>
                <a:gd name="connsiteX12606" fmla="*/ 2885795 w 4954903"/>
                <a:gd name="connsiteY12606" fmla="*/ 2310433 h 4882701"/>
                <a:gd name="connsiteX12607" fmla="*/ 2912891 w 4954903"/>
                <a:gd name="connsiteY12607" fmla="*/ 2303342 h 4882701"/>
                <a:gd name="connsiteX12608" fmla="*/ 2831099 w 4954903"/>
                <a:gd name="connsiteY12608" fmla="*/ 2284857 h 4882701"/>
                <a:gd name="connsiteX12609" fmla="*/ 2818690 w 4954903"/>
                <a:gd name="connsiteY12609" fmla="*/ 2308660 h 4882701"/>
                <a:gd name="connsiteX12610" fmla="*/ 2846039 w 4954903"/>
                <a:gd name="connsiteY12610" fmla="*/ 2301570 h 4882701"/>
                <a:gd name="connsiteX12611" fmla="*/ 2831099 w 4954903"/>
                <a:gd name="connsiteY12611" fmla="*/ 2284857 h 4882701"/>
                <a:gd name="connsiteX12612" fmla="*/ 2751333 w 4954903"/>
                <a:gd name="connsiteY12612" fmla="*/ 2306888 h 4882701"/>
                <a:gd name="connsiteX12613" fmla="*/ 2778934 w 4954903"/>
                <a:gd name="connsiteY12613" fmla="*/ 2299544 h 4882701"/>
                <a:gd name="connsiteX12614" fmla="*/ 2763741 w 4954903"/>
                <a:gd name="connsiteY12614" fmla="*/ 2282831 h 4882701"/>
                <a:gd name="connsiteX12615" fmla="*/ 2751333 w 4954903"/>
                <a:gd name="connsiteY12615" fmla="*/ 2306888 h 4882701"/>
                <a:gd name="connsiteX12616" fmla="*/ 2546473 w 4954903"/>
                <a:gd name="connsiteY12616" fmla="*/ 2302330 h 4882701"/>
                <a:gd name="connsiteX12617" fmla="*/ 2574581 w 4954903"/>
                <a:gd name="connsiteY12617" fmla="*/ 2294986 h 4882701"/>
                <a:gd name="connsiteX12618" fmla="*/ 2559387 w 4954903"/>
                <a:gd name="connsiteY12618" fmla="*/ 2278526 h 4882701"/>
                <a:gd name="connsiteX12619" fmla="*/ 2546473 w 4954903"/>
                <a:gd name="connsiteY12619" fmla="*/ 2302330 h 4882701"/>
                <a:gd name="connsiteX12620" fmla="*/ 2211961 w 4954903"/>
                <a:gd name="connsiteY12620" fmla="*/ 2272449 h 4882701"/>
                <a:gd name="connsiteX12621" fmla="*/ 2198287 w 4954903"/>
                <a:gd name="connsiteY12621" fmla="*/ 2295239 h 4882701"/>
                <a:gd name="connsiteX12622" fmla="*/ 2227661 w 4954903"/>
                <a:gd name="connsiteY12622" fmla="*/ 2288909 h 4882701"/>
                <a:gd name="connsiteX12623" fmla="*/ 2211961 w 4954903"/>
                <a:gd name="connsiteY12623" fmla="*/ 2272449 h 4882701"/>
                <a:gd name="connsiteX12624" fmla="*/ 2141818 w 4954903"/>
                <a:gd name="connsiteY12624" fmla="*/ 2271436 h 4882701"/>
                <a:gd name="connsiteX12625" fmla="*/ 2127890 w 4954903"/>
                <a:gd name="connsiteY12625" fmla="*/ 2294226 h 4882701"/>
                <a:gd name="connsiteX12626" fmla="*/ 2157518 w 4954903"/>
                <a:gd name="connsiteY12626" fmla="*/ 2287896 h 4882701"/>
                <a:gd name="connsiteX12627" fmla="*/ 2141818 w 4954903"/>
                <a:gd name="connsiteY12627" fmla="*/ 2271436 h 4882701"/>
                <a:gd name="connsiteX12628" fmla="*/ 1597129 w 4954903"/>
                <a:gd name="connsiteY12628" fmla="*/ 2267891 h 4882701"/>
                <a:gd name="connsiteX12629" fmla="*/ 1584974 w 4954903"/>
                <a:gd name="connsiteY12629" fmla="*/ 2291947 h 4882701"/>
                <a:gd name="connsiteX12630" fmla="*/ 1611310 w 4954903"/>
                <a:gd name="connsiteY12630" fmla="*/ 2284097 h 4882701"/>
                <a:gd name="connsiteX12631" fmla="*/ 1597129 w 4954903"/>
                <a:gd name="connsiteY12631" fmla="*/ 2267891 h 4882701"/>
                <a:gd name="connsiteX12632" fmla="*/ 1547243 w 4954903"/>
                <a:gd name="connsiteY12632" fmla="*/ 2284097 h 4882701"/>
                <a:gd name="connsiteX12633" fmla="*/ 1533063 w 4954903"/>
                <a:gd name="connsiteY12633" fmla="*/ 2267891 h 4882701"/>
                <a:gd name="connsiteX12634" fmla="*/ 1521161 w 4954903"/>
                <a:gd name="connsiteY12634" fmla="*/ 2291947 h 4882701"/>
                <a:gd name="connsiteX12635" fmla="*/ 1547243 w 4954903"/>
                <a:gd name="connsiteY12635" fmla="*/ 2284097 h 4882701"/>
                <a:gd name="connsiteX12636" fmla="*/ 1547243 w 4954903"/>
                <a:gd name="connsiteY12636" fmla="*/ 2284097 h 4882701"/>
                <a:gd name="connsiteX12637" fmla="*/ 1470009 w 4954903"/>
                <a:gd name="connsiteY12637" fmla="*/ 2268144 h 4882701"/>
                <a:gd name="connsiteX12638" fmla="*/ 1458361 w 4954903"/>
                <a:gd name="connsiteY12638" fmla="*/ 2292200 h 4882701"/>
                <a:gd name="connsiteX12639" fmla="*/ 1483937 w 4954903"/>
                <a:gd name="connsiteY12639" fmla="*/ 2284097 h 4882701"/>
                <a:gd name="connsiteX12640" fmla="*/ 1470009 w 4954903"/>
                <a:gd name="connsiteY12640" fmla="*/ 2268144 h 4882701"/>
                <a:gd name="connsiteX12641" fmla="*/ 1407969 w 4954903"/>
                <a:gd name="connsiteY12641" fmla="*/ 2268397 h 4882701"/>
                <a:gd name="connsiteX12642" fmla="*/ 1396321 w 4954903"/>
                <a:gd name="connsiteY12642" fmla="*/ 2292707 h 4882701"/>
                <a:gd name="connsiteX12643" fmla="*/ 1421643 w 4954903"/>
                <a:gd name="connsiteY12643" fmla="*/ 2284604 h 4882701"/>
                <a:gd name="connsiteX12644" fmla="*/ 1407969 w 4954903"/>
                <a:gd name="connsiteY12644" fmla="*/ 2268397 h 4882701"/>
                <a:gd name="connsiteX12645" fmla="*/ 1346689 w 4954903"/>
                <a:gd name="connsiteY12645" fmla="*/ 2268650 h 4882701"/>
                <a:gd name="connsiteX12646" fmla="*/ 1335293 w 4954903"/>
                <a:gd name="connsiteY12646" fmla="*/ 2292960 h 4882701"/>
                <a:gd name="connsiteX12647" fmla="*/ 1360109 w 4954903"/>
                <a:gd name="connsiteY12647" fmla="*/ 2284857 h 4882701"/>
                <a:gd name="connsiteX12648" fmla="*/ 1346689 w 4954903"/>
                <a:gd name="connsiteY12648" fmla="*/ 2268650 h 4882701"/>
                <a:gd name="connsiteX12649" fmla="*/ 4954144 w 4954903"/>
                <a:gd name="connsiteY12649" fmla="*/ 2411723 h 4882701"/>
                <a:gd name="connsiteX12650" fmla="*/ 4954144 w 4954903"/>
                <a:gd name="connsiteY12650" fmla="*/ 2411723 h 4882701"/>
                <a:gd name="connsiteX12651" fmla="*/ 4953638 w 4954903"/>
                <a:gd name="connsiteY12651" fmla="*/ 2390199 h 4882701"/>
                <a:gd name="connsiteX12652" fmla="*/ 4953385 w 4954903"/>
                <a:gd name="connsiteY12652" fmla="*/ 2386147 h 4882701"/>
                <a:gd name="connsiteX12653" fmla="*/ 4954144 w 4954903"/>
                <a:gd name="connsiteY12653" fmla="*/ 2415268 h 4882701"/>
                <a:gd name="connsiteX12654" fmla="*/ 4954144 w 4954903"/>
                <a:gd name="connsiteY12654" fmla="*/ 2411723 h 4882701"/>
                <a:gd name="connsiteX12655" fmla="*/ 4952878 w 4954903"/>
                <a:gd name="connsiteY12655" fmla="*/ 2411976 h 4882701"/>
                <a:gd name="connsiteX12656" fmla="*/ 4952878 w 4954903"/>
                <a:gd name="connsiteY12656" fmla="*/ 2399568 h 4882701"/>
                <a:gd name="connsiteX12657" fmla="*/ 4951865 w 4954903"/>
                <a:gd name="connsiteY12657" fmla="*/ 2382602 h 4882701"/>
                <a:gd name="connsiteX12658" fmla="*/ 4951865 w 4954903"/>
                <a:gd name="connsiteY12658" fmla="*/ 2382602 h 4882701"/>
                <a:gd name="connsiteX12659" fmla="*/ 4952878 w 4954903"/>
                <a:gd name="connsiteY12659" fmla="*/ 2411976 h 4882701"/>
                <a:gd name="connsiteX12660" fmla="*/ 4950093 w 4954903"/>
                <a:gd name="connsiteY12660" fmla="*/ 2396023 h 4882701"/>
                <a:gd name="connsiteX12661" fmla="*/ 4948573 w 4954903"/>
                <a:gd name="connsiteY12661" fmla="*/ 2379057 h 4882701"/>
                <a:gd name="connsiteX12662" fmla="*/ 4948573 w 4954903"/>
                <a:gd name="connsiteY12662" fmla="*/ 2379057 h 4882701"/>
                <a:gd name="connsiteX12663" fmla="*/ 4949587 w 4954903"/>
                <a:gd name="connsiteY12663" fmla="*/ 2408431 h 4882701"/>
                <a:gd name="connsiteX12664" fmla="*/ 4950093 w 4954903"/>
                <a:gd name="connsiteY12664" fmla="*/ 2396023 h 4882701"/>
                <a:gd name="connsiteX12665" fmla="*/ 4945281 w 4954903"/>
                <a:gd name="connsiteY12665" fmla="*/ 2392478 h 4882701"/>
                <a:gd name="connsiteX12666" fmla="*/ 4943509 w 4954903"/>
                <a:gd name="connsiteY12666" fmla="*/ 2375512 h 4882701"/>
                <a:gd name="connsiteX12667" fmla="*/ 4943256 w 4954903"/>
                <a:gd name="connsiteY12667" fmla="*/ 2375512 h 4882701"/>
                <a:gd name="connsiteX12668" fmla="*/ 4944269 w 4954903"/>
                <a:gd name="connsiteY12668" fmla="*/ 2404886 h 4882701"/>
                <a:gd name="connsiteX12669" fmla="*/ 4945281 w 4954903"/>
                <a:gd name="connsiteY12669" fmla="*/ 2392478 h 4882701"/>
                <a:gd name="connsiteX12670" fmla="*/ 4938445 w 4954903"/>
                <a:gd name="connsiteY12670" fmla="*/ 2388680 h 4882701"/>
                <a:gd name="connsiteX12671" fmla="*/ 4936165 w 4954903"/>
                <a:gd name="connsiteY12671" fmla="*/ 2371714 h 4882701"/>
                <a:gd name="connsiteX12672" fmla="*/ 4935912 w 4954903"/>
                <a:gd name="connsiteY12672" fmla="*/ 2371714 h 4882701"/>
                <a:gd name="connsiteX12673" fmla="*/ 4936672 w 4954903"/>
                <a:gd name="connsiteY12673" fmla="*/ 2400834 h 4882701"/>
                <a:gd name="connsiteX12674" fmla="*/ 4938445 w 4954903"/>
                <a:gd name="connsiteY12674" fmla="*/ 2388680 h 4882701"/>
                <a:gd name="connsiteX12675" fmla="*/ 4926289 w 4954903"/>
                <a:gd name="connsiteY12675" fmla="*/ 2367915 h 4882701"/>
                <a:gd name="connsiteX12676" fmla="*/ 4927049 w 4954903"/>
                <a:gd name="connsiteY12676" fmla="*/ 2397036 h 4882701"/>
                <a:gd name="connsiteX12677" fmla="*/ 4929328 w 4954903"/>
                <a:gd name="connsiteY12677" fmla="*/ 2384881 h 4882701"/>
                <a:gd name="connsiteX12678" fmla="*/ 4926289 w 4954903"/>
                <a:gd name="connsiteY12678" fmla="*/ 2367915 h 4882701"/>
                <a:gd name="connsiteX12679" fmla="*/ 4926289 w 4954903"/>
                <a:gd name="connsiteY12679" fmla="*/ 2367915 h 4882701"/>
                <a:gd name="connsiteX12680" fmla="*/ 4918439 w 4954903"/>
                <a:gd name="connsiteY12680" fmla="*/ 2381083 h 4882701"/>
                <a:gd name="connsiteX12681" fmla="*/ 4915148 w 4954903"/>
                <a:gd name="connsiteY12681" fmla="*/ 2364117 h 4882701"/>
                <a:gd name="connsiteX12682" fmla="*/ 4914894 w 4954903"/>
                <a:gd name="connsiteY12682" fmla="*/ 2364117 h 4882701"/>
                <a:gd name="connsiteX12683" fmla="*/ 4915654 w 4954903"/>
                <a:gd name="connsiteY12683" fmla="*/ 2393238 h 4882701"/>
                <a:gd name="connsiteX12684" fmla="*/ 4918439 w 4954903"/>
                <a:gd name="connsiteY12684" fmla="*/ 2381083 h 4882701"/>
                <a:gd name="connsiteX12685" fmla="*/ 4901980 w 4954903"/>
                <a:gd name="connsiteY12685" fmla="*/ 2389186 h 4882701"/>
                <a:gd name="connsiteX12686" fmla="*/ 4905525 w 4954903"/>
                <a:gd name="connsiteY12686" fmla="*/ 2377284 h 4882701"/>
                <a:gd name="connsiteX12687" fmla="*/ 4901727 w 4954903"/>
                <a:gd name="connsiteY12687" fmla="*/ 2360318 h 4882701"/>
                <a:gd name="connsiteX12688" fmla="*/ 4901980 w 4954903"/>
                <a:gd name="connsiteY12688" fmla="*/ 2389186 h 4882701"/>
                <a:gd name="connsiteX12689" fmla="*/ 4886533 w 4954903"/>
                <a:gd name="connsiteY12689" fmla="*/ 2385388 h 4882701"/>
                <a:gd name="connsiteX12690" fmla="*/ 4890585 w 4954903"/>
                <a:gd name="connsiteY12690" fmla="*/ 2373486 h 4882701"/>
                <a:gd name="connsiteX12691" fmla="*/ 4886533 w 4954903"/>
                <a:gd name="connsiteY12691" fmla="*/ 2356520 h 4882701"/>
                <a:gd name="connsiteX12692" fmla="*/ 4886280 w 4954903"/>
                <a:gd name="connsiteY12692" fmla="*/ 2356520 h 4882701"/>
                <a:gd name="connsiteX12693" fmla="*/ 4886533 w 4954903"/>
                <a:gd name="connsiteY12693" fmla="*/ 2385388 h 4882701"/>
                <a:gd name="connsiteX12694" fmla="*/ 4869314 w 4954903"/>
                <a:gd name="connsiteY12694" fmla="*/ 2381589 h 4882701"/>
                <a:gd name="connsiteX12695" fmla="*/ 4873872 w 4954903"/>
                <a:gd name="connsiteY12695" fmla="*/ 2369688 h 4882701"/>
                <a:gd name="connsiteX12696" fmla="*/ 4869314 w 4954903"/>
                <a:gd name="connsiteY12696" fmla="*/ 2352722 h 4882701"/>
                <a:gd name="connsiteX12697" fmla="*/ 4868807 w 4954903"/>
                <a:gd name="connsiteY12697" fmla="*/ 2352722 h 4882701"/>
                <a:gd name="connsiteX12698" fmla="*/ 4869314 w 4954903"/>
                <a:gd name="connsiteY12698" fmla="*/ 2381589 h 4882701"/>
                <a:gd name="connsiteX12699" fmla="*/ 4849815 w 4954903"/>
                <a:gd name="connsiteY12699" fmla="*/ 2377284 h 4882701"/>
                <a:gd name="connsiteX12700" fmla="*/ 4855386 w 4954903"/>
                <a:gd name="connsiteY12700" fmla="*/ 2365889 h 4882701"/>
                <a:gd name="connsiteX12701" fmla="*/ 4850575 w 4954903"/>
                <a:gd name="connsiteY12701" fmla="*/ 2348923 h 4882701"/>
                <a:gd name="connsiteX12702" fmla="*/ 4849815 w 4954903"/>
                <a:gd name="connsiteY12702" fmla="*/ 2377284 h 4882701"/>
                <a:gd name="connsiteX12703" fmla="*/ 4829810 w 4954903"/>
                <a:gd name="connsiteY12703" fmla="*/ 2345125 h 4882701"/>
                <a:gd name="connsiteX12704" fmla="*/ 4829051 w 4954903"/>
                <a:gd name="connsiteY12704" fmla="*/ 2373486 h 4882701"/>
                <a:gd name="connsiteX12705" fmla="*/ 4835128 w 4954903"/>
                <a:gd name="connsiteY12705" fmla="*/ 2362091 h 4882701"/>
                <a:gd name="connsiteX12706" fmla="*/ 4829810 w 4954903"/>
                <a:gd name="connsiteY12706" fmla="*/ 2345125 h 4882701"/>
                <a:gd name="connsiteX12707" fmla="*/ 4806767 w 4954903"/>
                <a:gd name="connsiteY12707" fmla="*/ 2341326 h 4882701"/>
                <a:gd name="connsiteX12708" fmla="*/ 4806514 w 4954903"/>
                <a:gd name="connsiteY12708" fmla="*/ 2369688 h 4882701"/>
                <a:gd name="connsiteX12709" fmla="*/ 4813098 w 4954903"/>
                <a:gd name="connsiteY12709" fmla="*/ 2358292 h 4882701"/>
                <a:gd name="connsiteX12710" fmla="*/ 4807273 w 4954903"/>
                <a:gd name="connsiteY12710" fmla="*/ 2341326 h 4882701"/>
                <a:gd name="connsiteX12711" fmla="*/ 4806767 w 4954903"/>
                <a:gd name="connsiteY12711" fmla="*/ 2341326 h 4882701"/>
                <a:gd name="connsiteX12712" fmla="*/ 4782457 w 4954903"/>
                <a:gd name="connsiteY12712" fmla="*/ 2337528 h 4882701"/>
                <a:gd name="connsiteX12713" fmla="*/ 4781951 w 4954903"/>
                <a:gd name="connsiteY12713" fmla="*/ 2365889 h 4882701"/>
                <a:gd name="connsiteX12714" fmla="*/ 4789041 w 4954903"/>
                <a:gd name="connsiteY12714" fmla="*/ 2354494 h 4882701"/>
                <a:gd name="connsiteX12715" fmla="*/ 4782964 w 4954903"/>
                <a:gd name="connsiteY12715" fmla="*/ 2337528 h 4882701"/>
                <a:gd name="connsiteX12716" fmla="*/ 4782457 w 4954903"/>
                <a:gd name="connsiteY12716" fmla="*/ 2337528 h 4882701"/>
                <a:gd name="connsiteX12717" fmla="*/ 4763718 w 4954903"/>
                <a:gd name="connsiteY12717" fmla="*/ 2350696 h 4882701"/>
                <a:gd name="connsiteX12718" fmla="*/ 4757135 w 4954903"/>
                <a:gd name="connsiteY12718" fmla="*/ 2333730 h 4882701"/>
                <a:gd name="connsiteX12719" fmla="*/ 4755362 w 4954903"/>
                <a:gd name="connsiteY12719" fmla="*/ 2361585 h 4882701"/>
                <a:gd name="connsiteX12720" fmla="*/ 4763718 w 4954903"/>
                <a:gd name="connsiteY12720" fmla="*/ 2350696 h 4882701"/>
                <a:gd name="connsiteX12721" fmla="*/ 4727760 w 4954903"/>
                <a:gd name="connsiteY12721" fmla="*/ 2357786 h 4882701"/>
                <a:gd name="connsiteX12722" fmla="*/ 4736370 w 4954903"/>
                <a:gd name="connsiteY12722" fmla="*/ 2346897 h 4882701"/>
                <a:gd name="connsiteX12723" fmla="*/ 4729533 w 4954903"/>
                <a:gd name="connsiteY12723" fmla="*/ 2329931 h 4882701"/>
                <a:gd name="connsiteX12724" fmla="*/ 4727760 w 4954903"/>
                <a:gd name="connsiteY12724" fmla="*/ 2357786 h 4882701"/>
                <a:gd name="connsiteX12725" fmla="*/ 4707756 w 4954903"/>
                <a:gd name="connsiteY12725" fmla="*/ 2343352 h 4882701"/>
                <a:gd name="connsiteX12726" fmla="*/ 4700665 w 4954903"/>
                <a:gd name="connsiteY12726" fmla="*/ 2326386 h 4882701"/>
                <a:gd name="connsiteX12727" fmla="*/ 4699906 w 4954903"/>
                <a:gd name="connsiteY12727" fmla="*/ 2326386 h 4882701"/>
                <a:gd name="connsiteX12728" fmla="*/ 4698640 w 4954903"/>
                <a:gd name="connsiteY12728" fmla="*/ 2354241 h 4882701"/>
                <a:gd name="connsiteX12729" fmla="*/ 4707756 w 4954903"/>
                <a:gd name="connsiteY12729" fmla="*/ 2343352 h 4882701"/>
                <a:gd name="connsiteX12730" fmla="*/ 4677369 w 4954903"/>
                <a:gd name="connsiteY12730" fmla="*/ 2339554 h 4882701"/>
                <a:gd name="connsiteX12731" fmla="*/ 4669772 w 4954903"/>
                <a:gd name="connsiteY12731" fmla="*/ 2322588 h 4882701"/>
                <a:gd name="connsiteX12732" fmla="*/ 4669012 w 4954903"/>
                <a:gd name="connsiteY12732" fmla="*/ 2322588 h 4882701"/>
                <a:gd name="connsiteX12733" fmla="*/ 4667493 w 4954903"/>
                <a:gd name="connsiteY12733" fmla="*/ 2350443 h 4882701"/>
                <a:gd name="connsiteX12734" fmla="*/ 4677369 w 4954903"/>
                <a:gd name="connsiteY12734" fmla="*/ 2339554 h 4882701"/>
                <a:gd name="connsiteX12735" fmla="*/ 4645462 w 4954903"/>
                <a:gd name="connsiteY12735" fmla="*/ 2336009 h 4882701"/>
                <a:gd name="connsiteX12736" fmla="*/ 4637612 w 4954903"/>
                <a:gd name="connsiteY12736" fmla="*/ 2319043 h 4882701"/>
                <a:gd name="connsiteX12737" fmla="*/ 4634573 w 4954903"/>
                <a:gd name="connsiteY12737" fmla="*/ 2346138 h 4882701"/>
                <a:gd name="connsiteX12738" fmla="*/ 4645462 w 4954903"/>
                <a:gd name="connsiteY12738" fmla="*/ 2336009 h 4882701"/>
                <a:gd name="connsiteX12739" fmla="*/ 4600388 w 4954903"/>
                <a:gd name="connsiteY12739" fmla="*/ 2342339 h 4882701"/>
                <a:gd name="connsiteX12740" fmla="*/ 4611783 w 4954903"/>
                <a:gd name="connsiteY12740" fmla="*/ 2332210 h 4882701"/>
                <a:gd name="connsiteX12741" fmla="*/ 4603680 w 4954903"/>
                <a:gd name="connsiteY12741" fmla="*/ 2315244 h 4882701"/>
                <a:gd name="connsiteX12742" fmla="*/ 4600388 w 4954903"/>
                <a:gd name="connsiteY12742" fmla="*/ 2342339 h 4882701"/>
                <a:gd name="connsiteX12743" fmla="*/ 4564936 w 4954903"/>
                <a:gd name="connsiteY12743" fmla="*/ 2338794 h 4882701"/>
                <a:gd name="connsiteX12744" fmla="*/ 4576838 w 4954903"/>
                <a:gd name="connsiteY12744" fmla="*/ 2328665 h 4882701"/>
                <a:gd name="connsiteX12745" fmla="*/ 4568228 w 4954903"/>
                <a:gd name="connsiteY12745" fmla="*/ 2311699 h 4882701"/>
                <a:gd name="connsiteX12746" fmla="*/ 4564936 w 4954903"/>
                <a:gd name="connsiteY12746" fmla="*/ 2338794 h 4882701"/>
                <a:gd name="connsiteX12747" fmla="*/ 4530498 w 4954903"/>
                <a:gd name="connsiteY12747" fmla="*/ 2308154 h 4882701"/>
                <a:gd name="connsiteX12748" fmla="*/ 4527965 w 4954903"/>
                <a:gd name="connsiteY12748" fmla="*/ 2335249 h 4882701"/>
                <a:gd name="connsiteX12749" fmla="*/ 4540373 w 4954903"/>
                <a:gd name="connsiteY12749" fmla="*/ 2325120 h 4882701"/>
                <a:gd name="connsiteX12750" fmla="*/ 4531510 w 4954903"/>
                <a:gd name="connsiteY12750" fmla="*/ 2308154 h 4882701"/>
                <a:gd name="connsiteX12751" fmla="*/ 4530498 w 4954903"/>
                <a:gd name="connsiteY12751" fmla="*/ 2308154 h 4882701"/>
                <a:gd name="connsiteX12752" fmla="*/ 4488715 w 4954903"/>
                <a:gd name="connsiteY12752" fmla="*/ 2330944 h 4882701"/>
                <a:gd name="connsiteX12753" fmla="*/ 4502390 w 4954903"/>
                <a:gd name="connsiteY12753" fmla="*/ 2321575 h 4882701"/>
                <a:gd name="connsiteX12754" fmla="*/ 4493020 w 4954903"/>
                <a:gd name="connsiteY12754" fmla="*/ 2304609 h 4882701"/>
                <a:gd name="connsiteX12755" fmla="*/ 4488715 w 4954903"/>
                <a:gd name="connsiteY12755" fmla="*/ 2330944 h 4882701"/>
                <a:gd name="connsiteX12756" fmla="*/ 4448705 w 4954903"/>
                <a:gd name="connsiteY12756" fmla="*/ 2327399 h 4882701"/>
                <a:gd name="connsiteX12757" fmla="*/ 4462886 w 4954903"/>
                <a:gd name="connsiteY12757" fmla="*/ 2318030 h 4882701"/>
                <a:gd name="connsiteX12758" fmla="*/ 4453517 w 4954903"/>
                <a:gd name="connsiteY12758" fmla="*/ 2301064 h 4882701"/>
                <a:gd name="connsiteX12759" fmla="*/ 4448705 w 4954903"/>
                <a:gd name="connsiteY12759" fmla="*/ 2327399 h 4882701"/>
                <a:gd name="connsiteX12760" fmla="*/ 4422117 w 4954903"/>
                <a:gd name="connsiteY12760" fmla="*/ 2314484 h 4882701"/>
                <a:gd name="connsiteX12761" fmla="*/ 4412241 w 4954903"/>
                <a:gd name="connsiteY12761" fmla="*/ 2297518 h 4882701"/>
                <a:gd name="connsiteX12762" fmla="*/ 4407430 w 4954903"/>
                <a:gd name="connsiteY12762" fmla="*/ 2323854 h 4882701"/>
                <a:gd name="connsiteX12763" fmla="*/ 4422117 w 4954903"/>
                <a:gd name="connsiteY12763" fmla="*/ 2314484 h 4882701"/>
                <a:gd name="connsiteX12764" fmla="*/ 4364888 w 4954903"/>
                <a:gd name="connsiteY12764" fmla="*/ 2320562 h 4882701"/>
                <a:gd name="connsiteX12765" fmla="*/ 4380081 w 4954903"/>
                <a:gd name="connsiteY12765" fmla="*/ 2311192 h 4882701"/>
                <a:gd name="connsiteX12766" fmla="*/ 4369953 w 4954903"/>
                <a:gd name="connsiteY12766" fmla="*/ 2294226 h 4882701"/>
                <a:gd name="connsiteX12767" fmla="*/ 4364888 w 4954903"/>
                <a:gd name="connsiteY12767" fmla="*/ 2320562 h 4882701"/>
                <a:gd name="connsiteX12768" fmla="*/ 4321080 w 4954903"/>
                <a:gd name="connsiteY12768" fmla="*/ 2317017 h 4882701"/>
                <a:gd name="connsiteX12769" fmla="*/ 4336780 w 4954903"/>
                <a:gd name="connsiteY12769" fmla="*/ 2307647 h 4882701"/>
                <a:gd name="connsiteX12770" fmla="*/ 4326398 w 4954903"/>
                <a:gd name="connsiteY12770" fmla="*/ 2290681 h 4882701"/>
                <a:gd name="connsiteX12771" fmla="*/ 4321080 w 4954903"/>
                <a:gd name="connsiteY12771" fmla="*/ 2317017 h 4882701"/>
                <a:gd name="connsiteX12772" fmla="*/ 4274993 w 4954903"/>
                <a:gd name="connsiteY12772" fmla="*/ 2312712 h 4882701"/>
                <a:gd name="connsiteX12773" fmla="*/ 4291959 w 4954903"/>
                <a:gd name="connsiteY12773" fmla="*/ 2304102 h 4882701"/>
                <a:gd name="connsiteX12774" fmla="*/ 4281323 w 4954903"/>
                <a:gd name="connsiteY12774" fmla="*/ 2287136 h 4882701"/>
                <a:gd name="connsiteX12775" fmla="*/ 4274993 w 4954903"/>
                <a:gd name="connsiteY12775" fmla="*/ 2312712 h 4882701"/>
                <a:gd name="connsiteX12776" fmla="*/ 4234983 w 4954903"/>
                <a:gd name="connsiteY12776" fmla="*/ 2284097 h 4882701"/>
                <a:gd name="connsiteX12777" fmla="*/ 4228652 w 4954903"/>
                <a:gd name="connsiteY12777" fmla="*/ 2309420 h 4882701"/>
                <a:gd name="connsiteX12778" fmla="*/ 4246125 w 4954903"/>
                <a:gd name="connsiteY12778" fmla="*/ 2300810 h 4882701"/>
                <a:gd name="connsiteX12779" fmla="*/ 4234983 w 4954903"/>
                <a:gd name="connsiteY12779" fmla="*/ 2284097 h 4882701"/>
                <a:gd name="connsiteX12780" fmla="*/ 4187629 w 4954903"/>
                <a:gd name="connsiteY12780" fmla="*/ 2280805 h 4882701"/>
                <a:gd name="connsiteX12781" fmla="*/ 4181046 w 4954903"/>
                <a:gd name="connsiteY12781" fmla="*/ 2306128 h 4882701"/>
                <a:gd name="connsiteX12782" fmla="*/ 4199025 w 4954903"/>
                <a:gd name="connsiteY12782" fmla="*/ 2297518 h 4882701"/>
                <a:gd name="connsiteX12783" fmla="*/ 4187629 w 4954903"/>
                <a:gd name="connsiteY12783" fmla="*/ 2280805 h 4882701"/>
                <a:gd name="connsiteX12784" fmla="*/ 4139010 w 4954903"/>
                <a:gd name="connsiteY12784" fmla="*/ 2277514 h 4882701"/>
                <a:gd name="connsiteX12785" fmla="*/ 4132173 w 4954903"/>
                <a:gd name="connsiteY12785" fmla="*/ 2302836 h 4882701"/>
                <a:gd name="connsiteX12786" fmla="*/ 4150405 w 4954903"/>
                <a:gd name="connsiteY12786" fmla="*/ 2294226 h 4882701"/>
                <a:gd name="connsiteX12787" fmla="*/ 4139010 w 4954903"/>
                <a:gd name="connsiteY12787" fmla="*/ 2277514 h 4882701"/>
                <a:gd name="connsiteX12788" fmla="*/ 4089125 w 4954903"/>
                <a:gd name="connsiteY12788" fmla="*/ 2274221 h 4882701"/>
                <a:gd name="connsiteX12789" fmla="*/ 4082034 w 4954903"/>
                <a:gd name="connsiteY12789" fmla="*/ 2299544 h 4882701"/>
                <a:gd name="connsiteX12790" fmla="*/ 4100773 w 4954903"/>
                <a:gd name="connsiteY12790" fmla="*/ 2290934 h 4882701"/>
                <a:gd name="connsiteX12791" fmla="*/ 4089125 w 4954903"/>
                <a:gd name="connsiteY12791" fmla="*/ 2274221 h 4882701"/>
                <a:gd name="connsiteX12792" fmla="*/ 4038226 w 4954903"/>
                <a:gd name="connsiteY12792" fmla="*/ 2271183 h 4882701"/>
                <a:gd name="connsiteX12793" fmla="*/ 4030883 w 4954903"/>
                <a:gd name="connsiteY12793" fmla="*/ 2296505 h 4882701"/>
                <a:gd name="connsiteX12794" fmla="*/ 4050128 w 4954903"/>
                <a:gd name="connsiteY12794" fmla="*/ 2287896 h 4882701"/>
                <a:gd name="connsiteX12795" fmla="*/ 4038226 w 4954903"/>
                <a:gd name="connsiteY12795" fmla="*/ 2271183 h 4882701"/>
                <a:gd name="connsiteX12796" fmla="*/ 3986062 w 4954903"/>
                <a:gd name="connsiteY12796" fmla="*/ 2268144 h 4882701"/>
                <a:gd name="connsiteX12797" fmla="*/ 3977705 w 4954903"/>
                <a:gd name="connsiteY12797" fmla="*/ 2292707 h 4882701"/>
                <a:gd name="connsiteX12798" fmla="*/ 3997964 w 4954903"/>
                <a:gd name="connsiteY12798" fmla="*/ 2285110 h 4882701"/>
                <a:gd name="connsiteX12799" fmla="*/ 3986062 w 4954903"/>
                <a:gd name="connsiteY12799" fmla="*/ 2268144 h 4882701"/>
                <a:gd name="connsiteX12800" fmla="*/ 3933138 w 4954903"/>
                <a:gd name="connsiteY12800" fmla="*/ 2265105 h 4882701"/>
                <a:gd name="connsiteX12801" fmla="*/ 3924528 w 4954903"/>
                <a:gd name="connsiteY12801" fmla="*/ 2289668 h 4882701"/>
                <a:gd name="connsiteX12802" fmla="*/ 3945293 w 4954903"/>
                <a:gd name="connsiteY12802" fmla="*/ 2282072 h 4882701"/>
                <a:gd name="connsiteX12803" fmla="*/ 3933138 w 4954903"/>
                <a:gd name="connsiteY12803" fmla="*/ 2265105 h 4882701"/>
                <a:gd name="connsiteX12804" fmla="*/ 3652817 w 4954903"/>
                <a:gd name="connsiteY12804" fmla="*/ 2250671 h 4882701"/>
                <a:gd name="connsiteX12805" fmla="*/ 3643447 w 4954903"/>
                <a:gd name="connsiteY12805" fmla="*/ 2275234 h 4882701"/>
                <a:gd name="connsiteX12806" fmla="*/ 3666237 w 4954903"/>
                <a:gd name="connsiteY12806" fmla="*/ 2267384 h 4882701"/>
                <a:gd name="connsiteX12807" fmla="*/ 3652817 w 4954903"/>
                <a:gd name="connsiteY12807" fmla="*/ 2250671 h 4882701"/>
                <a:gd name="connsiteX12808" fmla="*/ 3594068 w 4954903"/>
                <a:gd name="connsiteY12808" fmla="*/ 2247886 h 4882701"/>
                <a:gd name="connsiteX12809" fmla="*/ 3584446 w 4954903"/>
                <a:gd name="connsiteY12809" fmla="*/ 2272449 h 4882701"/>
                <a:gd name="connsiteX12810" fmla="*/ 3607489 w 4954903"/>
                <a:gd name="connsiteY12810" fmla="*/ 2264599 h 4882701"/>
                <a:gd name="connsiteX12811" fmla="*/ 3594068 w 4954903"/>
                <a:gd name="connsiteY12811" fmla="*/ 2247886 h 4882701"/>
                <a:gd name="connsiteX12812" fmla="*/ 3534560 w 4954903"/>
                <a:gd name="connsiteY12812" fmla="*/ 2245101 h 4882701"/>
                <a:gd name="connsiteX12813" fmla="*/ 3523925 w 4954903"/>
                <a:gd name="connsiteY12813" fmla="*/ 2268650 h 4882701"/>
                <a:gd name="connsiteX12814" fmla="*/ 3548234 w 4954903"/>
                <a:gd name="connsiteY12814" fmla="*/ 2261813 h 4882701"/>
                <a:gd name="connsiteX12815" fmla="*/ 3534560 w 4954903"/>
                <a:gd name="connsiteY12815" fmla="*/ 2245101 h 4882701"/>
                <a:gd name="connsiteX12816" fmla="*/ 3473786 w 4954903"/>
                <a:gd name="connsiteY12816" fmla="*/ 2242568 h 4882701"/>
                <a:gd name="connsiteX12817" fmla="*/ 3463150 w 4954903"/>
                <a:gd name="connsiteY12817" fmla="*/ 2266118 h 4882701"/>
                <a:gd name="connsiteX12818" fmla="*/ 3487967 w 4954903"/>
                <a:gd name="connsiteY12818" fmla="*/ 2259281 h 4882701"/>
                <a:gd name="connsiteX12819" fmla="*/ 3473786 w 4954903"/>
                <a:gd name="connsiteY12819" fmla="*/ 2242568 h 4882701"/>
                <a:gd name="connsiteX12820" fmla="*/ 3160799 w 4954903"/>
                <a:gd name="connsiteY12820" fmla="*/ 2230667 h 4882701"/>
                <a:gd name="connsiteX12821" fmla="*/ 3149404 w 4954903"/>
                <a:gd name="connsiteY12821" fmla="*/ 2254217 h 4882701"/>
                <a:gd name="connsiteX12822" fmla="*/ 3175486 w 4954903"/>
                <a:gd name="connsiteY12822" fmla="*/ 2247380 h 4882701"/>
                <a:gd name="connsiteX12823" fmla="*/ 3160799 w 4954903"/>
                <a:gd name="connsiteY12823" fmla="*/ 2230667 h 4882701"/>
                <a:gd name="connsiteX12824" fmla="*/ 3096226 w 4954903"/>
                <a:gd name="connsiteY12824" fmla="*/ 2228641 h 4882701"/>
                <a:gd name="connsiteX12825" fmla="*/ 3084578 w 4954903"/>
                <a:gd name="connsiteY12825" fmla="*/ 2252191 h 4882701"/>
                <a:gd name="connsiteX12826" fmla="*/ 3110913 w 4954903"/>
                <a:gd name="connsiteY12826" fmla="*/ 2245354 h 4882701"/>
                <a:gd name="connsiteX12827" fmla="*/ 3096226 w 4954903"/>
                <a:gd name="connsiteY12827" fmla="*/ 2228641 h 4882701"/>
                <a:gd name="connsiteX12828" fmla="*/ 2752345 w 4954903"/>
                <a:gd name="connsiteY12828" fmla="*/ 2242568 h 4882701"/>
                <a:gd name="connsiteX12829" fmla="*/ 2779947 w 4954903"/>
                <a:gd name="connsiteY12829" fmla="*/ 2235478 h 4882701"/>
                <a:gd name="connsiteX12830" fmla="*/ 2764753 w 4954903"/>
                <a:gd name="connsiteY12830" fmla="*/ 2219018 h 4882701"/>
                <a:gd name="connsiteX12831" fmla="*/ 2752345 w 4954903"/>
                <a:gd name="connsiteY12831" fmla="*/ 2242568 h 4882701"/>
                <a:gd name="connsiteX12832" fmla="*/ 2684481 w 4954903"/>
                <a:gd name="connsiteY12832" fmla="*/ 2241049 h 4882701"/>
                <a:gd name="connsiteX12833" fmla="*/ 2712082 w 4954903"/>
                <a:gd name="connsiteY12833" fmla="*/ 2233959 h 4882701"/>
                <a:gd name="connsiteX12834" fmla="*/ 2696889 w 4954903"/>
                <a:gd name="connsiteY12834" fmla="*/ 2217499 h 4882701"/>
                <a:gd name="connsiteX12835" fmla="*/ 2684481 w 4954903"/>
                <a:gd name="connsiteY12835" fmla="*/ 2241049 h 4882701"/>
                <a:gd name="connsiteX12836" fmla="*/ 2615350 w 4954903"/>
                <a:gd name="connsiteY12836" fmla="*/ 2238263 h 4882701"/>
                <a:gd name="connsiteX12837" fmla="*/ 2643965 w 4954903"/>
                <a:gd name="connsiteY12837" fmla="*/ 2232186 h 4882701"/>
                <a:gd name="connsiteX12838" fmla="*/ 2628771 w 4954903"/>
                <a:gd name="connsiteY12838" fmla="*/ 2215726 h 4882701"/>
                <a:gd name="connsiteX12839" fmla="*/ 2615350 w 4954903"/>
                <a:gd name="connsiteY12839" fmla="*/ 2238263 h 4882701"/>
                <a:gd name="connsiteX12840" fmla="*/ 2546726 w 4954903"/>
                <a:gd name="connsiteY12840" fmla="*/ 2236744 h 4882701"/>
                <a:gd name="connsiteX12841" fmla="*/ 2575594 w 4954903"/>
                <a:gd name="connsiteY12841" fmla="*/ 2230667 h 4882701"/>
                <a:gd name="connsiteX12842" fmla="*/ 2560400 w 4954903"/>
                <a:gd name="connsiteY12842" fmla="*/ 2214207 h 4882701"/>
                <a:gd name="connsiteX12843" fmla="*/ 2546726 w 4954903"/>
                <a:gd name="connsiteY12843" fmla="*/ 2236744 h 4882701"/>
                <a:gd name="connsiteX12844" fmla="*/ 2283118 w 4954903"/>
                <a:gd name="connsiteY12844" fmla="*/ 2209142 h 4882701"/>
                <a:gd name="connsiteX12845" fmla="*/ 2269444 w 4954903"/>
                <a:gd name="connsiteY12845" fmla="*/ 2231680 h 4882701"/>
                <a:gd name="connsiteX12846" fmla="*/ 2298818 w 4954903"/>
                <a:gd name="connsiteY12846" fmla="*/ 2225349 h 4882701"/>
                <a:gd name="connsiteX12847" fmla="*/ 2283118 w 4954903"/>
                <a:gd name="connsiteY12847" fmla="*/ 2209142 h 4882701"/>
                <a:gd name="connsiteX12848" fmla="*/ 2213481 w 4954903"/>
                <a:gd name="connsiteY12848" fmla="*/ 2208130 h 4882701"/>
                <a:gd name="connsiteX12849" fmla="*/ 2199553 w 4954903"/>
                <a:gd name="connsiteY12849" fmla="*/ 2230667 h 4882701"/>
                <a:gd name="connsiteX12850" fmla="*/ 2228927 w 4954903"/>
                <a:gd name="connsiteY12850" fmla="*/ 2224336 h 4882701"/>
                <a:gd name="connsiteX12851" fmla="*/ 2213481 w 4954903"/>
                <a:gd name="connsiteY12851" fmla="*/ 2208130 h 4882701"/>
                <a:gd name="connsiteX12852" fmla="*/ 2143337 w 4954903"/>
                <a:gd name="connsiteY12852" fmla="*/ 2207370 h 4882701"/>
                <a:gd name="connsiteX12853" fmla="*/ 2129410 w 4954903"/>
                <a:gd name="connsiteY12853" fmla="*/ 2229907 h 4882701"/>
                <a:gd name="connsiteX12854" fmla="*/ 2159037 w 4954903"/>
                <a:gd name="connsiteY12854" fmla="*/ 2223576 h 4882701"/>
                <a:gd name="connsiteX12855" fmla="*/ 2143337 w 4954903"/>
                <a:gd name="connsiteY12855" fmla="*/ 2207370 h 4882701"/>
                <a:gd name="connsiteX12856" fmla="*/ 2073194 w 4954903"/>
                <a:gd name="connsiteY12856" fmla="*/ 2206610 h 4882701"/>
                <a:gd name="connsiteX12857" fmla="*/ 2059013 w 4954903"/>
                <a:gd name="connsiteY12857" fmla="*/ 2229147 h 4882701"/>
                <a:gd name="connsiteX12858" fmla="*/ 2088640 w 4954903"/>
                <a:gd name="connsiteY12858" fmla="*/ 2222817 h 4882701"/>
                <a:gd name="connsiteX12859" fmla="*/ 2073194 w 4954903"/>
                <a:gd name="connsiteY12859" fmla="*/ 2206610 h 4882701"/>
                <a:gd name="connsiteX12860" fmla="*/ 1599408 w 4954903"/>
                <a:gd name="connsiteY12860" fmla="*/ 2203825 h 4882701"/>
                <a:gd name="connsiteX12861" fmla="*/ 1587000 w 4954903"/>
                <a:gd name="connsiteY12861" fmla="*/ 2227628 h 4882701"/>
                <a:gd name="connsiteX12862" fmla="*/ 1613589 w 4954903"/>
                <a:gd name="connsiteY12862" fmla="*/ 2219778 h 4882701"/>
                <a:gd name="connsiteX12863" fmla="*/ 1599408 w 4954903"/>
                <a:gd name="connsiteY12863" fmla="*/ 2203825 h 4882701"/>
                <a:gd name="connsiteX12864" fmla="*/ 1535342 w 4954903"/>
                <a:gd name="connsiteY12864" fmla="*/ 2203825 h 4882701"/>
                <a:gd name="connsiteX12865" fmla="*/ 1523187 w 4954903"/>
                <a:gd name="connsiteY12865" fmla="*/ 2227628 h 4882701"/>
                <a:gd name="connsiteX12866" fmla="*/ 1549269 w 4954903"/>
                <a:gd name="connsiteY12866" fmla="*/ 2219778 h 4882701"/>
                <a:gd name="connsiteX12867" fmla="*/ 1535342 w 4954903"/>
                <a:gd name="connsiteY12867" fmla="*/ 2203825 h 4882701"/>
                <a:gd name="connsiteX12868" fmla="*/ 1472289 w 4954903"/>
                <a:gd name="connsiteY12868" fmla="*/ 2204078 h 4882701"/>
                <a:gd name="connsiteX12869" fmla="*/ 1460387 w 4954903"/>
                <a:gd name="connsiteY12869" fmla="*/ 2227881 h 4882701"/>
                <a:gd name="connsiteX12870" fmla="*/ 1485963 w 4954903"/>
                <a:gd name="connsiteY12870" fmla="*/ 2220031 h 4882701"/>
                <a:gd name="connsiteX12871" fmla="*/ 1472289 w 4954903"/>
                <a:gd name="connsiteY12871" fmla="*/ 2204078 h 4882701"/>
                <a:gd name="connsiteX12872" fmla="*/ 1410248 w 4954903"/>
                <a:gd name="connsiteY12872" fmla="*/ 2204331 h 4882701"/>
                <a:gd name="connsiteX12873" fmla="*/ 1398347 w 4954903"/>
                <a:gd name="connsiteY12873" fmla="*/ 2228134 h 4882701"/>
                <a:gd name="connsiteX12874" fmla="*/ 1423669 w 4954903"/>
                <a:gd name="connsiteY12874" fmla="*/ 2220284 h 4882701"/>
                <a:gd name="connsiteX12875" fmla="*/ 1410248 w 4954903"/>
                <a:gd name="connsiteY12875" fmla="*/ 2204331 h 4882701"/>
                <a:gd name="connsiteX12876" fmla="*/ 1349221 w 4954903"/>
                <a:gd name="connsiteY12876" fmla="*/ 2204584 h 4882701"/>
                <a:gd name="connsiteX12877" fmla="*/ 1337572 w 4954903"/>
                <a:gd name="connsiteY12877" fmla="*/ 2228641 h 4882701"/>
                <a:gd name="connsiteX12878" fmla="*/ 1362389 w 4954903"/>
                <a:gd name="connsiteY12878" fmla="*/ 2220791 h 4882701"/>
                <a:gd name="connsiteX12879" fmla="*/ 1349221 w 4954903"/>
                <a:gd name="connsiteY12879" fmla="*/ 2204584 h 4882701"/>
                <a:gd name="connsiteX12880" fmla="*/ 4951865 w 4954903"/>
                <a:gd name="connsiteY12880" fmla="*/ 2350189 h 4882701"/>
                <a:gd name="connsiteX12881" fmla="*/ 4951865 w 4954903"/>
                <a:gd name="connsiteY12881" fmla="*/ 2349936 h 4882701"/>
                <a:gd name="connsiteX12882" fmla="*/ 4950346 w 4954903"/>
                <a:gd name="connsiteY12882" fmla="*/ 2324360 h 4882701"/>
                <a:gd name="connsiteX12883" fmla="*/ 4950346 w 4954903"/>
                <a:gd name="connsiteY12883" fmla="*/ 2322588 h 4882701"/>
                <a:gd name="connsiteX12884" fmla="*/ 4951865 w 4954903"/>
                <a:gd name="connsiteY12884" fmla="*/ 2351455 h 4882701"/>
                <a:gd name="connsiteX12885" fmla="*/ 4951865 w 4954903"/>
                <a:gd name="connsiteY12885" fmla="*/ 2350189 h 4882701"/>
                <a:gd name="connsiteX12886" fmla="*/ 4950346 w 4954903"/>
                <a:gd name="connsiteY12886" fmla="*/ 2335755 h 4882701"/>
                <a:gd name="connsiteX12887" fmla="*/ 4948826 w 4954903"/>
                <a:gd name="connsiteY12887" fmla="*/ 2318789 h 4882701"/>
                <a:gd name="connsiteX12888" fmla="*/ 4950346 w 4954903"/>
                <a:gd name="connsiteY12888" fmla="*/ 2347910 h 4882701"/>
                <a:gd name="connsiteX12889" fmla="*/ 4950346 w 4954903"/>
                <a:gd name="connsiteY12889" fmla="*/ 2335755 h 4882701"/>
                <a:gd name="connsiteX12890" fmla="*/ 4947561 w 4954903"/>
                <a:gd name="connsiteY12890" fmla="*/ 2331957 h 4882701"/>
                <a:gd name="connsiteX12891" fmla="*/ 4945788 w 4954903"/>
                <a:gd name="connsiteY12891" fmla="*/ 2314991 h 4882701"/>
                <a:gd name="connsiteX12892" fmla="*/ 4945788 w 4954903"/>
                <a:gd name="connsiteY12892" fmla="*/ 2314991 h 4882701"/>
                <a:gd name="connsiteX12893" fmla="*/ 4947561 w 4954903"/>
                <a:gd name="connsiteY12893" fmla="*/ 2344112 h 4882701"/>
                <a:gd name="connsiteX12894" fmla="*/ 4947561 w 4954903"/>
                <a:gd name="connsiteY12894" fmla="*/ 2331957 h 4882701"/>
                <a:gd name="connsiteX12895" fmla="*/ 4940217 w 4954903"/>
                <a:gd name="connsiteY12895" fmla="*/ 2311446 h 4882701"/>
                <a:gd name="connsiteX12896" fmla="*/ 4940217 w 4954903"/>
                <a:gd name="connsiteY12896" fmla="*/ 2311446 h 4882701"/>
                <a:gd name="connsiteX12897" fmla="*/ 4941990 w 4954903"/>
                <a:gd name="connsiteY12897" fmla="*/ 2340567 h 4882701"/>
                <a:gd name="connsiteX12898" fmla="*/ 4942496 w 4954903"/>
                <a:gd name="connsiteY12898" fmla="*/ 2328412 h 4882701"/>
                <a:gd name="connsiteX12899" fmla="*/ 4940217 w 4954903"/>
                <a:gd name="connsiteY12899" fmla="*/ 2311446 h 4882701"/>
                <a:gd name="connsiteX12900" fmla="*/ 4932874 w 4954903"/>
                <a:gd name="connsiteY12900" fmla="*/ 2307901 h 4882701"/>
                <a:gd name="connsiteX12901" fmla="*/ 4934393 w 4954903"/>
                <a:gd name="connsiteY12901" fmla="*/ 2336768 h 4882701"/>
                <a:gd name="connsiteX12902" fmla="*/ 4935912 w 4954903"/>
                <a:gd name="connsiteY12902" fmla="*/ 2324614 h 4882701"/>
                <a:gd name="connsiteX12903" fmla="*/ 4932874 w 4954903"/>
                <a:gd name="connsiteY12903" fmla="*/ 2307901 h 4882701"/>
                <a:gd name="connsiteX12904" fmla="*/ 4932874 w 4954903"/>
                <a:gd name="connsiteY12904" fmla="*/ 2307901 h 4882701"/>
                <a:gd name="connsiteX12905" fmla="*/ 4926796 w 4954903"/>
                <a:gd name="connsiteY12905" fmla="*/ 2321068 h 4882701"/>
                <a:gd name="connsiteX12906" fmla="*/ 4923504 w 4954903"/>
                <a:gd name="connsiteY12906" fmla="*/ 2304102 h 4882701"/>
                <a:gd name="connsiteX12907" fmla="*/ 4923251 w 4954903"/>
                <a:gd name="connsiteY12907" fmla="*/ 2304102 h 4882701"/>
                <a:gd name="connsiteX12908" fmla="*/ 4924770 w 4954903"/>
                <a:gd name="connsiteY12908" fmla="*/ 2332970 h 4882701"/>
                <a:gd name="connsiteX12909" fmla="*/ 4926796 w 4954903"/>
                <a:gd name="connsiteY12909" fmla="*/ 2321068 h 4882701"/>
                <a:gd name="connsiteX12910" fmla="*/ 4926796 w 4954903"/>
                <a:gd name="connsiteY12910" fmla="*/ 2321068 h 4882701"/>
                <a:gd name="connsiteX12911" fmla="*/ 4915907 w 4954903"/>
                <a:gd name="connsiteY12911" fmla="*/ 2317270 h 4882701"/>
                <a:gd name="connsiteX12912" fmla="*/ 4912362 w 4954903"/>
                <a:gd name="connsiteY12912" fmla="*/ 2300304 h 4882701"/>
                <a:gd name="connsiteX12913" fmla="*/ 4912109 w 4954903"/>
                <a:gd name="connsiteY12913" fmla="*/ 2300304 h 4882701"/>
                <a:gd name="connsiteX12914" fmla="*/ 4913628 w 4954903"/>
                <a:gd name="connsiteY12914" fmla="*/ 2329172 h 4882701"/>
                <a:gd name="connsiteX12915" fmla="*/ 4915907 w 4954903"/>
                <a:gd name="connsiteY12915" fmla="*/ 2317270 h 4882701"/>
                <a:gd name="connsiteX12916" fmla="*/ 4898688 w 4954903"/>
                <a:gd name="connsiteY12916" fmla="*/ 2296505 h 4882701"/>
                <a:gd name="connsiteX12917" fmla="*/ 4899954 w 4954903"/>
                <a:gd name="connsiteY12917" fmla="*/ 2325120 h 4882701"/>
                <a:gd name="connsiteX12918" fmla="*/ 4903246 w 4954903"/>
                <a:gd name="connsiteY12918" fmla="*/ 2313472 h 4882701"/>
                <a:gd name="connsiteX12919" fmla="*/ 4899194 w 4954903"/>
                <a:gd name="connsiteY12919" fmla="*/ 2296505 h 4882701"/>
                <a:gd name="connsiteX12920" fmla="*/ 4898688 w 4954903"/>
                <a:gd name="connsiteY12920" fmla="*/ 2296505 h 4882701"/>
                <a:gd name="connsiteX12921" fmla="*/ 4883241 w 4954903"/>
                <a:gd name="connsiteY12921" fmla="*/ 2292707 h 4882701"/>
                <a:gd name="connsiteX12922" fmla="*/ 4884254 w 4954903"/>
                <a:gd name="connsiteY12922" fmla="*/ 2321321 h 4882701"/>
                <a:gd name="connsiteX12923" fmla="*/ 4888052 w 4954903"/>
                <a:gd name="connsiteY12923" fmla="*/ 2309673 h 4882701"/>
                <a:gd name="connsiteX12924" fmla="*/ 4883495 w 4954903"/>
                <a:gd name="connsiteY12924" fmla="*/ 2292707 h 4882701"/>
                <a:gd name="connsiteX12925" fmla="*/ 4883241 w 4954903"/>
                <a:gd name="connsiteY12925" fmla="*/ 2292707 h 4882701"/>
                <a:gd name="connsiteX12926" fmla="*/ 4866275 w 4954903"/>
                <a:gd name="connsiteY12926" fmla="*/ 2288909 h 4882701"/>
                <a:gd name="connsiteX12927" fmla="*/ 4867288 w 4954903"/>
                <a:gd name="connsiteY12927" fmla="*/ 2317523 h 4882701"/>
                <a:gd name="connsiteX12928" fmla="*/ 4871593 w 4954903"/>
                <a:gd name="connsiteY12928" fmla="*/ 2305875 h 4882701"/>
                <a:gd name="connsiteX12929" fmla="*/ 4866782 w 4954903"/>
                <a:gd name="connsiteY12929" fmla="*/ 2288909 h 4882701"/>
                <a:gd name="connsiteX12930" fmla="*/ 4866275 w 4954903"/>
                <a:gd name="connsiteY12930" fmla="*/ 2288909 h 4882701"/>
                <a:gd name="connsiteX12931" fmla="*/ 4847790 w 4954903"/>
                <a:gd name="connsiteY12931" fmla="*/ 2285110 h 4882701"/>
                <a:gd name="connsiteX12932" fmla="*/ 4847283 w 4954903"/>
                <a:gd name="connsiteY12932" fmla="*/ 2285110 h 4882701"/>
                <a:gd name="connsiteX12933" fmla="*/ 4848296 w 4954903"/>
                <a:gd name="connsiteY12933" fmla="*/ 2313725 h 4882701"/>
                <a:gd name="connsiteX12934" fmla="*/ 4853107 w 4954903"/>
                <a:gd name="connsiteY12934" fmla="*/ 2302076 h 4882701"/>
                <a:gd name="connsiteX12935" fmla="*/ 4847790 w 4954903"/>
                <a:gd name="connsiteY12935" fmla="*/ 2285110 h 4882701"/>
                <a:gd name="connsiteX12936" fmla="*/ 4827025 w 4954903"/>
                <a:gd name="connsiteY12936" fmla="*/ 2281312 h 4882701"/>
                <a:gd name="connsiteX12937" fmla="*/ 4826519 w 4954903"/>
                <a:gd name="connsiteY12937" fmla="*/ 2281312 h 4882701"/>
                <a:gd name="connsiteX12938" fmla="*/ 4827025 w 4954903"/>
                <a:gd name="connsiteY12938" fmla="*/ 2309420 h 4882701"/>
                <a:gd name="connsiteX12939" fmla="*/ 4832849 w 4954903"/>
                <a:gd name="connsiteY12939" fmla="*/ 2298025 h 4882701"/>
                <a:gd name="connsiteX12940" fmla="*/ 4827025 w 4954903"/>
                <a:gd name="connsiteY12940" fmla="*/ 2281312 h 4882701"/>
                <a:gd name="connsiteX12941" fmla="*/ 4804488 w 4954903"/>
                <a:gd name="connsiteY12941" fmla="*/ 2277514 h 4882701"/>
                <a:gd name="connsiteX12942" fmla="*/ 4803982 w 4954903"/>
                <a:gd name="connsiteY12942" fmla="*/ 2277514 h 4882701"/>
                <a:gd name="connsiteX12943" fmla="*/ 4804235 w 4954903"/>
                <a:gd name="connsiteY12943" fmla="*/ 2305622 h 4882701"/>
                <a:gd name="connsiteX12944" fmla="*/ 4810565 w 4954903"/>
                <a:gd name="connsiteY12944" fmla="*/ 2294226 h 4882701"/>
                <a:gd name="connsiteX12945" fmla="*/ 4804488 w 4954903"/>
                <a:gd name="connsiteY12945" fmla="*/ 2277514 h 4882701"/>
                <a:gd name="connsiteX12946" fmla="*/ 4780431 w 4954903"/>
                <a:gd name="connsiteY12946" fmla="*/ 2273715 h 4882701"/>
                <a:gd name="connsiteX12947" fmla="*/ 4779925 w 4954903"/>
                <a:gd name="connsiteY12947" fmla="*/ 2273715 h 4882701"/>
                <a:gd name="connsiteX12948" fmla="*/ 4780178 w 4954903"/>
                <a:gd name="connsiteY12948" fmla="*/ 2301823 h 4882701"/>
                <a:gd name="connsiteX12949" fmla="*/ 4787015 w 4954903"/>
                <a:gd name="connsiteY12949" fmla="*/ 2290428 h 4882701"/>
                <a:gd name="connsiteX12950" fmla="*/ 4780431 w 4954903"/>
                <a:gd name="connsiteY12950" fmla="*/ 2273715 h 4882701"/>
                <a:gd name="connsiteX12951" fmla="*/ 4761439 w 4954903"/>
                <a:gd name="connsiteY12951" fmla="*/ 2286883 h 4882701"/>
                <a:gd name="connsiteX12952" fmla="*/ 4754602 w 4954903"/>
                <a:gd name="connsiteY12952" fmla="*/ 2269917 h 4882701"/>
                <a:gd name="connsiteX12953" fmla="*/ 4753590 w 4954903"/>
                <a:gd name="connsiteY12953" fmla="*/ 2297518 h 4882701"/>
                <a:gd name="connsiteX12954" fmla="*/ 4761439 w 4954903"/>
                <a:gd name="connsiteY12954" fmla="*/ 2286883 h 4882701"/>
                <a:gd name="connsiteX12955" fmla="*/ 4727001 w 4954903"/>
                <a:gd name="connsiteY12955" fmla="*/ 2266372 h 4882701"/>
                <a:gd name="connsiteX12956" fmla="*/ 4726241 w 4954903"/>
                <a:gd name="connsiteY12956" fmla="*/ 2266372 h 4882701"/>
                <a:gd name="connsiteX12957" fmla="*/ 4725735 w 4954903"/>
                <a:gd name="connsiteY12957" fmla="*/ 2293973 h 4882701"/>
                <a:gd name="connsiteX12958" fmla="*/ 4734091 w 4954903"/>
                <a:gd name="connsiteY12958" fmla="*/ 2283338 h 4882701"/>
                <a:gd name="connsiteX12959" fmla="*/ 4727001 w 4954903"/>
                <a:gd name="connsiteY12959" fmla="*/ 2266372 h 4882701"/>
                <a:gd name="connsiteX12960" fmla="*/ 4705477 w 4954903"/>
                <a:gd name="connsiteY12960" fmla="*/ 2279286 h 4882701"/>
                <a:gd name="connsiteX12961" fmla="*/ 4697880 w 4954903"/>
                <a:gd name="connsiteY12961" fmla="*/ 2262320 h 4882701"/>
                <a:gd name="connsiteX12962" fmla="*/ 4697120 w 4954903"/>
                <a:gd name="connsiteY12962" fmla="*/ 2262320 h 4882701"/>
                <a:gd name="connsiteX12963" fmla="*/ 4696361 w 4954903"/>
                <a:gd name="connsiteY12963" fmla="*/ 2289922 h 4882701"/>
                <a:gd name="connsiteX12964" fmla="*/ 4705477 w 4954903"/>
                <a:gd name="connsiteY12964" fmla="*/ 2279286 h 4882701"/>
                <a:gd name="connsiteX12965" fmla="*/ 4675089 w 4954903"/>
                <a:gd name="connsiteY12965" fmla="*/ 2275741 h 4882701"/>
                <a:gd name="connsiteX12966" fmla="*/ 4667239 w 4954903"/>
                <a:gd name="connsiteY12966" fmla="*/ 2259028 h 4882701"/>
                <a:gd name="connsiteX12967" fmla="*/ 4666480 w 4954903"/>
                <a:gd name="connsiteY12967" fmla="*/ 2259028 h 4882701"/>
                <a:gd name="connsiteX12968" fmla="*/ 4665720 w 4954903"/>
                <a:gd name="connsiteY12968" fmla="*/ 2286630 h 4882701"/>
                <a:gd name="connsiteX12969" fmla="*/ 4675089 w 4954903"/>
                <a:gd name="connsiteY12969" fmla="*/ 2275741 h 4882701"/>
                <a:gd name="connsiteX12970" fmla="*/ 4643183 w 4954903"/>
                <a:gd name="connsiteY12970" fmla="*/ 2271943 h 4882701"/>
                <a:gd name="connsiteX12971" fmla="*/ 4634827 w 4954903"/>
                <a:gd name="connsiteY12971" fmla="*/ 2255230 h 4882701"/>
                <a:gd name="connsiteX12972" fmla="*/ 4632548 w 4954903"/>
                <a:gd name="connsiteY12972" fmla="*/ 2282072 h 4882701"/>
                <a:gd name="connsiteX12973" fmla="*/ 4643183 w 4954903"/>
                <a:gd name="connsiteY12973" fmla="*/ 2271943 h 4882701"/>
                <a:gd name="connsiteX12974" fmla="*/ 4601147 w 4954903"/>
                <a:gd name="connsiteY12974" fmla="*/ 2251684 h 4882701"/>
                <a:gd name="connsiteX12975" fmla="*/ 4598615 w 4954903"/>
                <a:gd name="connsiteY12975" fmla="*/ 2278526 h 4882701"/>
                <a:gd name="connsiteX12976" fmla="*/ 4609757 w 4954903"/>
                <a:gd name="connsiteY12976" fmla="*/ 2268397 h 4882701"/>
                <a:gd name="connsiteX12977" fmla="*/ 4601147 w 4954903"/>
                <a:gd name="connsiteY12977" fmla="*/ 2251684 h 4882701"/>
                <a:gd name="connsiteX12978" fmla="*/ 4565949 w 4954903"/>
                <a:gd name="connsiteY12978" fmla="*/ 2247886 h 4882701"/>
                <a:gd name="connsiteX12979" fmla="*/ 4565189 w 4954903"/>
                <a:gd name="connsiteY12979" fmla="*/ 2247886 h 4882701"/>
                <a:gd name="connsiteX12980" fmla="*/ 4563164 w 4954903"/>
                <a:gd name="connsiteY12980" fmla="*/ 2274728 h 4882701"/>
                <a:gd name="connsiteX12981" fmla="*/ 4574812 w 4954903"/>
                <a:gd name="connsiteY12981" fmla="*/ 2264599 h 4882701"/>
                <a:gd name="connsiteX12982" fmla="*/ 4565949 w 4954903"/>
                <a:gd name="connsiteY12982" fmla="*/ 2247886 h 4882701"/>
                <a:gd name="connsiteX12983" fmla="*/ 4538348 w 4954903"/>
                <a:gd name="connsiteY12983" fmla="*/ 2261307 h 4882701"/>
                <a:gd name="connsiteX12984" fmla="*/ 4528978 w 4954903"/>
                <a:gd name="connsiteY12984" fmla="*/ 2244594 h 4882701"/>
                <a:gd name="connsiteX12985" fmla="*/ 4528219 w 4954903"/>
                <a:gd name="connsiteY12985" fmla="*/ 2244594 h 4882701"/>
                <a:gd name="connsiteX12986" fmla="*/ 4526193 w 4954903"/>
                <a:gd name="connsiteY12986" fmla="*/ 2271436 h 4882701"/>
                <a:gd name="connsiteX12987" fmla="*/ 4538348 w 4954903"/>
                <a:gd name="connsiteY12987" fmla="*/ 2261307 h 4882701"/>
                <a:gd name="connsiteX12988" fmla="*/ 4490741 w 4954903"/>
                <a:gd name="connsiteY12988" fmla="*/ 2240796 h 4882701"/>
                <a:gd name="connsiteX12989" fmla="*/ 4486943 w 4954903"/>
                <a:gd name="connsiteY12989" fmla="*/ 2266878 h 4882701"/>
                <a:gd name="connsiteX12990" fmla="*/ 4500364 w 4954903"/>
                <a:gd name="connsiteY12990" fmla="*/ 2257509 h 4882701"/>
                <a:gd name="connsiteX12991" fmla="*/ 4490741 w 4954903"/>
                <a:gd name="connsiteY12991" fmla="*/ 2240796 h 4882701"/>
                <a:gd name="connsiteX12992" fmla="*/ 4461114 w 4954903"/>
                <a:gd name="connsiteY12992" fmla="*/ 2254217 h 4882701"/>
                <a:gd name="connsiteX12993" fmla="*/ 4451238 w 4954903"/>
                <a:gd name="connsiteY12993" fmla="*/ 2237504 h 4882701"/>
                <a:gd name="connsiteX12994" fmla="*/ 4447186 w 4954903"/>
                <a:gd name="connsiteY12994" fmla="*/ 2263586 h 4882701"/>
                <a:gd name="connsiteX12995" fmla="*/ 4461114 w 4954903"/>
                <a:gd name="connsiteY12995" fmla="*/ 2254217 h 4882701"/>
                <a:gd name="connsiteX12996" fmla="*/ 4420344 w 4954903"/>
                <a:gd name="connsiteY12996" fmla="*/ 2250671 h 4882701"/>
                <a:gd name="connsiteX12997" fmla="*/ 4410215 w 4954903"/>
                <a:gd name="connsiteY12997" fmla="*/ 2233959 h 4882701"/>
                <a:gd name="connsiteX12998" fmla="*/ 4405911 w 4954903"/>
                <a:gd name="connsiteY12998" fmla="*/ 2260041 h 4882701"/>
                <a:gd name="connsiteX12999" fmla="*/ 4420344 w 4954903"/>
                <a:gd name="connsiteY12999" fmla="*/ 2250671 h 4882701"/>
                <a:gd name="connsiteX13000" fmla="*/ 4367927 w 4954903"/>
                <a:gd name="connsiteY13000" fmla="*/ 2230414 h 4882701"/>
                <a:gd name="connsiteX13001" fmla="*/ 4363368 w 4954903"/>
                <a:gd name="connsiteY13001" fmla="*/ 2256496 h 4882701"/>
                <a:gd name="connsiteX13002" fmla="*/ 4378309 w 4954903"/>
                <a:gd name="connsiteY13002" fmla="*/ 2247126 h 4882701"/>
                <a:gd name="connsiteX13003" fmla="*/ 4367927 w 4954903"/>
                <a:gd name="connsiteY13003" fmla="*/ 2230414 h 4882701"/>
                <a:gd name="connsiteX13004" fmla="*/ 4324372 w 4954903"/>
                <a:gd name="connsiteY13004" fmla="*/ 2227121 h 4882701"/>
                <a:gd name="connsiteX13005" fmla="*/ 4323359 w 4954903"/>
                <a:gd name="connsiteY13005" fmla="*/ 2227121 h 4882701"/>
                <a:gd name="connsiteX13006" fmla="*/ 4319560 w 4954903"/>
                <a:gd name="connsiteY13006" fmla="*/ 2253204 h 4882701"/>
                <a:gd name="connsiteX13007" fmla="*/ 4335007 w 4954903"/>
                <a:gd name="connsiteY13007" fmla="*/ 2243834 h 4882701"/>
                <a:gd name="connsiteX13008" fmla="*/ 4324372 w 4954903"/>
                <a:gd name="connsiteY13008" fmla="*/ 2227121 h 4882701"/>
                <a:gd name="connsiteX13009" fmla="*/ 4279298 w 4954903"/>
                <a:gd name="connsiteY13009" fmla="*/ 2223576 h 4882701"/>
                <a:gd name="connsiteX13010" fmla="*/ 4273473 w 4954903"/>
                <a:gd name="connsiteY13010" fmla="*/ 2248899 h 4882701"/>
                <a:gd name="connsiteX13011" fmla="*/ 4290186 w 4954903"/>
                <a:gd name="connsiteY13011" fmla="*/ 2240543 h 4882701"/>
                <a:gd name="connsiteX13012" fmla="*/ 4279298 w 4954903"/>
                <a:gd name="connsiteY13012" fmla="*/ 2223576 h 4882701"/>
                <a:gd name="connsiteX13013" fmla="*/ 4244352 w 4954903"/>
                <a:gd name="connsiteY13013" fmla="*/ 2236997 h 4882701"/>
                <a:gd name="connsiteX13014" fmla="*/ 4232957 w 4954903"/>
                <a:gd name="connsiteY13014" fmla="*/ 2220284 h 4882701"/>
                <a:gd name="connsiteX13015" fmla="*/ 4226880 w 4954903"/>
                <a:gd name="connsiteY13015" fmla="*/ 2245607 h 4882701"/>
                <a:gd name="connsiteX13016" fmla="*/ 4244352 w 4954903"/>
                <a:gd name="connsiteY13016" fmla="*/ 2236997 h 4882701"/>
                <a:gd name="connsiteX13017" fmla="*/ 4185857 w 4954903"/>
                <a:gd name="connsiteY13017" fmla="*/ 2216993 h 4882701"/>
                <a:gd name="connsiteX13018" fmla="*/ 4179780 w 4954903"/>
                <a:gd name="connsiteY13018" fmla="*/ 2242315 h 4882701"/>
                <a:gd name="connsiteX13019" fmla="*/ 4197505 w 4954903"/>
                <a:gd name="connsiteY13019" fmla="*/ 2233705 h 4882701"/>
                <a:gd name="connsiteX13020" fmla="*/ 4185857 w 4954903"/>
                <a:gd name="connsiteY13020" fmla="*/ 2216993 h 4882701"/>
                <a:gd name="connsiteX13021" fmla="*/ 4137238 w 4954903"/>
                <a:gd name="connsiteY13021" fmla="*/ 2213701 h 4882701"/>
                <a:gd name="connsiteX13022" fmla="*/ 4130907 w 4954903"/>
                <a:gd name="connsiteY13022" fmla="*/ 2239023 h 4882701"/>
                <a:gd name="connsiteX13023" fmla="*/ 4148886 w 4954903"/>
                <a:gd name="connsiteY13023" fmla="*/ 2230414 h 4882701"/>
                <a:gd name="connsiteX13024" fmla="*/ 4137238 w 4954903"/>
                <a:gd name="connsiteY13024" fmla="*/ 2213701 h 4882701"/>
                <a:gd name="connsiteX13025" fmla="*/ 4087605 w 4954903"/>
                <a:gd name="connsiteY13025" fmla="*/ 2210662 h 4882701"/>
                <a:gd name="connsiteX13026" fmla="*/ 4081022 w 4954903"/>
                <a:gd name="connsiteY13026" fmla="*/ 2235985 h 4882701"/>
                <a:gd name="connsiteX13027" fmla="*/ 4099507 w 4954903"/>
                <a:gd name="connsiteY13027" fmla="*/ 2227375 h 4882701"/>
                <a:gd name="connsiteX13028" fmla="*/ 4087605 w 4954903"/>
                <a:gd name="connsiteY13028" fmla="*/ 2210662 h 4882701"/>
                <a:gd name="connsiteX13029" fmla="*/ 4036707 w 4954903"/>
                <a:gd name="connsiteY13029" fmla="*/ 2207370 h 4882701"/>
                <a:gd name="connsiteX13030" fmla="*/ 4029870 w 4954903"/>
                <a:gd name="connsiteY13030" fmla="*/ 2232692 h 4882701"/>
                <a:gd name="connsiteX13031" fmla="*/ 4048862 w 4954903"/>
                <a:gd name="connsiteY13031" fmla="*/ 2224083 h 4882701"/>
                <a:gd name="connsiteX13032" fmla="*/ 4036707 w 4954903"/>
                <a:gd name="connsiteY13032" fmla="*/ 2207370 h 4882701"/>
                <a:gd name="connsiteX13033" fmla="*/ 3984796 w 4954903"/>
                <a:gd name="connsiteY13033" fmla="*/ 2204331 h 4882701"/>
                <a:gd name="connsiteX13034" fmla="*/ 3977705 w 4954903"/>
                <a:gd name="connsiteY13034" fmla="*/ 2229654 h 4882701"/>
                <a:gd name="connsiteX13035" fmla="*/ 3996950 w 4954903"/>
                <a:gd name="connsiteY13035" fmla="*/ 2221044 h 4882701"/>
                <a:gd name="connsiteX13036" fmla="*/ 3984796 w 4954903"/>
                <a:gd name="connsiteY13036" fmla="*/ 2204331 h 4882701"/>
                <a:gd name="connsiteX13037" fmla="*/ 3931872 w 4954903"/>
                <a:gd name="connsiteY13037" fmla="*/ 2201292 h 4882701"/>
                <a:gd name="connsiteX13038" fmla="*/ 3923768 w 4954903"/>
                <a:gd name="connsiteY13038" fmla="*/ 2225602 h 4882701"/>
                <a:gd name="connsiteX13039" fmla="*/ 3944533 w 4954903"/>
                <a:gd name="connsiteY13039" fmla="*/ 2218005 h 4882701"/>
                <a:gd name="connsiteX13040" fmla="*/ 3931872 w 4954903"/>
                <a:gd name="connsiteY13040" fmla="*/ 2201292 h 4882701"/>
                <a:gd name="connsiteX13041" fmla="*/ 3877681 w 4954903"/>
                <a:gd name="connsiteY13041" fmla="*/ 2198254 h 4882701"/>
                <a:gd name="connsiteX13042" fmla="*/ 3869325 w 4954903"/>
                <a:gd name="connsiteY13042" fmla="*/ 2222563 h 4882701"/>
                <a:gd name="connsiteX13043" fmla="*/ 3890596 w 4954903"/>
                <a:gd name="connsiteY13043" fmla="*/ 2214967 h 4882701"/>
                <a:gd name="connsiteX13044" fmla="*/ 3877681 w 4954903"/>
                <a:gd name="connsiteY13044" fmla="*/ 2198254 h 4882701"/>
                <a:gd name="connsiteX13045" fmla="*/ 3584192 w 4954903"/>
                <a:gd name="connsiteY13045" fmla="*/ 2208383 h 4882701"/>
                <a:gd name="connsiteX13046" fmla="*/ 3606983 w 4954903"/>
                <a:gd name="connsiteY13046" fmla="*/ 2200533 h 4882701"/>
                <a:gd name="connsiteX13047" fmla="*/ 3593308 w 4954903"/>
                <a:gd name="connsiteY13047" fmla="*/ 2184073 h 4882701"/>
                <a:gd name="connsiteX13048" fmla="*/ 3584192 w 4954903"/>
                <a:gd name="connsiteY13048" fmla="*/ 2208383 h 4882701"/>
                <a:gd name="connsiteX13049" fmla="*/ 3523418 w 4954903"/>
                <a:gd name="connsiteY13049" fmla="*/ 2204838 h 4882701"/>
                <a:gd name="connsiteX13050" fmla="*/ 3547728 w 4954903"/>
                <a:gd name="connsiteY13050" fmla="*/ 2198254 h 4882701"/>
                <a:gd name="connsiteX13051" fmla="*/ 3533800 w 4954903"/>
                <a:gd name="connsiteY13051" fmla="*/ 2181794 h 4882701"/>
                <a:gd name="connsiteX13052" fmla="*/ 3523418 w 4954903"/>
                <a:gd name="connsiteY13052" fmla="*/ 2204838 h 4882701"/>
                <a:gd name="connsiteX13053" fmla="*/ 3462897 w 4954903"/>
                <a:gd name="connsiteY13053" fmla="*/ 2202305 h 4882701"/>
                <a:gd name="connsiteX13054" fmla="*/ 3487460 w 4954903"/>
                <a:gd name="connsiteY13054" fmla="*/ 2195721 h 4882701"/>
                <a:gd name="connsiteX13055" fmla="*/ 3473280 w 4954903"/>
                <a:gd name="connsiteY13055" fmla="*/ 2179262 h 4882701"/>
                <a:gd name="connsiteX13056" fmla="*/ 3462897 w 4954903"/>
                <a:gd name="connsiteY13056" fmla="*/ 2202305 h 4882701"/>
                <a:gd name="connsiteX13057" fmla="*/ 2832618 w 4954903"/>
                <a:gd name="connsiteY13057" fmla="*/ 2157231 h 4882701"/>
                <a:gd name="connsiteX13058" fmla="*/ 2820463 w 4954903"/>
                <a:gd name="connsiteY13058" fmla="*/ 2180528 h 4882701"/>
                <a:gd name="connsiteX13059" fmla="*/ 2847558 w 4954903"/>
                <a:gd name="connsiteY13059" fmla="*/ 2173438 h 4882701"/>
                <a:gd name="connsiteX13060" fmla="*/ 2832618 w 4954903"/>
                <a:gd name="connsiteY13060" fmla="*/ 2157231 h 4882701"/>
                <a:gd name="connsiteX13061" fmla="*/ 2753105 w 4954903"/>
                <a:gd name="connsiteY13061" fmla="*/ 2178755 h 4882701"/>
                <a:gd name="connsiteX13062" fmla="*/ 2780707 w 4954903"/>
                <a:gd name="connsiteY13062" fmla="*/ 2171665 h 4882701"/>
                <a:gd name="connsiteX13063" fmla="*/ 2765260 w 4954903"/>
                <a:gd name="connsiteY13063" fmla="*/ 2155205 h 4882701"/>
                <a:gd name="connsiteX13064" fmla="*/ 2753105 w 4954903"/>
                <a:gd name="connsiteY13064" fmla="*/ 2178755 h 4882701"/>
                <a:gd name="connsiteX13065" fmla="*/ 2685494 w 4954903"/>
                <a:gd name="connsiteY13065" fmla="*/ 2177236 h 4882701"/>
                <a:gd name="connsiteX13066" fmla="*/ 2713095 w 4954903"/>
                <a:gd name="connsiteY13066" fmla="*/ 2170146 h 4882701"/>
                <a:gd name="connsiteX13067" fmla="*/ 2697902 w 4954903"/>
                <a:gd name="connsiteY13067" fmla="*/ 2153939 h 4882701"/>
                <a:gd name="connsiteX13068" fmla="*/ 2685494 w 4954903"/>
                <a:gd name="connsiteY13068" fmla="*/ 2177236 h 4882701"/>
                <a:gd name="connsiteX13069" fmla="*/ 2616363 w 4954903"/>
                <a:gd name="connsiteY13069" fmla="*/ 2174451 h 4882701"/>
                <a:gd name="connsiteX13070" fmla="*/ 2644978 w 4954903"/>
                <a:gd name="connsiteY13070" fmla="*/ 2168373 h 4882701"/>
                <a:gd name="connsiteX13071" fmla="*/ 2629784 w 4954903"/>
                <a:gd name="connsiteY13071" fmla="*/ 2152167 h 4882701"/>
                <a:gd name="connsiteX13072" fmla="*/ 2616363 w 4954903"/>
                <a:gd name="connsiteY13072" fmla="*/ 2174451 h 4882701"/>
                <a:gd name="connsiteX13073" fmla="*/ 2547992 w 4954903"/>
                <a:gd name="connsiteY13073" fmla="*/ 2172931 h 4882701"/>
                <a:gd name="connsiteX13074" fmla="*/ 2576860 w 4954903"/>
                <a:gd name="connsiteY13074" fmla="*/ 2166854 h 4882701"/>
                <a:gd name="connsiteX13075" fmla="*/ 2561666 w 4954903"/>
                <a:gd name="connsiteY13075" fmla="*/ 2150647 h 4882701"/>
                <a:gd name="connsiteX13076" fmla="*/ 2547992 w 4954903"/>
                <a:gd name="connsiteY13076" fmla="*/ 2172931 h 4882701"/>
                <a:gd name="connsiteX13077" fmla="*/ 2284891 w 4954903"/>
                <a:gd name="connsiteY13077" fmla="*/ 2145583 h 4882701"/>
                <a:gd name="connsiteX13078" fmla="*/ 2271216 w 4954903"/>
                <a:gd name="connsiteY13078" fmla="*/ 2167867 h 4882701"/>
                <a:gd name="connsiteX13079" fmla="*/ 2300590 w 4954903"/>
                <a:gd name="connsiteY13079" fmla="*/ 2161789 h 4882701"/>
                <a:gd name="connsiteX13080" fmla="*/ 2284891 w 4954903"/>
                <a:gd name="connsiteY13080" fmla="*/ 2145583 h 4882701"/>
                <a:gd name="connsiteX13081" fmla="*/ 2215000 w 4954903"/>
                <a:gd name="connsiteY13081" fmla="*/ 2144570 h 4882701"/>
                <a:gd name="connsiteX13082" fmla="*/ 2201073 w 4954903"/>
                <a:gd name="connsiteY13082" fmla="*/ 2166854 h 4882701"/>
                <a:gd name="connsiteX13083" fmla="*/ 2230447 w 4954903"/>
                <a:gd name="connsiteY13083" fmla="*/ 2160523 h 4882701"/>
                <a:gd name="connsiteX13084" fmla="*/ 2215000 w 4954903"/>
                <a:gd name="connsiteY13084" fmla="*/ 2144570 h 4882701"/>
                <a:gd name="connsiteX13085" fmla="*/ 2145110 w 4954903"/>
                <a:gd name="connsiteY13085" fmla="*/ 2143810 h 4882701"/>
                <a:gd name="connsiteX13086" fmla="*/ 2130929 w 4954903"/>
                <a:gd name="connsiteY13086" fmla="*/ 2166094 h 4882701"/>
                <a:gd name="connsiteX13087" fmla="*/ 2160557 w 4954903"/>
                <a:gd name="connsiteY13087" fmla="*/ 2159763 h 4882701"/>
                <a:gd name="connsiteX13088" fmla="*/ 2145110 w 4954903"/>
                <a:gd name="connsiteY13088" fmla="*/ 2143810 h 4882701"/>
                <a:gd name="connsiteX13089" fmla="*/ 2075219 w 4954903"/>
                <a:gd name="connsiteY13089" fmla="*/ 2142797 h 4882701"/>
                <a:gd name="connsiteX13090" fmla="*/ 2061039 w 4954903"/>
                <a:gd name="connsiteY13090" fmla="*/ 2165334 h 4882701"/>
                <a:gd name="connsiteX13091" fmla="*/ 2090666 w 4954903"/>
                <a:gd name="connsiteY13091" fmla="*/ 2159004 h 4882701"/>
                <a:gd name="connsiteX13092" fmla="*/ 2075219 w 4954903"/>
                <a:gd name="connsiteY13092" fmla="*/ 2142797 h 4882701"/>
                <a:gd name="connsiteX13093" fmla="*/ 1732858 w 4954903"/>
                <a:gd name="connsiteY13093" fmla="*/ 2140518 h 4882701"/>
                <a:gd name="connsiteX13094" fmla="*/ 1720197 w 4954903"/>
                <a:gd name="connsiteY13094" fmla="*/ 2164068 h 4882701"/>
                <a:gd name="connsiteX13095" fmla="*/ 1747292 w 4954903"/>
                <a:gd name="connsiteY13095" fmla="*/ 2156472 h 4882701"/>
                <a:gd name="connsiteX13096" fmla="*/ 1732858 w 4954903"/>
                <a:gd name="connsiteY13096" fmla="*/ 2140518 h 4882701"/>
                <a:gd name="connsiteX13097" fmla="*/ 1667019 w 4954903"/>
                <a:gd name="connsiteY13097" fmla="*/ 2140265 h 4882701"/>
                <a:gd name="connsiteX13098" fmla="*/ 1654358 w 4954903"/>
                <a:gd name="connsiteY13098" fmla="*/ 2163815 h 4882701"/>
                <a:gd name="connsiteX13099" fmla="*/ 1681200 w 4954903"/>
                <a:gd name="connsiteY13099" fmla="*/ 2156218 h 4882701"/>
                <a:gd name="connsiteX13100" fmla="*/ 1667019 w 4954903"/>
                <a:gd name="connsiteY13100" fmla="*/ 2140265 h 4882701"/>
                <a:gd name="connsiteX13101" fmla="*/ 1602193 w 4954903"/>
                <a:gd name="connsiteY13101" fmla="*/ 2140265 h 4882701"/>
                <a:gd name="connsiteX13102" fmla="*/ 1589532 w 4954903"/>
                <a:gd name="connsiteY13102" fmla="*/ 2164068 h 4882701"/>
                <a:gd name="connsiteX13103" fmla="*/ 1616121 w 4954903"/>
                <a:gd name="connsiteY13103" fmla="*/ 2156218 h 4882701"/>
                <a:gd name="connsiteX13104" fmla="*/ 1602193 w 4954903"/>
                <a:gd name="connsiteY13104" fmla="*/ 2140265 h 4882701"/>
                <a:gd name="connsiteX13105" fmla="*/ 1538127 w 4954903"/>
                <a:gd name="connsiteY13105" fmla="*/ 2140265 h 4882701"/>
                <a:gd name="connsiteX13106" fmla="*/ 1525719 w 4954903"/>
                <a:gd name="connsiteY13106" fmla="*/ 2164068 h 4882701"/>
                <a:gd name="connsiteX13107" fmla="*/ 1551801 w 4954903"/>
                <a:gd name="connsiteY13107" fmla="*/ 2156218 h 4882701"/>
                <a:gd name="connsiteX13108" fmla="*/ 1538127 w 4954903"/>
                <a:gd name="connsiteY13108" fmla="*/ 2140265 h 4882701"/>
                <a:gd name="connsiteX13109" fmla="*/ 1475327 w 4954903"/>
                <a:gd name="connsiteY13109" fmla="*/ 2140518 h 4882701"/>
                <a:gd name="connsiteX13110" fmla="*/ 1463172 w 4954903"/>
                <a:gd name="connsiteY13110" fmla="*/ 2164322 h 4882701"/>
                <a:gd name="connsiteX13111" fmla="*/ 1488748 w 4954903"/>
                <a:gd name="connsiteY13111" fmla="*/ 2156472 h 4882701"/>
                <a:gd name="connsiteX13112" fmla="*/ 1475327 w 4954903"/>
                <a:gd name="connsiteY13112" fmla="*/ 2140518 h 4882701"/>
                <a:gd name="connsiteX13113" fmla="*/ 1413287 w 4954903"/>
                <a:gd name="connsiteY13113" fmla="*/ 2140772 h 4882701"/>
                <a:gd name="connsiteX13114" fmla="*/ 1401132 w 4954903"/>
                <a:gd name="connsiteY13114" fmla="*/ 2164575 h 4882701"/>
                <a:gd name="connsiteX13115" fmla="*/ 1426455 w 4954903"/>
                <a:gd name="connsiteY13115" fmla="*/ 2156725 h 4882701"/>
                <a:gd name="connsiteX13116" fmla="*/ 1413287 w 4954903"/>
                <a:gd name="connsiteY13116" fmla="*/ 2140772 h 4882701"/>
                <a:gd name="connsiteX13117" fmla="*/ 1352260 w 4954903"/>
                <a:gd name="connsiteY13117" fmla="*/ 2141025 h 4882701"/>
                <a:gd name="connsiteX13118" fmla="*/ 1340358 w 4954903"/>
                <a:gd name="connsiteY13118" fmla="*/ 2164828 h 4882701"/>
                <a:gd name="connsiteX13119" fmla="*/ 1365427 w 4954903"/>
                <a:gd name="connsiteY13119" fmla="*/ 2156978 h 4882701"/>
                <a:gd name="connsiteX13120" fmla="*/ 1352260 w 4954903"/>
                <a:gd name="connsiteY13120" fmla="*/ 2141025 h 4882701"/>
                <a:gd name="connsiteX13121" fmla="*/ 4948067 w 4954903"/>
                <a:gd name="connsiteY13121" fmla="*/ 2287389 h 4882701"/>
                <a:gd name="connsiteX13122" fmla="*/ 4948067 w 4954903"/>
                <a:gd name="connsiteY13122" fmla="*/ 2287389 h 4882701"/>
                <a:gd name="connsiteX13123" fmla="*/ 4945788 w 4954903"/>
                <a:gd name="connsiteY13123" fmla="*/ 2259535 h 4882701"/>
                <a:gd name="connsiteX13124" fmla="*/ 4945788 w 4954903"/>
                <a:gd name="connsiteY13124" fmla="*/ 2259028 h 4882701"/>
                <a:gd name="connsiteX13125" fmla="*/ 4948067 w 4954903"/>
                <a:gd name="connsiteY13125" fmla="*/ 2287896 h 4882701"/>
                <a:gd name="connsiteX13126" fmla="*/ 4948067 w 4954903"/>
                <a:gd name="connsiteY13126" fmla="*/ 2287389 h 4882701"/>
                <a:gd name="connsiteX13127" fmla="*/ 4946041 w 4954903"/>
                <a:gd name="connsiteY13127" fmla="*/ 2271943 h 4882701"/>
                <a:gd name="connsiteX13128" fmla="*/ 4944269 w 4954903"/>
                <a:gd name="connsiteY13128" fmla="*/ 2255230 h 4882701"/>
                <a:gd name="connsiteX13129" fmla="*/ 4946548 w 4954903"/>
                <a:gd name="connsiteY13129" fmla="*/ 2284097 h 4882701"/>
                <a:gd name="connsiteX13130" fmla="*/ 4946041 w 4954903"/>
                <a:gd name="connsiteY13130" fmla="*/ 2271943 h 4882701"/>
                <a:gd name="connsiteX13131" fmla="*/ 4940977 w 4954903"/>
                <a:gd name="connsiteY13131" fmla="*/ 2251684 h 4882701"/>
                <a:gd name="connsiteX13132" fmla="*/ 4943509 w 4954903"/>
                <a:gd name="connsiteY13132" fmla="*/ 2280552 h 4882701"/>
                <a:gd name="connsiteX13133" fmla="*/ 4943256 w 4954903"/>
                <a:gd name="connsiteY13133" fmla="*/ 2268397 h 4882701"/>
                <a:gd name="connsiteX13134" fmla="*/ 4940977 w 4954903"/>
                <a:gd name="connsiteY13134" fmla="*/ 2251684 h 4882701"/>
                <a:gd name="connsiteX13135" fmla="*/ 4940977 w 4954903"/>
                <a:gd name="connsiteY13135" fmla="*/ 2251684 h 4882701"/>
                <a:gd name="connsiteX13136" fmla="*/ 4935659 w 4954903"/>
                <a:gd name="connsiteY13136" fmla="*/ 2248139 h 4882701"/>
                <a:gd name="connsiteX13137" fmla="*/ 4935659 w 4954903"/>
                <a:gd name="connsiteY13137" fmla="*/ 2248139 h 4882701"/>
                <a:gd name="connsiteX13138" fmla="*/ 4938191 w 4954903"/>
                <a:gd name="connsiteY13138" fmla="*/ 2277007 h 4882701"/>
                <a:gd name="connsiteX13139" fmla="*/ 4938445 w 4954903"/>
                <a:gd name="connsiteY13139" fmla="*/ 2264852 h 4882701"/>
                <a:gd name="connsiteX13140" fmla="*/ 4935659 w 4954903"/>
                <a:gd name="connsiteY13140" fmla="*/ 2248139 h 4882701"/>
                <a:gd name="connsiteX13141" fmla="*/ 4928315 w 4954903"/>
                <a:gd name="connsiteY13141" fmla="*/ 2244341 h 4882701"/>
                <a:gd name="connsiteX13142" fmla="*/ 4930595 w 4954903"/>
                <a:gd name="connsiteY13142" fmla="*/ 2272955 h 4882701"/>
                <a:gd name="connsiteX13143" fmla="*/ 4931607 w 4954903"/>
                <a:gd name="connsiteY13143" fmla="*/ 2261054 h 4882701"/>
                <a:gd name="connsiteX13144" fmla="*/ 4928315 w 4954903"/>
                <a:gd name="connsiteY13144" fmla="*/ 2244341 h 4882701"/>
                <a:gd name="connsiteX13145" fmla="*/ 4928315 w 4954903"/>
                <a:gd name="connsiteY13145" fmla="*/ 2244341 h 4882701"/>
                <a:gd name="connsiteX13146" fmla="*/ 4918946 w 4954903"/>
                <a:gd name="connsiteY13146" fmla="*/ 2240543 h 4882701"/>
                <a:gd name="connsiteX13147" fmla="*/ 4921225 w 4954903"/>
                <a:gd name="connsiteY13147" fmla="*/ 2269157 h 4882701"/>
                <a:gd name="connsiteX13148" fmla="*/ 4922744 w 4954903"/>
                <a:gd name="connsiteY13148" fmla="*/ 2257255 h 4882701"/>
                <a:gd name="connsiteX13149" fmla="*/ 4918946 w 4954903"/>
                <a:gd name="connsiteY13149" fmla="*/ 2240543 h 4882701"/>
                <a:gd name="connsiteX13150" fmla="*/ 4918946 w 4954903"/>
                <a:gd name="connsiteY13150" fmla="*/ 2240543 h 4882701"/>
                <a:gd name="connsiteX13151" fmla="*/ 4907551 w 4954903"/>
                <a:gd name="connsiteY13151" fmla="*/ 2236744 h 4882701"/>
                <a:gd name="connsiteX13152" fmla="*/ 4909830 w 4954903"/>
                <a:gd name="connsiteY13152" fmla="*/ 2265359 h 4882701"/>
                <a:gd name="connsiteX13153" fmla="*/ 4911856 w 4954903"/>
                <a:gd name="connsiteY13153" fmla="*/ 2253457 h 4882701"/>
                <a:gd name="connsiteX13154" fmla="*/ 4907804 w 4954903"/>
                <a:gd name="connsiteY13154" fmla="*/ 2236744 h 4882701"/>
                <a:gd name="connsiteX13155" fmla="*/ 4907551 w 4954903"/>
                <a:gd name="connsiteY13155" fmla="*/ 2236744 h 4882701"/>
                <a:gd name="connsiteX13156" fmla="*/ 4894383 w 4954903"/>
                <a:gd name="connsiteY13156" fmla="*/ 2232946 h 4882701"/>
                <a:gd name="connsiteX13157" fmla="*/ 4894130 w 4954903"/>
                <a:gd name="connsiteY13157" fmla="*/ 2232946 h 4882701"/>
                <a:gd name="connsiteX13158" fmla="*/ 4896156 w 4954903"/>
                <a:gd name="connsiteY13158" fmla="*/ 2261307 h 4882701"/>
                <a:gd name="connsiteX13159" fmla="*/ 4899194 w 4954903"/>
                <a:gd name="connsiteY13159" fmla="*/ 2249659 h 4882701"/>
                <a:gd name="connsiteX13160" fmla="*/ 4894383 w 4954903"/>
                <a:gd name="connsiteY13160" fmla="*/ 2232946 h 4882701"/>
                <a:gd name="connsiteX13161" fmla="*/ 4878683 w 4954903"/>
                <a:gd name="connsiteY13161" fmla="*/ 2229147 h 4882701"/>
                <a:gd name="connsiteX13162" fmla="*/ 4880456 w 4954903"/>
                <a:gd name="connsiteY13162" fmla="*/ 2257509 h 4882701"/>
                <a:gd name="connsiteX13163" fmla="*/ 4884001 w 4954903"/>
                <a:gd name="connsiteY13163" fmla="*/ 2245860 h 4882701"/>
                <a:gd name="connsiteX13164" fmla="*/ 4878936 w 4954903"/>
                <a:gd name="connsiteY13164" fmla="*/ 2229147 h 4882701"/>
                <a:gd name="connsiteX13165" fmla="*/ 4878683 w 4954903"/>
                <a:gd name="connsiteY13165" fmla="*/ 2229147 h 4882701"/>
                <a:gd name="connsiteX13166" fmla="*/ 4861717 w 4954903"/>
                <a:gd name="connsiteY13166" fmla="*/ 2225349 h 4882701"/>
                <a:gd name="connsiteX13167" fmla="*/ 4863489 w 4954903"/>
                <a:gd name="connsiteY13167" fmla="*/ 2253710 h 4882701"/>
                <a:gd name="connsiteX13168" fmla="*/ 4867541 w 4954903"/>
                <a:gd name="connsiteY13168" fmla="*/ 2242062 h 4882701"/>
                <a:gd name="connsiteX13169" fmla="*/ 4862223 w 4954903"/>
                <a:gd name="connsiteY13169" fmla="*/ 2225349 h 4882701"/>
                <a:gd name="connsiteX13170" fmla="*/ 4861717 w 4954903"/>
                <a:gd name="connsiteY13170" fmla="*/ 2225349 h 4882701"/>
                <a:gd name="connsiteX13171" fmla="*/ 4843231 w 4954903"/>
                <a:gd name="connsiteY13171" fmla="*/ 2221551 h 4882701"/>
                <a:gd name="connsiteX13172" fmla="*/ 4842725 w 4954903"/>
                <a:gd name="connsiteY13172" fmla="*/ 2221551 h 4882701"/>
                <a:gd name="connsiteX13173" fmla="*/ 4844498 w 4954903"/>
                <a:gd name="connsiteY13173" fmla="*/ 2249912 h 4882701"/>
                <a:gd name="connsiteX13174" fmla="*/ 4849056 w 4954903"/>
                <a:gd name="connsiteY13174" fmla="*/ 2238263 h 4882701"/>
                <a:gd name="connsiteX13175" fmla="*/ 4843231 w 4954903"/>
                <a:gd name="connsiteY13175" fmla="*/ 2221551 h 4882701"/>
                <a:gd name="connsiteX13176" fmla="*/ 4828798 w 4954903"/>
                <a:gd name="connsiteY13176" fmla="*/ 2234718 h 4882701"/>
                <a:gd name="connsiteX13177" fmla="*/ 4822720 w 4954903"/>
                <a:gd name="connsiteY13177" fmla="*/ 2218005 h 4882701"/>
                <a:gd name="connsiteX13178" fmla="*/ 4822214 w 4954903"/>
                <a:gd name="connsiteY13178" fmla="*/ 2218005 h 4882701"/>
                <a:gd name="connsiteX13179" fmla="*/ 4823480 w 4954903"/>
                <a:gd name="connsiteY13179" fmla="*/ 2245860 h 4882701"/>
                <a:gd name="connsiteX13180" fmla="*/ 4828798 w 4954903"/>
                <a:gd name="connsiteY13180" fmla="*/ 2234718 h 4882701"/>
                <a:gd name="connsiteX13181" fmla="*/ 4800183 w 4954903"/>
                <a:gd name="connsiteY13181" fmla="*/ 2214207 h 4882701"/>
                <a:gd name="connsiteX13182" fmla="*/ 4799676 w 4954903"/>
                <a:gd name="connsiteY13182" fmla="*/ 2214207 h 4882701"/>
                <a:gd name="connsiteX13183" fmla="*/ 4800690 w 4954903"/>
                <a:gd name="connsiteY13183" fmla="*/ 2242062 h 4882701"/>
                <a:gd name="connsiteX13184" fmla="*/ 4806767 w 4954903"/>
                <a:gd name="connsiteY13184" fmla="*/ 2230920 h 4882701"/>
                <a:gd name="connsiteX13185" fmla="*/ 4800183 w 4954903"/>
                <a:gd name="connsiteY13185" fmla="*/ 2214207 h 4882701"/>
                <a:gd name="connsiteX13186" fmla="*/ 4776127 w 4954903"/>
                <a:gd name="connsiteY13186" fmla="*/ 2210409 h 4882701"/>
                <a:gd name="connsiteX13187" fmla="*/ 4775620 w 4954903"/>
                <a:gd name="connsiteY13187" fmla="*/ 2210409 h 4882701"/>
                <a:gd name="connsiteX13188" fmla="*/ 4776633 w 4954903"/>
                <a:gd name="connsiteY13188" fmla="*/ 2238263 h 4882701"/>
                <a:gd name="connsiteX13189" fmla="*/ 4783217 w 4954903"/>
                <a:gd name="connsiteY13189" fmla="*/ 2227121 h 4882701"/>
                <a:gd name="connsiteX13190" fmla="*/ 4776127 w 4954903"/>
                <a:gd name="connsiteY13190" fmla="*/ 2210409 h 4882701"/>
                <a:gd name="connsiteX13191" fmla="*/ 4757641 w 4954903"/>
                <a:gd name="connsiteY13191" fmla="*/ 2223323 h 4882701"/>
                <a:gd name="connsiteX13192" fmla="*/ 4750297 w 4954903"/>
                <a:gd name="connsiteY13192" fmla="*/ 2206610 h 4882701"/>
                <a:gd name="connsiteX13193" fmla="*/ 4749791 w 4954903"/>
                <a:gd name="connsiteY13193" fmla="*/ 2206610 h 4882701"/>
                <a:gd name="connsiteX13194" fmla="*/ 4750551 w 4954903"/>
                <a:gd name="connsiteY13194" fmla="*/ 2234465 h 4882701"/>
                <a:gd name="connsiteX13195" fmla="*/ 4757641 w 4954903"/>
                <a:gd name="connsiteY13195" fmla="*/ 2223323 h 4882701"/>
                <a:gd name="connsiteX13196" fmla="*/ 4722189 w 4954903"/>
                <a:gd name="connsiteY13196" fmla="*/ 2202812 h 4882701"/>
                <a:gd name="connsiteX13197" fmla="*/ 4722189 w 4954903"/>
                <a:gd name="connsiteY13197" fmla="*/ 2230160 h 4882701"/>
                <a:gd name="connsiteX13198" fmla="*/ 4730293 w 4954903"/>
                <a:gd name="connsiteY13198" fmla="*/ 2219525 h 4882701"/>
                <a:gd name="connsiteX13199" fmla="*/ 4722696 w 4954903"/>
                <a:gd name="connsiteY13199" fmla="*/ 2202812 h 4882701"/>
                <a:gd name="connsiteX13200" fmla="*/ 4722189 w 4954903"/>
                <a:gd name="connsiteY13200" fmla="*/ 2202812 h 4882701"/>
                <a:gd name="connsiteX13201" fmla="*/ 4701678 w 4954903"/>
                <a:gd name="connsiteY13201" fmla="*/ 2215980 h 4882701"/>
                <a:gd name="connsiteX13202" fmla="*/ 4693828 w 4954903"/>
                <a:gd name="connsiteY13202" fmla="*/ 2199267 h 4882701"/>
                <a:gd name="connsiteX13203" fmla="*/ 4693069 w 4954903"/>
                <a:gd name="connsiteY13203" fmla="*/ 2199267 h 4882701"/>
                <a:gd name="connsiteX13204" fmla="*/ 4693069 w 4954903"/>
                <a:gd name="connsiteY13204" fmla="*/ 2226615 h 4882701"/>
                <a:gd name="connsiteX13205" fmla="*/ 4701678 w 4954903"/>
                <a:gd name="connsiteY13205" fmla="*/ 2215980 h 4882701"/>
                <a:gd name="connsiteX13206" fmla="*/ 4671544 w 4954903"/>
                <a:gd name="connsiteY13206" fmla="*/ 2212181 h 4882701"/>
                <a:gd name="connsiteX13207" fmla="*/ 4663188 w 4954903"/>
                <a:gd name="connsiteY13207" fmla="*/ 2195468 h 4882701"/>
                <a:gd name="connsiteX13208" fmla="*/ 4662428 w 4954903"/>
                <a:gd name="connsiteY13208" fmla="*/ 2195468 h 4882701"/>
                <a:gd name="connsiteX13209" fmla="*/ 4662175 w 4954903"/>
                <a:gd name="connsiteY13209" fmla="*/ 2222817 h 4882701"/>
                <a:gd name="connsiteX13210" fmla="*/ 4671544 w 4954903"/>
                <a:gd name="connsiteY13210" fmla="*/ 2212181 h 4882701"/>
                <a:gd name="connsiteX13211" fmla="*/ 4639638 w 4954903"/>
                <a:gd name="connsiteY13211" fmla="*/ 2208636 h 4882701"/>
                <a:gd name="connsiteX13212" fmla="*/ 4631028 w 4954903"/>
                <a:gd name="connsiteY13212" fmla="*/ 2191923 h 4882701"/>
                <a:gd name="connsiteX13213" fmla="*/ 4629256 w 4954903"/>
                <a:gd name="connsiteY13213" fmla="*/ 2218512 h 4882701"/>
                <a:gd name="connsiteX13214" fmla="*/ 4639638 w 4954903"/>
                <a:gd name="connsiteY13214" fmla="*/ 2208636 h 4882701"/>
                <a:gd name="connsiteX13215" fmla="*/ 4597349 w 4954903"/>
                <a:gd name="connsiteY13215" fmla="*/ 2188378 h 4882701"/>
                <a:gd name="connsiteX13216" fmla="*/ 4596590 w 4954903"/>
                <a:gd name="connsiteY13216" fmla="*/ 2188378 h 4882701"/>
                <a:gd name="connsiteX13217" fmla="*/ 4595323 w 4954903"/>
                <a:gd name="connsiteY13217" fmla="*/ 2214967 h 4882701"/>
                <a:gd name="connsiteX13218" fmla="*/ 4606212 w 4954903"/>
                <a:gd name="connsiteY13218" fmla="*/ 2205091 h 4882701"/>
                <a:gd name="connsiteX13219" fmla="*/ 4597349 w 4954903"/>
                <a:gd name="connsiteY13219" fmla="*/ 2188378 h 4882701"/>
                <a:gd name="connsiteX13220" fmla="*/ 4562151 w 4954903"/>
                <a:gd name="connsiteY13220" fmla="*/ 2184579 h 4882701"/>
                <a:gd name="connsiteX13221" fmla="*/ 4561391 w 4954903"/>
                <a:gd name="connsiteY13221" fmla="*/ 2184579 h 4882701"/>
                <a:gd name="connsiteX13222" fmla="*/ 4560125 w 4954903"/>
                <a:gd name="connsiteY13222" fmla="*/ 2211168 h 4882701"/>
                <a:gd name="connsiteX13223" fmla="*/ 4571520 w 4954903"/>
                <a:gd name="connsiteY13223" fmla="*/ 2201292 h 4882701"/>
                <a:gd name="connsiteX13224" fmla="*/ 4562151 w 4954903"/>
                <a:gd name="connsiteY13224" fmla="*/ 2184579 h 4882701"/>
                <a:gd name="connsiteX13225" fmla="*/ 4535056 w 4954903"/>
                <a:gd name="connsiteY13225" fmla="*/ 2197747 h 4882701"/>
                <a:gd name="connsiteX13226" fmla="*/ 4525433 w 4954903"/>
                <a:gd name="connsiteY13226" fmla="*/ 2181034 h 4882701"/>
                <a:gd name="connsiteX13227" fmla="*/ 4524673 w 4954903"/>
                <a:gd name="connsiteY13227" fmla="*/ 2181034 h 4882701"/>
                <a:gd name="connsiteX13228" fmla="*/ 4523154 w 4954903"/>
                <a:gd name="connsiteY13228" fmla="*/ 2207623 h 4882701"/>
                <a:gd name="connsiteX13229" fmla="*/ 4535056 w 4954903"/>
                <a:gd name="connsiteY13229" fmla="*/ 2197747 h 4882701"/>
                <a:gd name="connsiteX13230" fmla="*/ 4497072 w 4954903"/>
                <a:gd name="connsiteY13230" fmla="*/ 2194202 h 4882701"/>
                <a:gd name="connsiteX13231" fmla="*/ 4487196 w 4954903"/>
                <a:gd name="connsiteY13231" fmla="*/ 2177489 h 4882701"/>
                <a:gd name="connsiteX13232" fmla="*/ 4486183 w 4954903"/>
                <a:gd name="connsiteY13232" fmla="*/ 2177489 h 4882701"/>
                <a:gd name="connsiteX13233" fmla="*/ 4484410 w 4954903"/>
                <a:gd name="connsiteY13233" fmla="*/ 2204078 h 4882701"/>
                <a:gd name="connsiteX13234" fmla="*/ 4497072 w 4954903"/>
                <a:gd name="connsiteY13234" fmla="*/ 2194202 h 4882701"/>
                <a:gd name="connsiteX13235" fmla="*/ 4457822 w 4954903"/>
                <a:gd name="connsiteY13235" fmla="*/ 2190657 h 4882701"/>
                <a:gd name="connsiteX13236" fmla="*/ 4447693 w 4954903"/>
                <a:gd name="connsiteY13236" fmla="*/ 2173944 h 4882701"/>
                <a:gd name="connsiteX13237" fmla="*/ 4444148 w 4954903"/>
                <a:gd name="connsiteY13237" fmla="*/ 2199773 h 4882701"/>
                <a:gd name="connsiteX13238" fmla="*/ 4457822 w 4954903"/>
                <a:gd name="connsiteY13238" fmla="*/ 2190657 h 4882701"/>
                <a:gd name="connsiteX13239" fmla="*/ 4417306 w 4954903"/>
                <a:gd name="connsiteY13239" fmla="*/ 2187365 h 4882701"/>
                <a:gd name="connsiteX13240" fmla="*/ 4406923 w 4954903"/>
                <a:gd name="connsiteY13240" fmla="*/ 2170652 h 4882701"/>
                <a:gd name="connsiteX13241" fmla="*/ 4403125 w 4954903"/>
                <a:gd name="connsiteY13241" fmla="*/ 2196481 h 4882701"/>
                <a:gd name="connsiteX13242" fmla="*/ 4417306 w 4954903"/>
                <a:gd name="connsiteY13242" fmla="*/ 2187365 h 4882701"/>
                <a:gd name="connsiteX13243" fmla="*/ 4375523 w 4954903"/>
                <a:gd name="connsiteY13243" fmla="*/ 2183820 h 4882701"/>
                <a:gd name="connsiteX13244" fmla="*/ 4364635 w 4954903"/>
                <a:gd name="connsiteY13244" fmla="*/ 2167107 h 4882701"/>
                <a:gd name="connsiteX13245" fmla="*/ 4363622 w 4954903"/>
                <a:gd name="connsiteY13245" fmla="*/ 2167107 h 4882701"/>
                <a:gd name="connsiteX13246" fmla="*/ 4360583 w 4954903"/>
                <a:gd name="connsiteY13246" fmla="*/ 2192936 h 4882701"/>
                <a:gd name="connsiteX13247" fmla="*/ 4375523 w 4954903"/>
                <a:gd name="connsiteY13247" fmla="*/ 2183820 h 4882701"/>
                <a:gd name="connsiteX13248" fmla="*/ 4331969 w 4954903"/>
                <a:gd name="connsiteY13248" fmla="*/ 2180275 h 4882701"/>
                <a:gd name="connsiteX13249" fmla="*/ 4321080 w 4954903"/>
                <a:gd name="connsiteY13249" fmla="*/ 2163562 h 4882701"/>
                <a:gd name="connsiteX13250" fmla="*/ 4320067 w 4954903"/>
                <a:gd name="connsiteY13250" fmla="*/ 2163562 h 4882701"/>
                <a:gd name="connsiteX13251" fmla="*/ 4317028 w 4954903"/>
                <a:gd name="connsiteY13251" fmla="*/ 2189391 h 4882701"/>
                <a:gd name="connsiteX13252" fmla="*/ 4331969 w 4954903"/>
                <a:gd name="connsiteY13252" fmla="*/ 2180275 h 4882701"/>
                <a:gd name="connsiteX13253" fmla="*/ 4276259 w 4954903"/>
                <a:gd name="connsiteY13253" fmla="*/ 2160270 h 4882701"/>
                <a:gd name="connsiteX13254" fmla="*/ 4270941 w 4954903"/>
                <a:gd name="connsiteY13254" fmla="*/ 2185339 h 4882701"/>
                <a:gd name="connsiteX13255" fmla="*/ 4287401 w 4954903"/>
                <a:gd name="connsiteY13255" fmla="*/ 2176983 h 4882701"/>
                <a:gd name="connsiteX13256" fmla="*/ 4276259 w 4954903"/>
                <a:gd name="connsiteY13256" fmla="*/ 2160270 h 4882701"/>
                <a:gd name="connsiteX13257" fmla="*/ 4241820 w 4954903"/>
                <a:gd name="connsiteY13257" fmla="*/ 2173691 h 4882701"/>
                <a:gd name="connsiteX13258" fmla="*/ 4230172 w 4954903"/>
                <a:gd name="connsiteY13258" fmla="*/ 2156978 h 4882701"/>
                <a:gd name="connsiteX13259" fmla="*/ 4224601 w 4954903"/>
                <a:gd name="connsiteY13259" fmla="*/ 2182047 h 4882701"/>
                <a:gd name="connsiteX13260" fmla="*/ 4241820 w 4954903"/>
                <a:gd name="connsiteY13260" fmla="*/ 2173691 h 4882701"/>
                <a:gd name="connsiteX13261" fmla="*/ 4194720 w 4954903"/>
                <a:gd name="connsiteY13261" fmla="*/ 2170399 h 4882701"/>
                <a:gd name="connsiteX13262" fmla="*/ 4182818 w 4954903"/>
                <a:gd name="connsiteY13262" fmla="*/ 2153686 h 4882701"/>
                <a:gd name="connsiteX13263" fmla="*/ 4176994 w 4954903"/>
                <a:gd name="connsiteY13263" fmla="*/ 2178755 h 4882701"/>
                <a:gd name="connsiteX13264" fmla="*/ 4194720 w 4954903"/>
                <a:gd name="connsiteY13264" fmla="*/ 2170399 h 4882701"/>
                <a:gd name="connsiteX13265" fmla="*/ 4134705 w 4954903"/>
                <a:gd name="connsiteY13265" fmla="*/ 2150647 h 4882701"/>
                <a:gd name="connsiteX13266" fmla="*/ 4128881 w 4954903"/>
                <a:gd name="connsiteY13266" fmla="*/ 2175717 h 4882701"/>
                <a:gd name="connsiteX13267" fmla="*/ 4146607 w 4954903"/>
                <a:gd name="connsiteY13267" fmla="*/ 2167360 h 4882701"/>
                <a:gd name="connsiteX13268" fmla="*/ 4134705 w 4954903"/>
                <a:gd name="connsiteY13268" fmla="*/ 2150647 h 4882701"/>
                <a:gd name="connsiteX13269" fmla="*/ 4085073 w 4954903"/>
                <a:gd name="connsiteY13269" fmla="*/ 2147355 h 4882701"/>
                <a:gd name="connsiteX13270" fmla="*/ 4078743 w 4954903"/>
                <a:gd name="connsiteY13270" fmla="*/ 2172425 h 4882701"/>
                <a:gd name="connsiteX13271" fmla="*/ 4096975 w 4954903"/>
                <a:gd name="connsiteY13271" fmla="*/ 2164068 h 4882701"/>
                <a:gd name="connsiteX13272" fmla="*/ 4085073 w 4954903"/>
                <a:gd name="connsiteY13272" fmla="*/ 2147355 h 4882701"/>
                <a:gd name="connsiteX13273" fmla="*/ 4034175 w 4954903"/>
                <a:gd name="connsiteY13273" fmla="*/ 2144317 h 4882701"/>
                <a:gd name="connsiteX13274" fmla="*/ 4027844 w 4954903"/>
                <a:gd name="connsiteY13274" fmla="*/ 2169386 h 4882701"/>
                <a:gd name="connsiteX13275" fmla="*/ 4046583 w 4954903"/>
                <a:gd name="connsiteY13275" fmla="*/ 2161029 h 4882701"/>
                <a:gd name="connsiteX13276" fmla="*/ 4034175 w 4954903"/>
                <a:gd name="connsiteY13276" fmla="*/ 2144317 h 4882701"/>
                <a:gd name="connsiteX13277" fmla="*/ 3982517 w 4954903"/>
                <a:gd name="connsiteY13277" fmla="*/ 2141025 h 4882701"/>
                <a:gd name="connsiteX13278" fmla="*/ 3975933 w 4954903"/>
                <a:gd name="connsiteY13278" fmla="*/ 2166094 h 4882701"/>
                <a:gd name="connsiteX13279" fmla="*/ 3995178 w 4954903"/>
                <a:gd name="connsiteY13279" fmla="*/ 2157484 h 4882701"/>
                <a:gd name="connsiteX13280" fmla="*/ 3982517 w 4954903"/>
                <a:gd name="connsiteY13280" fmla="*/ 2141025 h 4882701"/>
                <a:gd name="connsiteX13281" fmla="*/ 3929592 w 4954903"/>
                <a:gd name="connsiteY13281" fmla="*/ 2137986 h 4882701"/>
                <a:gd name="connsiteX13282" fmla="*/ 3921742 w 4954903"/>
                <a:gd name="connsiteY13282" fmla="*/ 2162042 h 4882701"/>
                <a:gd name="connsiteX13283" fmla="*/ 3942254 w 4954903"/>
                <a:gd name="connsiteY13283" fmla="*/ 2154446 h 4882701"/>
                <a:gd name="connsiteX13284" fmla="*/ 3929592 w 4954903"/>
                <a:gd name="connsiteY13284" fmla="*/ 2137986 h 4882701"/>
                <a:gd name="connsiteX13285" fmla="*/ 3888823 w 4954903"/>
                <a:gd name="connsiteY13285" fmla="*/ 2151660 h 4882701"/>
                <a:gd name="connsiteX13286" fmla="*/ 3875655 w 4954903"/>
                <a:gd name="connsiteY13286" fmla="*/ 2135201 h 4882701"/>
                <a:gd name="connsiteX13287" fmla="*/ 3867805 w 4954903"/>
                <a:gd name="connsiteY13287" fmla="*/ 2159257 h 4882701"/>
                <a:gd name="connsiteX13288" fmla="*/ 3888823 w 4954903"/>
                <a:gd name="connsiteY13288" fmla="*/ 2151660 h 4882701"/>
                <a:gd name="connsiteX13289" fmla="*/ 3820705 w 4954903"/>
                <a:gd name="connsiteY13289" fmla="*/ 2132162 h 4882701"/>
                <a:gd name="connsiteX13290" fmla="*/ 3812602 w 4954903"/>
                <a:gd name="connsiteY13290" fmla="*/ 2156218 h 4882701"/>
                <a:gd name="connsiteX13291" fmla="*/ 3834126 w 4954903"/>
                <a:gd name="connsiteY13291" fmla="*/ 2148621 h 4882701"/>
                <a:gd name="connsiteX13292" fmla="*/ 3820705 w 4954903"/>
                <a:gd name="connsiteY13292" fmla="*/ 2132162 h 4882701"/>
                <a:gd name="connsiteX13293" fmla="*/ 3592043 w 4954903"/>
                <a:gd name="connsiteY13293" fmla="*/ 2121020 h 4882701"/>
                <a:gd name="connsiteX13294" fmla="*/ 3583179 w 4954903"/>
                <a:gd name="connsiteY13294" fmla="*/ 2145076 h 4882701"/>
                <a:gd name="connsiteX13295" fmla="*/ 3605970 w 4954903"/>
                <a:gd name="connsiteY13295" fmla="*/ 2137480 h 4882701"/>
                <a:gd name="connsiteX13296" fmla="*/ 3592043 w 4954903"/>
                <a:gd name="connsiteY13296" fmla="*/ 2121020 h 4882701"/>
                <a:gd name="connsiteX13297" fmla="*/ 3546715 w 4954903"/>
                <a:gd name="connsiteY13297" fmla="*/ 2134947 h 4882701"/>
                <a:gd name="connsiteX13298" fmla="*/ 3532787 w 4954903"/>
                <a:gd name="connsiteY13298" fmla="*/ 2118488 h 4882701"/>
                <a:gd name="connsiteX13299" fmla="*/ 3522658 w 4954903"/>
                <a:gd name="connsiteY13299" fmla="*/ 2141531 h 4882701"/>
                <a:gd name="connsiteX13300" fmla="*/ 3546715 w 4954903"/>
                <a:gd name="connsiteY13300" fmla="*/ 2134947 h 4882701"/>
                <a:gd name="connsiteX13301" fmla="*/ 3472266 w 4954903"/>
                <a:gd name="connsiteY13301" fmla="*/ 2115955 h 4882701"/>
                <a:gd name="connsiteX13302" fmla="*/ 3462138 w 4954903"/>
                <a:gd name="connsiteY13302" fmla="*/ 2138999 h 4882701"/>
                <a:gd name="connsiteX13303" fmla="*/ 3486700 w 4954903"/>
                <a:gd name="connsiteY13303" fmla="*/ 2132415 h 4882701"/>
                <a:gd name="connsiteX13304" fmla="*/ 3472266 w 4954903"/>
                <a:gd name="connsiteY13304" fmla="*/ 2115955 h 4882701"/>
                <a:gd name="connsiteX13305" fmla="*/ 3411492 w 4954903"/>
                <a:gd name="connsiteY13305" fmla="*/ 2113423 h 4882701"/>
                <a:gd name="connsiteX13306" fmla="*/ 3401110 w 4954903"/>
                <a:gd name="connsiteY13306" fmla="*/ 2136467 h 4882701"/>
                <a:gd name="connsiteX13307" fmla="*/ 3425926 w 4954903"/>
                <a:gd name="connsiteY13307" fmla="*/ 2129883 h 4882701"/>
                <a:gd name="connsiteX13308" fmla="*/ 3411492 w 4954903"/>
                <a:gd name="connsiteY13308" fmla="*/ 2113423 h 4882701"/>
                <a:gd name="connsiteX13309" fmla="*/ 2833124 w 4954903"/>
                <a:gd name="connsiteY13309" fmla="*/ 2094178 h 4882701"/>
                <a:gd name="connsiteX13310" fmla="*/ 2820970 w 4954903"/>
                <a:gd name="connsiteY13310" fmla="*/ 2117222 h 4882701"/>
                <a:gd name="connsiteX13311" fmla="*/ 2848065 w 4954903"/>
                <a:gd name="connsiteY13311" fmla="*/ 2110384 h 4882701"/>
                <a:gd name="connsiteX13312" fmla="*/ 2833124 w 4954903"/>
                <a:gd name="connsiteY13312" fmla="*/ 2094178 h 4882701"/>
                <a:gd name="connsiteX13313" fmla="*/ 2753865 w 4954903"/>
                <a:gd name="connsiteY13313" fmla="*/ 2115449 h 4882701"/>
                <a:gd name="connsiteX13314" fmla="*/ 2781213 w 4954903"/>
                <a:gd name="connsiteY13314" fmla="*/ 2108359 h 4882701"/>
                <a:gd name="connsiteX13315" fmla="*/ 2765766 w 4954903"/>
                <a:gd name="connsiteY13315" fmla="*/ 2092152 h 4882701"/>
                <a:gd name="connsiteX13316" fmla="*/ 2753865 w 4954903"/>
                <a:gd name="connsiteY13316" fmla="*/ 2115449 h 4882701"/>
                <a:gd name="connsiteX13317" fmla="*/ 2686253 w 4954903"/>
                <a:gd name="connsiteY13317" fmla="*/ 2113930 h 4882701"/>
                <a:gd name="connsiteX13318" fmla="*/ 2713602 w 4954903"/>
                <a:gd name="connsiteY13318" fmla="*/ 2106839 h 4882701"/>
                <a:gd name="connsiteX13319" fmla="*/ 2698408 w 4954903"/>
                <a:gd name="connsiteY13319" fmla="*/ 2090633 h 4882701"/>
                <a:gd name="connsiteX13320" fmla="*/ 2686253 w 4954903"/>
                <a:gd name="connsiteY13320" fmla="*/ 2113930 h 4882701"/>
                <a:gd name="connsiteX13321" fmla="*/ 2617376 w 4954903"/>
                <a:gd name="connsiteY13321" fmla="*/ 2111144 h 4882701"/>
                <a:gd name="connsiteX13322" fmla="*/ 2645990 w 4954903"/>
                <a:gd name="connsiteY13322" fmla="*/ 2105320 h 4882701"/>
                <a:gd name="connsiteX13323" fmla="*/ 2630797 w 4954903"/>
                <a:gd name="connsiteY13323" fmla="*/ 2089113 h 4882701"/>
                <a:gd name="connsiteX13324" fmla="*/ 2617376 w 4954903"/>
                <a:gd name="connsiteY13324" fmla="*/ 2111144 h 4882701"/>
                <a:gd name="connsiteX13325" fmla="*/ 2549005 w 4954903"/>
                <a:gd name="connsiteY13325" fmla="*/ 2109625 h 4882701"/>
                <a:gd name="connsiteX13326" fmla="*/ 2577873 w 4954903"/>
                <a:gd name="connsiteY13326" fmla="*/ 2103547 h 4882701"/>
                <a:gd name="connsiteX13327" fmla="*/ 2562679 w 4954903"/>
                <a:gd name="connsiteY13327" fmla="*/ 2087341 h 4882701"/>
                <a:gd name="connsiteX13328" fmla="*/ 2549005 w 4954903"/>
                <a:gd name="connsiteY13328" fmla="*/ 2109625 h 4882701"/>
                <a:gd name="connsiteX13329" fmla="*/ 2480381 w 4954903"/>
                <a:gd name="connsiteY13329" fmla="*/ 2108359 h 4882701"/>
                <a:gd name="connsiteX13330" fmla="*/ 2509248 w 4954903"/>
                <a:gd name="connsiteY13330" fmla="*/ 2102281 h 4882701"/>
                <a:gd name="connsiteX13331" fmla="*/ 2493802 w 4954903"/>
                <a:gd name="connsiteY13331" fmla="*/ 2086075 h 4882701"/>
                <a:gd name="connsiteX13332" fmla="*/ 2480381 w 4954903"/>
                <a:gd name="connsiteY13332" fmla="*/ 2108359 h 4882701"/>
                <a:gd name="connsiteX13333" fmla="*/ 2425177 w 4954903"/>
                <a:gd name="connsiteY13333" fmla="*/ 2084809 h 4882701"/>
                <a:gd name="connsiteX13334" fmla="*/ 2411503 w 4954903"/>
                <a:gd name="connsiteY13334" fmla="*/ 2106839 h 4882701"/>
                <a:gd name="connsiteX13335" fmla="*/ 2440371 w 4954903"/>
                <a:gd name="connsiteY13335" fmla="*/ 2100762 h 4882701"/>
                <a:gd name="connsiteX13336" fmla="*/ 2425177 w 4954903"/>
                <a:gd name="connsiteY13336" fmla="*/ 2084809 h 4882701"/>
                <a:gd name="connsiteX13337" fmla="*/ 2356047 w 4954903"/>
                <a:gd name="connsiteY13337" fmla="*/ 2083796 h 4882701"/>
                <a:gd name="connsiteX13338" fmla="*/ 2342119 w 4954903"/>
                <a:gd name="connsiteY13338" fmla="*/ 2105826 h 4882701"/>
                <a:gd name="connsiteX13339" fmla="*/ 2371240 w 4954903"/>
                <a:gd name="connsiteY13339" fmla="*/ 2099749 h 4882701"/>
                <a:gd name="connsiteX13340" fmla="*/ 2356047 w 4954903"/>
                <a:gd name="connsiteY13340" fmla="*/ 2083796 h 4882701"/>
                <a:gd name="connsiteX13341" fmla="*/ 2286410 w 4954903"/>
                <a:gd name="connsiteY13341" fmla="*/ 2082529 h 4882701"/>
                <a:gd name="connsiteX13342" fmla="*/ 2272482 w 4954903"/>
                <a:gd name="connsiteY13342" fmla="*/ 2104814 h 4882701"/>
                <a:gd name="connsiteX13343" fmla="*/ 2301857 w 4954903"/>
                <a:gd name="connsiteY13343" fmla="*/ 2098736 h 4882701"/>
                <a:gd name="connsiteX13344" fmla="*/ 2286410 w 4954903"/>
                <a:gd name="connsiteY13344" fmla="*/ 2082529 h 4882701"/>
                <a:gd name="connsiteX13345" fmla="*/ 2147389 w 4954903"/>
                <a:gd name="connsiteY13345" fmla="*/ 2080757 h 4882701"/>
                <a:gd name="connsiteX13346" fmla="*/ 2133208 w 4954903"/>
                <a:gd name="connsiteY13346" fmla="*/ 2103041 h 4882701"/>
                <a:gd name="connsiteX13347" fmla="*/ 2162582 w 4954903"/>
                <a:gd name="connsiteY13347" fmla="*/ 2096963 h 4882701"/>
                <a:gd name="connsiteX13348" fmla="*/ 2147389 w 4954903"/>
                <a:gd name="connsiteY13348" fmla="*/ 2080757 h 4882701"/>
                <a:gd name="connsiteX13349" fmla="*/ 2077498 w 4954903"/>
                <a:gd name="connsiteY13349" fmla="*/ 2079744 h 4882701"/>
                <a:gd name="connsiteX13350" fmla="*/ 2063318 w 4954903"/>
                <a:gd name="connsiteY13350" fmla="*/ 2102028 h 4882701"/>
                <a:gd name="connsiteX13351" fmla="*/ 2092945 w 4954903"/>
                <a:gd name="connsiteY13351" fmla="*/ 2095697 h 4882701"/>
                <a:gd name="connsiteX13352" fmla="*/ 2077498 w 4954903"/>
                <a:gd name="connsiteY13352" fmla="*/ 2079744 h 4882701"/>
                <a:gd name="connsiteX13353" fmla="*/ 1953164 w 4954903"/>
                <a:gd name="connsiteY13353" fmla="*/ 2094431 h 4882701"/>
                <a:gd name="connsiteX13354" fmla="*/ 1938224 w 4954903"/>
                <a:gd name="connsiteY13354" fmla="*/ 2078478 h 4882701"/>
                <a:gd name="connsiteX13355" fmla="*/ 1924297 w 4954903"/>
                <a:gd name="connsiteY13355" fmla="*/ 2100762 h 4882701"/>
                <a:gd name="connsiteX13356" fmla="*/ 1953164 w 4954903"/>
                <a:gd name="connsiteY13356" fmla="*/ 2094431 h 4882701"/>
                <a:gd name="connsiteX13357" fmla="*/ 1884540 w 4954903"/>
                <a:gd name="connsiteY13357" fmla="*/ 2093925 h 4882701"/>
                <a:gd name="connsiteX13358" fmla="*/ 1869853 w 4954903"/>
                <a:gd name="connsiteY13358" fmla="*/ 2077971 h 4882701"/>
                <a:gd name="connsiteX13359" fmla="*/ 1855926 w 4954903"/>
                <a:gd name="connsiteY13359" fmla="*/ 2100255 h 4882701"/>
                <a:gd name="connsiteX13360" fmla="*/ 1884540 w 4954903"/>
                <a:gd name="connsiteY13360" fmla="*/ 2093925 h 4882701"/>
                <a:gd name="connsiteX13361" fmla="*/ 1802242 w 4954903"/>
                <a:gd name="connsiteY13361" fmla="*/ 2077718 h 4882701"/>
                <a:gd name="connsiteX13362" fmla="*/ 1788568 w 4954903"/>
                <a:gd name="connsiteY13362" fmla="*/ 2100002 h 4882701"/>
                <a:gd name="connsiteX13363" fmla="*/ 1816929 w 4954903"/>
                <a:gd name="connsiteY13363" fmla="*/ 2093671 h 4882701"/>
                <a:gd name="connsiteX13364" fmla="*/ 1802242 w 4954903"/>
                <a:gd name="connsiteY13364" fmla="*/ 2077718 h 4882701"/>
                <a:gd name="connsiteX13365" fmla="*/ 1735643 w 4954903"/>
                <a:gd name="connsiteY13365" fmla="*/ 2077465 h 4882701"/>
                <a:gd name="connsiteX13366" fmla="*/ 1721969 w 4954903"/>
                <a:gd name="connsiteY13366" fmla="*/ 2099749 h 4882701"/>
                <a:gd name="connsiteX13367" fmla="*/ 1749824 w 4954903"/>
                <a:gd name="connsiteY13367" fmla="*/ 2093165 h 4882701"/>
                <a:gd name="connsiteX13368" fmla="*/ 1735643 w 4954903"/>
                <a:gd name="connsiteY13368" fmla="*/ 2077465 h 4882701"/>
                <a:gd name="connsiteX13369" fmla="*/ 1670058 w 4954903"/>
                <a:gd name="connsiteY13369" fmla="*/ 2077212 h 4882701"/>
                <a:gd name="connsiteX13370" fmla="*/ 1656384 w 4954903"/>
                <a:gd name="connsiteY13370" fmla="*/ 2099496 h 4882701"/>
                <a:gd name="connsiteX13371" fmla="*/ 1683985 w 4954903"/>
                <a:gd name="connsiteY13371" fmla="*/ 2092912 h 4882701"/>
                <a:gd name="connsiteX13372" fmla="*/ 1670058 w 4954903"/>
                <a:gd name="connsiteY13372" fmla="*/ 2077212 h 4882701"/>
                <a:gd name="connsiteX13373" fmla="*/ 17759 w 4954903"/>
                <a:gd name="connsiteY13373" fmla="*/ 2162042 h 4882701"/>
                <a:gd name="connsiteX13374" fmla="*/ 14214 w 4954903"/>
                <a:gd name="connsiteY13374" fmla="*/ 2190910 h 4882701"/>
                <a:gd name="connsiteX13375" fmla="*/ 15987 w 4954903"/>
                <a:gd name="connsiteY13375" fmla="*/ 2177236 h 4882701"/>
                <a:gd name="connsiteX13376" fmla="*/ 17759 w 4954903"/>
                <a:gd name="connsiteY13376" fmla="*/ 2162042 h 4882701"/>
                <a:gd name="connsiteX13377" fmla="*/ 4939457 w 4954903"/>
                <a:gd name="connsiteY13377" fmla="*/ 2195721 h 4882701"/>
                <a:gd name="connsiteX13378" fmla="*/ 4939457 w 4954903"/>
                <a:gd name="connsiteY13378" fmla="*/ 2195721 h 4882701"/>
                <a:gd name="connsiteX13379" fmla="*/ 4942496 w 4954903"/>
                <a:gd name="connsiteY13379" fmla="*/ 2224336 h 4882701"/>
                <a:gd name="connsiteX13380" fmla="*/ 4939457 w 4954903"/>
                <a:gd name="connsiteY13380" fmla="*/ 2195721 h 4882701"/>
                <a:gd name="connsiteX13381" fmla="*/ 4942496 w 4954903"/>
                <a:gd name="connsiteY13381" fmla="*/ 2224589 h 4882701"/>
                <a:gd name="connsiteX13382" fmla="*/ 4942496 w 4954903"/>
                <a:gd name="connsiteY13382" fmla="*/ 2224589 h 4882701"/>
                <a:gd name="connsiteX13383" fmla="*/ 4942496 w 4954903"/>
                <a:gd name="connsiteY13383" fmla="*/ 2224589 h 4882701"/>
                <a:gd name="connsiteX13384" fmla="*/ 4942496 w 4954903"/>
                <a:gd name="connsiteY13384" fmla="*/ 2224589 h 4882701"/>
                <a:gd name="connsiteX13385" fmla="*/ 4940217 w 4954903"/>
                <a:gd name="connsiteY13385" fmla="*/ 2208889 h 4882701"/>
                <a:gd name="connsiteX13386" fmla="*/ 4937938 w 4954903"/>
                <a:gd name="connsiteY13386" fmla="*/ 2192176 h 4882701"/>
                <a:gd name="connsiteX13387" fmla="*/ 4940977 w 4954903"/>
                <a:gd name="connsiteY13387" fmla="*/ 2221044 h 4882701"/>
                <a:gd name="connsiteX13388" fmla="*/ 4940217 w 4954903"/>
                <a:gd name="connsiteY13388" fmla="*/ 2208889 h 4882701"/>
                <a:gd name="connsiteX13389" fmla="*/ 4934646 w 4954903"/>
                <a:gd name="connsiteY13389" fmla="*/ 2188631 h 4882701"/>
                <a:gd name="connsiteX13390" fmla="*/ 4937938 w 4954903"/>
                <a:gd name="connsiteY13390" fmla="*/ 2217499 h 4882701"/>
                <a:gd name="connsiteX13391" fmla="*/ 4937431 w 4954903"/>
                <a:gd name="connsiteY13391" fmla="*/ 2205344 h 4882701"/>
                <a:gd name="connsiteX13392" fmla="*/ 4934646 w 4954903"/>
                <a:gd name="connsiteY13392" fmla="*/ 2188631 h 4882701"/>
                <a:gd name="connsiteX13393" fmla="*/ 4934646 w 4954903"/>
                <a:gd name="connsiteY13393" fmla="*/ 2188631 h 4882701"/>
                <a:gd name="connsiteX13394" fmla="*/ 4929581 w 4954903"/>
                <a:gd name="connsiteY13394" fmla="*/ 2184833 h 4882701"/>
                <a:gd name="connsiteX13395" fmla="*/ 4929581 w 4954903"/>
                <a:gd name="connsiteY13395" fmla="*/ 2184833 h 4882701"/>
                <a:gd name="connsiteX13396" fmla="*/ 4932874 w 4954903"/>
                <a:gd name="connsiteY13396" fmla="*/ 2213701 h 4882701"/>
                <a:gd name="connsiteX13397" fmla="*/ 4932874 w 4954903"/>
                <a:gd name="connsiteY13397" fmla="*/ 2201546 h 4882701"/>
                <a:gd name="connsiteX13398" fmla="*/ 4929581 w 4954903"/>
                <a:gd name="connsiteY13398" fmla="*/ 2184833 h 4882701"/>
                <a:gd name="connsiteX13399" fmla="*/ 4925024 w 4954903"/>
                <a:gd name="connsiteY13399" fmla="*/ 2209902 h 4882701"/>
                <a:gd name="connsiteX13400" fmla="*/ 4925783 w 4954903"/>
                <a:gd name="connsiteY13400" fmla="*/ 2198001 h 4882701"/>
                <a:gd name="connsiteX13401" fmla="*/ 4922238 w 4954903"/>
                <a:gd name="connsiteY13401" fmla="*/ 2181288 h 4882701"/>
                <a:gd name="connsiteX13402" fmla="*/ 4921985 w 4954903"/>
                <a:gd name="connsiteY13402" fmla="*/ 2181288 h 4882701"/>
                <a:gd name="connsiteX13403" fmla="*/ 4925024 w 4954903"/>
                <a:gd name="connsiteY13403" fmla="*/ 2209902 h 4882701"/>
                <a:gd name="connsiteX13404" fmla="*/ 4912615 w 4954903"/>
                <a:gd name="connsiteY13404" fmla="*/ 2177489 h 4882701"/>
                <a:gd name="connsiteX13405" fmla="*/ 4915654 w 4954903"/>
                <a:gd name="connsiteY13405" fmla="*/ 2206104 h 4882701"/>
                <a:gd name="connsiteX13406" fmla="*/ 4916920 w 4954903"/>
                <a:gd name="connsiteY13406" fmla="*/ 2194202 h 4882701"/>
                <a:gd name="connsiteX13407" fmla="*/ 4912615 w 4954903"/>
                <a:gd name="connsiteY13407" fmla="*/ 2177489 h 4882701"/>
                <a:gd name="connsiteX13408" fmla="*/ 4912615 w 4954903"/>
                <a:gd name="connsiteY13408" fmla="*/ 2177489 h 4882701"/>
                <a:gd name="connsiteX13409" fmla="*/ 4901220 w 4954903"/>
                <a:gd name="connsiteY13409" fmla="*/ 2173691 h 4882701"/>
                <a:gd name="connsiteX13410" fmla="*/ 4904259 w 4954903"/>
                <a:gd name="connsiteY13410" fmla="*/ 2202305 h 4882701"/>
                <a:gd name="connsiteX13411" fmla="*/ 4906032 w 4954903"/>
                <a:gd name="connsiteY13411" fmla="*/ 2190404 h 4882701"/>
                <a:gd name="connsiteX13412" fmla="*/ 4901473 w 4954903"/>
                <a:gd name="connsiteY13412" fmla="*/ 2173691 h 4882701"/>
                <a:gd name="connsiteX13413" fmla="*/ 4901220 w 4954903"/>
                <a:gd name="connsiteY13413" fmla="*/ 2173691 h 4882701"/>
                <a:gd name="connsiteX13414" fmla="*/ 4888052 w 4954903"/>
                <a:gd name="connsiteY13414" fmla="*/ 2169893 h 4882701"/>
                <a:gd name="connsiteX13415" fmla="*/ 4891091 w 4954903"/>
                <a:gd name="connsiteY13415" fmla="*/ 2198507 h 4882701"/>
                <a:gd name="connsiteX13416" fmla="*/ 4893370 w 4954903"/>
                <a:gd name="connsiteY13416" fmla="*/ 2186605 h 4882701"/>
                <a:gd name="connsiteX13417" fmla="*/ 4888559 w 4954903"/>
                <a:gd name="connsiteY13417" fmla="*/ 2169893 h 4882701"/>
                <a:gd name="connsiteX13418" fmla="*/ 4888052 w 4954903"/>
                <a:gd name="connsiteY13418" fmla="*/ 2169893 h 4882701"/>
                <a:gd name="connsiteX13419" fmla="*/ 4873112 w 4954903"/>
                <a:gd name="connsiteY13419" fmla="*/ 2166094 h 4882701"/>
                <a:gd name="connsiteX13420" fmla="*/ 4872859 w 4954903"/>
                <a:gd name="connsiteY13420" fmla="*/ 2166094 h 4882701"/>
                <a:gd name="connsiteX13421" fmla="*/ 4875391 w 4954903"/>
                <a:gd name="connsiteY13421" fmla="*/ 2194455 h 4882701"/>
                <a:gd name="connsiteX13422" fmla="*/ 4878430 w 4954903"/>
                <a:gd name="connsiteY13422" fmla="*/ 2182807 h 4882701"/>
                <a:gd name="connsiteX13423" fmla="*/ 4873112 w 4954903"/>
                <a:gd name="connsiteY13423" fmla="*/ 2166094 h 4882701"/>
                <a:gd name="connsiteX13424" fmla="*/ 4856146 w 4954903"/>
                <a:gd name="connsiteY13424" fmla="*/ 2162296 h 4882701"/>
                <a:gd name="connsiteX13425" fmla="*/ 4855640 w 4954903"/>
                <a:gd name="connsiteY13425" fmla="*/ 2162296 h 4882701"/>
                <a:gd name="connsiteX13426" fmla="*/ 4858172 w 4954903"/>
                <a:gd name="connsiteY13426" fmla="*/ 2190657 h 4882701"/>
                <a:gd name="connsiteX13427" fmla="*/ 4861717 w 4954903"/>
                <a:gd name="connsiteY13427" fmla="*/ 2179009 h 4882701"/>
                <a:gd name="connsiteX13428" fmla="*/ 4856146 w 4954903"/>
                <a:gd name="connsiteY13428" fmla="*/ 2162296 h 4882701"/>
                <a:gd name="connsiteX13429" fmla="*/ 4837407 w 4954903"/>
                <a:gd name="connsiteY13429" fmla="*/ 2158497 h 4882701"/>
                <a:gd name="connsiteX13430" fmla="*/ 4836901 w 4954903"/>
                <a:gd name="connsiteY13430" fmla="*/ 2158497 h 4882701"/>
                <a:gd name="connsiteX13431" fmla="*/ 4839433 w 4954903"/>
                <a:gd name="connsiteY13431" fmla="*/ 2186859 h 4882701"/>
                <a:gd name="connsiteX13432" fmla="*/ 4843485 w 4954903"/>
                <a:gd name="connsiteY13432" fmla="*/ 2175210 h 4882701"/>
                <a:gd name="connsiteX13433" fmla="*/ 4837407 w 4954903"/>
                <a:gd name="connsiteY13433" fmla="*/ 2158497 h 4882701"/>
                <a:gd name="connsiteX13434" fmla="*/ 4816136 w 4954903"/>
                <a:gd name="connsiteY13434" fmla="*/ 2154699 h 4882701"/>
                <a:gd name="connsiteX13435" fmla="*/ 4817909 w 4954903"/>
                <a:gd name="connsiteY13435" fmla="*/ 2182554 h 4882701"/>
                <a:gd name="connsiteX13436" fmla="*/ 4822974 w 4954903"/>
                <a:gd name="connsiteY13436" fmla="*/ 2171412 h 4882701"/>
                <a:gd name="connsiteX13437" fmla="*/ 4816389 w 4954903"/>
                <a:gd name="connsiteY13437" fmla="*/ 2154699 h 4882701"/>
                <a:gd name="connsiteX13438" fmla="*/ 4816136 w 4954903"/>
                <a:gd name="connsiteY13438" fmla="*/ 2154699 h 4882701"/>
                <a:gd name="connsiteX13439" fmla="*/ 4794359 w 4954903"/>
                <a:gd name="connsiteY13439" fmla="*/ 2150901 h 4882701"/>
                <a:gd name="connsiteX13440" fmla="*/ 4793852 w 4954903"/>
                <a:gd name="connsiteY13440" fmla="*/ 2150901 h 4882701"/>
                <a:gd name="connsiteX13441" fmla="*/ 4795625 w 4954903"/>
                <a:gd name="connsiteY13441" fmla="*/ 2178755 h 4882701"/>
                <a:gd name="connsiteX13442" fmla="*/ 4801196 w 4954903"/>
                <a:gd name="connsiteY13442" fmla="*/ 2167613 h 4882701"/>
                <a:gd name="connsiteX13443" fmla="*/ 4794359 w 4954903"/>
                <a:gd name="connsiteY13443" fmla="*/ 2150901 h 4882701"/>
                <a:gd name="connsiteX13444" fmla="*/ 4770303 w 4954903"/>
                <a:gd name="connsiteY13444" fmla="*/ 2147355 h 4882701"/>
                <a:gd name="connsiteX13445" fmla="*/ 4769796 w 4954903"/>
                <a:gd name="connsiteY13445" fmla="*/ 2147355 h 4882701"/>
                <a:gd name="connsiteX13446" fmla="*/ 4771315 w 4954903"/>
                <a:gd name="connsiteY13446" fmla="*/ 2175210 h 4882701"/>
                <a:gd name="connsiteX13447" fmla="*/ 4777393 w 4954903"/>
                <a:gd name="connsiteY13447" fmla="*/ 2164068 h 4882701"/>
                <a:gd name="connsiteX13448" fmla="*/ 4770303 w 4954903"/>
                <a:gd name="connsiteY13448" fmla="*/ 2147355 h 4882701"/>
                <a:gd name="connsiteX13449" fmla="*/ 4752323 w 4954903"/>
                <a:gd name="connsiteY13449" fmla="*/ 2160270 h 4882701"/>
                <a:gd name="connsiteX13450" fmla="*/ 4744726 w 4954903"/>
                <a:gd name="connsiteY13450" fmla="*/ 2143557 h 4882701"/>
                <a:gd name="connsiteX13451" fmla="*/ 4744220 w 4954903"/>
                <a:gd name="connsiteY13451" fmla="*/ 2143557 h 4882701"/>
                <a:gd name="connsiteX13452" fmla="*/ 4745740 w 4954903"/>
                <a:gd name="connsiteY13452" fmla="*/ 2171412 h 4882701"/>
                <a:gd name="connsiteX13453" fmla="*/ 4752323 w 4954903"/>
                <a:gd name="connsiteY13453" fmla="*/ 2160270 h 4882701"/>
                <a:gd name="connsiteX13454" fmla="*/ 4725228 w 4954903"/>
                <a:gd name="connsiteY13454" fmla="*/ 2156725 h 4882701"/>
                <a:gd name="connsiteX13455" fmla="*/ 4717378 w 4954903"/>
                <a:gd name="connsiteY13455" fmla="*/ 2140012 h 4882701"/>
                <a:gd name="connsiteX13456" fmla="*/ 4716618 w 4954903"/>
                <a:gd name="connsiteY13456" fmla="*/ 2140012 h 4882701"/>
                <a:gd name="connsiteX13457" fmla="*/ 4717378 w 4954903"/>
                <a:gd name="connsiteY13457" fmla="*/ 2167360 h 4882701"/>
                <a:gd name="connsiteX13458" fmla="*/ 4725228 w 4954903"/>
                <a:gd name="connsiteY13458" fmla="*/ 2156725 h 4882701"/>
                <a:gd name="connsiteX13459" fmla="*/ 4696614 w 4954903"/>
                <a:gd name="connsiteY13459" fmla="*/ 2152926 h 4882701"/>
                <a:gd name="connsiteX13460" fmla="*/ 4688257 w 4954903"/>
                <a:gd name="connsiteY13460" fmla="*/ 2136213 h 4882701"/>
                <a:gd name="connsiteX13461" fmla="*/ 4687498 w 4954903"/>
                <a:gd name="connsiteY13461" fmla="*/ 2136213 h 4882701"/>
                <a:gd name="connsiteX13462" fmla="*/ 4688004 w 4954903"/>
                <a:gd name="connsiteY13462" fmla="*/ 2163562 h 4882701"/>
                <a:gd name="connsiteX13463" fmla="*/ 4696614 w 4954903"/>
                <a:gd name="connsiteY13463" fmla="*/ 2152926 h 4882701"/>
                <a:gd name="connsiteX13464" fmla="*/ 4666480 w 4954903"/>
                <a:gd name="connsiteY13464" fmla="*/ 2149381 h 4882701"/>
                <a:gd name="connsiteX13465" fmla="*/ 4657870 w 4954903"/>
                <a:gd name="connsiteY13465" fmla="*/ 2132668 h 4882701"/>
                <a:gd name="connsiteX13466" fmla="*/ 4657111 w 4954903"/>
                <a:gd name="connsiteY13466" fmla="*/ 2132668 h 4882701"/>
                <a:gd name="connsiteX13467" fmla="*/ 4657617 w 4954903"/>
                <a:gd name="connsiteY13467" fmla="*/ 2160017 h 4882701"/>
                <a:gd name="connsiteX13468" fmla="*/ 4666480 w 4954903"/>
                <a:gd name="connsiteY13468" fmla="*/ 2149381 h 4882701"/>
                <a:gd name="connsiteX13469" fmla="*/ 4624951 w 4954903"/>
                <a:gd name="connsiteY13469" fmla="*/ 2128870 h 4882701"/>
                <a:gd name="connsiteX13470" fmla="*/ 4625204 w 4954903"/>
                <a:gd name="connsiteY13470" fmla="*/ 2156218 h 4882701"/>
                <a:gd name="connsiteX13471" fmla="*/ 4634573 w 4954903"/>
                <a:gd name="connsiteY13471" fmla="*/ 2145583 h 4882701"/>
                <a:gd name="connsiteX13472" fmla="*/ 4625457 w 4954903"/>
                <a:gd name="connsiteY13472" fmla="*/ 2128870 h 4882701"/>
                <a:gd name="connsiteX13473" fmla="*/ 4624951 w 4954903"/>
                <a:gd name="connsiteY13473" fmla="*/ 2128870 h 4882701"/>
                <a:gd name="connsiteX13474" fmla="*/ 4601401 w 4954903"/>
                <a:gd name="connsiteY13474" fmla="*/ 2142038 h 4882701"/>
                <a:gd name="connsiteX13475" fmla="*/ 4592285 w 4954903"/>
                <a:gd name="connsiteY13475" fmla="*/ 2125325 h 4882701"/>
                <a:gd name="connsiteX13476" fmla="*/ 4591525 w 4954903"/>
                <a:gd name="connsiteY13476" fmla="*/ 2125325 h 4882701"/>
                <a:gd name="connsiteX13477" fmla="*/ 4591019 w 4954903"/>
                <a:gd name="connsiteY13477" fmla="*/ 2151914 h 4882701"/>
                <a:gd name="connsiteX13478" fmla="*/ 4601401 w 4954903"/>
                <a:gd name="connsiteY13478" fmla="*/ 2142038 h 4882701"/>
                <a:gd name="connsiteX13479" fmla="*/ 4566456 w 4954903"/>
                <a:gd name="connsiteY13479" fmla="*/ 2138492 h 4882701"/>
                <a:gd name="connsiteX13480" fmla="*/ 4556833 w 4954903"/>
                <a:gd name="connsiteY13480" fmla="*/ 2121780 h 4882701"/>
                <a:gd name="connsiteX13481" fmla="*/ 4556073 w 4954903"/>
                <a:gd name="connsiteY13481" fmla="*/ 2121780 h 4882701"/>
                <a:gd name="connsiteX13482" fmla="*/ 4555314 w 4954903"/>
                <a:gd name="connsiteY13482" fmla="*/ 2148368 h 4882701"/>
                <a:gd name="connsiteX13483" fmla="*/ 4566456 w 4954903"/>
                <a:gd name="connsiteY13483" fmla="*/ 2138492 h 4882701"/>
                <a:gd name="connsiteX13484" fmla="*/ 4530244 w 4954903"/>
                <a:gd name="connsiteY13484" fmla="*/ 2134947 h 4882701"/>
                <a:gd name="connsiteX13485" fmla="*/ 4520368 w 4954903"/>
                <a:gd name="connsiteY13485" fmla="*/ 2118234 h 4882701"/>
                <a:gd name="connsiteX13486" fmla="*/ 4519609 w 4954903"/>
                <a:gd name="connsiteY13486" fmla="*/ 2118234 h 4882701"/>
                <a:gd name="connsiteX13487" fmla="*/ 4518596 w 4954903"/>
                <a:gd name="connsiteY13487" fmla="*/ 2144823 h 4882701"/>
                <a:gd name="connsiteX13488" fmla="*/ 4530244 w 4954903"/>
                <a:gd name="connsiteY13488" fmla="*/ 2134947 h 4882701"/>
                <a:gd name="connsiteX13489" fmla="*/ 4492514 w 4954903"/>
                <a:gd name="connsiteY13489" fmla="*/ 2131402 h 4882701"/>
                <a:gd name="connsiteX13490" fmla="*/ 4482384 w 4954903"/>
                <a:gd name="connsiteY13490" fmla="*/ 2114689 h 4882701"/>
                <a:gd name="connsiteX13491" fmla="*/ 4481372 w 4954903"/>
                <a:gd name="connsiteY13491" fmla="*/ 2114689 h 4882701"/>
                <a:gd name="connsiteX13492" fmla="*/ 4480359 w 4954903"/>
                <a:gd name="connsiteY13492" fmla="*/ 2141278 h 4882701"/>
                <a:gd name="connsiteX13493" fmla="*/ 4492514 w 4954903"/>
                <a:gd name="connsiteY13493" fmla="*/ 2131402 h 4882701"/>
                <a:gd name="connsiteX13494" fmla="*/ 4453517 w 4954903"/>
                <a:gd name="connsiteY13494" fmla="*/ 2127857 h 4882701"/>
                <a:gd name="connsiteX13495" fmla="*/ 4443135 w 4954903"/>
                <a:gd name="connsiteY13495" fmla="*/ 2111144 h 4882701"/>
                <a:gd name="connsiteX13496" fmla="*/ 4440096 w 4954903"/>
                <a:gd name="connsiteY13496" fmla="*/ 2136973 h 4882701"/>
                <a:gd name="connsiteX13497" fmla="*/ 4453517 w 4954903"/>
                <a:gd name="connsiteY13497" fmla="*/ 2127857 h 4882701"/>
                <a:gd name="connsiteX13498" fmla="*/ 4413001 w 4954903"/>
                <a:gd name="connsiteY13498" fmla="*/ 2124312 h 4882701"/>
                <a:gd name="connsiteX13499" fmla="*/ 4402365 w 4954903"/>
                <a:gd name="connsiteY13499" fmla="*/ 2107599 h 4882701"/>
                <a:gd name="connsiteX13500" fmla="*/ 4401352 w 4954903"/>
                <a:gd name="connsiteY13500" fmla="*/ 2107599 h 4882701"/>
                <a:gd name="connsiteX13501" fmla="*/ 4399073 w 4954903"/>
                <a:gd name="connsiteY13501" fmla="*/ 2133428 h 4882701"/>
                <a:gd name="connsiteX13502" fmla="*/ 4413001 w 4954903"/>
                <a:gd name="connsiteY13502" fmla="*/ 2124312 h 4882701"/>
                <a:gd name="connsiteX13503" fmla="*/ 4371218 w 4954903"/>
                <a:gd name="connsiteY13503" fmla="*/ 2120767 h 4882701"/>
                <a:gd name="connsiteX13504" fmla="*/ 4360076 w 4954903"/>
                <a:gd name="connsiteY13504" fmla="*/ 2104054 h 4882701"/>
                <a:gd name="connsiteX13505" fmla="*/ 4359064 w 4954903"/>
                <a:gd name="connsiteY13505" fmla="*/ 2104054 h 4882701"/>
                <a:gd name="connsiteX13506" fmla="*/ 4356531 w 4954903"/>
                <a:gd name="connsiteY13506" fmla="*/ 2129883 h 4882701"/>
                <a:gd name="connsiteX13507" fmla="*/ 4371218 w 4954903"/>
                <a:gd name="connsiteY13507" fmla="*/ 2120767 h 4882701"/>
                <a:gd name="connsiteX13508" fmla="*/ 4327917 w 4954903"/>
                <a:gd name="connsiteY13508" fmla="*/ 2117475 h 4882701"/>
                <a:gd name="connsiteX13509" fmla="*/ 4316775 w 4954903"/>
                <a:gd name="connsiteY13509" fmla="*/ 2100762 h 4882701"/>
                <a:gd name="connsiteX13510" fmla="*/ 4315762 w 4954903"/>
                <a:gd name="connsiteY13510" fmla="*/ 2100762 h 4882701"/>
                <a:gd name="connsiteX13511" fmla="*/ 4313230 w 4954903"/>
                <a:gd name="connsiteY13511" fmla="*/ 2126591 h 4882701"/>
                <a:gd name="connsiteX13512" fmla="*/ 4327917 w 4954903"/>
                <a:gd name="connsiteY13512" fmla="*/ 2117475 h 4882701"/>
                <a:gd name="connsiteX13513" fmla="*/ 4283602 w 4954903"/>
                <a:gd name="connsiteY13513" fmla="*/ 2114183 h 4882701"/>
                <a:gd name="connsiteX13514" fmla="*/ 4272207 w 4954903"/>
                <a:gd name="connsiteY13514" fmla="*/ 2097470 h 4882701"/>
                <a:gd name="connsiteX13515" fmla="*/ 4271194 w 4954903"/>
                <a:gd name="connsiteY13515" fmla="*/ 2097470 h 4882701"/>
                <a:gd name="connsiteX13516" fmla="*/ 4268409 w 4954903"/>
                <a:gd name="connsiteY13516" fmla="*/ 2123299 h 4882701"/>
                <a:gd name="connsiteX13517" fmla="*/ 4283602 w 4954903"/>
                <a:gd name="connsiteY13517" fmla="*/ 2114183 h 4882701"/>
                <a:gd name="connsiteX13518" fmla="*/ 4238022 w 4954903"/>
                <a:gd name="connsiteY13518" fmla="*/ 2110891 h 4882701"/>
                <a:gd name="connsiteX13519" fmla="*/ 4226120 w 4954903"/>
                <a:gd name="connsiteY13519" fmla="*/ 2094178 h 4882701"/>
                <a:gd name="connsiteX13520" fmla="*/ 4221056 w 4954903"/>
                <a:gd name="connsiteY13520" fmla="*/ 2119247 h 4882701"/>
                <a:gd name="connsiteX13521" fmla="*/ 4238022 w 4954903"/>
                <a:gd name="connsiteY13521" fmla="*/ 2110891 h 4882701"/>
                <a:gd name="connsiteX13522" fmla="*/ 4191175 w 4954903"/>
                <a:gd name="connsiteY13522" fmla="*/ 2107599 h 4882701"/>
                <a:gd name="connsiteX13523" fmla="*/ 4179020 w 4954903"/>
                <a:gd name="connsiteY13523" fmla="*/ 2090886 h 4882701"/>
                <a:gd name="connsiteX13524" fmla="*/ 4173702 w 4954903"/>
                <a:gd name="connsiteY13524" fmla="*/ 2115955 h 4882701"/>
                <a:gd name="connsiteX13525" fmla="*/ 4191175 w 4954903"/>
                <a:gd name="connsiteY13525" fmla="*/ 2107599 h 4882701"/>
                <a:gd name="connsiteX13526" fmla="*/ 4130907 w 4954903"/>
                <a:gd name="connsiteY13526" fmla="*/ 2087594 h 4882701"/>
                <a:gd name="connsiteX13527" fmla="*/ 4125336 w 4954903"/>
                <a:gd name="connsiteY13527" fmla="*/ 2112663 h 4882701"/>
                <a:gd name="connsiteX13528" fmla="*/ 4143062 w 4954903"/>
                <a:gd name="connsiteY13528" fmla="*/ 2104307 h 4882701"/>
                <a:gd name="connsiteX13529" fmla="*/ 4130907 w 4954903"/>
                <a:gd name="connsiteY13529" fmla="*/ 2087594 h 4882701"/>
                <a:gd name="connsiteX13530" fmla="*/ 4093683 w 4954903"/>
                <a:gd name="connsiteY13530" fmla="*/ 2101015 h 4882701"/>
                <a:gd name="connsiteX13531" fmla="*/ 4081275 w 4954903"/>
                <a:gd name="connsiteY13531" fmla="*/ 2084302 h 4882701"/>
                <a:gd name="connsiteX13532" fmla="*/ 4075451 w 4954903"/>
                <a:gd name="connsiteY13532" fmla="*/ 2109372 h 4882701"/>
                <a:gd name="connsiteX13533" fmla="*/ 4093683 w 4954903"/>
                <a:gd name="connsiteY13533" fmla="*/ 2101015 h 4882701"/>
                <a:gd name="connsiteX13534" fmla="*/ 4043544 w 4954903"/>
                <a:gd name="connsiteY13534" fmla="*/ 2097976 h 4882701"/>
                <a:gd name="connsiteX13535" fmla="*/ 4030883 w 4954903"/>
                <a:gd name="connsiteY13535" fmla="*/ 2081263 h 4882701"/>
                <a:gd name="connsiteX13536" fmla="*/ 4025059 w 4954903"/>
                <a:gd name="connsiteY13536" fmla="*/ 2106333 h 4882701"/>
                <a:gd name="connsiteX13537" fmla="*/ 4043544 w 4954903"/>
                <a:gd name="connsiteY13537" fmla="*/ 2097976 h 4882701"/>
                <a:gd name="connsiteX13538" fmla="*/ 3991886 w 4954903"/>
                <a:gd name="connsiteY13538" fmla="*/ 2094938 h 4882701"/>
                <a:gd name="connsiteX13539" fmla="*/ 3979225 w 4954903"/>
                <a:gd name="connsiteY13539" fmla="*/ 2078478 h 4882701"/>
                <a:gd name="connsiteX13540" fmla="*/ 3977958 w 4954903"/>
                <a:gd name="connsiteY13540" fmla="*/ 2078478 h 4882701"/>
                <a:gd name="connsiteX13541" fmla="*/ 3973147 w 4954903"/>
                <a:gd name="connsiteY13541" fmla="*/ 2103547 h 4882701"/>
                <a:gd name="connsiteX13542" fmla="*/ 3991886 w 4954903"/>
                <a:gd name="connsiteY13542" fmla="*/ 2094938 h 4882701"/>
                <a:gd name="connsiteX13543" fmla="*/ 3926554 w 4954903"/>
                <a:gd name="connsiteY13543" fmla="*/ 2075186 h 4882701"/>
                <a:gd name="connsiteX13544" fmla="*/ 3919210 w 4954903"/>
                <a:gd name="connsiteY13544" fmla="*/ 2099243 h 4882701"/>
                <a:gd name="connsiteX13545" fmla="*/ 3939468 w 4954903"/>
                <a:gd name="connsiteY13545" fmla="*/ 2091899 h 4882701"/>
                <a:gd name="connsiteX13546" fmla="*/ 3926554 w 4954903"/>
                <a:gd name="connsiteY13546" fmla="*/ 2075186 h 4882701"/>
                <a:gd name="connsiteX13547" fmla="*/ 3886038 w 4954903"/>
                <a:gd name="connsiteY13547" fmla="*/ 2088860 h 4882701"/>
                <a:gd name="connsiteX13548" fmla="*/ 3872870 w 4954903"/>
                <a:gd name="connsiteY13548" fmla="*/ 2072400 h 4882701"/>
                <a:gd name="connsiteX13549" fmla="*/ 3865273 w 4954903"/>
                <a:gd name="connsiteY13549" fmla="*/ 2096457 h 4882701"/>
                <a:gd name="connsiteX13550" fmla="*/ 3886038 w 4954903"/>
                <a:gd name="connsiteY13550" fmla="*/ 2088860 h 4882701"/>
                <a:gd name="connsiteX13551" fmla="*/ 3589763 w 4954903"/>
                <a:gd name="connsiteY13551" fmla="*/ 2058220 h 4882701"/>
                <a:gd name="connsiteX13552" fmla="*/ 3581154 w 4954903"/>
                <a:gd name="connsiteY13552" fmla="*/ 2082276 h 4882701"/>
                <a:gd name="connsiteX13553" fmla="*/ 3603691 w 4954903"/>
                <a:gd name="connsiteY13553" fmla="*/ 2074679 h 4882701"/>
                <a:gd name="connsiteX13554" fmla="*/ 3589763 w 4954903"/>
                <a:gd name="connsiteY13554" fmla="*/ 2058220 h 4882701"/>
                <a:gd name="connsiteX13555" fmla="*/ 3544689 w 4954903"/>
                <a:gd name="connsiteY13555" fmla="*/ 2072147 h 4882701"/>
                <a:gd name="connsiteX13556" fmla="*/ 3530508 w 4954903"/>
                <a:gd name="connsiteY13556" fmla="*/ 2055688 h 4882701"/>
                <a:gd name="connsiteX13557" fmla="*/ 3520633 w 4954903"/>
                <a:gd name="connsiteY13557" fmla="*/ 2078731 h 4882701"/>
                <a:gd name="connsiteX13558" fmla="*/ 3544689 w 4954903"/>
                <a:gd name="connsiteY13558" fmla="*/ 2072147 h 4882701"/>
                <a:gd name="connsiteX13559" fmla="*/ 3484928 w 4954903"/>
                <a:gd name="connsiteY13559" fmla="*/ 2069362 h 4882701"/>
                <a:gd name="connsiteX13560" fmla="*/ 3470494 w 4954903"/>
                <a:gd name="connsiteY13560" fmla="*/ 2052902 h 4882701"/>
                <a:gd name="connsiteX13561" fmla="*/ 3460618 w 4954903"/>
                <a:gd name="connsiteY13561" fmla="*/ 2075946 h 4882701"/>
                <a:gd name="connsiteX13562" fmla="*/ 3484928 w 4954903"/>
                <a:gd name="connsiteY13562" fmla="*/ 2069362 h 4882701"/>
                <a:gd name="connsiteX13563" fmla="*/ 3409720 w 4954903"/>
                <a:gd name="connsiteY13563" fmla="*/ 2050623 h 4882701"/>
                <a:gd name="connsiteX13564" fmla="*/ 3399591 w 4954903"/>
                <a:gd name="connsiteY13564" fmla="*/ 2073667 h 4882701"/>
                <a:gd name="connsiteX13565" fmla="*/ 3424154 w 4954903"/>
                <a:gd name="connsiteY13565" fmla="*/ 2067083 h 4882701"/>
                <a:gd name="connsiteX13566" fmla="*/ 3409720 w 4954903"/>
                <a:gd name="connsiteY13566" fmla="*/ 2050623 h 4882701"/>
                <a:gd name="connsiteX13567" fmla="*/ 3362873 w 4954903"/>
                <a:gd name="connsiteY13567" fmla="*/ 2064550 h 4882701"/>
                <a:gd name="connsiteX13568" fmla="*/ 3348439 w 4954903"/>
                <a:gd name="connsiteY13568" fmla="*/ 2048091 h 4882701"/>
                <a:gd name="connsiteX13569" fmla="*/ 3338057 w 4954903"/>
                <a:gd name="connsiteY13569" fmla="*/ 2071134 h 4882701"/>
                <a:gd name="connsiteX13570" fmla="*/ 3362873 w 4954903"/>
                <a:gd name="connsiteY13570" fmla="*/ 2064550 h 4882701"/>
                <a:gd name="connsiteX13571" fmla="*/ 3286146 w 4954903"/>
                <a:gd name="connsiteY13571" fmla="*/ 2045812 h 4882701"/>
                <a:gd name="connsiteX13572" fmla="*/ 3275510 w 4954903"/>
                <a:gd name="connsiteY13572" fmla="*/ 2068855 h 4882701"/>
                <a:gd name="connsiteX13573" fmla="*/ 3300833 w 4954903"/>
                <a:gd name="connsiteY13573" fmla="*/ 2062271 h 4882701"/>
                <a:gd name="connsiteX13574" fmla="*/ 3286146 w 4954903"/>
                <a:gd name="connsiteY13574" fmla="*/ 2045812 h 4882701"/>
                <a:gd name="connsiteX13575" fmla="*/ 2887821 w 4954903"/>
                <a:gd name="connsiteY13575" fmla="*/ 2056194 h 4882701"/>
                <a:gd name="connsiteX13576" fmla="*/ 2914410 w 4954903"/>
                <a:gd name="connsiteY13576" fmla="*/ 2049357 h 4882701"/>
                <a:gd name="connsiteX13577" fmla="*/ 2899470 w 4954903"/>
                <a:gd name="connsiteY13577" fmla="*/ 2033150 h 4882701"/>
                <a:gd name="connsiteX13578" fmla="*/ 2887821 w 4954903"/>
                <a:gd name="connsiteY13578" fmla="*/ 2056194 h 4882701"/>
                <a:gd name="connsiteX13579" fmla="*/ 2833124 w 4954903"/>
                <a:gd name="connsiteY13579" fmla="*/ 2031378 h 4882701"/>
                <a:gd name="connsiteX13580" fmla="*/ 2821223 w 4954903"/>
                <a:gd name="connsiteY13580" fmla="*/ 2054421 h 4882701"/>
                <a:gd name="connsiteX13581" fmla="*/ 2848318 w 4954903"/>
                <a:gd name="connsiteY13581" fmla="*/ 2047584 h 4882701"/>
                <a:gd name="connsiteX13582" fmla="*/ 2833124 w 4954903"/>
                <a:gd name="connsiteY13582" fmla="*/ 2031378 h 4882701"/>
                <a:gd name="connsiteX13583" fmla="*/ 2781720 w 4954903"/>
                <a:gd name="connsiteY13583" fmla="*/ 2045812 h 4882701"/>
                <a:gd name="connsiteX13584" fmla="*/ 2766273 w 4954903"/>
                <a:gd name="connsiteY13584" fmla="*/ 2029605 h 4882701"/>
                <a:gd name="connsiteX13585" fmla="*/ 2754371 w 4954903"/>
                <a:gd name="connsiteY13585" fmla="*/ 2052649 h 4882701"/>
                <a:gd name="connsiteX13586" fmla="*/ 2781720 w 4954903"/>
                <a:gd name="connsiteY13586" fmla="*/ 2045812 h 4882701"/>
                <a:gd name="connsiteX13587" fmla="*/ 2687013 w 4954903"/>
                <a:gd name="connsiteY13587" fmla="*/ 2051129 h 4882701"/>
                <a:gd name="connsiteX13588" fmla="*/ 2714362 w 4954903"/>
                <a:gd name="connsiteY13588" fmla="*/ 2044292 h 4882701"/>
                <a:gd name="connsiteX13589" fmla="*/ 2699168 w 4954903"/>
                <a:gd name="connsiteY13589" fmla="*/ 2028086 h 4882701"/>
                <a:gd name="connsiteX13590" fmla="*/ 2687013 w 4954903"/>
                <a:gd name="connsiteY13590" fmla="*/ 2051129 h 4882701"/>
                <a:gd name="connsiteX13591" fmla="*/ 2646750 w 4954903"/>
                <a:gd name="connsiteY13591" fmla="*/ 2042520 h 4882701"/>
                <a:gd name="connsiteX13592" fmla="*/ 2631557 w 4954903"/>
                <a:gd name="connsiteY13592" fmla="*/ 2026313 h 4882701"/>
                <a:gd name="connsiteX13593" fmla="*/ 2618389 w 4954903"/>
                <a:gd name="connsiteY13593" fmla="*/ 2048344 h 4882701"/>
                <a:gd name="connsiteX13594" fmla="*/ 2646750 w 4954903"/>
                <a:gd name="connsiteY13594" fmla="*/ 2042520 h 4882701"/>
                <a:gd name="connsiteX13595" fmla="*/ 2550018 w 4954903"/>
                <a:gd name="connsiteY13595" fmla="*/ 2047078 h 4882701"/>
                <a:gd name="connsiteX13596" fmla="*/ 2578632 w 4954903"/>
                <a:gd name="connsiteY13596" fmla="*/ 2041254 h 4882701"/>
                <a:gd name="connsiteX13597" fmla="*/ 2563439 w 4954903"/>
                <a:gd name="connsiteY13597" fmla="*/ 2025047 h 4882701"/>
                <a:gd name="connsiteX13598" fmla="*/ 2550018 w 4954903"/>
                <a:gd name="connsiteY13598" fmla="*/ 2047078 h 4882701"/>
                <a:gd name="connsiteX13599" fmla="*/ 2481647 w 4954903"/>
                <a:gd name="connsiteY13599" fmla="*/ 2045558 h 4882701"/>
                <a:gd name="connsiteX13600" fmla="*/ 2510515 w 4954903"/>
                <a:gd name="connsiteY13600" fmla="*/ 2039734 h 4882701"/>
                <a:gd name="connsiteX13601" fmla="*/ 2495068 w 4954903"/>
                <a:gd name="connsiteY13601" fmla="*/ 2023528 h 4882701"/>
                <a:gd name="connsiteX13602" fmla="*/ 2481647 w 4954903"/>
                <a:gd name="connsiteY13602" fmla="*/ 2045558 h 4882701"/>
                <a:gd name="connsiteX13603" fmla="*/ 2426444 w 4954903"/>
                <a:gd name="connsiteY13603" fmla="*/ 2022262 h 4882701"/>
                <a:gd name="connsiteX13604" fmla="*/ 2412769 w 4954903"/>
                <a:gd name="connsiteY13604" fmla="*/ 2044292 h 4882701"/>
                <a:gd name="connsiteX13605" fmla="*/ 2441637 w 4954903"/>
                <a:gd name="connsiteY13605" fmla="*/ 2038215 h 4882701"/>
                <a:gd name="connsiteX13606" fmla="*/ 2426444 w 4954903"/>
                <a:gd name="connsiteY13606" fmla="*/ 2022262 h 4882701"/>
                <a:gd name="connsiteX13607" fmla="*/ 2357566 w 4954903"/>
                <a:gd name="connsiteY13607" fmla="*/ 2020996 h 4882701"/>
                <a:gd name="connsiteX13608" fmla="*/ 2343639 w 4954903"/>
                <a:gd name="connsiteY13608" fmla="*/ 2043026 h 4882701"/>
                <a:gd name="connsiteX13609" fmla="*/ 2372760 w 4954903"/>
                <a:gd name="connsiteY13609" fmla="*/ 2036949 h 4882701"/>
                <a:gd name="connsiteX13610" fmla="*/ 2357566 w 4954903"/>
                <a:gd name="connsiteY13610" fmla="*/ 2020996 h 4882701"/>
                <a:gd name="connsiteX13611" fmla="*/ 2288436 w 4954903"/>
                <a:gd name="connsiteY13611" fmla="*/ 2019983 h 4882701"/>
                <a:gd name="connsiteX13612" fmla="*/ 2274508 w 4954903"/>
                <a:gd name="connsiteY13612" fmla="*/ 2042013 h 4882701"/>
                <a:gd name="connsiteX13613" fmla="*/ 2303882 w 4954903"/>
                <a:gd name="connsiteY13613" fmla="*/ 2035936 h 4882701"/>
                <a:gd name="connsiteX13614" fmla="*/ 2288436 w 4954903"/>
                <a:gd name="connsiteY13614" fmla="*/ 2019983 h 4882701"/>
                <a:gd name="connsiteX13615" fmla="*/ 2219052 w 4954903"/>
                <a:gd name="connsiteY13615" fmla="*/ 2018970 h 4882701"/>
                <a:gd name="connsiteX13616" fmla="*/ 2205124 w 4954903"/>
                <a:gd name="connsiteY13616" fmla="*/ 2041254 h 4882701"/>
                <a:gd name="connsiteX13617" fmla="*/ 2234245 w 4954903"/>
                <a:gd name="connsiteY13617" fmla="*/ 2035176 h 4882701"/>
                <a:gd name="connsiteX13618" fmla="*/ 2219052 w 4954903"/>
                <a:gd name="connsiteY13618" fmla="*/ 2018970 h 4882701"/>
                <a:gd name="connsiteX13619" fmla="*/ 2149415 w 4954903"/>
                <a:gd name="connsiteY13619" fmla="*/ 2017957 h 4882701"/>
                <a:gd name="connsiteX13620" fmla="*/ 2135234 w 4954903"/>
                <a:gd name="connsiteY13620" fmla="*/ 2040241 h 4882701"/>
                <a:gd name="connsiteX13621" fmla="*/ 2164608 w 4954903"/>
                <a:gd name="connsiteY13621" fmla="*/ 2034163 h 4882701"/>
                <a:gd name="connsiteX13622" fmla="*/ 2149415 w 4954903"/>
                <a:gd name="connsiteY13622" fmla="*/ 2017957 h 4882701"/>
                <a:gd name="connsiteX13623" fmla="*/ 2079777 w 4954903"/>
                <a:gd name="connsiteY13623" fmla="*/ 2017197 h 4882701"/>
                <a:gd name="connsiteX13624" fmla="*/ 2065343 w 4954903"/>
                <a:gd name="connsiteY13624" fmla="*/ 2039481 h 4882701"/>
                <a:gd name="connsiteX13625" fmla="*/ 2094971 w 4954903"/>
                <a:gd name="connsiteY13625" fmla="*/ 2033404 h 4882701"/>
                <a:gd name="connsiteX13626" fmla="*/ 2079777 w 4954903"/>
                <a:gd name="connsiteY13626" fmla="*/ 2017197 h 4882701"/>
                <a:gd name="connsiteX13627" fmla="*/ 2010140 w 4954903"/>
                <a:gd name="connsiteY13627" fmla="*/ 2016437 h 4882701"/>
                <a:gd name="connsiteX13628" fmla="*/ 1995960 w 4954903"/>
                <a:gd name="connsiteY13628" fmla="*/ 2038721 h 4882701"/>
                <a:gd name="connsiteX13629" fmla="*/ 2025334 w 4954903"/>
                <a:gd name="connsiteY13629" fmla="*/ 2032391 h 4882701"/>
                <a:gd name="connsiteX13630" fmla="*/ 2010140 w 4954903"/>
                <a:gd name="connsiteY13630" fmla="*/ 2016437 h 4882701"/>
                <a:gd name="connsiteX13631" fmla="*/ 1941010 w 4954903"/>
                <a:gd name="connsiteY13631" fmla="*/ 2015931 h 4882701"/>
                <a:gd name="connsiteX13632" fmla="*/ 1926829 w 4954903"/>
                <a:gd name="connsiteY13632" fmla="*/ 2038215 h 4882701"/>
                <a:gd name="connsiteX13633" fmla="*/ 1955697 w 4954903"/>
                <a:gd name="connsiteY13633" fmla="*/ 2031884 h 4882701"/>
                <a:gd name="connsiteX13634" fmla="*/ 1941010 w 4954903"/>
                <a:gd name="connsiteY13634" fmla="*/ 2015931 h 4882701"/>
                <a:gd name="connsiteX13635" fmla="*/ 1872892 w 4954903"/>
                <a:gd name="connsiteY13635" fmla="*/ 2015425 h 4882701"/>
                <a:gd name="connsiteX13636" fmla="*/ 1858711 w 4954903"/>
                <a:gd name="connsiteY13636" fmla="*/ 2037709 h 4882701"/>
                <a:gd name="connsiteX13637" fmla="*/ 1887326 w 4954903"/>
                <a:gd name="connsiteY13637" fmla="*/ 2031378 h 4882701"/>
                <a:gd name="connsiteX13638" fmla="*/ 1872892 w 4954903"/>
                <a:gd name="connsiteY13638" fmla="*/ 2015425 h 4882701"/>
                <a:gd name="connsiteX13639" fmla="*/ 1805534 w 4954903"/>
                <a:gd name="connsiteY13639" fmla="*/ 2014918 h 4882701"/>
                <a:gd name="connsiteX13640" fmla="*/ 1791606 w 4954903"/>
                <a:gd name="connsiteY13640" fmla="*/ 2037202 h 4882701"/>
                <a:gd name="connsiteX13641" fmla="*/ 1819968 w 4954903"/>
                <a:gd name="connsiteY13641" fmla="*/ 2030871 h 4882701"/>
                <a:gd name="connsiteX13642" fmla="*/ 1805534 w 4954903"/>
                <a:gd name="connsiteY13642" fmla="*/ 2014918 h 4882701"/>
                <a:gd name="connsiteX13643" fmla="*/ 1739189 w 4954903"/>
                <a:gd name="connsiteY13643" fmla="*/ 2014665 h 4882701"/>
                <a:gd name="connsiteX13644" fmla="*/ 1725514 w 4954903"/>
                <a:gd name="connsiteY13644" fmla="*/ 2036949 h 4882701"/>
                <a:gd name="connsiteX13645" fmla="*/ 1753369 w 4954903"/>
                <a:gd name="connsiteY13645" fmla="*/ 2030618 h 4882701"/>
                <a:gd name="connsiteX13646" fmla="*/ 1739189 w 4954903"/>
                <a:gd name="connsiteY13646" fmla="*/ 2014665 h 4882701"/>
                <a:gd name="connsiteX13647" fmla="*/ 1673856 w 4954903"/>
                <a:gd name="connsiteY13647" fmla="*/ 2014665 h 4882701"/>
                <a:gd name="connsiteX13648" fmla="*/ 1659929 w 4954903"/>
                <a:gd name="connsiteY13648" fmla="*/ 2036949 h 4882701"/>
                <a:gd name="connsiteX13649" fmla="*/ 1687531 w 4954903"/>
                <a:gd name="connsiteY13649" fmla="*/ 2030365 h 4882701"/>
                <a:gd name="connsiteX13650" fmla="*/ 1673856 w 4954903"/>
                <a:gd name="connsiteY13650" fmla="*/ 2014665 h 4882701"/>
                <a:gd name="connsiteX13651" fmla="*/ 40803 w 4954903"/>
                <a:gd name="connsiteY13651" fmla="*/ 2114183 h 4882701"/>
                <a:gd name="connsiteX13652" fmla="*/ 44854 w 4954903"/>
                <a:gd name="connsiteY13652" fmla="*/ 2100762 h 4882701"/>
                <a:gd name="connsiteX13653" fmla="*/ 45361 w 4954903"/>
                <a:gd name="connsiteY13653" fmla="*/ 2085568 h 4882701"/>
                <a:gd name="connsiteX13654" fmla="*/ 40803 w 4954903"/>
                <a:gd name="connsiteY13654" fmla="*/ 2114183 h 4882701"/>
                <a:gd name="connsiteX13655" fmla="*/ 28395 w 4954903"/>
                <a:gd name="connsiteY13655" fmla="*/ 2095444 h 4882701"/>
                <a:gd name="connsiteX13656" fmla="*/ 24090 w 4954903"/>
                <a:gd name="connsiteY13656" fmla="*/ 2124059 h 4882701"/>
                <a:gd name="connsiteX13657" fmla="*/ 26622 w 4954903"/>
                <a:gd name="connsiteY13657" fmla="*/ 2110384 h 4882701"/>
                <a:gd name="connsiteX13658" fmla="*/ 28395 w 4954903"/>
                <a:gd name="connsiteY13658" fmla="*/ 2095444 h 4882701"/>
                <a:gd name="connsiteX13659" fmla="*/ 26622 w 4954903"/>
                <a:gd name="connsiteY13659" fmla="*/ 2098989 h 4882701"/>
                <a:gd name="connsiteX13660" fmla="*/ 24849 w 4954903"/>
                <a:gd name="connsiteY13660" fmla="*/ 2109625 h 4882701"/>
                <a:gd name="connsiteX13661" fmla="*/ 23583 w 4954903"/>
                <a:gd name="connsiteY13661" fmla="*/ 2117728 h 4882701"/>
                <a:gd name="connsiteX13662" fmla="*/ 22064 w 4954903"/>
                <a:gd name="connsiteY13662" fmla="*/ 2127857 h 4882701"/>
                <a:gd name="connsiteX13663" fmla="*/ 24090 w 4954903"/>
                <a:gd name="connsiteY13663" fmla="*/ 2114183 h 4882701"/>
                <a:gd name="connsiteX13664" fmla="*/ 26622 w 4954903"/>
                <a:gd name="connsiteY13664" fmla="*/ 2098989 h 4882701"/>
                <a:gd name="connsiteX13665" fmla="*/ 4935406 w 4954903"/>
                <a:gd name="connsiteY13665" fmla="*/ 2161536 h 4882701"/>
                <a:gd name="connsiteX13666" fmla="*/ 4931607 w 4954903"/>
                <a:gd name="connsiteY13666" fmla="*/ 2133175 h 4882701"/>
                <a:gd name="connsiteX13667" fmla="*/ 4935406 w 4954903"/>
                <a:gd name="connsiteY13667" fmla="*/ 2161536 h 4882701"/>
                <a:gd name="connsiteX13668" fmla="*/ 4935406 w 4954903"/>
                <a:gd name="connsiteY13668" fmla="*/ 2161536 h 4882701"/>
                <a:gd name="connsiteX13669" fmla="*/ 4932874 w 4954903"/>
                <a:gd name="connsiteY13669" fmla="*/ 2146089 h 4882701"/>
                <a:gd name="connsiteX13670" fmla="*/ 4930341 w 4954903"/>
                <a:gd name="connsiteY13670" fmla="*/ 2129376 h 4882701"/>
                <a:gd name="connsiteX13671" fmla="*/ 4934140 w 4954903"/>
                <a:gd name="connsiteY13671" fmla="*/ 2157991 h 4882701"/>
                <a:gd name="connsiteX13672" fmla="*/ 4932874 w 4954903"/>
                <a:gd name="connsiteY13672" fmla="*/ 2146089 h 4882701"/>
                <a:gd name="connsiteX13673" fmla="*/ 4930088 w 4954903"/>
                <a:gd name="connsiteY13673" fmla="*/ 2142544 h 4882701"/>
                <a:gd name="connsiteX13674" fmla="*/ 4927049 w 4954903"/>
                <a:gd name="connsiteY13674" fmla="*/ 2125831 h 4882701"/>
                <a:gd name="connsiteX13675" fmla="*/ 4927049 w 4954903"/>
                <a:gd name="connsiteY13675" fmla="*/ 2125831 h 4882701"/>
                <a:gd name="connsiteX13676" fmla="*/ 4931101 w 4954903"/>
                <a:gd name="connsiteY13676" fmla="*/ 2154446 h 4882701"/>
                <a:gd name="connsiteX13677" fmla="*/ 4930088 w 4954903"/>
                <a:gd name="connsiteY13677" fmla="*/ 2142544 h 4882701"/>
                <a:gd name="connsiteX13678" fmla="*/ 4925277 w 4954903"/>
                <a:gd name="connsiteY13678" fmla="*/ 2138999 h 4882701"/>
                <a:gd name="connsiteX13679" fmla="*/ 4921732 w 4954903"/>
                <a:gd name="connsiteY13679" fmla="*/ 2122286 h 4882701"/>
                <a:gd name="connsiteX13680" fmla="*/ 4921478 w 4954903"/>
                <a:gd name="connsiteY13680" fmla="*/ 2122286 h 4882701"/>
                <a:gd name="connsiteX13681" fmla="*/ 4925530 w 4954903"/>
                <a:gd name="connsiteY13681" fmla="*/ 2150901 h 4882701"/>
                <a:gd name="connsiteX13682" fmla="*/ 4925277 w 4954903"/>
                <a:gd name="connsiteY13682" fmla="*/ 2138999 h 4882701"/>
                <a:gd name="connsiteX13683" fmla="*/ 4914388 w 4954903"/>
                <a:gd name="connsiteY13683" fmla="*/ 2118741 h 4882701"/>
                <a:gd name="connsiteX13684" fmla="*/ 4914388 w 4954903"/>
                <a:gd name="connsiteY13684" fmla="*/ 2118741 h 4882701"/>
                <a:gd name="connsiteX13685" fmla="*/ 4917933 w 4954903"/>
                <a:gd name="connsiteY13685" fmla="*/ 2147102 h 4882701"/>
                <a:gd name="connsiteX13686" fmla="*/ 4918439 w 4954903"/>
                <a:gd name="connsiteY13686" fmla="*/ 2135201 h 4882701"/>
                <a:gd name="connsiteX13687" fmla="*/ 4914388 w 4954903"/>
                <a:gd name="connsiteY13687" fmla="*/ 2118741 h 4882701"/>
                <a:gd name="connsiteX13688" fmla="*/ 4908564 w 4954903"/>
                <a:gd name="connsiteY13688" fmla="*/ 2143304 h 4882701"/>
                <a:gd name="connsiteX13689" fmla="*/ 4909577 w 4954903"/>
                <a:gd name="connsiteY13689" fmla="*/ 2131655 h 4882701"/>
                <a:gd name="connsiteX13690" fmla="*/ 4905272 w 4954903"/>
                <a:gd name="connsiteY13690" fmla="*/ 2114942 h 4882701"/>
                <a:gd name="connsiteX13691" fmla="*/ 4905019 w 4954903"/>
                <a:gd name="connsiteY13691" fmla="*/ 2114942 h 4882701"/>
                <a:gd name="connsiteX13692" fmla="*/ 4908564 w 4954903"/>
                <a:gd name="connsiteY13692" fmla="*/ 2143304 h 4882701"/>
                <a:gd name="connsiteX13693" fmla="*/ 4897422 w 4954903"/>
                <a:gd name="connsiteY13693" fmla="*/ 2139759 h 4882701"/>
                <a:gd name="connsiteX13694" fmla="*/ 4898941 w 4954903"/>
                <a:gd name="connsiteY13694" fmla="*/ 2128110 h 4882701"/>
                <a:gd name="connsiteX13695" fmla="*/ 4894130 w 4954903"/>
                <a:gd name="connsiteY13695" fmla="*/ 2111397 h 4882701"/>
                <a:gd name="connsiteX13696" fmla="*/ 4893877 w 4954903"/>
                <a:gd name="connsiteY13696" fmla="*/ 2111397 h 4882701"/>
                <a:gd name="connsiteX13697" fmla="*/ 4897422 w 4954903"/>
                <a:gd name="connsiteY13697" fmla="*/ 2139759 h 4882701"/>
                <a:gd name="connsiteX13698" fmla="*/ 4880202 w 4954903"/>
                <a:gd name="connsiteY13698" fmla="*/ 2107346 h 4882701"/>
                <a:gd name="connsiteX13699" fmla="*/ 4884001 w 4954903"/>
                <a:gd name="connsiteY13699" fmla="*/ 2135707 h 4882701"/>
                <a:gd name="connsiteX13700" fmla="*/ 4886027 w 4954903"/>
                <a:gd name="connsiteY13700" fmla="*/ 2124059 h 4882701"/>
                <a:gd name="connsiteX13701" fmla="*/ 4880709 w 4954903"/>
                <a:gd name="connsiteY13701" fmla="*/ 2107346 h 4882701"/>
                <a:gd name="connsiteX13702" fmla="*/ 4880202 w 4954903"/>
                <a:gd name="connsiteY13702" fmla="*/ 2107346 h 4882701"/>
                <a:gd name="connsiteX13703" fmla="*/ 4865262 w 4954903"/>
                <a:gd name="connsiteY13703" fmla="*/ 2103547 h 4882701"/>
                <a:gd name="connsiteX13704" fmla="*/ 4868554 w 4954903"/>
                <a:gd name="connsiteY13704" fmla="*/ 2131655 h 4882701"/>
                <a:gd name="connsiteX13705" fmla="*/ 4871339 w 4954903"/>
                <a:gd name="connsiteY13705" fmla="*/ 2120260 h 4882701"/>
                <a:gd name="connsiteX13706" fmla="*/ 4865515 w 4954903"/>
                <a:gd name="connsiteY13706" fmla="*/ 2103547 h 4882701"/>
                <a:gd name="connsiteX13707" fmla="*/ 4865262 w 4954903"/>
                <a:gd name="connsiteY13707" fmla="*/ 2103547 h 4882701"/>
                <a:gd name="connsiteX13708" fmla="*/ 4851335 w 4954903"/>
                <a:gd name="connsiteY13708" fmla="*/ 2128110 h 4882701"/>
                <a:gd name="connsiteX13709" fmla="*/ 4854627 w 4954903"/>
                <a:gd name="connsiteY13709" fmla="*/ 2116715 h 4882701"/>
                <a:gd name="connsiteX13710" fmla="*/ 4848549 w 4954903"/>
                <a:gd name="connsiteY13710" fmla="*/ 2100002 h 4882701"/>
                <a:gd name="connsiteX13711" fmla="*/ 4848043 w 4954903"/>
                <a:gd name="connsiteY13711" fmla="*/ 2100002 h 4882701"/>
                <a:gd name="connsiteX13712" fmla="*/ 4851335 w 4954903"/>
                <a:gd name="connsiteY13712" fmla="*/ 2128110 h 4882701"/>
                <a:gd name="connsiteX13713" fmla="*/ 4836395 w 4954903"/>
                <a:gd name="connsiteY13713" fmla="*/ 2112663 h 4882701"/>
                <a:gd name="connsiteX13714" fmla="*/ 4829810 w 4954903"/>
                <a:gd name="connsiteY13714" fmla="*/ 2095950 h 4882701"/>
                <a:gd name="connsiteX13715" fmla="*/ 4829304 w 4954903"/>
                <a:gd name="connsiteY13715" fmla="*/ 2095950 h 4882701"/>
                <a:gd name="connsiteX13716" fmla="*/ 4832343 w 4954903"/>
                <a:gd name="connsiteY13716" fmla="*/ 2124059 h 4882701"/>
                <a:gd name="connsiteX13717" fmla="*/ 4836395 w 4954903"/>
                <a:gd name="connsiteY13717" fmla="*/ 2112663 h 4882701"/>
                <a:gd name="connsiteX13718" fmla="*/ 4809299 w 4954903"/>
                <a:gd name="connsiteY13718" fmla="*/ 2092405 h 4882701"/>
                <a:gd name="connsiteX13719" fmla="*/ 4808793 w 4954903"/>
                <a:gd name="connsiteY13719" fmla="*/ 2092405 h 4882701"/>
                <a:gd name="connsiteX13720" fmla="*/ 4811832 w 4954903"/>
                <a:gd name="connsiteY13720" fmla="*/ 2120513 h 4882701"/>
                <a:gd name="connsiteX13721" fmla="*/ 4816136 w 4954903"/>
                <a:gd name="connsiteY13721" fmla="*/ 2109118 h 4882701"/>
                <a:gd name="connsiteX13722" fmla="*/ 4809299 w 4954903"/>
                <a:gd name="connsiteY13722" fmla="*/ 2092405 h 4882701"/>
                <a:gd name="connsiteX13723" fmla="*/ 4789041 w 4954903"/>
                <a:gd name="connsiteY13723" fmla="*/ 2116209 h 4882701"/>
                <a:gd name="connsiteX13724" fmla="*/ 4794359 w 4954903"/>
                <a:gd name="connsiteY13724" fmla="*/ 2105067 h 4882701"/>
                <a:gd name="connsiteX13725" fmla="*/ 4787269 w 4954903"/>
                <a:gd name="connsiteY13725" fmla="*/ 2088354 h 4882701"/>
                <a:gd name="connsiteX13726" fmla="*/ 4786762 w 4954903"/>
                <a:gd name="connsiteY13726" fmla="*/ 2088354 h 4882701"/>
                <a:gd name="connsiteX13727" fmla="*/ 4789041 w 4954903"/>
                <a:gd name="connsiteY13727" fmla="*/ 2116209 h 4882701"/>
                <a:gd name="connsiteX13728" fmla="*/ 4763212 w 4954903"/>
                <a:gd name="connsiteY13728" fmla="*/ 2084809 h 4882701"/>
                <a:gd name="connsiteX13729" fmla="*/ 4762706 w 4954903"/>
                <a:gd name="connsiteY13729" fmla="*/ 2084809 h 4882701"/>
                <a:gd name="connsiteX13730" fmla="*/ 4764985 w 4954903"/>
                <a:gd name="connsiteY13730" fmla="*/ 2112410 h 4882701"/>
                <a:gd name="connsiteX13731" fmla="*/ 4770809 w 4954903"/>
                <a:gd name="connsiteY13731" fmla="*/ 2101268 h 4882701"/>
                <a:gd name="connsiteX13732" fmla="*/ 4763212 w 4954903"/>
                <a:gd name="connsiteY13732" fmla="*/ 2084809 h 4882701"/>
                <a:gd name="connsiteX13733" fmla="*/ 4745486 w 4954903"/>
                <a:gd name="connsiteY13733" fmla="*/ 2097723 h 4882701"/>
                <a:gd name="connsiteX13734" fmla="*/ 4737383 w 4954903"/>
                <a:gd name="connsiteY13734" fmla="*/ 2081010 h 4882701"/>
                <a:gd name="connsiteX13735" fmla="*/ 4736877 w 4954903"/>
                <a:gd name="connsiteY13735" fmla="*/ 2081010 h 4882701"/>
                <a:gd name="connsiteX13736" fmla="*/ 4739155 w 4954903"/>
                <a:gd name="connsiteY13736" fmla="*/ 2108612 h 4882701"/>
                <a:gd name="connsiteX13737" fmla="*/ 4745486 w 4954903"/>
                <a:gd name="connsiteY13737" fmla="*/ 2097723 h 4882701"/>
                <a:gd name="connsiteX13738" fmla="*/ 4718644 w 4954903"/>
                <a:gd name="connsiteY13738" fmla="*/ 2094178 h 4882701"/>
                <a:gd name="connsiteX13739" fmla="*/ 4710288 w 4954903"/>
                <a:gd name="connsiteY13739" fmla="*/ 2077465 h 4882701"/>
                <a:gd name="connsiteX13740" fmla="*/ 4709528 w 4954903"/>
                <a:gd name="connsiteY13740" fmla="*/ 2077465 h 4882701"/>
                <a:gd name="connsiteX13741" fmla="*/ 4711047 w 4954903"/>
                <a:gd name="connsiteY13741" fmla="*/ 2104560 h 4882701"/>
                <a:gd name="connsiteX13742" fmla="*/ 4718644 w 4954903"/>
                <a:gd name="connsiteY13742" fmla="*/ 2094178 h 4882701"/>
                <a:gd name="connsiteX13743" fmla="*/ 4690030 w 4954903"/>
                <a:gd name="connsiteY13743" fmla="*/ 2090380 h 4882701"/>
                <a:gd name="connsiteX13744" fmla="*/ 4681420 w 4954903"/>
                <a:gd name="connsiteY13744" fmla="*/ 2073667 h 4882701"/>
                <a:gd name="connsiteX13745" fmla="*/ 4680660 w 4954903"/>
                <a:gd name="connsiteY13745" fmla="*/ 2073667 h 4882701"/>
                <a:gd name="connsiteX13746" fmla="*/ 4681927 w 4954903"/>
                <a:gd name="connsiteY13746" fmla="*/ 2100762 h 4882701"/>
                <a:gd name="connsiteX13747" fmla="*/ 4690030 w 4954903"/>
                <a:gd name="connsiteY13747" fmla="*/ 2090380 h 4882701"/>
                <a:gd name="connsiteX13748" fmla="*/ 4659896 w 4954903"/>
                <a:gd name="connsiteY13748" fmla="*/ 2086834 h 4882701"/>
                <a:gd name="connsiteX13749" fmla="*/ 4651033 w 4954903"/>
                <a:gd name="connsiteY13749" fmla="*/ 2070121 h 4882701"/>
                <a:gd name="connsiteX13750" fmla="*/ 4650273 w 4954903"/>
                <a:gd name="connsiteY13750" fmla="*/ 2070121 h 4882701"/>
                <a:gd name="connsiteX13751" fmla="*/ 4651286 w 4954903"/>
                <a:gd name="connsiteY13751" fmla="*/ 2097217 h 4882701"/>
                <a:gd name="connsiteX13752" fmla="*/ 4659896 w 4954903"/>
                <a:gd name="connsiteY13752" fmla="*/ 2086834 h 4882701"/>
                <a:gd name="connsiteX13753" fmla="*/ 4628243 w 4954903"/>
                <a:gd name="connsiteY13753" fmla="*/ 2083036 h 4882701"/>
                <a:gd name="connsiteX13754" fmla="*/ 4618873 w 4954903"/>
                <a:gd name="connsiteY13754" fmla="*/ 2066323 h 4882701"/>
                <a:gd name="connsiteX13755" fmla="*/ 4618114 w 4954903"/>
                <a:gd name="connsiteY13755" fmla="*/ 2066323 h 4882701"/>
                <a:gd name="connsiteX13756" fmla="*/ 4619127 w 4954903"/>
                <a:gd name="connsiteY13756" fmla="*/ 2093418 h 4882701"/>
                <a:gd name="connsiteX13757" fmla="*/ 4628243 w 4954903"/>
                <a:gd name="connsiteY13757" fmla="*/ 2083036 h 4882701"/>
                <a:gd name="connsiteX13758" fmla="*/ 4595070 w 4954903"/>
                <a:gd name="connsiteY13758" fmla="*/ 2079491 h 4882701"/>
                <a:gd name="connsiteX13759" fmla="*/ 4585448 w 4954903"/>
                <a:gd name="connsiteY13759" fmla="*/ 2062778 h 4882701"/>
                <a:gd name="connsiteX13760" fmla="*/ 4584688 w 4954903"/>
                <a:gd name="connsiteY13760" fmla="*/ 2062778 h 4882701"/>
                <a:gd name="connsiteX13761" fmla="*/ 4584688 w 4954903"/>
                <a:gd name="connsiteY13761" fmla="*/ 2089113 h 4882701"/>
                <a:gd name="connsiteX13762" fmla="*/ 4595070 w 4954903"/>
                <a:gd name="connsiteY13762" fmla="*/ 2079491 h 4882701"/>
                <a:gd name="connsiteX13763" fmla="*/ 4549743 w 4954903"/>
                <a:gd name="connsiteY13763" fmla="*/ 2059233 h 4882701"/>
                <a:gd name="connsiteX13764" fmla="*/ 4549490 w 4954903"/>
                <a:gd name="connsiteY13764" fmla="*/ 2085568 h 4882701"/>
                <a:gd name="connsiteX13765" fmla="*/ 4560378 w 4954903"/>
                <a:gd name="connsiteY13765" fmla="*/ 2075692 h 4882701"/>
                <a:gd name="connsiteX13766" fmla="*/ 4550502 w 4954903"/>
                <a:gd name="connsiteY13766" fmla="*/ 2058979 h 4882701"/>
                <a:gd name="connsiteX13767" fmla="*/ 4549743 w 4954903"/>
                <a:gd name="connsiteY13767" fmla="*/ 2059233 h 4882701"/>
                <a:gd name="connsiteX13768" fmla="*/ 4524420 w 4954903"/>
                <a:gd name="connsiteY13768" fmla="*/ 2072400 h 4882701"/>
                <a:gd name="connsiteX13769" fmla="*/ 4514291 w 4954903"/>
                <a:gd name="connsiteY13769" fmla="*/ 2055688 h 4882701"/>
                <a:gd name="connsiteX13770" fmla="*/ 4513532 w 4954903"/>
                <a:gd name="connsiteY13770" fmla="*/ 2055688 h 4882701"/>
                <a:gd name="connsiteX13771" fmla="*/ 4513278 w 4954903"/>
                <a:gd name="connsiteY13771" fmla="*/ 2082023 h 4882701"/>
                <a:gd name="connsiteX13772" fmla="*/ 4524420 w 4954903"/>
                <a:gd name="connsiteY13772" fmla="*/ 2072400 h 4882701"/>
                <a:gd name="connsiteX13773" fmla="*/ 4486689 w 4954903"/>
                <a:gd name="connsiteY13773" fmla="*/ 2068855 h 4882701"/>
                <a:gd name="connsiteX13774" fmla="*/ 4476054 w 4954903"/>
                <a:gd name="connsiteY13774" fmla="*/ 2052142 h 4882701"/>
                <a:gd name="connsiteX13775" fmla="*/ 4475041 w 4954903"/>
                <a:gd name="connsiteY13775" fmla="*/ 2052142 h 4882701"/>
                <a:gd name="connsiteX13776" fmla="*/ 4474535 w 4954903"/>
                <a:gd name="connsiteY13776" fmla="*/ 2078478 h 4882701"/>
                <a:gd name="connsiteX13777" fmla="*/ 4486689 w 4954903"/>
                <a:gd name="connsiteY13777" fmla="*/ 2068855 h 4882701"/>
                <a:gd name="connsiteX13778" fmla="*/ 4447693 w 4954903"/>
                <a:gd name="connsiteY13778" fmla="*/ 2065310 h 4882701"/>
                <a:gd name="connsiteX13779" fmla="*/ 4437057 w 4954903"/>
                <a:gd name="connsiteY13779" fmla="*/ 2048851 h 4882701"/>
                <a:gd name="connsiteX13780" fmla="*/ 4436044 w 4954903"/>
                <a:gd name="connsiteY13780" fmla="*/ 2048851 h 4882701"/>
                <a:gd name="connsiteX13781" fmla="*/ 4435284 w 4954903"/>
                <a:gd name="connsiteY13781" fmla="*/ 2075186 h 4882701"/>
                <a:gd name="connsiteX13782" fmla="*/ 4447693 w 4954903"/>
                <a:gd name="connsiteY13782" fmla="*/ 2065310 h 4882701"/>
                <a:gd name="connsiteX13783" fmla="*/ 4407430 w 4954903"/>
                <a:gd name="connsiteY13783" fmla="*/ 2062018 h 4882701"/>
                <a:gd name="connsiteX13784" fmla="*/ 4396541 w 4954903"/>
                <a:gd name="connsiteY13784" fmla="*/ 2045558 h 4882701"/>
                <a:gd name="connsiteX13785" fmla="*/ 4395528 w 4954903"/>
                <a:gd name="connsiteY13785" fmla="*/ 2045558 h 4882701"/>
                <a:gd name="connsiteX13786" fmla="*/ 4393755 w 4954903"/>
                <a:gd name="connsiteY13786" fmla="*/ 2071134 h 4882701"/>
                <a:gd name="connsiteX13787" fmla="*/ 4407430 w 4954903"/>
                <a:gd name="connsiteY13787" fmla="*/ 2062018 h 4882701"/>
                <a:gd name="connsiteX13788" fmla="*/ 4353493 w 4954903"/>
                <a:gd name="connsiteY13788" fmla="*/ 2042013 h 4882701"/>
                <a:gd name="connsiteX13789" fmla="*/ 4351467 w 4954903"/>
                <a:gd name="connsiteY13789" fmla="*/ 2067589 h 4882701"/>
                <a:gd name="connsiteX13790" fmla="*/ 4365647 w 4954903"/>
                <a:gd name="connsiteY13790" fmla="*/ 2058473 h 4882701"/>
                <a:gd name="connsiteX13791" fmla="*/ 4354252 w 4954903"/>
                <a:gd name="connsiteY13791" fmla="*/ 2042013 h 4882701"/>
                <a:gd name="connsiteX13792" fmla="*/ 4353493 w 4954903"/>
                <a:gd name="connsiteY13792" fmla="*/ 2042013 h 4882701"/>
                <a:gd name="connsiteX13793" fmla="*/ 4310191 w 4954903"/>
                <a:gd name="connsiteY13793" fmla="*/ 2038468 h 4882701"/>
                <a:gd name="connsiteX13794" fmla="*/ 4308165 w 4954903"/>
                <a:gd name="connsiteY13794" fmla="*/ 2064044 h 4882701"/>
                <a:gd name="connsiteX13795" fmla="*/ 4322852 w 4954903"/>
                <a:gd name="connsiteY13795" fmla="*/ 2054928 h 4882701"/>
                <a:gd name="connsiteX13796" fmla="*/ 4311457 w 4954903"/>
                <a:gd name="connsiteY13796" fmla="*/ 2038468 h 4882701"/>
                <a:gd name="connsiteX13797" fmla="*/ 4310191 w 4954903"/>
                <a:gd name="connsiteY13797" fmla="*/ 2038468 h 4882701"/>
                <a:gd name="connsiteX13798" fmla="*/ 4278538 w 4954903"/>
                <a:gd name="connsiteY13798" fmla="*/ 2051636 h 4882701"/>
                <a:gd name="connsiteX13799" fmla="*/ 4266889 w 4954903"/>
                <a:gd name="connsiteY13799" fmla="*/ 2035176 h 4882701"/>
                <a:gd name="connsiteX13800" fmla="*/ 4265877 w 4954903"/>
                <a:gd name="connsiteY13800" fmla="*/ 2035176 h 4882701"/>
                <a:gd name="connsiteX13801" fmla="*/ 4263597 w 4954903"/>
                <a:gd name="connsiteY13801" fmla="*/ 2060752 h 4882701"/>
                <a:gd name="connsiteX13802" fmla="*/ 4278538 w 4954903"/>
                <a:gd name="connsiteY13802" fmla="*/ 2051636 h 4882701"/>
                <a:gd name="connsiteX13803" fmla="*/ 4220802 w 4954903"/>
                <a:gd name="connsiteY13803" fmla="*/ 2031884 h 4882701"/>
                <a:gd name="connsiteX13804" fmla="*/ 4219789 w 4954903"/>
                <a:gd name="connsiteY13804" fmla="*/ 2031884 h 4882701"/>
                <a:gd name="connsiteX13805" fmla="*/ 4217257 w 4954903"/>
                <a:gd name="connsiteY13805" fmla="*/ 2057460 h 4882701"/>
                <a:gd name="connsiteX13806" fmla="*/ 4232957 w 4954903"/>
                <a:gd name="connsiteY13806" fmla="*/ 2048344 h 4882701"/>
                <a:gd name="connsiteX13807" fmla="*/ 4220802 w 4954903"/>
                <a:gd name="connsiteY13807" fmla="*/ 2031884 h 4882701"/>
                <a:gd name="connsiteX13808" fmla="*/ 4173955 w 4954903"/>
                <a:gd name="connsiteY13808" fmla="*/ 2028592 h 4882701"/>
                <a:gd name="connsiteX13809" fmla="*/ 4169144 w 4954903"/>
                <a:gd name="connsiteY13809" fmla="*/ 2053408 h 4882701"/>
                <a:gd name="connsiteX13810" fmla="*/ 4186110 w 4954903"/>
                <a:gd name="connsiteY13810" fmla="*/ 2045052 h 4882701"/>
                <a:gd name="connsiteX13811" fmla="*/ 4173955 w 4954903"/>
                <a:gd name="connsiteY13811" fmla="*/ 2028592 h 4882701"/>
                <a:gd name="connsiteX13812" fmla="*/ 4138250 w 4954903"/>
                <a:gd name="connsiteY13812" fmla="*/ 2042013 h 4882701"/>
                <a:gd name="connsiteX13813" fmla="*/ 4125842 w 4954903"/>
                <a:gd name="connsiteY13813" fmla="*/ 2025554 h 4882701"/>
                <a:gd name="connsiteX13814" fmla="*/ 4120778 w 4954903"/>
                <a:gd name="connsiteY13814" fmla="*/ 2050370 h 4882701"/>
                <a:gd name="connsiteX13815" fmla="*/ 4138250 w 4954903"/>
                <a:gd name="connsiteY13815" fmla="*/ 2042013 h 4882701"/>
                <a:gd name="connsiteX13816" fmla="*/ 4089378 w 4954903"/>
                <a:gd name="connsiteY13816" fmla="*/ 2038721 h 4882701"/>
                <a:gd name="connsiteX13817" fmla="*/ 4076717 w 4954903"/>
                <a:gd name="connsiteY13817" fmla="*/ 2022262 h 4882701"/>
                <a:gd name="connsiteX13818" fmla="*/ 4075451 w 4954903"/>
                <a:gd name="connsiteY13818" fmla="*/ 2022262 h 4882701"/>
                <a:gd name="connsiteX13819" fmla="*/ 4071399 w 4954903"/>
                <a:gd name="connsiteY13819" fmla="*/ 2047078 h 4882701"/>
                <a:gd name="connsiteX13820" fmla="*/ 4089378 w 4954903"/>
                <a:gd name="connsiteY13820" fmla="*/ 2038721 h 4882701"/>
                <a:gd name="connsiteX13821" fmla="*/ 4039239 w 4954903"/>
                <a:gd name="connsiteY13821" fmla="*/ 2035683 h 4882701"/>
                <a:gd name="connsiteX13822" fmla="*/ 4026325 w 4954903"/>
                <a:gd name="connsiteY13822" fmla="*/ 2019223 h 4882701"/>
                <a:gd name="connsiteX13823" fmla="*/ 4025059 w 4954903"/>
                <a:gd name="connsiteY13823" fmla="*/ 2019223 h 4882701"/>
                <a:gd name="connsiteX13824" fmla="*/ 4020754 w 4954903"/>
                <a:gd name="connsiteY13824" fmla="*/ 2044039 h 4882701"/>
                <a:gd name="connsiteX13825" fmla="*/ 4039239 w 4954903"/>
                <a:gd name="connsiteY13825" fmla="*/ 2035683 h 4882701"/>
                <a:gd name="connsiteX13826" fmla="*/ 3987834 w 4954903"/>
                <a:gd name="connsiteY13826" fmla="*/ 2032644 h 4882701"/>
                <a:gd name="connsiteX13827" fmla="*/ 3974920 w 4954903"/>
                <a:gd name="connsiteY13827" fmla="*/ 2016184 h 4882701"/>
                <a:gd name="connsiteX13828" fmla="*/ 3973654 w 4954903"/>
                <a:gd name="connsiteY13828" fmla="*/ 2016184 h 4882701"/>
                <a:gd name="connsiteX13829" fmla="*/ 3969096 w 4954903"/>
                <a:gd name="connsiteY13829" fmla="*/ 2041000 h 4882701"/>
                <a:gd name="connsiteX13830" fmla="*/ 3987834 w 4954903"/>
                <a:gd name="connsiteY13830" fmla="*/ 2032644 h 4882701"/>
                <a:gd name="connsiteX13831" fmla="*/ 3935417 w 4954903"/>
                <a:gd name="connsiteY13831" fmla="*/ 2029605 h 4882701"/>
                <a:gd name="connsiteX13832" fmla="*/ 3922249 w 4954903"/>
                <a:gd name="connsiteY13832" fmla="*/ 2013146 h 4882701"/>
                <a:gd name="connsiteX13833" fmla="*/ 3915412 w 4954903"/>
                <a:gd name="connsiteY13833" fmla="*/ 2036949 h 4882701"/>
                <a:gd name="connsiteX13834" fmla="*/ 3935417 w 4954903"/>
                <a:gd name="connsiteY13834" fmla="*/ 2029605 h 4882701"/>
                <a:gd name="connsiteX13835" fmla="*/ 3882239 w 4954903"/>
                <a:gd name="connsiteY13835" fmla="*/ 2026567 h 4882701"/>
                <a:gd name="connsiteX13836" fmla="*/ 3868818 w 4954903"/>
                <a:gd name="connsiteY13836" fmla="*/ 2010107 h 4882701"/>
                <a:gd name="connsiteX13837" fmla="*/ 3861728 w 4954903"/>
                <a:gd name="connsiteY13837" fmla="*/ 2033910 h 4882701"/>
                <a:gd name="connsiteX13838" fmla="*/ 3882239 w 4954903"/>
                <a:gd name="connsiteY13838" fmla="*/ 2026567 h 4882701"/>
                <a:gd name="connsiteX13839" fmla="*/ 3716376 w 4954903"/>
                <a:gd name="connsiteY13839" fmla="*/ 2017957 h 4882701"/>
                <a:gd name="connsiteX13840" fmla="*/ 3702449 w 4954903"/>
                <a:gd name="connsiteY13840" fmla="*/ 2001497 h 4882701"/>
                <a:gd name="connsiteX13841" fmla="*/ 3694599 w 4954903"/>
                <a:gd name="connsiteY13841" fmla="*/ 2025301 h 4882701"/>
                <a:gd name="connsiteX13842" fmla="*/ 3716376 w 4954903"/>
                <a:gd name="connsiteY13842" fmla="*/ 2017957 h 4882701"/>
                <a:gd name="connsiteX13843" fmla="*/ 3659147 w 4954903"/>
                <a:gd name="connsiteY13843" fmla="*/ 2015171 h 4882701"/>
                <a:gd name="connsiteX13844" fmla="*/ 3644967 w 4954903"/>
                <a:gd name="connsiteY13844" fmla="*/ 1998712 h 4882701"/>
                <a:gd name="connsiteX13845" fmla="*/ 3636863 w 4954903"/>
                <a:gd name="connsiteY13845" fmla="*/ 2022515 h 4882701"/>
                <a:gd name="connsiteX13846" fmla="*/ 3659147 w 4954903"/>
                <a:gd name="connsiteY13846" fmla="*/ 2015171 h 4882701"/>
                <a:gd name="connsiteX13847" fmla="*/ 3601159 w 4954903"/>
                <a:gd name="connsiteY13847" fmla="*/ 2012386 h 4882701"/>
                <a:gd name="connsiteX13848" fmla="*/ 3586978 w 4954903"/>
                <a:gd name="connsiteY13848" fmla="*/ 1996180 h 4882701"/>
                <a:gd name="connsiteX13849" fmla="*/ 3578622 w 4954903"/>
                <a:gd name="connsiteY13849" fmla="*/ 2019983 h 4882701"/>
                <a:gd name="connsiteX13850" fmla="*/ 3601159 w 4954903"/>
                <a:gd name="connsiteY13850" fmla="*/ 2012386 h 4882701"/>
                <a:gd name="connsiteX13851" fmla="*/ 3542157 w 4954903"/>
                <a:gd name="connsiteY13851" fmla="*/ 2009854 h 4882701"/>
                <a:gd name="connsiteX13852" fmla="*/ 3527976 w 4954903"/>
                <a:gd name="connsiteY13852" fmla="*/ 1993647 h 4882701"/>
                <a:gd name="connsiteX13853" fmla="*/ 3519366 w 4954903"/>
                <a:gd name="connsiteY13853" fmla="*/ 2017450 h 4882701"/>
                <a:gd name="connsiteX13854" fmla="*/ 3542157 w 4954903"/>
                <a:gd name="connsiteY13854" fmla="*/ 2009854 h 4882701"/>
                <a:gd name="connsiteX13855" fmla="*/ 3482649 w 4954903"/>
                <a:gd name="connsiteY13855" fmla="*/ 2007321 h 4882701"/>
                <a:gd name="connsiteX13856" fmla="*/ 3468215 w 4954903"/>
                <a:gd name="connsiteY13856" fmla="*/ 1991115 h 4882701"/>
                <a:gd name="connsiteX13857" fmla="*/ 3459605 w 4954903"/>
                <a:gd name="connsiteY13857" fmla="*/ 2014918 h 4882701"/>
                <a:gd name="connsiteX13858" fmla="*/ 3482649 w 4954903"/>
                <a:gd name="connsiteY13858" fmla="*/ 2007321 h 4882701"/>
                <a:gd name="connsiteX13859" fmla="*/ 3407694 w 4954903"/>
                <a:gd name="connsiteY13859" fmla="*/ 1988583 h 4882701"/>
                <a:gd name="connsiteX13860" fmla="*/ 3397818 w 4954903"/>
                <a:gd name="connsiteY13860" fmla="*/ 2011373 h 4882701"/>
                <a:gd name="connsiteX13861" fmla="*/ 3422381 w 4954903"/>
                <a:gd name="connsiteY13861" fmla="*/ 2004789 h 4882701"/>
                <a:gd name="connsiteX13862" fmla="*/ 3407694 w 4954903"/>
                <a:gd name="connsiteY13862" fmla="*/ 1988583 h 4882701"/>
                <a:gd name="connsiteX13863" fmla="*/ 3360847 w 4954903"/>
                <a:gd name="connsiteY13863" fmla="*/ 2002257 h 4882701"/>
                <a:gd name="connsiteX13864" fmla="*/ 3346160 w 4954903"/>
                <a:gd name="connsiteY13864" fmla="*/ 1986050 h 4882701"/>
                <a:gd name="connsiteX13865" fmla="*/ 3336031 w 4954903"/>
                <a:gd name="connsiteY13865" fmla="*/ 2008841 h 4882701"/>
                <a:gd name="connsiteX13866" fmla="*/ 3360847 w 4954903"/>
                <a:gd name="connsiteY13866" fmla="*/ 2002257 h 4882701"/>
                <a:gd name="connsiteX13867" fmla="*/ 3094453 w 4954903"/>
                <a:gd name="connsiteY13867" fmla="*/ 1977188 h 4882701"/>
                <a:gd name="connsiteX13868" fmla="*/ 3083312 w 4954903"/>
                <a:gd name="connsiteY13868" fmla="*/ 1999978 h 4882701"/>
                <a:gd name="connsiteX13869" fmla="*/ 3109141 w 4954903"/>
                <a:gd name="connsiteY13869" fmla="*/ 1993394 h 4882701"/>
                <a:gd name="connsiteX13870" fmla="*/ 3094453 w 4954903"/>
                <a:gd name="connsiteY13870" fmla="*/ 1977188 h 4882701"/>
                <a:gd name="connsiteX13871" fmla="*/ 2964802 w 4954903"/>
                <a:gd name="connsiteY13871" fmla="*/ 1973136 h 4882701"/>
                <a:gd name="connsiteX13872" fmla="*/ 2953407 w 4954903"/>
                <a:gd name="connsiteY13872" fmla="*/ 1995926 h 4882701"/>
                <a:gd name="connsiteX13873" fmla="*/ 2979995 w 4954903"/>
                <a:gd name="connsiteY13873" fmla="*/ 1989089 h 4882701"/>
                <a:gd name="connsiteX13874" fmla="*/ 2964802 w 4954903"/>
                <a:gd name="connsiteY13874" fmla="*/ 1973136 h 4882701"/>
                <a:gd name="connsiteX13875" fmla="*/ 2899216 w 4954903"/>
                <a:gd name="connsiteY13875" fmla="*/ 1971110 h 4882701"/>
                <a:gd name="connsiteX13876" fmla="*/ 2887821 w 4954903"/>
                <a:gd name="connsiteY13876" fmla="*/ 1993900 h 4882701"/>
                <a:gd name="connsiteX13877" fmla="*/ 2914410 w 4954903"/>
                <a:gd name="connsiteY13877" fmla="*/ 1987063 h 4882701"/>
                <a:gd name="connsiteX13878" fmla="*/ 2899216 w 4954903"/>
                <a:gd name="connsiteY13878" fmla="*/ 1971110 h 4882701"/>
                <a:gd name="connsiteX13879" fmla="*/ 2821223 w 4954903"/>
                <a:gd name="connsiteY13879" fmla="*/ 1992381 h 4882701"/>
                <a:gd name="connsiteX13880" fmla="*/ 2848065 w 4954903"/>
                <a:gd name="connsiteY13880" fmla="*/ 1985544 h 4882701"/>
                <a:gd name="connsiteX13881" fmla="*/ 2832871 w 4954903"/>
                <a:gd name="connsiteY13881" fmla="*/ 1969337 h 4882701"/>
                <a:gd name="connsiteX13882" fmla="*/ 2821223 w 4954903"/>
                <a:gd name="connsiteY13882" fmla="*/ 1992381 h 4882701"/>
                <a:gd name="connsiteX13883" fmla="*/ 2766526 w 4954903"/>
                <a:gd name="connsiteY13883" fmla="*/ 1967565 h 4882701"/>
                <a:gd name="connsiteX13884" fmla="*/ 2754624 w 4954903"/>
                <a:gd name="connsiteY13884" fmla="*/ 1990609 h 4882701"/>
                <a:gd name="connsiteX13885" fmla="*/ 2781720 w 4954903"/>
                <a:gd name="connsiteY13885" fmla="*/ 1983771 h 4882701"/>
                <a:gd name="connsiteX13886" fmla="*/ 2766526 w 4954903"/>
                <a:gd name="connsiteY13886" fmla="*/ 1967565 h 4882701"/>
                <a:gd name="connsiteX13887" fmla="*/ 2687519 w 4954903"/>
                <a:gd name="connsiteY13887" fmla="*/ 1988836 h 4882701"/>
                <a:gd name="connsiteX13888" fmla="*/ 2714615 w 4954903"/>
                <a:gd name="connsiteY13888" fmla="*/ 1981999 h 4882701"/>
                <a:gd name="connsiteX13889" fmla="*/ 2699421 w 4954903"/>
                <a:gd name="connsiteY13889" fmla="*/ 1966046 h 4882701"/>
                <a:gd name="connsiteX13890" fmla="*/ 2687519 w 4954903"/>
                <a:gd name="connsiteY13890" fmla="*/ 1988836 h 4882701"/>
                <a:gd name="connsiteX13891" fmla="*/ 2618895 w 4954903"/>
                <a:gd name="connsiteY13891" fmla="*/ 1986304 h 4882701"/>
                <a:gd name="connsiteX13892" fmla="*/ 2647257 w 4954903"/>
                <a:gd name="connsiteY13892" fmla="*/ 1980479 h 4882701"/>
                <a:gd name="connsiteX13893" fmla="*/ 2632063 w 4954903"/>
                <a:gd name="connsiteY13893" fmla="*/ 1964526 h 4882701"/>
                <a:gd name="connsiteX13894" fmla="*/ 2618895 w 4954903"/>
                <a:gd name="connsiteY13894" fmla="*/ 1986304 h 4882701"/>
                <a:gd name="connsiteX13895" fmla="*/ 2551031 w 4954903"/>
                <a:gd name="connsiteY13895" fmla="*/ 1984784 h 4882701"/>
                <a:gd name="connsiteX13896" fmla="*/ 2579645 w 4954903"/>
                <a:gd name="connsiteY13896" fmla="*/ 1978960 h 4882701"/>
                <a:gd name="connsiteX13897" fmla="*/ 2564452 w 4954903"/>
                <a:gd name="connsiteY13897" fmla="*/ 1963007 h 4882701"/>
                <a:gd name="connsiteX13898" fmla="*/ 2551031 w 4954903"/>
                <a:gd name="connsiteY13898" fmla="*/ 1984784 h 4882701"/>
                <a:gd name="connsiteX13899" fmla="*/ 2482913 w 4954903"/>
                <a:gd name="connsiteY13899" fmla="*/ 1983518 h 4882701"/>
                <a:gd name="connsiteX13900" fmla="*/ 2511781 w 4954903"/>
                <a:gd name="connsiteY13900" fmla="*/ 1977694 h 4882701"/>
                <a:gd name="connsiteX13901" fmla="*/ 2496334 w 4954903"/>
                <a:gd name="connsiteY13901" fmla="*/ 1961741 h 4882701"/>
                <a:gd name="connsiteX13902" fmla="*/ 2482913 w 4954903"/>
                <a:gd name="connsiteY13902" fmla="*/ 1983518 h 4882701"/>
                <a:gd name="connsiteX13903" fmla="*/ 2427963 w 4954903"/>
                <a:gd name="connsiteY13903" fmla="*/ 1960221 h 4882701"/>
                <a:gd name="connsiteX13904" fmla="*/ 2414542 w 4954903"/>
                <a:gd name="connsiteY13904" fmla="*/ 1982252 h 4882701"/>
                <a:gd name="connsiteX13905" fmla="*/ 2443410 w 4954903"/>
                <a:gd name="connsiteY13905" fmla="*/ 1976428 h 4882701"/>
                <a:gd name="connsiteX13906" fmla="*/ 2427963 w 4954903"/>
                <a:gd name="connsiteY13906" fmla="*/ 1960221 h 4882701"/>
                <a:gd name="connsiteX13907" fmla="*/ 2359339 w 4954903"/>
                <a:gd name="connsiteY13907" fmla="*/ 1958955 h 4882701"/>
                <a:gd name="connsiteX13908" fmla="*/ 2345411 w 4954903"/>
                <a:gd name="connsiteY13908" fmla="*/ 1980986 h 4882701"/>
                <a:gd name="connsiteX13909" fmla="*/ 2374532 w 4954903"/>
                <a:gd name="connsiteY13909" fmla="*/ 1974908 h 4882701"/>
                <a:gd name="connsiteX13910" fmla="*/ 2359339 w 4954903"/>
                <a:gd name="connsiteY13910" fmla="*/ 1958955 h 4882701"/>
                <a:gd name="connsiteX13911" fmla="*/ 2290208 w 4954903"/>
                <a:gd name="connsiteY13911" fmla="*/ 1957942 h 4882701"/>
                <a:gd name="connsiteX13912" fmla="*/ 2276281 w 4954903"/>
                <a:gd name="connsiteY13912" fmla="*/ 1979973 h 4882701"/>
                <a:gd name="connsiteX13913" fmla="*/ 2305402 w 4954903"/>
                <a:gd name="connsiteY13913" fmla="*/ 1973896 h 4882701"/>
                <a:gd name="connsiteX13914" fmla="*/ 2290208 w 4954903"/>
                <a:gd name="connsiteY13914" fmla="*/ 1957942 h 4882701"/>
                <a:gd name="connsiteX13915" fmla="*/ 2221077 w 4954903"/>
                <a:gd name="connsiteY13915" fmla="*/ 1956929 h 4882701"/>
                <a:gd name="connsiteX13916" fmla="*/ 2207150 w 4954903"/>
                <a:gd name="connsiteY13916" fmla="*/ 1978960 h 4882701"/>
                <a:gd name="connsiteX13917" fmla="*/ 2236271 w 4954903"/>
                <a:gd name="connsiteY13917" fmla="*/ 1972883 h 4882701"/>
                <a:gd name="connsiteX13918" fmla="*/ 2221077 w 4954903"/>
                <a:gd name="connsiteY13918" fmla="*/ 1956929 h 4882701"/>
                <a:gd name="connsiteX13919" fmla="*/ 2167140 w 4954903"/>
                <a:gd name="connsiteY13919" fmla="*/ 1971870 h 4882701"/>
                <a:gd name="connsiteX13920" fmla="*/ 2151947 w 4954903"/>
                <a:gd name="connsiteY13920" fmla="*/ 1955917 h 4882701"/>
                <a:gd name="connsiteX13921" fmla="*/ 2137766 w 4954903"/>
                <a:gd name="connsiteY13921" fmla="*/ 1977947 h 4882701"/>
                <a:gd name="connsiteX13922" fmla="*/ 2167140 w 4954903"/>
                <a:gd name="connsiteY13922" fmla="*/ 1971870 h 4882701"/>
                <a:gd name="connsiteX13923" fmla="*/ 2082563 w 4954903"/>
                <a:gd name="connsiteY13923" fmla="*/ 1955157 h 4882701"/>
                <a:gd name="connsiteX13924" fmla="*/ 2068129 w 4954903"/>
                <a:gd name="connsiteY13924" fmla="*/ 1977188 h 4882701"/>
                <a:gd name="connsiteX13925" fmla="*/ 2097503 w 4954903"/>
                <a:gd name="connsiteY13925" fmla="*/ 1971110 h 4882701"/>
                <a:gd name="connsiteX13926" fmla="*/ 2082563 w 4954903"/>
                <a:gd name="connsiteY13926" fmla="*/ 1955157 h 4882701"/>
                <a:gd name="connsiteX13927" fmla="*/ 2012926 w 4954903"/>
                <a:gd name="connsiteY13927" fmla="*/ 1954650 h 4882701"/>
                <a:gd name="connsiteX13928" fmla="*/ 1998745 w 4954903"/>
                <a:gd name="connsiteY13928" fmla="*/ 1976681 h 4882701"/>
                <a:gd name="connsiteX13929" fmla="*/ 2028119 w 4954903"/>
                <a:gd name="connsiteY13929" fmla="*/ 1970604 h 4882701"/>
                <a:gd name="connsiteX13930" fmla="*/ 2012926 w 4954903"/>
                <a:gd name="connsiteY13930" fmla="*/ 1954650 h 4882701"/>
                <a:gd name="connsiteX13931" fmla="*/ 1944302 w 4954903"/>
                <a:gd name="connsiteY13931" fmla="*/ 1953891 h 4882701"/>
                <a:gd name="connsiteX13932" fmla="*/ 1930121 w 4954903"/>
                <a:gd name="connsiteY13932" fmla="*/ 1975921 h 4882701"/>
                <a:gd name="connsiteX13933" fmla="*/ 1958989 w 4954903"/>
                <a:gd name="connsiteY13933" fmla="*/ 1969591 h 4882701"/>
                <a:gd name="connsiteX13934" fmla="*/ 1944302 w 4954903"/>
                <a:gd name="connsiteY13934" fmla="*/ 1953891 h 4882701"/>
                <a:gd name="connsiteX13935" fmla="*/ 1890871 w 4954903"/>
                <a:gd name="connsiteY13935" fmla="*/ 1969337 h 4882701"/>
                <a:gd name="connsiteX13936" fmla="*/ 1876437 w 4954903"/>
                <a:gd name="connsiteY13936" fmla="*/ 1953638 h 4882701"/>
                <a:gd name="connsiteX13937" fmla="*/ 1862256 w 4954903"/>
                <a:gd name="connsiteY13937" fmla="*/ 1975668 h 4882701"/>
                <a:gd name="connsiteX13938" fmla="*/ 1890871 w 4954903"/>
                <a:gd name="connsiteY13938" fmla="*/ 1969337 h 4882701"/>
                <a:gd name="connsiteX13939" fmla="*/ 1809332 w 4954903"/>
                <a:gd name="connsiteY13939" fmla="*/ 1953131 h 4882701"/>
                <a:gd name="connsiteX13940" fmla="*/ 1795405 w 4954903"/>
                <a:gd name="connsiteY13940" fmla="*/ 1975162 h 4882701"/>
                <a:gd name="connsiteX13941" fmla="*/ 1823766 w 4954903"/>
                <a:gd name="connsiteY13941" fmla="*/ 1968831 h 4882701"/>
                <a:gd name="connsiteX13942" fmla="*/ 1809332 w 4954903"/>
                <a:gd name="connsiteY13942" fmla="*/ 1953131 h 4882701"/>
                <a:gd name="connsiteX13943" fmla="*/ 1743240 w 4954903"/>
                <a:gd name="connsiteY13943" fmla="*/ 1952878 h 4882701"/>
                <a:gd name="connsiteX13944" fmla="*/ 1729313 w 4954903"/>
                <a:gd name="connsiteY13944" fmla="*/ 1974908 h 4882701"/>
                <a:gd name="connsiteX13945" fmla="*/ 1757168 w 4954903"/>
                <a:gd name="connsiteY13945" fmla="*/ 1968578 h 4882701"/>
                <a:gd name="connsiteX13946" fmla="*/ 1743240 w 4954903"/>
                <a:gd name="connsiteY13946" fmla="*/ 1952878 h 4882701"/>
                <a:gd name="connsiteX13947" fmla="*/ 1678161 w 4954903"/>
                <a:gd name="connsiteY13947" fmla="*/ 1952625 h 4882701"/>
                <a:gd name="connsiteX13948" fmla="*/ 1664234 w 4954903"/>
                <a:gd name="connsiteY13948" fmla="*/ 1974655 h 4882701"/>
                <a:gd name="connsiteX13949" fmla="*/ 1691835 w 4954903"/>
                <a:gd name="connsiteY13949" fmla="*/ 1968325 h 4882701"/>
                <a:gd name="connsiteX13950" fmla="*/ 1678161 w 4954903"/>
                <a:gd name="connsiteY13950" fmla="*/ 1952625 h 4882701"/>
                <a:gd name="connsiteX13951" fmla="*/ 1613842 w 4954903"/>
                <a:gd name="connsiteY13951" fmla="*/ 1952625 h 4882701"/>
                <a:gd name="connsiteX13952" fmla="*/ 1599914 w 4954903"/>
                <a:gd name="connsiteY13952" fmla="*/ 1974655 h 4882701"/>
                <a:gd name="connsiteX13953" fmla="*/ 1627263 w 4954903"/>
                <a:gd name="connsiteY13953" fmla="*/ 1968325 h 4882701"/>
                <a:gd name="connsiteX13954" fmla="*/ 1613842 w 4954903"/>
                <a:gd name="connsiteY13954" fmla="*/ 1952625 h 4882701"/>
                <a:gd name="connsiteX13955" fmla="*/ 42828 w 4954903"/>
                <a:gd name="connsiteY13955" fmla="*/ 2054928 h 4882701"/>
                <a:gd name="connsiteX13956" fmla="*/ 42828 w 4954903"/>
                <a:gd name="connsiteY13956" fmla="*/ 2054928 h 4882701"/>
                <a:gd name="connsiteX13957" fmla="*/ 46627 w 4954903"/>
                <a:gd name="connsiteY13957" fmla="*/ 2041507 h 4882701"/>
                <a:gd name="connsiteX13958" fmla="*/ 47893 w 4954903"/>
                <a:gd name="connsiteY13958" fmla="*/ 2026567 h 4882701"/>
                <a:gd name="connsiteX13959" fmla="*/ 42828 w 4954903"/>
                <a:gd name="connsiteY13959" fmla="*/ 2054928 h 4882701"/>
                <a:gd name="connsiteX13960" fmla="*/ 37511 w 4954903"/>
                <a:gd name="connsiteY13960" fmla="*/ 2058473 h 4882701"/>
                <a:gd name="connsiteX13961" fmla="*/ 40803 w 4954903"/>
                <a:gd name="connsiteY13961" fmla="*/ 2045052 h 4882701"/>
                <a:gd name="connsiteX13962" fmla="*/ 42322 w 4954903"/>
                <a:gd name="connsiteY13962" fmla="*/ 2030112 h 4882701"/>
                <a:gd name="connsiteX13963" fmla="*/ 37511 w 4954903"/>
                <a:gd name="connsiteY13963" fmla="*/ 2058473 h 4882701"/>
                <a:gd name="connsiteX13964" fmla="*/ 33712 w 4954903"/>
                <a:gd name="connsiteY13964" fmla="*/ 2061765 h 4882701"/>
                <a:gd name="connsiteX13965" fmla="*/ 36498 w 4954903"/>
                <a:gd name="connsiteY13965" fmla="*/ 2048344 h 4882701"/>
                <a:gd name="connsiteX13966" fmla="*/ 38524 w 4954903"/>
                <a:gd name="connsiteY13966" fmla="*/ 2033404 h 4882701"/>
                <a:gd name="connsiteX13967" fmla="*/ 33712 w 4954903"/>
                <a:gd name="connsiteY13967" fmla="*/ 2061765 h 4882701"/>
                <a:gd name="connsiteX13968" fmla="*/ 36751 w 4954903"/>
                <a:gd name="connsiteY13968" fmla="*/ 2036696 h 4882701"/>
                <a:gd name="connsiteX13969" fmla="*/ 35738 w 4954903"/>
                <a:gd name="connsiteY13969" fmla="*/ 2041760 h 4882701"/>
                <a:gd name="connsiteX13970" fmla="*/ 32446 w 4954903"/>
                <a:gd name="connsiteY13970" fmla="*/ 2060499 h 4882701"/>
                <a:gd name="connsiteX13971" fmla="*/ 31687 w 4954903"/>
                <a:gd name="connsiteY13971" fmla="*/ 2065310 h 4882701"/>
                <a:gd name="connsiteX13972" fmla="*/ 34219 w 4954903"/>
                <a:gd name="connsiteY13972" fmla="*/ 2051889 h 4882701"/>
                <a:gd name="connsiteX13973" fmla="*/ 36751 w 4954903"/>
                <a:gd name="connsiteY13973" fmla="*/ 2036696 h 4882701"/>
                <a:gd name="connsiteX13974" fmla="*/ 4926543 w 4954903"/>
                <a:gd name="connsiteY13974" fmla="*/ 2098483 h 4882701"/>
                <a:gd name="connsiteX13975" fmla="*/ 4922238 w 4954903"/>
                <a:gd name="connsiteY13975" fmla="*/ 2071641 h 4882701"/>
                <a:gd name="connsiteX13976" fmla="*/ 4926543 w 4954903"/>
                <a:gd name="connsiteY13976" fmla="*/ 2098483 h 4882701"/>
                <a:gd name="connsiteX13977" fmla="*/ 4926543 w 4954903"/>
                <a:gd name="connsiteY13977" fmla="*/ 2098483 h 4882701"/>
                <a:gd name="connsiteX13978" fmla="*/ 4923757 w 4954903"/>
                <a:gd name="connsiteY13978" fmla="*/ 2083796 h 4882701"/>
                <a:gd name="connsiteX13979" fmla="*/ 4920719 w 4954903"/>
                <a:gd name="connsiteY13979" fmla="*/ 2067336 h 4882701"/>
                <a:gd name="connsiteX13980" fmla="*/ 4925277 w 4954903"/>
                <a:gd name="connsiteY13980" fmla="*/ 2095697 h 4882701"/>
                <a:gd name="connsiteX13981" fmla="*/ 4923757 w 4954903"/>
                <a:gd name="connsiteY13981" fmla="*/ 2083796 h 4882701"/>
                <a:gd name="connsiteX13982" fmla="*/ 4920972 w 4954903"/>
                <a:gd name="connsiteY13982" fmla="*/ 2080250 h 4882701"/>
                <a:gd name="connsiteX13983" fmla="*/ 4917680 w 4954903"/>
                <a:gd name="connsiteY13983" fmla="*/ 2063791 h 4882701"/>
                <a:gd name="connsiteX13984" fmla="*/ 4917680 w 4954903"/>
                <a:gd name="connsiteY13984" fmla="*/ 2063791 h 4882701"/>
                <a:gd name="connsiteX13985" fmla="*/ 4922238 w 4954903"/>
                <a:gd name="connsiteY13985" fmla="*/ 2092152 h 4882701"/>
                <a:gd name="connsiteX13986" fmla="*/ 4920972 w 4954903"/>
                <a:gd name="connsiteY13986" fmla="*/ 2080250 h 4882701"/>
                <a:gd name="connsiteX13987" fmla="*/ 4912109 w 4954903"/>
                <a:gd name="connsiteY13987" fmla="*/ 2060246 h 4882701"/>
                <a:gd name="connsiteX13988" fmla="*/ 4916920 w 4954903"/>
                <a:gd name="connsiteY13988" fmla="*/ 2088607 h 4882701"/>
                <a:gd name="connsiteX13989" fmla="*/ 4916161 w 4954903"/>
                <a:gd name="connsiteY13989" fmla="*/ 2076452 h 4882701"/>
                <a:gd name="connsiteX13990" fmla="*/ 4912109 w 4954903"/>
                <a:gd name="connsiteY13990" fmla="*/ 2060246 h 4882701"/>
                <a:gd name="connsiteX13991" fmla="*/ 4912109 w 4954903"/>
                <a:gd name="connsiteY13991" fmla="*/ 2060246 h 4882701"/>
                <a:gd name="connsiteX13992" fmla="*/ 4909323 w 4954903"/>
                <a:gd name="connsiteY13992" fmla="*/ 2072907 h 4882701"/>
                <a:gd name="connsiteX13993" fmla="*/ 4905019 w 4954903"/>
                <a:gd name="connsiteY13993" fmla="*/ 2056447 h 4882701"/>
                <a:gd name="connsiteX13994" fmla="*/ 4904765 w 4954903"/>
                <a:gd name="connsiteY13994" fmla="*/ 2056447 h 4882701"/>
                <a:gd name="connsiteX13995" fmla="*/ 4909830 w 4954903"/>
                <a:gd name="connsiteY13995" fmla="*/ 2084809 h 4882701"/>
                <a:gd name="connsiteX13996" fmla="*/ 4909323 w 4954903"/>
                <a:gd name="connsiteY13996" fmla="*/ 2072907 h 4882701"/>
                <a:gd name="connsiteX13997" fmla="*/ 4895902 w 4954903"/>
                <a:gd name="connsiteY13997" fmla="*/ 2052902 h 4882701"/>
                <a:gd name="connsiteX13998" fmla="*/ 4895902 w 4954903"/>
                <a:gd name="connsiteY13998" fmla="*/ 2052902 h 4882701"/>
                <a:gd name="connsiteX13999" fmla="*/ 4900207 w 4954903"/>
                <a:gd name="connsiteY13999" fmla="*/ 2081263 h 4882701"/>
                <a:gd name="connsiteX14000" fmla="*/ 4900714 w 4954903"/>
                <a:gd name="connsiteY14000" fmla="*/ 2069362 h 4882701"/>
                <a:gd name="connsiteX14001" fmla="*/ 4895902 w 4954903"/>
                <a:gd name="connsiteY14001" fmla="*/ 2052902 h 4882701"/>
                <a:gd name="connsiteX14002" fmla="*/ 4889825 w 4954903"/>
                <a:gd name="connsiteY14002" fmla="*/ 2065563 h 4882701"/>
                <a:gd name="connsiteX14003" fmla="*/ 4884507 w 4954903"/>
                <a:gd name="connsiteY14003" fmla="*/ 2049104 h 4882701"/>
                <a:gd name="connsiteX14004" fmla="*/ 4884254 w 4954903"/>
                <a:gd name="connsiteY14004" fmla="*/ 2049104 h 4882701"/>
                <a:gd name="connsiteX14005" fmla="*/ 4888559 w 4954903"/>
                <a:gd name="connsiteY14005" fmla="*/ 2077465 h 4882701"/>
                <a:gd name="connsiteX14006" fmla="*/ 4889825 w 4954903"/>
                <a:gd name="connsiteY14006" fmla="*/ 2065563 h 4882701"/>
                <a:gd name="connsiteX14007" fmla="*/ 4871339 w 4954903"/>
                <a:gd name="connsiteY14007" fmla="*/ 2045305 h 4882701"/>
                <a:gd name="connsiteX14008" fmla="*/ 4871086 w 4954903"/>
                <a:gd name="connsiteY14008" fmla="*/ 2045305 h 4882701"/>
                <a:gd name="connsiteX14009" fmla="*/ 4875391 w 4954903"/>
                <a:gd name="connsiteY14009" fmla="*/ 2073667 h 4882701"/>
                <a:gd name="connsiteX14010" fmla="*/ 4876910 w 4954903"/>
                <a:gd name="connsiteY14010" fmla="*/ 2061765 h 4882701"/>
                <a:gd name="connsiteX14011" fmla="*/ 4871339 w 4954903"/>
                <a:gd name="connsiteY14011" fmla="*/ 2045305 h 4882701"/>
                <a:gd name="connsiteX14012" fmla="*/ 4856146 w 4954903"/>
                <a:gd name="connsiteY14012" fmla="*/ 2041507 h 4882701"/>
                <a:gd name="connsiteX14013" fmla="*/ 4860197 w 4954903"/>
                <a:gd name="connsiteY14013" fmla="*/ 2069362 h 4882701"/>
                <a:gd name="connsiteX14014" fmla="*/ 4862730 w 4954903"/>
                <a:gd name="connsiteY14014" fmla="*/ 2057967 h 4882701"/>
                <a:gd name="connsiteX14015" fmla="*/ 4856652 w 4954903"/>
                <a:gd name="connsiteY14015" fmla="*/ 2041507 h 4882701"/>
                <a:gd name="connsiteX14016" fmla="*/ 4856146 w 4954903"/>
                <a:gd name="connsiteY14016" fmla="*/ 2041507 h 4882701"/>
                <a:gd name="connsiteX14017" fmla="*/ 4839686 w 4954903"/>
                <a:gd name="connsiteY14017" fmla="*/ 2037962 h 4882701"/>
                <a:gd name="connsiteX14018" fmla="*/ 4839180 w 4954903"/>
                <a:gd name="connsiteY14018" fmla="*/ 2037962 h 4882701"/>
                <a:gd name="connsiteX14019" fmla="*/ 4842978 w 4954903"/>
                <a:gd name="connsiteY14019" fmla="*/ 2065817 h 4882701"/>
                <a:gd name="connsiteX14020" fmla="*/ 4846017 w 4954903"/>
                <a:gd name="connsiteY14020" fmla="*/ 2054421 h 4882701"/>
                <a:gd name="connsiteX14021" fmla="*/ 4839686 w 4954903"/>
                <a:gd name="connsiteY14021" fmla="*/ 2037962 h 4882701"/>
                <a:gd name="connsiteX14022" fmla="*/ 4820948 w 4954903"/>
                <a:gd name="connsiteY14022" fmla="*/ 2034163 h 4882701"/>
                <a:gd name="connsiteX14023" fmla="*/ 4820441 w 4954903"/>
                <a:gd name="connsiteY14023" fmla="*/ 2034163 h 4882701"/>
                <a:gd name="connsiteX14024" fmla="*/ 4824239 w 4954903"/>
                <a:gd name="connsiteY14024" fmla="*/ 2062018 h 4882701"/>
                <a:gd name="connsiteX14025" fmla="*/ 4827785 w 4954903"/>
                <a:gd name="connsiteY14025" fmla="*/ 2050623 h 4882701"/>
                <a:gd name="connsiteX14026" fmla="*/ 4820948 w 4954903"/>
                <a:gd name="connsiteY14026" fmla="*/ 2034163 h 4882701"/>
                <a:gd name="connsiteX14027" fmla="*/ 4800436 w 4954903"/>
                <a:gd name="connsiteY14027" fmla="*/ 2030365 h 4882701"/>
                <a:gd name="connsiteX14028" fmla="*/ 4799930 w 4954903"/>
                <a:gd name="connsiteY14028" fmla="*/ 2030365 h 4882701"/>
                <a:gd name="connsiteX14029" fmla="*/ 4803728 w 4954903"/>
                <a:gd name="connsiteY14029" fmla="*/ 2058220 h 4882701"/>
                <a:gd name="connsiteX14030" fmla="*/ 4807780 w 4954903"/>
                <a:gd name="connsiteY14030" fmla="*/ 2046825 h 4882701"/>
                <a:gd name="connsiteX14031" fmla="*/ 4800436 w 4954903"/>
                <a:gd name="connsiteY14031" fmla="*/ 2030365 h 4882701"/>
                <a:gd name="connsiteX14032" fmla="*/ 4778406 w 4954903"/>
                <a:gd name="connsiteY14032" fmla="*/ 2026567 h 4882701"/>
                <a:gd name="connsiteX14033" fmla="*/ 4777899 w 4954903"/>
                <a:gd name="connsiteY14033" fmla="*/ 2026567 h 4882701"/>
                <a:gd name="connsiteX14034" fmla="*/ 4780938 w 4954903"/>
                <a:gd name="connsiteY14034" fmla="*/ 2053915 h 4882701"/>
                <a:gd name="connsiteX14035" fmla="*/ 4786002 w 4954903"/>
                <a:gd name="connsiteY14035" fmla="*/ 2042773 h 4882701"/>
                <a:gd name="connsiteX14036" fmla="*/ 4778406 w 4954903"/>
                <a:gd name="connsiteY14036" fmla="*/ 2026567 h 4882701"/>
                <a:gd name="connsiteX14037" fmla="*/ 4754602 w 4954903"/>
                <a:gd name="connsiteY14037" fmla="*/ 2023021 h 4882701"/>
                <a:gd name="connsiteX14038" fmla="*/ 4754096 w 4954903"/>
                <a:gd name="connsiteY14038" fmla="*/ 2023021 h 4882701"/>
                <a:gd name="connsiteX14039" fmla="*/ 4757135 w 4954903"/>
                <a:gd name="connsiteY14039" fmla="*/ 2050370 h 4882701"/>
                <a:gd name="connsiteX14040" fmla="*/ 4762706 w 4954903"/>
                <a:gd name="connsiteY14040" fmla="*/ 2039228 h 4882701"/>
                <a:gd name="connsiteX14041" fmla="*/ 4754602 w 4954903"/>
                <a:gd name="connsiteY14041" fmla="*/ 2023021 h 4882701"/>
                <a:gd name="connsiteX14042" fmla="*/ 4737383 w 4954903"/>
                <a:gd name="connsiteY14042" fmla="*/ 2035683 h 4882701"/>
                <a:gd name="connsiteX14043" fmla="*/ 4729027 w 4954903"/>
                <a:gd name="connsiteY14043" fmla="*/ 2019223 h 4882701"/>
                <a:gd name="connsiteX14044" fmla="*/ 4728520 w 4954903"/>
                <a:gd name="connsiteY14044" fmla="*/ 2019223 h 4882701"/>
                <a:gd name="connsiteX14045" fmla="*/ 4731306 w 4954903"/>
                <a:gd name="connsiteY14045" fmla="*/ 2046571 h 4882701"/>
                <a:gd name="connsiteX14046" fmla="*/ 4737383 w 4954903"/>
                <a:gd name="connsiteY14046" fmla="*/ 2035683 h 4882701"/>
                <a:gd name="connsiteX14047" fmla="*/ 4710541 w 4954903"/>
                <a:gd name="connsiteY14047" fmla="*/ 2031884 h 4882701"/>
                <a:gd name="connsiteX14048" fmla="*/ 4701931 w 4954903"/>
                <a:gd name="connsiteY14048" fmla="*/ 2015678 h 4882701"/>
                <a:gd name="connsiteX14049" fmla="*/ 4701172 w 4954903"/>
                <a:gd name="connsiteY14049" fmla="*/ 2015678 h 4882701"/>
                <a:gd name="connsiteX14050" fmla="*/ 4703957 w 4954903"/>
                <a:gd name="connsiteY14050" fmla="*/ 2043026 h 4882701"/>
                <a:gd name="connsiteX14051" fmla="*/ 4710541 w 4954903"/>
                <a:gd name="connsiteY14051" fmla="*/ 2031884 h 4882701"/>
                <a:gd name="connsiteX14052" fmla="*/ 4681927 w 4954903"/>
                <a:gd name="connsiteY14052" fmla="*/ 2028339 h 4882701"/>
                <a:gd name="connsiteX14053" fmla="*/ 4673064 w 4954903"/>
                <a:gd name="connsiteY14053" fmla="*/ 2012133 h 4882701"/>
                <a:gd name="connsiteX14054" fmla="*/ 4672304 w 4954903"/>
                <a:gd name="connsiteY14054" fmla="*/ 2012133 h 4882701"/>
                <a:gd name="connsiteX14055" fmla="*/ 4674077 w 4954903"/>
                <a:gd name="connsiteY14055" fmla="*/ 2038975 h 4882701"/>
                <a:gd name="connsiteX14056" fmla="*/ 4681927 w 4954903"/>
                <a:gd name="connsiteY14056" fmla="*/ 2028339 h 4882701"/>
                <a:gd name="connsiteX14057" fmla="*/ 4652046 w 4954903"/>
                <a:gd name="connsiteY14057" fmla="*/ 2024541 h 4882701"/>
                <a:gd name="connsiteX14058" fmla="*/ 4642930 w 4954903"/>
                <a:gd name="connsiteY14058" fmla="*/ 2008334 h 4882701"/>
                <a:gd name="connsiteX14059" fmla="*/ 4642170 w 4954903"/>
                <a:gd name="connsiteY14059" fmla="*/ 2008334 h 4882701"/>
                <a:gd name="connsiteX14060" fmla="*/ 4643943 w 4954903"/>
                <a:gd name="connsiteY14060" fmla="*/ 2035176 h 4882701"/>
                <a:gd name="connsiteX14061" fmla="*/ 4652046 w 4954903"/>
                <a:gd name="connsiteY14061" fmla="*/ 2024541 h 4882701"/>
                <a:gd name="connsiteX14062" fmla="*/ 4620646 w 4954903"/>
                <a:gd name="connsiteY14062" fmla="*/ 2020996 h 4882701"/>
                <a:gd name="connsiteX14063" fmla="*/ 4611023 w 4954903"/>
                <a:gd name="connsiteY14063" fmla="*/ 2004789 h 4882701"/>
                <a:gd name="connsiteX14064" fmla="*/ 4610264 w 4954903"/>
                <a:gd name="connsiteY14064" fmla="*/ 2004789 h 4882701"/>
                <a:gd name="connsiteX14065" fmla="*/ 4611783 w 4954903"/>
                <a:gd name="connsiteY14065" fmla="*/ 2031631 h 4882701"/>
                <a:gd name="connsiteX14066" fmla="*/ 4620646 w 4954903"/>
                <a:gd name="connsiteY14066" fmla="*/ 2020996 h 4882701"/>
                <a:gd name="connsiteX14067" fmla="*/ 4587473 w 4954903"/>
                <a:gd name="connsiteY14067" fmla="*/ 2017450 h 4882701"/>
                <a:gd name="connsiteX14068" fmla="*/ 4577598 w 4954903"/>
                <a:gd name="connsiteY14068" fmla="*/ 2001244 h 4882701"/>
                <a:gd name="connsiteX14069" fmla="*/ 4576838 w 4954903"/>
                <a:gd name="connsiteY14069" fmla="*/ 2001244 h 4882701"/>
                <a:gd name="connsiteX14070" fmla="*/ 4578104 w 4954903"/>
                <a:gd name="connsiteY14070" fmla="*/ 2028086 h 4882701"/>
                <a:gd name="connsiteX14071" fmla="*/ 4587473 w 4954903"/>
                <a:gd name="connsiteY14071" fmla="*/ 2017450 h 4882701"/>
                <a:gd name="connsiteX14072" fmla="*/ 4553035 w 4954903"/>
                <a:gd name="connsiteY14072" fmla="*/ 2013905 h 4882701"/>
                <a:gd name="connsiteX14073" fmla="*/ 4542905 w 4954903"/>
                <a:gd name="connsiteY14073" fmla="*/ 1997699 h 4882701"/>
                <a:gd name="connsiteX14074" fmla="*/ 4542146 w 4954903"/>
                <a:gd name="connsiteY14074" fmla="*/ 1997699 h 4882701"/>
                <a:gd name="connsiteX14075" fmla="*/ 4542652 w 4954903"/>
                <a:gd name="connsiteY14075" fmla="*/ 2023781 h 4882701"/>
                <a:gd name="connsiteX14076" fmla="*/ 4553035 w 4954903"/>
                <a:gd name="connsiteY14076" fmla="*/ 2013905 h 4882701"/>
                <a:gd name="connsiteX14077" fmla="*/ 4517077 w 4954903"/>
                <a:gd name="connsiteY14077" fmla="*/ 2010360 h 4882701"/>
                <a:gd name="connsiteX14078" fmla="*/ 4506441 w 4954903"/>
                <a:gd name="connsiteY14078" fmla="*/ 1994154 h 4882701"/>
                <a:gd name="connsiteX14079" fmla="*/ 4505681 w 4954903"/>
                <a:gd name="connsiteY14079" fmla="*/ 1994154 h 4882701"/>
                <a:gd name="connsiteX14080" fmla="*/ 4505935 w 4954903"/>
                <a:gd name="connsiteY14080" fmla="*/ 2020236 h 4882701"/>
                <a:gd name="connsiteX14081" fmla="*/ 4517077 w 4954903"/>
                <a:gd name="connsiteY14081" fmla="*/ 2010360 h 4882701"/>
                <a:gd name="connsiteX14082" fmla="*/ 4479599 w 4954903"/>
                <a:gd name="connsiteY14082" fmla="*/ 2006815 h 4882701"/>
                <a:gd name="connsiteX14083" fmla="*/ 4468710 w 4954903"/>
                <a:gd name="connsiteY14083" fmla="*/ 1990609 h 4882701"/>
                <a:gd name="connsiteX14084" fmla="*/ 4467697 w 4954903"/>
                <a:gd name="connsiteY14084" fmla="*/ 1990609 h 4882701"/>
                <a:gd name="connsiteX14085" fmla="*/ 4467697 w 4954903"/>
                <a:gd name="connsiteY14085" fmla="*/ 2016691 h 4882701"/>
                <a:gd name="connsiteX14086" fmla="*/ 4479599 w 4954903"/>
                <a:gd name="connsiteY14086" fmla="*/ 2006815 h 4882701"/>
                <a:gd name="connsiteX14087" fmla="*/ 4440855 w 4954903"/>
                <a:gd name="connsiteY14087" fmla="*/ 2003270 h 4882701"/>
                <a:gd name="connsiteX14088" fmla="*/ 4429967 w 4954903"/>
                <a:gd name="connsiteY14088" fmla="*/ 1987063 h 4882701"/>
                <a:gd name="connsiteX14089" fmla="*/ 4428954 w 4954903"/>
                <a:gd name="connsiteY14089" fmla="*/ 1987063 h 4882701"/>
                <a:gd name="connsiteX14090" fmla="*/ 4428701 w 4954903"/>
                <a:gd name="connsiteY14090" fmla="*/ 2013146 h 4882701"/>
                <a:gd name="connsiteX14091" fmla="*/ 4440855 w 4954903"/>
                <a:gd name="connsiteY14091" fmla="*/ 2003270 h 4882701"/>
                <a:gd name="connsiteX14092" fmla="*/ 4400593 w 4954903"/>
                <a:gd name="connsiteY14092" fmla="*/ 1999978 h 4882701"/>
                <a:gd name="connsiteX14093" fmla="*/ 4389451 w 4954903"/>
                <a:gd name="connsiteY14093" fmla="*/ 1983771 h 4882701"/>
                <a:gd name="connsiteX14094" fmla="*/ 4388438 w 4954903"/>
                <a:gd name="connsiteY14094" fmla="*/ 1983771 h 4882701"/>
                <a:gd name="connsiteX14095" fmla="*/ 4387931 w 4954903"/>
                <a:gd name="connsiteY14095" fmla="*/ 2009854 h 4882701"/>
                <a:gd name="connsiteX14096" fmla="*/ 4400593 w 4954903"/>
                <a:gd name="connsiteY14096" fmla="*/ 1999978 h 4882701"/>
                <a:gd name="connsiteX14097" fmla="*/ 4359064 w 4954903"/>
                <a:gd name="connsiteY14097" fmla="*/ 1996433 h 4882701"/>
                <a:gd name="connsiteX14098" fmla="*/ 4347415 w 4954903"/>
                <a:gd name="connsiteY14098" fmla="*/ 1980226 h 4882701"/>
                <a:gd name="connsiteX14099" fmla="*/ 4346402 w 4954903"/>
                <a:gd name="connsiteY14099" fmla="*/ 1980226 h 4882701"/>
                <a:gd name="connsiteX14100" fmla="*/ 4344883 w 4954903"/>
                <a:gd name="connsiteY14100" fmla="*/ 2005549 h 4882701"/>
                <a:gd name="connsiteX14101" fmla="*/ 4359064 w 4954903"/>
                <a:gd name="connsiteY14101" fmla="*/ 1996433 h 4882701"/>
                <a:gd name="connsiteX14102" fmla="*/ 4316268 w 4954903"/>
                <a:gd name="connsiteY14102" fmla="*/ 1993141 h 4882701"/>
                <a:gd name="connsiteX14103" fmla="*/ 4304620 w 4954903"/>
                <a:gd name="connsiteY14103" fmla="*/ 1976934 h 4882701"/>
                <a:gd name="connsiteX14104" fmla="*/ 4303607 w 4954903"/>
                <a:gd name="connsiteY14104" fmla="*/ 1976934 h 4882701"/>
                <a:gd name="connsiteX14105" fmla="*/ 4301835 w 4954903"/>
                <a:gd name="connsiteY14105" fmla="*/ 2002257 h 4882701"/>
                <a:gd name="connsiteX14106" fmla="*/ 4316268 w 4954903"/>
                <a:gd name="connsiteY14106" fmla="*/ 1993141 h 4882701"/>
                <a:gd name="connsiteX14107" fmla="*/ 4272207 w 4954903"/>
                <a:gd name="connsiteY14107" fmla="*/ 1989849 h 4882701"/>
                <a:gd name="connsiteX14108" fmla="*/ 4272207 w 4954903"/>
                <a:gd name="connsiteY14108" fmla="*/ 1989849 h 4882701"/>
                <a:gd name="connsiteX14109" fmla="*/ 4260306 w 4954903"/>
                <a:gd name="connsiteY14109" fmla="*/ 1973642 h 4882701"/>
                <a:gd name="connsiteX14110" fmla="*/ 4259293 w 4954903"/>
                <a:gd name="connsiteY14110" fmla="*/ 1973642 h 4882701"/>
                <a:gd name="connsiteX14111" fmla="*/ 4257520 w 4954903"/>
                <a:gd name="connsiteY14111" fmla="*/ 1998965 h 4882701"/>
                <a:gd name="connsiteX14112" fmla="*/ 4272207 w 4954903"/>
                <a:gd name="connsiteY14112" fmla="*/ 1989849 h 4882701"/>
                <a:gd name="connsiteX14113" fmla="*/ 4226880 w 4954903"/>
                <a:gd name="connsiteY14113" fmla="*/ 1986557 h 4882701"/>
                <a:gd name="connsiteX14114" fmla="*/ 4214471 w 4954903"/>
                <a:gd name="connsiteY14114" fmla="*/ 1970350 h 4882701"/>
                <a:gd name="connsiteX14115" fmla="*/ 4213459 w 4954903"/>
                <a:gd name="connsiteY14115" fmla="*/ 1970350 h 4882701"/>
                <a:gd name="connsiteX14116" fmla="*/ 4211433 w 4954903"/>
                <a:gd name="connsiteY14116" fmla="*/ 1995673 h 4882701"/>
                <a:gd name="connsiteX14117" fmla="*/ 4226880 w 4954903"/>
                <a:gd name="connsiteY14117" fmla="*/ 1986557 h 4882701"/>
                <a:gd name="connsiteX14118" fmla="*/ 4180286 w 4954903"/>
                <a:gd name="connsiteY14118" fmla="*/ 1983265 h 4882701"/>
                <a:gd name="connsiteX14119" fmla="*/ 4167878 w 4954903"/>
                <a:gd name="connsiteY14119" fmla="*/ 1967059 h 4882701"/>
                <a:gd name="connsiteX14120" fmla="*/ 4166865 w 4954903"/>
                <a:gd name="connsiteY14120" fmla="*/ 1967059 h 4882701"/>
                <a:gd name="connsiteX14121" fmla="*/ 4164586 w 4954903"/>
                <a:gd name="connsiteY14121" fmla="*/ 1992381 h 4882701"/>
                <a:gd name="connsiteX14122" fmla="*/ 4180286 w 4954903"/>
                <a:gd name="connsiteY14122" fmla="*/ 1983265 h 4882701"/>
                <a:gd name="connsiteX14123" fmla="*/ 4132679 w 4954903"/>
                <a:gd name="connsiteY14123" fmla="*/ 1979973 h 4882701"/>
                <a:gd name="connsiteX14124" fmla="*/ 4120018 w 4954903"/>
                <a:gd name="connsiteY14124" fmla="*/ 1963767 h 4882701"/>
                <a:gd name="connsiteX14125" fmla="*/ 4115460 w 4954903"/>
                <a:gd name="connsiteY14125" fmla="*/ 1988329 h 4882701"/>
                <a:gd name="connsiteX14126" fmla="*/ 4132679 w 4954903"/>
                <a:gd name="connsiteY14126" fmla="*/ 1979973 h 4882701"/>
                <a:gd name="connsiteX14127" fmla="*/ 4083807 w 4954903"/>
                <a:gd name="connsiteY14127" fmla="*/ 1976934 h 4882701"/>
                <a:gd name="connsiteX14128" fmla="*/ 4071146 w 4954903"/>
                <a:gd name="connsiteY14128" fmla="*/ 1960728 h 4882701"/>
                <a:gd name="connsiteX14129" fmla="*/ 4069880 w 4954903"/>
                <a:gd name="connsiteY14129" fmla="*/ 1960728 h 4882701"/>
                <a:gd name="connsiteX14130" fmla="*/ 4066081 w 4954903"/>
                <a:gd name="connsiteY14130" fmla="*/ 1985291 h 4882701"/>
                <a:gd name="connsiteX14131" fmla="*/ 4083807 w 4954903"/>
                <a:gd name="connsiteY14131" fmla="*/ 1976934 h 4882701"/>
                <a:gd name="connsiteX14132" fmla="*/ 4033922 w 4954903"/>
                <a:gd name="connsiteY14132" fmla="*/ 1973642 h 4882701"/>
                <a:gd name="connsiteX14133" fmla="*/ 4020754 w 4954903"/>
                <a:gd name="connsiteY14133" fmla="*/ 1957436 h 4882701"/>
                <a:gd name="connsiteX14134" fmla="*/ 4019488 w 4954903"/>
                <a:gd name="connsiteY14134" fmla="*/ 1957436 h 4882701"/>
                <a:gd name="connsiteX14135" fmla="*/ 4015689 w 4954903"/>
                <a:gd name="connsiteY14135" fmla="*/ 1981999 h 4882701"/>
                <a:gd name="connsiteX14136" fmla="*/ 4033922 w 4954903"/>
                <a:gd name="connsiteY14136" fmla="*/ 1973642 h 4882701"/>
                <a:gd name="connsiteX14137" fmla="*/ 3982770 w 4954903"/>
                <a:gd name="connsiteY14137" fmla="*/ 1970604 h 4882701"/>
                <a:gd name="connsiteX14138" fmla="*/ 3969602 w 4954903"/>
                <a:gd name="connsiteY14138" fmla="*/ 1954397 h 4882701"/>
                <a:gd name="connsiteX14139" fmla="*/ 3968336 w 4954903"/>
                <a:gd name="connsiteY14139" fmla="*/ 1954397 h 4882701"/>
                <a:gd name="connsiteX14140" fmla="*/ 3964284 w 4954903"/>
                <a:gd name="connsiteY14140" fmla="*/ 1978960 h 4882701"/>
                <a:gd name="connsiteX14141" fmla="*/ 3982770 w 4954903"/>
                <a:gd name="connsiteY14141" fmla="*/ 1970604 h 4882701"/>
                <a:gd name="connsiteX14142" fmla="*/ 3930605 w 4954903"/>
                <a:gd name="connsiteY14142" fmla="*/ 1967565 h 4882701"/>
                <a:gd name="connsiteX14143" fmla="*/ 3917184 w 4954903"/>
                <a:gd name="connsiteY14143" fmla="*/ 1951358 h 4882701"/>
                <a:gd name="connsiteX14144" fmla="*/ 3915918 w 4954903"/>
                <a:gd name="connsiteY14144" fmla="*/ 1951358 h 4882701"/>
                <a:gd name="connsiteX14145" fmla="*/ 3911613 w 4954903"/>
                <a:gd name="connsiteY14145" fmla="*/ 1975921 h 4882701"/>
                <a:gd name="connsiteX14146" fmla="*/ 3930605 w 4954903"/>
                <a:gd name="connsiteY14146" fmla="*/ 1967565 h 4882701"/>
                <a:gd name="connsiteX14147" fmla="*/ 3877681 w 4954903"/>
                <a:gd name="connsiteY14147" fmla="*/ 1964526 h 4882701"/>
                <a:gd name="connsiteX14148" fmla="*/ 3864007 w 4954903"/>
                <a:gd name="connsiteY14148" fmla="*/ 1948320 h 4882701"/>
                <a:gd name="connsiteX14149" fmla="*/ 3862741 w 4954903"/>
                <a:gd name="connsiteY14149" fmla="*/ 1948320 h 4882701"/>
                <a:gd name="connsiteX14150" fmla="*/ 3858183 w 4954903"/>
                <a:gd name="connsiteY14150" fmla="*/ 1972883 h 4882701"/>
                <a:gd name="connsiteX14151" fmla="*/ 3877681 w 4954903"/>
                <a:gd name="connsiteY14151" fmla="*/ 1964526 h 4882701"/>
                <a:gd name="connsiteX14152" fmla="*/ 3802726 w 4954903"/>
                <a:gd name="connsiteY14152" fmla="*/ 1969084 h 4882701"/>
                <a:gd name="connsiteX14153" fmla="*/ 3823491 w 4954903"/>
                <a:gd name="connsiteY14153" fmla="*/ 1961741 h 4882701"/>
                <a:gd name="connsiteX14154" fmla="*/ 3809563 w 4954903"/>
                <a:gd name="connsiteY14154" fmla="*/ 1945534 h 4882701"/>
                <a:gd name="connsiteX14155" fmla="*/ 3802726 w 4954903"/>
                <a:gd name="connsiteY14155" fmla="*/ 1969084 h 4882701"/>
                <a:gd name="connsiteX14156" fmla="*/ 3768287 w 4954903"/>
                <a:gd name="connsiteY14156" fmla="*/ 1958955 h 4882701"/>
                <a:gd name="connsiteX14157" fmla="*/ 3754360 w 4954903"/>
                <a:gd name="connsiteY14157" fmla="*/ 1943002 h 4882701"/>
                <a:gd name="connsiteX14158" fmla="*/ 3747017 w 4954903"/>
                <a:gd name="connsiteY14158" fmla="*/ 1966552 h 4882701"/>
                <a:gd name="connsiteX14159" fmla="*/ 3768287 w 4954903"/>
                <a:gd name="connsiteY14159" fmla="*/ 1958955 h 4882701"/>
                <a:gd name="connsiteX14160" fmla="*/ 3712325 w 4954903"/>
                <a:gd name="connsiteY14160" fmla="*/ 1956170 h 4882701"/>
                <a:gd name="connsiteX14161" fmla="*/ 3698397 w 4954903"/>
                <a:gd name="connsiteY14161" fmla="*/ 1940217 h 4882701"/>
                <a:gd name="connsiteX14162" fmla="*/ 3690800 w 4954903"/>
                <a:gd name="connsiteY14162" fmla="*/ 1963767 h 4882701"/>
                <a:gd name="connsiteX14163" fmla="*/ 3712325 w 4954903"/>
                <a:gd name="connsiteY14163" fmla="*/ 1956170 h 4882701"/>
                <a:gd name="connsiteX14164" fmla="*/ 3655602 w 4954903"/>
                <a:gd name="connsiteY14164" fmla="*/ 1953384 h 4882701"/>
                <a:gd name="connsiteX14165" fmla="*/ 3641421 w 4954903"/>
                <a:gd name="connsiteY14165" fmla="*/ 1937431 h 4882701"/>
                <a:gd name="connsiteX14166" fmla="*/ 3633572 w 4954903"/>
                <a:gd name="connsiteY14166" fmla="*/ 1960981 h 4882701"/>
                <a:gd name="connsiteX14167" fmla="*/ 3655602 w 4954903"/>
                <a:gd name="connsiteY14167" fmla="*/ 1953384 h 4882701"/>
                <a:gd name="connsiteX14168" fmla="*/ 3597614 w 4954903"/>
                <a:gd name="connsiteY14168" fmla="*/ 1950599 h 4882701"/>
                <a:gd name="connsiteX14169" fmla="*/ 3583433 w 4954903"/>
                <a:gd name="connsiteY14169" fmla="*/ 1934646 h 4882701"/>
                <a:gd name="connsiteX14170" fmla="*/ 3575330 w 4954903"/>
                <a:gd name="connsiteY14170" fmla="*/ 1958196 h 4882701"/>
                <a:gd name="connsiteX14171" fmla="*/ 3597614 w 4954903"/>
                <a:gd name="connsiteY14171" fmla="*/ 1950599 h 4882701"/>
                <a:gd name="connsiteX14172" fmla="*/ 3539118 w 4954903"/>
                <a:gd name="connsiteY14172" fmla="*/ 1948067 h 4882701"/>
                <a:gd name="connsiteX14173" fmla="*/ 3524684 w 4954903"/>
                <a:gd name="connsiteY14173" fmla="*/ 1932113 h 4882701"/>
                <a:gd name="connsiteX14174" fmla="*/ 3516328 w 4954903"/>
                <a:gd name="connsiteY14174" fmla="*/ 1955663 h 4882701"/>
                <a:gd name="connsiteX14175" fmla="*/ 3539118 w 4954903"/>
                <a:gd name="connsiteY14175" fmla="*/ 1948067 h 4882701"/>
                <a:gd name="connsiteX14176" fmla="*/ 3479610 w 4954903"/>
                <a:gd name="connsiteY14176" fmla="*/ 1945534 h 4882701"/>
                <a:gd name="connsiteX14177" fmla="*/ 3464923 w 4954903"/>
                <a:gd name="connsiteY14177" fmla="*/ 1929581 h 4882701"/>
                <a:gd name="connsiteX14178" fmla="*/ 3456567 w 4954903"/>
                <a:gd name="connsiteY14178" fmla="*/ 1953131 h 4882701"/>
                <a:gd name="connsiteX14179" fmla="*/ 3479610 w 4954903"/>
                <a:gd name="connsiteY14179" fmla="*/ 1945534 h 4882701"/>
                <a:gd name="connsiteX14180" fmla="*/ 3419595 w 4954903"/>
                <a:gd name="connsiteY14180" fmla="*/ 1943002 h 4882701"/>
                <a:gd name="connsiteX14181" fmla="*/ 3404909 w 4954903"/>
                <a:gd name="connsiteY14181" fmla="*/ 1927049 h 4882701"/>
                <a:gd name="connsiteX14182" fmla="*/ 3395286 w 4954903"/>
                <a:gd name="connsiteY14182" fmla="*/ 1949586 h 4882701"/>
                <a:gd name="connsiteX14183" fmla="*/ 3419595 w 4954903"/>
                <a:gd name="connsiteY14183" fmla="*/ 1943002 h 4882701"/>
                <a:gd name="connsiteX14184" fmla="*/ 3358568 w 4954903"/>
                <a:gd name="connsiteY14184" fmla="*/ 1940470 h 4882701"/>
                <a:gd name="connsiteX14185" fmla="*/ 3343881 w 4954903"/>
                <a:gd name="connsiteY14185" fmla="*/ 1924517 h 4882701"/>
                <a:gd name="connsiteX14186" fmla="*/ 3334005 w 4954903"/>
                <a:gd name="connsiteY14186" fmla="*/ 1947054 h 4882701"/>
                <a:gd name="connsiteX14187" fmla="*/ 3358568 w 4954903"/>
                <a:gd name="connsiteY14187" fmla="*/ 1940470 h 4882701"/>
                <a:gd name="connsiteX14188" fmla="*/ 3282094 w 4954903"/>
                <a:gd name="connsiteY14188" fmla="*/ 1922238 h 4882701"/>
                <a:gd name="connsiteX14189" fmla="*/ 3271965 w 4954903"/>
                <a:gd name="connsiteY14189" fmla="*/ 1944775 h 4882701"/>
                <a:gd name="connsiteX14190" fmla="*/ 3296781 w 4954903"/>
                <a:gd name="connsiteY14190" fmla="*/ 1938191 h 4882701"/>
                <a:gd name="connsiteX14191" fmla="*/ 3282094 w 4954903"/>
                <a:gd name="connsiteY14191" fmla="*/ 1922238 h 4882701"/>
                <a:gd name="connsiteX14192" fmla="*/ 3219547 w 4954903"/>
                <a:gd name="connsiteY14192" fmla="*/ 1919958 h 4882701"/>
                <a:gd name="connsiteX14193" fmla="*/ 3209165 w 4954903"/>
                <a:gd name="connsiteY14193" fmla="*/ 1942496 h 4882701"/>
                <a:gd name="connsiteX14194" fmla="*/ 3234488 w 4954903"/>
                <a:gd name="connsiteY14194" fmla="*/ 1935912 h 4882701"/>
                <a:gd name="connsiteX14195" fmla="*/ 3219547 w 4954903"/>
                <a:gd name="connsiteY14195" fmla="*/ 1919958 h 4882701"/>
                <a:gd name="connsiteX14196" fmla="*/ 3156494 w 4954903"/>
                <a:gd name="connsiteY14196" fmla="*/ 1917680 h 4882701"/>
                <a:gd name="connsiteX14197" fmla="*/ 3145858 w 4954903"/>
                <a:gd name="connsiteY14197" fmla="*/ 1940217 h 4882701"/>
                <a:gd name="connsiteX14198" fmla="*/ 3171181 w 4954903"/>
                <a:gd name="connsiteY14198" fmla="*/ 1933633 h 4882701"/>
                <a:gd name="connsiteX14199" fmla="*/ 3156494 w 4954903"/>
                <a:gd name="connsiteY14199" fmla="*/ 1917680 h 4882701"/>
                <a:gd name="connsiteX14200" fmla="*/ 3092934 w 4954903"/>
                <a:gd name="connsiteY14200" fmla="*/ 1915654 h 4882701"/>
                <a:gd name="connsiteX14201" fmla="*/ 3082045 w 4954903"/>
                <a:gd name="connsiteY14201" fmla="*/ 1938191 h 4882701"/>
                <a:gd name="connsiteX14202" fmla="*/ 3107875 w 4954903"/>
                <a:gd name="connsiteY14202" fmla="*/ 1931607 h 4882701"/>
                <a:gd name="connsiteX14203" fmla="*/ 3092934 w 4954903"/>
                <a:gd name="connsiteY14203" fmla="*/ 1915654 h 4882701"/>
                <a:gd name="connsiteX14204" fmla="*/ 3028615 w 4954903"/>
                <a:gd name="connsiteY14204" fmla="*/ 1913628 h 4882701"/>
                <a:gd name="connsiteX14205" fmla="*/ 3017726 w 4954903"/>
                <a:gd name="connsiteY14205" fmla="*/ 1936165 h 4882701"/>
                <a:gd name="connsiteX14206" fmla="*/ 3043808 w 4954903"/>
                <a:gd name="connsiteY14206" fmla="*/ 1929328 h 4882701"/>
                <a:gd name="connsiteX14207" fmla="*/ 3028615 w 4954903"/>
                <a:gd name="connsiteY14207" fmla="*/ 1913628 h 4882701"/>
                <a:gd name="connsiteX14208" fmla="*/ 2963789 w 4954903"/>
                <a:gd name="connsiteY14208" fmla="*/ 1911602 h 4882701"/>
                <a:gd name="connsiteX14209" fmla="*/ 2952647 w 4954903"/>
                <a:gd name="connsiteY14209" fmla="*/ 1934139 h 4882701"/>
                <a:gd name="connsiteX14210" fmla="*/ 2978983 w 4954903"/>
                <a:gd name="connsiteY14210" fmla="*/ 1927302 h 4882701"/>
                <a:gd name="connsiteX14211" fmla="*/ 2963789 w 4954903"/>
                <a:gd name="connsiteY14211" fmla="*/ 1911602 h 4882701"/>
                <a:gd name="connsiteX14212" fmla="*/ 2898457 w 4954903"/>
                <a:gd name="connsiteY14212" fmla="*/ 1909829 h 4882701"/>
                <a:gd name="connsiteX14213" fmla="*/ 2887062 w 4954903"/>
                <a:gd name="connsiteY14213" fmla="*/ 1932366 h 4882701"/>
                <a:gd name="connsiteX14214" fmla="*/ 2913397 w 4954903"/>
                <a:gd name="connsiteY14214" fmla="*/ 1925529 h 4882701"/>
                <a:gd name="connsiteX14215" fmla="*/ 2898457 w 4954903"/>
                <a:gd name="connsiteY14215" fmla="*/ 1909829 h 4882701"/>
                <a:gd name="connsiteX14216" fmla="*/ 2832871 w 4954903"/>
                <a:gd name="connsiteY14216" fmla="*/ 1908057 h 4882701"/>
                <a:gd name="connsiteX14217" fmla="*/ 2821223 w 4954903"/>
                <a:gd name="connsiteY14217" fmla="*/ 1930594 h 4882701"/>
                <a:gd name="connsiteX14218" fmla="*/ 2848065 w 4954903"/>
                <a:gd name="connsiteY14218" fmla="*/ 1923757 h 4882701"/>
                <a:gd name="connsiteX14219" fmla="*/ 2832871 w 4954903"/>
                <a:gd name="connsiteY14219" fmla="*/ 1908057 h 4882701"/>
                <a:gd name="connsiteX14220" fmla="*/ 2766526 w 4954903"/>
                <a:gd name="connsiteY14220" fmla="*/ 1906284 h 4882701"/>
                <a:gd name="connsiteX14221" fmla="*/ 2754878 w 4954903"/>
                <a:gd name="connsiteY14221" fmla="*/ 1928821 h 4882701"/>
                <a:gd name="connsiteX14222" fmla="*/ 2781973 w 4954903"/>
                <a:gd name="connsiteY14222" fmla="*/ 1921984 h 4882701"/>
                <a:gd name="connsiteX14223" fmla="*/ 2766526 w 4954903"/>
                <a:gd name="connsiteY14223" fmla="*/ 1906284 h 4882701"/>
                <a:gd name="connsiteX14224" fmla="*/ 2714868 w 4954903"/>
                <a:gd name="connsiteY14224" fmla="*/ 1920212 h 4882701"/>
                <a:gd name="connsiteX14225" fmla="*/ 2699674 w 4954903"/>
                <a:gd name="connsiteY14225" fmla="*/ 1904512 h 4882701"/>
                <a:gd name="connsiteX14226" fmla="*/ 2687773 w 4954903"/>
                <a:gd name="connsiteY14226" fmla="*/ 1927049 h 4882701"/>
                <a:gd name="connsiteX14227" fmla="*/ 2714868 w 4954903"/>
                <a:gd name="connsiteY14227" fmla="*/ 1920212 h 4882701"/>
                <a:gd name="connsiteX14228" fmla="*/ 2619655 w 4954903"/>
                <a:gd name="connsiteY14228" fmla="*/ 1924517 h 4882701"/>
                <a:gd name="connsiteX14229" fmla="*/ 2648016 w 4954903"/>
                <a:gd name="connsiteY14229" fmla="*/ 1918692 h 4882701"/>
                <a:gd name="connsiteX14230" fmla="*/ 2632823 w 4954903"/>
                <a:gd name="connsiteY14230" fmla="*/ 1902992 h 4882701"/>
                <a:gd name="connsiteX14231" fmla="*/ 2619655 w 4954903"/>
                <a:gd name="connsiteY14231" fmla="*/ 1924517 h 4882701"/>
                <a:gd name="connsiteX14232" fmla="*/ 2552044 w 4954903"/>
                <a:gd name="connsiteY14232" fmla="*/ 1922997 h 4882701"/>
                <a:gd name="connsiteX14233" fmla="*/ 2580658 w 4954903"/>
                <a:gd name="connsiteY14233" fmla="*/ 1917173 h 4882701"/>
                <a:gd name="connsiteX14234" fmla="*/ 2565465 w 4954903"/>
                <a:gd name="connsiteY14234" fmla="*/ 1901473 h 4882701"/>
                <a:gd name="connsiteX14235" fmla="*/ 2552044 w 4954903"/>
                <a:gd name="connsiteY14235" fmla="*/ 1922997 h 4882701"/>
                <a:gd name="connsiteX14236" fmla="*/ 2484179 w 4954903"/>
                <a:gd name="connsiteY14236" fmla="*/ 1921731 h 4882701"/>
                <a:gd name="connsiteX14237" fmla="*/ 2512794 w 4954903"/>
                <a:gd name="connsiteY14237" fmla="*/ 1915907 h 4882701"/>
                <a:gd name="connsiteX14238" fmla="*/ 2497347 w 4954903"/>
                <a:gd name="connsiteY14238" fmla="*/ 1900207 h 4882701"/>
                <a:gd name="connsiteX14239" fmla="*/ 2484179 w 4954903"/>
                <a:gd name="connsiteY14239" fmla="*/ 1921731 h 4882701"/>
                <a:gd name="connsiteX14240" fmla="*/ 2429482 w 4954903"/>
                <a:gd name="connsiteY14240" fmla="*/ 1898941 h 4882701"/>
                <a:gd name="connsiteX14241" fmla="*/ 2416062 w 4954903"/>
                <a:gd name="connsiteY14241" fmla="*/ 1920465 h 4882701"/>
                <a:gd name="connsiteX14242" fmla="*/ 2444676 w 4954903"/>
                <a:gd name="connsiteY14242" fmla="*/ 1914641 h 4882701"/>
                <a:gd name="connsiteX14243" fmla="*/ 2429482 w 4954903"/>
                <a:gd name="connsiteY14243" fmla="*/ 1898941 h 4882701"/>
                <a:gd name="connsiteX14244" fmla="*/ 2361111 w 4954903"/>
                <a:gd name="connsiteY14244" fmla="*/ 1897675 h 4882701"/>
                <a:gd name="connsiteX14245" fmla="*/ 2347437 w 4954903"/>
                <a:gd name="connsiteY14245" fmla="*/ 1919199 h 4882701"/>
                <a:gd name="connsiteX14246" fmla="*/ 2376305 w 4954903"/>
                <a:gd name="connsiteY14246" fmla="*/ 1913121 h 4882701"/>
                <a:gd name="connsiteX14247" fmla="*/ 2361111 w 4954903"/>
                <a:gd name="connsiteY14247" fmla="*/ 1897675 h 4882701"/>
                <a:gd name="connsiteX14248" fmla="*/ 2292234 w 4954903"/>
                <a:gd name="connsiteY14248" fmla="*/ 1896662 h 4882701"/>
                <a:gd name="connsiteX14249" fmla="*/ 2278560 w 4954903"/>
                <a:gd name="connsiteY14249" fmla="*/ 1918186 h 4882701"/>
                <a:gd name="connsiteX14250" fmla="*/ 2307681 w 4954903"/>
                <a:gd name="connsiteY14250" fmla="*/ 1912109 h 4882701"/>
                <a:gd name="connsiteX14251" fmla="*/ 2292234 w 4954903"/>
                <a:gd name="connsiteY14251" fmla="*/ 1896662 h 4882701"/>
                <a:gd name="connsiteX14252" fmla="*/ 2223610 w 4954903"/>
                <a:gd name="connsiteY14252" fmla="*/ 1895649 h 4882701"/>
                <a:gd name="connsiteX14253" fmla="*/ 2209682 w 4954903"/>
                <a:gd name="connsiteY14253" fmla="*/ 1917173 h 4882701"/>
                <a:gd name="connsiteX14254" fmla="*/ 2238803 w 4954903"/>
                <a:gd name="connsiteY14254" fmla="*/ 1911096 h 4882701"/>
                <a:gd name="connsiteX14255" fmla="*/ 2223610 w 4954903"/>
                <a:gd name="connsiteY14255" fmla="*/ 1895649 h 4882701"/>
                <a:gd name="connsiteX14256" fmla="*/ 2154479 w 4954903"/>
                <a:gd name="connsiteY14256" fmla="*/ 1894636 h 4882701"/>
                <a:gd name="connsiteX14257" fmla="*/ 2140298 w 4954903"/>
                <a:gd name="connsiteY14257" fmla="*/ 1916160 h 4882701"/>
                <a:gd name="connsiteX14258" fmla="*/ 2169419 w 4954903"/>
                <a:gd name="connsiteY14258" fmla="*/ 1910083 h 4882701"/>
                <a:gd name="connsiteX14259" fmla="*/ 2154479 w 4954903"/>
                <a:gd name="connsiteY14259" fmla="*/ 1894636 h 4882701"/>
                <a:gd name="connsiteX14260" fmla="*/ 2085602 w 4954903"/>
                <a:gd name="connsiteY14260" fmla="*/ 1893876 h 4882701"/>
                <a:gd name="connsiteX14261" fmla="*/ 2071168 w 4954903"/>
                <a:gd name="connsiteY14261" fmla="*/ 1915654 h 4882701"/>
                <a:gd name="connsiteX14262" fmla="*/ 2100542 w 4954903"/>
                <a:gd name="connsiteY14262" fmla="*/ 1909576 h 4882701"/>
                <a:gd name="connsiteX14263" fmla="*/ 2085602 w 4954903"/>
                <a:gd name="connsiteY14263" fmla="*/ 1893876 h 4882701"/>
                <a:gd name="connsiteX14264" fmla="*/ 2016218 w 4954903"/>
                <a:gd name="connsiteY14264" fmla="*/ 1893117 h 4882701"/>
                <a:gd name="connsiteX14265" fmla="*/ 2002037 w 4954903"/>
                <a:gd name="connsiteY14265" fmla="*/ 1914894 h 4882701"/>
                <a:gd name="connsiteX14266" fmla="*/ 2031411 w 4954903"/>
                <a:gd name="connsiteY14266" fmla="*/ 1908816 h 4882701"/>
                <a:gd name="connsiteX14267" fmla="*/ 2016218 w 4954903"/>
                <a:gd name="connsiteY14267" fmla="*/ 1893117 h 4882701"/>
                <a:gd name="connsiteX14268" fmla="*/ 1947847 w 4954903"/>
                <a:gd name="connsiteY14268" fmla="*/ 1892610 h 4882701"/>
                <a:gd name="connsiteX14269" fmla="*/ 1933666 w 4954903"/>
                <a:gd name="connsiteY14269" fmla="*/ 1914387 h 4882701"/>
                <a:gd name="connsiteX14270" fmla="*/ 1962534 w 4954903"/>
                <a:gd name="connsiteY14270" fmla="*/ 1908057 h 4882701"/>
                <a:gd name="connsiteX14271" fmla="*/ 1947847 w 4954903"/>
                <a:gd name="connsiteY14271" fmla="*/ 1892610 h 4882701"/>
                <a:gd name="connsiteX14272" fmla="*/ 1880235 w 4954903"/>
                <a:gd name="connsiteY14272" fmla="*/ 1892104 h 4882701"/>
                <a:gd name="connsiteX14273" fmla="*/ 1866055 w 4954903"/>
                <a:gd name="connsiteY14273" fmla="*/ 1913881 h 4882701"/>
                <a:gd name="connsiteX14274" fmla="*/ 1894669 w 4954903"/>
                <a:gd name="connsiteY14274" fmla="*/ 1907550 h 4882701"/>
                <a:gd name="connsiteX14275" fmla="*/ 1880235 w 4954903"/>
                <a:gd name="connsiteY14275" fmla="*/ 1892104 h 4882701"/>
                <a:gd name="connsiteX14276" fmla="*/ 1813384 w 4954903"/>
                <a:gd name="connsiteY14276" fmla="*/ 1891850 h 4882701"/>
                <a:gd name="connsiteX14277" fmla="*/ 1799203 w 4954903"/>
                <a:gd name="connsiteY14277" fmla="*/ 1913628 h 4882701"/>
                <a:gd name="connsiteX14278" fmla="*/ 1827564 w 4954903"/>
                <a:gd name="connsiteY14278" fmla="*/ 1907297 h 4882701"/>
                <a:gd name="connsiteX14279" fmla="*/ 1813384 w 4954903"/>
                <a:gd name="connsiteY14279" fmla="*/ 1891850 h 4882701"/>
                <a:gd name="connsiteX14280" fmla="*/ 1747545 w 4954903"/>
                <a:gd name="connsiteY14280" fmla="*/ 1891344 h 4882701"/>
                <a:gd name="connsiteX14281" fmla="*/ 1733618 w 4954903"/>
                <a:gd name="connsiteY14281" fmla="*/ 1913121 h 4882701"/>
                <a:gd name="connsiteX14282" fmla="*/ 1761472 w 4954903"/>
                <a:gd name="connsiteY14282" fmla="*/ 1906791 h 4882701"/>
                <a:gd name="connsiteX14283" fmla="*/ 1747545 w 4954903"/>
                <a:gd name="connsiteY14283" fmla="*/ 1891344 h 4882701"/>
                <a:gd name="connsiteX14284" fmla="*/ 1696140 w 4954903"/>
                <a:gd name="connsiteY14284" fmla="*/ 1906791 h 4882701"/>
                <a:gd name="connsiteX14285" fmla="*/ 1682719 w 4954903"/>
                <a:gd name="connsiteY14285" fmla="*/ 1891344 h 4882701"/>
                <a:gd name="connsiteX14286" fmla="*/ 1668539 w 4954903"/>
                <a:gd name="connsiteY14286" fmla="*/ 1913121 h 4882701"/>
                <a:gd name="connsiteX14287" fmla="*/ 1696140 w 4954903"/>
                <a:gd name="connsiteY14287" fmla="*/ 1906791 h 4882701"/>
                <a:gd name="connsiteX14288" fmla="*/ 1618906 w 4954903"/>
                <a:gd name="connsiteY14288" fmla="*/ 1891344 h 4882701"/>
                <a:gd name="connsiteX14289" fmla="*/ 1604726 w 4954903"/>
                <a:gd name="connsiteY14289" fmla="*/ 1913121 h 4882701"/>
                <a:gd name="connsiteX14290" fmla="*/ 1632074 w 4954903"/>
                <a:gd name="connsiteY14290" fmla="*/ 1906791 h 4882701"/>
                <a:gd name="connsiteX14291" fmla="*/ 1618906 w 4954903"/>
                <a:gd name="connsiteY14291" fmla="*/ 1891344 h 4882701"/>
                <a:gd name="connsiteX14292" fmla="*/ 54224 w 4954903"/>
                <a:gd name="connsiteY14292" fmla="*/ 1968325 h 4882701"/>
                <a:gd name="connsiteX14293" fmla="*/ 48653 w 4954903"/>
                <a:gd name="connsiteY14293" fmla="*/ 1996433 h 4882701"/>
                <a:gd name="connsiteX14294" fmla="*/ 52198 w 4954903"/>
                <a:gd name="connsiteY14294" fmla="*/ 1983012 h 4882701"/>
                <a:gd name="connsiteX14295" fmla="*/ 54224 w 4954903"/>
                <a:gd name="connsiteY14295" fmla="*/ 1968325 h 4882701"/>
                <a:gd name="connsiteX14296" fmla="*/ 48146 w 4954903"/>
                <a:gd name="connsiteY14296" fmla="*/ 1986304 h 4882701"/>
                <a:gd name="connsiteX14297" fmla="*/ 50425 w 4954903"/>
                <a:gd name="connsiteY14297" fmla="*/ 1971617 h 4882701"/>
                <a:gd name="connsiteX14298" fmla="*/ 44854 w 4954903"/>
                <a:gd name="connsiteY14298" fmla="*/ 1999725 h 4882701"/>
                <a:gd name="connsiteX14299" fmla="*/ 48146 w 4954903"/>
                <a:gd name="connsiteY14299" fmla="*/ 1986304 h 4882701"/>
                <a:gd name="connsiteX14300" fmla="*/ 4915907 w 4954903"/>
                <a:gd name="connsiteY14300" fmla="*/ 2034670 h 4882701"/>
                <a:gd name="connsiteX14301" fmla="*/ 4911603 w 4954903"/>
                <a:gd name="connsiteY14301" fmla="*/ 2011626 h 4882701"/>
                <a:gd name="connsiteX14302" fmla="*/ 4915907 w 4954903"/>
                <a:gd name="connsiteY14302" fmla="*/ 2034923 h 4882701"/>
                <a:gd name="connsiteX14303" fmla="*/ 4915907 w 4954903"/>
                <a:gd name="connsiteY14303" fmla="*/ 2034670 h 4882701"/>
                <a:gd name="connsiteX14304" fmla="*/ 4913375 w 4954903"/>
                <a:gd name="connsiteY14304" fmla="*/ 2022008 h 4882701"/>
                <a:gd name="connsiteX14305" fmla="*/ 4910083 w 4954903"/>
                <a:gd name="connsiteY14305" fmla="*/ 2005802 h 4882701"/>
                <a:gd name="connsiteX14306" fmla="*/ 4915401 w 4954903"/>
                <a:gd name="connsiteY14306" fmla="*/ 2033910 h 4882701"/>
                <a:gd name="connsiteX14307" fmla="*/ 4913375 w 4954903"/>
                <a:gd name="connsiteY14307" fmla="*/ 2022008 h 4882701"/>
                <a:gd name="connsiteX14308" fmla="*/ 4910336 w 4954903"/>
                <a:gd name="connsiteY14308" fmla="*/ 2018463 h 4882701"/>
                <a:gd name="connsiteX14309" fmla="*/ 4906538 w 4954903"/>
                <a:gd name="connsiteY14309" fmla="*/ 2002257 h 4882701"/>
                <a:gd name="connsiteX14310" fmla="*/ 4906538 w 4954903"/>
                <a:gd name="connsiteY14310" fmla="*/ 2002257 h 4882701"/>
                <a:gd name="connsiteX14311" fmla="*/ 4911856 w 4954903"/>
                <a:gd name="connsiteY14311" fmla="*/ 2030365 h 4882701"/>
                <a:gd name="connsiteX14312" fmla="*/ 4910336 w 4954903"/>
                <a:gd name="connsiteY14312" fmla="*/ 2018463 h 4882701"/>
                <a:gd name="connsiteX14313" fmla="*/ 4901220 w 4954903"/>
                <a:gd name="connsiteY14313" fmla="*/ 1998712 h 4882701"/>
                <a:gd name="connsiteX14314" fmla="*/ 4906538 w 4954903"/>
                <a:gd name="connsiteY14314" fmla="*/ 2026820 h 4882701"/>
                <a:gd name="connsiteX14315" fmla="*/ 4905525 w 4954903"/>
                <a:gd name="connsiteY14315" fmla="*/ 2014918 h 4882701"/>
                <a:gd name="connsiteX14316" fmla="*/ 4901220 w 4954903"/>
                <a:gd name="connsiteY14316" fmla="*/ 1998712 h 4882701"/>
                <a:gd name="connsiteX14317" fmla="*/ 4901220 w 4954903"/>
                <a:gd name="connsiteY14317" fmla="*/ 1998712 h 4882701"/>
                <a:gd name="connsiteX14318" fmla="*/ 4894383 w 4954903"/>
                <a:gd name="connsiteY14318" fmla="*/ 1995167 h 4882701"/>
                <a:gd name="connsiteX14319" fmla="*/ 4894383 w 4954903"/>
                <a:gd name="connsiteY14319" fmla="*/ 1995167 h 4882701"/>
                <a:gd name="connsiteX14320" fmla="*/ 4894130 w 4954903"/>
                <a:gd name="connsiteY14320" fmla="*/ 1995167 h 4882701"/>
                <a:gd name="connsiteX14321" fmla="*/ 4899701 w 4954903"/>
                <a:gd name="connsiteY14321" fmla="*/ 2023275 h 4882701"/>
                <a:gd name="connsiteX14322" fmla="*/ 4898941 w 4954903"/>
                <a:gd name="connsiteY14322" fmla="*/ 2011373 h 4882701"/>
                <a:gd name="connsiteX14323" fmla="*/ 4894383 w 4954903"/>
                <a:gd name="connsiteY14323" fmla="*/ 1995167 h 4882701"/>
                <a:gd name="connsiteX14324" fmla="*/ 4885014 w 4954903"/>
                <a:gd name="connsiteY14324" fmla="*/ 1991368 h 4882701"/>
                <a:gd name="connsiteX14325" fmla="*/ 4885014 w 4954903"/>
                <a:gd name="connsiteY14325" fmla="*/ 1991368 h 4882701"/>
                <a:gd name="connsiteX14326" fmla="*/ 4889825 w 4954903"/>
                <a:gd name="connsiteY14326" fmla="*/ 2019476 h 4882701"/>
                <a:gd name="connsiteX14327" fmla="*/ 4890078 w 4954903"/>
                <a:gd name="connsiteY14327" fmla="*/ 2007828 h 4882701"/>
                <a:gd name="connsiteX14328" fmla="*/ 4885014 w 4954903"/>
                <a:gd name="connsiteY14328" fmla="*/ 1991368 h 4882701"/>
                <a:gd name="connsiteX14329" fmla="*/ 4873872 w 4954903"/>
                <a:gd name="connsiteY14329" fmla="*/ 1987570 h 4882701"/>
                <a:gd name="connsiteX14330" fmla="*/ 4873619 w 4954903"/>
                <a:gd name="connsiteY14330" fmla="*/ 1987570 h 4882701"/>
                <a:gd name="connsiteX14331" fmla="*/ 4878683 w 4954903"/>
                <a:gd name="connsiteY14331" fmla="*/ 2015678 h 4882701"/>
                <a:gd name="connsiteX14332" fmla="*/ 4879443 w 4954903"/>
                <a:gd name="connsiteY14332" fmla="*/ 2004029 h 4882701"/>
                <a:gd name="connsiteX14333" fmla="*/ 4873872 w 4954903"/>
                <a:gd name="connsiteY14333" fmla="*/ 1987570 h 4882701"/>
                <a:gd name="connsiteX14334" fmla="*/ 4860704 w 4954903"/>
                <a:gd name="connsiteY14334" fmla="*/ 1984025 h 4882701"/>
                <a:gd name="connsiteX14335" fmla="*/ 4860451 w 4954903"/>
                <a:gd name="connsiteY14335" fmla="*/ 1984025 h 4882701"/>
                <a:gd name="connsiteX14336" fmla="*/ 4865515 w 4954903"/>
                <a:gd name="connsiteY14336" fmla="*/ 2012133 h 4882701"/>
                <a:gd name="connsiteX14337" fmla="*/ 4866782 w 4954903"/>
                <a:gd name="connsiteY14337" fmla="*/ 2000484 h 4882701"/>
                <a:gd name="connsiteX14338" fmla="*/ 4860704 w 4954903"/>
                <a:gd name="connsiteY14338" fmla="*/ 1984025 h 4882701"/>
                <a:gd name="connsiteX14339" fmla="*/ 4845511 w 4954903"/>
                <a:gd name="connsiteY14339" fmla="*/ 1980226 h 4882701"/>
                <a:gd name="connsiteX14340" fmla="*/ 4850575 w 4954903"/>
                <a:gd name="connsiteY14340" fmla="*/ 2008334 h 4882701"/>
                <a:gd name="connsiteX14341" fmla="*/ 4852347 w 4954903"/>
                <a:gd name="connsiteY14341" fmla="*/ 1996686 h 4882701"/>
                <a:gd name="connsiteX14342" fmla="*/ 4846017 w 4954903"/>
                <a:gd name="connsiteY14342" fmla="*/ 1980479 h 4882701"/>
                <a:gd name="connsiteX14343" fmla="*/ 4845511 w 4954903"/>
                <a:gd name="connsiteY14343" fmla="*/ 1980226 h 4882701"/>
                <a:gd name="connsiteX14344" fmla="*/ 4829051 w 4954903"/>
                <a:gd name="connsiteY14344" fmla="*/ 1976428 h 4882701"/>
                <a:gd name="connsiteX14345" fmla="*/ 4828544 w 4954903"/>
                <a:gd name="connsiteY14345" fmla="*/ 1976428 h 4882701"/>
                <a:gd name="connsiteX14346" fmla="*/ 4833102 w 4954903"/>
                <a:gd name="connsiteY14346" fmla="*/ 2004029 h 4882701"/>
                <a:gd name="connsiteX14347" fmla="*/ 4835635 w 4954903"/>
                <a:gd name="connsiteY14347" fmla="*/ 1992634 h 4882701"/>
                <a:gd name="connsiteX14348" fmla="*/ 4829051 w 4954903"/>
                <a:gd name="connsiteY14348" fmla="*/ 1976428 h 4882701"/>
                <a:gd name="connsiteX14349" fmla="*/ 4810565 w 4954903"/>
                <a:gd name="connsiteY14349" fmla="*/ 1972630 h 4882701"/>
                <a:gd name="connsiteX14350" fmla="*/ 4810059 w 4954903"/>
                <a:gd name="connsiteY14350" fmla="*/ 1972630 h 4882701"/>
                <a:gd name="connsiteX14351" fmla="*/ 4814617 w 4954903"/>
                <a:gd name="connsiteY14351" fmla="*/ 2000231 h 4882701"/>
                <a:gd name="connsiteX14352" fmla="*/ 4817656 w 4954903"/>
                <a:gd name="connsiteY14352" fmla="*/ 1988836 h 4882701"/>
                <a:gd name="connsiteX14353" fmla="*/ 4810565 w 4954903"/>
                <a:gd name="connsiteY14353" fmla="*/ 1972630 h 4882701"/>
                <a:gd name="connsiteX14354" fmla="*/ 4790054 w 4954903"/>
                <a:gd name="connsiteY14354" fmla="*/ 1969084 h 4882701"/>
                <a:gd name="connsiteX14355" fmla="*/ 4789548 w 4954903"/>
                <a:gd name="connsiteY14355" fmla="*/ 1969084 h 4882701"/>
                <a:gd name="connsiteX14356" fmla="*/ 4793852 w 4954903"/>
                <a:gd name="connsiteY14356" fmla="*/ 1996686 h 4882701"/>
                <a:gd name="connsiteX14357" fmla="*/ 4797651 w 4954903"/>
                <a:gd name="connsiteY14357" fmla="*/ 1985291 h 4882701"/>
                <a:gd name="connsiteX14358" fmla="*/ 4790054 w 4954903"/>
                <a:gd name="connsiteY14358" fmla="*/ 1969084 h 4882701"/>
                <a:gd name="connsiteX14359" fmla="*/ 4775874 w 4954903"/>
                <a:gd name="connsiteY14359" fmla="*/ 1981492 h 4882701"/>
                <a:gd name="connsiteX14360" fmla="*/ 4768023 w 4954903"/>
                <a:gd name="connsiteY14360" fmla="*/ 1965286 h 4882701"/>
                <a:gd name="connsiteX14361" fmla="*/ 4767517 w 4954903"/>
                <a:gd name="connsiteY14361" fmla="*/ 1965286 h 4882701"/>
                <a:gd name="connsiteX14362" fmla="*/ 4771822 w 4954903"/>
                <a:gd name="connsiteY14362" fmla="*/ 1992887 h 4882701"/>
                <a:gd name="connsiteX14363" fmla="*/ 4775874 w 4954903"/>
                <a:gd name="connsiteY14363" fmla="*/ 1981492 h 4882701"/>
                <a:gd name="connsiteX14364" fmla="*/ 4775874 w 4954903"/>
                <a:gd name="connsiteY14364" fmla="*/ 1981492 h 4882701"/>
                <a:gd name="connsiteX14365" fmla="*/ 4744473 w 4954903"/>
                <a:gd name="connsiteY14365" fmla="*/ 1961488 h 4882701"/>
                <a:gd name="connsiteX14366" fmla="*/ 4743967 w 4954903"/>
                <a:gd name="connsiteY14366" fmla="*/ 1961488 h 4882701"/>
                <a:gd name="connsiteX14367" fmla="*/ 4747512 w 4954903"/>
                <a:gd name="connsiteY14367" fmla="*/ 1988583 h 4882701"/>
                <a:gd name="connsiteX14368" fmla="*/ 4752830 w 4954903"/>
                <a:gd name="connsiteY14368" fmla="*/ 1977694 h 4882701"/>
                <a:gd name="connsiteX14369" fmla="*/ 4744473 w 4954903"/>
                <a:gd name="connsiteY14369" fmla="*/ 1961488 h 4882701"/>
                <a:gd name="connsiteX14370" fmla="*/ 4727760 w 4954903"/>
                <a:gd name="connsiteY14370" fmla="*/ 1974149 h 4882701"/>
                <a:gd name="connsiteX14371" fmla="*/ 4719151 w 4954903"/>
                <a:gd name="connsiteY14371" fmla="*/ 1957942 h 4882701"/>
                <a:gd name="connsiteX14372" fmla="*/ 4718644 w 4954903"/>
                <a:gd name="connsiteY14372" fmla="*/ 1957942 h 4882701"/>
                <a:gd name="connsiteX14373" fmla="*/ 4722189 w 4954903"/>
                <a:gd name="connsiteY14373" fmla="*/ 1985038 h 4882701"/>
                <a:gd name="connsiteX14374" fmla="*/ 4727760 w 4954903"/>
                <a:gd name="connsiteY14374" fmla="*/ 1974149 h 4882701"/>
                <a:gd name="connsiteX14375" fmla="*/ 4700919 w 4954903"/>
                <a:gd name="connsiteY14375" fmla="*/ 1970350 h 4882701"/>
                <a:gd name="connsiteX14376" fmla="*/ 4692055 w 4954903"/>
                <a:gd name="connsiteY14376" fmla="*/ 1954144 h 4882701"/>
                <a:gd name="connsiteX14377" fmla="*/ 4691296 w 4954903"/>
                <a:gd name="connsiteY14377" fmla="*/ 1954144 h 4882701"/>
                <a:gd name="connsiteX14378" fmla="*/ 4694588 w 4954903"/>
                <a:gd name="connsiteY14378" fmla="*/ 1981239 h 4882701"/>
                <a:gd name="connsiteX14379" fmla="*/ 4700919 w 4954903"/>
                <a:gd name="connsiteY14379" fmla="*/ 1970350 h 4882701"/>
                <a:gd name="connsiteX14380" fmla="*/ 4672557 w 4954903"/>
                <a:gd name="connsiteY14380" fmla="*/ 1966805 h 4882701"/>
                <a:gd name="connsiteX14381" fmla="*/ 4663441 w 4954903"/>
                <a:gd name="connsiteY14381" fmla="*/ 1950599 h 4882701"/>
                <a:gd name="connsiteX14382" fmla="*/ 4662682 w 4954903"/>
                <a:gd name="connsiteY14382" fmla="*/ 1950599 h 4882701"/>
                <a:gd name="connsiteX14383" fmla="*/ 4665973 w 4954903"/>
                <a:gd name="connsiteY14383" fmla="*/ 1977694 h 4882701"/>
                <a:gd name="connsiteX14384" fmla="*/ 4672557 w 4954903"/>
                <a:gd name="connsiteY14384" fmla="*/ 1966805 h 4882701"/>
                <a:gd name="connsiteX14385" fmla="*/ 4642930 w 4954903"/>
                <a:gd name="connsiteY14385" fmla="*/ 1963260 h 4882701"/>
                <a:gd name="connsiteX14386" fmla="*/ 4633307 w 4954903"/>
                <a:gd name="connsiteY14386" fmla="*/ 1947054 h 4882701"/>
                <a:gd name="connsiteX14387" fmla="*/ 4632548 w 4954903"/>
                <a:gd name="connsiteY14387" fmla="*/ 1947054 h 4882701"/>
                <a:gd name="connsiteX14388" fmla="*/ 4634827 w 4954903"/>
                <a:gd name="connsiteY14388" fmla="*/ 1973642 h 4882701"/>
                <a:gd name="connsiteX14389" fmla="*/ 4642930 w 4954903"/>
                <a:gd name="connsiteY14389" fmla="*/ 1963260 h 4882701"/>
                <a:gd name="connsiteX14390" fmla="*/ 4611530 w 4954903"/>
                <a:gd name="connsiteY14390" fmla="*/ 1959462 h 4882701"/>
                <a:gd name="connsiteX14391" fmla="*/ 4601654 w 4954903"/>
                <a:gd name="connsiteY14391" fmla="*/ 1943255 h 4882701"/>
                <a:gd name="connsiteX14392" fmla="*/ 4600894 w 4954903"/>
                <a:gd name="connsiteY14392" fmla="*/ 1943255 h 4882701"/>
                <a:gd name="connsiteX14393" fmla="*/ 4602920 w 4954903"/>
                <a:gd name="connsiteY14393" fmla="*/ 1969844 h 4882701"/>
                <a:gd name="connsiteX14394" fmla="*/ 4611530 w 4954903"/>
                <a:gd name="connsiteY14394" fmla="*/ 1959462 h 4882701"/>
                <a:gd name="connsiteX14395" fmla="*/ 4578610 w 4954903"/>
                <a:gd name="connsiteY14395" fmla="*/ 1955917 h 4882701"/>
                <a:gd name="connsiteX14396" fmla="*/ 4568482 w 4954903"/>
                <a:gd name="connsiteY14396" fmla="*/ 1939710 h 4882701"/>
                <a:gd name="connsiteX14397" fmla="*/ 4567722 w 4954903"/>
                <a:gd name="connsiteY14397" fmla="*/ 1939710 h 4882701"/>
                <a:gd name="connsiteX14398" fmla="*/ 4569748 w 4954903"/>
                <a:gd name="connsiteY14398" fmla="*/ 1966299 h 4882701"/>
                <a:gd name="connsiteX14399" fmla="*/ 4578610 w 4954903"/>
                <a:gd name="connsiteY14399" fmla="*/ 1955917 h 4882701"/>
                <a:gd name="connsiteX14400" fmla="*/ 4544172 w 4954903"/>
                <a:gd name="connsiteY14400" fmla="*/ 1952371 h 4882701"/>
                <a:gd name="connsiteX14401" fmla="*/ 4533789 w 4954903"/>
                <a:gd name="connsiteY14401" fmla="*/ 1936165 h 4882701"/>
                <a:gd name="connsiteX14402" fmla="*/ 4533030 w 4954903"/>
                <a:gd name="connsiteY14402" fmla="*/ 1936165 h 4882701"/>
                <a:gd name="connsiteX14403" fmla="*/ 4534802 w 4954903"/>
                <a:gd name="connsiteY14403" fmla="*/ 1962754 h 4882701"/>
                <a:gd name="connsiteX14404" fmla="*/ 4544172 w 4954903"/>
                <a:gd name="connsiteY14404" fmla="*/ 1952371 h 4882701"/>
                <a:gd name="connsiteX14405" fmla="*/ 4508467 w 4954903"/>
                <a:gd name="connsiteY14405" fmla="*/ 1948826 h 4882701"/>
                <a:gd name="connsiteX14406" fmla="*/ 4497578 w 4954903"/>
                <a:gd name="connsiteY14406" fmla="*/ 1932620 h 4882701"/>
                <a:gd name="connsiteX14407" fmla="*/ 4496819 w 4954903"/>
                <a:gd name="connsiteY14407" fmla="*/ 1932620 h 4882701"/>
                <a:gd name="connsiteX14408" fmla="*/ 4497578 w 4954903"/>
                <a:gd name="connsiteY14408" fmla="*/ 1958449 h 4882701"/>
                <a:gd name="connsiteX14409" fmla="*/ 4508467 w 4954903"/>
                <a:gd name="connsiteY14409" fmla="*/ 1948826 h 4882701"/>
                <a:gd name="connsiteX14410" fmla="*/ 4471243 w 4954903"/>
                <a:gd name="connsiteY14410" fmla="*/ 1945534 h 4882701"/>
                <a:gd name="connsiteX14411" fmla="*/ 4460101 w 4954903"/>
                <a:gd name="connsiteY14411" fmla="*/ 1929328 h 4882701"/>
                <a:gd name="connsiteX14412" fmla="*/ 4459341 w 4954903"/>
                <a:gd name="connsiteY14412" fmla="*/ 1929328 h 4882701"/>
                <a:gd name="connsiteX14413" fmla="*/ 4459847 w 4954903"/>
                <a:gd name="connsiteY14413" fmla="*/ 1955157 h 4882701"/>
                <a:gd name="connsiteX14414" fmla="*/ 4471243 w 4954903"/>
                <a:gd name="connsiteY14414" fmla="*/ 1945534 h 4882701"/>
                <a:gd name="connsiteX14415" fmla="*/ 4432499 w 4954903"/>
                <a:gd name="connsiteY14415" fmla="*/ 1941989 h 4882701"/>
                <a:gd name="connsiteX14416" fmla="*/ 4421357 w 4954903"/>
                <a:gd name="connsiteY14416" fmla="*/ 1925783 h 4882701"/>
                <a:gd name="connsiteX14417" fmla="*/ 4420344 w 4954903"/>
                <a:gd name="connsiteY14417" fmla="*/ 1925783 h 4882701"/>
                <a:gd name="connsiteX14418" fmla="*/ 4420851 w 4954903"/>
                <a:gd name="connsiteY14418" fmla="*/ 1951612 h 4882701"/>
                <a:gd name="connsiteX14419" fmla="*/ 4432499 w 4954903"/>
                <a:gd name="connsiteY14419" fmla="*/ 1941989 h 4882701"/>
                <a:gd name="connsiteX14420" fmla="*/ 4392490 w 4954903"/>
                <a:gd name="connsiteY14420" fmla="*/ 1938444 h 4882701"/>
                <a:gd name="connsiteX14421" fmla="*/ 4381094 w 4954903"/>
                <a:gd name="connsiteY14421" fmla="*/ 1922238 h 4882701"/>
                <a:gd name="connsiteX14422" fmla="*/ 4380081 w 4954903"/>
                <a:gd name="connsiteY14422" fmla="*/ 1922238 h 4882701"/>
                <a:gd name="connsiteX14423" fmla="*/ 4380334 w 4954903"/>
                <a:gd name="connsiteY14423" fmla="*/ 1948067 h 4882701"/>
                <a:gd name="connsiteX14424" fmla="*/ 4392490 w 4954903"/>
                <a:gd name="connsiteY14424" fmla="*/ 1938444 h 4882701"/>
                <a:gd name="connsiteX14425" fmla="*/ 4351214 w 4954903"/>
                <a:gd name="connsiteY14425" fmla="*/ 1935152 h 4882701"/>
                <a:gd name="connsiteX14426" fmla="*/ 4339312 w 4954903"/>
                <a:gd name="connsiteY14426" fmla="*/ 1918946 h 4882701"/>
                <a:gd name="connsiteX14427" fmla="*/ 4338299 w 4954903"/>
                <a:gd name="connsiteY14427" fmla="*/ 1918946 h 4882701"/>
                <a:gd name="connsiteX14428" fmla="*/ 4337286 w 4954903"/>
                <a:gd name="connsiteY14428" fmla="*/ 1944015 h 4882701"/>
                <a:gd name="connsiteX14429" fmla="*/ 4351214 w 4954903"/>
                <a:gd name="connsiteY14429" fmla="*/ 1935152 h 4882701"/>
                <a:gd name="connsiteX14430" fmla="*/ 4308672 w 4954903"/>
                <a:gd name="connsiteY14430" fmla="*/ 1931860 h 4882701"/>
                <a:gd name="connsiteX14431" fmla="*/ 4296770 w 4954903"/>
                <a:gd name="connsiteY14431" fmla="*/ 1915654 h 4882701"/>
                <a:gd name="connsiteX14432" fmla="*/ 4295757 w 4954903"/>
                <a:gd name="connsiteY14432" fmla="*/ 1915654 h 4882701"/>
                <a:gd name="connsiteX14433" fmla="*/ 4294491 w 4954903"/>
                <a:gd name="connsiteY14433" fmla="*/ 1940723 h 4882701"/>
                <a:gd name="connsiteX14434" fmla="*/ 4308672 w 4954903"/>
                <a:gd name="connsiteY14434" fmla="*/ 1931860 h 4882701"/>
                <a:gd name="connsiteX14435" fmla="*/ 4264864 w 4954903"/>
                <a:gd name="connsiteY14435" fmla="*/ 1928568 h 4882701"/>
                <a:gd name="connsiteX14436" fmla="*/ 4252709 w 4954903"/>
                <a:gd name="connsiteY14436" fmla="*/ 1912615 h 4882701"/>
                <a:gd name="connsiteX14437" fmla="*/ 4251696 w 4954903"/>
                <a:gd name="connsiteY14437" fmla="*/ 1912615 h 4882701"/>
                <a:gd name="connsiteX14438" fmla="*/ 4250176 w 4954903"/>
                <a:gd name="connsiteY14438" fmla="*/ 1937684 h 4882701"/>
                <a:gd name="connsiteX14439" fmla="*/ 4264864 w 4954903"/>
                <a:gd name="connsiteY14439" fmla="*/ 1928568 h 4882701"/>
                <a:gd name="connsiteX14440" fmla="*/ 4219789 w 4954903"/>
                <a:gd name="connsiteY14440" fmla="*/ 1925276 h 4882701"/>
                <a:gd name="connsiteX14441" fmla="*/ 4207381 w 4954903"/>
                <a:gd name="connsiteY14441" fmla="*/ 1909323 h 4882701"/>
                <a:gd name="connsiteX14442" fmla="*/ 4206368 w 4954903"/>
                <a:gd name="connsiteY14442" fmla="*/ 1909323 h 4882701"/>
                <a:gd name="connsiteX14443" fmla="*/ 4204849 w 4954903"/>
                <a:gd name="connsiteY14443" fmla="*/ 1934392 h 4882701"/>
                <a:gd name="connsiteX14444" fmla="*/ 4219789 w 4954903"/>
                <a:gd name="connsiteY14444" fmla="*/ 1925276 h 4882701"/>
                <a:gd name="connsiteX14445" fmla="*/ 4173449 w 4954903"/>
                <a:gd name="connsiteY14445" fmla="*/ 1921984 h 4882701"/>
                <a:gd name="connsiteX14446" fmla="*/ 4160788 w 4954903"/>
                <a:gd name="connsiteY14446" fmla="*/ 1906031 h 4882701"/>
                <a:gd name="connsiteX14447" fmla="*/ 4159775 w 4954903"/>
                <a:gd name="connsiteY14447" fmla="*/ 1906031 h 4882701"/>
                <a:gd name="connsiteX14448" fmla="*/ 4158002 w 4954903"/>
                <a:gd name="connsiteY14448" fmla="*/ 1931100 h 4882701"/>
                <a:gd name="connsiteX14449" fmla="*/ 4173449 w 4954903"/>
                <a:gd name="connsiteY14449" fmla="*/ 1921984 h 4882701"/>
                <a:gd name="connsiteX14450" fmla="*/ 4125842 w 4954903"/>
                <a:gd name="connsiteY14450" fmla="*/ 1918692 h 4882701"/>
                <a:gd name="connsiteX14451" fmla="*/ 4112928 w 4954903"/>
                <a:gd name="connsiteY14451" fmla="*/ 1902739 h 4882701"/>
                <a:gd name="connsiteX14452" fmla="*/ 4111915 w 4954903"/>
                <a:gd name="connsiteY14452" fmla="*/ 1902739 h 4882701"/>
                <a:gd name="connsiteX14453" fmla="*/ 4108876 w 4954903"/>
                <a:gd name="connsiteY14453" fmla="*/ 1927049 h 4882701"/>
                <a:gd name="connsiteX14454" fmla="*/ 4125842 w 4954903"/>
                <a:gd name="connsiteY14454" fmla="*/ 1918692 h 4882701"/>
                <a:gd name="connsiteX14455" fmla="*/ 4077223 w 4954903"/>
                <a:gd name="connsiteY14455" fmla="*/ 1915654 h 4882701"/>
                <a:gd name="connsiteX14456" fmla="*/ 4064309 w 4954903"/>
                <a:gd name="connsiteY14456" fmla="*/ 1899700 h 4882701"/>
                <a:gd name="connsiteX14457" fmla="*/ 4063042 w 4954903"/>
                <a:gd name="connsiteY14457" fmla="*/ 1899700 h 4882701"/>
                <a:gd name="connsiteX14458" fmla="*/ 4059751 w 4954903"/>
                <a:gd name="connsiteY14458" fmla="*/ 1924010 h 4882701"/>
                <a:gd name="connsiteX14459" fmla="*/ 4077223 w 4954903"/>
                <a:gd name="connsiteY14459" fmla="*/ 1915654 h 4882701"/>
                <a:gd name="connsiteX14460" fmla="*/ 4027591 w 4954903"/>
                <a:gd name="connsiteY14460" fmla="*/ 1912615 h 4882701"/>
                <a:gd name="connsiteX14461" fmla="*/ 4014170 w 4954903"/>
                <a:gd name="connsiteY14461" fmla="*/ 1896662 h 4882701"/>
                <a:gd name="connsiteX14462" fmla="*/ 4012904 w 4954903"/>
                <a:gd name="connsiteY14462" fmla="*/ 1896662 h 4882701"/>
                <a:gd name="connsiteX14463" fmla="*/ 4009359 w 4954903"/>
                <a:gd name="connsiteY14463" fmla="*/ 1920971 h 4882701"/>
                <a:gd name="connsiteX14464" fmla="*/ 4027591 w 4954903"/>
                <a:gd name="connsiteY14464" fmla="*/ 1912615 h 4882701"/>
                <a:gd name="connsiteX14465" fmla="*/ 3962259 w 4954903"/>
                <a:gd name="connsiteY14465" fmla="*/ 1893370 h 4882701"/>
                <a:gd name="connsiteX14466" fmla="*/ 3958460 w 4954903"/>
                <a:gd name="connsiteY14466" fmla="*/ 1917680 h 4882701"/>
                <a:gd name="connsiteX14467" fmla="*/ 3976692 w 4954903"/>
                <a:gd name="connsiteY14467" fmla="*/ 1909323 h 4882701"/>
                <a:gd name="connsiteX14468" fmla="*/ 3963271 w 4954903"/>
                <a:gd name="connsiteY14468" fmla="*/ 1893370 h 4882701"/>
                <a:gd name="connsiteX14469" fmla="*/ 3962259 w 4954903"/>
                <a:gd name="connsiteY14469" fmla="*/ 1893370 h 4882701"/>
                <a:gd name="connsiteX14470" fmla="*/ 3925034 w 4954903"/>
                <a:gd name="connsiteY14470" fmla="*/ 1906538 h 4882701"/>
                <a:gd name="connsiteX14471" fmla="*/ 3911613 w 4954903"/>
                <a:gd name="connsiteY14471" fmla="*/ 1890584 h 4882701"/>
                <a:gd name="connsiteX14472" fmla="*/ 3910347 w 4954903"/>
                <a:gd name="connsiteY14472" fmla="*/ 1890584 h 4882701"/>
                <a:gd name="connsiteX14473" fmla="*/ 3906296 w 4954903"/>
                <a:gd name="connsiteY14473" fmla="*/ 1914894 h 4882701"/>
                <a:gd name="connsiteX14474" fmla="*/ 3925034 w 4954903"/>
                <a:gd name="connsiteY14474" fmla="*/ 1906538 h 4882701"/>
                <a:gd name="connsiteX14475" fmla="*/ 3872110 w 4954903"/>
                <a:gd name="connsiteY14475" fmla="*/ 1903499 h 4882701"/>
                <a:gd name="connsiteX14476" fmla="*/ 3858183 w 4954903"/>
                <a:gd name="connsiteY14476" fmla="*/ 1887546 h 4882701"/>
                <a:gd name="connsiteX14477" fmla="*/ 3856917 w 4954903"/>
                <a:gd name="connsiteY14477" fmla="*/ 1887546 h 4882701"/>
                <a:gd name="connsiteX14478" fmla="*/ 3852865 w 4954903"/>
                <a:gd name="connsiteY14478" fmla="*/ 1911855 h 4882701"/>
                <a:gd name="connsiteX14479" fmla="*/ 3872110 w 4954903"/>
                <a:gd name="connsiteY14479" fmla="*/ 1903499 h 4882701"/>
                <a:gd name="connsiteX14480" fmla="*/ 3818173 w 4954903"/>
                <a:gd name="connsiteY14480" fmla="*/ 1900460 h 4882701"/>
                <a:gd name="connsiteX14481" fmla="*/ 3804246 w 4954903"/>
                <a:gd name="connsiteY14481" fmla="*/ 1884507 h 4882701"/>
                <a:gd name="connsiteX14482" fmla="*/ 3797662 w 4954903"/>
                <a:gd name="connsiteY14482" fmla="*/ 1907804 h 4882701"/>
                <a:gd name="connsiteX14483" fmla="*/ 3818173 w 4954903"/>
                <a:gd name="connsiteY14483" fmla="*/ 1900460 h 4882701"/>
                <a:gd name="connsiteX14484" fmla="*/ 3763223 w 4954903"/>
                <a:gd name="connsiteY14484" fmla="*/ 1897675 h 4882701"/>
                <a:gd name="connsiteX14485" fmla="*/ 3749296 w 4954903"/>
                <a:gd name="connsiteY14485" fmla="*/ 1881721 h 4882701"/>
                <a:gd name="connsiteX14486" fmla="*/ 3742458 w 4954903"/>
                <a:gd name="connsiteY14486" fmla="*/ 1905018 h 4882701"/>
                <a:gd name="connsiteX14487" fmla="*/ 3763223 w 4954903"/>
                <a:gd name="connsiteY14487" fmla="*/ 1897675 h 4882701"/>
                <a:gd name="connsiteX14488" fmla="*/ 3707513 w 4954903"/>
                <a:gd name="connsiteY14488" fmla="*/ 1894889 h 4882701"/>
                <a:gd name="connsiteX14489" fmla="*/ 3693333 w 4954903"/>
                <a:gd name="connsiteY14489" fmla="*/ 1878936 h 4882701"/>
                <a:gd name="connsiteX14490" fmla="*/ 3685989 w 4954903"/>
                <a:gd name="connsiteY14490" fmla="*/ 1902233 h 4882701"/>
                <a:gd name="connsiteX14491" fmla="*/ 3707513 w 4954903"/>
                <a:gd name="connsiteY14491" fmla="*/ 1894889 h 4882701"/>
                <a:gd name="connsiteX14492" fmla="*/ 3651044 w 4954903"/>
                <a:gd name="connsiteY14492" fmla="*/ 1892104 h 4882701"/>
                <a:gd name="connsiteX14493" fmla="*/ 3636610 w 4954903"/>
                <a:gd name="connsiteY14493" fmla="*/ 1876150 h 4882701"/>
                <a:gd name="connsiteX14494" fmla="*/ 3629267 w 4954903"/>
                <a:gd name="connsiteY14494" fmla="*/ 1899447 h 4882701"/>
                <a:gd name="connsiteX14495" fmla="*/ 3651044 w 4954903"/>
                <a:gd name="connsiteY14495" fmla="*/ 1892104 h 4882701"/>
                <a:gd name="connsiteX14496" fmla="*/ 3593562 w 4954903"/>
                <a:gd name="connsiteY14496" fmla="*/ 1889571 h 4882701"/>
                <a:gd name="connsiteX14497" fmla="*/ 3579128 w 4954903"/>
                <a:gd name="connsiteY14497" fmla="*/ 1873618 h 4882701"/>
                <a:gd name="connsiteX14498" fmla="*/ 3571531 w 4954903"/>
                <a:gd name="connsiteY14498" fmla="*/ 1896915 h 4882701"/>
                <a:gd name="connsiteX14499" fmla="*/ 3593562 w 4954903"/>
                <a:gd name="connsiteY14499" fmla="*/ 1889571 h 4882701"/>
                <a:gd name="connsiteX14500" fmla="*/ 3535067 w 4954903"/>
                <a:gd name="connsiteY14500" fmla="*/ 1887039 h 4882701"/>
                <a:gd name="connsiteX14501" fmla="*/ 3520633 w 4954903"/>
                <a:gd name="connsiteY14501" fmla="*/ 1871086 h 4882701"/>
                <a:gd name="connsiteX14502" fmla="*/ 3512530 w 4954903"/>
                <a:gd name="connsiteY14502" fmla="*/ 1894383 h 4882701"/>
                <a:gd name="connsiteX14503" fmla="*/ 3535067 w 4954903"/>
                <a:gd name="connsiteY14503" fmla="*/ 1887039 h 4882701"/>
                <a:gd name="connsiteX14504" fmla="*/ 3476065 w 4954903"/>
                <a:gd name="connsiteY14504" fmla="*/ 1884507 h 4882701"/>
                <a:gd name="connsiteX14505" fmla="*/ 3461378 w 4954903"/>
                <a:gd name="connsiteY14505" fmla="*/ 1868554 h 4882701"/>
                <a:gd name="connsiteX14506" fmla="*/ 3453274 w 4954903"/>
                <a:gd name="connsiteY14506" fmla="*/ 1891850 h 4882701"/>
                <a:gd name="connsiteX14507" fmla="*/ 3476065 w 4954903"/>
                <a:gd name="connsiteY14507" fmla="*/ 1884507 h 4882701"/>
                <a:gd name="connsiteX14508" fmla="*/ 3416304 w 4954903"/>
                <a:gd name="connsiteY14508" fmla="*/ 1881975 h 4882701"/>
                <a:gd name="connsiteX14509" fmla="*/ 3401617 w 4954903"/>
                <a:gd name="connsiteY14509" fmla="*/ 1866275 h 4882701"/>
                <a:gd name="connsiteX14510" fmla="*/ 3393260 w 4954903"/>
                <a:gd name="connsiteY14510" fmla="*/ 1889571 h 4882701"/>
                <a:gd name="connsiteX14511" fmla="*/ 3416304 w 4954903"/>
                <a:gd name="connsiteY14511" fmla="*/ 1881975 h 4882701"/>
                <a:gd name="connsiteX14512" fmla="*/ 3355529 w 4954903"/>
                <a:gd name="connsiteY14512" fmla="*/ 1879442 h 4882701"/>
                <a:gd name="connsiteX14513" fmla="*/ 3340842 w 4954903"/>
                <a:gd name="connsiteY14513" fmla="*/ 1863742 h 4882701"/>
                <a:gd name="connsiteX14514" fmla="*/ 3331220 w 4954903"/>
                <a:gd name="connsiteY14514" fmla="*/ 1886026 h 4882701"/>
                <a:gd name="connsiteX14515" fmla="*/ 3355529 w 4954903"/>
                <a:gd name="connsiteY14515" fmla="*/ 1879442 h 4882701"/>
                <a:gd name="connsiteX14516" fmla="*/ 3279308 w 4954903"/>
                <a:gd name="connsiteY14516" fmla="*/ 1861463 h 4882701"/>
                <a:gd name="connsiteX14517" fmla="*/ 3269433 w 4954903"/>
                <a:gd name="connsiteY14517" fmla="*/ 1883747 h 4882701"/>
                <a:gd name="connsiteX14518" fmla="*/ 3294249 w 4954903"/>
                <a:gd name="connsiteY14518" fmla="*/ 1877163 h 4882701"/>
                <a:gd name="connsiteX14519" fmla="*/ 3279308 w 4954903"/>
                <a:gd name="connsiteY14519" fmla="*/ 1861463 h 4882701"/>
                <a:gd name="connsiteX14520" fmla="*/ 3217015 w 4954903"/>
                <a:gd name="connsiteY14520" fmla="*/ 1859184 h 4882701"/>
                <a:gd name="connsiteX14521" fmla="*/ 3206886 w 4954903"/>
                <a:gd name="connsiteY14521" fmla="*/ 1881468 h 4882701"/>
                <a:gd name="connsiteX14522" fmla="*/ 3231955 w 4954903"/>
                <a:gd name="connsiteY14522" fmla="*/ 1874884 h 4882701"/>
                <a:gd name="connsiteX14523" fmla="*/ 3217015 w 4954903"/>
                <a:gd name="connsiteY14523" fmla="*/ 1859184 h 4882701"/>
                <a:gd name="connsiteX14524" fmla="*/ 3154468 w 4954903"/>
                <a:gd name="connsiteY14524" fmla="*/ 1856905 h 4882701"/>
                <a:gd name="connsiteX14525" fmla="*/ 3144086 w 4954903"/>
                <a:gd name="connsiteY14525" fmla="*/ 1879189 h 4882701"/>
                <a:gd name="connsiteX14526" fmla="*/ 3169408 w 4954903"/>
                <a:gd name="connsiteY14526" fmla="*/ 1872605 h 4882701"/>
                <a:gd name="connsiteX14527" fmla="*/ 3154468 w 4954903"/>
                <a:gd name="connsiteY14527" fmla="*/ 1856905 h 4882701"/>
                <a:gd name="connsiteX14528" fmla="*/ 3091162 w 4954903"/>
                <a:gd name="connsiteY14528" fmla="*/ 1854879 h 4882701"/>
                <a:gd name="connsiteX14529" fmla="*/ 3080526 w 4954903"/>
                <a:gd name="connsiteY14529" fmla="*/ 1877163 h 4882701"/>
                <a:gd name="connsiteX14530" fmla="*/ 3106102 w 4954903"/>
                <a:gd name="connsiteY14530" fmla="*/ 1870580 h 4882701"/>
                <a:gd name="connsiteX14531" fmla="*/ 3091162 w 4954903"/>
                <a:gd name="connsiteY14531" fmla="*/ 1854879 h 4882701"/>
                <a:gd name="connsiteX14532" fmla="*/ 3027095 w 4954903"/>
                <a:gd name="connsiteY14532" fmla="*/ 1852854 h 4882701"/>
                <a:gd name="connsiteX14533" fmla="*/ 3016460 w 4954903"/>
                <a:gd name="connsiteY14533" fmla="*/ 1875138 h 4882701"/>
                <a:gd name="connsiteX14534" fmla="*/ 3042289 w 4954903"/>
                <a:gd name="connsiteY14534" fmla="*/ 1868554 h 4882701"/>
                <a:gd name="connsiteX14535" fmla="*/ 3027095 w 4954903"/>
                <a:gd name="connsiteY14535" fmla="*/ 1852854 h 4882701"/>
                <a:gd name="connsiteX14536" fmla="*/ 2962776 w 4954903"/>
                <a:gd name="connsiteY14536" fmla="*/ 1850828 h 4882701"/>
                <a:gd name="connsiteX14537" fmla="*/ 2951887 w 4954903"/>
                <a:gd name="connsiteY14537" fmla="*/ 1873112 h 4882701"/>
                <a:gd name="connsiteX14538" fmla="*/ 2977970 w 4954903"/>
                <a:gd name="connsiteY14538" fmla="*/ 1866528 h 4882701"/>
                <a:gd name="connsiteX14539" fmla="*/ 2962776 w 4954903"/>
                <a:gd name="connsiteY14539" fmla="*/ 1850828 h 4882701"/>
                <a:gd name="connsiteX14540" fmla="*/ 2897697 w 4954903"/>
                <a:gd name="connsiteY14540" fmla="*/ 1849055 h 4882701"/>
                <a:gd name="connsiteX14541" fmla="*/ 2886555 w 4954903"/>
                <a:gd name="connsiteY14541" fmla="*/ 1871339 h 4882701"/>
                <a:gd name="connsiteX14542" fmla="*/ 2912891 w 4954903"/>
                <a:gd name="connsiteY14542" fmla="*/ 1864502 h 4882701"/>
                <a:gd name="connsiteX14543" fmla="*/ 2897697 w 4954903"/>
                <a:gd name="connsiteY14543" fmla="*/ 1849055 h 4882701"/>
                <a:gd name="connsiteX14544" fmla="*/ 2832365 w 4954903"/>
                <a:gd name="connsiteY14544" fmla="*/ 1847030 h 4882701"/>
                <a:gd name="connsiteX14545" fmla="*/ 2820970 w 4954903"/>
                <a:gd name="connsiteY14545" fmla="*/ 1869313 h 4882701"/>
                <a:gd name="connsiteX14546" fmla="*/ 2847558 w 4954903"/>
                <a:gd name="connsiteY14546" fmla="*/ 1862476 h 4882701"/>
                <a:gd name="connsiteX14547" fmla="*/ 2832365 w 4954903"/>
                <a:gd name="connsiteY14547" fmla="*/ 1847030 h 4882701"/>
                <a:gd name="connsiteX14548" fmla="*/ 2766273 w 4954903"/>
                <a:gd name="connsiteY14548" fmla="*/ 1845510 h 4882701"/>
                <a:gd name="connsiteX14549" fmla="*/ 2754624 w 4954903"/>
                <a:gd name="connsiteY14549" fmla="*/ 1867794 h 4882701"/>
                <a:gd name="connsiteX14550" fmla="*/ 2781466 w 4954903"/>
                <a:gd name="connsiteY14550" fmla="*/ 1860957 h 4882701"/>
                <a:gd name="connsiteX14551" fmla="*/ 2766273 w 4954903"/>
                <a:gd name="connsiteY14551" fmla="*/ 1845510 h 4882701"/>
                <a:gd name="connsiteX14552" fmla="*/ 2699928 w 4954903"/>
                <a:gd name="connsiteY14552" fmla="*/ 1843737 h 4882701"/>
                <a:gd name="connsiteX14553" fmla="*/ 2688026 w 4954903"/>
                <a:gd name="connsiteY14553" fmla="*/ 1866021 h 4882701"/>
                <a:gd name="connsiteX14554" fmla="*/ 2714868 w 4954903"/>
                <a:gd name="connsiteY14554" fmla="*/ 1859184 h 4882701"/>
                <a:gd name="connsiteX14555" fmla="*/ 2699928 w 4954903"/>
                <a:gd name="connsiteY14555" fmla="*/ 1843737 h 4882701"/>
                <a:gd name="connsiteX14556" fmla="*/ 2620162 w 4954903"/>
                <a:gd name="connsiteY14556" fmla="*/ 1863489 h 4882701"/>
                <a:gd name="connsiteX14557" fmla="*/ 2648270 w 4954903"/>
                <a:gd name="connsiteY14557" fmla="*/ 1857665 h 4882701"/>
                <a:gd name="connsiteX14558" fmla="*/ 2633076 w 4954903"/>
                <a:gd name="connsiteY14558" fmla="*/ 1842218 h 4882701"/>
                <a:gd name="connsiteX14559" fmla="*/ 2620162 w 4954903"/>
                <a:gd name="connsiteY14559" fmla="*/ 1863489 h 4882701"/>
                <a:gd name="connsiteX14560" fmla="*/ 2552803 w 4954903"/>
                <a:gd name="connsiteY14560" fmla="*/ 1862223 h 4882701"/>
                <a:gd name="connsiteX14561" fmla="*/ 2581165 w 4954903"/>
                <a:gd name="connsiteY14561" fmla="*/ 1856399 h 4882701"/>
                <a:gd name="connsiteX14562" fmla="*/ 2565971 w 4954903"/>
                <a:gd name="connsiteY14562" fmla="*/ 1840952 h 4882701"/>
                <a:gd name="connsiteX14563" fmla="*/ 2552803 w 4954903"/>
                <a:gd name="connsiteY14563" fmla="*/ 1862223 h 4882701"/>
                <a:gd name="connsiteX14564" fmla="*/ 2485192 w 4954903"/>
                <a:gd name="connsiteY14564" fmla="*/ 1860704 h 4882701"/>
                <a:gd name="connsiteX14565" fmla="*/ 2513807 w 4954903"/>
                <a:gd name="connsiteY14565" fmla="*/ 1854879 h 4882701"/>
                <a:gd name="connsiteX14566" fmla="*/ 2498613 w 4954903"/>
                <a:gd name="connsiteY14566" fmla="*/ 1839433 h 4882701"/>
                <a:gd name="connsiteX14567" fmla="*/ 2485192 w 4954903"/>
                <a:gd name="connsiteY14567" fmla="*/ 1860704 h 4882701"/>
                <a:gd name="connsiteX14568" fmla="*/ 2430748 w 4954903"/>
                <a:gd name="connsiteY14568" fmla="*/ 1838166 h 4882701"/>
                <a:gd name="connsiteX14569" fmla="*/ 2417328 w 4954903"/>
                <a:gd name="connsiteY14569" fmla="*/ 1859438 h 4882701"/>
                <a:gd name="connsiteX14570" fmla="*/ 2445942 w 4954903"/>
                <a:gd name="connsiteY14570" fmla="*/ 1853613 h 4882701"/>
                <a:gd name="connsiteX14571" fmla="*/ 2430748 w 4954903"/>
                <a:gd name="connsiteY14571" fmla="*/ 1838166 h 4882701"/>
                <a:gd name="connsiteX14572" fmla="*/ 2362884 w 4954903"/>
                <a:gd name="connsiteY14572" fmla="*/ 1836900 h 4882701"/>
                <a:gd name="connsiteX14573" fmla="*/ 2349210 w 4954903"/>
                <a:gd name="connsiteY14573" fmla="*/ 1858171 h 4882701"/>
                <a:gd name="connsiteX14574" fmla="*/ 2378078 w 4954903"/>
                <a:gd name="connsiteY14574" fmla="*/ 1852347 h 4882701"/>
                <a:gd name="connsiteX14575" fmla="*/ 2362884 w 4954903"/>
                <a:gd name="connsiteY14575" fmla="*/ 1836900 h 4882701"/>
                <a:gd name="connsiteX14576" fmla="*/ 2294513 w 4954903"/>
                <a:gd name="connsiteY14576" fmla="*/ 1835888 h 4882701"/>
                <a:gd name="connsiteX14577" fmla="*/ 2280839 w 4954903"/>
                <a:gd name="connsiteY14577" fmla="*/ 1857158 h 4882701"/>
                <a:gd name="connsiteX14578" fmla="*/ 2309707 w 4954903"/>
                <a:gd name="connsiteY14578" fmla="*/ 1851334 h 4882701"/>
                <a:gd name="connsiteX14579" fmla="*/ 2294513 w 4954903"/>
                <a:gd name="connsiteY14579" fmla="*/ 1835888 h 4882701"/>
                <a:gd name="connsiteX14580" fmla="*/ 2226142 w 4954903"/>
                <a:gd name="connsiteY14580" fmla="*/ 1834875 h 4882701"/>
                <a:gd name="connsiteX14581" fmla="*/ 2212215 w 4954903"/>
                <a:gd name="connsiteY14581" fmla="*/ 1856399 h 4882701"/>
                <a:gd name="connsiteX14582" fmla="*/ 2241082 w 4954903"/>
                <a:gd name="connsiteY14582" fmla="*/ 1850321 h 4882701"/>
                <a:gd name="connsiteX14583" fmla="*/ 2226142 w 4954903"/>
                <a:gd name="connsiteY14583" fmla="*/ 1834875 h 4882701"/>
                <a:gd name="connsiteX14584" fmla="*/ 2157518 w 4954903"/>
                <a:gd name="connsiteY14584" fmla="*/ 1833862 h 4882701"/>
                <a:gd name="connsiteX14585" fmla="*/ 2143337 w 4954903"/>
                <a:gd name="connsiteY14585" fmla="*/ 1855386 h 4882701"/>
                <a:gd name="connsiteX14586" fmla="*/ 2172458 w 4954903"/>
                <a:gd name="connsiteY14586" fmla="*/ 1849308 h 4882701"/>
                <a:gd name="connsiteX14587" fmla="*/ 2157518 w 4954903"/>
                <a:gd name="connsiteY14587" fmla="*/ 1833862 h 4882701"/>
                <a:gd name="connsiteX14588" fmla="*/ 2088640 w 4954903"/>
                <a:gd name="connsiteY14588" fmla="*/ 1833102 h 4882701"/>
                <a:gd name="connsiteX14589" fmla="*/ 2074207 w 4954903"/>
                <a:gd name="connsiteY14589" fmla="*/ 1854626 h 4882701"/>
                <a:gd name="connsiteX14590" fmla="*/ 2103581 w 4954903"/>
                <a:gd name="connsiteY14590" fmla="*/ 1848549 h 4882701"/>
                <a:gd name="connsiteX14591" fmla="*/ 2088640 w 4954903"/>
                <a:gd name="connsiteY14591" fmla="*/ 1833102 h 4882701"/>
                <a:gd name="connsiteX14592" fmla="*/ 2019763 w 4954903"/>
                <a:gd name="connsiteY14592" fmla="*/ 1832342 h 4882701"/>
                <a:gd name="connsiteX14593" fmla="*/ 2005582 w 4954903"/>
                <a:gd name="connsiteY14593" fmla="*/ 1853867 h 4882701"/>
                <a:gd name="connsiteX14594" fmla="*/ 2034703 w 4954903"/>
                <a:gd name="connsiteY14594" fmla="*/ 1847789 h 4882701"/>
                <a:gd name="connsiteX14595" fmla="*/ 2019763 w 4954903"/>
                <a:gd name="connsiteY14595" fmla="*/ 1832342 h 4882701"/>
                <a:gd name="connsiteX14596" fmla="*/ 1951645 w 4954903"/>
                <a:gd name="connsiteY14596" fmla="*/ 1831836 h 4882701"/>
                <a:gd name="connsiteX14597" fmla="*/ 1937465 w 4954903"/>
                <a:gd name="connsiteY14597" fmla="*/ 1853360 h 4882701"/>
                <a:gd name="connsiteX14598" fmla="*/ 1966079 w 4954903"/>
                <a:gd name="connsiteY14598" fmla="*/ 1847283 h 4882701"/>
                <a:gd name="connsiteX14599" fmla="*/ 1951645 w 4954903"/>
                <a:gd name="connsiteY14599" fmla="*/ 1831836 h 4882701"/>
                <a:gd name="connsiteX14600" fmla="*/ 1884540 w 4954903"/>
                <a:gd name="connsiteY14600" fmla="*/ 1831329 h 4882701"/>
                <a:gd name="connsiteX14601" fmla="*/ 1870106 w 4954903"/>
                <a:gd name="connsiteY14601" fmla="*/ 1852854 h 4882701"/>
                <a:gd name="connsiteX14602" fmla="*/ 1898468 w 4954903"/>
                <a:gd name="connsiteY14602" fmla="*/ 1846776 h 4882701"/>
                <a:gd name="connsiteX14603" fmla="*/ 1884540 w 4954903"/>
                <a:gd name="connsiteY14603" fmla="*/ 1831329 h 4882701"/>
                <a:gd name="connsiteX14604" fmla="*/ 1831869 w 4954903"/>
                <a:gd name="connsiteY14604" fmla="*/ 1846270 h 4882701"/>
                <a:gd name="connsiteX14605" fmla="*/ 1817942 w 4954903"/>
                <a:gd name="connsiteY14605" fmla="*/ 1831076 h 4882701"/>
                <a:gd name="connsiteX14606" fmla="*/ 1803761 w 4954903"/>
                <a:gd name="connsiteY14606" fmla="*/ 1852601 h 4882701"/>
                <a:gd name="connsiteX14607" fmla="*/ 1831869 w 4954903"/>
                <a:gd name="connsiteY14607" fmla="*/ 1846270 h 4882701"/>
                <a:gd name="connsiteX14608" fmla="*/ 1752610 w 4954903"/>
                <a:gd name="connsiteY14608" fmla="*/ 1830823 h 4882701"/>
                <a:gd name="connsiteX14609" fmla="*/ 1738429 w 4954903"/>
                <a:gd name="connsiteY14609" fmla="*/ 1852347 h 4882701"/>
                <a:gd name="connsiteX14610" fmla="*/ 1766031 w 4954903"/>
                <a:gd name="connsiteY14610" fmla="*/ 1846017 h 4882701"/>
                <a:gd name="connsiteX14611" fmla="*/ 1752610 w 4954903"/>
                <a:gd name="connsiteY14611" fmla="*/ 1830823 h 4882701"/>
                <a:gd name="connsiteX14612" fmla="*/ 1701205 w 4954903"/>
                <a:gd name="connsiteY14612" fmla="*/ 1845763 h 4882701"/>
                <a:gd name="connsiteX14613" fmla="*/ 1688037 w 4954903"/>
                <a:gd name="connsiteY14613" fmla="*/ 1830570 h 4882701"/>
                <a:gd name="connsiteX14614" fmla="*/ 1673856 w 4954903"/>
                <a:gd name="connsiteY14614" fmla="*/ 1852094 h 4882701"/>
                <a:gd name="connsiteX14615" fmla="*/ 1701205 w 4954903"/>
                <a:gd name="connsiteY14615" fmla="*/ 1845763 h 4882701"/>
                <a:gd name="connsiteX14616" fmla="*/ 1637139 w 4954903"/>
                <a:gd name="connsiteY14616" fmla="*/ 1845763 h 4882701"/>
                <a:gd name="connsiteX14617" fmla="*/ 1624224 w 4954903"/>
                <a:gd name="connsiteY14617" fmla="*/ 1830570 h 4882701"/>
                <a:gd name="connsiteX14618" fmla="*/ 1610043 w 4954903"/>
                <a:gd name="connsiteY14618" fmla="*/ 1852094 h 4882701"/>
                <a:gd name="connsiteX14619" fmla="*/ 1637139 w 4954903"/>
                <a:gd name="connsiteY14619" fmla="*/ 1845763 h 4882701"/>
                <a:gd name="connsiteX14620" fmla="*/ 1574339 w 4954903"/>
                <a:gd name="connsiteY14620" fmla="*/ 1845763 h 4882701"/>
                <a:gd name="connsiteX14621" fmla="*/ 1561424 w 4954903"/>
                <a:gd name="connsiteY14621" fmla="*/ 1830570 h 4882701"/>
                <a:gd name="connsiteX14622" fmla="*/ 1548256 w 4954903"/>
                <a:gd name="connsiteY14622" fmla="*/ 1853360 h 4882701"/>
                <a:gd name="connsiteX14623" fmla="*/ 1574339 w 4954903"/>
                <a:gd name="connsiteY14623" fmla="*/ 1845763 h 4882701"/>
                <a:gd name="connsiteX14624" fmla="*/ 162604 w 4954903"/>
                <a:gd name="connsiteY14624" fmla="*/ 1897168 h 4882701"/>
                <a:gd name="connsiteX14625" fmla="*/ 161591 w 4954903"/>
                <a:gd name="connsiteY14625" fmla="*/ 1882481 h 4882701"/>
                <a:gd name="connsiteX14626" fmla="*/ 153995 w 4954903"/>
                <a:gd name="connsiteY14626" fmla="*/ 1909576 h 4882701"/>
                <a:gd name="connsiteX14627" fmla="*/ 162604 w 4954903"/>
                <a:gd name="connsiteY14627" fmla="*/ 1897168 h 4882701"/>
                <a:gd name="connsiteX14628" fmla="*/ 143866 w 4954903"/>
                <a:gd name="connsiteY14628" fmla="*/ 1885266 h 4882701"/>
                <a:gd name="connsiteX14629" fmla="*/ 136522 w 4954903"/>
                <a:gd name="connsiteY14629" fmla="*/ 1912362 h 4882701"/>
                <a:gd name="connsiteX14630" fmla="*/ 144372 w 4954903"/>
                <a:gd name="connsiteY14630" fmla="*/ 1899954 h 4882701"/>
                <a:gd name="connsiteX14631" fmla="*/ 143866 w 4954903"/>
                <a:gd name="connsiteY14631" fmla="*/ 1885266 h 4882701"/>
                <a:gd name="connsiteX14632" fmla="*/ 61820 w 4954903"/>
                <a:gd name="connsiteY14632" fmla="*/ 1913881 h 4882701"/>
                <a:gd name="connsiteX14633" fmla="*/ 61567 w 4954903"/>
                <a:gd name="connsiteY14633" fmla="*/ 1914641 h 4882701"/>
                <a:gd name="connsiteX14634" fmla="*/ 55743 w 4954903"/>
                <a:gd name="connsiteY14634" fmla="*/ 1941230 h 4882701"/>
                <a:gd name="connsiteX14635" fmla="*/ 55490 w 4954903"/>
                <a:gd name="connsiteY14635" fmla="*/ 1941989 h 4882701"/>
                <a:gd name="connsiteX14636" fmla="*/ 58528 w 4954903"/>
                <a:gd name="connsiteY14636" fmla="*/ 1928568 h 4882701"/>
                <a:gd name="connsiteX14637" fmla="*/ 61820 w 4954903"/>
                <a:gd name="connsiteY14637" fmla="*/ 1913881 h 4882701"/>
                <a:gd name="connsiteX14638" fmla="*/ 4903499 w 4954903"/>
                <a:gd name="connsiteY14638" fmla="*/ 1970350 h 4882701"/>
                <a:gd name="connsiteX14639" fmla="*/ 4899954 w 4954903"/>
                <a:gd name="connsiteY14639" fmla="*/ 1953131 h 4882701"/>
                <a:gd name="connsiteX14640" fmla="*/ 4903752 w 4954903"/>
                <a:gd name="connsiteY14640" fmla="*/ 1970857 h 4882701"/>
                <a:gd name="connsiteX14641" fmla="*/ 4903499 w 4954903"/>
                <a:gd name="connsiteY14641" fmla="*/ 1970350 h 4882701"/>
                <a:gd name="connsiteX14642" fmla="*/ 4901220 w 4954903"/>
                <a:gd name="connsiteY14642" fmla="*/ 1960728 h 4882701"/>
                <a:gd name="connsiteX14643" fmla="*/ 4897422 w 4954903"/>
                <a:gd name="connsiteY14643" fmla="*/ 1944521 h 4882701"/>
                <a:gd name="connsiteX14644" fmla="*/ 4903246 w 4954903"/>
                <a:gd name="connsiteY14644" fmla="*/ 1972123 h 4882701"/>
                <a:gd name="connsiteX14645" fmla="*/ 4901220 w 4954903"/>
                <a:gd name="connsiteY14645" fmla="*/ 1960728 h 4882701"/>
                <a:gd name="connsiteX14646" fmla="*/ 4898435 w 4954903"/>
                <a:gd name="connsiteY14646" fmla="*/ 1957436 h 4882701"/>
                <a:gd name="connsiteX14647" fmla="*/ 4894130 w 4954903"/>
                <a:gd name="connsiteY14647" fmla="*/ 1941230 h 4882701"/>
                <a:gd name="connsiteX14648" fmla="*/ 4899954 w 4954903"/>
                <a:gd name="connsiteY14648" fmla="*/ 1969084 h 4882701"/>
                <a:gd name="connsiteX14649" fmla="*/ 4898435 w 4954903"/>
                <a:gd name="connsiteY14649" fmla="*/ 1957436 h 4882701"/>
                <a:gd name="connsiteX14650" fmla="*/ 4888812 w 4954903"/>
                <a:gd name="connsiteY14650" fmla="*/ 1937684 h 4882701"/>
                <a:gd name="connsiteX14651" fmla="*/ 4894890 w 4954903"/>
                <a:gd name="connsiteY14651" fmla="*/ 1965539 h 4882701"/>
                <a:gd name="connsiteX14652" fmla="*/ 4893623 w 4954903"/>
                <a:gd name="connsiteY14652" fmla="*/ 1953891 h 4882701"/>
                <a:gd name="connsiteX14653" fmla="*/ 4888812 w 4954903"/>
                <a:gd name="connsiteY14653" fmla="*/ 1937684 h 4882701"/>
                <a:gd name="connsiteX14654" fmla="*/ 4888812 w 4954903"/>
                <a:gd name="connsiteY14654" fmla="*/ 1937684 h 4882701"/>
                <a:gd name="connsiteX14655" fmla="*/ 4881975 w 4954903"/>
                <a:gd name="connsiteY14655" fmla="*/ 1934139 h 4882701"/>
                <a:gd name="connsiteX14656" fmla="*/ 4881975 w 4954903"/>
                <a:gd name="connsiteY14656" fmla="*/ 1934139 h 4882701"/>
                <a:gd name="connsiteX14657" fmla="*/ 4888052 w 4954903"/>
                <a:gd name="connsiteY14657" fmla="*/ 1961994 h 4882701"/>
                <a:gd name="connsiteX14658" fmla="*/ 4887040 w 4954903"/>
                <a:gd name="connsiteY14658" fmla="*/ 1950346 h 4882701"/>
                <a:gd name="connsiteX14659" fmla="*/ 4881975 w 4954903"/>
                <a:gd name="connsiteY14659" fmla="*/ 1934139 h 4882701"/>
                <a:gd name="connsiteX14660" fmla="*/ 4872859 w 4954903"/>
                <a:gd name="connsiteY14660" fmla="*/ 1930341 h 4882701"/>
                <a:gd name="connsiteX14661" fmla="*/ 4872859 w 4954903"/>
                <a:gd name="connsiteY14661" fmla="*/ 1930341 h 4882701"/>
                <a:gd name="connsiteX14662" fmla="*/ 4878430 w 4954903"/>
                <a:gd name="connsiteY14662" fmla="*/ 1957942 h 4882701"/>
                <a:gd name="connsiteX14663" fmla="*/ 4878430 w 4954903"/>
                <a:gd name="connsiteY14663" fmla="*/ 1946547 h 4882701"/>
                <a:gd name="connsiteX14664" fmla="*/ 4872859 w 4954903"/>
                <a:gd name="connsiteY14664" fmla="*/ 1930341 h 4882701"/>
                <a:gd name="connsiteX14665" fmla="*/ 4861464 w 4954903"/>
                <a:gd name="connsiteY14665" fmla="*/ 1926795 h 4882701"/>
                <a:gd name="connsiteX14666" fmla="*/ 4867288 w 4954903"/>
                <a:gd name="connsiteY14666" fmla="*/ 1954397 h 4882701"/>
                <a:gd name="connsiteX14667" fmla="*/ 4867794 w 4954903"/>
                <a:gd name="connsiteY14667" fmla="*/ 1943002 h 4882701"/>
                <a:gd name="connsiteX14668" fmla="*/ 4861970 w 4954903"/>
                <a:gd name="connsiteY14668" fmla="*/ 1926795 h 4882701"/>
                <a:gd name="connsiteX14669" fmla="*/ 4861464 w 4954903"/>
                <a:gd name="connsiteY14669" fmla="*/ 1926795 h 4882701"/>
                <a:gd name="connsiteX14670" fmla="*/ 4848549 w 4954903"/>
                <a:gd name="connsiteY14670" fmla="*/ 1922997 h 4882701"/>
                <a:gd name="connsiteX14671" fmla="*/ 4848296 w 4954903"/>
                <a:gd name="connsiteY14671" fmla="*/ 1922997 h 4882701"/>
                <a:gd name="connsiteX14672" fmla="*/ 4854120 w 4954903"/>
                <a:gd name="connsiteY14672" fmla="*/ 1950599 h 4882701"/>
                <a:gd name="connsiteX14673" fmla="*/ 4855133 w 4954903"/>
                <a:gd name="connsiteY14673" fmla="*/ 1939204 h 4882701"/>
                <a:gd name="connsiteX14674" fmla="*/ 4848549 w 4954903"/>
                <a:gd name="connsiteY14674" fmla="*/ 1922997 h 4882701"/>
                <a:gd name="connsiteX14675" fmla="*/ 4840446 w 4954903"/>
                <a:gd name="connsiteY14675" fmla="*/ 1935405 h 4882701"/>
                <a:gd name="connsiteX14676" fmla="*/ 4833609 w 4954903"/>
                <a:gd name="connsiteY14676" fmla="*/ 1919199 h 4882701"/>
                <a:gd name="connsiteX14677" fmla="*/ 4833356 w 4954903"/>
                <a:gd name="connsiteY14677" fmla="*/ 1919199 h 4882701"/>
                <a:gd name="connsiteX14678" fmla="*/ 4838927 w 4954903"/>
                <a:gd name="connsiteY14678" fmla="*/ 1946800 h 4882701"/>
                <a:gd name="connsiteX14679" fmla="*/ 4840446 w 4954903"/>
                <a:gd name="connsiteY14679" fmla="*/ 1935405 h 4882701"/>
                <a:gd name="connsiteX14680" fmla="*/ 4816643 w 4954903"/>
                <a:gd name="connsiteY14680" fmla="*/ 1915400 h 4882701"/>
                <a:gd name="connsiteX14681" fmla="*/ 4821707 w 4954903"/>
                <a:gd name="connsiteY14681" fmla="*/ 1942749 h 4882701"/>
                <a:gd name="connsiteX14682" fmla="*/ 4823986 w 4954903"/>
                <a:gd name="connsiteY14682" fmla="*/ 1931607 h 4882701"/>
                <a:gd name="connsiteX14683" fmla="*/ 4816896 w 4954903"/>
                <a:gd name="connsiteY14683" fmla="*/ 1915400 h 4882701"/>
                <a:gd name="connsiteX14684" fmla="*/ 4816643 w 4954903"/>
                <a:gd name="connsiteY14684" fmla="*/ 1915400 h 4882701"/>
                <a:gd name="connsiteX14685" fmla="*/ 4798664 w 4954903"/>
                <a:gd name="connsiteY14685" fmla="*/ 1911855 h 4882701"/>
                <a:gd name="connsiteX14686" fmla="*/ 4798157 w 4954903"/>
                <a:gd name="connsiteY14686" fmla="*/ 1911855 h 4882701"/>
                <a:gd name="connsiteX14687" fmla="*/ 4803222 w 4954903"/>
                <a:gd name="connsiteY14687" fmla="*/ 1939204 h 4882701"/>
                <a:gd name="connsiteX14688" fmla="*/ 4806007 w 4954903"/>
                <a:gd name="connsiteY14688" fmla="*/ 1928062 h 4882701"/>
                <a:gd name="connsiteX14689" fmla="*/ 4798664 w 4954903"/>
                <a:gd name="connsiteY14689" fmla="*/ 1911855 h 4882701"/>
                <a:gd name="connsiteX14690" fmla="*/ 4778406 w 4954903"/>
                <a:gd name="connsiteY14690" fmla="*/ 1908057 h 4882701"/>
                <a:gd name="connsiteX14691" fmla="*/ 4777899 w 4954903"/>
                <a:gd name="connsiteY14691" fmla="*/ 1908057 h 4882701"/>
                <a:gd name="connsiteX14692" fmla="*/ 4782964 w 4954903"/>
                <a:gd name="connsiteY14692" fmla="*/ 1935405 h 4882701"/>
                <a:gd name="connsiteX14693" fmla="*/ 4786256 w 4954903"/>
                <a:gd name="connsiteY14693" fmla="*/ 1924263 h 4882701"/>
                <a:gd name="connsiteX14694" fmla="*/ 4778406 w 4954903"/>
                <a:gd name="connsiteY14694" fmla="*/ 1908057 h 4882701"/>
                <a:gd name="connsiteX14695" fmla="*/ 4756375 w 4954903"/>
                <a:gd name="connsiteY14695" fmla="*/ 1904512 h 4882701"/>
                <a:gd name="connsiteX14696" fmla="*/ 4755868 w 4954903"/>
                <a:gd name="connsiteY14696" fmla="*/ 1904512 h 4882701"/>
                <a:gd name="connsiteX14697" fmla="*/ 4760680 w 4954903"/>
                <a:gd name="connsiteY14697" fmla="*/ 1931860 h 4882701"/>
                <a:gd name="connsiteX14698" fmla="*/ 4764478 w 4954903"/>
                <a:gd name="connsiteY14698" fmla="*/ 1920718 h 4882701"/>
                <a:gd name="connsiteX14699" fmla="*/ 4756375 w 4954903"/>
                <a:gd name="connsiteY14699" fmla="*/ 1904512 h 4882701"/>
                <a:gd name="connsiteX14700" fmla="*/ 4732825 w 4954903"/>
                <a:gd name="connsiteY14700" fmla="*/ 1900713 h 4882701"/>
                <a:gd name="connsiteX14701" fmla="*/ 4732319 w 4954903"/>
                <a:gd name="connsiteY14701" fmla="*/ 1900713 h 4882701"/>
                <a:gd name="connsiteX14702" fmla="*/ 4736623 w 4954903"/>
                <a:gd name="connsiteY14702" fmla="*/ 1927555 h 4882701"/>
                <a:gd name="connsiteX14703" fmla="*/ 4741435 w 4954903"/>
                <a:gd name="connsiteY14703" fmla="*/ 1916920 h 4882701"/>
                <a:gd name="connsiteX14704" fmla="*/ 4732825 w 4954903"/>
                <a:gd name="connsiteY14704" fmla="*/ 1900713 h 4882701"/>
                <a:gd name="connsiteX14705" fmla="*/ 4707756 w 4954903"/>
                <a:gd name="connsiteY14705" fmla="*/ 1897168 h 4882701"/>
                <a:gd name="connsiteX14706" fmla="*/ 4707249 w 4954903"/>
                <a:gd name="connsiteY14706" fmla="*/ 1897168 h 4882701"/>
                <a:gd name="connsiteX14707" fmla="*/ 4711301 w 4954903"/>
                <a:gd name="connsiteY14707" fmla="*/ 1924010 h 4882701"/>
                <a:gd name="connsiteX14708" fmla="*/ 4716872 w 4954903"/>
                <a:gd name="connsiteY14708" fmla="*/ 1913375 h 4882701"/>
                <a:gd name="connsiteX14709" fmla="*/ 4707756 w 4954903"/>
                <a:gd name="connsiteY14709" fmla="*/ 1897168 h 4882701"/>
                <a:gd name="connsiteX14710" fmla="*/ 4690030 w 4954903"/>
                <a:gd name="connsiteY14710" fmla="*/ 1909576 h 4882701"/>
                <a:gd name="connsiteX14711" fmla="*/ 4680914 w 4954903"/>
                <a:gd name="connsiteY14711" fmla="*/ 1893623 h 4882701"/>
                <a:gd name="connsiteX14712" fmla="*/ 4680407 w 4954903"/>
                <a:gd name="connsiteY14712" fmla="*/ 1893623 h 4882701"/>
                <a:gd name="connsiteX14713" fmla="*/ 4684206 w 4954903"/>
                <a:gd name="connsiteY14713" fmla="*/ 1920465 h 4882701"/>
                <a:gd name="connsiteX14714" fmla="*/ 4690030 w 4954903"/>
                <a:gd name="connsiteY14714" fmla="*/ 1909576 h 4882701"/>
                <a:gd name="connsiteX14715" fmla="*/ 4655591 w 4954903"/>
                <a:gd name="connsiteY14715" fmla="*/ 1916667 h 4882701"/>
                <a:gd name="connsiteX14716" fmla="*/ 4661922 w 4954903"/>
                <a:gd name="connsiteY14716" fmla="*/ 1906031 h 4882701"/>
                <a:gd name="connsiteX14717" fmla="*/ 4652299 w 4954903"/>
                <a:gd name="connsiteY14717" fmla="*/ 1890078 h 4882701"/>
                <a:gd name="connsiteX14718" fmla="*/ 4651540 w 4954903"/>
                <a:gd name="connsiteY14718" fmla="*/ 1890078 h 4882701"/>
                <a:gd name="connsiteX14719" fmla="*/ 4655591 w 4954903"/>
                <a:gd name="connsiteY14719" fmla="*/ 1916667 h 4882701"/>
                <a:gd name="connsiteX14720" fmla="*/ 4632294 w 4954903"/>
                <a:gd name="connsiteY14720" fmla="*/ 1902233 h 4882701"/>
                <a:gd name="connsiteX14721" fmla="*/ 4622418 w 4954903"/>
                <a:gd name="connsiteY14721" fmla="*/ 1886279 h 4882701"/>
                <a:gd name="connsiteX14722" fmla="*/ 4621659 w 4954903"/>
                <a:gd name="connsiteY14722" fmla="*/ 1886279 h 4882701"/>
                <a:gd name="connsiteX14723" fmla="*/ 4624444 w 4954903"/>
                <a:gd name="connsiteY14723" fmla="*/ 1912615 h 4882701"/>
                <a:gd name="connsiteX14724" fmla="*/ 4632294 w 4954903"/>
                <a:gd name="connsiteY14724" fmla="*/ 1902233 h 4882701"/>
                <a:gd name="connsiteX14725" fmla="*/ 4590765 w 4954903"/>
                <a:gd name="connsiteY14725" fmla="*/ 1882734 h 4882701"/>
                <a:gd name="connsiteX14726" fmla="*/ 4590005 w 4954903"/>
                <a:gd name="connsiteY14726" fmla="*/ 1882734 h 4882701"/>
                <a:gd name="connsiteX14727" fmla="*/ 4592791 w 4954903"/>
                <a:gd name="connsiteY14727" fmla="*/ 1909070 h 4882701"/>
                <a:gd name="connsiteX14728" fmla="*/ 4601147 w 4954903"/>
                <a:gd name="connsiteY14728" fmla="*/ 1898941 h 4882701"/>
                <a:gd name="connsiteX14729" fmla="*/ 4590765 w 4954903"/>
                <a:gd name="connsiteY14729" fmla="*/ 1882734 h 4882701"/>
                <a:gd name="connsiteX14730" fmla="*/ 4568228 w 4954903"/>
                <a:gd name="connsiteY14730" fmla="*/ 1895142 h 4882701"/>
                <a:gd name="connsiteX14731" fmla="*/ 4557846 w 4954903"/>
                <a:gd name="connsiteY14731" fmla="*/ 1879189 h 4882701"/>
                <a:gd name="connsiteX14732" fmla="*/ 4557086 w 4954903"/>
                <a:gd name="connsiteY14732" fmla="*/ 1879189 h 4882701"/>
                <a:gd name="connsiteX14733" fmla="*/ 4559618 w 4954903"/>
                <a:gd name="connsiteY14733" fmla="*/ 1905525 h 4882701"/>
                <a:gd name="connsiteX14734" fmla="*/ 4568228 w 4954903"/>
                <a:gd name="connsiteY14734" fmla="*/ 1895142 h 4882701"/>
                <a:gd name="connsiteX14735" fmla="*/ 4524927 w 4954903"/>
                <a:gd name="connsiteY14735" fmla="*/ 1901726 h 4882701"/>
                <a:gd name="connsiteX14736" fmla="*/ 4534043 w 4954903"/>
                <a:gd name="connsiteY14736" fmla="*/ 1891597 h 4882701"/>
                <a:gd name="connsiteX14737" fmla="*/ 4523407 w 4954903"/>
                <a:gd name="connsiteY14737" fmla="*/ 1875644 h 4882701"/>
                <a:gd name="connsiteX14738" fmla="*/ 4522648 w 4954903"/>
                <a:gd name="connsiteY14738" fmla="*/ 1875644 h 4882701"/>
                <a:gd name="connsiteX14739" fmla="*/ 4524927 w 4954903"/>
                <a:gd name="connsiteY14739" fmla="*/ 1901726 h 4882701"/>
                <a:gd name="connsiteX14740" fmla="*/ 4498591 w 4954903"/>
                <a:gd name="connsiteY14740" fmla="*/ 1888052 h 4882701"/>
                <a:gd name="connsiteX14741" fmla="*/ 4487449 w 4954903"/>
                <a:gd name="connsiteY14741" fmla="*/ 1872099 h 4882701"/>
                <a:gd name="connsiteX14742" fmla="*/ 4486689 w 4954903"/>
                <a:gd name="connsiteY14742" fmla="*/ 1872099 h 4882701"/>
                <a:gd name="connsiteX14743" fmla="*/ 4487955 w 4954903"/>
                <a:gd name="connsiteY14743" fmla="*/ 1897675 h 4882701"/>
                <a:gd name="connsiteX14744" fmla="*/ 4498591 w 4954903"/>
                <a:gd name="connsiteY14744" fmla="*/ 1888052 h 4882701"/>
                <a:gd name="connsiteX14745" fmla="*/ 4461620 w 4954903"/>
                <a:gd name="connsiteY14745" fmla="*/ 1884760 h 4882701"/>
                <a:gd name="connsiteX14746" fmla="*/ 4450225 w 4954903"/>
                <a:gd name="connsiteY14746" fmla="*/ 1868807 h 4882701"/>
                <a:gd name="connsiteX14747" fmla="*/ 4449465 w 4954903"/>
                <a:gd name="connsiteY14747" fmla="*/ 1868807 h 4882701"/>
                <a:gd name="connsiteX14748" fmla="*/ 4450478 w 4954903"/>
                <a:gd name="connsiteY14748" fmla="*/ 1894383 h 4882701"/>
                <a:gd name="connsiteX14749" fmla="*/ 4461620 w 4954903"/>
                <a:gd name="connsiteY14749" fmla="*/ 1884760 h 4882701"/>
                <a:gd name="connsiteX14750" fmla="*/ 4423130 w 4954903"/>
                <a:gd name="connsiteY14750" fmla="*/ 1881215 h 4882701"/>
                <a:gd name="connsiteX14751" fmla="*/ 4411735 w 4954903"/>
                <a:gd name="connsiteY14751" fmla="*/ 1865262 h 4882701"/>
                <a:gd name="connsiteX14752" fmla="*/ 4410722 w 4954903"/>
                <a:gd name="connsiteY14752" fmla="*/ 1865262 h 4882701"/>
                <a:gd name="connsiteX14753" fmla="*/ 4411735 w 4954903"/>
                <a:gd name="connsiteY14753" fmla="*/ 1890837 h 4882701"/>
                <a:gd name="connsiteX14754" fmla="*/ 4423130 w 4954903"/>
                <a:gd name="connsiteY14754" fmla="*/ 1881215 h 4882701"/>
                <a:gd name="connsiteX14755" fmla="*/ 4370712 w 4954903"/>
                <a:gd name="connsiteY14755" fmla="*/ 1861716 h 4882701"/>
                <a:gd name="connsiteX14756" fmla="*/ 4371472 w 4954903"/>
                <a:gd name="connsiteY14756" fmla="*/ 1887292 h 4882701"/>
                <a:gd name="connsiteX14757" fmla="*/ 4383373 w 4954903"/>
                <a:gd name="connsiteY14757" fmla="*/ 1877670 h 4882701"/>
                <a:gd name="connsiteX14758" fmla="*/ 4371725 w 4954903"/>
                <a:gd name="connsiteY14758" fmla="*/ 1861716 h 4882701"/>
                <a:gd name="connsiteX14759" fmla="*/ 4370712 w 4954903"/>
                <a:gd name="connsiteY14759" fmla="*/ 1861716 h 4882701"/>
                <a:gd name="connsiteX14760" fmla="*/ 4329183 w 4954903"/>
                <a:gd name="connsiteY14760" fmla="*/ 1858425 h 4882701"/>
                <a:gd name="connsiteX14761" fmla="*/ 4328677 w 4954903"/>
                <a:gd name="connsiteY14761" fmla="*/ 1883241 h 4882701"/>
                <a:gd name="connsiteX14762" fmla="*/ 4342098 w 4954903"/>
                <a:gd name="connsiteY14762" fmla="*/ 1874378 h 4882701"/>
                <a:gd name="connsiteX14763" fmla="*/ 4329943 w 4954903"/>
                <a:gd name="connsiteY14763" fmla="*/ 1858425 h 4882701"/>
                <a:gd name="connsiteX14764" fmla="*/ 4329183 w 4954903"/>
                <a:gd name="connsiteY14764" fmla="*/ 1858425 h 4882701"/>
                <a:gd name="connsiteX14765" fmla="*/ 4299809 w 4954903"/>
                <a:gd name="connsiteY14765" fmla="*/ 1871086 h 4882701"/>
                <a:gd name="connsiteX14766" fmla="*/ 4287654 w 4954903"/>
                <a:gd name="connsiteY14766" fmla="*/ 1855133 h 4882701"/>
                <a:gd name="connsiteX14767" fmla="*/ 4286641 w 4954903"/>
                <a:gd name="connsiteY14767" fmla="*/ 1855133 h 4882701"/>
                <a:gd name="connsiteX14768" fmla="*/ 4285881 w 4954903"/>
                <a:gd name="connsiteY14768" fmla="*/ 1879949 h 4882701"/>
                <a:gd name="connsiteX14769" fmla="*/ 4299809 w 4954903"/>
                <a:gd name="connsiteY14769" fmla="*/ 1871086 h 4882701"/>
                <a:gd name="connsiteX14770" fmla="*/ 4243846 w 4954903"/>
                <a:gd name="connsiteY14770" fmla="*/ 1851841 h 4882701"/>
                <a:gd name="connsiteX14771" fmla="*/ 4242833 w 4954903"/>
                <a:gd name="connsiteY14771" fmla="*/ 1851841 h 4882701"/>
                <a:gd name="connsiteX14772" fmla="*/ 4241820 w 4954903"/>
                <a:gd name="connsiteY14772" fmla="*/ 1876657 h 4882701"/>
                <a:gd name="connsiteX14773" fmla="*/ 4256254 w 4954903"/>
                <a:gd name="connsiteY14773" fmla="*/ 1867794 h 4882701"/>
                <a:gd name="connsiteX14774" fmla="*/ 4243846 w 4954903"/>
                <a:gd name="connsiteY14774" fmla="*/ 1851841 h 4882701"/>
                <a:gd name="connsiteX14775" fmla="*/ 4211433 w 4954903"/>
                <a:gd name="connsiteY14775" fmla="*/ 1864502 h 4882701"/>
                <a:gd name="connsiteX14776" fmla="*/ 4198772 w 4954903"/>
                <a:gd name="connsiteY14776" fmla="*/ 1848549 h 4882701"/>
                <a:gd name="connsiteX14777" fmla="*/ 4197759 w 4954903"/>
                <a:gd name="connsiteY14777" fmla="*/ 1848549 h 4882701"/>
                <a:gd name="connsiteX14778" fmla="*/ 4196746 w 4954903"/>
                <a:gd name="connsiteY14778" fmla="*/ 1873365 h 4882701"/>
                <a:gd name="connsiteX14779" fmla="*/ 4211433 w 4954903"/>
                <a:gd name="connsiteY14779" fmla="*/ 1864502 h 4882701"/>
                <a:gd name="connsiteX14780" fmla="*/ 4165346 w 4954903"/>
                <a:gd name="connsiteY14780" fmla="*/ 1861210 h 4882701"/>
                <a:gd name="connsiteX14781" fmla="*/ 4152431 w 4954903"/>
                <a:gd name="connsiteY14781" fmla="*/ 1845257 h 4882701"/>
                <a:gd name="connsiteX14782" fmla="*/ 4151418 w 4954903"/>
                <a:gd name="connsiteY14782" fmla="*/ 1845257 h 4882701"/>
                <a:gd name="connsiteX14783" fmla="*/ 4150152 w 4954903"/>
                <a:gd name="connsiteY14783" fmla="*/ 1870073 h 4882701"/>
                <a:gd name="connsiteX14784" fmla="*/ 4165346 w 4954903"/>
                <a:gd name="connsiteY14784" fmla="*/ 1861210 h 4882701"/>
                <a:gd name="connsiteX14785" fmla="*/ 4117992 w 4954903"/>
                <a:gd name="connsiteY14785" fmla="*/ 1858171 h 4882701"/>
                <a:gd name="connsiteX14786" fmla="*/ 4105078 w 4954903"/>
                <a:gd name="connsiteY14786" fmla="*/ 1842218 h 4882701"/>
                <a:gd name="connsiteX14787" fmla="*/ 4104065 w 4954903"/>
                <a:gd name="connsiteY14787" fmla="*/ 1842218 h 4882701"/>
                <a:gd name="connsiteX14788" fmla="*/ 4101533 w 4954903"/>
                <a:gd name="connsiteY14788" fmla="*/ 1866021 h 4882701"/>
                <a:gd name="connsiteX14789" fmla="*/ 4117992 w 4954903"/>
                <a:gd name="connsiteY14789" fmla="*/ 1858171 h 4882701"/>
                <a:gd name="connsiteX14790" fmla="*/ 4069880 w 4954903"/>
                <a:gd name="connsiteY14790" fmla="*/ 1854879 h 4882701"/>
                <a:gd name="connsiteX14791" fmla="*/ 4056712 w 4954903"/>
                <a:gd name="connsiteY14791" fmla="*/ 1838926 h 4882701"/>
                <a:gd name="connsiteX14792" fmla="*/ 4055699 w 4954903"/>
                <a:gd name="connsiteY14792" fmla="*/ 1838926 h 4882701"/>
                <a:gd name="connsiteX14793" fmla="*/ 4052914 w 4954903"/>
                <a:gd name="connsiteY14793" fmla="*/ 1862729 h 4882701"/>
                <a:gd name="connsiteX14794" fmla="*/ 4069880 w 4954903"/>
                <a:gd name="connsiteY14794" fmla="*/ 1854879 h 4882701"/>
                <a:gd name="connsiteX14795" fmla="*/ 4020501 w 4954903"/>
                <a:gd name="connsiteY14795" fmla="*/ 1851841 h 4882701"/>
                <a:gd name="connsiteX14796" fmla="*/ 4007080 w 4954903"/>
                <a:gd name="connsiteY14796" fmla="*/ 1835888 h 4882701"/>
                <a:gd name="connsiteX14797" fmla="*/ 4005813 w 4954903"/>
                <a:gd name="connsiteY14797" fmla="*/ 1835888 h 4882701"/>
                <a:gd name="connsiteX14798" fmla="*/ 4002775 w 4954903"/>
                <a:gd name="connsiteY14798" fmla="*/ 1859691 h 4882701"/>
                <a:gd name="connsiteX14799" fmla="*/ 4020501 w 4954903"/>
                <a:gd name="connsiteY14799" fmla="*/ 1851841 h 4882701"/>
                <a:gd name="connsiteX14800" fmla="*/ 3969855 w 4954903"/>
                <a:gd name="connsiteY14800" fmla="*/ 1848802 h 4882701"/>
                <a:gd name="connsiteX14801" fmla="*/ 3956435 w 4954903"/>
                <a:gd name="connsiteY14801" fmla="*/ 1832849 h 4882701"/>
                <a:gd name="connsiteX14802" fmla="*/ 3955168 w 4954903"/>
                <a:gd name="connsiteY14802" fmla="*/ 1832849 h 4882701"/>
                <a:gd name="connsiteX14803" fmla="*/ 3951876 w 4954903"/>
                <a:gd name="connsiteY14803" fmla="*/ 1856652 h 4882701"/>
                <a:gd name="connsiteX14804" fmla="*/ 3969855 w 4954903"/>
                <a:gd name="connsiteY14804" fmla="*/ 1848802 h 4882701"/>
                <a:gd name="connsiteX14805" fmla="*/ 3918197 w 4954903"/>
                <a:gd name="connsiteY14805" fmla="*/ 1845763 h 4882701"/>
                <a:gd name="connsiteX14806" fmla="*/ 3904523 w 4954903"/>
                <a:gd name="connsiteY14806" fmla="*/ 1830063 h 4882701"/>
                <a:gd name="connsiteX14807" fmla="*/ 3903257 w 4954903"/>
                <a:gd name="connsiteY14807" fmla="*/ 1830063 h 4882701"/>
                <a:gd name="connsiteX14808" fmla="*/ 3899712 w 4954903"/>
                <a:gd name="connsiteY14808" fmla="*/ 1853867 h 4882701"/>
                <a:gd name="connsiteX14809" fmla="*/ 3918197 w 4954903"/>
                <a:gd name="connsiteY14809" fmla="*/ 1845763 h 4882701"/>
                <a:gd name="connsiteX14810" fmla="*/ 3865780 w 4954903"/>
                <a:gd name="connsiteY14810" fmla="*/ 1842978 h 4882701"/>
                <a:gd name="connsiteX14811" fmla="*/ 3851852 w 4954903"/>
                <a:gd name="connsiteY14811" fmla="*/ 1827278 h 4882701"/>
                <a:gd name="connsiteX14812" fmla="*/ 3850586 w 4954903"/>
                <a:gd name="connsiteY14812" fmla="*/ 1827278 h 4882701"/>
                <a:gd name="connsiteX14813" fmla="*/ 3846788 w 4954903"/>
                <a:gd name="connsiteY14813" fmla="*/ 1851081 h 4882701"/>
                <a:gd name="connsiteX14814" fmla="*/ 3865780 w 4954903"/>
                <a:gd name="connsiteY14814" fmla="*/ 1842978 h 4882701"/>
                <a:gd name="connsiteX14815" fmla="*/ 3812095 w 4954903"/>
                <a:gd name="connsiteY14815" fmla="*/ 1839939 h 4882701"/>
                <a:gd name="connsiteX14816" fmla="*/ 3797915 w 4954903"/>
                <a:gd name="connsiteY14816" fmla="*/ 1824239 h 4882701"/>
                <a:gd name="connsiteX14817" fmla="*/ 3791584 w 4954903"/>
                <a:gd name="connsiteY14817" fmla="*/ 1847283 h 4882701"/>
                <a:gd name="connsiteX14818" fmla="*/ 3812095 w 4954903"/>
                <a:gd name="connsiteY14818" fmla="*/ 1839939 h 4882701"/>
                <a:gd name="connsiteX14819" fmla="*/ 3736888 w 4954903"/>
                <a:gd name="connsiteY14819" fmla="*/ 1844497 h 4882701"/>
                <a:gd name="connsiteX14820" fmla="*/ 3757399 w 4954903"/>
                <a:gd name="connsiteY14820" fmla="*/ 1837154 h 4882701"/>
                <a:gd name="connsiteX14821" fmla="*/ 3743218 w 4954903"/>
                <a:gd name="connsiteY14821" fmla="*/ 1821454 h 4882701"/>
                <a:gd name="connsiteX14822" fmla="*/ 3736888 w 4954903"/>
                <a:gd name="connsiteY14822" fmla="*/ 1844497 h 4882701"/>
                <a:gd name="connsiteX14823" fmla="*/ 3702196 w 4954903"/>
                <a:gd name="connsiteY14823" fmla="*/ 1834368 h 4882701"/>
                <a:gd name="connsiteX14824" fmla="*/ 3688015 w 4954903"/>
                <a:gd name="connsiteY14824" fmla="*/ 1818668 h 4882701"/>
                <a:gd name="connsiteX14825" fmla="*/ 3681178 w 4954903"/>
                <a:gd name="connsiteY14825" fmla="*/ 1841712 h 4882701"/>
                <a:gd name="connsiteX14826" fmla="*/ 3702196 w 4954903"/>
                <a:gd name="connsiteY14826" fmla="*/ 1834368 h 4882701"/>
                <a:gd name="connsiteX14827" fmla="*/ 3645979 w 4954903"/>
                <a:gd name="connsiteY14827" fmla="*/ 1831836 h 4882701"/>
                <a:gd name="connsiteX14828" fmla="*/ 3631546 w 4954903"/>
                <a:gd name="connsiteY14828" fmla="*/ 1816136 h 4882701"/>
                <a:gd name="connsiteX14829" fmla="*/ 3624455 w 4954903"/>
                <a:gd name="connsiteY14829" fmla="*/ 1839179 h 4882701"/>
                <a:gd name="connsiteX14830" fmla="*/ 3645979 w 4954903"/>
                <a:gd name="connsiteY14830" fmla="*/ 1831836 h 4882701"/>
                <a:gd name="connsiteX14831" fmla="*/ 3588497 w 4954903"/>
                <a:gd name="connsiteY14831" fmla="*/ 1829050 h 4882701"/>
                <a:gd name="connsiteX14832" fmla="*/ 3574063 w 4954903"/>
                <a:gd name="connsiteY14832" fmla="*/ 1813350 h 4882701"/>
                <a:gd name="connsiteX14833" fmla="*/ 3566720 w 4954903"/>
                <a:gd name="connsiteY14833" fmla="*/ 1836394 h 4882701"/>
                <a:gd name="connsiteX14834" fmla="*/ 3588497 w 4954903"/>
                <a:gd name="connsiteY14834" fmla="*/ 1829050 h 4882701"/>
                <a:gd name="connsiteX14835" fmla="*/ 3530508 w 4954903"/>
                <a:gd name="connsiteY14835" fmla="*/ 1826518 h 4882701"/>
                <a:gd name="connsiteX14836" fmla="*/ 3516075 w 4954903"/>
                <a:gd name="connsiteY14836" fmla="*/ 1810818 h 4882701"/>
                <a:gd name="connsiteX14837" fmla="*/ 3514809 w 4954903"/>
                <a:gd name="connsiteY14837" fmla="*/ 1810818 h 4882701"/>
                <a:gd name="connsiteX14838" fmla="*/ 3508478 w 4954903"/>
                <a:gd name="connsiteY14838" fmla="*/ 1833862 h 4882701"/>
                <a:gd name="connsiteX14839" fmla="*/ 3530508 w 4954903"/>
                <a:gd name="connsiteY14839" fmla="*/ 1826518 h 4882701"/>
                <a:gd name="connsiteX14840" fmla="*/ 3471760 w 4954903"/>
                <a:gd name="connsiteY14840" fmla="*/ 1823986 h 4882701"/>
                <a:gd name="connsiteX14841" fmla="*/ 3457073 w 4954903"/>
                <a:gd name="connsiteY14841" fmla="*/ 1808286 h 4882701"/>
                <a:gd name="connsiteX14842" fmla="*/ 3455807 w 4954903"/>
                <a:gd name="connsiteY14842" fmla="*/ 1808286 h 4882701"/>
                <a:gd name="connsiteX14843" fmla="*/ 3449223 w 4954903"/>
                <a:gd name="connsiteY14843" fmla="*/ 1831329 h 4882701"/>
                <a:gd name="connsiteX14844" fmla="*/ 3471760 w 4954903"/>
                <a:gd name="connsiteY14844" fmla="*/ 1823986 h 4882701"/>
                <a:gd name="connsiteX14845" fmla="*/ 3412252 w 4954903"/>
                <a:gd name="connsiteY14845" fmla="*/ 1821454 h 4882701"/>
                <a:gd name="connsiteX14846" fmla="*/ 3397312 w 4954903"/>
                <a:gd name="connsiteY14846" fmla="*/ 1805754 h 4882701"/>
                <a:gd name="connsiteX14847" fmla="*/ 3388196 w 4954903"/>
                <a:gd name="connsiteY14847" fmla="*/ 1827784 h 4882701"/>
                <a:gd name="connsiteX14848" fmla="*/ 3412252 w 4954903"/>
                <a:gd name="connsiteY14848" fmla="*/ 1821454 h 4882701"/>
                <a:gd name="connsiteX14849" fmla="*/ 3351984 w 4954903"/>
                <a:gd name="connsiteY14849" fmla="*/ 1819175 h 4882701"/>
                <a:gd name="connsiteX14850" fmla="*/ 3337297 w 4954903"/>
                <a:gd name="connsiteY14850" fmla="*/ 1803475 h 4882701"/>
                <a:gd name="connsiteX14851" fmla="*/ 3327928 w 4954903"/>
                <a:gd name="connsiteY14851" fmla="*/ 1825505 h 4882701"/>
                <a:gd name="connsiteX14852" fmla="*/ 3351984 w 4954903"/>
                <a:gd name="connsiteY14852" fmla="*/ 1819175 h 4882701"/>
                <a:gd name="connsiteX14853" fmla="*/ 3276016 w 4954903"/>
                <a:gd name="connsiteY14853" fmla="*/ 1801195 h 4882701"/>
                <a:gd name="connsiteX14854" fmla="*/ 3266394 w 4954903"/>
                <a:gd name="connsiteY14854" fmla="*/ 1823226 h 4882701"/>
                <a:gd name="connsiteX14855" fmla="*/ 3290957 w 4954903"/>
                <a:gd name="connsiteY14855" fmla="*/ 1816896 h 4882701"/>
                <a:gd name="connsiteX14856" fmla="*/ 3276016 w 4954903"/>
                <a:gd name="connsiteY14856" fmla="*/ 1801195 h 4882701"/>
                <a:gd name="connsiteX14857" fmla="*/ 3214229 w 4954903"/>
                <a:gd name="connsiteY14857" fmla="*/ 1798917 h 4882701"/>
                <a:gd name="connsiteX14858" fmla="*/ 3204354 w 4954903"/>
                <a:gd name="connsiteY14858" fmla="*/ 1820947 h 4882701"/>
                <a:gd name="connsiteX14859" fmla="*/ 3229170 w 4954903"/>
                <a:gd name="connsiteY14859" fmla="*/ 1814617 h 4882701"/>
                <a:gd name="connsiteX14860" fmla="*/ 3214229 w 4954903"/>
                <a:gd name="connsiteY14860" fmla="*/ 1798917 h 4882701"/>
                <a:gd name="connsiteX14861" fmla="*/ 3151936 w 4954903"/>
                <a:gd name="connsiteY14861" fmla="*/ 1796637 h 4882701"/>
                <a:gd name="connsiteX14862" fmla="*/ 3141807 w 4954903"/>
                <a:gd name="connsiteY14862" fmla="*/ 1818668 h 4882701"/>
                <a:gd name="connsiteX14863" fmla="*/ 3166876 w 4954903"/>
                <a:gd name="connsiteY14863" fmla="*/ 1812084 h 4882701"/>
                <a:gd name="connsiteX14864" fmla="*/ 3151936 w 4954903"/>
                <a:gd name="connsiteY14864" fmla="*/ 1796637 h 4882701"/>
                <a:gd name="connsiteX14865" fmla="*/ 3088883 w 4954903"/>
                <a:gd name="connsiteY14865" fmla="*/ 1794612 h 4882701"/>
                <a:gd name="connsiteX14866" fmla="*/ 3078500 w 4954903"/>
                <a:gd name="connsiteY14866" fmla="*/ 1816642 h 4882701"/>
                <a:gd name="connsiteX14867" fmla="*/ 3103823 w 4954903"/>
                <a:gd name="connsiteY14867" fmla="*/ 1810059 h 4882701"/>
                <a:gd name="connsiteX14868" fmla="*/ 3088883 w 4954903"/>
                <a:gd name="connsiteY14868" fmla="*/ 1794612 h 4882701"/>
                <a:gd name="connsiteX14869" fmla="*/ 3025323 w 4954903"/>
                <a:gd name="connsiteY14869" fmla="*/ 1792586 h 4882701"/>
                <a:gd name="connsiteX14870" fmla="*/ 3014687 w 4954903"/>
                <a:gd name="connsiteY14870" fmla="*/ 1814617 h 4882701"/>
                <a:gd name="connsiteX14871" fmla="*/ 3040516 w 4954903"/>
                <a:gd name="connsiteY14871" fmla="*/ 1808033 h 4882701"/>
                <a:gd name="connsiteX14872" fmla="*/ 3025323 w 4954903"/>
                <a:gd name="connsiteY14872" fmla="*/ 1792586 h 4882701"/>
                <a:gd name="connsiteX14873" fmla="*/ 2961257 w 4954903"/>
                <a:gd name="connsiteY14873" fmla="*/ 1790560 h 4882701"/>
                <a:gd name="connsiteX14874" fmla="*/ 2950368 w 4954903"/>
                <a:gd name="connsiteY14874" fmla="*/ 1812591 h 4882701"/>
                <a:gd name="connsiteX14875" fmla="*/ 2976450 w 4954903"/>
                <a:gd name="connsiteY14875" fmla="*/ 1806007 h 4882701"/>
                <a:gd name="connsiteX14876" fmla="*/ 2961257 w 4954903"/>
                <a:gd name="connsiteY14876" fmla="*/ 1790560 h 4882701"/>
                <a:gd name="connsiteX14877" fmla="*/ 2911625 w 4954903"/>
                <a:gd name="connsiteY14877" fmla="*/ 1804234 h 4882701"/>
                <a:gd name="connsiteX14878" fmla="*/ 2896431 w 4954903"/>
                <a:gd name="connsiteY14878" fmla="*/ 1788787 h 4882701"/>
                <a:gd name="connsiteX14879" fmla="*/ 2885289 w 4954903"/>
                <a:gd name="connsiteY14879" fmla="*/ 1810818 h 4882701"/>
                <a:gd name="connsiteX14880" fmla="*/ 2911625 w 4954903"/>
                <a:gd name="connsiteY14880" fmla="*/ 1804234 h 4882701"/>
                <a:gd name="connsiteX14881" fmla="*/ 2831605 w 4954903"/>
                <a:gd name="connsiteY14881" fmla="*/ 1787015 h 4882701"/>
                <a:gd name="connsiteX14882" fmla="*/ 2820210 w 4954903"/>
                <a:gd name="connsiteY14882" fmla="*/ 1809046 h 4882701"/>
                <a:gd name="connsiteX14883" fmla="*/ 2846545 w 4954903"/>
                <a:gd name="connsiteY14883" fmla="*/ 1802462 h 4882701"/>
                <a:gd name="connsiteX14884" fmla="*/ 2831605 w 4954903"/>
                <a:gd name="connsiteY14884" fmla="*/ 1787015 h 4882701"/>
                <a:gd name="connsiteX14885" fmla="*/ 2765766 w 4954903"/>
                <a:gd name="connsiteY14885" fmla="*/ 1785242 h 4882701"/>
                <a:gd name="connsiteX14886" fmla="*/ 2753358 w 4954903"/>
                <a:gd name="connsiteY14886" fmla="*/ 1806260 h 4882701"/>
                <a:gd name="connsiteX14887" fmla="*/ 2780960 w 4954903"/>
                <a:gd name="connsiteY14887" fmla="*/ 1800689 h 4882701"/>
                <a:gd name="connsiteX14888" fmla="*/ 2765766 w 4954903"/>
                <a:gd name="connsiteY14888" fmla="*/ 1785242 h 4882701"/>
                <a:gd name="connsiteX14889" fmla="*/ 2699928 w 4954903"/>
                <a:gd name="connsiteY14889" fmla="*/ 1783723 h 4882701"/>
                <a:gd name="connsiteX14890" fmla="*/ 2687266 w 4954903"/>
                <a:gd name="connsiteY14890" fmla="*/ 1804741 h 4882701"/>
                <a:gd name="connsiteX14891" fmla="*/ 2714868 w 4954903"/>
                <a:gd name="connsiteY14891" fmla="*/ 1799170 h 4882701"/>
                <a:gd name="connsiteX14892" fmla="*/ 2699928 w 4954903"/>
                <a:gd name="connsiteY14892" fmla="*/ 1783723 h 4882701"/>
                <a:gd name="connsiteX14893" fmla="*/ 2620668 w 4954903"/>
                <a:gd name="connsiteY14893" fmla="*/ 1803221 h 4882701"/>
                <a:gd name="connsiteX14894" fmla="*/ 2648523 w 4954903"/>
                <a:gd name="connsiteY14894" fmla="*/ 1797650 h 4882701"/>
                <a:gd name="connsiteX14895" fmla="*/ 2633582 w 4954903"/>
                <a:gd name="connsiteY14895" fmla="*/ 1782204 h 4882701"/>
                <a:gd name="connsiteX14896" fmla="*/ 2620668 w 4954903"/>
                <a:gd name="connsiteY14896" fmla="*/ 1803221 h 4882701"/>
                <a:gd name="connsiteX14897" fmla="*/ 2553816 w 4954903"/>
                <a:gd name="connsiteY14897" fmla="*/ 1801702 h 4882701"/>
                <a:gd name="connsiteX14898" fmla="*/ 2581924 w 4954903"/>
                <a:gd name="connsiteY14898" fmla="*/ 1796131 h 4882701"/>
                <a:gd name="connsiteX14899" fmla="*/ 2566984 w 4954903"/>
                <a:gd name="connsiteY14899" fmla="*/ 1780684 h 4882701"/>
                <a:gd name="connsiteX14900" fmla="*/ 2553816 w 4954903"/>
                <a:gd name="connsiteY14900" fmla="*/ 1801702 h 4882701"/>
                <a:gd name="connsiteX14901" fmla="*/ 2486458 w 4954903"/>
                <a:gd name="connsiteY14901" fmla="*/ 1800436 h 4882701"/>
                <a:gd name="connsiteX14902" fmla="*/ 2514819 w 4954903"/>
                <a:gd name="connsiteY14902" fmla="*/ 1794612 h 4882701"/>
                <a:gd name="connsiteX14903" fmla="*/ 2499626 w 4954903"/>
                <a:gd name="connsiteY14903" fmla="*/ 1779165 h 4882701"/>
                <a:gd name="connsiteX14904" fmla="*/ 2486458 w 4954903"/>
                <a:gd name="connsiteY14904" fmla="*/ 1800436 h 4882701"/>
                <a:gd name="connsiteX14905" fmla="*/ 2419100 w 4954903"/>
                <a:gd name="connsiteY14905" fmla="*/ 1799170 h 4882701"/>
                <a:gd name="connsiteX14906" fmla="*/ 2447461 w 4954903"/>
                <a:gd name="connsiteY14906" fmla="*/ 1793346 h 4882701"/>
                <a:gd name="connsiteX14907" fmla="*/ 2432521 w 4954903"/>
                <a:gd name="connsiteY14907" fmla="*/ 1777899 h 4882701"/>
                <a:gd name="connsiteX14908" fmla="*/ 2419100 w 4954903"/>
                <a:gd name="connsiteY14908" fmla="*/ 1799170 h 4882701"/>
                <a:gd name="connsiteX14909" fmla="*/ 2364657 w 4954903"/>
                <a:gd name="connsiteY14909" fmla="*/ 1776886 h 4882701"/>
                <a:gd name="connsiteX14910" fmla="*/ 2350982 w 4954903"/>
                <a:gd name="connsiteY14910" fmla="*/ 1797904 h 4882701"/>
                <a:gd name="connsiteX14911" fmla="*/ 2379597 w 4954903"/>
                <a:gd name="connsiteY14911" fmla="*/ 1792079 h 4882701"/>
                <a:gd name="connsiteX14912" fmla="*/ 2364657 w 4954903"/>
                <a:gd name="connsiteY14912" fmla="*/ 1776886 h 4882701"/>
                <a:gd name="connsiteX14913" fmla="*/ 2296792 w 4954903"/>
                <a:gd name="connsiteY14913" fmla="*/ 1775620 h 4882701"/>
                <a:gd name="connsiteX14914" fmla="*/ 2283118 w 4954903"/>
                <a:gd name="connsiteY14914" fmla="*/ 1796637 h 4882701"/>
                <a:gd name="connsiteX14915" fmla="*/ 2311986 w 4954903"/>
                <a:gd name="connsiteY14915" fmla="*/ 1790813 h 4882701"/>
                <a:gd name="connsiteX14916" fmla="*/ 2296792 w 4954903"/>
                <a:gd name="connsiteY14916" fmla="*/ 1775620 h 4882701"/>
                <a:gd name="connsiteX14917" fmla="*/ 2228674 w 4954903"/>
                <a:gd name="connsiteY14917" fmla="*/ 1774860 h 4882701"/>
                <a:gd name="connsiteX14918" fmla="*/ 2214747 w 4954903"/>
                <a:gd name="connsiteY14918" fmla="*/ 1795878 h 4882701"/>
                <a:gd name="connsiteX14919" fmla="*/ 2243615 w 4954903"/>
                <a:gd name="connsiteY14919" fmla="*/ 1790054 h 4882701"/>
                <a:gd name="connsiteX14920" fmla="*/ 2228674 w 4954903"/>
                <a:gd name="connsiteY14920" fmla="*/ 1774860 h 4882701"/>
                <a:gd name="connsiteX14921" fmla="*/ 2160557 w 4954903"/>
                <a:gd name="connsiteY14921" fmla="*/ 1773847 h 4882701"/>
                <a:gd name="connsiteX14922" fmla="*/ 2146376 w 4954903"/>
                <a:gd name="connsiteY14922" fmla="*/ 1795118 h 4882701"/>
                <a:gd name="connsiteX14923" fmla="*/ 2175497 w 4954903"/>
                <a:gd name="connsiteY14923" fmla="*/ 1789294 h 4882701"/>
                <a:gd name="connsiteX14924" fmla="*/ 2160557 w 4954903"/>
                <a:gd name="connsiteY14924" fmla="*/ 1773847 h 4882701"/>
                <a:gd name="connsiteX14925" fmla="*/ 2092186 w 4954903"/>
                <a:gd name="connsiteY14925" fmla="*/ 1773087 h 4882701"/>
                <a:gd name="connsiteX14926" fmla="*/ 2077752 w 4954903"/>
                <a:gd name="connsiteY14926" fmla="*/ 1794358 h 4882701"/>
                <a:gd name="connsiteX14927" fmla="*/ 2106873 w 4954903"/>
                <a:gd name="connsiteY14927" fmla="*/ 1788534 h 4882701"/>
                <a:gd name="connsiteX14928" fmla="*/ 2092186 w 4954903"/>
                <a:gd name="connsiteY14928" fmla="*/ 1773087 h 4882701"/>
                <a:gd name="connsiteX14929" fmla="*/ 2023561 w 4954903"/>
                <a:gd name="connsiteY14929" fmla="*/ 1772328 h 4882701"/>
                <a:gd name="connsiteX14930" fmla="*/ 2009381 w 4954903"/>
                <a:gd name="connsiteY14930" fmla="*/ 1793599 h 4882701"/>
                <a:gd name="connsiteX14931" fmla="*/ 2038502 w 4954903"/>
                <a:gd name="connsiteY14931" fmla="*/ 1787521 h 4882701"/>
                <a:gd name="connsiteX14932" fmla="*/ 2023561 w 4954903"/>
                <a:gd name="connsiteY14932" fmla="*/ 1772328 h 4882701"/>
                <a:gd name="connsiteX14933" fmla="*/ 1955950 w 4954903"/>
                <a:gd name="connsiteY14933" fmla="*/ 1771821 h 4882701"/>
                <a:gd name="connsiteX14934" fmla="*/ 1941769 w 4954903"/>
                <a:gd name="connsiteY14934" fmla="*/ 1793092 h 4882701"/>
                <a:gd name="connsiteX14935" fmla="*/ 1970384 w 4954903"/>
                <a:gd name="connsiteY14935" fmla="*/ 1787015 h 4882701"/>
                <a:gd name="connsiteX14936" fmla="*/ 1955950 w 4954903"/>
                <a:gd name="connsiteY14936" fmla="*/ 1771821 h 4882701"/>
                <a:gd name="connsiteX14937" fmla="*/ 1889098 w 4954903"/>
                <a:gd name="connsiteY14937" fmla="*/ 1771315 h 4882701"/>
                <a:gd name="connsiteX14938" fmla="*/ 1874664 w 4954903"/>
                <a:gd name="connsiteY14938" fmla="*/ 1792586 h 4882701"/>
                <a:gd name="connsiteX14939" fmla="*/ 1903026 w 4954903"/>
                <a:gd name="connsiteY14939" fmla="*/ 1786509 h 4882701"/>
                <a:gd name="connsiteX14940" fmla="*/ 1889098 w 4954903"/>
                <a:gd name="connsiteY14940" fmla="*/ 1771315 h 4882701"/>
                <a:gd name="connsiteX14941" fmla="*/ 1836681 w 4954903"/>
                <a:gd name="connsiteY14941" fmla="*/ 1786002 h 4882701"/>
                <a:gd name="connsiteX14942" fmla="*/ 1822753 w 4954903"/>
                <a:gd name="connsiteY14942" fmla="*/ 1770808 h 4882701"/>
                <a:gd name="connsiteX14943" fmla="*/ 1808572 w 4954903"/>
                <a:gd name="connsiteY14943" fmla="*/ 1792079 h 4882701"/>
                <a:gd name="connsiteX14944" fmla="*/ 1836681 w 4954903"/>
                <a:gd name="connsiteY14944" fmla="*/ 1786002 h 4882701"/>
                <a:gd name="connsiteX14945" fmla="*/ 1506474 w 4954903"/>
                <a:gd name="connsiteY14945" fmla="*/ 1770555 h 4882701"/>
                <a:gd name="connsiteX14946" fmla="*/ 1492547 w 4954903"/>
                <a:gd name="connsiteY14946" fmla="*/ 1791826 h 4882701"/>
                <a:gd name="connsiteX14947" fmla="*/ 1518629 w 4954903"/>
                <a:gd name="connsiteY14947" fmla="*/ 1785496 h 4882701"/>
                <a:gd name="connsiteX14948" fmla="*/ 1506474 w 4954903"/>
                <a:gd name="connsiteY14948" fmla="*/ 1770555 h 4882701"/>
                <a:gd name="connsiteX14949" fmla="*/ 113985 w 4954903"/>
                <a:gd name="connsiteY14949" fmla="*/ 1848296 h 4882701"/>
                <a:gd name="connsiteX14950" fmla="*/ 114998 w 4954903"/>
                <a:gd name="connsiteY14950" fmla="*/ 1833862 h 4882701"/>
                <a:gd name="connsiteX14951" fmla="*/ 107401 w 4954903"/>
                <a:gd name="connsiteY14951" fmla="*/ 1860957 h 4882701"/>
                <a:gd name="connsiteX14952" fmla="*/ 113985 w 4954903"/>
                <a:gd name="connsiteY14952" fmla="*/ 1848296 h 4882701"/>
                <a:gd name="connsiteX14953" fmla="*/ 97019 w 4954903"/>
                <a:gd name="connsiteY14953" fmla="*/ 1864502 h 4882701"/>
                <a:gd name="connsiteX14954" fmla="*/ 102843 w 4954903"/>
                <a:gd name="connsiteY14954" fmla="*/ 1851588 h 4882701"/>
                <a:gd name="connsiteX14955" fmla="*/ 104362 w 4954903"/>
                <a:gd name="connsiteY14955" fmla="*/ 1837154 h 4882701"/>
                <a:gd name="connsiteX14956" fmla="*/ 97019 w 4954903"/>
                <a:gd name="connsiteY14956" fmla="*/ 1864502 h 4882701"/>
                <a:gd name="connsiteX14957" fmla="*/ 95246 w 4954903"/>
                <a:gd name="connsiteY14957" fmla="*/ 1840192 h 4882701"/>
                <a:gd name="connsiteX14958" fmla="*/ 95246 w 4954903"/>
                <a:gd name="connsiteY14958" fmla="*/ 1840192 h 4882701"/>
                <a:gd name="connsiteX14959" fmla="*/ 87903 w 4954903"/>
                <a:gd name="connsiteY14959" fmla="*/ 1867794 h 4882701"/>
                <a:gd name="connsiteX14960" fmla="*/ 92967 w 4954903"/>
                <a:gd name="connsiteY14960" fmla="*/ 1854626 h 4882701"/>
                <a:gd name="connsiteX14961" fmla="*/ 95246 w 4954903"/>
                <a:gd name="connsiteY14961" fmla="*/ 1840192 h 4882701"/>
                <a:gd name="connsiteX14962" fmla="*/ 88156 w 4954903"/>
                <a:gd name="connsiteY14962" fmla="*/ 1843484 h 4882701"/>
                <a:gd name="connsiteX14963" fmla="*/ 88156 w 4954903"/>
                <a:gd name="connsiteY14963" fmla="*/ 1843484 h 4882701"/>
                <a:gd name="connsiteX14964" fmla="*/ 80812 w 4954903"/>
                <a:gd name="connsiteY14964" fmla="*/ 1870833 h 4882701"/>
                <a:gd name="connsiteX14965" fmla="*/ 81066 w 4954903"/>
                <a:gd name="connsiteY14965" fmla="*/ 1871086 h 4882701"/>
                <a:gd name="connsiteX14966" fmla="*/ 85624 w 4954903"/>
                <a:gd name="connsiteY14966" fmla="*/ 1857918 h 4882701"/>
                <a:gd name="connsiteX14967" fmla="*/ 88156 w 4954903"/>
                <a:gd name="connsiteY14967" fmla="*/ 1843484 h 4882701"/>
                <a:gd name="connsiteX14968" fmla="*/ 75241 w 4954903"/>
                <a:gd name="connsiteY14968" fmla="*/ 1874125 h 4882701"/>
                <a:gd name="connsiteX14969" fmla="*/ 79293 w 4954903"/>
                <a:gd name="connsiteY14969" fmla="*/ 1860957 h 4882701"/>
                <a:gd name="connsiteX14970" fmla="*/ 79293 w 4954903"/>
                <a:gd name="connsiteY14970" fmla="*/ 1860957 h 4882701"/>
                <a:gd name="connsiteX14971" fmla="*/ 82078 w 4954903"/>
                <a:gd name="connsiteY14971" fmla="*/ 1846776 h 4882701"/>
                <a:gd name="connsiteX14972" fmla="*/ 81825 w 4954903"/>
                <a:gd name="connsiteY14972" fmla="*/ 1846776 h 4882701"/>
                <a:gd name="connsiteX14973" fmla="*/ 75241 w 4954903"/>
                <a:gd name="connsiteY14973" fmla="*/ 1874125 h 4882701"/>
                <a:gd name="connsiteX14974" fmla="*/ 75241 w 4954903"/>
                <a:gd name="connsiteY14974" fmla="*/ 1874125 h 4882701"/>
                <a:gd name="connsiteX14975" fmla="*/ 75495 w 4954903"/>
                <a:gd name="connsiteY14975" fmla="*/ 1864502 h 4882701"/>
                <a:gd name="connsiteX14976" fmla="*/ 78787 w 4954903"/>
                <a:gd name="connsiteY14976" fmla="*/ 1850068 h 4882701"/>
                <a:gd name="connsiteX14977" fmla="*/ 71949 w 4954903"/>
                <a:gd name="connsiteY14977" fmla="*/ 1877670 h 4882701"/>
                <a:gd name="connsiteX14978" fmla="*/ 75495 w 4954903"/>
                <a:gd name="connsiteY14978" fmla="*/ 1864502 h 4882701"/>
                <a:gd name="connsiteX14979" fmla="*/ 69924 w 4954903"/>
                <a:gd name="connsiteY14979" fmla="*/ 1880202 h 4882701"/>
                <a:gd name="connsiteX14980" fmla="*/ 69670 w 4954903"/>
                <a:gd name="connsiteY14980" fmla="*/ 1880962 h 4882701"/>
                <a:gd name="connsiteX14981" fmla="*/ 69670 w 4954903"/>
                <a:gd name="connsiteY14981" fmla="*/ 1880962 h 4882701"/>
                <a:gd name="connsiteX14982" fmla="*/ 69924 w 4954903"/>
                <a:gd name="connsiteY14982" fmla="*/ 1880202 h 4882701"/>
                <a:gd name="connsiteX14983" fmla="*/ 76761 w 4954903"/>
                <a:gd name="connsiteY14983" fmla="*/ 1853360 h 4882701"/>
                <a:gd name="connsiteX14984" fmla="*/ 76761 w 4954903"/>
                <a:gd name="connsiteY14984" fmla="*/ 1853360 h 4882701"/>
                <a:gd name="connsiteX14985" fmla="*/ 69924 w 4954903"/>
                <a:gd name="connsiteY14985" fmla="*/ 1880202 h 4882701"/>
                <a:gd name="connsiteX14986" fmla="*/ 72962 w 4954903"/>
                <a:gd name="connsiteY14986" fmla="*/ 1867794 h 4882701"/>
                <a:gd name="connsiteX14987" fmla="*/ 76761 w 4954903"/>
                <a:gd name="connsiteY14987" fmla="*/ 1853360 h 4882701"/>
                <a:gd name="connsiteX14988" fmla="*/ 4888812 w 4954903"/>
                <a:gd name="connsiteY14988" fmla="*/ 1903499 h 4882701"/>
                <a:gd name="connsiteX14989" fmla="*/ 4887799 w 4954903"/>
                <a:gd name="connsiteY14989" fmla="*/ 1899194 h 4882701"/>
                <a:gd name="connsiteX14990" fmla="*/ 4888812 w 4954903"/>
                <a:gd name="connsiteY14990" fmla="*/ 1903499 h 4882701"/>
                <a:gd name="connsiteX14991" fmla="*/ 4888812 w 4954903"/>
                <a:gd name="connsiteY14991" fmla="*/ 1903499 h 4882701"/>
                <a:gd name="connsiteX14992" fmla="*/ 4887546 w 4954903"/>
                <a:gd name="connsiteY14992" fmla="*/ 1900207 h 4882701"/>
                <a:gd name="connsiteX14993" fmla="*/ 4883495 w 4954903"/>
                <a:gd name="connsiteY14993" fmla="*/ 1884254 h 4882701"/>
                <a:gd name="connsiteX14994" fmla="*/ 4890078 w 4954903"/>
                <a:gd name="connsiteY14994" fmla="*/ 1911602 h 4882701"/>
                <a:gd name="connsiteX14995" fmla="*/ 4887546 w 4954903"/>
                <a:gd name="connsiteY14995" fmla="*/ 1900207 h 4882701"/>
                <a:gd name="connsiteX14996" fmla="*/ 4868048 w 4954903"/>
                <a:gd name="connsiteY14996" fmla="*/ 1873618 h 4882701"/>
                <a:gd name="connsiteX14997" fmla="*/ 4868048 w 4954903"/>
                <a:gd name="connsiteY14997" fmla="*/ 1873618 h 4882701"/>
                <a:gd name="connsiteX14998" fmla="*/ 4874631 w 4954903"/>
                <a:gd name="connsiteY14998" fmla="*/ 1901220 h 4882701"/>
                <a:gd name="connsiteX14999" fmla="*/ 4873365 w 4954903"/>
                <a:gd name="connsiteY14999" fmla="*/ 1889571 h 4882701"/>
                <a:gd name="connsiteX15000" fmla="*/ 4868048 w 4954903"/>
                <a:gd name="connsiteY15000" fmla="*/ 1873618 h 4882701"/>
                <a:gd name="connsiteX15001" fmla="*/ 4858932 w 4954903"/>
                <a:gd name="connsiteY15001" fmla="*/ 1870073 h 4882701"/>
                <a:gd name="connsiteX15002" fmla="*/ 4858932 w 4954903"/>
                <a:gd name="connsiteY15002" fmla="*/ 1870073 h 4882701"/>
                <a:gd name="connsiteX15003" fmla="*/ 4865262 w 4954903"/>
                <a:gd name="connsiteY15003" fmla="*/ 1897421 h 4882701"/>
                <a:gd name="connsiteX15004" fmla="*/ 4865009 w 4954903"/>
                <a:gd name="connsiteY15004" fmla="*/ 1886026 h 4882701"/>
                <a:gd name="connsiteX15005" fmla="*/ 4858932 w 4954903"/>
                <a:gd name="connsiteY15005" fmla="*/ 1870073 h 4882701"/>
                <a:gd name="connsiteX15006" fmla="*/ 4847790 w 4954903"/>
                <a:gd name="connsiteY15006" fmla="*/ 1866275 h 4882701"/>
                <a:gd name="connsiteX15007" fmla="*/ 4854120 w 4954903"/>
                <a:gd name="connsiteY15007" fmla="*/ 1893623 h 4882701"/>
                <a:gd name="connsiteX15008" fmla="*/ 4854373 w 4954903"/>
                <a:gd name="connsiteY15008" fmla="*/ 1882228 h 4882701"/>
                <a:gd name="connsiteX15009" fmla="*/ 4854373 w 4954903"/>
                <a:gd name="connsiteY15009" fmla="*/ 1882228 h 4882701"/>
                <a:gd name="connsiteX15010" fmla="*/ 4848043 w 4954903"/>
                <a:gd name="connsiteY15010" fmla="*/ 1866275 h 4882701"/>
                <a:gd name="connsiteX15011" fmla="*/ 4847790 w 4954903"/>
                <a:gd name="connsiteY15011" fmla="*/ 1866275 h 4882701"/>
                <a:gd name="connsiteX15012" fmla="*/ 4834875 w 4954903"/>
                <a:gd name="connsiteY15012" fmla="*/ 1862476 h 4882701"/>
                <a:gd name="connsiteX15013" fmla="*/ 4834622 w 4954903"/>
                <a:gd name="connsiteY15013" fmla="*/ 1862476 h 4882701"/>
                <a:gd name="connsiteX15014" fmla="*/ 4840952 w 4954903"/>
                <a:gd name="connsiteY15014" fmla="*/ 1889825 h 4882701"/>
                <a:gd name="connsiteX15015" fmla="*/ 4841712 w 4954903"/>
                <a:gd name="connsiteY15015" fmla="*/ 1878429 h 4882701"/>
                <a:gd name="connsiteX15016" fmla="*/ 4834875 w 4954903"/>
                <a:gd name="connsiteY15016" fmla="*/ 1862476 h 4882701"/>
                <a:gd name="connsiteX15017" fmla="*/ 4820188 w 4954903"/>
                <a:gd name="connsiteY15017" fmla="*/ 1858931 h 4882701"/>
                <a:gd name="connsiteX15018" fmla="*/ 4819935 w 4954903"/>
                <a:gd name="connsiteY15018" fmla="*/ 1858931 h 4882701"/>
                <a:gd name="connsiteX15019" fmla="*/ 4826265 w 4954903"/>
                <a:gd name="connsiteY15019" fmla="*/ 1886279 h 4882701"/>
                <a:gd name="connsiteX15020" fmla="*/ 4827278 w 4954903"/>
                <a:gd name="connsiteY15020" fmla="*/ 1874884 h 4882701"/>
                <a:gd name="connsiteX15021" fmla="*/ 4820188 w 4954903"/>
                <a:gd name="connsiteY15021" fmla="*/ 1858931 h 4882701"/>
                <a:gd name="connsiteX15022" fmla="*/ 4809046 w 4954903"/>
                <a:gd name="connsiteY15022" fmla="*/ 1882228 h 4882701"/>
                <a:gd name="connsiteX15023" fmla="*/ 4811072 w 4954903"/>
                <a:gd name="connsiteY15023" fmla="*/ 1871086 h 4882701"/>
                <a:gd name="connsiteX15024" fmla="*/ 4803728 w 4954903"/>
                <a:gd name="connsiteY15024" fmla="*/ 1855133 h 4882701"/>
                <a:gd name="connsiteX15025" fmla="*/ 4803222 w 4954903"/>
                <a:gd name="connsiteY15025" fmla="*/ 1855133 h 4882701"/>
                <a:gd name="connsiteX15026" fmla="*/ 4809046 w 4954903"/>
                <a:gd name="connsiteY15026" fmla="*/ 1882228 h 4882701"/>
                <a:gd name="connsiteX15027" fmla="*/ 4784736 w 4954903"/>
                <a:gd name="connsiteY15027" fmla="*/ 1851588 h 4882701"/>
                <a:gd name="connsiteX15028" fmla="*/ 4790560 w 4954903"/>
                <a:gd name="connsiteY15028" fmla="*/ 1878683 h 4882701"/>
                <a:gd name="connsiteX15029" fmla="*/ 4793093 w 4954903"/>
                <a:gd name="connsiteY15029" fmla="*/ 1867541 h 4882701"/>
                <a:gd name="connsiteX15030" fmla="*/ 4785243 w 4954903"/>
                <a:gd name="connsiteY15030" fmla="*/ 1851588 h 4882701"/>
                <a:gd name="connsiteX15031" fmla="*/ 4784736 w 4954903"/>
                <a:gd name="connsiteY15031" fmla="*/ 1851588 h 4882701"/>
                <a:gd name="connsiteX15032" fmla="*/ 4770303 w 4954903"/>
                <a:gd name="connsiteY15032" fmla="*/ 1874884 h 4882701"/>
                <a:gd name="connsiteX15033" fmla="*/ 4773341 w 4954903"/>
                <a:gd name="connsiteY15033" fmla="*/ 1863742 h 4882701"/>
                <a:gd name="connsiteX15034" fmla="*/ 4765238 w 4954903"/>
                <a:gd name="connsiteY15034" fmla="*/ 1847789 h 4882701"/>
                <a:gd name="connsiteX15035" fmla="*/ 4764732 w 4954903"/>
                <a:gd name="connsiteY15035" fmla="*/ 1847789 h 4882701"/>
                <a:gd name="connsiteX15036" fmla="*/ 4770303 w 4954903"/>
                <a:gd name="connsiteY15036" fmla="*/ 1874884 h 4882701"/>
                <a:gd name="connsiteX15037" fmla="*/ 4743461 w 4954903"/>
                <a:gd name="connsiteY15037" fmla="*/ 1844244 h 4882701"/>
                <a:gd name="connsiteX15038" fmla="*/ 4742954 w 4954903"/>
                <a:gd name="connsiteY15038" fmla="*/ 1844244 h 4882701"/>
                <a:gd name="connsiteX15039" fmla="*/ 4748525 w 4954903"/>
                <a:gd name="connsiteY15039" fmla="*/ 1871339 h 4882701"/>
                <a:gd name="connsiteX15040" fmla="*/ 4752070 w 4954903"/>
                <a:gd name="connsiteY15040" fmla="*/ 1860197 h 4882701"/>
                <a:gd name="connsiteX15041" fmla="*/ 4743461 w 4954903"/>
                <a:gd name="connsiteY15041" fmla="*/ 1844244 h 4882701"/>
                <a:gd name="connsiteX15042" fmla="*/ 4719910 w 4954903"/>
                <a:gd name="connsiteY15042" fmla="*/ 1840446 h 4882701"/>
                <a:gd name="connsiteX15043" fmla="*/ 4719404 w 4954903"/>
                <a:gd name="connsiteY15043" fmla="*/ 1840446 h 4882701"/>
                <a:gd name="connsiteX15044" fmla="*/ 4724215 w 4954903"/>
                <a:gd name="connsiteY15044" fmla="*/ 1867034 h 4882701"/>
                <a:gd name="connsiteX15045" fmla="*/ 4728774 w 4954903"/>
                <a:gd name="connsiteY15045" fmla="*/ 1856399 h 4882701"/>
                <a:gd name="connsiteX15046" fmla="*/ 4719910 w 4954903"/>
                <a:gd name="connsiteY15046" fmla="*/ 1840446 h 4882701"/>
                <a:gd name="connsiteX15047" fmla="*/ 4694841 w 4954903"/>
                <a:gd name="connsiteY15047" fmla="*/ 1836900 h 4882701"/>
                <a:gd name="connsiteX15048" fmla="*/ 4694335 w 4954903"/>
                <a:gd name="connsiteY15048" fmla="*/ 1836900 h 4882701"/>
                <a:gd name="connsiteX15049" fmla="*/ 4698893 w 4954903"/>
                <a:gd name="connsiteY15049" fmla="*/ 1863489 h 4882701"/>
                <a:gd name="connsiteX15050" fmla="*/ 4703957 w 4954903"/>
                <a:gd name="connsiteY15050" fmla="*/ 1852854 h 4882701"/>
                <a:gd name="connsiteX15051" fmla="*/ 4694841 w 4954903"/>
                <a:gd name="connsiteY15051" fmla="*/ 1836900 h 4882701"/>
                <a:gd name="connsiteX15052" fmla="*/ 4668253 w 4954903"/>
                <a:gd name="connsiteY15052" fmla="*/ 1833355 h 4882701"/>
                <a:gd name="connsiteX15053" fmla="*/ 4667746 w 4954903"/>
                <a:gd name="connsiteY15053" fmla="*/ 1833355 h 4882701"/>
                <a:gd name="connsiteX15054" fmla="*/ 4672304 w 4954903"/>
                <a:gd name="connsiteY15054" fmla="*/ 1859944 h 4882701"/>
                <a:gd name="connsiteX15055" fmla="*/ 4677875 w 4954903"/>
                <a:gd name="connsiteY15055" fmla="*/ 1849308 h 4882701"/>
                <a:gd name="connsiteX15056" fmla="*/ 4668253 w 4954903"/>
                <a:gd name="connsiteY15056" fmla="*/ 1833355 h 4882701"/>
                <a:gd name="connsiteX15057" fmla="*/ 4639891 w 4954903"/>
                <a:gd name="connsiteY15057" fmla="*/ 1829557 h 4882701"/>
                <a:gd name="connsiteX15058" fmla="*/ 4639131 w 4954903"/>
                <a:gd name="connsiteY15058" fmla="*/ 1829557 h 4882701"/>
                <a:gd name="connsiteX15059" fmla="*/ 4643436 w 4954903"/>
                <a:gd name="connsiteY15059" fmla="*/ 1856146 h 4882701"/>
                <a:gd name="connsiteX15060" fmla="*/ 4649514 w 4954903"/>
                <a:gd name="connsiteY15060" fmla="*/ 1845510 h 4882701"/>
                <a:gd name="connsiteX15061" fmla="*/ 4649514 w 4954903"/>
                <a:gd name="connsiteY15061" fmla="*/ 1845510 h 4882701"/>
                <a:gd name="connsiteX15062" fmla="*/ 4639891 w 4954903"/>
                <a:gd name="connsiteY15062" fmla="*/ 1829557 h 4882701"/>
                <a:gd name="connsiteX15063" fmla="*/ 4620393 w 4954903"/>
                <a:gd name="connsiteY15063" fmla="*/ 1841965 h 4882701"/>
                <a:gd name="connsiteX15064" fmla="*/ 4610264 w 4954903"/>
                <a:gd name="connsiteY15064" fmla="*/ 1826012 h 4882701"/>
                <a:gd name="connsiteX15065" fmla="*/ 4609504 w 4954903"/>
                <a:gd name="connsiteY15065" fmla="*/ 1826012 h 4882701"/>
                <a:gd name="connsiteX15066" fmla="*/ 4613049 w 4954903"/>
                <a:gd name="connsiteY15066" fmla="*/ 1852094 h 4882701"/>
                <a:gd name="connsiteX15067" fmla="*/ 4620393 w 4954903"/>
                <a:gd name="connsiteY15067" fmla="*/ 1841965 h 4882701"/>
                <a:gd name="connsiteX15068" fmla="*/ 4581396 w 4954903"/>
                <a:gd name="connsiteY15068" fmla="*/ 1848549 h 4882701"/>
                <a:gd name="connsiteX15069" fmla="*/ 4589246 w 4954903"/>
                <a:gd name="connsiteY15069" fmla="*/ 1838420 h 4882701"/>
                <a:gd name="connsiteX15070" fmla="*/ 4578864 w 4954903"/>
                <a:gd name="connsiteY15070" fmla="*/ 1822467 h 4882701"/>
                <a:gd name="connsiteX15071" fmla="*/ 4578104 w 4954903"/>
                <a:gd name="connsiteY15071" fmla="*/ 1822467 h 4882701"/>
                <a:gd name="connsiteX15072" fmla="*/ 4581396 w 4954903"/>
                <a:gd name="connsiteY15072" fmla="*/ 1848549 h 4882701"/>
                <a:gd name="connsiteX15073" fmla="*/ 4556833 w 4954903"/>
                <a:gd name="connsiteY15073" fmla="*/ 1834875 h 4882701"/>
                <a:gd name="connsiteX15074" fmla="*/ 4546198 w 4954903"/>
                <a:gd name="connsiteY15074" fmla="*/ 1818921 h 4882701"/>
                <a:gd name="connsiteX15075" fmla="*/ 4545438 w 4954903"/>
                <a:gd name="connsiteY15075" fmla="*/ 1818921 h 4882701"/>
                <a:gd name="connsiteX15076" fmla="*/ 4548476 w 4954903"/>
                <a:gd name="connsiteY15076" fmla="*/ 1845004 h 4882701"/>
                <a:gd name="connsiteX15077" fmla="*/ 4556833 w 4954903"/>
                <a:gd name="connsiteY15077" fmla="*/ 1834875 h 4882701"/>
                <a:gd name="connsiteX15078" fmla="*/ 4514038 w 4954903"/>
                <a:gd name="connsiteY15078" fmla="*/ 1841459 h 4882701"/>
                <a:gd name="connsiteX15079" fmla="*/ 4522901 w 4954903"/>
                <a:gd name="connsiteY15079" fmla="*/ 1831329 h 4882701"/>
                <a:gd name="connsiteX15080" fmla="*/ 4512012 w 4954903"/>
                <a:gd name="connsiteY15080" fmla="*/ 1815376 h 4882701"/>
                <a:gd name="connsiteX15081" fmla="*/ 4510493 w 4954903"/>
                <a:gd name="connsiteY15081" fmla="*/ 1815376 h 4882701"/>
                <a:gd name="connsiteX15082" fmla="*/ 4514038 w 4954903"/>
                <a:gd name="connsiteY15082" fmla="*/ 1841459 h 4882701"/>
                <a:gd name="connsiteX15083" fmla="*/ 4478080 w 4954903"/>
                <a:gd name="connsiteY15083" fmla="*/ 1837913 h 4882701"/>
                <a:gd name="connsiteX15084" fmla="*/ 4487449 w 4954903"/>
                <a:gd name="connsiteY15084" fmla="*/ 1827784 h 4882701"/>
                <a:gd name="connsiteX15085" fmla="*/ 4476054 w 4954903"/>
                <a:gd name="connsiteY15085" fmla="*/ 1811831 h 4882701"/>
                <a:gd name="connsiteX15086" fmla="*/ 4474535 w 4954903"/>
                <a:gd name="connsiteY15086" fmla="*/ 1811831 h 4882701"/>
                <a:gd name="connsiteX15087" fmla="*/ 4478080 w 4954903"/>
                <a:gd name="connsiteY15087" fmla="*/ 1837913 h 4882701"/>
                <a:gd name="connsiteX15088" fmla="*/ 4450731 w 4954903"/>
                <a:gd name="connsiteY15088" fmla="*/ 1824492 h 4882701"/>
                <a:gd name="connsiteX15089" fmla="*/ 4439083 w 4954903"/>
                <a:gd name="connsiteY15089" fmla="*/ 1808539 h 4882701"/>
                <a:gd name="connsiteX15090" fmla="*/ 4438323 w 4954903"/>
                <a:gd name="connsiteY15090" fmla="*/ 1808539 h 4882701"/>
                <a:gd name="connsiteX15091" fmla="*/ 4440096 w 4954903"/>
                <a:gd name="connsiteY15091" fmla="*/ 1833862 h 4882701"/>
                <a:gd name="connsiteX15092" fmla="*/ 4450731 w 4954903"/>
                <a:gd name="connsiteY15092" fmla="*/ 1824492 h 4882701"/>
                <a:gd name="connsiteX15093" fmla="*/ 4412494 w 4954903"/>
                <a:gd name="connsiteY15093" fmla="*/ 1820947 h 4882701"/>
                <a:gd name="connsiteX15094" fmla="*/ 4400846 w 4954903"/>
                <a:gd name="connsiteY15094" fmla="*/ 1805247 h 4882701"/>
                <a:gd name="connsiteX15095" fmla="*/ 4399833 w 4954903"/>
                <a:gd name="connsiteY15095" fmla="*/ 1805247 h 4882701"/>
                <a:gd name="connsiteX15096" fmla="*/ 4401352 w 4954903"/>
                <a:gd name="connsiteY15096" fmla="*/ 1830570 h 4882701"/>
                <a:gd name="connsiteX15097" fmla="*/ 4412494 w 4954903"/>
                <a:gd name="connsiteY15097" fmla="*/ 1820947 h 4882701"/>
                <a:gd name="connsiteX15098" fmla="*/ 4372991 w 4954903"/>
                <a:gd name="connsiteY15098" fmla="*/ 1817655 h 4882701"/>
                <a:gd name="connsiteX15099" fmla="*/ 4361089 w 4954903"/>
                <a:gd name="connsiteY15099" fmla="*/ 1801955 h 4882701"/>
                <a:gd name="connsiteX15100" fmla="*/ 4360076 w 4954903"/>
                <a:gd name="connsiteY15100" fmla="*/ 1801955 h 4882701"/>
                <a:gd name="connsiteX15101" fmla="*/ 4361343 w 4954903"/>
                <a:gd name="connsiteY15101" fmla="*/ 1827278 h 4882701"/>
                <a:gd name="connsiteX15102" fmla="*/ 4372991 w 4954903"/>
                <a:gd name="connsiteY15102" fmla="*/ 1817655 h 4882701"/>
                <a:gd name="connsiteX15103" fmla="*/ 4332222 w 4954903"/>
                <a:gd name="connsiteY15103" fmla="*/ 1814363 h 4882701"/>
                <a:gd name="connsiteX15104" fmla="*/ 4319814 w 4954903"/>
                <a:gd name="connsiteY15104" fmla="*/ 1798663 h 4882701"/>
                <a:gd name="connsiteX15105" fmla="*/ 4318041 w 4954903"/>
                <a:gd name="connsiteY15105" fmla="*/ 1798663 h 4882701"/>
                <a:gd name="connsiteX15106" fmla="*/ 4319814 w 4954903"/>
                <a:gd name="connsiteY15106" fmla="*/ 1823733 h 4882701"/>
                <a:gd name="connsiteX15107" fmla="*/ 4332222 w 4954903"/>
                <a:gd name="connsiteY15107" fmla="*/ 1814363 h 4882701"/>
                <a:gd name="connsiteX15108" fmla="*/ 4289933 w 4954903"/>
                <a:gd name="connsiteY15108" fmla="*/ 1810818 h 4882701"/>
                <a:gd name="connsiteX15109" fmla="*/ 4277525 w 4954903"/>
                <a:gd name="connsiteY15109" fmla="*/ 1795118 h 4882701"/>
                <a:gd name="connsiteX15110" fmla="*/ 4276512 w 4954903"/>
                <a:gd name="connsiteY15110" fmla="*/ 1795118 h 4882701"/>
                <a:gd name="connsiteX15111" fmla="*/ 4276259 w 4954903"/>
                <a:gd name="connsiteY15111" fmla="*/ 1819681 h 4882701"/>
                <a:gd name="connsiteX15112" fmla="*/ 4289933 w 4954903"/>
                <a:gd name="connsiteY15112" fmla="*/ 1810818 h 4882701"/>
                <a:gd name="connsiteX15113" fmla="*/ 4246631 w 4954903"/>
                <a:gd name="connsiteY15113" fmla="*/ 1807779 h 4882701"/>
                <a:gd name="connsiteX15114" fmla="*/ 4233970 w 4954903"/>
                <a:gd name="connsiteY15114" fmla="*/ 1792079 h 4882701"/>
                <a:gd name="connsiteX15115" fmla="*/ 4232957 w 4954903"/>
                <a:gd name="connsiteY15115" fmla="*/ 1792079 h 4882701"/>
                <a:gd name="connsiteX15116" fmla="*/ 4232451 w 4954903"/>
                <a:gd name="connsiteY15116" fmla="*/ 1816642 h 4882701"/>
                <a:gd name="connsiteX15117" fmla="*/ 4246631 w 4954903"/>
                <a:gd name="connsiteY15117" fmla="*/ 1807779 h 4882701"/>
                <a:gd name="connsiteX15118" fmla="*/ 4202064 w 4954903"/>
                <a:gd name="connsiteY15118" fmla="*/ 1804488 h 4882701"/>
                <a:gd name="connsiteX15119" fmla="*/ 4189149 w 4954903"/>
                <a:gd name="connsiteY15119" fmla="*/ 1788787 h 4882701"/>
                <a:gd name="connsiteX15120" fmla="*/ 4188136 w 4954903"/>
                <a:gd name="connsiteY15120" fmla="*/ 1788787 h 4882701"/>
                <a:gd name="connsiteX15121" fmla="*/ 4187376 w 4954903"/>
                <a:gd name="connsiteY15121" fmla="*/ 1813350 h 4882701"/>
                <a:gd name="connsiteX15122" fmla="*/ 4202064 w 4954903"/>
                <a:gd name="connsiteY15122" fmla="*/ 1804488 h 4882701"/>
                <a:gd name="connsiteX15123" fmla="*/ 4156230 w 4954903"/>
                <a:gd name="connsiteY15123" fmla="*/ 1801195 h 4882701"/>
                <a:gd name="connsiteX15124" fmla="*/ 4143062 w 4954903"/>
                <a:gd name="connsiteY15124" fmla="*/ 1785496 h 4882701"/>
                <a:gd name="connsiteX15125" fmla="*/ 4142049 w 4954903"/>
                <a:gd name="connsiteY15125" fmla="*/ 1785496 h 4882701"/>
                <a:gd name="connsiteX15126" fmla="*/ 4141036 w 4954903"/>
                <a:gd name="connsiteY15126" fmla="*/ 1810059 h 4882701"/>
                <a:gd name="connsiteX15127" fmla="*/ 4156230 w 4954903"/>
                <a:gd name="connsiteY15127" fmla="*/ 1801195 h 4882701"/>
                <a:gd name="connsiteX15128" fmla="*/ 4109383 w 4954903"/>
                <a:gd name="connsiteY15128" fmla="*/ 1798157 h 4882701"/>
                <a:gd name="connsiteX15129" fmla="*/ 4096215 w 4954903"/>
                <a:gd name="connsiteY15129" fmla="*/ 1782457 h 4882701"/>
                <a:gd name="connsiteX15130" fmla="*/ 4095202 w 4954903"/>
                <a:gd name="connsiteY15130" fmla="*/ 1782457 h 4882701"/>
                <a:gd name="connsiteX15131" fmla="*/ 4093936 w 4954903"/>
                <a:gd name="connsiteY15131" fmla="*/ 1807020 h 4882701"/>
                <a:gd name="connsiteX15132" fmla="*/ 4109383 w 4954903"/>
                <a:gd name="connsiteY15132" fmla="*/ 1798157 h 4882701"/>
                <a:gd name="connsiteX15133" fmla="*/ 4061270 w 4954903"/>
                <a:gd name="connsiteY15133" fmla="*/ 1794865 h 4882701"/>
                <a:gd name="connsiteX15134" fmla="*/ 4047849 w 4954903"/>
                <a:gd name="connsiteY15134" fmla="*/ 1779165 h 4882701"/>
                <a:gd name="connsiteX15135" fmla="*/ 4046836 w 4954903"/>
                <a:gd name="connsiteY15135" fmla="*/ 1779165 h 4882701"/>
                <a:gd name="connsiteX15136" fmla="*/ 4044304 w 4954903"/>
                <a:gd name="connsiteY15136" fmla="*/ 1802715 h 4882701"/>
                <a:gd name="connsiteX15137" fmla="*/ 4061270 w 4954903"/>
                <a:gd name="connsiteY15137" fmla="*/ 1794865 h 4882701"/>
                <a:gd name="connsiteX15138" fmla="*/ 4012144 w 4954903"/>
                <a:gd name="connsiteY15138" fmla="*/ 1791826 h 4882701"/>
                <a:gd name="connsiteX15139" fmla="*/ 3998470 w 4954903"/>
                <a:gd name="connsiteY15139" fmla="*/ 1776126 h 4882701"/>
                <a:gd name="connsiteX15140" fmla="*/ 3997204 w 4954903"/>
                <a:gd name="connsiteY15140" fmla="*/ 1776126 h 4882701"/>
                <a:gd name="connsiteX15141" fmla="*/ 3994671 w 4954903"/>
                <a:gd name="connsiteY15141" fmla="*/ 1799676 h 4882701"/>
                <a:gd name="connsiteX15142" fmla="*/ 4012144 w 4954903"/>
                <a:gd name="connsiteY15142" fmla="*/ 1791826 h 4882701"/>
                <a:gd name="connsiteX15143" fmla="*/ 3962006 w 4954903"/>
                <a:gd name="connsiteY15143" fmla="*/ 1788787 h 4882701"/>
                <a:gd name="connsiteX15144" fmla="*/ 3948331 w 4954903"/>
                <a:gd name="connsiteY15144" fmla="*/ 1773087 h 4882701"/>
                <a:gd name="connsiteX15145" fmla="*/ 3947065 w 4954903"/>
                <a:gd name="connsiteY15145" fmla="*/ 1773087 h 4882701"/>
                <a:gd name="connsiteX15146" fmla="*/ 3944279 w 4954903"/>
                <a:gd name="connsiteY15146" fmla="*/ 1796637 h 4882701"/>
                <a:gd name="connsiteX15147" fmla="*/ 3962006 w 4954903"/>
                <a:gd name="connsiteY15147" fmla="*/ 1788787 h 4882701"/>
                <a:gd name="connsiteX15148" fmla="*/ 3910600 w 4954903"/>
                <a:gd name="connsiteY15148" fmla="*/ 1786002 h 4882701"/>
                <a:gd name="connsiteX15149" fmla="*/ 3896673 w 4954903"/>
                <a:gd name="connsiteY15149" fmla="*/ 1770302 h 4882701"/>
                <a:gd name="connsiteX15150" fmla="*/ 3895407 w 4954903"/>
                <a:gd name="connsiteY15150" fmla="*/ 1770302 h 4882701"/>
                <a:gd name="connsiteX15151" fmla="*/ 3892115 w 4954903"/>
                <a:gd name="connsiteY15151" fmla="*/ 1793852 h 4882701"/>
                <a:gd name="connsiteX15152" fmla="*/ 3910600 w 4954903"/>
                <a:gd name="connsiteY15152" fmla="*/ 1786002 h 4882701"/>
                <a:gd name="connsiteX15153" fmla="*/ 3858436 w 4954903"/>
                <a:gd name="connsiteY15153" fmla="*/ 1782963 h 4882701"/>
                <a:gd name="connsiteX15154" fmla="*/ 3844255 w 4954903"/>
                <a:gd name="connsiteY15154" fmla="*/ 1767263 h 4882701"/>
                <a:gd name="connsiteX15155" fmla="*/ 3842989 w 4954903"/>
                <a:gd name="connsiteY15155" fmla="*/ 1767263 h 4882701"/>
                <a:gd name="connsiteX15156" fmla="*/ 3839697 w 4954903"/>
                <a:gd name="connsiteY15156" fmla="*/ 1790813 h 4882701"/>
                <a:gd name="connsiteX15157" fmla="*/ 3858436 w 4954903"/>
                <a:gd name="connsiteY15157" fmla="*/ 1782963 h 4882701"/>
                <a:gd name="connsiteX15158" fmla="*/ 3805259 w 4954903"/>
                <a:gd name="connsiteY15158" fmla="*/ 1780178 h 4882701"/>
                <a:gd name="connsiteX15159" fmla="*/ 3791078 w 4954903"/>
                <a:gd name="connsiteY15159" fmla="*/ 1764478 h 4882701"/>
                <a:gd name="connsiteX15160" fmla="*/ 3785254 w 4954903"/>
                <a:gd name="connsiteY15160" fmla="*/ 1787268 h 4882701"/>
                <a:gd name="connsiteX15161" fmla="*/ 3805259 w 4954903"/>
                <a:gd name="connsiteY15161" fmla="*/ 1780178 h 4882701"/>
                <a:gd name="connsiteX15162" fmla="*/ 3751068 w 4954903"/>
                <a:gd name="connsiteY15162" fmla="*/ 1777392 h 4882701"/>
                <a:gd name="connsiteX15163" fmla="*/ 3736888 w 4954903"/>
                <a:gd name="connsiteY15163" fmla="*/ 1761692 h 4882701"/>
                <a:gd name="connsiteX15164" fmla="*/ 3730810 w 4954903"/>
                <a:gd name="connsiteY15164" fmla="*/ 1784483 h 4882701"/>
                <a:gd name="connsiteX15165" fmla="*/ 3751068 w 4954903"/>
                <a:gd name="connsiteY15165" fmla="*/ 1777392 h 4882701"/>
                <a:gd name="connsiteX15166" fmla="*/ 3695865 w 4954903"/>
                <a:gd name="connsiteY15166" fmla="*/ 1774607 h 4882701"/>
                <a:gd name="connsiteX15167" fmla="*/ 3681684 w 4954903"/>
                <a:gd name="connsiteY15167" fmla="*/ 1758907 h 4882701"/>
                <a:gd name="connsiteX15168" fmla="*/ 3680418 w 4954903"/>
                <a:gd name="connsiteY15168" fmla="*/ 1758907 h 4882701"/>
                <a:gd name="connsiteX15169" fmla="*/ 3675101 w 4954903"/>
                <a:gd name="connsiteY15169" fmla="*/ 1781697 h 4882701"/>
                <a:gd name="connsiteX15170" fmla="*/ 3695865 w 4954903"/>
                <a:gd name="connsiteY15170" fmla="*/ 1774607 h 4882701"/>
                <a:gd name="connsiteX15171" fmla="*/ 3639902 w 4954903"/>
                <a:gd name="connsiteY15171" fmla="*/ 1771821 h 4882701"/>
                <a:gd name="connsiteX15172" fmla="*/ 3625215 w 4954903"/>
                <a:gd name="connsiteY15172" fmla="*/ 1756375 h 4882701"/>
                <a:gd name="connsiteX15173" fmla="*/ 3618378 w 4954903"/>
                <a:gd name="connsiteY15173" fmla="*/ 1779165 h 4882701"/>
                <a:gd name="connsiteX15174" fmla="*/ 3639902 w 4954903"/>
                <a:gd name="connsiteY15174" fmla="*/ 1771821 h 4882701"/>
                <a:gd name="connsiteX15175" fmla="*/ 3582926 w 4954903"/>
                <a:gd name="connsiteY15175" fmla="*/ 1769289 h 4882701"/>
                <a:gd name="connsiteX15176" fmla="*/ 3568492 w 4954903"/>
                <a:gd name="connsiteY15176" fmla="*/ 1753842 h 4882701"/>
                <a:gd name="connsiteX15177" fmla="*/ 3567226 w 4954903"/>
                <a:gd name="connsiteY15177" fmla="*/ 1753842 h 4882701"/>
                <a:gd name="connsiteX15178" fmla="*/ 3561655 w 4954903"/>
                <a:gd name="connsiteY15178" fmla="*/ 1776633 h 4882701"/>
                <a:gd name="connsiteX15179" fmla="*/ 3582926 w 4954903"/>
                <a:gd name="connsiteY15179" fmla="*/ 1769289 h 4882701"/>
                <a:gd name="connsiteX15180" fmla="*/ 3525444 w 4954903"/>
                <a:gd name="connsiteY15180" fmla="*/ 1766504 h 4882701"/>
                <a:gd name="connsiteX15181" fmla="*/ 3510757 w 4954903"/>
                <a:gd name="connsiteY15181" fmla="*/ 1751057 h 4882701"/>
                <a:gd name="connsiteX15182" fmla="*/ 3509491 w 4954903"/>
                <a:gd name="connsiteY15182" fmla="*/ 1751057 h 4882701"/>
                <a:gd name="connsiteX15183" fmla="*/ 3503413 w 4954903"/>
                <a:gd name="connsiteY15183" fmla="*/ 1773847 h 4882701"/>
                <a:gd name="connsiteX15184" fmla="*/ 3525444 w 4954903"/>
                <a:gd name="connsiteY15184" fmla="*/ 1766504 h 4882701"/>
                <a:gd name="connsiteX15185" fmla="*/ 3450742 w 4954903"/>
                <a:gd name="connsiteY15185" fmla="*/ 1748525 h 4882701"/>
                <a:gd name="connsiteX15186" fmla="*/ 3444412 w 4954903"/>
                <a:gd name="connsiteY15186" fmla="*/ 1771315 h 4882701"/>
                <a:gd name="connsiteX15187" fmla="*/ 3466949 w 4954903"/>
                <a:gd name="connsiteY15187" fmla="*/ 1763971 h 4882701"/>
                <a:gd name="connsiteX15188" fmla="*/ 3452009 w 4954903"/>
                <a:gd name="connsiteY15188" fmla="*/ 1748525 h 4882701"/>
                <a:gd name="connsiteX15189" fmla="*/ 3450742 w 4954903"/>
                <a:gd name="connsiteY15189" fmla="*/ 1748525 h 4882701"/>
                <a:gd name="connsiteX15190" fmla="*/ 3407947 w 4954903"/>
                <a:gd name="connsiteY15190" fmla="*/ 1761692 h 4882701"/>
                <a:gd name="connsiteX15191" fmla="*/ 3393007 w 4954903"/>
                <a:gd name="connsiteY15191" fmla="*/ 1746246 h 4882701"/>
                <a:gd name="connsiteX15192" fmla="*/ 3384144 w 4954903"/>
                <a:gd name="connsiteY15192" fmla="*/ 1768023 h 4882701"/>
                <a:gd name="connsiteX15193" fmla="*/ 3407947 w 4954903"/>
                <a:gd name="connsiteY15193" fmla="*/ 1761692 h 4882701"/>
                <a:gd name="connsiteX15194" fmla="*/ 3347679 w 4954903"/>
                <a:gd name="connsiteY15194" fmla="*/ 1759160 h 4882701"/>
                <a:gd name="connsiteX15195" fmla="*/ 3332739 w 4954903"/>
                <a:gd name="connsiteY15195" fmla="*/ 1743713 h 4882701"/>
                <a:gd name="connsiteX15196" fmla="*/ 3323623 w 4954903"/>
                <a:gd name="connsiteY15196" fmla="*/ 1765491 h 4882701"/>
                <a:gd name="connsiteX15197" fmla="*/ 3347679 w 4954903"/>
                <a:gd name="connsiteY15197" fmla="*/ 1759160 h 4882701"/>
                <a:gd name="connsiteX15198" fmla="*/ 3272218 w 4954903"/>
                <a:gd name="connsiteY15198" fmla="*/ 1741434 h 4882701"/>
                <a:gd name="connsiteX15199" fmla="*/ 3262849 w 4954903"/>
                <a:gd name="connsiteY15199" fmla="*/ 1763212 h 4882701"/>
                <a:gd name="connsiteX15200" fmla="*/ 3287158 w 4954903"/>
                <a:gd name="connsiteY15200" fmla="*/ 1756881 h 4882701"/>
                <a:gd name="connsiteX15201" fmla="*/ 3272218 w 4954903"/>
                <a:gd name="connsiteY15201" fmla="*/ 1741434 h 4882701"/>
                <a:gd name="connsiteX15202" fmla="*/ 3210937 w 4954903"/>
                <a:gd name="connsiteY15202" fmla="*/ 1739155 h 4882701"/>
                <a:gd name="connsiteX15203" fmla="*/ 3201315 w 4954903"/>
                <a:gd name="connsiteY15203" fmla="*/ 1760933 h 4882701"/>
                <a:gd name="connsiteX15204" fmla="*/ 3226131 w 4954903"/>
                <a:gd name="connsiteY15204" fmla="*/ 1754602 h 4882701"/>
                <a:gd name="connsiteX15205" fmla="*/ 3210937 w 4954903"/>
                <a:gd name="connsiteY15205" fmla="*/ 1739155 h 4882701"/>
                <a:gd name="connsiteX15206" fmla="*/ 3148897 w 4954903"/>
                <a:gd name="connsiteY15206" fmla="*/ 1737129 h 4882701"/>
                <a:gd name="connsiteX15207" fmla="*/ 3139021 w 4954903"/>
                <a:gd name="connsiteY15207" fmla="*/ 1758907 h 4882701"/>
                <a:gd name="connsiteX15208" fmla="*/ 3163837 w 4954903"/>
                <a:gd name="connsiteY15208" fmla="*/ 1752576 h 4882701"/>
                <a:gd name="connsiteX15209" fmla="*/ 3148897 w 4954903"/>
                <a:gd name="connsiteY15209" fmla="*/ 1737129 h 4882701"/>
                <a:gd name="connsiteX15210" fmla="*/ 3086350 w 4954903"/>
                <a:gd name="connsiteY15210" fmla="*/ 1735104 h 4882701"/>
                <a:gd name="connsiteX15211" fmla="*/ 3076221 w 4954903"/>
                <a:gd name="connsiteY15211" fmla="*/ 1756881 h 4882701"/>
                <a:gd name="connsiteX15212" fmla="*/ 3101544 w 4954903"/>
                <a:gd name="connsiteY15212" fmla="*/ 1750550 h 4882701"/>
                <a:gd name="connsiteX15213" fmla="*/ 3086350 w 4954903"/>
                <a:gd name="connsiteY15213" fmla="*/ 1735104 h 4882701"/>
                <a:gd name="connsiteX15214" fmla="*/ 3023044 w 4954903"/>
                <a:gd name="connsiteY15214" fmla="*/ 1733078 h 4882701"/>
                <a:gd name="connsiteX15215" fmla="*/ 3012662 w 4954903"/>
                <a:gd name="connsiteY15215" fmla="*/ 1754855 h 4882701"/>
                <a:gd name="connsiteX15216" fmla="*/ 3038237 w 4954903"/>
                <a:gd name="connsiteY15216" fmla="*/ 1748525 h 4882701"/>
                <a:gd name="connsiteX15217" fmla="*/ 3023044 w 4954903"/>
                <a:gd name="connsiteY15217" fmla="*/ 1733078 h 4882701"/>
                <a:gd name="connsiteX15218" fmla="*/ 2959484 w 4954903"/>
                <a:gd name="connsiteY15218" fmla="*/ 1731052 h 4882701"/>
                <a:gd name="connsiteX15219" fmla="*/ 2948849 w 4954903"/>
                <a:gd name="connsiteY15219" fmla="*/ 1752829 h 4882701"/>
                <a:gd name="connsiteX15220" fmla="*/ 2974678 w 4954903"/>
                <a:gd name="connsiteY15220" fmla="*/ 1746246 h 4882701"/>
                <a:gd name="connsiteX15221" fmla="*/ 2959484 w 4954903"/>
                <a:gd name="connsiteY15221" fmla="*/ 1731052 h 4882701"/>
                <a:gd name="connsiteX15222" fmla="*/ 2910105 w 4954903"/>
                <a:gd name="connsiteY15222" fmla="*/ 1744473 h 4882701"/>
                <a:gd name="connsiteX15223" fmla="*/ 2895165 w 4954903"/>
                <a:gd name="connsiteY15223" fmla="*/ 1729026 h 4882701"/>
                <a:gd name="connsiteX15224" fmla="*/ 2884276 w 4954903"/>
                <a:gd name="connsiteY15224" fmla="*/ 1750804 h 4882701"/>
                <a:gd name="connsiteX15225" fmla="*/ 2910105 w 4954903"/>
                <a:gd name="connsiteY15225" fmla="*/ 1744473 h 4882701"/>
                <a:gd name="connsiteX15226" fmla="*/ 2830592 w 4954903"/>
                <a:gd name="connsiteY15226" fmla="*/ 1727507 h 4882701"/>
                <a:gd name="connsiteX15227" fmla="*/ 2818437 w 4954903"/>
                <a:gd name="connsiteY15227" fmla="*/ 1748271 h 4882701"/>
                <a:gd name="connsiteX15228" fmla="*/ 2845533 w 4954903"/>
                <a:gd name="connsiteY15228" fmla="*/ 1742700 h 4882701"/>
                <a:gd name="connsiteX15229" fmla="*/ 2830592 w 4954903"/>
                <a:gd name="connsiteY15229" fmla="*/ 1727507 h 4882701"/>
                <a:gd name="connsiteX15230" fmla="*/ 2765260 w 4954903"/>
                <a:gd name="connsiteY15230" fmla="*/ 1725734 h 4882701"/>
                <a:gd name="connsiteX15231" fmla="*/ 2753105 w 4954903"/>
                <a:gd name="connsiteY15231" fmla="*/ 1746499 h 4882701"/>
                <a:gd name="connsiteX15232" fmla="*/ 2780454 w 4954903"/>
                <a:gd name="connsiteY15232" fmla="*/ 1740928 h 4882701"/>
                <a:gd name="connsiteX15233" fmla="*/ 2765260 w 4954903"/>
                <a:gd name="connsiteY15233" fmla="*/ 1725734 h 4882701"/>
                <a:gd name="connsiteX15234" fmla="*/ 2699674 w 4954903"/>
                <a:gd name="connsiteY15234" fmla="*/ 1724215 h 4882701"/>
                <a:gd name="connsiteX15235" fmla="*/ 2687266 w 4954903"/>
                <a:gd name="connsiteY15235" fmla="*/ 1744980 h 4882701"/>
                <a:gd name="connsiteX15236" fmla="*/ 2714615 w 4954903"/>
                <a:gd name="connsiteY15236" fmla="*/ 1739409 h 4882701"/>
                <a:gd name="connsiteX15237" fmla="*/ 2699674 w 4954903"/>
                <a:gd name="connsiteY15237" fmla="*/ 1724215 h 4882701"/>
                <a:gd name="connsiteX15238" fmla="*/ 2620921 w 4954903"/>
                <a:gd name="connsiteY15238" fmla="*/ 1743460 h 4882701"/>
                <a:gd name="connsiteX15239" fmla="*/ 2648776 w 4954903"/>
                <a:gd name="connsiteY15239" fmla="*/ 1737889 h 4882701"/>
                <a:gd name="connsiteX15240" fmla="*/ 2633836 w 4954903"/>
                <a:gd name="connsiteY15240" fmla="*/ 1722696 h 4882701"/>
                <a:gd name="connsiteX15241" fmla="*/ 2620921 w 4954903"/>
                <a:gd name="connsiteY15241" fmla="*/ 1743460 h 4882701"/>
                <a:gd name="connsiteX15242" fmla="*/ 2554576 w 4954903"/>
                <a:gd name="connsiteY15242" fmla="*/ 1741941 h 4882701"/>
                <a:gd name="connsiteX15243" fmla="*/ 2582684 w 4954903"/>
                <a:gd name="connsiteY15243" fmla="*/ 1736370 h 4882701"/>
                <a:gd name="connsiteX15244" fmla="*/ 2567744 w 4954903"/>
                <a:gd name="connsiteY15244" fmla="*/ 1721176 h 4882701"/>
                <a:gd name="connsiteX15245" fmla="*/ 2554576 w 4954903"/>
                <a:gd name="connsiteY15245" fmla="*/ 1741941 h 4882701"/>
                <a:gd name="connsiteX15246" fmla="*/ 2487724 w 4954903"/>
                <a:gd name="connsiteY15246" fmla="*/ 1740675 h 4882701"/>
                <a:gd name="connsiteX15247" fmla="*/ 2515832 w 4954903"/>
                <a:gd name="connsiteY15247" fmla="*/ 1735104 h 4882701"/>
                <a:gd name="connsiteX15248" fmla="*/ 2500639 w 4954903"/>
                <a:gd name="connsiteY15248" fmla="*/ 1719910 h 4882701"/>
                <a:gd name="connsiteX15249" fmla="*/ 2487724 w 4954903"/>
                <a:gd name="connsiteY15249" fmla="*/ 1740675 h 4882701"/>
                <a:gd name="connsiteX15250" fmla="*/ 2433787 w 4954903"/>
                <a:gd name="connsiteY15250" fmla="*/ 1718391 h 4882701"/>
                <a:gd name="connsiteX15251" fmla="*/ 2420366 w 4954903"/>
                <a:gd name="connsiteY15251" fmla="*/ 1739155 h 4882701"/>
                <a:gd name="connsiteX15252" fmla="*/ 2448474 w 4954903"/>
                <a:gd name="connsiteY15252" fmla="*/ 1733584 h 4882701"/>
                <a:gd name="connsiteX15253" fmla="*/ 2433787 w 4954903"/>
                <a:gd name="connsiteY15253" fmla="*/ 1718391 h 4882701"/>
                <a:gd name="connsiteX15254" fmla="*/ 2366682 w 4954903"/>
                <a:gd name="connsiteY15254" fmla="*/ 1717378 h 4882701"/>
                <a:gd name="connsiteX15255" fmla="*/ 2353008 w 4954903"/>
                <a:gd name="connsiteY15255" fmla="*/ 1738142 h 4882701"/>
                <a:gd name="connsiteX15256" fmla="*/ 2381370 w 4954903"/>
                <a:gd name="connsiteY15256" fmla="*/ 1732318 h 4882701"/>
                <a:gd name="connsiteX15257" fmla="*/ 2366682 w 4954903"/>
                <a:gd name="connsiteY15257" fmla="*/ 1717378 h 4882701"/>
                <a:gd name="connsiteX15258" fmla="*/ 2299071 w 4954903"/>
                <a:gd name="connsiteY15258" fmla="*/ 1716365 h 4882701"/>
                <a:gd name="connsiteX15259" fmla="*/ 2285397 w 4954903"/>
                <a:gd name="connsiteY15259" fmla="*/ 1737129 h 4882701"/>
                <a:gd name="connsiteX15260" fmla="*/ 2314011 w 4954903"/>
                <a:gd name="connsiteY15260" fmla="*/ 1731305 h 4882701"/>
                <a:gd name="connsiteX15261" fmla="*/ 2299071 w 4954903"/>
                <a:gd name="connsiteY15261" fmla="*/ 1716365 h 4882701"/>
                <a:gd name="connsiteX15262" fmla="*/ 2231460 w 4954903"/>
                <a:gd name="connsiteY15262" fmla="*/ 1715352 h 4882701"/>
                <a:gd name="connsiteX15263" fmla="*/ 2217532 w 4954903"/>
                <a:gd name="connsiteY15263" fmla="*/ 1736370 h 4882701"/>
                <a:gd name="connsiteX15264" fmla="*/ 2246147 w 4954903"/>
                <a:gd name="connsiteY15264" fmla="*/ 1730545 h 4882701"/>
                <a:gd name="connsiteX15265" fmla="*/ 2231460 w 4954903"/>
                <a:gd name="connsiteY15265" fmla="*/ 1715352 h 4882701"/>
                <a:gd name="connsiteX15266" fmla="*/ 2163595 w 4954903"/>
                <a:gd name="connsiteY15266" fmla="*/ 1714339 h 4882701"/>
                <a:gd name="connsiteX15267" fmla="*/ 2149415 w 4954903"/>
                <a:gd name="connsiteY15267" fmla="*/ 1735357 h 4882701"/>
                <a:gd name="connsiteX15268" fmla="*/ 2178282 w 4954903"/>
                <a:gd name="connsiteY15268" fmla="*/ 1729533 h 4882701"/>
                <a:gd name="connsiteX15269" fmla="*/ 2163595 w 4954903"/>
                <a:gd name="connsiteY15269" fmla="*/ 1714339 h 4882701"/>
                <a:gd name="connsiteX15270" fmla="*/ 2095731 w 4954903"/>
                <a:gd name="connsiteY15270" fmla="*/ 1713579 h 4882701"/>
                <a:gd name="connsiteX15271" fmla="*/ 2081297 w 4954903"/>
                <a:gd name="connsiteY15271" fmla="*/ 1734597 h 4882701"/>
                <a:gd name="connsiteX15272" fmla="*/ 2110165 w 4954903"/>
                <a:gd name="connsiteY15272" fmla="*/ 1728773 h 4882701"/>
                <a:gd name="connsiteX15273" fmla="*/ 2095731 w 4954903"/>
                <a:gd name="connsiteY15273" fmla="*/ 1713579 h 4882701"/>
                <a:gd name="connsiteX15274" fmla="*/ 2027613 w 4954903"/>
                <a:gd name="connsiteY15274" fmla="*/ 1712820 h 4882701"/>
                <a:gd name="connsiteX15275" fmla="*/ 2013179 w 4954903"/>
                <a:gd name="connsiteY15275" fmla="*/ 1733838 h 4882701"/>
                <a:gd name="connsiteX15276" fmla="*/ 2042047 w 4954903"/>
                <a:gd name="connsiteY15276" fmla="*/ 1728013 h 4882701"/>
                <a:gd name="connsiteX15277" fmla="*/ 2027613 w 4954903"/>
                <a:gd name="connsiteY15277" fmla="*/ 1712820 h 4882701"/>
                <a:gd name="connsiteX15278" fmla="*/ 1960508 w 4954903"/>
                <a:gd name="connsiteY15278" fmla="*/ 1712313 h 4882701"/>
                <a:gd name="connsiteX15279" fmla="*/ 1946074 w 4954903"/>
                <a:gd name="connsiteY15279" fmla="*/ 1733331 h 4882701"/>
                <a:gd name="connsiteX15280" fmla="*/ 1974435 w 4954903"/>
                <a:gd name="connsiteY15280" fmla="*/ 1727254 h 4882701"/>
                <a:gd name="connsiteX15281" fmla="*/ 1960508 w 4954903"/>
                <a:gd name="connsiteY15281" fmla="*/ 1712313 h 4882701"/>
                <a:gd name="connsiteX15282" fmla="*/ 1893910 w 4954903"/>
                <a:gd name="connsiteY15282" fmla="*/ 1711807 h 4882701"/>
                <a:gd name="connsiteX15283" fmla="*/ 1879476 w 4954903"/>
                <a:gd name="connsiteY15283" fmla="*/ 1732825 h 4882701"/>
                <a:gd name="connsiteX15284" fmla="*/ 1907837 w 4954903"/>
                <a:gd name="connsiteY15284" fmla="*/ 1726747 h 4882701"/>
                <a:gd name="connsiteX15285" fmla="*/ 1893910 w 4954903"/>
                <a:gd name="connsiteY15285" fmla="*/ 1711807 h 4882701"/>
                <a:gd name="connsiteX15286" fmla="*/ 1649547 w 4954903"/>
                <a:gd name="connsiteY15286" fmla="*/ 1725988 h 4882701"/>
                <a:gd name="connsiteX15287" fmla="*/ 1636885 w 4954903"/>
                <a:gd name="connsiteY15287" fmla="*/ 1711047 h 4882701"/>
                <a:gd name="connsiteX15288" fmla="*/ 1622451 w 4954903"/>
                <a:gd name="connsiteY15288" fmla="*/ 1732065 h 4882701"/>
                <a:gd name="connsiteX15289" fmla="*/ 1649547 w 4954903"/>
                <a:gd name="connsiteY15289" fmla="*/ 1725988 h 4882701"/>
                <a:gd name="connsiteX15290" fmla="*/ 1587253 w 4954903"/>
                <a:gd name="connsiteY15290" fmla="*/ 1725988 h 4882701"/>
                <a:gd name="connsiteX15291" fmla="*/ 1574845 w 4954903"/>
                <a:gd name="connsiteY15291" fmla="*/ 1711047 h 4882701"/>
                <a:gd name="connsiteX15292" fmla="*/ 1560664 w 4954903"/>
                <a:gd name="connsiteY15292" fmla="*/ 1732065 h 4882701"/>
                <a:gd name="connsiteX15293" fmla="*/ 1587253 w 4954903"/>
                <a:gd name="connsiteY15293" fmla="*/ 1725988 h 4882701"/>
                <a:gd name="connsiteX15294" fmla="*/ 1525719 w 4954903"/>
                <a:gd name="connsiteY15294" fmla="*/ 1725988 h 4882701"/>
                <a:gd name="connsiteX15295" fmla="*/ 1513818 w 4954903"/>
                <a:gd name="connsiteY15295" fmla="*/ 1711047 h 4882701"/>
                <a:gd name="connsiteX15296" fmla="*/ 1499637 w 4954903"/>
                <a:gd name="connsiteY15296" fmla="*/ 1732065 h 4882701"/>
                <a:gd name="connsiteX15297" fmla="*/ 1525719 w 4954903"/>
                <a:gd name="connsiteY15297" fmla="*/ 1725988 h 4882701"/>
                <a:gd name="connsiteX15298" fmla="*/ 1405943 w 4954903"/>
                <a:gd name="connsiteY15298" fmla="*/ 1726494 h 4882701"/>
                <a:gd name="connsiteX15299" fmla="*/ 1394548 w 4954903"/>
                <a:gd name="connsiteY15299" fmla="*/ 1711807 h 4882701"/>
                <a:gd name="connsiteX15300" fmla="*/ 1381127 w 4954903"/>
                <a:gd name="connsiteY15300" fmla="*/ 1734091 h 4882701"/>
                <a:gd name="connsiteX15301" fmla="*/ 1405943 w 4954903"/>
                <a:gd name="connsiteY15301" fmla="*/ 1726494 h 4882701"/>
                <a:gd name="connsiteX15302" fmla="*/ 1347448 w 4954903"/>
                <a:gd name="connsiteY15302" fmla="*/ 1727000 h 4882701"/>
                <a:gd name="connsiteX15303" fmla="*/ 1336559 w 4954903"/>
                <a:gd name="connsiteY15303" fmla="*/ 1712313 h 4882701"/>
                <a:gd name="connsiteX15304" fmla="*/ 1323139 w 4954903"/>
                <a:gd name="connsiteY15304" fmla="*/ 1734597 h 4882701"/>
                <a:gd name="connsiteX15305" fmla="*/ 1347448 w 4954903"/>
                <a:gd name="connsiteY15305" fmla="*/ 1727000 h 4882701"/>
                <a:gd name="connsiteX15306" fmla="*/ 157540 w 4954903"/>
                <a:gd name="connsiteY15306" fmla="*/ 1782457 h 4882701"/>
                <a:gd name="connsiteX15307" fmla="*/ 158046 w 4954903"/>
                <a:gd name="connsiteY15307" fmla="*/ 1768276 h 4882701"/>
                <a:gd name="connsiteX15308" fmla="*/ 149690 w 4954903"/>
                <a:gd name="connsiteY15308" fmla="*/ 1795118 h 4882701"/>
                <a:gd name="connsiteX15309" fmla="*/ 157540 w 4954903"/>
                <a:gd name="connsiteY15309" fmla="*/ 1782457 h 4882701"/>
                <a:gd name="connsiteX15310" fmla="*/ 142853 w 4954903"/>
                <a:gd name="connsiteY15310" fmla="*/ 1785242 h 4882701"/>
                <a:gd name="connsiteX15311" fmla="*/ 143866 w 4954903"/>
                <a:gd name="connsiteY15311" fmla="*/ 1771062 h 4882701"/>
                <a:gd name="connsiteX15312" fmla="*/ 135762 w 4954903"/>
                <a:gd name="connsiteY15312" fmla="*/ 1797904 h 4882701"/>
                <a:gd name="connsiteX15313" fmla="*/ 142853 w 4954903"/>
                <a:gd name="connsiteY15313" fmla="*/ 1785242 h 4882701"/>
                <a:gd name="connsiteX15314" fmla="*/ 129685 w 4954903"/>
                <a:gd name="connsiteY15314" fmla="*/ 1788281 h 4882701"/>
                <a:gd name="connsiteX15315" fmla="*/ 131204 w 4954903"/>
                <a:gd name="connsiteY15315" fmla="*/ 1774100 h 4882701"/>
                <a:gd name="connsiteX15316" fmla="*/ 123101 w 4954903"/>
                <a:gd name="connsiteY15316" fmla="*/ 1800942 h 4882701"/>
                <a:gd name="connsiteX15317" fmla="*/ 129685 w 4954903"/>
                <a:gd name="connsiteY15317" fmla="*/ 1788281 h 4882701"/>
                <a:gd name="connsiteX15318" fmla="*/ 120316 w 4954903"/>
                <a:gd name="connsiteY15318" fmla="*/ 1777139 h 4882701"/>
                <a:gd name="connsiteX15319" fmla="*/ 112466 w 4954903"/>
                <a:gd name="connsiteY15319" fmla="*/ 1804234 h 4882701"/>
                <a:gd name="connsiteX15320" fmla="*/ 118543 w 4954903"/>
                <a:gd name="connsiteY15320" fmla="*/ 1791320 h 4882701"/>
                <a:gd name="connsiteX15321" fmla="*/ 120316 w 4954903"/>
                <a:gd name="connsiteY15321" fmla="*/ 1777139 h 4882701"/>
                <a:gd name="connsiteX15322" fmla="*/ 108920 w 4954903"/>
                <a:gd name="connsiteY15322" fmla="*/ 1794612 h 4882701"/>
                <a:gd name="connsiteX15323" fmla="*/ 111453 w 4954903"/>
                <a:gd name="connsiteY15323" fmla="*/ 1780431 h 4882701"/>
                <a:gd name="connsiteX15324" fmla="*/ 111199 w 4954903"/>
                <a:gd name="connsiteY15324" fmla="*/ 1780431 h 4882701"/>
                <a:gd name="connsiteX15325" fmla="*/ 103349 w 4954903"/>
                <a:gd name="connsiteY15325" fmla="*/ 1807779 h 4882701"/>
                <a:gd name="connsiteX15326" fmla="*/ 108920 w 4954903"/>
                <a:gd name="connsiteY15326" fmla="*/ 1794612 h 4882701"/>
                <a:gd name="connsiteX15327" fmla="*/ 96259 w 4954903"/>
                <a:gd name="connsiteY15327" fmla="*/ 1810565 h 4882701"/>
                <a:gd name="connsiteX15328" fmla="*/ 96259 w 4954903"/>
                <a:gd name="connsiteY15328" fmla="*/ 1810565 h 4882701"/>
                <a:gd name="connsiteX15329" fmla="*/ 101324 w 4954903"/>
                <a:gd name="connsiteY15329" fmla="*/ 1797650 h 4882701"/>
                <a:gd name="connsiteX15330" fmla="*/ 104362 w 4954903"/>
                <a:gd name="connsiteY15330" fmla="*/ 1783470 h 4882701"/>
                <a:gd name="connsiteX15331" fmla="*/ 104109 w 4954903"/>
                <a:gd name="connsiteY15331" fmla="*/ 1783216 h 4882701"/>
                <a:gd name="connsiteX15332" fmla="*/ 96259 w 4954903"/>
                <a:gd name="connsiteY15332" fmla="*/ 1810565 h 4882701"/>
                <a:gd name="connsiteX15333" fmla="*/ 90941 w 4954903"/>
                <a:gd name="connsiteY15333" fmla="*/ 1814110 h 4882701"/>
                <a:gd name="connsiteX15334" fmla="*/ 95499 w 4954903"/>
                <a:gd name="connsiteY15334" fmla="*/ 1801195 h 4882701"/>
                <a:gd name="connsiteX15335" fmla="*/ 98791 w 4954903"/>
                <a:gd name="connsiteY15335" fmla="*/ 1787015 h 4882701"/>
                <a:gd name="connsiteX15336" fmla="*/ 98538 w 4954903"/>
                <a:gd name="connsiteY15336" fmla="*/ 1787015 h 4882701"/>
                <a:gd name="connsiteX15337" fmla="*/ 90941 w 4954903"/>
                <a:gd name="connsiteY15337" fmla="*/ 1814110 h 4882701"/>
                <a:gd name="connsiteX15338" fmla="*/ 90941 w 4954903"/>
                <a:gd name="connsiteY15338" fmla="*/ 1814110 h 4882701"/>
                <a:gd name="connsiteX15339" fmla="*/ 91195 w 4954903"/>
                <a:gd name="connsiteY15339" fmla="*/ 1804234 h 4882701"/>
                <a:gd name="connsiteX15340" fmla="*/ 94740 w 4954903"/>
                <a:gd name="connsiteY15340" fmla="*/ 1790054 h 4882701"/>
                <a:gd name="connsiteX15341" fmla="*/ 87143 w 4954903"/>
                <a:gd name="connsiteY15341" fmla="*/ 1817402 h 4882701"/>
                <a:gd name="connsiteX15342" fmla="*/ 91195 w 4954903"/>
                <a:gd name="connsiteY15342" fmla="*/ 1804234 h 4882701"/>
                <a:gd name="connsiteX15343" fmla="*/ 89169 w 4954903"/>
                <a:gd name="connsiteY15343" fmla="*/ 1807779 h 4882701"/>
                <a:gd name="connsiteX15344" fmla="*/ 85624 w 4954903"/>
                <a:gd name="connsiteY15344" fmla="*/ 1820694 h 4882701"/>
                <a:gd name="connsiteX15345" fmla="*/ 93220 w 4954903"/>
                <a:gd name="connsiteY15345" fmla="*/ 1793599 h 4882701"/>
                <a:gd name="connsiteX15346" fmla="*/ 89169 w 4954903"/>
                <a:gd name="connsiteY15346" fmla="*/ 1807779 h 4882701"/>
                <a:gd name="connsiteX15347" fmla="*/ 4872099 w 4954903"/>
                <a:gd name="connsiteY15347" fmla="*/ 1848042 h 4882701"/>
                <a:gd name="connsiteX15348" fmla="*/ 4869567 w 4954903"/>
                <a:gd name="connsiteY15348" fmla="*/ 1836647 h 4882701"/>
                <a:gd name="connsiteX15349" fmla="*/ 4864503 w 4954903"/>
                <a:gd name="connsiteY15349" fmla="*/ 1820694 h 4882701"/>
                <a:gd name="connsiteX15350" fmla="*/ 4872099 w 4954903"/>
                <a:gd name="connsiteY15350" fmla="*/ 1848042 h 4882701"/>
                <a:gd name="connsiteX15351" fmla="*/ 4872099 w 4954903"/>
                <a:gd name="connsiteY15351" fmla="*/ 1848042 h 4882701"/>
                <a:gd name="connsiteX15352" fmla="*/ 4865009 w 4954903"/>
                <a:gd name="connsiteY15352" fmla="*/ 1833102 h 4882701"/>
                <a:gd name="connsiteX15353" fmla="*/ 4859691 w 4954903"/>
                <a:gd name="connsiteY15353" fmla="*/ 1817149 h 4882701"/>
                <a:gd name="connsiteX15354" fmla="*/ 4859691 w 4954903"/>
                <a:gd name="connsiteY15354" fmla="*/ 1817149 h 4882701"/>
                <a:gd name="connsiteX15355" fmla="*/ 4867288 w 4954903"/>
                <a:gd name="connsiteY15355" fmla="*/ 1844497 h 4882701"/>
                <a:gd name="connsiteX15356" fmla="*/ 4865009 w 4954903"/>
                <a:gd name="connsiteY15356" fmla="*/ 1833102 h 4882701"/>
                <a:gd name="connsiteX15357" fmla="*/ 4852601 w 4954903"/>
                <a:gd name="connsiteY15357" fmla="*/ 1813604 h 4882701"/>
                <a:gd name="connsiteX15358" fmla="*/ 4852601 w 4954903"/>
                <a:gd name="connsiteY15358" fmla="*/ 1813604 h 4882701"/>
                <a:gd name="connsiteX15359" fmla="*/ 4859944 w 4954903"/>
                <a:gd name="connsiteY15359" fmla="*/ 1840952 h 4882701"/>
                <a:gd name="connsiteX15360" fmla="*/ 4858425 w 4954903"/>
                <a:gd name="connsiteY15360" fmla="*/ 1829557 h 4882701"/>
                <a:gd name="connsiteX15361" fmla="*/ 4852601 w 4954903"/>
                <a:gd name="connsiteY15361" fmla="*/ 1813604 h 4882701"/>
                <a:gd name="connsiteX15362" fmla="*/ 4843738 w 4954903"/>
                <a:gd name="connsiteY15362" fmla="*/ 1809805 h 4882701"/>
                <a:gd name="connsiteX15363" fmla="*/ 4843738 w 4954903"/>
                <a:gd name="connsiteY15363" fmla="*/ 1809805 h 4882701"/>
                <a:gd name="connsiteX15364" fmla="*/ 4850828 w 4954903"/>
                <a:gd name="connsiteY15364" fmla="*/ 1837154 h 4882701"/>
                <a:gd name="connsiteX15365" fmla="*/ 4849815 w 4954903"/>
                <a:gd name="connsiteY15365" fmla="*/ 1825758 h 4882701"/>
                <a:gd name="connsiteX15366" fmla="*/ 4843738 w 4954903"/>
                <a:gd name="connsiteY15366" fmla="*/ 1809805 h 4882701"/>
                <a:gd name="connsiteX15367" fmla="*/ 4832849 w 4954903"/>
                <a:gd name="connsiteY15367" fmla="*/ 1806260 h 4882701"/>
                <a:gd name="connsiteX15368" fmla="*/ 4832596 w 4954903"/>
                <a:gd name="connsiteY15368" fmla="*/ 1806260 h 4882701"/>
                <a:gd name="connsiteX15369" fmla="*/ 4839686 w 4954903"/>
                <a:gd name="connsiteY15369" fmla="*/ 1833609 h 4882701"/>
                <a:gd name="connsiteX15370" fmla="*/ 4839433 w 4954903"/>
                <a:gd name="connsiteY15370" fmla="*/ 1822467 h 4882701"/>
                <a:gd name="connsiteX15371" fmla="*/ 4832849 w 4954903"/>
                <a:gd name="connsiteY15371" fmla="*/ 1806260 h 4882701"/>
                <a:gd name="connsiteX15372" fmla="*/ 4819428 w 4954903"/>
                <a:gd name="connsiteY15372" fmla="*/ 1802462 h 4882701"/>
                <a:gd name="connsiteX15373" fmla="*/ 4826519 w 4954903"/>
                <a:gd name="connsiteY15373" fmla="*/ 1829810 h 4882701"/>
                <a:gd name="connsiteX15374" fmla="*/ 4826772 w 4954903"/>
                <a:gd name="connsiteY15374" fmla="*/ 1818668 h 4882701"/>
                <a:gd name="connsiteX15375" fmla="*/ 4819682 w 4954903"/>
                <a:gd name="connsiteY15375" fmla="*/ 1802715 h 4882701"/>
                <a:gd name="connsiteX15376" fmla="*/ 4819428 w 4954903"/>
                <a:gd name="connsiteY15376" fmla="*/ 1802462 h 4882701"/>
                <a:gd name="connsiteX15377" fmla="*/ 4805247 w 4954903"/>
                <a:gd name="connsiteY15377" fmla="*/ 1798917 h 4882701"/>
                <a:gd name="connsiteX15378" fmla="*/ 4804994 w 4954903"/>
                <a:gd name="connsiteY15378" fmla="*/ 1798917 h 4882701"/>
                <a:gd name="connsiteX15379" fmla="*/ 4812085 w 4954903"/>
                <a:gd name="connsiteY15379" fmla="*/ 1826012 h 4882701"/>
                <a:gd name="connsiteX15380" fmla="*/ 4812844 w 4954903"/>
                <a:gd name="connsiteY15380" fmla="*/ 1814870 h 4882701"/>
                <a:gd name="connsiteX15381" fmla="*/ 4805247 w 4954903"/>
                <a:gd name="connsiteY15381" fmla="*/ 1798917 h 4882701"/>
                <a:gd name="connsiteX15382" fmla="*/ 4795372 w 4954903"/>
                <a:gd name="connsiteY15382" fmla="*/ 1822467 h 4882701"/>
                <a:gd name="connsiteX15383" fmla="*/ 4796638 w 4954903"/>
                <a:gd name="connsiteY15383" fmla="*/ 1811325 h 4882701"/>
                <a:gd name="connsiteX15384" fmla="*/ 4788788 w 4954903"/>
                <a:gd name="connsiteY15384" fmla="*/ 1795371 h 4882701"/>
                <a:gd name="connsiteX15385" fmla="*/ 4788281 w 4954903"/>
                <a:gd name="connsiteY15385" fmla="*/ 1795371 h 4882701"/>
                <a:gd name="connsiteX15386" fmla="*/ 4795372 w 4954903"/>
                <a:gd name="connsiteY15386" fmla="*/ 1822467 h 4882701"/>
                <a:gd name="connsiteX15387" fmla="*/ 4778659 w 4954903"/>
                <a:gd name="connsiteY15387" fmla="*/ 1807526 h 4882701"/>
                <a:gd name="connsiteX15388" fmla="*/ 4770556 w 4954903"/>
                <a:gd name="connsiteY15388" fmla="*/ 1791573 h 4882701"/>
                <a:gd name="connsiteX15389" fmla="*/ 4770049 w 4954903"/>
                <a:gd name="connsiteY15389" fmla="*/ 1791573 h 4882701"/>
                <a:gd name="connsiteX15390" fmla="*/ 4776380 w 4954903"/>
                <a:gd name="connsiteY15390" fmla="*/ 1818415 h 4882701"/>
                <a:gd name="connsiteX15391" fmla="*/ 4778659 w 4954903"/>
                <a:gd name="connsiteY15391" fmla="*/ 1807526 h 4882701"/>
                <a:gd name="connsiteX15392" fmla="*/ 4750044 w 4954903"/>
                <a:gd name="connsiteY15392" fmla="*/ 1787775 h 4882701"/>
                <a:gd name="connsiteX15393" fmla="*/ 4756375 w 4954903"/>
                <a:gd name="connsiteY15393" fmla="*/ 1814617 h 4882701"/>
                <a:gd name="connsiteX15394" fmla="*/ 4759161 w 4954903"/>
                <a:gd name="connsiteY15394" fmla="*/ 1803728 h 4882701"/>
                <a:gd name="connsiteX15395" fmla="*/ 4750551 w 4954903"/>
                <a:gd name="connsiteY15395" fmla="*/ 1787775 h 4882701"/>
                <a:gd name="connsiteX15396" fmla="*/ 4750044 w 4954903"/>
                <a:gd name="connsiteY15396" fmla="*/ 1787775 h 4882701"/>
                <a:gd name="connsiteX15397" fmla="*/ 4729027 w 4954903"/>
                <a:gd name="connsiteY15397" fmla="*/ 1784229 h 4882701"/>
                <a:gd name="connsiteX15398" fmla="*/ 4728520 w 4954903"/>
                <a:gd name="connsiteY15398" fmla="*/ 1784229 h 4882701"/>
                <a:gd name="connsiteX15399" fmla="*/ 4734851 w 4954903"/>
                <a:gd name="connsiteY15399" fmla="*/ 1811071 h 4882701"/>
                <a:gd name="connsiteX15400" fmla="*/ 4738143 w 4954903"/>
                <a:gd name="connsiteY15400" fmla="*/ 1800183 h 4882701"/>
                <a:gd name="connsiteX15401" fmla="*/ 4729027 w 4954903"/>
                <a:gd name="connsiteY15401" fmla="*/ 1784229 h 4882701"/>
                <a:gd name="connsiteX15402" fmla="*/ 4705730 w 4954903"/>
                <a:gd name="connsiteY15402" fmla="*/ 1780684 h 4882701"/>
                <a:gd name="connsiteX15403" fmla="*/ 4704717 w 4954903"/>
                <a:gd name="connsiteY15403" fmla="*/ 1780684 h 4882701"/>
                <a:gd name="connsiteX15404" fmla="*/ 4711301 w 4954903"/>
                <a:gd name="connsiteY15404" fmla="*/ 1807526 h 4882701"/>
                <a:gd name="connsiteX15405" fmla="*/ 4714846 w 4954903"/>
                <a:gd name="connsiteY15405" fmla="*/ 1796637 h 4882701"/>
                <a:gd name="connsiteX15406" fmla="*/ 4705730 w 4954903"/>
                <a:gd name="connsiteY15406" fmla="*/ 1780684 h 4882701"/>
                <a:gd name="connsiteX15407" fmla="*/ 4690283 w 4954903"/>
                <a:gd name="connsiteY15407" fmla="*/ 1793092 h 4882701"/>
                <a:gd name="connsiteX15408" fmla="*/ 4680660 w 4954903"/>
                <a:gd name="connsiteY15408" fmla="*/ 1777139 h 4882701"/>
                <a:gd name="connsiteX15409" fmla="*/ 4680154 w 4954903"/>
                <a:gd name="connsiteY15409" fmla="*/ 1777139 h 4882701"/>
                <a:gd name="connsiteX15410" fmla="*/ 4685472 w 4954903"/>
                <a:gd name="connsiteY15410" fmla="*/ 1803475 h 4882701"/>
                <a:gd name="connsiteX15411" fmla="*/ 4690283 w 4954903"/>
                <a:gd name="connsiteY15411" fmla="*/ 1793092 h 4882701"/>
                <a:gd name="connsiteX15412" fmla="*/ 4654325 w 4954903"/>
                <a:gd name="connsiteY15412" fmla="*/ 1773341 h 4882701"/>
                <a:gd name="connsiteX15413" fmla="*/ 4653819 w 4954903"/>
                <a:gd name="connsiteY15413" fmla="*/ 1773341 h 4882701"/>
                <a:gd name="connsiteX15414" fmla="*/ 4658883 w 4954903"/>
                <a:gd name="connsiteY15414" fmla="*/ 1799676 h 4882701"/>
                <a:gd name="connsiteX15415" fmla="*/ 4664201 w 4954903"/>
                <a:gd name="connsiteY15415" fmla="*/ 1789041 h 4882701"/>
                <a:gd name="connsiteX15416" fmla="*/ 4654325 w 4954903"/>
                <a:gd name="connsiteY15416" fmla="*/ 1773341 h 4882701"/>
                <a:gd name="connsiteX15417" fmla="*/ 4626217 w 4954903"/>
                <a:gd name="connsiteY15417" fmla="*/ 1769796 h 4882701"/>
                <a:gd name="connsiteX15418" fmla="*/ 4625457 w 4954903"/>
                <a:gd name="connsiteY15418" fmla="*/ 1769796 h 4882701"/>
                <a:gd name="connsiteX15419" fmla="*/ 4630522 w 4954903"/>
                <a:gd name="connsiteY15419" fmla="*/ 1796131 h 4882701"/>
                <a:gd name="connsiteX15420" fmla="*/ 4636346 w 4954903"/>
                <a:gd name="connsiteY15420" fmla="*/ 1785496 h 4882701"/>
                <a:gd name="connsiteX15421" fmla="*/ 4626217 w 4954903"/>
                <a:gd name="connsiteY15421" fmla="*/ 1769796 h 4882701"/>
                <a:gd name="connsiteX15422" fmla="*/ 4596590 w 4954903"/>
                <a:gd name="connsiteY15422" fmla="*/ 1766250 h 4882701"/>
                <a:gd name="connsiteX15423" fmla="*/ 4595323 w 4954903"/>
                <a:gd name="connsiteY15423" fmla="*/ 1766250 h 4882701"/>
                <a:gd name="connsiteX15424" fmla="*/ 4600894 w 4954903"/>
                <a:gd name="connsiteY15424" fmla="*/ 1792586 h 4882701"/>
                <a:gd name="connsiteX15425" fmla="*/ 4607225 w 4954903"/>
                <a:gd name="connsiteY15425" fmla="*/ 1781950 h 4882701"/>
                <a:gd name="connsiteX15426" fmla="*/ 4596590 w 4954903"/>
                <a:gd name="connsiteY15426" fmla="*/ 1766250 h 4882701"/>
                <a:gd name="connsiteX15427" fmla="*/ 4568735 w 4954903"/>
                <a:gd name="connsiteY15427" fmla="*/ 1788787 h 4882701"/>
                <a:gd name="connsiteX15428" fmla="*/ 4576331 w 4954903"/>
                <a:gd name="connsiteY15428" fmla="*/ 1778912 h 4882701"/>
                <a:gd name="connsiteX15429" fmla="*/ 4565443 w 4954903"/>
                <a:gd name="connsiteY15429" fmla="*/ 1762959 h 4882701"/>
                <a:gd name="connsiteX15430" fmla="*/ 4564683 w 4954903"/>
                <a:gd name="connsiteY15430" fmla="*/ 1762959 h 4882701"/>
                <a:gd name="connsiteX15431" fmla="*/ 4568735 w 4954903"/>
                <a:gd name="connsiteY15431" fmla="*/ 1788787 h 4882701"/>
                <a:gd name="connsiteX15432" fmla="*/ 4535815 w 4954903"/>
                <a:gd name="connsiteY15432" fmla="*/ 1785242 h 4882701"/>
                <a:gd name="connsiteX15433" fmla="*/ 4543919 w 4954903"/>
                <a:gd name="connsiteY15433" fmla="*/ 1775367 h 4882701"/>
                <a:gd name="connsiteX15434" fmla="*/ 4533030 w 4954903"/>
                <a:gd name="connsiteY15434" fmla="*/ 1759413 h 4882701"/>
                <a:gd name="connsiteX15435" fmla="*/ 4532270 w 4954903"/>
                <a:gd name="connsiteY15435" fmla="*/ 1759413 h 4882701"/>
                <a:gd name="connsiteX15436" fmla="*/ 4535815 w 4954903"/>
                <a:gd name="connsiteY15436" fmla="*/ 1785242 h 4882701"/>
                <a:gd name="connsiteX15437" fmla="*/ 4501630 w 4954903"/>
                <a:gd name="connsiteY15437" fmla="*/ 1781697 h 4882701"/>
                <a:gd name="connsiteX15438" fmla="*/ 4510239 w 4954903"/>
                <a:gd name="connsiteY15438" fmla="*/ 1771821 h 4882701"/>
                <a:gd name="connsiteX15439" fmla="*/ 4499097 w 4954903"/>
                <a:gd name="connsiteY15439" fmla="*/ 1755868 h 4882701"/>
                <a:gd name="connsiteX15440" fmla="*/ 4497578 w 4954903"/>
                <a:gd name="connsiteY15440" fmla="*/ 1755868 h 4882701"/>
                <a:gd name="connsiteX15441" fmla="*/ 4501630 w 4954903"/>
                <a:gd name="connsiteY15441" fmla="*/ 1781697 h 4882701"/>
                <a:gd name="connsiteX15442" fmla="*/ 4461873 w 4954903"/>
                <a:gd name="connsiteY15442" fmla="*/ 1752576 h 4882701"/>
                <a:gd name="connsiteX15443" fmla="*/ 4465925 w 4954903"/>
                <a:gd name="connsiteY15443" fmla="*/ 1778405 h 4882701"/>
                <a:gd name="connsiteX15444" fmla="*/ 4475041 w 4954903"/>
                <a:gd name="connsiteY15444" fmla="*/ 1768529 h 4882701"/>
                <a:gd name="connsiteX15445" fmla="*/ 4463393 w 4954903"/>
                <a:gd name="connsiteY15445" fmla="*/ 1752576 h 4882701"/>
                <a:gd name="connsiteX15446" fmla="*/ 4461873 w 4954903"/>
                <a:gd name="connsiteY15446" fmla="*/ 1752576 h 4882701"/>
                <a:gd name="connsiteX15447" fmla="*/ 4438577 w 4954903"/>
                <a:gd name="connsiteY15447" fmla="*/ 1764731 h 4882701"/>
                <a:gd name="connsiteX15448" fmla="*/ 4426675 w 4954903"/>
                <a:gd name="connsiteY15448" fmla="*/ 1748778 h 4882701"/>
                <a:gd name="connsiteX15449" fmla="*/ 4425915 w 4954903"/>
                <a:gd name="connsiteY15449" fmla="*/ 1748778 h 4882701"/>
                <a:gd name="connsiteX15450" fmla="*/ 4428194 w 4954903"/>
                <a:gd name="connsiteY15450" fmla="*/ 1774100 h 4882701"/>
                <a:gd name="connsiteX15451" fmla="*/ 4438577 w 4954903"/>
                <a:gd name="connsiteY15451" fmla="*/ 1764731 h 4882701"/>
                <a:gd name="connsiteX15452" fmla="*/ 4400593 w 4954903"/>
                <a:gd name="connsiteY15452" fmla="*/ 1761439 h 4882701"/>
                <a:gd name="connsiteX15453" fmla="*/ 4388691 w 4954903"/>
                <a:gd name="connsiteY15453" fmla="*/ 1745739 h 4882701"/>
                <a:gd name="connsiteX15454" fmla="*/ 4387678 w 4954903"/>
                <a:gd name="connsiteY15454" fmla="*/ 1745739 h 4882701"/>
                <a:gd name="connsiteX15455" fmla="*/ 4389704 w 4954903"/>
                <a:gd name="connsiteY15455" fmla="*/ 1770808 h 4882701"/>
                <a:gd name="connsiteX15456" fmla="*/ 4400593 w 4954903"/>
                <a:gd name="connsiteY15456" fmla="*/ 1761439 h 4882701"/>
                <a:gd name="connsiteX15457" fmla="*/ 4349947 w 4954903"/>
                <a:gd name="connsiteY15457" fmla="*/ 1767517 h 4882701"/>
                <a:gd name="connsiteX15458" fmla="*/ 4361343 w 4954903"/>
                <a:gd name="connsiteY15458" fmla="*/ 1758147 h 4882701"/>
                <a:gd name="connsiteX15459" fmla="*/ 4349188 w 4954903"/>
                <a:gd name="connsiteY15459" fmla="*/ 1742447 h 4882701"/>
                <a:gd name="connsiteX15460" fmla="*/ 4348175 w 4954903"/>
                <a:gd name="connsiteY15460" fmla="*/ 1742447 h 4882701"/>
                <a:gd name="connsiteX15461" fmla="*/ 4349947 w 4954903"/>
                <a:gd name="connsiteY15461" fmla="*/ 1767517 h 4882701"/>
                <a:gd name="connsiteX15462" fmla="*/ 4320827 w 4954903"/>
                <a:gd name="connsiteY15462" fmla="*/ 1754602 h 4882701"/>
                <a:gd name="connsiteX15463" fmla="*/ 4308165 w 4954903"/>
                <a:gd name="connsiteY15463" fmla="*/ 1738902 h 4882701"/>
                <a:gd name="connsiteX15464" fmla="*/ 4306393 w 4954903"/>
                <a:gd name="connsiteY15464" fmla="*/ 1739155 h 4882701"/>
                <a:gd name="connsiteX15465" fmla="*/ 4308925 w 4954903"/>
                <a:gd name="connsiteY15465" fmla="*/ 1764225 h 4882701"/>
                <a:gd name="connsiteX15466" fmla="*/ 4320827 w 4954903"/>
                <a:gd name="connsiteY15466" fmla="*/ 1754602 h 4882701"/>
                <a:gd name="connsiteX15467" fmla="*/ 4279044 w 4954903"/>
                <a:gd name="connsiteY15467" fmla="*/ 1751310 h 4882701"/>
                <a:gd name="connsiteX15468" fmla="*/ 4266383 w 4954903"/>
                <a:gd name="connsiteY15468" fmla="*/ 1735610 h 4882701"/>
                <a:gd name="connsiteX15469" fmla="*/ 4264357 w 4954903"/>
                <a:gd name="connsiteY15469" fmla="*/ 1735863 h 4882701"/>
                <a:gd name="connsiteX15470" fmla="*/ 4266636 w 4954903"/>
                <a:gd name="connsiteY15470" fmla="*/ 1760933 h 4882701"/>
                <a:gd name="connsiteX15471" fmla="*/ 4279044 w 4954903"/>
                <a:gd name="connsiteY15471" fmla="*/ 1751310 h 4882701"/>
                <a:gd name="connsiteX15472" fmla="*/ 4235996 w 4954903"/>
                <a:gd name="connsiteY15472" fmla="*/ 1748271 h 4882701"/>
                <a:gd name="connsiteX15473" fmla="*/ 4223081 w 4954903"/>
                <a:gd name="connsiteY15473" fmla="*/ 1732571 h 4882701"/>
                <a:gd name="connsiteX15474" fmla="*/ 4222068 w 4954903"/>
                <a:gd name="connsiteY15474" fmla="*/ 1732571 h 4882701"/>
                <a:gd name="connsiteX15475" fmla="*/ 4222068 w 4954903"/>
                <a:gd name="connsiteY15475" fmla="*/ 1756881 h 4882701"/>
                <a:gd name="connsiteX15476" fmla="*/ 4235996 w 4954903"/>
                <a:gd name="connsiteY15476" fmla="*/ 1748271 h 4882701"/>
                <a:gd name="connsiteX15477" fmla="*/ 4191681 w 4954903"/>
                <a:gd name="connsiteY15477" fmla="*/ 1744980 h 4882701"/>
                <a:gd name="connsiteX15478" fmla="*/ 4178513 w 4954903"/>
                <a:gd name="connsiteY15478" fmla="*/ 1729279 h 4882701"/>
                <a:gd name="connsiteX15479" fmla="*/ 4177501 w 4954903"/>
                <a:gd name="connsiteY15479" fmla="*/ 1729279 h 4882701"/>
                <a:gd name="connsiteX15480" fmla="*/ 4177247 w 4954903"/>
                <a:gd name="connsiteY15480" fmla="*/ 1753589 h 4882701"/>
                <a:gd name="connsiteX15481" fmla="*/ 4191681 w 4954903"/>
                <a:gd name="connsiteY15481" fmla="*/ 1744980 h 4882701"/>
                <a:gd name="connsiteX15482" fmla="*/ 4146100 w 4954903"/>
                <a:gd name="connsiteY15482" fmla="*/ 1741687 h 4882701"/>
                <a:gd name="connsiteX15483" fmla="*/ 4132679 w 4954903"/>
                <a:gd name="connsiteY15483" fmla="*/ 1725988 h 4882701"/>
                <a:gd name="connsiteX15484" fmla="*/ 4131667 w 4954903"/>
                <a:gd name="connsiteY15484" fmla="*/ 1725988 h 4882701"/>
                <a:gd name="connsiteX15485" fmla="*/ 4131160 w 4954903"/>
                <a:gd name="connsiteY15485" fmla="*/ 1750297 h 4882701"/>
                <a:gd name="connsiteX15486" fmla="*/ 4146100 w 4954903"/>
                <a:gd name="connsiteY15486" fmla="*/ 1741687 h 4882701"/>
                <a:gd name="connsiteX15487" fmla="*/ 4099507 w 4954903"/>
                <a:gd name="connsiteY15487" fmla="*/ 1738649 h 4882701"/>
                <a:gd name="connsiteX15488" fmla="*/ 4086086 w 4954903"/>
                <a:gd name="connsiteY15488" fmla="*/ 1722949 h 4882701"/>
                <a:gd name="connsiteX15489" fmla="*/ 4085073 w 4954903"/>
                <a:gd name="connsiteY15489" fmla="*/ 1722949 h 4882701"/>
                <a:gd name="connsiteX15490" fmla="*/ 4084313 w 4954903"/>
                <a:gd name="connsiteY15490" fmla="*/ 1747258 h 4882701"/>
                <a:gd name="connsiteX15491" fmla="*/ 4099507 w 4954903"/>
                <a:gd name="connsiteY15491" fmla="*/ 1738649 h 4882701"/>
                <a:gd name="connsiteX15492" fmla="*/ 4051900 w 4954903"/>
                <a:gd name="connsiteY15492" fmla="*/ 1735610 h 4882701"/>
                <a:gd name="connsiteX15493" fmla="*/ 4038479 w 4954903"/>
                <a:gd name="connsiteY15493" fmla="*/ 1719910 h 4882701"/>
                <a:gd name="connsiteX15494" fmla="*/ 4037467 w 4954903"/>
                <a:gd name="connsiteY15494" fmla="*/ 1719910 h 4882701"/>
                <a:gd name="connsiteX15495" fmla="*/ 4035441 w 4954903"/>
                <a:gd name="connsiteY15495" fmla="*/ 1743460 h 4882701"/>
                <a:gd name="connsiteX15496" fmla="*/ 4051900 w 4954903"/>
                <a:gd name="connsiteY15496" fmla="*/ 1735610 h 4882701"/>
                <a:gd name="connsiteX15497" fmla="*/ 3989100 w 4954903"/>
                <a:gd name="connsiteY15497" fmla="*/ 1716871 h 4882701"/>
                <a:gd name="connsiteX15498" fmla="*/ 3987834 w 4954903"/>
                <a:gd name="connsiteY15498" fmla="*/ 1716871 h 4882701"/>
                <a:gd name="connsiteX15499" fmla="*/ 3985555 w 4954903"/>
                <a:gd name="connsiteY15499" fmla="*/ 1740421 h 4882701"/>
                <a:gd name="connsiteX15500" fmla="*/ 4002775 w 4954903"/>
                <a:gd name="connsiteY15500" fmla="*/ 1732571 h 4882701"/>
                <a:gd name="connsiteX15501" fmla="*/ 3989100 w 4954903"/>
                <a:gd name="connsiteY15501" fmla="*/ 1716871 h 4882701"/>
                <a:gd name="connsiteX15502" fmla="*/ 3953142 w 4954903"/>
                <a:gd name="connsiteY15502" fmla="*/ 1729533 h 4882701"/>
                <a:gd name="connsiteX15503" fmla="*/ 3939215 w 4954903"/>
                <a:gd name="connsiteY15503" fmla="*/ 1713833 h 4882701"/>
                <a:gd name="connsiteX15504" fmla="*/ 3937949 w 4954903"/>
                <a:gd name="connsiteY15504" fmla="*/ 1713833 h 4882701"/>
                <a:gd name="connsiteX15505" fmla="*/ 3935417 w 4954903"/>
                <a:gd name="connsiteY15505" fmla="*/ 1737383 h 4882701"/>
                <a:gd name="connsiteX15506" fmla="*/ 3953142 w 4954903"/>
                <a:gd name="connsiteY15506" fmla="*/ 1729533 h 4882701"/>
                <a:gd name="connsiteX15507" fmla="*/ 3902244 w 4954903"/>
                <a:gd name="connsiteY15507" fmla="*/ 1726494 h 4882701"/>
                <a:gd name="connsiteX15508" fmla="*/ 3888317 w 4954903"/>
                <a:gd name="connsiteY15508" fmla="*/ 1710794 h 4882701"/>
                <a:gd name="connsiteX15509" fmla="*/ 3887050 w 4954903"/>
                <a:gd name="connsiteY15509" fmla="*/ 1710794 h 4882701"/>
                <a:gd name="connsiteX15510" fmla="*/ 3884265 w 4954903"/>
                <a:gd name="connsiteY15510" fmla="*/ 1734344 h 4882701"/>
                <a:gd name="connsiteX15511" fmla="*/ 3902244 w 4954903"/>
                <a:gd name="connsiteY15511" fmla="*/ 1726494 h 4882701"/>
                <a:gd name="connsiteX15512" fmla="*/ 3850333 w 4954903"/>
                <a:gd name="connsiteY15512" fmla="*/ 1723708 h 4882701"/>
                <a:gd name="connsiteX15513" fmla="*/ 3836152 w 4954903"/>
                <a:gd name="connsiteY15513" fmla="*/ 1708008 h 4882701"/>
                <a:gd name="connsiteX15514" fmla="*/ 3834886 w 4954903"/>
                <a:gd name="connsiteY15514" fmla="*/ 1708008 h 4882701"/>
                <a:gd name="connsiteX15515" fmla="*/ 3831847 w 4954903"/>
                <a:gd name="connsiteY15515" fmla="*/ 1731558 h 4882701"/>
                <a:gd name="connsiteX15516" fmla="*/ 3850333 w 4954903"/>
                <a:gd name="connsiteY15516" fmla="*/ 1723708 h 4882701"/>
                <a:gd name="connsiteX15517" fmla="*/ 3797409 w 4954903"/>
                <a:gd name="connsiteY15517" fmla="*/ 1720670 h 4882701"/>
                <a:gd name="connsiteX15518" fmla="*/ 3782975 w 4954903"/>
                <a:gd name="connsiteY15518" fmla="*/ 1704970 h 4882701"/>
                <a:gd name="connsiteX15519" fmla="*/ 3781708 w 4954903"/>
                <a:gd name="connsiteY15519" fmla="*/ 1704970 h 4882701"/>
                <a:gd name="connsiteX15520" fmla="*/ 3778417 w 4954903"/>
                <a:gd name="connsiteY15520" fmla="*/ 1728520 h 4882701"/>
                <a:gd name="connsiteX15521" fmla="*/ 3797409 w 4954903"/>
                <a:gd name="connsiteY15521" fmla="*/ 1720670 h 4882701"/>
                <a:gd name="connsiteX15522" fmla="*/ 3743471 w 4954903"/>
                <a:gd name="connsiteY15522" fmla="*/ 1717884 h 4882701"/>
                <a:gd name="connsiteX15523" fmla="*/ 3729037 w 4954903"/>
                <a:gd name="connsiteY15523" fmla="*/ 1702184 h 4882701"/>
                <a:gd name="connsiteX15524" fmla="*/ 3723213 w 4954903"/>
                <a:gd name="connsiteY15524" fmla="*/ 1724721 h 4882701"/>
                <a:gd name="connsiteX15525" fmla="*/ 3743471 w 4954903"/>
                <a:gd name="connsiteY15525" fmla="*/ 1717884 h 4882701"/>
                <a:gd name="connsiteX15526" fmla="*/ 3689028 w 4954903"/>
                <a:gd name="connsiteY15526" fmla="*/ 1715352 h 4882701"/>
                <a:gd name="connsiteX15527" fmla="*/ 3674594 w 4954903"/>
                <a:gd name="connsiteY15527" fmla="*/ 1699905 h 4882701"/>
                <a:gd name="connsiteX15528" fmla="*/ 3673328 w 4954903"/>
                <a:gd name="connsiteY15528" fmla="*/ 1699905 h 4882701"/>
                <a:gd name="connsiteX15529" fmla="*/ 3668516 w 4954903"/>
                <a:gd name="connsiteY15529" fmla="*/ 1722442 h 4882701"/>
                <a:gd name="connsiteX15530" fmla="*/ 3689028 w 4954903"/>
                <a:gd name="connsiteY15530" fmla="*/ 1715352 h 4882701"/>
                <a:gd name="connsiteX15531" fmla="*/ 3633318 w 4954903"/>
                <a:gd name="connsiteY15531" fmla="*/ 1712566 h 4882701"/>
                <a:gd name="connsiteX15532" fmla="*/ 3618631 w 4954903"/>
                <a:gd name="connsiteY15532" fmla="*/ 1697120 h 4882701"/>
                <a:gd name="connsiteX15533" fmla="*/ 3617365 w 4954903"/>
                <a:gd name="connsiteY15533" fmla="*/ 1697120 h 4882701"/>
                <a:gd name="connsiteX15534" fmla="*/ 3612300 w 4954903"/>
                <a:gd name="connsiteY15534" fmla="*/ 1719657 h 4882701"/>
                <a:gd name="connsiteX15535" fmla="*/ 3633318 w 4954903"/>
                <a:gd name="connsiteY15535" fmla="*/ 1712566 h 4882701"/>
                <a:gd name="connsiteX15536" fmla="*/ 3576849 w 4954903"/>
                <a:gd name="connsiteY15536" fmla="*/ 1710034 h 4882701"/>
                <a:gd name="connsiteX15537" fmla="*/ 3562162 w 4954903"/>
                <a:gd name="connsiteY15537" fmla="*/ 1694587 h 4882701"/>
                <a:gd name="connsiteX15538" fmla="*/ 3560895 w 4954903"/>
                <a:gd name="connsiteY15538" fmla="*/ 1694587 h 4882701"/>
                <a:gd name="connsiteX15539" fmla="*/ 3555578 w 4954903"/>
                <a:gd name="connsiteY15539" fmla="*/ 1717125 h 4882701"/>
                <a:gd name="connsiteX15540" fmla="*/ 3576849 w 4954903"/>
                <a:gd name="connsiteY15540" fmla="*/ 1710034 h 4882701"/>
                <a:gd name="connsiteX15541" fmla="*/ 3519620 w 4954903"/>
                <a:gd name="connsiteY15541" fmla="*/ 1707502 h 4882701"/>
                <a:gd name="connsiteX15542" fmla="*/ 3504933 w 4954903"/>
                <a:gd name="connsiteY15542" fmla="*/ 1692055 h 4882701"/>
                <a:gd name="connsiteX15543" fmla="*/ 3503667 w 4954903"/>
                <a:gd name="connsiteY15543" fmla="*/ 1692055 h 4882701"/>
                <a:gd name="connsiteX15544" fmla="*/ 3497842 w 4954903"/>
                <a:gd name="connsiteY15544" fmla="*/ 1714592 h 4882701"/>
                <a:gd name="connsiteX15545" fmla="*/ 3519620 w 4954903"/>
                <a:gd name="connsiteY15545" fmla="*/ 1707502 h 4882701"/>
                <a:gd name="connsiteX15546" fmla="*/ 3461631 w 4954903"/>
                <a:gd name="connsiteY15546" fmla="*/ 1704970 h 4882701"/>
                <a:gd name="connsiteX15547" fmla="*/ 3446691 w 4954903"/>
                <a:gd name="connsiteY15547" fmla="*/ 1689523 h 4882701"/>
                <a:gd name="connsiteX15548" fmla="*/ 3445425 w 4954903"/>
                <a:gd name="connsiteY15548" fmla="*/ 1689523 h 4882701"/>
                <a:gd name="connsiteX15549" fmla="*/ 3439600 w 4954903"/>
                <a:gd name="connsiteY15549" fmla="*/ 1712060 h 4882701"/>
                <a:gd name="connsiteX15550" fmla="*/ 3461631 w 4954903"/>
                <a:gd name="connsiteY15550" fmla="*/ 1704970 h 4882701"/>
                <a:gd name="connsiteX15551" fmla="*/ 3402883 w 4954903"/>
                <a:gd name="connsiteY15551" fmla="*/ 1702438 h 4882701"/>
                <a:gd name="connsiteX15552" fmla="*/ 3387942 w 4954903"/>
                <a:gd name="connsiteY15552" fmla="*/ 1686991 h 4882701"/>
                <a:gd name="connsiteX15553" fmla="*/ 3386676 w 4954903"/>
                <a:gd name="connsiteY15553" fmla="*/ 1686991 h 4882701"/>
                <a:gd name="connsiteX15554" fmla="*/ 3380599 w 4954903"/>
                <a:gd name="connsiteY15554" fmla="*/ 1709528 h 4882701"/>
                <a:gd name="connsiteX15555" fmla="*/ 3402883 w 4954903"/>
                <a:gd name="connsiteY15555" fmla="*/ 1702438 h 4882701"/>
                <a:gd name="connsiteX15556" fmla="*/ 3343121 w 4954903"/>
                <a:gd name="connsiteY15556" fmla="*/ 1700158 h 4882701"/>
                <a:gd name="connsiteX15557" fmla="*/ 3328181 w 4954903"/>
                <a:gd name="connsiteY15557" fmla="*/ 1684712 h 4882701"/>
                <a:gd name="connsiteX15558" fmla="*/ 3319318 w 4954903"/>
                <a:gd name="connsiteY15558" fmla="*/ 1706489 h 4882701"/>
                <a:gd name="connsiteX15559" fmla="*/ 3343121 w 4954903"/>
                <a:gd name="connsiteY15559" fmla="*/ 1700158 h 4882701"/>
                <a:gd name="connsiteX15560" fmla="*/ 3267913 w 4954903"/>
                <a:gd name="connsiteY15560" fmla="*/ 1682433 h 4882701"/>
                <a:gd name="connsiteX15561" fmla="*/ 3258797 w 4954903"/>
                <a:gd name="connsiteY15561" fmla="*/ 1704210 h 4882701"/>
                <a:gd name="connsiteX15562" fmla="*/ 3282854 w 4954903"/>
                <a:gd name="connsiteY15562" fmla="*/ 1697879 h 4882701"/>
                <a:gd name="connsiteX15563" fmla="*/ 3267913 w 4954903"/>
                <a:gd name="connsiteY15563" fmla="*/ 1682433 h 4882701"/>
                <a:gd name="connsiteX15564" fmla="*/ 3206886 w 4954903"/>
                <a:gd name="connsiteY15564" fmla="*/ 1680154 h 4882701"/>
                <a:gd name="connsiteX15565" fmla="*/ 3197516 w 4954903"/>
                <a:gd name="connsiteY15565" fmla="*/ 1701931 h 4882701"/>
                <a:gd name="connsiteX15566" fmla="*/ 3222079 w 4954903"/>
                <a:gd name="connsiteY15566" fmla="*/ 1695600 h 4882701"/>
                <a:gd name="connsiteX15567" fmla="*/ 3206886 w 4954903"/>
                <a:gd name="connsiteY15567" fmla="*/ 1680154 h 4882701"/>
                <a:gd name="connsiteX15568" fmla="*/ 3135729 w 4954903"/>
                <a:gd name="connsiteY15568" fmla="*/ 1699652 h 4882701"/>
                <a:gd name="connsiteX15569" fmla="*/ 3160292 w 4954903"/>
                <a:gd name="connsiteY15569" fmla="*/ 1693321 h 4882701"/>
                <a:gd name="connsiteX15570" fmla="*/ 3145352 w 4954903"/>
                <a:gd name="connsiteY15570" fmla="*/ 1677875 h 4882701"/>
                <a:gd name="connsiteX15571" fmla="*/ 3135729 w 4954903"/>
                <a:gd name="connsiteY15571" fmla="*/ 1699652 h 4882701"/>
                <a:gd name="connsiteX15572" fmla="*/ 3083312 w 4954903"/>
                <a:gd name="connsiteY15572" fmla="*/ 1675849 h 4882701"/>
                <a:gd name="connsiteX15573" fmla="*/ 3073436 w 4954903"/>
                <a:gd name="connsiteY15573" fmla="*/ 1697626 h 4882701"/>
                <a:gd name="connsiteX15574" fmla="*/ 3098505 w 4954903"/>
                <a:gd name="connsiteY15574" fmla="*/ 1691296 h 4882701"/>
                <a:gd name="connsiteX15575" fmla="*/ 3083312 w 4954903"/>
                <a:gd name="connsiteY15575" fmla="*/ 1675849 h 4882701"/>
                <a:gd name="connsiteX15576" fmla="*/ 3020512 w 4954903"/>
                <a:gd name="connsiteY15576" fmla="*/ 1673823 h 4882701"/>
                <a:gd name="connsiteX15577" fmla="*/ 3010382 w 4954903"/>
                <a:gd name="connsiteY15577" fmla="*/ 1695600 h 4882701"/>
                <a:gd name="connsiteX15578" fmla="*/ 3035705 w 4954903"/>
                <a:gd name="connsiteY15578" fmla="*/ 1689270 h 4882701"/>
                <a:gd name="connsiteX15579" fmla="*/ 3020512 w 4954903"/>
                <a:gd name="connsiteY15579" fmla="*/ 1673823 h 4882701"/>
                <a:gd name="connsiteX15580" fmla="*/ 2957205 w 4954903"/>
                <a:gd name="connsiteY15580" fmla="*/ 1672050 h 4882701"/>
                <a:gd name="connsiteX15581" fmla="*/ 2946823 w 4954903"/>
                <a:gd name="connsiteY15581" fmla="*/ 1693828 h 4882701"/>
                <a:gd name="connsiteX15582" fmla="*/ 2972399 w 4954903"/>
                <a:gd name="connsiteY15582" fmla="*/ 1687497 h 4882701"/>
                <a:gd name="connsiteX15583" fmla="*/ 2957205 w 4954903"/>
                <a:gd name="connsiteY15583" fmla="*/ 1672050 h 4882701"/>
                <a:gd name="connsiteX15584" fmla="*/ 2908586 w 4954903"/>
                <a:gd name="connsiteY15584" fmla="*/ 1685471 h 4882701"/>
                <a:gd name="connsiteX15585" fmla="*/ 2893645 w 4954903"/>
                <a:gd name="connsiteY15585" fmla="*/ 1670278 h 4882701"/>
                <a:gd name="connsiteX15586" fmla="*/ 2883010 w 4954903"/>
                <a:gd name="connsiteY15586" fmla="*/ 1692055 h 4882701"/>
                <a:gd name="connsiteX15587" fmla="*/ 2908586 w 4954903"/>
                <a:gd name="connsiteY15587" fmla="*/ 1685471 h 4882701"/>
                <a:gd name="connsiteX15588" fmla="*/ 2829326 w 4954903"/>
                <a:gd name="connsiteY15588" fmla="*/ 1668252 h 4882701"/>
                <a:gd name="connsiteX15589" fmla="*/ 2817424 w 4954903"/>
                <a:gd name="connsiteY15589" fmla="*/ 1689016 h 4882701"/>
                <a:gd name="connsiteX15590" fmla="*/ 2844266 w 4954903"/>
                <a:gd name="connsiteY15590" fmla="*/ 1683699 h 4882701"/>
                <a:gd name="connsiteX15591" fmla="*/ 2829326 w 4954903"/>
                <a:gd name="connsiteY15591" fmla="*/ 1668252 h 4882701"/>
                <a:gd name="connsiteX15592" fmla="*/ 2764500 w 4954903"/>
                <a:gd name="connsiteY15592" fmla="*/ 1666733 h 4882701"/>
                <a:gd name="connsiteX15593" fmla="*/ 2752345 w 4954903"/>
                <a:gd name="connsiteY15593" fmla="*/ 1687497 h 4882701"/>
                <a:gd name="connsiteX15594" fmla="*/ 2779441 w 4954903"/>
                <a:gd name="connsiteY15594" fmla="*/ 1682179 h 4882701"/>
                <a:gd name="connsiteX15595" fmla="*/ 2764500 w 4954903"/>
                <a:gd name="connsiteY15595" fmla="*/ 1666733 h 4882701"/>
                <a:gd name="connsiteX15596" fmla="*/ 2699421 w 4954903"/>
                <a:gd name="connsiteY15596" fmla="*/ 1664960 h 4882701"/>
                <a:gd name="connsiteX15597" fmla="*/ 2687013 w 4954903"/>
                <a:gd name="connsiteY15597" fmla="*/ 1685725 h 4882701"/>
                <a:gd name="connsiteX15598" fmla="*/ 2714362 w 4954903"/>
                <a:gd name="connsiteY15598" fmla="*/ 1680154 h 4882701"/>
                <a:gd name="connsiteX15599" fmla="*/ 2699421 w 4954903"/>
                <a:gd name="connsiteY15599" fmla="*/ 1664960 h 4882701"/>
                <a:gd name="connsiteX15600" fmla="*/ 2634089 w 4954903"/>
                <a:gd name="connsiteY15600" fmla="*/ 1663441 h 4882701"/>
                <a:gd name="connsiteX15601" fmla="*/ 2621428 w 4954903"/>
                <a:gd name="connsiteY15601" fmla="*/ 1684205 h 4882701"/>
                <a:gd name="connsiteX15602" fmla="*/ 2649029 w 4954903"/>
                <a:gd name="connsiteY15602" fmla="*/ 1678634 h 4882701"/>
                <a:gd name="connsiteX15603" fmla="*/ 2634089 w 4954903"/>
                <a:gd name="connsiteY15603" fmla="*/ 1663441 h 4882701"/>
                <a:gd name="connsiteX15604" fmla="*/ 2555336 w 4954903"/>
                <a:gd name="connsiteY15604" fmla="*/ 1682939 h 4882701"/>
                <a:gd name="connsiteX15605" fmla="*/ 2583191 w 4954903"/>
                <a:gd name="connsiteY15605" fmla="*/ 1677368 h 4882701"/>
                <a:gd name="connsiteX15606" fmla="*/ 2568250 w 4954903"/>
                <a:gd name="connsiteY15606" fmla="*/ 1662175 h 4882701"/>
                <a:gd name="connsiteX15607" fmla="*/ 2555336 w 4954903"/>
                <a:gd name="connsiteY15607" fmla="*/ 1682939 h 4882701"/>
                <a:gd name="connsiteX15608" fmla="*/ 2488737 w 4954903"/>
                <a:gd name="connsiteY15608" fmla="*/ 1681420 h 4882701"/>
                <a:gd name="connsiteX15609" fmla="*/ 2516845 w 4954903"/>
                <a:gd name="connsiteY15609" fmla="*/ 1675849 h 4882701"/>
                <a:gd name="connsiteX15610" fmla="*/ 2501905 w 4954903"/>
                <a:gd name="connsiteY15610" fmla="*/ 1660655 h 4882701"/>
                <a:gd name="connsiteX15611" fmla="*/ 2488737 w 4954903"/>
                <a:gd name="connsiteY15611" fmla="*/ 1681420 h 4882701"/>
                <a:gd name="connsiteX15612" fmla="*/ 2435307 w 4954903"/>
                <a:gd name="connsiteY15612" fmla="*/ 1659642 h 4882701"/>
                <a:gd name="connsiteX15613" fmla="*/ 2422139 w 4954903"/>
                <a:gd name="connsiteY15613" fmla="*/ 1680407 h 4882701"/>
                <a:gd name="connsiteX15614" fmla="*/ 2450247 w 4954903"/>
                <a:gd name="connsiteY15614" fmla="*/ 1674836 h 4882701"/>
                <a:gd name="connsiteX15615" fmla="*/ 2435307 w 4954903"/>
                <a:gd name="connsiteY15615" fmla="*/ 1659642 h 4882701"/>
                <a:gd name="connsiteX15616" fmla="*/ 2368708 w 4954903"/>
                <a:gd name="connsiteY15616" fmla="*/ 1658376 h 4882701"/>
                <a:gd name="connsiteX15617" fmla="*/ 2355034 w 4954903"/>
                <a:gd name="connsiteY15617" fmla="*/ 1679141 h 4882701"/>
                <a:gd name="connsiteX15618" fmla="*/ 2383395 w 4954903"/>
                <a:gd name="connsiteY15618" fmla="*/ 1673570 h 4882701"/>
                <a:gd name="connsiteX15619" fmla="*/ 2368708 w 4954903"/>
                <a:gd name="connsiteY15619" fmla="*/ 1658376 h 4882701"/>
                <a:gd name="connsiteX15620" fmla="*/ 2301603 w 4954903"/>
                <a:gd name="connsiteY15620" fmla="*/ 1657363 h 4882701"/>
                <a:gd name="connsiteX15621" fmla="*/ 2287929 w 4954903"/>
                <a:gd name="connsiteY15621" fmla="*/ 1678128 h 4882701"/>
                <a:gd name="connsiteX15622" fmla="*/ 2316290 w 4954903"/>
                <a:gd name="connsiteY15622" fmla="*/ 1672557 h 4882701"/>
                <a:gd name="connsiteX15623" fmla="*/ 2301603 w 4954903"/>
                <a:gd name="connsiteY15623" fmla="*/ 1657363 h 4882701"/>
                <a:gd name="connsiteX15624" fmla="*/ 2234498 w 4954903"/>
                <a:gd name="connsiteY15624" fmla="*/ 1656350 h 4882701"/>
                <a:gd name="connsiteX15625" fmla="*/ 2220571 w 4954903"/>
                <a:gd name="connsiteY15625" fmla="*/ 1677115 h 4882701"/>
                <a:gd name="connsiteX15626" fmla="*/ 2248932 w 4954903"/>
                <a:gd name="connsiteY15626" fmla="*/ 1671291 h 4882701"/>
                <a:gd name="connsiteX15627" fmla="*/ 2234498 w 4954903"/>
                <a:gd name="connsiteY15627" fmla="*/ 1656350 h 4882701"/>
                <a:gd name="connsiteX15628" fmla="*/ 2167140 w 4954903"/>
                <a:gd name="connsiteY15628" fmla="*/ 1655338 h 4882701"/>
                <a:gd name="connsiteX15629" fmla="*/ 2152960 w 4954903"/>
                <a:gd name="connsiteY15629" fmla="*/ 1676102 h 4882701"/>
                <a:gd name="connsiteX15630" fmla="*/ 2181574 w 4954903"/>
                <a:gd name="connsiteY15630" fmla="*/ 1670278 h 4882701"/>
                <a:gd name="connsiteX15631" fmla="*/ 2167140 w 4954903"/>
                <a:gd name="connsiteY15631" fmla="*/ 1655338 h 4882701"/>
                <a:gd name="connsiteX15632" fmla="*/ 2099782 w 4954903"/>
                <a:gd name="connsiteY15632" fmla="*/ 1654578 h 4882701"/>
                <a:gd name="connsiteX15633" fmla="*/ 2085348 w 4954903"/>
                <a:gd name="connsiteY15633" fmla="*/ 1675342 h 4882701"/>
                <a:gd name="connsiteX15634" fmla="*/ 2114216 w 4954903"/>
                <a:gd name="connsiteY15634" fmla="*/ 1669518 h 4882701"/>
                <a:gd name="connsiteX15635" fmla="*/ 2099782 w 4954903"/>
                <a:gd name="connsiteY15635" fmla="*/ 1654578 h 4882701"/>
                <a:gd name="connsiteX15636" fmla="*/ 2031918 w 4954903"/>
                <a:gd name="connsiteY15636" fmla="*/ 1654071 h 4882701"/>
                <a:gd name="connsiteX15637" fmla="*/ 2017484 w 4954903"/>
                <a:gd name="connsiteY15637" fmla="*/ 1674836 h 4882701"/>
                <a:gd name="connsiteX15638" fmla="*/ 2046098 w 4954903"/>
                <a:gd name="connsiteY15638" fmla="*/ 1669012 h 4882701"/>
                <a:gd name="connsiteX15639" fmla="*/ 2031918 w 4954903"/>
                <a:gd name="connsiteY15639" fmla="*/ 1654071 h 4882701"/>
                <a:gd name="connsiteX15640" fmla="*/ 1979247 w 4954903"/>
                <a:gd name="connsiteY15640" fmla="*/ 1668252 h 4882701"/>
                <a:gd name="connsiteX15641" fmla="*/ 1965319 w 4954903"/>
                <a:gd name="connsiteY15641" fmla="*/ 1653312 h 4882701"/>
                <a:gd name="connsiteX15642" fmla="*/ 1950885 w 4954903"/>
                <a:gd name="connsiteY15642" fmla="*/ 1674076 h 4882701"/>
                <a:gd name="connsiteX15643" fmla="*/ 1979247 w 4954903"/>
                <a:gd name="connsiteY15643" fmla="*/ 1668252 h 4882701"/>
                <a:gd name="connsiteX15644" fmla="*/ 1656384 w 4954903"/>
                <a:gd name="connsiteY15644" fmla="*/ 1666986 h 4882701"/>
                <a:gd name="connsiteX15645" fmla="*/ 1643976 w 4954903"/>
                <a:gd name="connsiteY15645" fmla="*/ 1652045 h 4882701"/>
                <a:gd name="connsiteX15646" fmla="*/ 1629542 w 4954903"/>
                <a:gd name="connsiteY15646" fmla="*/ 1673063 h 4882701"/>
                <a:gd name="connsiteX15647" fmla="*/ 1656384 w 4954903"/>
                <a:gd name="connsiteY15647" fmla="*/ 1666986 h 4882701"/>
                <a:gd name="connsiteX15648" fmla="*/ 1568008 w 4954903"/>
                <a:gd name="connsiteY15648" fmla="*/ 1673063 h 4882701"/>
                <a:gd name="connsiteX15649" fmla="*/ 1594597 w 4954903"/>
                <a:gd name="connsiteY15649" fmla="*/ 1666986 h 4882701"/>
                <a:gd name="connsiteX15650" fmla="*/ 1582442 w 4954903"/>
                <a:gd name="connsiteY15650" fmla="*/ 1652045 h 4882701"/>
                <a:gd name="connsiteX15651" fmla="*/ 1568008 w 4954903"/>
                <a:gd name="connsiteY15651" fmla="*/ 1673063 h 4882701"/>
                <a:gd name="connsiteX15652" fmla="*/ 1414553 w 4954903"/>
                <a:gd name="connsiteY15652" fmla="*/ 1667492 h 4882701"/>
                <a:gd name="connsiteX15653" fmla="*/ 1403411 w 4954903"/>
                <a:gd name="connsiteY15653" fmla="*/ 1652805 h 4882701"/>
                <a:gd name="connsiteX15654" fmla="*/ 1389737 w 4954903"/>
                <a:gd name="connsiteY15654" fmla="*/ 1674836 h 4882701"/>
                <a:gd name="connsiteX15655" fmla="*/ 1414553 w 4954903"/>
                <a:gd name="connsiteY15655" fmla="*/ 1667492 h 4882701"/>
                <a:gd name="connsiteX15656" fmla="*/ 1332255 w 4954903"/>
                <a:gd name="connsiteY15656" fmla="*/ 1675342 h 4882701"/>
                <a:gd name="connsiteX15657" fmla="*/ 1356564 w 4954903"/>
                <a:gd name="connsiteY15657" fmla="*/ 1667999 h 4882701"/>
                <a:gd name="connsiteX15658" fmla="*/ 1345929 w 4954903"/>
                <a:gd name="connsiteY15658" fmla="*/ 1653312 h 4882701"/>
                <a:gd name="connsiteX15659" fmla="*/ 1332255 w 4954903"/>
                <a:gd name="connsiteY15659" fmla="*/ 1675342 h 4882701"/>
                <a:gd name="connsiteX15660" fmla="*/ 166403 w 4954903"/>
                <a:gd name="connsiteY15660" fmla="*/ 1735357 h 4882701"/>
                <a:gd name="connsiteX15661" fmla="*/ 174253 w 4954903"/>
                <a:gd name="connsiteY15661" fmla="*/ 1722949 h 4882701"/>
                <a:gd name="connsiteX15662" fmla="*/ 175266 w 4954903"/>
                <a:gd name="connsiteY15662" fmla="*/ 1708768 h 4882701"/>
                <a:gd name="connsiteX15663" fmla="*/ 166403 w 4954903"/>
                <a:gd name="connsiteY15663" fmla="*/ 1735357 h 4882701"/>
                <a:gd name="connsiteX15664" fmla="*/ 152475 w 4954903"/>
                <a:gd name="connsiteY15664" fmla="*/ 1738396 h 4882701"/>
                <a:gd name="connsiteX15665" fmla="*/ 159819 w 4954903"/>
                <a:gd name="connsiteY15665" fmla="*/ 1725988 h 4882701"/>
                <a:gd name="connsiteX15666" fmla="*/ 161338 w 4954903"/>
                <a:gd name="connsiteY15666" fmla="*/ 1711807 h 4882701"/>
                <a:gd name="connsiteX15667" fmla="*/ 152475 w 4954903"/>
                <a:gd name="connsiteY15667" fmla="*/ 1738396 h 4882701"/>
                <a:gd name="connsiteX15668" fmla="*/ 148677 w 4954903"/>
                <a:gd name="connsiteY15668" fmla="*/ 1714592 h 4882701"/>
                <a:gd name="connsiteX15669" fmla="*/ 139814 w 4954903"/>
                <a:gd name="connsiteY15669" fmla="*/ 1741181 h 4882701"/>
                <a:gd name="connsiteX15670" fmla="*/ 146651 w 4954903"/>
                <a:gd name="connsiteY15670" fmla="*/ 1728773 h 4882701"/>
                <a:gd name="connsiteX15671" fmla="*/ 148677 w 4954903"/>
                <a:gd name="connsiteY15671" fmla="*/ 1714592 h 4882701"/>
                <a:gd name="connsiteX15672" fmla="*/ 138041 w 4954903"/>
                <a:gd name="connsiteY15672" fmla="*/ 1717884 h 4882701"/>
                <a:gd name="connsiteX15673" fmla="*/ 129432 w 4954903"/>
                <a:gd name="connsiteY15673" fmla="*/ 1744726 h 4882701"/>
                <a:gd name="connsiteX15674" fmla="*/ 135762 w 4954903"/>
                <a:gd name="connsiteY15674" fmla="*/ 1732065 h 4882701"/>
                <a:gd name="connsiteX15675" fmla="*/ 138041 w 4954903"/>
                <a:gd name="connsiteY15675" fmla="*/ 1717884 h 4882701"/>
                <a:gd name="connsiteX15676" fmla="*/ 126393 w 4954903"/>
                <a:gd name="connsiteY15676" fmla="*/ 1735104 h 4882701"/>
                <a:gd name="connsiteX15677" fmla="*/ 129178 w 4954903"/>
                <a:gd name="connsiteY15677" fmla="*/ 1720923 h 4882701"/>
                <a:gd name="connsiteX15678" fmla="*/ 128925 w 4954903"/>
                <a:gd name="connsiteY15678" fmla="*/ 1720923 h 4882701"/>
                <a:gd name="connsiteX15679" fmla="*/ 120569 w 4954903"/>
                <a:gd name="connsiteY15679" fmla="*/ 1748018 h 4882701"/>
                <a:gd name="connsiteX15680" fmla="*/ 126393 w 4954903"/>
                <a:gd name="connsiteY15680" fmla="*/ 1735104 h 4882701"/>
                <a:gd name="connsiteX15681" fmla="*/ 113225 w 4954903"/>
                <a:gd name="connsiteY15681" fmla="*/ 1751057 h 4882701"/>
                <a:gd name="connsiteX15682" fmla="*/ 113225 w 4954903"/>
                <a:gd name="connsiteY15682" fmla="*/ 1751057 h 4882701"/>
                <a:gd name="connsiteX15683" fmla="*/ 118543 w 4954903"/>
                <a:gd name="connsiteY15683" fmla="*/ 1738396 h 4882701"/>
                <a:gd name="connsiteX15684" fmla="*/ 121835 w 4954903"/>
                <a:gd name="connsiteY15684" fmla="*/ 1724215 h 4882701"/>
                <a:gd name="connsiteX15685" fmla="*/ 121582 w 4954903"/>
                <a:gd name="connsiteY15685" fmla="*/ 1723962 h 4882701"/>
                <a:gd name="connsiteX15686" fmla="*/ 113225 w 4954903"/>
                <a:gd name="connsiteY15686" fmla="*/ 1751057 h 4882701"/>
                <a:gd name="connsiteX15687" fmla="*/ 107908 w 4954903"/>
                <a:gd name="connsiteY15687" fmla="*/ 1754349 h 4882701"/>
                <a:gd name="connsiteX15688" fmla="*/ 112719 w 4954903"/>
                <a:gd name="connsiteY15688" fmla="*/ 1741434 h 4882701"/>
                <a:gd name="connsiteX15689" fmla="*/ 116264 w 4954903"/>
                <a:gd name="connsiteY15689" fmla="*/ 1727254 h 4882701"/>
                <a:gd name="connsiteX15690" fmla="*/ 107908 w 4954903"/>
                <a:gd name="connsiteY15690" fmla="*/ 1754349 h 4882701"/>
                <a:gd name="connsiteX15691" fmla="*/ 107908 w 4954903"/>
                <a:gd name="connsiteY15691" fmla="*/ 1754349 h 4882701"/>
                <a:gd name="connsiteX15692" fmla="*/ 108667 w 4954903"/>
                <a:gd name="connsiteY15692" fmla="*/ 1744726 h 4882701"/>
                <a:gd name="connsiteX15693" fmla="*/ 112719 w 4954903"/>
                <a:gd name="connsiteY15693" fmla="*/ 1730545 h 4882701"/>
                <a:gd name="connsiteX15694" fmla="*/ 104362 w 4954903"/>
                <a:gd name="connsiteY15694" fmla="*/ 1757641 h 4882701"/>
                <a:gd name="connsiteX15695" fmla="*/ 108667 w 4954903"/>
                <a:gd name="connsiteY15695" fmla="*/ 1744726 h 4882701"/>
                <a:gd name="connsiteX15696" fmla="*/ 106388 w 4954903"/>
                <a:gd name="connsiteY15696" fmla="*/ 1748271 h 4882701"/>
                <a:gd name="connsiteX15697" fmla="*/ 102590 w 4954903"/>
                <a:gd name="connsiteY15697" fmla="*/ 1760426 h 4882701"/>
                <a:gd name="connsiteX15698" fmla="*/ 110440 w 4954903"/>
                <a:gd name="connsiteY15698" fmla="*/ 1734597 h 4882701"/>
                <a:gd name="connsiteX15699" fmla="*/ 106388 w 4954903"/>
                <a:gd name="connsiteY15699" fmla="*/ 1748271 h 4882701"/>
                <a:gd name="connsiteX15700" fmla="*/ 4856146 w 4954903"/>
                <a:gd name="connsiteY15700" fmla="*/ 1780431 h 4882701"/>
                <a:gd name="connsiteX15701" fmla="*/ 4851335 w 4954903"/>
                <a:gd name="connsiteY15701" fmla="*/ 1764731 h 4882701"/>
                <a:gd name="connsiteX15702" fmla="*/ 4859185 w 4954903"/>
                <a:gd name="connsiteY15702" fmla="*/ 1791826 h 4882701"/>
                <a:gd name="connsiteX15703" fmla="*/ 4856146 w 4954903"/>
                <a:gd name="connsiteY15703" fmla="*/ 1780431 h 4882701"/>
                <a:gd name="connsiteX15704" fmla="*/ 4855893 w 4954903"/>
                <a:gd name="connsiteY15704" fmla="*/ 1788281 h 4882701"/>
                <a:gd name="connsiteX15705" fmla="*/ 4853107 w 4954903"/>
                <a:gd name="connsiteY15705" fmla="*/ 1777139 h 4882701"/>
                <a:gd name="connsiteX15706" fmla="*/ 4847790 w 4954903"/>
                <a:gd name="connsiteY15706" fmla="*/ 1761439 h 4882701"/>
                <a:gd name="connsiteX15707" fmla="*/ 4855893 w 4954903"/>
                <a:gd name="connsiteY15707" fmla="*/ 1788281 h 4882701"/>
                <a:gd name="connsiteX15708" fmla="*/ 4855893 w 4954903"/>
                <a:gd name="connsiteY15708" fmla="*/ 1788281 h 4882701"/>
                <a:gd name="connsiteX15709" fmla="*/ 4848549 w 4954903"/>
                <a:gd name="connsiteY15709" fmla="*/ 1773594 h 4882701"/>
                <a:gd name="connsiteX15710" fmla="*/ 4842725 w 4954903"/>
                <a:gd name="connsiteY15710" fmla="*/ 1757894 h 4882701"/>
                <a:gd name="connsiteX15711" fmla="*/ 4842725 w 4954903"/>
                <a:gd name="connsiteY15711" fmla="*/ 1757894 h 4882701"/>
                <a:gd name="connsiteX15712" fmla="*/ 4850828 w 4954903"/>
                <a:gd name="connsiteY15712" fmla="*/ 1784989 h 4882701"/>
                <a:gd name="connsiteX15713" fmla="*/ 4848549 w 4954903"/>
                <a:gd name="connsiteY15713" fmla="*/ 1773594 h 4882701"/>
                <a:gd name="connsiteX15714" fmla="*/ 4835635 w 4954903"/>
                <a:gd name="connsiteY15714" fmla="*/ 1754095 h 4882701"/>
                <a:gd name="connsiteX15715" fmla="*/ 4843738 w 4954903"/>
                <a:gd name="connsiteY15715" fmla="*/ 1781191 h 4882701"/>
                <a:gd name="connsiteX15716" fmla="*/ 4841966 w 4954903"/>
                <a:gd name="connsiteY15716" fmla="*/ 1769796 h 4882701"/>
                <a:gd name="connsiteX15717" fmla="*/ 4835635 w 4954903"/>
                <a:gd name="connsiteY15717" fmla="*/ 1754095 h 4882701"/>
                <a:gd name="connsiteX15718" fmla="*/ 4835635 w 4954903"/>
                <a:gd name="connsiteY15718" fmla="*/ 1754095 h 4882701"/>
                <a:gd name="connsiteX15719" fmla="*/ 4827025 w 4954903"/>
                <a:gd name="connsiteY15719" fmla="*/ 1750550 h 4882701"/>
                <a:gd name="connsiteX15720" fmla="*/ 4827025 w 4954903"/>
                <a:gd name="connsiteY15720" fmla="*/ 1750550 h 4882701"/>
                <a:gd name="connsiteX15721" fmla="*/ 4834875 w 4954903"/>
                <a:gd name="connsiteY15721" fmla="*/ 1777645 h 4882701"/>
                <a:gd name="connsiteX15722" fmla="*/ 4833609 w 4954903"/>
                <a:gd name="connsiteY15722" fmla="*/ 1766250 h 4882701"/>
                <a:gd name="connsiteX15723" fmla="*/ 4827025 w 4954903"/>
                <a:gd name="connsiteY15723" fmla="*/ 1750550 h 4882701"/>
                <a:gd name="connsiteX15724" fmla="*/ 4816136 w 4954903"/>
                <a:gd name="connsiteY15724" fmla="*/ 1747005 h 4882701"/>
                <a:gd name="connsiteX15725" fmla="*/ 4815883 w 4954903"/>
                <a:gd name="connsiteY15725" fmla="*/ 1747005 h 4882701"/>
                <a:gd name="connsiteX15726" fmla="*/ 4823733 w 4954903"/>
                <a:gd name="connsiteY15726" fmla="*/ 1773847 h 4882701"/>
                <a:gd name="connsiteX15727" fmla="*/ 4823227 w 4954903"/>
                <a:gd name="connsiteY15727" fmla="*/ 1762705 h 4882701"/>
                <a:gd name="connsiteX15728" fmla="*/ 4816136 w 4954903"/>
                <a:gd name="connsiteY15728" fmla="*/ 1747005 h 4882701"/>
                <a:gd name="connsiteX15729" fmla="*/ 4802969 w 4954903"/>
                <a:gd name="connsiteY15729" fmla="*/ 1743207 h 4882701"/>
                <a:gd name="connsiteX15730" fmla="*/ 4810565 w 4954903"/>
                <a:gd name="connsiteY15730" fmla="*/ 1770049 h 4882701"/>
                <a:gd name="connsiteX15731" fmla="*/ 4810565 w 4954903"/>
                <a:gd name="connsiteY15731" fmla="*/ 1758907 h 4882701"/>
                <a:gd name="connsiteX15732" fmla="*/ 4803222 w 4954903"/>
                <a:gd name="connsiteY15732" fmla="*/ 1742954 h 4882701"/>
                <a:gd name="connsiteX15733" fmla="*/ 4802969 w 4954903"/>
                <a:gd name="connsiteY15733" fmla="*/ 1743207 h 4882701"/>
                <a:gd name="connsiteX15734" fmla="*/ 4788788 w 4954903"/>
                <a:gd name="connsiteY15734" fmla="*/ 1739662 h 4882701"/>
                <a:gd name="connsiteX15735" fmla="*/ 4788535 w 4954903"/>
                <a:gd name="connsiteY15735" fmla="*/ 1739662 h 4882701"/>
                <a:gd name="connsiteX15736" fmla="*/ 4796131 w 4954903"/>
                <a:gd name="connsiteY15736" fmla="*/ 1766504 h 4882701"/>
                <a:gd name="connsiteX15737" fmla="*/ 4796638 w 4954903"/>
                <a:gd name="connsiteY15737" fmla="*/ 1755362 h 4882701"/>
                <a:gd name="connsiteX15738" fmla="*/ 4788788 w 4954903"/>
                <a:gd name="connsiteY15738" fmla="*/ 1739662 h 4882701"/>
                <a:gd name="connsiteX15739" fmla="*/ 4772328 w 4954903"/>
                <a:gd name="connsiteY15739" fmla="*/ 1736116 h 4882701"/>
                <a:gd name="connsiteX15740" fmla="*/ 4771822 w 4954903"/>
                <a:gd name="connsiteY15740" fmla="*/ 1736116 h 4882701"/>
                <a:gd name="connsiteX15741" fmla="*/ 4779419 w 4954903"/>
                <a:gd name="connsiteY15741" fmla="*/ 1762959 h 4882701"/>
                <a:gd name="connsiteX15742" fmla="*/ 4780431 w 4954903"/>
                <a:gd name="connsiteY15742" fmla="*/ 1751817 h 4882701"/>
                <a:gd name="connsiteX15743" fmla="*/ 4772328 w 4954903"/>
                <a:gd name="connsiteY15743" fmla="*/ 1736116 h 4882701"/>
                <a:gd name="connsiteX15744" fmla="*/ 4762706 w 4954903"/>
                <a:gd name="connsiteY15744" fmla="*/ 1748271 h 4882701"/>
                <a:gd name="connsiteX15745" fmla="*/ 4754096 w 4954903"/>
                <a:gd name="connsiteY15745" fmla="*/ 1732571 h 4882701"/>
                <a:gd name="connsiteX15746" fmla="*/ 4753590 w 4954903"/>
                <a:gd name="connsiteY15746" fmla="*/ 1732571 h 4882701"/>
                <a:gd name="connsiteX15747" fmla="*/ 4760680 w 4954903"/>
                <a:gd name="connsiteY15747" fmla="*/ 1759160 h 4882701"/>
                <a:gd name="connsiteX15748" fmla="*/ 4762706 w 4954903"/>
                <a:gd name="connsiteY15748" fmla="*/ 1748271 h 4882701"/>
                <a:gd name="connsiteX15749" fmla="*/ 4734091 w 4954903"/>
                <a:gd name="connsiteY15749" fmla="*/ 1728773 h 4882701"/>
                <a:gd name="connsiteX15750" fmla="*/ 4740928 w 4954903"/>
                <a:gd name="connsiteY15750" fmla="*/ 1755362 h 4882701"/>
                <a:gd name="connsiteX15751" fmla="*/ 4743461 w 4954903"/>
                <a:gd name="connsiteY15751" fmla="*/ 1744473 h 4882701"/>
                <a:gd name="connsiteX15752" fmla="*/ 4734598 w 4954903"/>
                <a:gd name="connsiteY15752" fmla="*/ 1728773 h 4882701"/>
                <a:gd name="connsiteX15753" fmla="*/ 4734091 w 4954903"/>
                <a:gd name="connsiteY15753" fmla="*/ 1728773 h 4882701"/>
                <a:gd name="connsiteX15754" fmla="*/ 4712567 w 4954903"/>
                <a:gd name="connsiteY15754" fmla="*/ 1725228 h 4882701"/>
                <a:gd name="connsiteX15755" fmla="*/ 4719404 w 4954903"/>
                <a:gd name="connsiteY15755" fmla="*/ 1751817 h 4882701"/>
                <a:gd name="connsiteX15756" fmla="*/ 4722189 w 4954903"/>
                <a:gd name="connsiteY15756" fmla="*/ 1740928 h 4882701"/>
                <a:gd name="connsiteX15757" fmla="*/ 4713073 w 4954903"/>
                <a:gd name="connsiteY15757" fmla="*/ 1725228 h 4882701"/>
                <a:gd name="connsiteX15758" fmla="*/ 4712567 w 4954903"/>
                <a:gd name="connsiteY15758" fmla="*/ 1725228 h 4882701"/>
                <a:gd name="connsiteX15759" fmla="*/ 4690030 w 4954903"/>
                <a:gd name="connsiteY15759" fmla="*/ 1721683 h 4882701"/>
                <a:gd name="connsiteX15760" fmla="*/ 4689017 w 4954903"/>
                <a:gd name="connsiteY15760" fmla="*/ 1721683 h 4882701"/>
                <a:gd name="connsiteX15761" fmla="*/ 4696107 w 4954903"/>
                <a:gd name="connsiteY15761" fmla="*/ 1748018 h 4882701"/>
                <a:gd name="connsiteX15762" fmla="*/ 4699399 w 4954903"/>
                <a:gd name="connsiteY15762" fmla="*/ 1737129 h 4882701"/>
                <a:gd name="connsiteX15763" fmla="*/ 4690030 w 4954903"/>
                <a:gd name="connsiteY15763" fmla="*/ 1721683 h 4882701"/>
                <a:gd name="connsiteX15764" fmla="*/ 4665214 w 4954903"/>
                <a:gd name="connsiteY15764" fmla="*/ 1718137 h 4882701"/>
                <a:gd name="connsiteX15765" fmla="*/ 4664707 w 4954903"/>
                <a:gd name="connsiteY15765" fmla="*/ 1718137 h 4882701"/>
                <a:gd name="connsiteX15766" fmla="*/ 4670532 w 4954903"/>
                <a:gd name="connsiteY15766" fmla="*/ 1744220 h 4882701"/>
                <a:gd name="connsiteX15767" fmla="*/ 4675089 w 4954903"/>
                <a:gd name="connsiteY15767" fmla="*/ 1733838 h 4882701"/>
                <a:gd name="connsiteX15768" fmla="*/ 4665214 w 4954903"/>
                <a:gd name="connsiteY15768" fmla="*/ 1718137 h 4882701"/>
                <a:gd name="connsiteX15769" fmla="*/ 4649007 w 4954903"/>
                <a:gd name="connsiteY15769" fmla="*/ 1730292 h 4882701"/>
                <a:gd name="connsiteX15770" fmla="*/ 4638878 w 4954903"/>
                <a:gd name="connsiteY15770" fmla="*/ 1714592 h 4882701"/>
                <a:gd name="connsiteX15771" fmla="*/ 4638372 w 4954903"/>
                <a:gd name="connsiteY15771" fmla="*/ 1714592 h 4882701"/>
                <a:gd name="connsiteX15772" fmla="*/ 4644196 w 4954903"/>
                <a:gd name="connsiteY15772" fmla="*/ 1740675 h 4882701"/>
                <a:gd name="connsiteX15773" fmla="*/ 4649007 w 4954903"/>
                <a:gd name="connsiteY15773" fmla="*/ 1730292 h 4882701"/>
                <a:gd name="connsiteX15774" fmla="*/ 4649007 w 4954903"/>
                <a:gd name="connsiteY15774" fmla="*/ 1730292 h 4882701"/>
                <a:gd name="connsiteX15775" fmla="*/ 4616088 w 4954903"/>
                <a:gd name="connsiteY15775" fmla="*/ 1737129 h 4882701"/>
                <a:gd name="connsiteX15776" fmla="*/ 4621659 w 4954903"/>
                <a:gd name="connsiteY15776" fmla="*/ 1726747 h 4882701"/>
                <a:gd name="connsiteX15777" fmla="*/ 4611277 w 4954903"/>
                <a:gd name="connsiteY15777" fmla="*/ 1711047 h 4882701"/>
                <a:gd name="connsiteX15778" fmla="*/ 4610011 w 4954903"/>
                <a:gd name="connsiteY15778" fmla="*/ 1711047 h 4882701"/>
                <a:gd name="connsiteX15779" fmla="*/ 4616088 w 4954903"/>
                <a:gd name="connsiteY15779" fmla="*/ 1737129 h 4882701"/>
                <a:gd name="connsiteX15780" fmla="*/ 4581902 w 4954903"/>
                <a:gd name="connsiteY15780" fmla="*/ 1707502 h 4882701"/>
                <a:gd name="connsiteX15781" fmla="*/ 4580636 w 4954903"/>
                <a:gd name="connsiteY15781" fmla="*/ 1707502 h 4882701"/>
                <a:gd name="connsiteX15782" fmla="*/ 4586714 w 4954903"/>
                <a:gd name="connsiteY15782" fmla="*/ 1733584 h 4882701"/>
                <a:gd name="connsiteX15783" fmla="*/ 4592791 w 4954903"/>
                <a:gd name="connsiteY15783" fmla="*/ 1723202 h 4882701"/>
                <a:gd name="connsiteX15784" fmla="*/ 4581902 w 4954903"/>
                <a:gd name="connsiteY15784" fmla="*/ 1707502 h 4882701"/>
                <a:gd name="connsiteX15785" fmla="*/ 4551009 w 4954903"/>
                <a:gd name="connsiteY15785" fmla="*/ 1703957 h 4882701"/>
                <a:gd name="connsiteX15786" fmla="*/ 4549490 w 4954903"/>
                <a:gd name="connsiteY15786" fmla="*/ 1703957 h 4882701"/>
                <a:gd name="connsiteX15787" fmla="*/ 4555314 w 4954903"/>
                <a:gd name="connsiteY15787" fmla="*/ 1730039 h 4882701"/>
                <a:gd name="connsiteX15788" fmla="*/ 4561897 w 4954903"/>
                <a:gd name="connsiteY15788" fmla="*/ 1719657 h 4882701"/>
                <a:gd name="connsiteX15789" fmla="*/ 4551009 w 4954903"/>
                <a:gd name="connsiteY15789" fmla="*/ 1703957 h 4882701"/>
                <a:gd name="connsiteX15790" fmla="*/ 4518596 w 4954903"/>
                <a:gd name="connsiteY15790" fmla="*/ 1700412 h 4882701"/>
                <a:gd name="connsiteX15791" fmla="*/ 4517836 w 4954903"/>
                <a:gd name="connsiteY15791" fmla="*/ 1700412 h 4882701"/>
                <a:gd name="connsiteX15792" fmla="*/ 4522141 w 4954903"/>
                <a:gd name="connsiteY15792" fmla="*/ 1725988 h 4882701"/>
                <a:gd name="connsiteX15793" fmla="*/ 4529991 w 4954903"/>
                <a:gd name="connsiteY15793" fmla="*/ 1716112 h 4882701"/>
                <a:gd name="connsiteX15794" fmla="*/ 4518596 w 4954903"/>
                <a:gd name="connsiteY15794" fmla="*/ 1700412 h 4882701"/>
                <a:gd name="connsiteX15795" fmla="*/ 4488209 w 4954903"/>
                <a:gd name="connsiteY15795" fmla="*/ 1722442 h 4882701"/>
                <a:gd name="connsiteX15796" fmla="*/ 4496565 w 4954903"/>
                <a:gd name="connsiteY15796" fmla="*/ 1712566 h 4882701"/>
                <a:gd name="connsiteX15797" fmla="*/ 4485170 w 4954903"/>
                <a:gd name="connsiteY15797" fmla="*/ 1696867 h 4882701"/>
                <a:gd name="connsiteX15798" fmla="*/ 4483651 w 4954903"/>
                <a:gd name="connsiteY15798" fmla="*/ 1696867 h 4882701"/>
                <a:gd name="connsiteX15799" fmla="*/ 4488209 w 4954903"/>
                <a:gd name="connsiteY15799" fmla="*/ 1722442 h 4882701"/>
                <a:gd name="connsiteX15800" fmla="*/ 4449719 w 4954903"/>
                <a:gd name="connsiteY15800" fmla="*/ 1693575 h 4882701"/>
                <a:gd name="connsiteX15801" fmla="*/ 4448199 w 4954903"/>
                <a:gd name="connsiteY15801" fmla="*/ 1693575 h 4882701"/>
                <a:gd name="connsiteX15802" fmla="*/ 4452757 w 4954903"/>
                <a:gd name="connsiteY15802" fmla="*/ 1718897 h 4882701"/>
                <a:gd name="connsiteX15803" fmla="*/ 4461620 w 4954903"/>
                <a:gd name="connsiteY15803" fmla="*/ 1709021 h 4882701"/>
                <a:gd name="connsiteX15804" fmla="*/ 4449719 w 4954903"/>
                <a:gd name="connsiteY15804" fmla="*/ 1693575 h 4882701"/>
                <a:gd name="connsiteX15805" fmla="*/ 4411482 w 4954903"/>
                <a:gd name="connsiteY15805" fmla="*/ 1690283 h 4882701"/>
                <a:gd name="connsiteX15806" fmla="*/ 4416039 w 4954903"/>
                <a:gd name="connsiteY15806" fmla="*/ 1715605 h 4882701"/>
                <a:gd name="connsiteX15807" fmla="*/ 4425409 w 4954903"/>
                <a:gd name="connsiteY15807" fmla="*/ 1705729 h 4882701"/>
                <a:gd name="connsiteX15808" fmla="*/ 4413254 w 4954903"/>
                <a:gd name="connsiteY15808" fmla="*/ 1690029 h 4882701"/>
                <a:gd name="connsiteX15809" fmla="*/ 4411482 w 4954903"/>
                <a:gd name="connsiteY15809" fmla="*/ 1690283 h 4882701"/>
                <a:gd name="connsiteX15810" fmla="*/ 4377043 w 4954903"/>
                <a:gd name="connsiteY15810" fmla="*/ 1711807 h 4882701"/>
                <a:gd name="connsiteX15811" fmla="*/ 4387678 w 4954903"/>
                <a:gd name="connsiteY15811" fmla="*/ 1702438 h 4882701"/>
                <a:gd name="connsiteX15812" fmla="*/ 4375523 w 4954903"/>
                <a:gd name="connsiteY15812" fmla="*/ 1686737 h 4882701"/>
                <a:gd name="connsiteX15813" fmla="*/ 4374763 w 4954903"/>
                <a:gd name="connsiteY15813" fmla="*/ 1686737 h 4882701"/>
                <a:gd name="connsiteX15814" fmla="*/ 4377043 w 4954903"/>
                <a:gd name="connsiteY15814" fmla="*/ 1711807 h 4882701"/>
                <a:gd name="connsiteX15815" fmla="*/ 4348681 w 4954903"/>
                <a:gd name="connsiteY15815" fmla="*/ 1699146 h 4882701"/>
                <a:gd name="connsiteX15816" fmla="*/ 4336273 w 4954903"/>
                <a:gd name="connsiteY15816" fmla="*/ 1683446 h 4882701"/>
                <a:gd name="connsiteX15817" fmla="*/ 4334501 w 4954903"/>
                <a:gd name="connsiteY15817" fmla="*/ 1683446 h 4882701"/>
                <a:gd name="connsiteX15818" fmla="*/ 4337539 w 4954903"/>
                <a:gd name="connsiteY15818" fmla="*/ 1708262 h 4882701"/>
                <a:gd name="connsiteX15819" fmla="*/ 4348681 w 4954903"/>
                <a:gd name="connsiteY15819" fmla="*/ 1699146 h 4882701"/>
                <a:gd name="connsiteX15820" fmla="*/ 4308418 w 4954903"/>
                <a:gd name="connsiteY15820" fmla="*/ 1695854 h 4882701"/>
                <a:gd name="connsiteX15821" fmla="*/ 4295757 w 4954903"/>
                <a:gd name="connsiteY15821" fmla="*/ 1680154 h 4882701"/>
                <a:gd name="connsiteX15822" fmla="*/ 4293985 w 4954903"/>
                <a:gd name="connsiteY15822" fmla="*/ 1680154 h 4882701"/>
                <a:gd name="connsiteX15823" fmla="*/ 4297023 w 4954903"/>
                <a:gd name="connsiteY15823" fmla="*/ 1704970 h 4882701"/>
                <a:gd name="connsiteX15824" fmla="*/ 4308418 w 4954903"/>
                <a:gd name="connsiteY15824" fmla="*/ 1695854 h 4882701"/>
                <a:gd name="connsiteX15825" fmla="*/ 4266889 w 4954903"/>
                <a:gd name="connsiteY15825" fmla="*/ 1692562 h 4882701"/>
                <a:gd name="connsiteX15826" fmla="*/ 4253975 w 4954903"/>
                <a:gd name="connsiteY15826" fmla="*/ 1676862 h 4882701"/>
                <a:gd name="connsiteX15827" fmla="*/ 4252202 w 4954903"/>
                <a:gd name="connsiteY15827" fmla="*/ 1676862 h 4882701"/>
                <a:gd name="connsiteX15828" fmla="*/ 4254988 w 4954903"/>
                <a:gd name="connsiteY15828" fmla="*/ 1701678 h 4882701"/>
                <a:gd name="connsiteX15829" fmla="*/ 4266889 w 4954903"/>
                <a:gd name="connsiteY15829" fmla="*/ 1692562 h 4882701"/>
                <a:gd name="connsiteX15830" fmla="*/ 4224094 w 4954903"/>
                <a:gd name="connsiteY15830" fmla="*/ 1689270 h 4882701"/>
                <a:gd name="connsiteX15831" fmla="*/ 4211180 w 4954903"/>
                <a:gd name="connsiteY15831" fmla="*/ 1673570 h 4882701"/>
                <a:gd name="connsiteX15832" fmla="*/ 4210167 w 4954903"/>
                <a:gd name="connsiteY15832" fmla="*/ 1673570 h 4882701"/>
                <a:gd name="connsiteX15833" fmla="*/ 4210673 w 4954903"/>
                <a:gd name="connsiteY15833" fmla="*/ 1697626 h 4882701"/>
                <a:gd name="connsiteX15834" fmla="*/ 4224094 w 4954903"/>
                <a:gd name="connsiteY15834" fmla="*/ 1689270 h 4882701"/>
                <a:gd name="connsiteX15835" fmla="*/ 4180286 w 4954903"/>
                <a:gd name="connsiteY15835" fmla="*/ 1685978 h 4882701"/>
                <a:gd name="connsiteX15836" fmla="*/ 4166865 w 4954903"/>
                <a:gd name="connsiteY15836" fmla="*/ 1670278 h 4882701"/>
                <a:gd name="connsiteX15837" fmla="*/ 4165852 w 4954903"/>
                <a:gd name="connsiteY15837" fmla="*/ 1670278 h 4882701"/>
                <a:gd name="connsiteX15838" fmla="*/ 4166105 w 4954903"/>
                <a:gd name="connsiteY15838" fmla="*/ 1694334 h 4882701"/>
                <a:gd name="connsiteX15839" fmla="*/ 4180286 w 4954903"/>
                <a:gd name="connsiteY15839" fmla="*/ 1685978 h 4882701"/>
                <a:gd name="connsiteX15840" fmla="*/ 4134958 w 4954903"/>
                <a:gd name="connsiteY15840" fmla="*/ 1682939 h 4882701"/>
                <a:gd name="connsiteX15841" fmla="*/ 4121537 w 4954903"/>
                <a:gd name="connsiteY15841" fmla="*/ 1667492 h 4882701"/>
                <a:gd name="connsiteX15842" fmla="*/ 4120525 w 4954903"/>
                <a:gd name="connsiteY15842" fmla="*/ 1667492 h 4882701"/>
                <a:gd name="connsiteX15843" fmla="*/ 4120525 w 4954903"/>
                <a:gd name="connsiteY15843" fmla="*/ 1691549 h 4882701"/>
                <a:gd name="connsiteX15844" fmla="*/ 4134958 w 4954903"/>
                <a:gd name="connsiteY15844" fmla="*/ 1682939 h 4882701"/>
                <a:gd name="connsiteX15845" fmla="*/ 4088618 w 4954903"/>
                <a:gd name="connsiteY15845" fmla="*/ 1679900 h 4882701"/>
                <a:gd name="connsiteX15846" fmla="*/ 4074944 w 4954903"/>
                <a:gd name="connsiteY15846" fmla="*/ 1664454 h 4882701"/>
                <a:gd name="connsiteX15847" fmla="*/ 4073931 w 4954903"/>
                <a:gd name="connsiteY15847" fmla="*/ 1664454 h 4882701"/>
                <a:gd name="connsiteX15848" fmla="*/ 4073678 w 4954903"/>
                <a:gd name="connsiteY15848" fmla="*/ 1688510 h 4882701"/>
                <a:gd name="connsiteX15849" fmla="*/ 4088618 w 4954903"/>
                <a:gd name="connsiteY15849" fmla="*/ 1679900 h 4882701"/>
                <a:gd name="connsiteX15850" fmla="*/ 4041518 w 4954903"/>
                <a:gd name="connsiteY15850" fmla="*/ 1676862 h 4882701"/>
                <a:gd name="connsiteX15851" fmla="*/ 4027844 w 4954903"/>
                <a:gd name="connsiteY15851" fmla="*/ 1661415 h 4882701"/>
                <a:gd name="connsiteX15852" fmla="*/ 4025565 w 4954903"/>
                <a:gd name="connsiteY15852" fmla="*/ 1661668 h 4882701"/>
                <a:gd name="connsiteX15853" fmla="*/ 4026072 w 4954903"/>
                <a:gd name="connsiteY15853" fmla="*/ 1685725 h 4882701"/>
                <a:gd name="connsiteX15854" fmla="*/ 4041518 w 4954903"/>
                <a:gd name="connsiteY15854" fmla="*/ 1676862 h 4882701"/>
                <a:gd name="connsiteX15855" fmla="*/ 3992899 w 4954903"/>
                <a:gd name="connsiteY15855" fmla="*/ 1673823 h 4882701"/>
                <a:gd name="connsiteX15856" fmla="*/ 3978972 w 4954903"/>
                <a:gd name="connsiteY15856" fmla="*/ 1658376 h 4882701"/>
                <a:gd name="connsiteX15857" fmla="*/ 3977958 w 4954903"/>
                <a:gd name="connsiteY15857" fmla="*/ 1658376 h 4882701"/>
                <a:gd name="connsiteX15858" fmla="*/ 3976186 w 4954903"/>
                <a:gd name="connsiteY15858" fmla="*/ 1681673 h 4882701"/>
                <a:gd name="connsiteX15859" fmla="*/ 3992899 w 4954903"/>
                <a:gd name="connsiteY15859" fmla="*/ 1673823 h 4882701"/>
                <a:gd name="connsiteX15860" fmla="*/ 3943267 w 4954903"/>
                <a:gd name="connsiteY15860" fmla="*/ 1670784 h 4882701"/>
                <a:gd name="connsiteX15861" fmla="*/ 3929339 w 4954903"/>
                <a:gd name="connsiteY15861" fmla="*/ 1655338 h 4882701"/>
                <a:gd name="connsiteX15862" fmla="*/ 3928073 w 4954903"/>
                <a:gd name="connsiteY15862" fmla="*/ 1655338 h 4882701"/>
                <a:gd name="connsiteX15863" fmla="*/ 3926047 w 4954903"/>
                <a:gd name="connsiteY15863" fmla="*/ 1678634 h 4882701"/>
                <a:gd name="connsiteX15864" fmla="*/ 3943267 w 4954903"/>
                <a:gd name="connsiteY15864" fmla="*/ 1670784 h 4882701"/>
                <a:gd name="connsiteX15865" fmla="*/ 3892875 w 4954903"/>
                <a:gd name="connsiteY15865" fmla="*/ 1667746 h 4882701"/>
                <a:gd name="connsiteX15866" fmla="*/ 3878694 w 4954903"/>
                <a:gd name="connsiteY15866" fmla="*/ 1652299 h 4882701"/>
                <a:gd name="connsiteX15867" fmla="*/ 3877428 w 4954903"/>
                <a:gd name="connsiteY15867" fmla="*/ 1652299 h 4882701"/>
                <a:gd name="connsiteX15868" fmla="*/ 3875149 w 4954903"/>
                <a:gd name="connsiteY15868" fmla="*/ 1675595 h 4882701"/>
                <a:gd name="connsiteX15869" fmla="*/ 3892875 w 4954903"/>
                <a:gd name="connsiteY15869" fmla="*/ 1667746 h 4882701"/>
                <a:gd name="connsiteX15870" fmla="*/ 3841470 w 4954903"/>
                <a:gd name="connsiteY15870" fmla="*/ 1664960 h 4882701"/>
                <a:gd name="connsiteX15871" fmla="*/ 3827036 w 4954903"/>
                <a:gd name="connsiteY15871" fmla="*/ 1649513 h 4882701"/>
                <a:gd name="connsiteX15872" fmla="*/ 3825770 w 4954903"/>
                <a:gd name="connsiteY15872" fmla="*/ 1649513 h 4882701"/>
                <a:gd name="connsiteX15873" fmla="*/ 3823237 w 4954903"/>
                <a:gd name="connsiteY15873" fmla="*/ 1672810 h 4882701"/>
                <a:gd name="connsiteX15874" fmla="*/ 3841470 w 4954903"/>
                <a:gd name="connsiteY15874" fmla="*/ 1664960 h 4882701"/>
                <a:gd name="connsiteX15875" fmla="*/ 3789052 w 4954903"/>
                <a:gd name="connsiteY15875" fmla="*/ 1662175 h 4882701"/>
                <a:gd name="connsiteX15876" fmla="*/ 3774618 w 4954903"/>
                <a:gd name="connsiteY15876" fmla="*/ 1646728 h 4882701"/>
                <a:gd name="connsiteX15877" fmla="*/ 3773352 w 4954903"/>
                <a:gd name="connsiteY15877" fmla="*/ 1646728 h 4882701"/>
                <a:gd name="connsiteX15878" fmla="*/ 3770566 w 4954903"/>
                <a:gd name="connsiteY15878" fmla="*/ 1670024 h 4882701"/>
                <a:gd name="connsiteX15879" fmla="*/ 3789052 w 4954903"/>
                <a:gd name="connsiteY15879" fmla="*/ 1662175 h 4882701"/>
                <a:gd name="connsiteX15880" fmla="*/ 3735368 w 4954903"/>
                <a:gd name="connsiteY15880" fmla="*/ 1659389 h 4882701"/>
                <a:gd name="connsiteX15881" fmla="*/ 3720934 w 4954903"/>
                <a:gd name="connsiteY15881" fmla="*/ 1643942 h 4882701"/>
                <a:gd name="connsiteX15882" fmla="*/ 3719668 w 4954903"/>
                <a:gd name="connsiteY15882" fmla="*/ 1643942 h 4882701"/>
                <a:gd name="connsiteX15883" fmla="*/ 3716376 w 4954903"/>
                <a:gd name="connsiteY15883" fmla="*/ 1667239 h 4882701"/>
                <a:gd name="connsiteX15884" fmla="*/ 3735368 w 4954903"/>
                <a:gd name="connsiteY15884" fmla="*/ 1659389 h 4882701"/>
                <a:gd name="connsiteX15885" fmla="*/ 3681178 w 4954903"/>
                <a:gd name="connsiteY15885" fmla="*/ 1656604 h 4882701"/>
                <a:gd name="connsiteX15886" fmla="*/ 3666744 w 4954903"/>
                <a:gd name="connsiteY15886" fmla="*/ 1641157 h 4882701"/>
                <a:gd name="connsiteX15887" fmla="*/ 3665478 w 4954903"/>
                <a:gd name="connsiteY15887" fmla="*/ 1641157 h 4882701"/>
                <a:gd name="connsiteX15888" fmla="*/ 3660920 w 4954903"/>
                <a:gd name="connsiteY15888" fmla="*/ 1663441 h 4882701"/>
                <a:gd name="connsiteX15889" fmla="*/ 3681178 w 4954903"/>
                <a:gd name="connsiteY15889" fmla="*/ 1656604 h 4882701"/>
                <a:gd name="connsiteX15890" fmla="*/ 3625975 w 4954903"/>
                <a:gd name="connsiteY15890" fmla="*/ 1654071 h 4882701"/>
                <a:gd name="connsiteX15891" fmla="*/ 3625975 w 4954903"/>
                <a:gd name="connsiteY15891" fmla="*/ 1654071 h 4882701"/>
                <a:gd name="connsiteX15892" fmla="*/ 3611288 w 4954903"/>
                <a:gd name="connsiteY15892" fmla="*/ 1638625 h 4882701"/>
                <a:gd name="connsiteX15893" fmla="*/ 3610021 w 4954903"/>
                <a:gd name="connsiteY15893" fmla="*/ 1638625 h 4882701"/>
                <a:gd name="connsiteX15894" fmla="*/ 3605210 w 4954903"/>
                <a:gd name="connsiteY15894" fmla="*/ 1660908 h 4882701"/>
                <a:gd name="connsiteX15895" fmla="*/ 3625975 w 4954903"/>
                <a:gd name="connsiteY15895" fmla="*/ 1654071 h 4882701"/>
                <a:gd name="connsiteX15896" fmla="*/ 3569759 w 4954903"/>
                <a:gd name="connsiteY15896" fmla="*/ 1651286 h 4882701"/>
                <a:gd name="connsiteX15897" fmla="*/ 3555071 w 4954903"/>
                <a:gd name="connsiteY15897" fmla="*/ 1635839 h 4882701"/>
                <a:gd name="connsiteX15898" fmla="*/ 3553805 w 4954903"/>
                <a:gd name="connsiteY15898" fmla="*/ 1635839 h 4882701"/>
                <a:gd name="connsiteX15899" fmla="*/ 3548741 w 4954903"/>
                <a:gd name="connsiteY15899" fmla="*/ 1658123 h 4882701"/>
                <a:gd name="connsiteX15900" fmla="*/ 3569759 w 4954903"/>
                <a:gd name="connsiteY15900" fmla="*/ 1651286 h 4882701"/>
                <a:gd name="connsiteX15901" fmla="*/ 3513036 w 4954903"/>
                <a:gd name="connsiteY15901" fmla="*/ 1648754 h 4882701"/>
                <a:gd name="connsiteX15902" fmla="*/ 3498349 w 4954903"/>
                <a:gd name="connsiteY15902" fmla="*/ 1633307 h 4882701"/>
                <a:gd name="connsiteX15903" fmla="*/ 3497083 w 4954903"/>
                <a:gd name="connsiteY15903" fmla="*/ 1633307 h 4882701"/>
                <a:gd name="connsiteX15904" fmla="*/ 3491765 w 4954903"/>
                <a:gd name="connsiteY15904" fmla="*/ 1655591 h 4882701"/>
                <a:gd name="connsiteX15905" fmla="*/ 3513036 w 4954903"/>
                <a:gd name="connsiteY15905" fmla="*/ 1648754 h 4882701"/>
                <a:gd name="connsiteX15906" fmla="*/ 3455554 w 4954903"/>
                <a:gd name="connsiteY15906" fmla="*/ 1646221 h 4882701"/>
                <a:gd name="connsiteX15907" fmla="*/ 3440613 w 4954903"/>
                <a:gd name="connsiteY15907" fmla="*/ 1630775 h 4882701"/>
                <a:gd name="connsiteX15908" fmla="*/ 3439347 w 4954903"/>
                <a:gd name="connsiteY15908" fmla="*/ 1630775 h 4882701"/>
                <a:gd name="connsiteX15909" fmla="*/ 3433776 w 4954903"/>
                <a:gd name="connsiteY15909" fmla="*/ 1653058 h 4882701"/>
                <a:gd name="connsiteX15910" fmla="*/ 3455554 w 4954903"/>
                <a:gd name="connsiteY15910" fmla="*/ 1646221 h 4882701"/>
                <a:gd name="connsiteX15911" fmla="*/ 3397058 w 4954903"/>
                <a:gd name="connsiteY15911" fmla="*/ 1643942 h 4882701"/>
                <a:gd name="connsiteX15912" fmla="*/ 3382118 w 4954903"/>
                <a:gd name="connsiteY15912" fmla="*/ 1628749 h 4882701"/>
                <a:gd name="connsiteX15913" fmla="*/ 3380852 w 4954903"/>
                <a:gd name="connsiteY15913" fmla="*/ 1628749 h 4882701"/>
                <a:gd name="connsiteX15914" fmla="*/ 3375028 w 4954903"/>
                <a:gd name="connsiteY15914" fmla="*/ 1651033 h 4882701"/>
                <a:gd name="connsiteX15915" fmla="*/ 3397058 w 4954903"/>
                <a:gd name="connsiteY15915" fmla="*/ 1643942 h 4882701"/>
                <a:gd name="connsiteX15916" fmla="*/ 3338057 w 4954903"/>
                <a:gd name="connsiteY15916" fmla="*/ 1641663 h 4882701"/>
                <a:gd name="connsiteX15917" fmla="*/ 3323116 w 4954903"/>
                <a:gd name="connsiteY15917" fmla="*/ 1626470 h 4882701"/>
                <a:gd name="connsiteX15918" fmla="*/ 3314507 w 4954903"/>
                <a:gd name="connsiteY15918" fmla="*/ 1647994 h 4882701"/>
                <a:gd name="connsiteX15919" fmla="*/ 3338057 w 4954903"/>
                <a:gd name="connsiteY15919" fmla="*/ 1641663 h 4882701"/>
                <a:gd name="connsiteX15920" fmla="*/ 3263355 w 4954903"/>
                <a:gd name="connsiteY15920" fmla="*/ 1623937 h 4882701"/>
                <a:gd name="connsiteX15921" fmla="*/ 3254492 w 4954903"/>
                <a:gd name="connsiteY15921" fmla="*/ 1645462 h 4882701"/>
                <a:gd name="connsiteX15922" fmla="*/ 3278296 w 4954903"/>
                <a:gd name="connsiteY15922" fmla="*/ 1639384 h 4882701"/>
                <a:gd name="connsiteX15923" fmla="*/ 3263355 w 4954903"/>
                <a:gd name="connsiteY15923" fmla="*/ 1623937 h 4882701"/>
                <a:gd name="connsiteX15924" fmla="*/ 3193465 w 4954903"/>
                <a:gd name="connsiteY15924" fmla="*/ 1643183 h 4882701"/>
                <a:gd name="connsiteX15925" fmla="*/ 3217775 w 4954903"/>
                <a:gd name="connsiteY15925" fmla="*/ 1636852 h 4882701"/>
                <a:gd name="connsiteX15926" fmla="*/ 3202581 w 4954903"/>
                <a:gd name="connsiteY15926" fmla="*/ 1621658 h 4882701"/>
                <a:gd name="connsiteX15927" fmla="*/ 3193465 w 4954903"/>
                <a:gd name="connsiteY15927" fmla="*/ 1643183 h 4882701"/>
                <a:gd name="connsiteX15928" fmla="*/ 3141553 w 4954903"/>
                <a:gd name="connsiteY15928" fmla="*/ 1619633 h 4882701"/>
                <a:gd name="connsiteX15929" fmla="*/ 3132184 w 4954903"/>
                <a:gd name="connsiteY15929" fmla="*/ 1641157 h 4882701"/>
                <a:gd name="connsiteX15930" fmla="*/ 3156494 w 4954903"/>
                <a:gd name="connsiteY15930" fmla="*/ 1634826 h 4882701"/>
                <a:gd name="connsiteX15931" fmla="*/ 3141553 w 4954903"/>
                <a:gd name="connsiteY15931" fmla="*/ 1619633 h 4882701"/>
                <a:gd name="connsiteX15932" fmla="*/ 3080020 w 4954903"/>
                <a:gd name="connsiteY15932" fmla="*/ 1617607 h 4882701"/>
                <a:gd name="connsiteX15933" fmla="*/ 3070144 w 4954903"/>
                <a:gd name="connsiteY15933" fmla="*/ 1639131 h 4882701"/>
                <a:gd name="connsiteX15934" fmla="*/ 3094960 w 4954903"/>
                <a:gd name="connsiteY15934" fmla="*/ 1632800 h 4882701"/>
                <a:gd name="connsiteX15935" fmla="*/ 3080020 w 4954903"/>
                <a:gd name="connsiteY15935" fmla="*/ 1617607 h 4882701"/>
                <a:gd name="connsiteX15936" fmla="*/ 3017726 w 4954903"/>
                <a:gd name="connsiteY15936" fmla="*/ 1615581 h 4882701"/>
                <a:gd name="connsiteX15937" fmla="*/ 3007850 w 4954903"/>
                <a:gd name="connsiteY15937" fmla="*/ 1637105 h 4882701"/>
                <a:gd name="connsiteX15938" fmla="*/ 3032920 w 4954903"/>
                <a:gd name="connsiteY15938" fmla="*/ 1630775 h 4882701"/>
                <a:gd name="connsiteX15939" fmla="*/ 3017726 w 4954903"/>
                <a:gd name="connsiteY15939" fmla="*/ 1615581 h 4882701"/>
                <a:gd name="connsiteX15940" fmla="*/ 2954926 w 4954903"/>
                <a:gd name="connsiteY15940" fmla="*/ 1613808 h 4882701"/>
                <a:gd name="connsiteX15941" fmla="*/ 2944797 w 4954903"/>
                <a:gd name="connsiteY15941" fmla="*/ 1635333 h 4882701"/>
                <a:gd name="connsiteX15942" fmla="*/ 2970120 w 4954903"/>
                <a:gd name="connsiteY15942" fmla="*/ 1629002 h 4882701"/>
                <a:gd name="connsiteX15943" fmla="*/ 2954926 w 4954903"/>
                <a:gd name="connsiteY15943" fmla="*/ 1613808 h 4882701"/>
                <a:gd name="connsiteX15944" fmla="*/ 2906560 w 4954903"/>
                <a:gd name="connsiteY15944" fmla="*/ 1626976 h 4882701"/>
                <a:gd name="connsiteX15945" fmla="*/ 2891620 w 4954903"/>
                <a:gd name="connsiteY15945" fmla="*/ 1611783 h 4882701"/>
                <a:gd name="connsiteX15946" fmla="*/ 2881237 w 4954903"/>
                <a:gd name="connsiteY15946" fmla="*/ 1633307 h 4882701"/>
                <a:gd name="connsiteX15947" fmla="*/ 2906560 w 4954903"/>
                <a:gd name="connsiteY15947" fmla="*/ 1626976 h 4882701"/>
                <a:gd name="connsiteX15948" fmla="*/ 2827807 w 4954903"/>
                <a:gd name="connsiteY15948" fmla="*/ 1610263 h 4882701"/>
                <a:gd name="connsiteX15949" fmla="*/ 2816158 w 4954903"/>
                <a:gd name="connsiteY15949" fmla="*/ 1630775 h 4882701"/>
                <a:gd name="connsiteX15950" fmla="*/ 2842747 w 4954903"/>
                <a:gd name="connsiteY15950" fmla="*/ 1625457 h 4882701"/>
                <a:gd name="connsiteX15951" fmla="*/ 2827807 w 4954903"/>
                <a:gd name="connsiteY15951" fmla="*/ 1610263 h 4882701"/>
                <a:gd name="connsiteX15952" fmla="*/ 2763487 w 4954903"/>
                <a:gd name="connsiteY15952" fmla="*/ 1608491 h 4882701"/>
                <a:gd name="connsiteX15953" fmla="*/ 2751586 w 4954903"/>
                <a:gd name="connsiteY15953" fmla="*/ 1629002 h 4882701"/>
                <a:gd name="connsiteX15954" fmla="*/ 2778681 w 4954903"/>
                <a:gd name="connsiteY15954" fmla="*/ 1623684 h 4882701"/>
                <a:gd name="connsiteX15955" fmla="*/ 2778681 w 4954903"/>
                <a:gd name="connsiteY15955" fmla="*/ 1623684 h 4882701"/>
                <a:gd name="connsiteX15956" fmla="*/ 2763487 w 4954903"/>
                <a:gd name="connsiteY15956" fmla="*/ 1608491 h 4882701"/>
                <a:gd name="connsiteX15957" fmla="*/ 2698915 w 4954903"/>
                <a:gd name="connsiteY15957" fmla="*/ 1606971 h 4882701"/>
                <a:gd name="connsiteX15958" fmla="*/ 2686760 w 4954903"/>
                <a:gd name="connsiteY15958" fmla="*/ 1627483 h 4882701"/>
                <a:gd name="connsiteX15959" fmla="*/ 2713855 w 4954903"/>
                <a:gd name="connsiteY15959" fmla="*/ 1622165 h 4882701"/>
                <a:gd name="connsiteX15960" fmla="*/ 2698915 w 4954903"/>
                <a:gd name="connsiteY15960" fmla="*/ 1606971 h 4882701"/>
                <a:gd name="connsiteX15961" fmla="*/ 2634089 w 4954903"/>
                <a:gd name="connsiteY15961" fmla="*/ 1605452 h 4882701"/>
                <a:gd name="connsiteX15962" fmla="*/ 2621428 w 4954903"/>
                <a:gd name="connsiteY15962" fmla="*/ 1625963 h 4882701"/>
                <a:gd name="connsiteX15963" fmla="*/ 2648776 w 4954903"/>
                <a:gd name="connsiteY15963" fmla="*/ 1620646 h 4882701"/>
                <a:gd name="connsiteX15964" fmla="*/ 2634089 w 4954903"/>
                <a:gd name="connsiteY15964" fmla="*/ 1605452 h 4882701"/>
                <a:gd name="connsiteX15965" fmla="*/ 2555842 w 4954903"/>
                <a:gd name="connsiteY15965" fmla="*/ 1624444 h 4882701"/>
                <a:gd name="connsiteX15966" fmla="*/ 2583444 w 4954903"/>
                <a:gd name="connsiteY15966" fmla="*/ 1618873 h 4882701"/>
                <a:gd name="connsiteX15967" fmla="*/ 2568757 w 4954903"/>
                <a:gd name="connsiteY15967" fmla="*/ 1603933 h 4882701"/>
                <a:gd name="connsiteX15968" fmla="*/ 2555842 w 4954903"/>
                <a:gd name="connsiteY15968" fmla="*/ 1624444 h 4882701"/>
                <a:gd name="connsiteX15969" fmla="*/ 2437079 w 4954903"/>
                <a:gd name="connsiteY15969" fmla="*/ 1601400 h 4882701"/>
                <a:gd name="connsiteX15970" fmla="*/ 2423911 w 4954903"/>
                <a:gd name="connsiteY15970" fmla="*/ 1621912 h 4882701"/>
                <a:gd name="connsiteX15971" fmla="*/ 2451766 w 4954903"/>
                <a:gd name="connsiteY15971" fmla="*/ 1616341 h 4882701"/>
                <a:gd name="connsiteX15972" fmla="*/ 2437079 w 4954903"/>
                <a:gd name="connsiteY15972" fmla="*/ 1601400 h 4882701"/>
                <a:gd name="connsiteX15973" fmla="*/ 2103834 w 4954903"/>
                <a:gd name="connsiteY15973" fmla="*/ 1596589 h 4882701"/>
                <a:gd name="connsiteX15974" fmla="*/ 2089400 w 4954903"/>
                <a:gd name="connsiteY15974" fmla="*/ 1617100 h 4882701"/>
                <a:gd name="connsiteX15975" fmla="*/ 2118015 w 4954903"/>
                <a:gd name="connsiteY15975" fmla="*/ 1611276 h 4882701"/>
                <a:gd name="connsiteX15976" fmla="*/ 2103834 w 4954903"/>
                <a:gd name="connsiteY15976" fmla="*/ 1596589 h 4882701"/>
                <a:gd name="connsiteX15977" fmla="*/ 2036729 w 4954903"/>
                <a:gd name="connsiteY15977" fmla="*/ 1595829 h 4882701"/>
                <a:gd name="connsiteX15978" fmla="*/ 2022295 w 4954903"/>
                <a:gd name="connsiteY15978" fmla="*/ 1616341 h 4882701"/>
                <a:gd name="connsiteX15979" fmla="*/ 2050910 w 4954903"/>
                <a:gd name="connsiteY15979" fmla="*/ 1610516 h 4882701"/>
                <a:gd name="connsiteX15980" fmla="*/ 2036729 w 4954903"/>
                <a:gd name="connsiteY15980" fmla="*/ 1595829 h 4882701"/>
                <a:gd name="connsiteX15981" fmla="*/ 1970384 w 4954903"/>
                <a:gd name="connsiteY15981" fmla="*/ 1595323 h 4882701"/>
                <a:gd name="connsiteX15982" fmla="*/ 1955950 w 4954903"/>
                <a:gd name="connsiteY15982" fmla="*/ 1616087 h 4882701"/>
                <a:gd name="connsiteX15983" fmla="*/ 1984058 w 4954903"/>
                <a:gd name="connsiteY15983" fmla="*/ 1610263 h 4882701"/>
                <a:gd name="connsiteX15984" fmla="*/ 1970384 w 4954903"/>
                <a:gd name="connsiteY15984" fmla="*/ 1595323 h 4882701"/>
                <a:gd name="connsiteX15985" fmla="*/ 1651572 w 4954903"/>
                <a:gd name="connsiteY15985" fmla="*/ 1594057 h 4882701"/>
                <a:gd name="connsiteX15986" fmla="*/ 1636885 w 4954903"/>
                <a:gd name="connsiteY15986" fmla="*/ 1614821 h 4882701"/>
                <a:gd name="connsiteX15987" fmla="*/ 1663474 w 4954903"/>
                <a:gd name="connsiteY15987" fmla="*/ 1608744 h 4882701"/>
                <a:gd name="connsiteX15988" fmla="*/ 1651572 w 4954903"/>
                <a:gd name="connsiteY15988" fmla="*/ 1594057 h 4882701"/>
                <a:gd name="connsiteX15989" fmla="*/ 1590292 w 4954903"/>
                <a:gd name="connsiteY15989" fmla="*/ 1594057 h 4882701"/>
                <a:gd name="connsiteX15990" fmla="*/ 1575858 w 4954903"/>
                <a:gd name="connsiteY15990" fmla="*/ 1614821 h 4882701"/>
                <a:gd name="connsiteX15991" fmla="*/ 1602193 w 4954903"/>
                <a:gd name="connsiteY15991" fmla="*/ 1608744 h 4882701"/>
                <a:gd name="connsiteX15992" fmla="*/ 1590292 w 4954903"/>
                <a:gd name="connsiteY15992" fmla="*/ 1594057 h 4882701"/>
                <a:gd name="connsiteX15993" fmla="*/ 1530277 w 4954903"/>
                <a:gd name="connsiteY15993" fmla="*/ 1594057 h 4882701"/>
                <a:gd name="connsiteX15994" fmla="*/ 1515843 w 4954903"/>
                <a:gd name="connsiteY15994" fmla="*/ 1614821 h 4882701"/>
                <a:gd name="connsiteX15995" fmla="*/ 1541672 w 4954903"/>
                <a:gd name="connsiteY15995" fmla="*/ 1608744 h 4882701"/>
                <a:gd name="connsiteX15996" fmla="*/ 1530277 w 4954903"/>
                <a:gd name="connsiteY15996" fmla="*/ 1594057 h 4882701"/>
                <a:gd name="connsiteX15997" fmla="*/ 1423669 w 4954903"/>
                <a:gd name="connsiteY15997" fmla="*/ 1609250 h 4882701"/>
                <a:gd name="connsiteX15998" fmla="*/ 1412780 w 4954903"/>
                <a:gd name="connsiteY15998" fmla="*/ 1594563 h 4882701"/>
                <a:gd name="connsiteX15999" fmla="*/ 1398347 w 4954903"/>
                <a:gd name="connsiteY15999" fmla="*/ 1615328 h 4882701"/>
                <a:gd name="connsiteX16000" fmla="*/ 1423669 w 4954903"/>
                <a:gd name="connsiteY16000" fmla="*/ 1609250 h 4882701"/>
                <a:gd name="connsiteX16001" fmla="*/ 167669 w 4954903"/>
                <a:gd name="connsiteY16001" fmla="*/ 1656097 h 4882701"/>
                <a:gd name="connsiteX16002" fmla="*/ 158299 w 4954903"/>
                <a:gd name="connsiteY16002" fmla="*/ 1682433 h 4882701"/>
                <a:gd name="connsiteX16003" fmla="*/ 165390 w 4954903"/>
                <a:gd name="connsiteY16003" fmla="*/ 1670278 h 4882701"/>
                <a:gd name="connsiteX16004" fmla="*/ 167669 w 4954903"/>
                <a:gd name="connsiteY16004" fmla="*/ 1656097 h 4882701"/>
                <a:gd name="connsiteX16005" fmla="*/ 147664 w 4954903"/>
                <a:gd name="connsiteY16005" fmla="*/ 1685978 h 4882701"/>
                <a:gd name="connsiteX16006" fmla="*/ 154248 w 4954903"/>
                <a:gd name="connsiteY16006" fmla="*/ 1673317 h 4882701"/>
                <a:gd name="connsiteX16007" fmla="*/ 156780 w 4954903"/>
                <a:gd name="connsiteY16007" fmla="*/ 1659136 h 4882701"/>
                <a:gd name="connsiteX16008" fmla="*/ 147664 w 4954903"/>
                <a:gd name="connsiteY16008" fmla="*/ 1685978 h 4882701"/>
                <a:gd name="connsiteX16009" fmla="*/ 131964 w 4954903"/>
                <a:gd name="connsiteY16009" fmla="*/ 1692308 h 4882701"/>
                <a:gd name="connsiteX16010" fmla="*/ 137282 w 4954903"/>
                <a:gd name="connsiteY16010" fmla="*/ 1679647 h 4882701"/>
                <a:gd name="connsiteX16011" fmla="*/ 141080 w 4954903"/>
                <a:gd name="connsiteY16011" fmla="*/ 1665720 h 4882701"/>
                <a:gd name="connsiteX16012" fmla="*/ 140827 w 4954903"/>
                <a:gd name="connsiteY16012" fmla="*/ 1665466 h 4882701"/>
                <a:gd name="connsiteX16013" fmla="*/ 131964 w 4954903"/>
                <a:gd name="connsiteY16013" fmla="*/ 1692308 h 4882701"/>
                <a:gd name="connsiteX16014" fmla="*/ 131964 w 4954903"/>
                <a:gd name="connsiteY16014" fmla="*/ 1692308 h 4882701"/>
                <a:gd name="connsiteX16015" fmla="*/ 126393 w 4954903"/>
                <a:gd name="connsiteY16015" fmla="*/ 1695347 h 4882701"/>
                <a:gd name="connsiteX16016" fmla="*/ 131458 w 4954903"/>
                <a:gd name="connsiteY16016" fmla="*/ 1682686 h 4882701"/>
                <a:gd name="connsiteX16017" fmla="*/ 135509 w 4954903"/>
                <a:gd name="connsiteY16017" fmla="*/ 1668758 h 4882701"/>
                <a:gd name="connsiteX16018" fmla="*/ 135509 w 4954903"/>
                <a:gd name="connsiteY16018" fmla="*/ 1668505 h 4882701"/>
                <a:gd name="connsiteX16019" fmla="*/ 126393 w 4954903"/>
                <a:gd name="connsiteY16019" fmla="*/ 1695347 h 4882701"/>
                <a:gd name="connsiteX16020" fmla="*/ 126393 w 4954903"/>
                <a:gd name="connsiteY16020" fmla="*/ 1695347 h 4882701"/>
                <a:gd name="connsiteX16021" fmla="*/ 127406 w 4954903"/>
                <a:gd name="connsiteY16021" fmla="*/ 1685978 h 4882701"/>
                <a:gd name="connsiteX16022" fmla="*/ 131711 w 4954903"/>
                <a:gd name="connsiteY16022" fmla="*/ 1671797 h 4882701"/>
                <a:gd name="connsiteX16023" fmla="*/ 122848 w 4954903"/>
                <a:gd name="connsiteY16023" fmla="*/ 1698639 h 4882701"/>
                <a:gd name="connsiteX16024" fmla="*/ 127406 w 4954903"/>
                <a:gd name="connsiteY16024" fmla="*/ 1685978 h 4882701"/>
                <a:gd name="connsiteX16025" fmla="*/ 4838167 w 4954903"/>
                <a:gd name="connsiteY16025" fmla="*/ 1721683 h 4882701"/>
                <a:gd name="connsiteX16026" fmla="*/ 4832849 w 4954903"/>
                <a:gd name="connsiteY16026" fmla="*/ 1705983 h 4882701"/>
                <a:gd name="connsiteX16027" fmla="*/ 4841459 w 4954903"/>
                <a:gd name="connsiteY16027" fmla="*/ 1732825 h 4882701"/>
                <a:gd name="connsiteX16028" fmla="*/ 4838167 w 4954903"/>
                <a:gd name="connsiteY16028" fmla="*/ 1721683 h 4882701"/>
                <a:gd name="connsiteX16029" fmla="*/ 4838420 w 4954903"/>
                <a:gd name="connsiteY16029" fmla="*/ 1729279 h 4882701"/>
                <a:gd name="connsiteX16030" fmla="*/ 4835381 w 4954903"/>
                <a:gd name="connsiteY16030" fmla="*/ 1718137 h 4882701"/>
                <a:gd name="connsiteX16031" fmla="*/ 4829810 w 4954903"/>
                <a:gd name="connsiteY16031" fmla="*/ 1702438 h 4882701"/>
                <a:gd name="connsiteX16032" fmla="*/ 4838420 w 4954903"/>
                <a:gd name="connsiteY16032" fmla="*/ 1729279 h 4882701"/>
                <a:gd name="connsiteX16033" fmla="*/ 4838420 w 4954903"/>
                <a:gd name="connsiteY16033" fmla="*/ 1729279 h 4882701"/>
                <a:gd name="connsiteX16034" fmla="*/ 4830824 w 4954903"/>
                <a:gd name="connsiteY16034" fmla="*/ 1714592 h 4882701"/>
                <a:gd name="connsiteX16035" fmla="*/ 4824746 w 4954903"/>
                <a:gd name="connsiteY16035" fmla="*/ 1698892 h 4882701"/>
                <a:gd name="connsiteX16036" fmla="*/ 4824746 w 4954903"/>
                <a:gd name="connsiteY16036" fmla="*/ 1698892 h 4882701"/>
                <a:gd name="connsiteX16037" fmla="*/ 4833609 w 4954903"/>
                <a:gd name="connsiteY16037" fmla="*/ 1725734 h 4882701"/>
                <a:gd name="connsiteX16038" fmla="*/ 4830824 w 4954903"/>
                <a:gd name="connsiteY16038" fmla="*/ 1714592 h 4882701"/>
                <a:gd name="connsiteX16039" fmla="*/ 4817656 w 4954903"/>
                <a:gd name="connsiteY16039" fmla="*/ 1695600 h 4882701"/>
                <a:gd name="connsiteX16040" fmla="*/ 4826519 w 4954903"/>
                <a:gd name="connsiteY16040" fmla="*/ 1722442 h 4882701"/>
                <a:gd name="connsiteX16041" fmla="*/ 4824239 w 4954903"/>
                <a:gd name="connsiteY16041" fmla="*/ 1711300 h 4882701"/>
                <a:gd name="connsiteX16042" fmla="*/ 4817656 w 4954903"/>
                <a:gd name="connsiteY16042" fmla="*/ 1695600 h 4882701"/>
                <a:gd name="connsiteX16043" fmla="*/ 4817656 w 4954903"/>
                <a:gd name="connsiteY16043" fmla="*/ 1695600 h 4882701"/>
                <a:gd name="connsiteX16044" fmla="*/ 4808793 w 4954903"/>
                <a:gd name="connsiteY16044" fmla="*/ 1692055 h 4882701"/>
                <a:gd name="connsiteX16045" fmla="*/ 4808793 w 4954903"/>
                <a:gd name="connsiteY16045" fmla="*/ 1692055 h 4882701"/>
                <a:gd name="connsiteX16046" fmla="*/ 4817403 w 4954903"/>
                <a:gd name="connsiteY16046" fmla="*/ 1718897 h 4882701"/>
                <a:gd name="connsiteX16047" fmla="*/ 4815883 w 4954903"/>
                <a:gd name="connsiteY16047" fmla="*/ 1707755 h 4882701"/>
                <a:gd name="connsiteX16048" fmla="*/ 4808793 w 4954903"/>
                <a:gd name="connsiteY16048" fmla="*/ 1692055 h 4882701"/>
                <a:gd name="connsiteX16049" fmla="*/ 4805501 w 4954903"/>
                <a:gd name="connsiteY16049" fmla="*/ 1703957 h 4882701"/>
                <a:gd name="connsiteX16050" fmla="*/ 4798157 w 4954903"/>
                <a:gd name="connsiteY16050" fmla="*/ 1688257 h 4882701"/>
                <a:gd name="connsiteX16051" fmla="*/ 4797904 w 4954903"/>
                <a:gd name="connsiteY16051" fmla="*/ 1688257 h 4882701"/>
                <a:gd name="connsiteX16052" fmla="*/ 4806261 w 4954903"/>
                <a:gd name="connsiteY16052" fmla="*/ 1714846 h 4882701"/>
                <a:gd name="connsiteX16053" fmla="*/ 4805501 w 4954903"/>
                <a:gd name="connsiteY16053" fmla="*/ 1703957 h 4882701"/>
                <a:gd name="connsiteX16054" fmla="*/ 4784990 w 4954903"/>
                <a:gd name="connsiteY16054" fmla="*/ 1684712 h 4882701"/>
                <a:gd name="connsiteX16055" fmla="*/ 4793346 w 4954903"/>
                <a:gd name="connsiteY16055" fmla="*/ 1711300 h 4882701"/>
                <a:gd name="connsiteX16056" fmla="*/ 4793093 w 4954903"/>
                <a:gd name="connsiteY16056" fmla="*/ 1700412 h 4882701"/>
                <a:gd name="connsiteX16057" fmla="*/ 4785243 w 4954903"/>
                <a:gd name="connsiteY16057" fmla="*/ 1684712 h 4882701"/>
                <a:gd name="connsiteX16058" fmla="*/ 4784990 w 4954903"/>
                <a:gd name="connsiteY16058" fmla="*/ 1684712 h 4882701"/>
                <a:gd name="connsiteX16059" fmla="*/ 4770809 w 4954903"/>
                <a:gd name="connsiteY16059" fmla="*/ 1681166 h 4882701"/>
                <a:gd name="connsiteX16060" fmla="*/ 4770556 w 4954903"/>
                <a:gd name="connsiteY16060" fmla="*/ 1681166 h 4882701"/>
                <a:gd name="connsiteX16061" fmla="*/ 4778912 w 4954903"/>
                <a:gd name="connsiteY16061" fmla="*/ 1707755 h 4882701"/>
                <a:gd name="connsiteX16062" fmla="*/ 4779165 w 4954903"/>
                <a:gd name="connsiteY16062" fmla="*/ 1696867 h 4882701"/>
                <a:gd name="connsiteX16063" fmla="*/ 4770809 w 4954903"/>
                <a:gd name="connsiteY16063" fmla="*/ 1681166 h 4882701"/>
                <a:gd name="connsiteX16064" fmla="*/ 4754602 w 4954903"/>
                <a:gd name="connsiteY16064" fmla="*/ 1677621 h 4882701"/>
                <a:gd name="connsiteX16065" fmla="*/ 4754096 w 4954903"/>
                <a:gd name="connsiteY16065" fmla="*/ 1677621 h 4882701"/>
                <a:gd name="connsiteX16066" fmla="*/ 4762453 w 4954903"/>
                <a:gd name="connsiteY16066" fmla="*/ 1704210 h 4882701"/>
                <a:gd name="connsiteX16067" fmla="*/ 4762959 w 4954903"/>
                <a:gd name="connsiteY16067" fmla="*/ 1693321 h 4882701"/>
                <a:gd name="connsiteX16068" fmla="*/ 4754602 w 4954903"/>
                <a:gd name="connsiteY16068" fmla="*/ 1677621 h 4882701"/>
                <a:gd name="connsiteX16069" fmla="*/ 4736877 w 4954903"/>
                <a:gd name="connsiteY16069" fmla="*/ 1673823 h 4882701"/>
                <a:gd name="connsiteX16070" fmla="*/ 4736117 w 4954903"/>
                <a:gd name="connsiteY16070" fmla="*/ 1673823 h 4882701"/>
                <a:gd name="connsiteX16071" fmla="*/ 4744726 w 4954903"/>
                <a:gd name="connsiteY16071" fmla="*/ 1700412 h 4882701"/>
                <a:gd name="connsiteX16072" fmla="*/ 4745740 w 4954903"/>
                <a:gd name="connsiteY16072" fmla="*/ 1689523 h 4882701"/>
                <a:gd name="connsiteX16073" fmla="*/ 4736877 w 4954903"/>
                <a:gd name="connsiteY16073" fmla="*/ 1673823 h 4882701"/>
                <a:gd name="connsiteX16074" fmla="*/ 4724215 w 4954903"/>
                <a:gd name="connsiteY16074" fmla="*/ 1696613 h 4882701"/>
                <a:gd name="connsiteX16075" fmla="*/ 4726241 w 4954903"/>
                <a:gd name="connsiteY16075" fmla="*/ 1685978 h 4882701"/>
                <a:gd name="connsiteX16076" fmla="*/ 4717125 w 4954903"/>
                <a:gd name="connsiteY16076" fmla="*/ 1670278 h 4882701"/>
                <a:gd name="connsiteX16077" fmla="*/ 4716618 w 4954903"/>
                <a:gd name="connsiteY16077" fmla="*/ 1670278 h 4882701"/>
                <a:gd name="connsiteX16078" fmla="*/ 4724215 w 4954903"/>
                <a:gd name="connsiteY16078" fmla="*/ 1696613 h 4882701"/>
                <a:gd name="connsiteX16079" fmla="*/ 4695348 w 4954903"/>
                <a:gd name="connsiteY16079" fmla="*/ 1666733 h 4882701"/>
                <a:gd name="connsiteX16080" fmla="*/ 4702691 w 4954903"/>
                <a:gd name="connsiteY16080" fmla="*/ 1693068 h 4882701"/>
                <a:gd name="connsiteX16081" fmla="*/ 4705223 w 4954903"/>
                <a:gd name="connsiteY16081" fmla="*/ 1682433 h 4882701"/>
                <a:gd name="connsiteX16082" fmla="*/ 4695601 w 4954903"/>
                <a:gd name="connsiteY16082" fmla="*/ 1666733 h 4882701"/>
                <a:gd name="connsiteX16083" fmla="*/ 4695348 w 4954903"/>
                <a:gd name="connsiteY16083" fmla="*/ 1666733 h 4882701"/>
                <a:gd name="connsiteX16084" fmla="*/ 4672051 w 4954903"/>
                <a:gd name="connsiteY16084" fmla="*/ 1663187 h 4882701"/>
                <a:gd name="connsiteX16085" fmla="*/ 4679901 w 4954903"/>
                <a:gd name="connsiteY16085" fmla="*/ 1689270 h 4882701"/>
                <a:gd name="connsiteX16086" fmla="*/ 4682939 w 4954903"/>
                <a:gd name="connsiteY16086" fmla="*/ 1678634 h 4882701"/>
                <a:gd name="connsiteX16087" fmla="*/ 4673064 w 4954903"/>
                <a:gd name="connsiteY16087" fmla="*/ 1662934 h 4882701"/>
                <a:gd name="connsiteX16088" fmla="*/ 4672051 w 4954903"/>
                <a:gd name="connsiteY16088" fmla="*/ 1663187 h 4882701"/>
                <a:gd name="connsiteX16089" fmla="*/ 4648501 w 4954903"/>
                <a:gd name="connsiteY16089" fmla="*/ 1659642 h 4882701"/>
                <a:gd name="connsiteX16090" fmla="*/ 4647488 w 4954903"/>
                <a:gd name="connsiteY16090" fmla="*/ 1659642 h 4882701"/>
                <a:gd name="connsiteX16091" fmla="*/ 4655085 w 4954903"/>
                <a:gd name="connsiteY16091" fmla="*/ 1685725 h 4882701"/>
                <a:gd name="connsiteX16092" fmla="*/ 4658630 w 4954903"/>
                <a:gd name="connsiteY16092" fmla="*/ 1675089 h 4882701"/>
                <a:gd name="connsiteX16093" fmla="*/ 4648501 w 4954903"/>
                <a:gd name="connsiteY16093" fmla="*/ 1659642 h 4882701"/>
                <a:gd name="connsiteX16094" fmla="*/ 4622418 w 4954903"/>
                <a:gd name="connsiteY16094" fmla="*/ 1656097 h 4882701"/>
                <a:gd name="connsiteX16095" fmla="*/ 4621912 w 4954903"/>
                <a:gd name="connsiteY16095" fmla="*/ 1656097 h 4882701"/>
                <a:gd name="connsiteX16096" fmla="*/ 4628243 w 4954903"/>
                <a:gd name="connsiteY16096" fmla="*/ 1681926 h 4882701"/>
                <a:gd name="connsiteX16097" fmla="*/ 4632801 w 4954903"/>
                <a:gd name="connsiteY16097" fmla="*/ 1671544 h 4882701"/>
                <a:gd name="connsiteX16098" fmla="*/ 4622418 w 4954903"/>
                <a:gd name="connsiteY16098" fmla="*/ 1656097 h 4882701"/>
                <a:gd name="connsiteX16099" fmla="*/ 4593551 w 4954903"/>
                <a:gd name="connsiteY16099" fmla="*/ 1652805 h 4882701"/>
                <a:gd name="connsiteX16100" fmla="*/ 4600388 w 4954903"/>
                <a:gd name="connsiteY16100" fmla="*/ 1678634 h 4882701"/>
                <a:gd name="connsiteX16101" fmla="*/ 4605452 w 4954903"/>
                <a:gd name="connsiteY16101" fmla="*/ 1668252 h 4882701"/>
                <a:gd name="connsiteX16102" fmla="*/ 4594817 w 4954903"/>
                <a:gd name="connsiteY16102" fmla="*/ 1652805 h 4882701"/>
                <a:gd name="connsiteX16103" fmla="*/ 4593551 w 4954903"/>
                <a:gd name="connsiteY16103" fmla="*/ 1652805 h 4882701"/>
                <a:gd name="connsiteX16104" fmla="*/ 4565696 w 4954903"/>
                <a:gd name="connsiteY16104" fmla="*/ 1649007 h 4882701"/>
                <a:gd name="connsiteX16105" fmla="*/ 4564430 w 4954903"/>
                <a:gd name="connsiteY16105" fmla="*/ 1649007 h 4882701"/>
                <a:gd name="connsiteX16106" fmla="*/ 4571014 w 4954903"/>
                <a:gd name="connsiteY16106" fmla="*/ 1674836 h 4882701"/>
                <a:gd name="connsiteX16107" fmla="*/ 4576585 w 4954903"/>
                <a:gd name="connsiteY16107" fmla="*/ 1664454 h 4882701"/>
                <a:gd name="connsiteX16108" fmla="*/ 4565696 w 4954903"/>
                <a:gd name="connsiteY16108" fmla="*/ 1649007 h 4882701"/>
                <a:gd name="connsiteX16109" fmla="*/ 4535056 w 4954903"/>
                <a:gd name="connsiteY16109" fmla="*/ 1645715 h 4882701"/>
                <a:gd name="connsiteX16110" fmla="*/ 4533789 w 4954903"/>
                <a:gd name="connsiteY16110" fmla="*/ 1645715 h 4882701"/>
                <a:gd name="connsiteX16111" fmla="*/ 4540373 w 4954903"/>
                <a:gd name="connsiteY16111" fmla="*/ 1671544 h 4882701"/>
                <a:gd name="connsiteX16112" fmla="*/ 4546704 w 4954903"/>
                <a:gd name="connsiteY16112" fmla="*/ 1661162 h 4882701"/>
                <a:gd name="connsiteX16113" fmla="*/ 4535056 w 4954903"/>
                <a:gd name="connsiteY16113" fmla="*/ 1645715 h 4882701"/>
                <a:gd name="connsiteX16114" fmla="*/ 4502896 w 4954903"/>
                <a:gd name="connsiteY16114" fmla="*/ 1642170 h 4882701"/>
                <a:gd name="connsiteX16115" fmla="*/ 4502136 w 4954903"/>
                <a:gd name="connsiteY16115" fmla="*/ 1642170 h 4882701"/>
                <a:gd name="connsiteX16116" fmla="*/ 4506947 w 4954903"/>
                <a:gd name="connsiteY16116" fmla="*/ 1667492 h 4882701"/>
                <a:gd name="connsiteX16117" fmla="*/ 4514291 w 4954903"/>
                <a:gd name="connsiteY16117" fmla="*/ 1657616 h 4882701"/>
                <a:gd name="connsiteX16118" fmla="*/ 4502896 w 4954903"/>
                <a:gd name="connsiteY16118" fmla="*/ 1642170 h 4882701"/>
                <a:gd name="connsiteX16119" fmla="*/ 4469470 w 4954903"/>
                <a:gd name="connsiteY16119" fmla="*/ 1638878 h 4882701"/>
                <a:gd name="connsiteX16120" fmla="*/ 4467951 w 4954903"/>
                <a:gd name="connsiteY16120" fmla="*/ 1638878 h 4882701"/>
                <a:gd name="connsiteX16121" fmla="*/ 4473268 w 4954903"/>
                <a:gd name="connsiteY16121" fmla="*/ 1663947 h 4882701"/>
                <a:gd name="connsiteX16122" fmla="*/ 4481119 w 4954903"/>
                <a:gd name="connsiteY16122" fmla="*/ 1654071 h 4882701"/>
                <a:gd name="connsiteX16123" fmla="*/ 4469470 w 4954903"/>
                <a:gd name="connsiteY16123" fmla="*/ 1638878 h 4882701"/>
                <a:gd name="connsiteX16124" fmla="*/ 4438323 w 4954903"/>
                <a:gd name="connsiteY16124" fmla="*/ 1660655 h 4882701"/>
                <a:gd name="connsiteX16125" fmla="*/ 4446933 w 4954903"/>
                <a:gd name="connsiteY16125" fmla="*/ 1650779 h 4882701"/>
                <a:gd name="connsiteX16126" fmla="*/ 4434778 w 4954903"/>
                <a:gd name="connsiteY16126" fmla="*/ 1635333 h 4882701"/>
                <a:gd name="connsiteX16127" fmla="*/ 4433259 w 4954903"/>
                <a:gd name="connsiteY16127" fmla="*/ 1635333 h 4882701"/>
                <a:gd name="connsiteX16128" fmla="*/ 4438323 w 4954903"/>
                <a:gd name="connsiteY16128" fmla="*/ 1660655 h 4882701"/>
                <a:gd name="connsiteX16129" fmla="*/ 4398567 w 4954903"/>
                <a:gd name="connsiteY16129" fmla="*/ 1632041 h 4882701"/>
                <a:gd name="connsiteX16130" fmla="*/ 4397047 w 4954903"/>
                <a:gd name="connsiteY16130" fmla="*/ 1632041 h 4882701"/>
                <a:gd name="connsiteX16131" fmla="*/ 4402112 w 4954903"/>
                <a:gd name="connsiteY16131" fmla="*/ 1657110 h 4882701"/>
                <a:gd name="connsiteX16132" fmla="*/ 4410975 w 4954903"/>
                <a:gd name="connsiteY16132" fmla="*/ 1647234 h 4882701"/>
                <a:gd name="connsiteX16133" fmla="*/ 4398567 w 4954903"/>
                <a:gd name="connsiteY16133" fmla="*/ 1632041 h 4882701"/>
                <a:gd name="connsiteX16134" fmla="*/ 4363875 w 4954903"/>
                <a:gd name="connsiteY16134" fmla="*/ 1653818 h 4882701"/>
                <a:gd name="connsiteX16135" fmla="*/ 4373244 w 4954903"/>
                <a:gd name="connsiteY16135" fmla="*/ 1643942 h 4882701"/>
                <a:gd name="connsiteX16136" fmla="*/ 4360836 w 4954903"/>
                <a:gd name="connsiteY16136" fmla="*/ 1628495 h 4882701"/>
                <a:gd name="connsiteX16137" fmla="*/ 4359064 w 4954903"/>
                <a:gd name="connsiteY16137" fmla="*/ 1628495 h 4882701"/>
                <a:gd name="connsiteX16138" fmla="*/ 4363875 w 4954903"/>
                <a:gd name="connsiteY16138" fmla="*/ 1653818 h 4882701"/>
                <a:gd name="connsiteX16139" fmla="*/ 4334754 w 4954903"/>
                <a:gd name="connsiteY16139" fmla="*/ 1640904 h 4882701"/>
                <a:gd name="connsiteX16140" fmla="*/ 4322092 w 4954903"/>
                <a:gd name="connsiteY16140" fmla="*/ 1625457 h 4882701"/>
                <a:gd name="connsiteX16141" fmla="*/ 4320320 w 4954903"/>
                <a:gd name="connsiteY16141" fmla="*/ 1625457 h 4882701"/>
                <a:gd name="connsiteX16142" fmla="*/ 4323865 w 4954903"/>
                <a:gd name="connsiteY16142" fmla="*/ 1650020 h 4882701"/>
                <a:gd name="connsiteX16143" fmla="*/ 4334754 w 4954903"/>
                <a:gd name="connsiteY16143" fmla="*/ 1640904 h 4882701"/>
                <a:gd name="connsiteX16144" fmla="*/ 4294744 w 4954903"/>
                <a:gd name="connsiteY16144" fmla="*/ 1637612 h 4882701"/>
                <a:gd name="connsiteX16145" fmla="*/ 4281830 w 4954903"/>
                <a:gd name="connsiteY16145" fmla="*/ 1622165 h 4882701"/>
                <a:gd name="connsiteX16146" fmla="*/ 4280057 w 4954903"/>
                <a:gd name="connsiteY16146" fmla="*/ 1622165 h 4882701"/>
                <a:gd name="connsiteX16147" fmla="*/ 4283349 w 4954903"/>
                <a:gd name="connsiteY16147" fmla="*/ 1646728 h 4882701"/>
                <a:gd name="connsiteX16148" fmla="*/ 4294744 w 4954903"/>
                <a:gd name="connsiteY16148" fmla="*/ 1637612 h 4882701"/>
                <a:gd name="connsiteX16149" fmla="*/ 4253722 w 4954903"/>
                <a:gd name="connsiteY16149" fmla="*/ 1634320 h 4882701"/>
                <a:gd name="connsiteX16150" fmla="*/ 4240554 w 4954903"/>
                <a:gd name="connsiteY16150" fmla="*/ 1618873 h 4882701"/>
                <a:gd name="connsiteX16151" fmla="*/ 4238781 w 4954903"/>
                <a:gd name="connsiteY16151" fmla="*/ 1618873 h 4882701"/>
                <a:gd name="connsiteX16152" fmla="*/ 4242073 w 4954903"/>
                <a:gd name="connsiteY16152" fmla="*/ 1643436 h 4882701"/>
                <a:gd name="connsiteX16153" fmla="*/ 4253722 w 4954903"/>
                <a:gd name="connsiteY16153" fmla="*/ 1634320 h 4882701"/>
                <a:gd name="connsiteX16154" fmla="*/ 4211180 w 4954903"/>
                <a:gd name="connsiteY16154" fmla="*/ 1631028 h 4882701"/>
                <a:gd name="connsiteX16155" fmla="*/ 4198012 w 4954903"/>
                <a:gd name="connsiteY16155" fmla="*/ 1615581 h 4882701"/>
                <a:gd name="connsiteX16156" fmla="*/ 4195986 w 4954903"/>
                <a:gd name="connsiteY16156" fmla="*/ 1615834 h 4882701"/>
                <a:gd name="connsiteX16157" fmla="*/ 4199025 w 4954903"/>
                <a:gd name="connsiteY16157" fmla="*/ 1640397 h 4882701"/>
                <a:gd name="connsiteX16158" fmla="*/ 4211180 w 4954903"/>
                <a:gd name="connsiteY16158" fmla="*/ 1631028 h 4882701"/>
                <a:gd name="connsiteX16159" fmla="*/ 4167625 w 4954903"/>
                <a:gd name="connsiteY16159" fmla="*/ 1627989 h 4882701"/>
                <a:gd name="connsiteX16160" fmla="*/ 4154204 w 4954903"/>
                <a:gd name="connsiteY16160" fmla="*/ 1612542 h 4882701"/>
                <a:gd name="connsiteX16161" fmla="*/ 4153191 w 4954903"/>
                <a:gd name="connsiteY16161" fmla="*/ 1612542 h 4882701"/>
                <a:gd name="connsiteX16162" fmla="*/ 4153950 w 4954903"/>
                <a:gd name="connsiteY16162" fmla="*/ 1636346 h 4882701"/>
                <a:gd name="connsiteX16163" fmla="*/ 4167625 w 4954903"/>
                <a:gd name="connsiteY16163" fmla="*/ 1627989 h 4882701"/>
                <a:gd name="connsiteX16164" fmla="*/ 4123057 w 4954903"/>
                <a:gd name="connsiteY16164" fmla="*/ 1624697 h 4882701"/>
                <a:gd name="connsiteX16165" fmla="*/ 4109383 w 4954903"/>
                <a:gd name="connsiteY16165" fmla="*/ 1609250 h 4882701"/>
                <a:gd name="connsiteX16166" fmla="*/ 4108370 w 4954903"/>
                <a:gd name="connsiteY16166" fmla="*/ 1609250 h 4882701"/>
                <a:gd name="connsiteX16167" fmla="*/ 4108876 w 4954903"/>
                <a:gd name="connsiteY16167" fmla="*/ 1633054 h 4882701"/>
                <a:gd name="connsiteX16168" fmla="*/ 4123057 w 4954903"/>
                <a:gd name="connsiteY16168" fmla="*/ 1624697 h 4882701"/>
                <a:gd name="connsiteX16169" fmla="*/ 4076970 w 4954903"/>
                <a:gd name="connsiteY16169" fmla="*/ 1621658 h 4882701"/>
                <a:gd name="connsiteX16170" fmla="*/ 4063296 w 4954903"/>
                <a:gd name="connsiteY16170" fmla="*/ 1606212 h 4882701"/>
                <a:gd name="connsiteX16171" fmla="*/ 4061270 w 4954903"/>
                <a:gd name="connsiteY16171" fmla="*/ 1606465 h 4882701"/>
                <a:gd name="connsiteX16172" fmla="*/ 4062536 w 4954903"/>
                <a:gd name="connsiteY16172" fmla="*/ 1630268 h 4882701"/>
                <a:gd name="connsiteX16173" fmla="*/ 4076970 w 4954903"/>
                <a:gd name="connsiteY16173" fmla="*/ 1621658 h 4882701"/>
                <a:gd name="connsiteX16174" fmla="*/ 4030123 w 4954903"/>
                <a:gd name="connsiteY16174" fmla="*/ 1618620 h 4882701"/>
                <a:gd name="connsiteX16175" fmla="*/ 4030123 w 4954903"/>
                <a:gd name="connsiteY16175" fmla="*/ 1618620 h 4882701"/>
                <a:gd name="connsiteX16176" fmla="*/ 4016196 w 4954903"/>
                <a:gd name="connsiteY16176" fmla="*/ 1603173 h 4882701"/>
                <a:gd name="connsiteX16177" fmla="*/ 4013917 w 4954903"/>
                <a:gd name="connsiteY16177" fmla="*/ 1603426 h 4882701"/>
                <a:gd name="connsiteX16178" fmla="*/ 4014930 w 4954903"/>
                <a:gd name="connsiteY16178" fmla="*/ 1627229 h 4882701"/>
                <a:gd name="connsiteX16179" fmla="*/ 4030123 w 4954903"/>
                <a:gd name="connsiteY16179" fmla="*/ 1618620 h 4882701"/>
                <a:gd name="connsiteX16180" fmla="*/ 3982010 w 4954903"/>
                <a:gd name="connsiteY16180" fmla="*/ 1615581 h 4882701"/>
                <a:gd name="connsiteX16181" fmla="*/ 3967830 w 4954903"/>
                <a:gd name="connsiteY16181" fmla="*/ 1600134 h 4882701"/>
                <a:gd name="connsiteX16182" fmla="*/ 3965551 w 4954903"/>
                <a:gd name="connsiteY16182" fmla="*/ 1600387 h 4882701"/>
                <a:gd name="connsiteX16183" fmla="*/ 3966310 w 4954903"/>
                <a:gd name="connsiteY16183" fmla="*/ 1624191 h 4882701"/>
                <a:gd name="connsiteX16184" fmla="*/ 3982010 w 4954903"/>
                <a:gd name="connsiteY16184" fmla="*/ 1615581 h 4882701"/>
                <a:gd name="connsiteX16185" fmla="*/ 3932884 w 4954903"/>
                <a:gd name="connsiteY16185" fmla="*/ 1612795 h 4882701"/>
                <a:gd name="connsiteX16186" fmla="*/ 3918704 w 4954903"/>
                <a:gd name="connsiteY16186" fmla="*/ 1597602 h 4882701"/>
                <a:gd name="connsiteX16187" fmla="*/ 3917438 w 4954903"/>
                <a:gd name="connsiteY16187" fmla="*/ 1597602 h 4882701"/>
                <a:gd name="connsiteX16188" fmla="*/ 3915918 w 4954903"/>
                <a:gd name="connsiteY16188" fmla="*/ 1620646 h 4882701"/>
                <a:gd name="connsiteX16189" fmla="*/ 3932884 w 4954903"/>
                <a:gd name="connsiteY16189" fmla="*/ 1612795 h 4882701"/>
                <a:gd name="connsiteX16190" fmla="*/ 3882746 w 4954903"/>
                <a:gd name="connsiteY16190" fmla="*/ 1609757 h 4882701"/>
                <a:gd name="connsiteX16191" fmla="*/ 3868565 w 4954903"/>
                <a:gd name="connsiteY16191" fmla="*/ 1594563 h 4882701"/>
                <a:gd name="connsiteX16192" fmla="*/ 3867299 w 4954903"/>
                <a:gd name="connsiteY16192" fmla="*/ 1594563 h 4882701"/>
                <a:gd name="connsiteX16193" fmla="*/ 3865273 w 4954903"/>
                <a:gd name="connsiteY16193" fmla="*/ 1617607 h 4882701"/>
                <a:gd name="connsiteX16194" fmla="*/ 3882746 w 4954903"/>
                <a:gd name="connsiteY16194" fmla="*/ 1609757 h 4882701"/>
                <a:gd name="connsiteX16195" fmla="*/ 3831594 w 4954903"/>
                <a:gd name="connsiteY16195" fmla="*/ 1606971 h 4882701"/>
                <a:gd name="connsiteX16196" fmla="*/ 3817160 w 4954903"/>
                <a:gd name="connsiteY16196" fmla="*/ 1591778 h 4882701"/>
                <a:gd name="connsiteX16197" fmla="*/ 3815894 w 4954903"/>
                <a:gd name="connsiteY16197" fmla="*/ 1591778 h 4882701"/>
                <a:gd name="connsiteX16198" fmla="*/ 3813615 w 4954903"/>
                <a:gd name="connsiteY16198" fmla="*/ 1614821 h 4882701"/>
                <a:gd name="connsiteX16199" fmla="*/ 3831594 w 4954903"/>
                <a:gd name="connsiteY16199" fmla="*/ 1606971 h 4882701"/>
                <a:gd name="connsiteX16200" fmla="*/ 3763730 w 4954903"/>
                <a:gd name="connsiteY16200" fmla="*/ 1588992 h 4882701"/>
                <a:gd name="connsiteX16201" fmla="*/ 3761197 w 4954903"/>
                <a:gd name="connsiteY16201" fmla="*/ 1612036 h 4882701"/>
                <a:gd name="connsiteX16202" fmla="*/ 3779429 w 4954903"/>
                <a:gd name="connsiteY16202" fmla="*/ 1604186 h 4882701"/>
                <a:gd name="connsiteX16203" fmla="*/ 3764742 w 4954903"/>
                <a:gd name="connsiteY16203" fmla="*/ 1588992 h 4882701"/>
                <a:gd name="connsiteX16204" fmla="*/ 3763730 w 4954903"/>
                <a:gd name="connsiteY16204" fmla="*/ 1588992 h 4882701"/>
                <a:gd name="connsiteX16205" fmla="*/ 3726505 w 4954903"/>
                <a:gd name="connsiteY16205" fmla="*/ 1601400 h 4882701"/>
                <a:gd name="connsiteX16206" fmla="*/ 3712071 w 4954903"/>
                <a:gd name="connsiteY16206" fmla="*/ 1586207 h 4882701"/>
                <a:gd name="connsiteX16207" fmla="*/ 3710805 w 4954903"/>
                <a:gd name="connsiteY16207" fmla="*/ 1586207 h 4882701"/>
                <a:gd name="connsiteX16208" fmla="*/ 3708020 w 4954903"/>
                <a:gd name="connsiteY16208" fmla="*/ 1609250 h 4882701"/>
                <a:gd name="connsiteX16209" fmla="*/ 3726505 w 4954903"/>
                <a:gd name="connsiteY16209" fmla="*/ 1601400 h 4882701"/>
                <a:gd name="connsiteX16210" fmla="*/ 3672568 w 4954903"/>
                <a:gd name="connsiteY16210" fmla="*/ 1598615 h 4882701"/>
                <a:gd name="connsiteX16211" fmla="*/ 3657881 w 4954903"/>
                <a:gd name="connsiteY16211" fmla="*/ 1583421 h 4882701"/>
                <a:gd name="connsiteX16212" fmla="*/ 3656615 w 4954903"/>
                <a:gd name="connsiteY16212" fmla="*/ 1583421 h 4882701"/>
                <a:gd name="connsiteX16213" fmla="*/ 3652310 w 4954903"/>
                <a:gd name="connsiteY16213" fmla="*/ 1605452 h 4882701"/>
                <a:gd name="connsiteX16214" fmla="*/ 3672568 w 4954903"/>
                <a:gd name="connsiteY16214" fmla="*/ 1598615 h 4882701"/>
                <a:gd name="connsiteX16215" fmla="*/ 3617871 w 4954903"/>
                <a:gd name="connsiteY16215" fmla="*/ 1596083 h 4882701"/>
                <a:gd name="connsiteX16216" fmla="*/ 3602931 w 4954903"/>
                <a:gd name="connsiteY16216" fmla="*/ 1580889 h 4882701"/>
                <a:gd name="connsiteX16217" fmla="*/ 3601665 w 4954903"/>
                <a:gd name="connsiteY16217" fmla="*/ 1580889 h 4882701"/>
                <a:gd name="connsiteX16218" fmla="*/ 3597107 w 4954903"/>
                <a:gd name="connsiteY16218" fmla="*/ 1602920 h 4882701"/>
                <a:gd name="connsiteX16219" fmla="*/ 3617871 w 4954903"/>
                <a:gd name="connsiteY16219" fmla="*/ 1596083 h 4882701"/>
                <a:gd name="connsiteX16220" fmla="*/ 3562415 w 4954903"/>
                <a:gd name="connsiteY16220" fmla="*/ 1593550 h 4882701"/>
                <a:gd name="connsiteX16221" fmla="*/ 3547728 w 4954903"/>
                <a:gd name="connsiteY16221" fmla="*/ 1578357 h 4882701"/>
                <a:gd name="connsiteX16222" fmla="*/ 3546462 w 4954903"/>
                <a:gd name="connsiteY16222" fmla="*/ 1578357 h 4882701"/>
                <a:gd name="connsiteX16223" fmla="*/ 3541650 w 4954903"/>
                <a:gd name="connsiteY16223" fmla="*/ 1600387 h 4882701"/>
                <a:gd name="connsiteX16224" fmla="*/ 3562415 w 4954903"/>
                <a:gd name="connsiteY16224" fmla="*/ 1593550 h 4882701"/>
                <a:gd name="connsiteX16225" fmla="*/ 3505945 w 4954903"/>
                <a:gd name="connsiteY16225" fmla="*/ 1591018 h 4882701"/>
                <a:gd name="connsiteX16226" fmla="*/ 3491258 w 4954903"/>
                <a:gd name="connsiteY16226" fmla="*/ 1575825 h 4882701"/>
                <a:gd name="connsiteX16227" fmla="*/ 3489993 w 4954903"/>
                <a:gd name="connsiteY16227" fmla="*/ 1575825 h 4882701"/>
                <a:gd name="connsiteX16228" fmla="*/ 3484928 w 4954903"/>
                <a:gd name="connsiteY16228" fmla="*/ 1597855 h 4882701"/>
                <a:gd name="connsiteX16229" fmla="*/ 3505945 w 4954903"/>
                <a:gd name="connsiteY16229" fmla="*/ 1591018 h 4882701"/>
                <a:gd name="connsiteX16230" fmla="*/ 3448970 w 4954903"/>
                <a:gd name="connsiteY16230" fmla="*/ 1588486 h 4882701"/>
                <a:gd name="connsiteX16231" fmla="*/ 3434029 w 4954903"/>
                <a:gd name="connsiteY16231" fmla="*/ 1573292 h 4882701"/>
                <a:gd name="connsiteX16232" fmla="*/ 3432763 w 4954903"/>
                <a:gd name="connsiteY16232" fmla="*/ 1573292 h 4882701"/>
                <a:gd name="connsiteX16233" fmla="*/ 3427446 w 4954903"/>
                <a:gd name="connsiteY16233" fmla="*/ 1595323 h 4882701"/>
                <a:gd name="connsiteX16234" fmla="*/ 3448970 w 4954903"/>
                <a:gd name="connsiteY16234" fmla="*/ 1588486 h 4882701"/>
                <a:gd name="connsiteX16235" fmla="*/ 3390981 w 4954903"/>
                <a:gd name="connsiteY16235" fmla="*/ 1586207 h 4882701"/>
                <a:gd name="connsiteX16236" fmla="*/ 3376041 w 4954903"/>
                <a:gd name="connsiteY16236" fmla="*/ 1571013 h 4882701"/>
                <a:gd name="connsiteX16237" fmla="*/ 3374775 w 4954903"/>
                <a:gd name="connsiteY16237" fmla="*/ 1571013 h 4882701"/>
                <a:gd name="connsiteX16238" fmla="*/ 3369204 w 4954903"/>
                <a:gd name="connsiteY16238" fmla="*/ 1593044 h 4882701"/>
                <a:gd name="connsiteX16239" fmla="*/ 3390981 w 4954903"/>
                <a:gd name="connsiteY16239" fmla="*/ 1586207 h 4882701"/>
                <a:gd name="connsiteX16240" fmla="*/ 3309189 w 4954903"/>
                <a:gd name="connsiteY16240" fmla="*/ 1589752 h 4882701"/>
                <a:gd name="connsiteX16241" fmla="*/ 3332233 w 4954903"/>
                <a:gd name="connsiteY16241" fmla="*/ 1583675 h 4882701"/>
                <a:gd name="connsiteX16242" fmla="*/ 3317292 w 4954903"/>
                <a:gd name="connsiteY16242" fmla="*/ 1568481 h 4882701"/>
                <a:gd name="connsiteX16243" fmla="*/ 3309189 w 4954903"/>
                <a:gd name="connsiteY16243" fmla="*/ 1589752 h 4882701"/>
                <a:gd name="connsiteX16244" fmla="*/ 3258038 w 4954903"/>
                <a:gd name="connsiteY16244" fmla="*/ 1566455 h 4882701"/>
                <a:gd name="connsiteX16245" fmla="*/ 3249428 w 4954903"/>
                <a:gd name="connsiteY16245" fmla="*/ 1587726 h 4882701"/>
                <a:gd name="connsiteX16246" fmla="*/ 3272978 w 4954903"/>
                <a:gd name="connsiteY16246" fmla="*/ 1581649 h 4882701"/>
                <a:gd name="connsiteX16247" fmla="*/ 3258038 w 4954903"/>
                <a:gd name="connsiteY16247" fmla="*/ 1566455 h 4882701"/>
                <a:gd name="connsiteX16248" fmla="*/ 3198023 w 4954903"/>
                <a:gd name="connsiteY16248" fmla="*/ 1564176 h 4882701"/>
                <a:gd name="connsiteX16249" fmla="*/ 3189160 w 4954903"/>
                <a:gd name="connsiteY16249" fmla="*/ 1585447 h 4882701"/>
                <a:gd name="connsiteX16250" fmla="*/ 3213216 w 4954903"/>
                <a:gd name="connsiteY16250" fmla="*/ 1579370 h 4882701"/>
                <a:gd name="connsiteX16251" fmla="*/ 3198023 w 4954903"/>
                <a:gd name="connsiteY16251" fmla="*/ 1564176 h 4882701"/>
                <a:gd name="connsiteX16252" fmla="*/ 3137502 w 4954903"/>
                <a:gd name="connsiteY16252" fmla="*/ 1562150 h 4882701"/>
                <a:gd name="connsiteX16253" fmla="*/ 3128386 w 4954903"/>
                <a:gd name="connsiteY16253" fmla="*/ 1583421 h 4882701"/>
                <a:gd name="connsiteX16254" fmla="*/ 3152442 w 4954903"/>
                <a:gd name="connsiteY16254" fmla="*/ 1577344 h 4882701"/>
                <a:gd name="connsiteX16255" fmla="*/ 3137502 w 4954903"/>
                <a:gd name="connsiteY16255" fmla="*/ 1562150 h 4882701"/>
                <a:gd name="connsiteX16256" fmla="*/ 3076221 w 4954903"/>
                <a:gd name="connsiteY16256" fmla="*/ 1560125 h 4882701"/>
                <a:gd name="connsiteX16257" fmla="*/ 3066599 w 4954903"/>
                <a:gd name="connsiteY16257" fmla="*/ 1581396 h 4882701"/>
                <a:gd name="connsiteX16258" fmla="*/ 3091162 w 4954903"/>
                <a:gd name="connsiteY16258" fmla="*/ 1575318 h 4882701"/>
                <a:gd name="connsiteX16259" fmla="*/ 3076221 w 4954903"/>
                <a:gd name="connsiteY16259" fmla="*/ 1560125 h 4882701"/>
                <a:gd name="connsiteX16260" fmla="*/ 3014434 w 4954903"/>
                <a:gd name="connsiteY16260" fmla="*/ 1558099 h 4882701"/>
                <a:gd name="connsiteX16261" fmla="*/ 3004812 w 4954903"/>
                <a:gd name="connsiteY16261" fmla="*/ 1579370 h 4882701"/>
                <a:gd name="connsiteX16262" fmla="*/ 3029628 w 4954903"/>
                <a:gd name="connsiteY16262" fmla="*/ 1573039 h 4882701"/>
                <a:gd name="connsiteX16263" fmla="*/ 3014434 w 4954903"/>
                <a:gd name="connsiteY16263" fmla="*/ 1558099 h 4882701"/>
                <a:gd name="connsiteX16264" fmla="*/ 2952141 w 4954903"/>
                <a:gd name="connsiteY16264" fmla="*/ 1556326 h 4882701"/>
                <a:gd name="connsiteX16265" fmla="*/ 2942012 w 4954903"/>
                <a:gd name="connsiteY16265" fmla="*/ 1577597 h 4882701"/>
                <a:gd name="connsiteX16266" fmla="*/ 2967081 w 4954903"/>
                <a:gd name="connsiteY16266" fmla="*/ 1571266 h 4882701"/>
                <a:gd name="connsiteX16267" fmla="*/ 2952141 w 4954903"/>
                <a:gd name="connsiteY16267" fmla="*/ 1556326 h 4882701"/>
                <a:gd name="connsiteX16268" fmla="*/ 2904281 w 4954903"/>
                <a:gd name="connsiteY16268" fmla="*/ 1569241 h 4882701"/>
                <a:gd name="connsiteX16269" fmla="*/ 2889341 w 4954903"/>
                <a:gd name="connsiteY16269" fmla="*/ 1554300 h 4882701"/>
                <a:gd name="connsiteX16270" fmla="*/ 2878958 w 4954903"/>
                <a:gd name="connsiteY16270" fmla="*/ 1575571 h 4882701"/>
                <a:gd name="connsiteX16271" fmla="*/ 2904281 w 4954903"/>
                <a:gd name="connsiteY16271" fmla="*/ 1569241 h 4882701"/>
                <a:gd name="connsiteX16272" fmla="*/ 2826287 w 4954903"/>
                <a:gd name="connsiteY16272" fmla="*/ 1552781 h 4882701"/>
                <a:gd name="connsiteX16273" fmla="*/ 2814639 w 4954903"/>
                <a:gd name="connsiteY16273" fmla="*/ 1573039 h 4882701"/>
                <a:gd name="connsiteX16274" fmla="*/ 2841228 w 4954903"/>
                <a:gd name="connsiteY16274" fmla="*/ 1567721 h 4882701"/>
                <a:gd name="connsiteX16275" fmla="*/ 2826287 w 4954903"/>
                <a:gd name="connsiteY16275" fmla="*/ 1552781 h 4882701"/>
                <a:gd name="connsiteX16276" fmla="*/ 2762474 w 4954903"/>
                <a:gd name="connsiteY16276" fmla="*/ 1551008 h 4882701"/>
                <a:gd name="connsiteX16277" fmla="*/ 2750826 w 4954903"/>
                <a:gd name="connsiteY16277" fmla="*/ 1571266 h 4882701"/>
                <a:gd name="connsiteX16278" fmla="*/ 2777668 w 4954903"/>
                <a:gd name="connsiteY16278" fmla="*/ 1565949 h 4882701"/>
                <a:gd name="connsiteX16279" fmla="*/ 2762474 w 4954903"/>
                <a:gd name="connsiteY16279" fmla="*/ 1551008 h 4882701"/>
                <a:gd name="connsiteX16280" fmla="*/ 2698408 w 4954903"/>
                <a:gd name="connsiteY16280" fmla="*/ 1549489 h 4882701"/>
                <a:gd name="connsiteX16281" fmla="*/ 2686507 w 4954903"/>
                <a:gd name="connsiteY16281" fmla="*/ 1569747 h 4882701"/>
                <a:gd name="connsiteX16282" fmla="*/ 2713349 w 4954903"/>
                <a:gd name="connsiteY16282" fmla="*/ 1564429 h 4882701"/>
                <a:gd name="connsiteX16283" fmla="*/ 2698408 w 4954903"/>
                <a:gd name="connsiteY16283" fmla="*/ 1549489 h 4882701"/>
                <a:gd name="connsiteX16284" fmla="*/ 2634089 w 4954903"/>
                <a:gd name="connsiteY16284" fmla="*/ 1547970 h 4882701"/>
                <a:gd name="connsiteX16285" fmla="*/ 2621681 w 4954903"/>
                <a:gd name="connsiteY16285" fmla="*/ 1568228 h 4882701"/>
                <a:gd name="connsiteX16286" fmla="*/ 2648776 w 4954903"/>
                <a:gd name="connsiteY16286" fmla="*/ 1562910 h 4882701"/>
                <a:gd name="connsiteX16287" fmla="*/ 2634089 w 4954903"/>
                <a:gd name="connsiteY16287" fmla="*/ 1547970 h 4882701"/>
                <a:gd name="connsiteX16288" fmla="*/ 2108139 w 4954903"/>
                <a:gd name="connsiteY16288" fmla="*/ 1539107 h 4882701"/>
                <a:gd name="connsiteX16289" fmla="*/ 2093705 w 4954903"/>
                <a:gd name="connsiteY16289" fmla="*/ 1559365 h 4882701"/>
                <a:gd name="connsiteX16290" fmla="*/ 2122066 w 4954903"/>
                <a:gd name="connsiteY16290" fmla="*/ 1553794 h 4882701"/>
                <a:gd name="connsiteX16291" fmla="*/ 2108139 w 4954903"/>
                <a:gd name="connsiteY16291" fmla="*/ 1539107 h 4882701"/>
                <a:gd name="connsiteX16292" fmla="*/ 1610550 w 4954903"/>
                <a:gd name="connsiteY16292" fmla="*/ 1551262 h 4882701"/>
                <a:gd name="connsiteX16293" fmla="*/ 1598901 w 4954903"/>
                <a:gd name="connsiteY16293" fmla="*/ 1536828 h 4882701"/>
                <a:gd name="connsiteX16294" fmla="*/ 1584468 w 4954903"/>
                <a:gd name="connsiteY16294" fmla="*/ 1557339 h 4882701"/>
                <a:gd name="connsiteX16295" fmla="*/ 1610550 w 4954903"/>
                <a:gd name="connsiteY16295" fmla="*/ 1551262 h 4882701"/>
                <a:gd name="connsiteX16296" fmla="*/ 1539393 w 4954903"/>
                <a:gd name="connsiteY16296" fmla="*/ 1536828 h 4882701"/>
                <a:gd name="connsiteX16297" fmla="*/ 1524960 w 4954903"/>
                <a:gd name="connsiteY16297" fmla="*/ 1557339 h 4882701"/>
                <a:gd name="connsiteX16298" fmla="*/ 1550535 w 4954903"/>
                <a:gd name="connsiteY16298" fmla="*/ 1551262 h 4882701"/>
                <a:gd name="connsiteX16299" fmla="*/ 1539393 w 4954903"/>
                <a:gd name="connsiteY16299" fmla="*/ 1536828 h 4882701"/>
                <a:gd name="connsiteX16300" fmla="*/ 1480645 w 4954903"/>
                <a:gd name="connsiteY16300" fmla="*/ 1537081 h 4882701"/>
                <a:gd name="connsiteX16301" fmla="*/ 1465958 w 4954903"/>
                <a:gd name="connsiteY16301" fmla="*/ 1557592 h 4882701"/>
                <a:gd name="connsiteX16302" fmla="*/ 1491534 w 4954903"/>
                <a:gd name="connsiteY16302" fmla="*/ 1551515 h 4882701"/>
                <a:gd name="connsiteX16303" fmla="*/ 1480645 w 4954903"/>
                <a:gd name="connsiteY16303" fmla="*/ 1537081 h 4882701"/>
                <a:gd name="connsiteX16304" fmla="*/ 178051 w 4954903"/>
                <a:gd name="connsiteY16304" fmla="*/ 1624444 h 4882701"/>
                <a:gd name="connsiteX16305" fmla="*/ 185395 w 4954903"/>
                <a:gd name="connsiteY16305" fmla="*/ 1612289 h 4882701"/>
                <a:gd name="connsiteX16306" fmla="*/ 187927 w 4954903"/>
                <a:gd name="connsiteY16306" fmla="*/ 1598362 h 4882701"/>
                <a:gd name="connsiteX16307" fmla="*/ 178051 w 4954903"/>
                <a:gd name="connsiteY16307" fmla="*/ 1624444 h 4882701"/>
                <a:gd name="connsiteX16308" fmla="*/ 174253 w 4954903"/>
                <a:gd name="connsiteY16308" fmla="*/ 1615328 h 4882701"/>
                <a:gd name="connsiteX16309" fmla="*/ 177291 w 4954903"/>
                <a:gd name="connsiteY16309" fmla="*/ 1601400 h 4882701"/>
                <a:gd name="connsiteX16310" fmla="*/ 167416 w 4954903"/>
                <a:gd name="connsiteY16310" fmla="*/ 1627736 h 4882701"/>
                <a:gd name="connsiteX16311" fmla="*/ 174253 w 4954903"/>
                <a:gd name="connsiteY16311" fmla="*/ 1615328 h 4882701"/>
                <a:gd name="connsiteX16312" fmla="*/ 168682 w 4954903"/>
                <a:gd name="connsiteY16312" fmla="*/ 1604439 h 4882701"/>
                <a:gd name="connsiteX16313" fmla="*/ 168682 w 4954903"/>
                <a:gd name="connsiteY16313" fmla="*/ 1604439 h 4882701"/>
                <a:gd name="connsiteX16314" fmla="*/ 158806 w 4954903"/>
                <a:gd name="connsiteY16314" fmla="*/ 1631028 h 4882701"/>
                <a:gd name="connsiteX16315" fmla="*/ 165137 w 4954903"/>
                <a:gd name="connsiteY16315" fmla="*/ 1618366 h 4882701"/>
                <a:gd name="connsiteX16316" fmla="*/ 168682 w 4954903"/>
                <a:gd name="connsiteY16316" fmla="*/ 1604439 h 4882701"/>
                <a:gd name="connsiteX16317" fmla="*/ 151716 w 4954903"/>
                <a:gd name="connsiteY16317" fmla="*/ 1634066 h 4882701"/>
                <a:gd name="connsiteX16318" fmla="*/ 157540 w 4954903"/>
                <a:gd name="connsiteY16318" fmla="*/ 1621405 h 4882701"/>
                <a:gd name="connsiteX16319" fmla="*/ 161591 w 4954903"/>
                <a:gd name="connsiteY16319" fmla="*/ 1607478 h 4882701"/>
                <a:gd name="connsiteX16320" fmla="*/ 161338 w 4954903"/>
                <a:gd name="connsiteY16320" fmla="*/ 1607225 h 4882701"/>
                <a:gd name="connsiteX16321" fmla="*/ 151716 w 4954903"/>
                <a:gd name="connsiteY16321" fmla="*/ 1634066 h 4882701"/>
                <a:gd name="connsiteX16322" fmla="*/ 151716 w 4954903"/>
                <a:gd name="connsiteY16322" fmla="*/ 1634066 h 4882701"/>
                <a:gd name="connsiteX16323" fmla="*/ 146398 w 4954903"/>
                <a:gd name="connsiteY16323" fmla="*/ 1637105 h 4882701"/>
                <a:gd name="connsiteX16324" fmla="*/ 151716 w 4954903"/>
                <a:gd name="connsiteY16324" fmla="*/ 1624444 h 4882701"/>
                <a:gd name="connsiteX16325" fmla="*/ 156020 w 4954903"/>
                <a:gd name="connsiteY16325" fmla="*/ 1610516 h 4882701"/>
                <a:gd name="connsiteX16326" fmla="*/ 156020 w 4954903"/>
                <a:gd name="connsiteY16326" fmla="*/ 1610263 h 4882701"/>
                <a:gd name="connsiteX16327" fmla="*/ 146398 w 4954903"/>
                <a:gd name="connsiteY16327" fmla="*/ 1637105 h 4882701"/>
                <a:gd name="connsiteX16328" fmla="*/ 146398 w 4954903"/>
                <a:gd name="connsiteY16328" fmla="*/ 1637105 h 4882701"/>
                <a:gd name="connsiteX16329" fmla="*/ 147664 w 4954903"/>
                <a:gd name="connsiteY16329" fmla="*/ 1627736 h 4882701"/>
                <a:gd name="connsiteX16330" fmla="*/ 152475 w 4954903"/>
                <a:gd name="connsiteY16330" fmla="*/ 1613808 h 4882701"/>
                <a:gd name="connsiteX16331" fmla="*/ 142853 w 4954903"/>
                <a:gd name="connsiteY16331" fmla="*/ 1640397 h 4882701"/>
                <a:gd name="connsiteX16332" fmla="*/ 147664 w 4954903"/>
                <a:gd name="connsiteY16332" fmla="*/ 1627736 h 4882701"/>
                <a:gd name="connsiteX16333" fmla="*/ 145638 w 4954903"/>
                <a:gd name="connsiteY16333" fmla="*/ 1631028 h 4882701"/>
                <a:gd name="connsiteX16334" fmla="*/ 142599 w 4954903"/>
                <a:gd name="connsiteY16334" fmla="*/ 1639131 h 4882701"/>
                <a:gd name="connsiteX16335" fmla="*/ 148930 w 4954903"/>
                <a:gd name="connsiteY16335" fmla="*/ 1621658 h 4882701"/>
                <a:gd name="connsiteX16336" fmla="*/ 145638 w 4954903"/>
                <a:gd name="connsiteY16336" fmla="*/ 1631028 h 4882701"/>
                <a:gd name="connsiteX16337" fmla="*/ 4818668 w 4954903"/>
                <a:gd name="connsiteY16337" fmla="*/ 1663187 h 4882701"/>
                <a:gd name="connsiteX16338" fmla="*/ 4813098 w 4954903"/>
                <a:gd name="connsiteY16338" fmla="*/ 1647741 h 4882701"/>
                <a:gd name="connsiteX16339" fmla="*/ 4822467 w 4954903"/>
                <a:gd name="connsiteY16339" fmla="*/ 1674329 h 4882701"/>
                <a:gd name="connsiteX16340" fmla="*/ 4818668 w 4954903"/>
                <a:gd name="connsiteY16340" fmla="*/ 1663187 h 4882701"/>
                <a:gd name="connsiteX16341" fmla="*/ 4815883 w 4954903"/>
                <a:gd name="connsiteY16341" fmla="*/ 1659642 h 4882701"/>
                <a:gd name="connsiteX16342" fmla="*/ 4809806 w 4954903"/>
                <a:gd name="connsiteY16342" fmla="*/ 1644196 h 4882701"/>
                <a:gd name="connsiteX16343" fmla="*/ 4809806 w 4954903"/>
                <a:gd name="connsiteY16343" fmla="*/ 1644196 h 4882701"/>
                <a:gd name="connsiteX16344" fmla="*/ 4819175 w 4954903"/>
                <a:gd name="connsiteY16344" fmla="*/ 1670784 h 4882701"/>
                <a:gd name="connsiteX16345" fmla="*/ 4815883 w 4954903"/>
                <a:gd name="connsiteY16345" fmla="*/ 1659642 h 4882701"/>
                <a:gd name="connsiteX16346" fmla="*/ 4811325 w 4954903"/>
                <a:gd name="connsiteY16346" fmla="*/ 1656350 h 4882701"/>
                <a:gd name="connsiteX16347" fmla="*/ 4804994 w 4954903"/>
                <a:gd name="connsiteY16347" fmla="*/ 1640904 h 4882701"/>
                <a:gd name="connsiteX16348" fmla="*/ 4804994 w 4954903"/>
                <a:gd name="connsiteY16348" fmla="*/ 1640904 h 4882701"/>
                <a:gd name="connsiteX16349" fmla="*/ 4814364 w 4954903"/>
                <a:gd name="connsiteY16349" fmla="*/ 1667492 h 4882701"/>
                <a:gd name="connsiteX16350" fmla="*/ 4811325 w 4954903"/>
                <a:gd name="connsiteY16350" fmla="*/ 1656350 h 4882701"/>
                <a:gd name="connsiteX16351" fmla="*/ 4778659 w 4954903"/>
                <a:gd name="connsiteY16351" fmla="*/ 1630268 h 4882701"/>
                <a:gd name="connsiteX16352" fmla="*/ 4778406 w 4954903"/>
                <a:gd name="connsiteY16352" fmla="*/ 1630268 h 4882701"/>
                <a:gd name="connsiteX16353" fmla="*/ 4787775 w 4954903"/>
                <a:gd name="connsiteY16353" fmla="*/ 1656857 h 4882701"/>
                <a:gd name="connsiteX16354" fmla="*/ 4786256 w 4954903"/>
                <a:gd name="connsiteY16354" fmla="*/ 1645715 h 4882701"/>
                <a:gd name="connsiteX16355" fmla="*/ 4778659 w 4954903"/>
                <a:gd name="connsiteY16355" fmla="*/ 1630268 h 4882701"/>
                <a:gd name="connsiteX16356" fmla="*/ 4765998 w 4954903"/>
                <a:gd name="connsiteY16356" fmla="*/ 1626723 h 4882701"/>
                <a:gd name="connsiteX16357" fmla="*/ 4765744 w 4954903"/>
                <a:gd name="connsiteY16357" fmla="*/ 1626723 h 4882701"/>
                <a:gd name="connsiteX16358" fmla="*/ 4774607 w 4954903"/>
                <a:gd name="connsiteY16358" fmla="*/ 1653058 h 4882701"/>
                <a:gd name="connsiteX16359" fmla="*/ 4773848 w 4954903"/>
                <a:gd name="connsiteY16359" fmla="*/ 1641916 h 4882701"/>
                <a:gd name="connsiteX16360" fmla="*/ 4765998 w 4954903"/>
                <a:gd name="connsiteY16360" fmla="*/ 1626723 h 4882701"/>
                <a:gd name="connsiteX16361" fmla="*/ 4751817 w 4954903"/>
                <a:gd name="connsiteY16361" fmla="*/ 1623178 h 4882701"/>
                <a:gd name="connsiteX16362" fmla="*/ 4751564 w 4954903"/>
                <a:gd name="connsiteY16362" fmla="*/ 1623178 h 4882701"/>
                <a:gd name="connsiteX16363" fmla="*/ 4760427 w 4954903"/>
                <a:gd name="connsiteY16363" fmla="*/ 1649513 h 4882701"/>
                <a:gd name="connsiteX16364" fmla="*/ 4760173 w 4954903"/>
                <a:gd name="connsiteY16364" fmla="*/ 1638625 h 4882701"/>
                <a:gd name="connsiteX16365" fmla="*/ 4751817 w 4954903"/>
                <a:gd name="connsiteY16365" fmla="*/ 1623178 h 4882701"/>
                <a:gd name="connsiteX16366" fmla="*/ 4735610 w 4954903"/>
                <a:gd name="connsiteY16366" fmla="*/ 1619633 h 4882701"/>
                <a:gd name="connsiteX16367" fmla="*/ 4735357 w 4954903"/>
                <a:gd name="connsiteY16367" fmla="*/ 1619633 h 4882701"/>
                <a:gd name="connsiteX16368" fmla="*/ 4744220 w 4954903"/>
                <a:gd name="connsiteY16368" fmla="*/ 1645968 h 4882701"/>
                <a:gd name="connsiteX16369" fmla="*/ 4744473 w 4954903"/>
                <a:gd name="connsiteY16369" fmla="*/ 1635079 h 4882701"/>
                <a:gd name="connsiteX16370" fmla="*/ 4735610 w 4954903"/>
                <a:gd name="connsiteY16370" fmla="*/ 1619633 h 4882701"/>
                <a:gd name="connsiteX16371" fmla="*/ 4717885 w 4954903"/>
                <a:gd name="connsiteY16371" fmla="*/ 1616087 h 4882701"/>
                <a:gd name="connsiteX16372" fmla="*/ 4717125 w 4954903"/>
                <a:gd name="connsiteY16372" fmla="*/ 1616087 h 4882701"/>
                <a:gd name="connsiteX16373" fmla="*/ 4726241 w 4954903"/>
                <a:gd name="connsiteY16373" fmla="*/ 1642423 h 4882701"/>
                <a:gd name="connsiteX16374" fmla="*/ 4727001 w 4954903"/>
                <a:gd name="connsiteY16374" fmla="*/ 1631534 h 4882701"/>
                <a:gd name="connsiteX16375" fmla="*/ 4717885 w 4954903"/>
                <a:gd name="connsiteY16375" fmla="*/ 1616087 h 4882701"/>
                <a:gd name="connsiteX16376" fmla="*/ 4698386 w 4954903"/>
                <a:gd name="connsiteY16376" fmla="*/ 1612542 h 4882701"/>
                <a:gd name="connsiteX16377" fmla="*/ 4697880 w 4954903"/>
                <a:gd name="connsiteY16377" fmla="*/ 1612542 h 4882701"/>
                <a:gd name="connsiteX16378" fmla="*/ 4705983 w 4954903"/>
                <a:gd name="connsiteY16378" fmla="*/ 1638625 h 4882701"/>
                <a:gd name="connsiteX16379" fmla="*/ 4707756 w 4954903"/>
                <a:gd name="connsiteY16379" fmla="*/ 1627989 h 4882701"/>
                <a:gd name="connsiteX16380" fmla="*/ 4698386 w 4954903"/>
                <a:gd name="connsiteY16380" fmla="*/ 1612542 h 4882701"/>
                <a:gd name="connsiteX16381" fmla="*/ 4684965 w 4954903"/>
                <a:gd name="connsiteY16381" fmla="*/ 1634826 h 4882701"/>
                <a:gd name="connsiteX16382" fmla="*/ 4687245 w 4954903"/>
                <a:gd name="connsiteY16382" fmla="*/ 1624191 h 4882701"/>
                <a:gd name="connsiteX16383" fmla="*/ 4677622 w 4954903"/>
                <a:gd name="connsiteY16383" fmla="*/ 1608997 h 4882701"/>
                <a:gd name="connsiteX16384" fmla="*/ 4677115 w 4954903"/>
                <a:gd name="connsiteY16384" fmla="*/ 1608997 h 4882701"/>
                <a:gd name="connsiteX16385" fmla="*/ 4684965 w 4954903"/>
                <a:gd name="connsiteY16385" fmla="*/ 1634826 h 4882701"/>
                <a:gd name="connsiteX16386" fmla="*/ 4653565 w 4954903"/>
                <a:gd name="connsiteY16386" fmla="*/ 1605452 h 4882701"/>
                <a:gd name="connsiteX16387" fmla="*/ 4661922 w 4954903"/>
                <a:gd name="connsiteY16387" fmla="*/ 1631281 h 4882701"/>
                <a:gd name="connsiteX16388" fmla="*/ 4664454 w 4954903"/>
                <a:gd name="connsiteY16388" fmla="*/ 1620646 h 4882701"/>
                <a:gd name="connsiteX16389" fmla="*/ 4654325 w 4954903"/>
                <a:gd name="connsiteY16389" fmla="*/ 1605452 h 4882701"/>
                <a:gd name="connsiteX16390" fmla="*/ 4653565 w 4954903"/>
                <a:gd name="connsiteY16390" fmla="*/ 1605452 h 4882701"/>
                <a:gd name="connsiteX16391" fmla="*/ 4629256 w 4954903"/>
                <a:gd name="connsiteY16391" fmla="*/ 1601907 h 4882701"/>
                <a:gd name="connsiteX16392" fmla="*/ 4637612 w 4954903"/>
                <a:gd name="connsiteY16392" fmla="*/ 1627736 h 4882701"/>
                <a:gd name="connsiteX16393" fmla="*/ 4640904 w 4954903"/>
                <a:gd name="connsiteY16393" fmla="*/ 1617100 h 4882701"/>
                <a:gd name="connsiteX16394" fmla="*/ 4630522 w 4954903"/>
                <a:gd name="connsiteY16394" fmla="*/ 1601907 h 4882701"/>
                <a:gd name="connsiteX16395" fmla="*/ 4629256 w 4954903"/>
                <a:gd name="connsiteY16395" fmla="*/ 1601907 h 4882701"/>
                <a:gd name="connsiteX16396" fmla="*/ 4604440 w 4954903"/>
                <a:gd name="connsiteY16396" fmla="*/ 1598362 h 4882701"/>
                <a:gd name="connsiteX16397" fmla="*/ 4603173 w 4954903"/>
                <a:gd name="connsiteY16397" fmla="*/ 1598362 h 4882701"/>
                <a:gd name="connsiteX16398" fmla="*/ 4611277 w 4954903"/>
                <a:gd name="connsiteY16398" fmla="*/ 1624191 h 4882701"/>
                <a:gd name="connsiteX16399" fmla="*/ 4614822 w 4954903"/>
                <a:gd name="connsiteY16399" fmla="*/ 1613555 h 4882701"/>
                <a:gd name="connsiteX16400" fmla="*/ 4604440 w 4954903"/>
                <a:gd name="connsiteY16400" fmla="*/ 1598362 h 4882701"/>
                <a:gd name="connsiteX16401" fmla="*/ 4577091 w 4954903"/>
                <a:gd name="connsiteY16401" fmla="*/ 1594816 h 4882701"/>
                <a:gd name="connsiteX16402" fmla="*/ 4575825 w 4954903"/>
                <a:gd name="connsiteY16402" fmla="*/ 1594816 h 4882701"/>
                <a:gd name="connsiteX16403" fmla="*/ 4583169 w 4954903"/>
                <a:gd name="connsiteY16403" fmla="*/ 1620139 h 4882701"/>
                <a:gd name="connsiteX16404" fmla="*/ 4587980 w 4954903"/>
                <a:gd name="connsiteY16404" fmla="*/ 1609757 h 4882701"/>
                <a:gd name="connsiteX16405" fmla="*/ 4587980 w 4954903"/>
                <a:gd name="connsiteY16405" fmla="*/ 1609757 h 4882701"/>
                <a:gd name="connsiteX16406" fmla="*/ 4577091 w 4954903"/>
                <a:gd name="connsiteY16406" fmla="*/ 1594816 h 4882701"/>
                <a:gd name="connsiteX16407" fmla="*/ 4546957 w 4954903"/>
                <a:gd name="connsiteY16407" fmla="*/ 1591525 h 4882701"/>
                <a:gd name="connsiteX16408" fmla="*/ 4554047 w 4954903"/>
                <a:gd name="connsiteY16408" fmla="*/ 1616847 h 4882701"/>
                <a:gd name="connsiteX16409" fmla="*/ 4559365 w 4954903"/>
                <a:gd name="connsiteY16409" fmla="*/ 1606465 h 4882701"/>
                <a:gd name="connsiteX16410" fmla="*/ 4548223 w 4954903"/>
                <a:gd name="connsiteY16410" fmla="*/ 1591271 h 4882701"/>
                <a:gd name="connsiteX16411" fmla="*/ 4546957 w 4954903"/>
                <a:gd name="connsiteY16411" fmla="*/ 1591525 h 4882701"/>
                <a:gd name="connsiteX16412" fmla="*/ 4517836 w 4954903"/>
                <a:gd name="connsiteY16412" fmla="*/ 1587979 h 4882701"/>
                <a:gd name="connsiteX16413" fmla="*/ 4516570 w 4954903"/>
                <a:gd name="connsiteY16413" fmla="*/ 1587979 h 4882701"/>
                <a:gd name="connsiteX16414" fmla="*/ 4523660 w 4954903"/>
                <a:gd name="connsiteY16414" fmla="*/ 1613302 h 4882701"/>
                <a:gd name="connsiteX16415" fmla="*/ 4529485 w 4954903"/>
                <a:gd name="connsiteY16415" fmla="*/ 1602920 h 4882701"/>
                <a:gd name="connsiteX16416" fmla="*/ 4517836 w 4954903"/>
                <a:gd name="connsiteY16416" fmla="*/ 1587979 h 4882701"/>
                <a:gd name="connsiteX16417" fmla="*/ 4497831 w 4954903"/>
                <a:gd name="connsiteY16417" fmla="*/ 1599881 h 4882701"/>
                <a:gd name="connsiteX16418" fmla="*/ 4486183 w 4954903"/>
                <a:gd name="connsiteY16418" fmla="*/ 1584688 h 4882701"/>
                <a:gd name="connsiteX16419" fmla="*/ 4484664 w 4954903"/>
                <a:gd name="connsiteY16419" fmla="*/ 1584688 h 4882701"/>
                <a:gd name="connsiteX16420" fmla="*/ 4491501 w 4954903"/>
                <a:gd name="connsiteY16420" fmla="*/ 1610010 h 4882701"/>
                <a:gd name="connsiteX16421" fmla="*/ 4497831 w 4954903"/>
                <a:gd name="connsiteY16421" fmla="*/ 1599881 h 4882701"/>
                <a:gd name="connsiteX16422" fmla="*/ 4453011 w 4954903"/>
                <a:gd name="connsiteY16422" fmla="*/ 1581142 h 4882701"/>
                <a:gd name="connsiteX16423" fmla="*/ 4451491 w 4954903"/>
                <a:gd name="connsiteY16423" fmla="*/ 1581142 h 4882701"/>
                <a:gd name="connsiteX16424" fmla="*/ 4457315 w 4954903"/>
                <a:gd name="connsiteY16424" fmla="*/ 1605958 h 4882701"/>
                <a:gd name="connsiteX16425" fmla="*/ 4464912 w 4954903"/>
                <a:gd name="connsiteY16425" fmla="*/ 1596083 h 4882701"/>
                <a:gd name="connsiteX16426" fmla="*/ 4453011 w 4954903"/>
                <a:gd name="connsiteY16426" fmla="*/ 1581142 h 4882701"/>
                <a:gd name="connsiteX16427" fmla="*/ 4418318 w 4954903"/>
                <a:gd name="connsiteY16427" fmla="*/ 1577850 h 4882701"/>
                <a:gd name="connsiteX16428" fmla="*/ 4416799 w 4954903"/>
                <a:gd name="connsiteY16428" fmla="*/ 1577850 h 4882701"/>
                <a:gd name="connsiteX16429" fmla="*/ 4422370 w 4954903"/>
                <a:gd name="connsiteY16429" fmla="*/ 1602667 h 4882701"/>
                <a:gd name="connsiteX16430" fmla="*/ 4430473 w 4954903"/>
                <a:gd name="connsiteY16430" fmla="*/ 1592791 h 4882701"/>
                <a:gd name="connsiteX16431" fmla="*/ 4418318 w 4954903"/>
                <a:gd name="connsiteY16431" fmla="*/ 1577850 h 4882701"/>
                <a:gd name="connsiteX16432" fmla="*/ 4382614 w 4954903"/>
                <a:gd name="connsiteY16432" fmla="*/ 1574558 h 4882701"/>
                <a:gd name="connsiteX16433" fmla="*/ 4381094 w 4954903"/>
                <a:gd name="connsiteY16433" fmla="*/ 1574558 h 4882701"/>
                <a:gd name="connsiteX16434" fmla="*/ 4386665 w 4954903"/>
                <a:gd name="connsiteY16434" fmla="*/ 1599375 h 4882701"/>
                <a:gd name="connsiteX16435" fmla="*/ 4395275 w 4954903"/>
                <a:gd name="connsiteY16435" fmla="*/ 1589499 h 4882701"/>
                <a:gd name="connsiteX16436" fmla="*/ 4382614 w 4954903"/>
                <a:gd name="connsiteY16436" fmla="*/ 1574558 h 4882701"/>
                <a:gd name="connsiteX16437" fmla="*/ 4358051 w 4954903"/>
                <a:gd name="connsiteY16437" fmla="*/ 1586460 h 4882701"/>
                <a:gd name="connsiteX16438" fmla="*/ 4345390 w 4954903"/>
                <a:gd name="connsiteY16438" fmla="*/ 1571266 h 4882701"/>
                <a:gd name="connsiteX16439" fmla="*/ 4343617 w 4954903"/>
                <a:gd name="connsiteY16439" fmla="*/ 1571266 h 4882701"/>
                <a:gd name="connsiteX16440" fmla="*/ 4348935 w 4954903"/>
                <a:gd name="connsiteY16440" fmla="*/ 1596083 h 4882701"/>
                <a:gd name="connsiteX16441" fmla="*/ 4358051 w 4954903"/>
                <a:gd name="connsiteY16441" fmla="*/ 1586460 h 4882701"/>
                <a:gd name="connsiteX16442" fmla="*/ 4319814 w 4954903"/>
                <a:gd name="connsiteY16442" fmla="*/ 1583168 h 4882701"/>
                <a:gd name="connsiteX16443" fmla="*/ 4306899 w 4954903"/>
                <a:gd name="connsiteY16443" fmla="*/ 1567975 h 4882701"/>
                <a:gd name="connsiteX16444" fmla="*/ 4305126 w 4954903"/>
                <a:gd name="connsiteY16444" fmla="*/ 1567975 h 4882701"/>
                <a:gd name="connsiteX16445" fmla="*/ 4310191 w 4954903"/>
                <a:gd name="connsiteY16445" fmla="*/ 1592791 h 4882701"/>
                <a:gd name="connsiteX16446" fmla="*/ 4319814 w 4954903"/>
                <a:gd name="connsiteY16446" fmla="*/ 1583168 h 4882701"/>
                <a:gd name="connsiteX16447" fmla="*/ 4280057 w 4954903"/>
                <a:gd name="connsiteY16447" fmla="*/ 1579876 h 4882701"/>
                <a:gd name="connsiteX16448" fmla="*/ 4266889 w 4954903"/>
                <a:gd name="connsiteY16448" fmla="*/ 1564683 h 4882701"/>
                <a:gd name="connsiteX16449" fmla="*/ 4265117 w 4954903"/>
                <a:gd name="connsiteY16449" fmla="*/ 1564683 h 4882701"/>
                <a:gd name="connsiteX16450" fmla="*/ 4268915 w 4954903"/>
                <a:gd name="connsiteY16450" fmla="*/ 1588739 h 4882701"/>
                <a:gd name="connsiteX16451" fmla="*/ 4280057 w 4954903"/>
                <a:gd name="connsiteY16451" fmla="*/ 1579876 h 4882701"/>
                <a:gd name="connsiteX16452" fmla="*/ 4239288 w 4954903"/>
                <a:gd name="connsiteY16452" fmla="*/ 1576584 h 4882701"/>
                <a:gd name="connsiteX16453" fmla="*/ 4226120 w 4954903"/>
                <a:gd name="connsiteY16453" fmla="*/ 1561391 h 4882701"/>
                <a:gd name="connsiteX16454" fmla="*/ 4224348 w 4954903"/>
                <a:gd name="connsiteY16454" fmla="*/ 1561391 h 4882701"/>
                <a:gd name="connsiteX16455" fmla="*/ 4227893 w 4954903"/>
                <a:gd name="connsiteY16455" fmla="*/ 1585447 h 4882701"/>
                <a:gd name="connsiteX16456" fmla="*/ 4239288 w 4954903"/>
                <a:gd name="connsiteY16456" fmla="*/ 1576584 h 4882701"/>
                <a:gd name="connsiteX16457" fmla="*/ 4197252 w 4954903"/>
                <a:gd name="connsiteY16457" fmla="*/ 1573292 h 4882701"/>
                <a:gd name="connsiteX16458" fmla="*/ 4183831 w 4954903"/>
                <a:gd name="connsiteY16458" fmla="*/ 1558099 h 4882701"/>
                <a:gd name="connsiteX16459" fmla="*/ 4181805 w 4954903"/>
                <a:gd name="connsiteY16459" fmla="*/ 1558099 h 4882701"/>
                <a:gd name="connsiteX16460" fmla="*/ 4185097 w 4954903"/>
                <a:gd name="connsiteY16460" fmla="*/ 1582155 h 4882701"/>
                <a:gd name="connsiteX16461" fmla="*/ 4197252 w 4954903"/>
                <a:gd name="connsiteY16461" fmla="*/ 1573292 h 4882701"/>
                <a:gd name="connsiteX16462" fmla="*/ 4154204 w 4954903"/>
                <a:gd name="connsiteY16462" fmla="*/ 1570254 h 4882701"/>
                <a:gd name="connsiteX16463" fmla="*/ 4140529 w 4954903"/>
                <a:gd name="connsiteY16463" fmla="*/ 1555313 h 4882701"/>
                <a:gd name="connsiteX16464" fmla="*/ 4138504 w 4954903"/>
                <a:gd name="connsiteY16464" fmla="*/ 1555313 h 4882701"/>
                <a:gd name="connsiteX16465" fmla="*/ 4141543 w 4954903"/>
                <a:gd name="connsiteY16465" fmla="*/ 1579370 h 4882701"/>
                <a:gd name="connsiteX16466" fmla="*/ 4154204 w 4954903"/>
                <a:gd name="connsiteY16466" fmla="*/ 1570254 h 4882701"/>
                <a:gd name="connsiteX16467" fmla="*/ 4109636 w 4954903"/>
                <a:gd name="connsiteY16467" fmla="*/ 1567215 h 4882701"/>
                <a:gd name="connsiteX16468" fmla="*/ 4095962 w 4954903"/>
                <a:gd name="connsiteY16468" fmla="*/ 1552275 h 4882701"/>
                <a:gd name="connsiteX16469" fmla="*/ 4094949 w 4954903"/>
                <a:gd name="connsiteY16469" fmla="*/ 1552275 h 4882701"/>
                <a:gd name="connsiteX16470" fmla="*/ 4095962 w 4954903"/>
                <a:gd name="connsiteY16470" fmla="*/ 1575825 h 4882701"/>
                <a:gd name="connsiteX16471" fmla="*/ 4109636 w 4954903"/>
                <a:gd name="connsiteY16471" fmla="*/ 1567215 h 4882701"/>
                <a:gd name="connsiteX16472" fmla="*/ 4064309 w 4954903"/>
                <a:gd name="connsiteY16472" fmla="*/ 1564176 h 4882701"/>
                <a:gd name="connsiteX16473" fmla="*/ 4050381 w 4954903"/>
                <a:gd name="connsiteY16473" fmla="*/ 1549236 h 4882701"/>
                <a:gd name="connsiteX16474" fmla="*/ 4048355 w 4954903"/>
                <a:gd name="connsiteY16474" fmla="*/ 1549236 h 4882701"/>
                <a:gd name="connsiteX16475" fmla="*/ 4049875 w 4954903"/>
                <a:gd name="connsiteY16475" fmla="*/ 1572533 h 4882701"/>
                <a:gd name="connsiteX16476" fmla="*/ 4064309 w 4954903"/>
                <a:gd name="connsiteY16476" fmla="*/ 1564176 h 4882701"/>
                <a:gd name="connsiteX16477" fmla="*/ 4017715 w 4954903"/>
                <a:gd name="connsiteY16477" fmla="*/ 1561137 h 4882701"/>
                <a:gd name="connsiteX16478" fmla="*/ 4003788 w 4954903"/>
                <a:gd name="connsiteY16478" fmla="*/ 1546197 h 4882701"/>
                <a:gd name="connsiteX16479" fmla="*/ 4001762 w 4954903"/>
                <a:gd name="connsiteY16479" fmla="*/ 1546197 h 4882701"/>
                <a:gd name="connsiteX16480" fmla="*/ 4003028 w 4954903"/>
                <a:gd name="connsiteY16480" fmla="*/ 1569494 h 4882701"/>
                <a:gd name="connsiteX16481" fmla="*/ 4017715 w 4954903"/>
                <a:gd name="connsiteY16481" fmla="*/ 1561137 h 4882701"/>
                <a:gd name="connsiteX16482" fmla="*/ 3970109 w 4954903"/>
                <a:gd name="connsiteY16482" fmla="*/ 1558099 h 4882701"/>
                <a:gd name="connsiteX16483" fmla="*/ 3955928 w 4954903"/>
                <a:gd name="connsiteY16483" fmla="*/ 1543158 h 4882701"/>
                <a:gd name="connsiteX16484" fmla="*/ 3953649 w 4954903"/>
                <a:gd name="connsiteY16484" fmla="*/ 1543412 h 4882701"/>
                <a:gd name="connsiteX16485" fmla="*/ 3954662 w 4954903"/>
                <a:gd name="connsiteY16485" fmla="*/ 1566708 h 4882701"/>
                <a:gd name="connsiteX16486" fmla="*/ 3970109 w 4954903"/>
                <a:gd name="connsiteY16486" fmla="*/ 1558099 h 4882701"/>
                <a:gd name="connsiteX16487" fmla="*/ 3921236 w 4954903"/>
                <a:gd name="connsiteY16487" fmla="*/ 1555060 h 4882701"/>
                <a:gd name="connsiteX16488" fmla="*/ 3907055 w 4954903"/>
                <a:gd name="connsiteY16488" fmla="*/ 1540120 h 4882701"/>
                <a:gd name="connsiteX16489" fmla="*/ 3904776 w 4954903"/>
                <a:gd name="connsiteY16489" fmla="*/ 1540373 h 4882701"/>
                <a:gd name="connsiteX16490" fmla="*/ 3905536 w 4954903"/>
                <a:gd name="connsiteY16490" fmla="*/ 1563670 h 4882701"/>
                <a:gd name="connsiteX16491" fmla="*/ 3921236 w 4954903"/>
                <a:gd name="connsiteY16491" fmla="*/ 1555060 h 4882701"/>
                <a:gd name="connsiteX16492" fmla="*/ 3871604 w 4954903"/>
                <a:gd name="connsiteY16492" fmla="*/ 1552275 h 4882701"/>
                <a:gd name="connsiteX16493" fmla="*/ 3857423 w 4954903"/>
                <a:gd name="connsiteY16493" fmla="*/ 1537334 h 4882701"/>
                <a:gd name="connsiteX16494" fmla="*/ 3856157 w 4954903"/>
                <a:gd name="connsiteY16494" fmla="*/ 1537334 h 4882701"/>
                <a:gd name="connsiteX16495" fmla="*/ 3854638 w 4954903"/>
                <a:gd name="connsiteY16495" fmla="*/ 1560125 h 4882701"/>
                <a:gd name="connsiteX16496" fmla="*/ 3871604 w 4954903"/>
                <a:gd name="connsiteY16496" fmla="*/ 1552275 h 4882701"/>
                <a:gd name="connsiteX16497" fmla="*/ 3820959 w 4954903"/>
                <a:gd name="connsiteY16497" fmla="*/ 1549489 h 4882701"/>
                <a:gd name="connsiteX16498" fmla="*/ 3806525 w 4954903"/>
                <a:gd name="connsiteY16498" fmla="*/ 1534549 h 4882701"/>
                <a:gd name="connsiteX16499" fmla="*/ 3805259 w 4954903"/>
                <a:gd name="connsiteY16499" fmla="*/ 1534549 h 4882701"/>
                <a:gd name="connsiteX16500" fmla="*/ 3803486 w 4954903"/>
                <a:gd name="connsiteY16500" fmla="*/ 1557339 h 4882701"/>
                <a:gd name="connsiteX16501" fmla="*/ 3820959 w 4954903"/>
                <a:gd name="connsiteY16501" fmla="*/ 1549489 h 4882701"/>
                <a:gd name="connsiteX16502" fmla="*/ 3769554 w 4954903"/>
                <a:gd name="connsiteY16502" fmla="*/ 1546704 h 4882701"/>
                <a:gd name="connsiteX16503" fmla="*/ 3754867 w 4954903"/>
                <a:gd name="connsiteY16503" fmla="*/ 1531763 h 4882701"/>
                <a:gd name="connsiteX16504" fmla="*/ 3753600 w 4954903"/>
                <a:gd name="connsiteY16504" fmla="*/ 1531763 h 4882701"/>
                <a:gd name="connsiteX16505" fmla="*/ 3751321 w 4954903"/>
                <a:gd name="connsiteY16505" fmla="*/ 1554554 h 4882701"/>
                <a:gd name="connsiteX16506" fmla="*/ 3769554 w 4954903"/>
                <a:gd name="connsiteY16506" fmla="*/ 1546704 h 4882701"/>
                <a:gd name="connsiteX16507" fmla="*/ 3716883 w 4954903"/>
                <a:gd name="connsiteY16507" fmla="*/ 1543918 h 4882701"/>
                <a:gd name="connsiteX16508" fmla="*/ 3702196 w 4954903"/>
                <a:gd name="connsiteY16508" fmla="*/ 1528978 h 4882701"/>
                <a:gd name="connsiteX16509" fmla="*/ 3700929 w 4954903"/>
                <a:gd name="connsiteY16509" fmla="*/ 1528978 h 4882701"/>
                <a:gd name="connsiteX16510" fmla="*/ 3698397 w 4954903"/>
                <a:gd name="connsiteY16510" fmla="*/ 1551768 h 4882701"/>
                <a:gd name="connsiteX16511" fmla="*/ 3716883 w 4954903"/>
                <a:gd name="connsiteY16511" fmla="*/ 1543918 h 4882701"/>
                <a:gd name="connsiteX16512" fmla="*/ 3663452 w 4954903"/>
                <a:gd name="connsiteY16512" fmla="*/ 1541386 h 4882701"/>
                <a:gd name="connsiteX16513" fmla="*/ 3648765 w 4954903"/>
                <a:gd name="connsiteY16513" fmla="*/ 1526445 h 4882701"/>
                <a:gd name="connsiteX16514" fmla="*/ 3647499 w 4954903"/>
                <a:gd name="connsiteY16514" fmla="*/ 1526445 h 4882701"/>
                <a:gd name="connsiteX16515" fmla="*/ 3644713 w 4954903"/>
                <a:gd name="connsiteY16515" fmla="*/ 1549236 h 4882701"/>
                <a:gd name="connsiteX16516" fmla="*/ 3663452 w 4954903"/>
                <a:gd name="connsiteY16516" fmla="*/ 1541386 h 4882701"/>
                <a:gd name="connsiteX16517" fmla="*/ 3609262 w 4954903"/>
                <a:gd name="connsiteY16517" fmla="*/ 1538600 h 4882701"/>
                <a:gd name="connsiteX16518" fmla="*/ 3594321 w 4954903"/>
                <a:gd name="connsiteY16518" fmla="*/ 1523660 h 4882701"/>
                <a:gd name="connsiteX16519" fmla="*/ 3593055 w 4954903"/>
                <a:gd name="connsiteY16519" fmla="*/ 1523660 h 4882701"/>
                <a:gd name="connsiteX16520" fmla="*/ 3589004 w 4954903"/>
                <a:gd name="connsiteY16520" fmla="*/ 1545437 h 4882701"/>
                <a:gd name="connsiteX16521" fmla="*/ 3609262 w 4954903"/>
                <a:gd name="connsiteY16521" fmla="*/ 1538600 h 4882701"/>
                <a:gd name="connsiteX16522" fmla="*/ 3554059 w 4954903"/>
                <a:gd name="connsiteY16522" fmla="*/ 1536068 h 4882701"/>
                <a:gd name="connsiteX16523" fmla="*/ 3539371 w 4954903"/>
                <a:gd name="connsiteY16523" fmla="*/ 1521128 h 4882701"/>
                <a:gd name="connsiteX16524" fmla="*/ 3538105 w 4954903"/>
                <a:gd name="connsiteY16524" fmla="*/ 1521128 h 4882701"/>
                <a:gd name="connsiteX16525" fmla="*/ 3533800 w 4954903"/>
                <a:gd name="connsiteY16525" fmla="*/ 1542905 h 4882701"/>
                <a:gd name="connsiteX16526" fmla="*/ 3554059 w 4954903"/>
                <a:gd name="connsiteY16526" fmla="*/ 1536068 h 4882701"/>
                <a:gd name="connsiteX16527" fmla="*/ 3498096 w 4954903"/>
                <a:gd name="connsiteY16527" fmla="*/ 1533536 h 4882701"/>
                <a:gd name="connsiteX16528" fmla="*/ 3483155 w 4954903"/>
                <a:gd name="connsiteY16528" fmla="*/ 1518596 h 4882701"/>
                <a:gd name="connsiteX16529" fmla="*/ 3481889 w 4954903"/>
                <a:gd name="connsiteY16529" fmla="*/ 1518596 h 4882701"/>
                <a:gd name="connsiteX16530" fmla="*/ 3477078 w 4954903"/>
                <a:gd name="connsiteY16530" fmla="*/ 1540373 h 4882701"/>
                <a:gd name="connsiteX16531" fmla="*/ 3498096 w 4954903"/>
                <a:gd name="connsiteY16531" fmla="*/ 1533536 h 4882701"/>
                <a:gd name="connsiteX16532" fmla="*/ 3441626 w 4954903"/>
                <a:gd name="connsiteY16532" fmla="*/ 1531257 h 4882701"/>
                <a:gd name="connsiteX16533" fmla="*/ 3426686 w 4954903"/>
                <a:gd name="connsiteY16533" fmla="*/ 1516570 h 4882701"/>
                <a:gd name="connsiteX16534" fmla="*/ 3425420 w 4954903"/>
                <a:gd name="connsiteY16534" fmla="*/ 1516570 h 4882701"/>
                <a:gd name="connsiteX16535" fmla="*/ 3420355 w 4954903"/>
                <a:gd name="connsiteY16535" fmla="*/ 1538347 h 4882701"/>
                <a:gd name="connsiteX16536" fmla="*/ 3441626 w 4954903"/>
                <a:gd name="connsiteY16536" fmla="*/ 1531257 h 4882701"/>
                <a:gd name="connsiteX16537" fmla="*/ 3384144 w 4954903"/>
                <a:gd name="connsiteY16537" fmla="*/ 1528725 h 4882701"/>
                <a:gd name="connsiteX16538" fmla="*/ 3369204 w 4954903"/>
                <a:gd name="connsiteY16538" fmla="*/ 1514037 h 4882701"/>
                <a:gd name="connsiteX16539" fmla="*/ 3367937 w 4954903"/>
                <a:gd name="connsiteY16539" fmla="*/ 1514037 h 4882701"/>
                <a:gd name="connsiteX16540" fmla="*/ 3362620 w 4954903"/>
                <a:gd name="connsiteY16540" fmla="*/ 1535815 h 4882701"/>
                <a:gd name="connsiteX16541" fmla="*/ 3384144 w 4954903"/>
                <a:gd name="connsiteY16541" fmla="*/ 1528725 h 4882701"/>
                <a:gd name="connsiteX16542" fmla="*/ 3311215 w 4954903"/>
                <a:gd name="connsiteY16542" fmla="*/ 1511758 h 4882701"/>
                <a:gd name="connsiteX16543" fmla="*/ 3309949 w 4954903"/>
                <a:gd name="connsiteY16543" fmla="*/ 1511758 h 4882701"/>
                <a:gd name="connsiteX16544" fmla="*/ 3304378 w 4954903"/>
                <a:gd name="connsiteY16544" fmla="*/ 1533536 h 4882701"/>
                <a:gd name="connsiteX16545" fmla="*/ 3326408 w 4954903"/>
                <a:gd name="connsiteY16545" fmla="*/ 1526445 h 4882701"/>
                <a:gd name="connsiteX16546" fmla="*/ 3311215 w 4954903"/>
                <a:gd name="connsiteY16546" fmla="*/ 1511758 h 4882701"/>
                <a:gd name="connsiteX16547" fmla="*/ 3243857 w 4954903"/>
                <a:gd name="connsiteY16547" fmla="*/ 1530244 h 4882701"/>
                <a:gd name="connsiteX16548" fmla="*/ 3267154 w 4954903"/>
                <a:gd name="connsiteY16548" fmla="*/ 1524166 h 4882701"/>
                <a:gd name="connsiteX16549" fmla="*/ 3252213 w 4954903"/>
                <a:gd name="connsiteY16549" fmla="*/ 1509479 h 4882701"/>
                <a:gd name="connsiteX16550" fmla="*/ 3243857 w 4954903"/>
                <a:gd name="connsiteY16550" fmla="*/ 1530244 h 4882701"/>
                <a:gd name="connsiteX16551" fmla="*/ 3192705 w 4954903"/>
                <a:gd name="connsiteY16551" fmla="*/ 1507200 h 4882701"/>
                <a:gd name="connsiteX16552" fmla="*/ 3184095 w 4954903"/>
                <a:gd name="connsiteY16552" fmla="*/ 1527965 h 4882701"/>
                <a:gd name="connsiteX16553" fmla="*/ 3207899 w 4954903"/>
                <a:gd name="connsiteY16553" fmla="*/ 1521887 h 4882701"/>
                <a:gd name="connsiteX16554" fmla="*/ 3192705 w 4954903"/>
                <a:gd name="connsiteY16554" fmla="*/ 1507200 h 4882701"/>
                <a:gd name="connsiteX16555" fmla="*/ 3132691 w 4954903"/>
                <a:gd name="connsiteY16555" fmla="*/ 1505175 h 4882701"/>
                <a:gd name="connsiteX16556" fmla="*/ 3123828 w 4954903"/>
                <a:gd name="connsiteY16556" fmla="*/ 1525939 h 4882701"/>
                <a:gd name="connsiteX16557" fmla="*/ 3147631 w 4954903"/>
                <a:gd name="connsiteY16557" fmla="*/ 1519862 h 4882701"/>
                <a:gd name="connsiteX16558" fmla="*/ 3132691 w 4954903"/>
                <a:gd name="connsiteY16558" fmla="*/ 1505175 h 4882701"/>
                <a:gd name="connsiteX16559" fmla="*/ 3072170 w 4954903"/>
                <a:gd name="connsiteY16559" fmla="*/ 1503149 h 4882701"/>
                <a:gd name="connsiteX16560" fmla="*/ 3062800 w 4954903"/>
                <a:gd name="connsiteY16560" fmla="*/ 1523913 h 4882701"/>
                <a:gd name="connsiteX16561" fmla="*/ 3087110 w 4954903"/>
                <a:gd name="connsiteY16561" fmla="*/ 1517836 h 4882701"/>
                <a:gd name="connsiteX16562" fmla="*/ 3072170 w 4954903"/>
                <a:gd name="connsiteY16562" fmla="*/ 1503149 h 4882701"/>
                <a:gd name="connsiteX16563" fmla="*/ 3010889 w 4954903"/>
                <a:gd name="connsiteY16563" fmla="*/ 1501376 h 4882701"/>
                <a:gd name="connsiteX16564" fmla="*/ 3001266 w 4954903"/>
                <a:gd name="connsiteY16564" fmla="*/ 1522141 h 4882701"/>
                <a:gd name="connsiteX16565" fmla="*/ 3025829 w 4954903"/>
                <a:gd name="connsiteY16565" fmla="*/ 1516063 h 4882701"/>
                <a:gd name="connsiteX16566" fmla="*/ 3010889 w 4954903"/>
                <a:gd name="connsiteY16566" fmla="*/ 1501376 h 4882701"/>
                <a:gd name="connsiteX16567" fmla="*/ 2949102 w 4954903"/>
                <a:gd name="connsiteY16567" fmla="*/ 1499350 h 4882701"/>
                <a:gd name="connsiteX16568" fmla="*/ 2939226 w 4954903"/>
                <a:gd name="connsiteY16568" fmla="*/ 1520115 h 4882701"/>
                <a:gd name="connsiteX16569" fmla="*/ 2964042 w 4954903"/>
                <a:gd name="connsiteY16569" fmla="*/ 1513784 h 4882701"/>
                <a:gd name="connsiteX16570" fmla="*/ 2949102 w 4954903"/>
                <a:gd name="connsiteY16570" fmla="*/ 1499350 h 4882701"/>
                <a:gd name="connsiteX16571" fmla="*/ 2902002 w 4954903"/>
                <a:gd name="connsiteY16571" fmla="*/ 1512265 h 4882701"/>
                <a:gd name="connsiteX16572" fmla="*/ 2887062 w 4954903"/>
                <a:gd name="connsiteY16572" fmla="*/ 1497578 h 4882701"/>
                <a:gd name="connsiteX16573" fmla="*/ 2876933 w 4954903"/>
                <a:gd name="connsiteY16573" fmla="*/ 1518342 h 4882701"/>
                <a:gd name="connsiteX16574" fmla="*/ 2902002 w 4954903"/>
                <a:gd name="connsiteY16574" fmla="*/ 1512265 h 4882701"/>
                <a:gd name="connsiteX16575" fmla="*/ 2824515 w 4954903"/>
                <a:gd name="connsiteY16575" fmla="*/ 1495805 h 4882701"/>
                <a:gd name="connsiteX16576" fmla="*/ 2813879 w 4954903"/>
                <a:gd name="connsiteY16576" fmla="*/ 1516570 h 4882701"/>
                <a:gd name="connsiteX16577" fmla="*/ 2839202 w 4954903"/>
                <a:gd name="connsiteY16577" fmla="*/ 1510239 h 4882701"/>
                <a:gd name="connsiteX16578" fmla="*/ 2824515 w 4954903"/>
                <a:gd name="connsiteY16578" fmla="*/ 1495805 h 4882701"/>
                <a:gd name="connsiteX16579" fmla="*/ 2761208 w 4954903"/>
                <a:gd name="connsiteY16579" fmla="*/ 1494286 h 4882701"/>
                <a:gd name="connsiteX16580" fmla="*/ 2750573 w 4954903"/>
                <a:gd name="connsiteY16580" fmla="*/ 1515050 h 4882701"/>
                <a:gd name="connsiteX16581" fmla="*/ 2776149 w 4954903"/>
                <a:gd name="connsiteY16581" fmla="*/ 1508720 h 4882701"/>
                <a:gd name="connsiteX16582" fmla="*/ 2761208 w 4954903"/>
                <a:gd name="connsiteY16582" fmla="*/ 1494286 h 4882701"/>
                <a:gd name="connsiteX16583" fmla="*/ 2697649 w 4954903"/>
                <a:gd name="connsiteY16583" fmla="*/ 1492766 h 4882701"/>
                <a:gd name="connsiteX16584" fmla="*/ 2685747 w 4954903"/>
                <a:gd name="connsiteY16584" fmla="*/ 1512518 h 4882701"/>
                <a:gd name="connsiteX16585" fmla="*/ 2712336 w 4954903"/>
                <a:gd name="connsiteY16585" fmla="*/ 1507200 h 4882701"/>
                <a:gd name="connsiteX16586" fmla="*/ 2697649 w 4954903"/>
                <a:gd name="connsiteY16586" fmla="*/ 1492766 h 4882701"/>
                <a:gd name="connsiteX16587" fmla="*/ 2633836 w 4954903"/>
                <a:gd name="connsiteY16587" fmla="*/ 1491247 h 4882701"/>
                <a:gd name="connsiteX16588" fmla="*/ 2621681 w 4954903"/>
                <a:gd name="connsiteY16588" fmla="*/ 1510999 h 4882701"/>
                <a:gd name="connsiteX16589" fmla="*/ 2648523 w 4954903"/>
                <a:gd name="connsiteY16589" fmla="*/ 1505681 h 4882701"/>
                <a:gd name="connsiteX16590" fmla="*/ 2633836 w 4954903"/>
                <a:gd name="connsiteY16590" fmla="*/ 1491247 h 4882701"/>
                <a:gd name="connsiteX16591" fmla="*/ 2126624 w 4954903"/>
                <a:gd name="connsiteY16591" fmla="*/ 1496818 h 4882701"/>
                <a:gd name="connsiteX16592" fmla="*/ 2112697 w 4954903"/>
                <a:gd name="connsiteY16592" fmla="*/ 1482384 h 4882701"/>
                <a:gd name="connsiteX16593" fmla="*/ 2098263 w 4954903"/>
                <a:gd name="connsiteY16593" fmla="*/ 1502389 h 4882701"/>
                <a:gd name="connsiteX16594" fmla="*/ 2126624 w 4954903"/>
                <a:gd name="connsiteY16594" fmla="*/ 1496818 h 4882701"/>
                <a:gd name="connsiteX16595" fmla="*/ 1559905 w 4954903"/>
                <a:gd name="connsiteY16595" fmla="*/ 1494286 h 4882701"/>
                <a:gd name="connsiteX16596" fmla="*/ 1549016 w 4954903"/>
                <a:gd name="connsiteY16596" fmla="*/ 1480105 h 4882701"/>
                <a:gd name="connsiteX16597" fmla="*/ 1534329 w 4954903"/>
                <a:gd name="connsiteY16597" fmla="*/ 1500363 h 4882701"/>
                <a:gd name="connsiteX16598" fmla="*/ 1559905 w 4954903"/>
                <a:gd name="connsiteY16598" fmla="*/ 1494286 h 4882701"/>
                <a:gd name="connsiteX16599" fmla="*/ 188687 w 4954903"/>
                <a:gd name="connsiteY16599" fmla="*/ 1570000 h 4882701"/>
                <a:gd name="connsiteX16600" fmla="*/ 195777 w 4954903"/>
                <a:gd name="connsiteY16600" fmla="*/ 1557592 h 4882701"/>
                <a:gd name="connsiteX16601" fmla="*/ 199069 w 4954903"/>
                <a:gd name="connsiteY16601" fmla="*/ 1543918 h 4882701"/>
                <a:gd name="connsiteX16602" fmla="*/ 188687 w 4954903"/>
                <a:gd name="connsiteY16602" fmla="*/ 1570000 h 4882701"/>
                <a:gd name="connsiteX16603" fmla="*/ 180077 w 4954903"/>
                <a:gd name="connsiteY16603" fmla="*/ 1573292 h 4882701"/>
                <a:gd name="connsiteX16604" fmla="*/ 186661 w 4954903"/>
                <a:gd name="connsiteY16604" fmla="*/ 1560631 h 4882701"/>
                <a:gd name="connsiteX16605" fmla="*/ 190712 w 4954903"/>
                <a:gd name="connsiteY16605" fmla="*/ 1546957 h 4882701"/>
                <a:gd name="connsiteX16606" fmla="*/ 190459 w 4954903"/>
                <a:gd name="connsiteY16606" fmla="*/ 1546957 h 4882701"/>
                <a:gd name="connsiteX16607" fmla="*/ 180077 w 4954903"/>
                <a:gd name="connsiteY16607" fmla="*/ 1573292 h 4882701"/>
                <a:gd name="connsiteX16608" fmla="*/ 172987 w 4954903"/>
                <a:gd name="connsiteY16608" fmla="*/ 1576331 h 4882701"/>
                <a:gd name="connsiteX16609" fmla="*/ 179064 w 4954903"/>
                <a:gd name="connsiteY16609" fmla="*/ 1563670 h 4882701"/>
                <a:gd name="connsiteX16610" fmla="*/ 183369 w 4954903"/>
                <a:gd name="connsiteY16610" fmla="*/ 1550249 h 4882701"/>
                <a:gd name="connsiteX16611" fmla="*/ 183116 w 4954903"/>
                <a:gd name="connsiteY16611" fmla="*/ 1550249 h 4882701"/>
                <a:gd name="connsiteX16612" fmla="*/ 172987 w 4954903"/>
                <a:gd name="connsiteY16612" fmla="*/ 1576331 h 4882701"/>
                <a:gd name="connsiteX16613" fmla="*/ 172987 w 4954903"/>
                <a:gd name="connsiteY16613" fmla="*/ 1576331 h 4882701"/>
                <a:gd name="connsiteX16614" fmla="*/ 167669 w 4954903"/>
                <a:gd name="connsiteY16614" fmla="*/ 1579623 h 4882701"/>
                <a:gd name="connsiteX16615" fmla="*/ 173240 w 4954903"/>
                <a:gd name="connsiteY16615" fmla="*/ 1566962 h 4882701"/>
                <a:gd name="connsiteX16616" fmla="*/ 178051 w 4954903"/>
                <a:gd name="connsiteY16616" fmla="*/ 1553541 h 4882701"/>
                <a:gd name="connsiteX16617" fmla="*/ 178051 w 4954903"/>
                <a:gd name="connsiteY16617" fmla="*/ 1553541 h 4882701"/>
                <a:gd name="connsiteX16618" fmla="*/ 167669 w 4954903"/>
                <a:gd name="connsiteY16618" fmla="*/ 1579623 h 4882701"/>
                <a:gd name="connsiteX16619" fmla="*/ 167669 w 4954903"/>
                <a:gd name="connsiteY16619" fmla="*/ 1579623 h 4882701"/>
                <a:gd name="connsiteX16620" fmla="*/ 174506 w 4954903"/>
                <a:gd name="connsiteY16620" fmla="*/ 1556579 h 4882701"/>
                <a:gd name="connsiteX16621" fmla="*/ 164124 w 4954903"/>
                <a:gd name="connsiteY16621" fmla="*/ 1582662 h 4882701"/>
                <a:gd name="connsiteX16622" fmla="*/ 169441 w 4954903"/>
                <a:gd name="connsiteY16622" fmla="*/ 1570000 h 4882701"/>
                <a:gd name="connsiteX16623" fmla="*/ 174506 w 4954903"/>
                <a:gd name="connsiteY16623" fmla="*/ 1556579 h 4882701"/>
                <a:gd name="connsiteX16624" fmla="*/ 168175 w 4954903"/>
                <a:gd name="connsiteY16624" fmla="*/ 1570760 h 4882701"/>
                <a:gd name="connsiteX16625" fmla="*/ 166656 w 4954903"/>
                <a:gd name="connsiteY16625" fmla="*/ 1574558 h 4882701"/>
                <a:gd name="connsiteX16626" fmla="*/ 167162 w 4954903"/>
                <a:gd name="connsiteY16626" fmla="*/ 1573292 h 4882701"/>
                <a:gd name="connsiteX16627" fmla="*/ 168175 w 4954903"/>
                <a:gd name="connsiteY16627" fmla="*/ 1570760 h 4882701"/>
                <a:gd name="connsiteX16628" fmla="*/ 4797904 w 4954903"/>
                <a:gd name="connsiteY16628" fmla="*/ 1605452 h 4882701"/>
                <a:gd name="connsiteX16629" fmla="*/ 4792080 w 4954903"/>
                <a:gd name="connsiteY16629" fmla="*/ 1590258 h 4882701"/>
                <a:gd name="connsiteX16630" fmla="*/ 4801956 w 4954903"/>
                <a:gd name="connsiteY16630" fmla="*/ 1616341 h 4882701"/>
                <a:gd name="connsiteX16631" fmla="*/ 4797904 w 4954903"/>
                <a:gd name="connsiteY16631" fmla="*/ 1605452 h 4882701"/>
                <a:gd name="connsiteX16632" fmla="*/ 4795119 w 4954903"/>
                <a:gd name="connsiteY16632" fmla="*/ 1602160 h 4882701"/>
                <a:gd name="connsiteX16633" fmla="*/ 4788788 w 4954903"/>
                <a:gd name="connsiteY16633" fmla="*/ 1586966 h 4882701"/>
                <a:gd name="connsiteX16634" fmla="*/ 4788788 w 4954903"/>
                <a:gd name="connsiteY16634" fmla="*/ 1586966 h 4882701"/>
                <a:gd name="connsiteX16635" fmla="*/ 4798664 w 4954903"/>
                <a:gd name="connsiteY16635" fmla="*/ 1613049 h 4882701"/>
                <a:gd name="connsiteX16636" fmla="*/ 4795119 w 4954903"/>
                <a:gd name="connsiteY16636" fmla="*/ 1602160 h 4882701"/>
                <a:gd name="connsiteX16637" fmla="*/ 4790560 w 4954903"/>
                <a:gd name="connsiteY16637" fmla="*/ 1598615 h 4882701"/>
                <a:gd name="connsiteX16638" fmla="*/ 4783723 w 4954903"/>
                <a:gd name="connsiteY16638" fmla="*/ 1583421 h 4882701"/>
                <a:gd name="connsiteX16639" fmla="*/ 4783723 w 4954903"/>
                <a:gd name="connsiteY16639" fmla="*/ 1583421 h 4882701"/>
                <a:gd name="connsiteX16640" fmla="*/ 4793852 w 4954903"/>
                <a:gd name="connsiteY16640" fmla="*/ 1609757 h 4882701"/>
                <a:gd name="connsiteX16641" fmla="*/ 4790560 w 4954903"/>
                <a:gd name="connsiteY16641" fmla="*/ 1598615 h 4882701"/>
                <a:gd name="connsiteX16642" fmla="*/ 4777139 w 4954903"/>
                <a:gd name="connsiteY16642" fmla="*/ 1580129 h 4882701"/>
                <a:gd name="connsiteX16643" fmla="*/ 4777139 w 4954903"/>
                <a:gd name="connsiteY16643" fmla="*/ 1580129 h 4882701"/>
                <a:gd name="connsiteX16644" fmla="*/ 4787015 w 4954903"/>
                <a:gd name="connsiteY16644" fmla="*/ 1606465 h 4882701"/>
                <a:gd name="connsiteX16645" fmla="*/ 4784230 w 4954903"/>
                <a:gd name="connsiteY16645" fmla="*/ 1595323 h 4882701"/>
                <a:gd name="connsiteX16646" fmla="*/ 4777139 w 4954903"/>
                <a:gd name="connsiteY16646" fmla="*/ 1580129 h 4882701"/>
                <a:gd name="connsiteX16647" fmla="*/ 4768277 w 4954903"/>
                <a:gd name="connsiteY16647" fmla="*/ 1576584 h 4882701"/>
                <a:gd name="connsiteX16648" fmla="*/ 4768277 w 4954903"/>
                <a:gd name="connsiteY16648" fmla="*/ 1576584 h 4882701"/>
                <a:gd name="connsiteX16649" fmla="*/ 4778152 w 4954903"/>
                <a:gd name="connsiteY16649" fmla="*/ 1602920 h 4882701"/>
                <a:gd name="connsiteX16650" fmla="*/ 4775874 w 4954903"/>
                <a:gd name="connsiteY16650" fmla="*/ 1591778 h 4882701"/>
                <a:gd name="connsiteX16651" fmla="*/ 4768277 w 4954903"/>
                <a:gd name="connsiteY16651" fmla="*/ 1576584 h 4882701"/>
                <a:gd name="connsiteX16652" fmla="*/ 4757894 w 4954903"/>
                <a:gd name="connsiteY16652" fmla="*/ 1573039 h 4882701"/>
                <a:gd name="connsiteX16653" fmla="*/ 4757894 w 4954903"/>
                <a:gd name="connsiteY16653" fmla="*/ 1573039 h 4882701"/>
                <a:gd name="connsiteX16654" fmla="*/ 4767517 w 4954903"/>
                <a:gd name="connsiteY16654" fmla="*/ 1599375 h 4882701"/>
                <a:gd name="connsiteX16655" fmla="*/ 4765744 w 4954903"/>
                <a:gd name="connsiteY16655" fmla="*/ 1588233 h 4882701"/>
                <a:gd name="connsiteX16656" fmla="*/ 4757894 w 4954903"/>
                <a:gd name="connsiteY16656" fmla="*/ 1573039 h 4882701"/>
                <a:gd name="connsiteX16657" fmla="*/ 4745233 w 4954903"/>
                <a:gd name="connsiteY16657" fmla="*/ 1569494 h 4882701"/>
                <a:gd name="connsiteX16658" fmla="*/ 4744980 w 4954903"/>
                <a:gd name="connsiteY16658" fmla="*/ 1569494 h 4882701"/>
                <a:gd name="connsiteX16659" fmla="*/ 4754602 w 4954903"/>
                <a:gd name="connsiteY16659" fmla="*/ 1595576 h 4882701"/>
                <a:gd name="connsiteX16660" fmla="*/ 4753590 w 4954903"/>
                <a:gd name="connsiteY16660" fmla="*/ 1584688 h 4882701"/>
                <a:gd name="connsiteX16661" fmla="*/ 4745233 w 4954903"/>
                <a:gd name="connsiteY16661" fmla="*/ 1569494 h 4882701"/>
                <a:gd name="connsiteX16662" fmla="*/ 4731052 w 4954903"/>
                <a:gd name="connsiteY16662" fmla="*/ 1565949 h 4882701"/>
                <a:gd name="connsiteX16663" fmla="*/ 4730799 w 4954903"/>
                <a:gd name="connsiteY16663" fmla="*/ 1565949 h 4882701"/>
                <a:gd name="connsiteX16664" fmla="*/ 4740422 w 4954903"/>
                <a:gd name="connsiteY16664" fmla="*/ 1592031 h 4882701"/>
                <a:gd name="connsiteX16665" fmla="*/ 4739915 w 4954903"/>
                <a:gd name="connsiteY16665" fmla="*/ 1581142 h 4882701"/>
                <a:gd name="connsiteX16666" fmla="*/ 4731052 w 4954903"/>
                <a:gd name="connsiteY16666" fmla="*/ 1565949 h 4882701"/>
                <a:gd name="connsiteX16667" fmla="*/ 4715353 w 4954903"/>
                <a:gd name="connsiteY16667" fmla="*/ 1562404 h 4882701"/>
                <a:gd name="connsiteX16668" fmla="*/ 4715099 w 4954903"/>
                <a:gd name="connsiteY16668" fmla="*/ 1562404 h 4882701"/>
                <a:gd name="connsiteX16669" fmla="*/ 4724469 w 4954903"/>
                <a:gd name="connsiteY16669" fmla="*/ 1588486 h 4882701"/>
                <a:gd name="connsiteX16670" fmla="*/ 4724469 w 4954903"/>
                <a:gd name="connsiteY16670" fmla="*/ 1577597 h 4882701"/>
                <a:gd name="connsiteX16671" fmla="*/ 4715353 w 4954903"/>
                <a:gd name="connsiteY16671" fmla="*/ 1562404 h 4882701"/>
                <a:gd name="connsiteX16672" fmla="*/ 4697626 w 4954903"/>
                <a:gd name="connsiteY16672" fmla="*/ 1558858 h 4882701"/>
                <a:gd name="connsiteX16673" fmla="*/ 4696867 w 4954903"/>
                <a:gd name="connsiteY16673" fmla="*/ 1558858 h 4882701"/>
                <a:gd name="connsiteX16674" fmla="*/ 4706743 w 4954903"/>
                <a:gd name="connsiteY16674" fmla="*/ 1584688 h 4882701"/>
                <a:gd name="connsiteX16675" fmla="*/ 4706996 w 4954903"/>
                <a:gd name="connsiteY16675" fmla="*/ 1573799 h 4882701"/>
                <a:gd name="connsiteX16676" fmla="*/ 4697626 w 4954903"/>
                <a:gd name="connsiteY16676" fmla="*/ 1558858 h 4882701"/>
                <a:gd name="connsiteX16677" fmla="*/ 4678381 w 4954903"/>
                <a:gd name="connsiteY16677" fmla="*/ 1555313 h 4882701"/>
                <a:gd name="connsiteX16678" fmla="*/ 4677622 w 4954903"/>
                <a:gd name="connsiteY16678" fmla="*/ 1555313 h 4882701"/>
                <a:gd name="connsiteX16679" fmla="*/ 4687245 w 4954903"/>
                <a:gd name="connsiteY16679" fmla="*/ 1581142 h 4882701"/>
                <a:gd name="connsiteX16680" fmla="*/ 4688004 w 4954903"/>
                <a:gd name="connsiteY16680" fmla="*/ 1570254 h 4882701"/>
                <a:gd name="connsiteX16681" fmla="*/ 4678381 w 4954903"/>
                <a:gd name="connsiteY16681" fmla="*/ 1555313 h 4882701"/>
                <a:gd name="connsiteX16682" fmla="*/ 4665720 w 4954903"/>
                <a:gd name="connsiteY16682" fmla="*/ 1577597 h 4882701"/>
                <a:gd name="connsiteX16683" fmla="*/ 4667493 w 4954903"/>
                <a:gd name="connsiteY16683" fmla="*/ 1566962 h 4882701"/>
                <a:gd name="connsiteX16684" fmla="*/ 4657364 w 4954903"/>
                <a:gd name="connsiteY16684" fmla="*/ 1551768 h 4882701"/>
                <a:gd name="connsiteX16685" fmla="*/ 4656857 w 4954903"/>
                <a:gd name="connsiteY16685" fmla="*/ 1551768 h 4882701"/>
                <a:gd name="connsiteX16686" fmla="*/ 4665720 w 4954903"/>
                <a:gd name="connsiteY16686" fmla="*/ 1577597 h 4882701"/>
                <a:gd name="connsiteX16687" fmla="*/ 4642930 w 4954903"/>
                <a:gd name="connsiteY16687" fmla="*/ 1574052 h 4882701"/>
                <a:gd name="connsiteX16688" fmla="*/ 4645209 w 4954903"/>
                <a:gd name="connsiteY16688" fmla="*/ 1563417 h 4882701"/>
                <a:gd name="connsiteX16689" fmla="*/ 4634827 w 4954903"/>
                <a:gd name="connsiteY16689" fmla="*/ 1548223 h 4882701"/>
                <a:gd name="connsiteX16690" fmla="*/ 4633814 w 4954903"/>
                <a:gd name="connsiteY16690" fmla="*/ 1548223 h 4882701"/>
                <a:gd name="connsiteX16691" fmla="*/ 4642930 w 4954903"/>
                <a:gd name="connsiteY16691" fmla="*/ 1574052 h 4882701"/>
                <a:gd name="connsiteX16692" fmla="*/ 4618620 w 4954903"/>
                <a:gd name="connsiteY16692" fmla="*/ 1570507 h 4882701"/>
                <a:gd name="connsiteX16693" fmla="*/ 4621406 w 4954903"/>
                <a:gd name="connsiteY16693" fmla="*/ 1559871 h 4882701"/>
                <a:gd name="connsiteX16694" fmla="*/ 4610770 w 4954903"/>
                <a:gd name="connsiteY16694" fmla="*/ 1544678 h 4882701"/>
                <a:gd name="connsiteX16695" fmla="*/ 4609757 w 4954903"/>
                <a:gd name="connsiteY16695" fmla="*/ 1544678 h 4882701"/>
                <a:gd name="connsiteX16696" fmla="*/ 4618620 w 4954903"/>
                <a:gd name="connsiteY16696" fmla="*/ 1570507 h 4882701"/>
                <a:gd name="connsiteX16697" fmla="*/ 4593044 w 4954903"/>
                <a:gd name="connsiteY16697" fmla="*/ 1566962 h 4882701"/>
                <a:gd name="connsiteX16698" fmla="*/ 4596336 w 4954903"/>
                <a:gd name="connsiteY16698" fmla="*/ 1556326 h 4882701"/>
                <a:gd name="connsiteX16699" fmla="*/ 4585448 w 4954903"/>
                <a:gd name="connsiteY16699" fmla="*/ 1541386 h 4882701"/>
                <a:gd name="connsiteX16700" fmla="*/ 4584434 w 4954903"/>
                <a:gd name="connsiteY16700" fmla="*/ 1541386 h 4882701"/>
                <a:gd name="connsiteX16701" fmla="*/ 4593044 w 4954903"/>
                <a:gd name="connsiteY16701" fmla="*/ 1566962 h 4882701"/>
                <a:gd name="connsiteX16702" fmla="*/ 4558352 w 4954903"/>
                <a:gd name="connsiteY16702" fmla="*/ 1537841 h 4882701"/>
                <a:gd name="connsiteX16703" fmla="*/ 4557086 w 4954903"/>
                <a:gd name="connsiteY16703" fmla="*/ 1537841 h 4882701"/>
                <a:gd name="connsiteX16704" fmla="*/ 4565696 w 4954903"/>
                <a:gd name="connsiteY16704" fmla="*/ 1563417 h 4882701"/>
                <a:gd name="connsiteX16705" fmla="*/ 4569494 w 4954903"/>
                <a:gd name="connsiteY16705" fmla="*/ 1552781 h 4882701"/>
                <a:gd name="connsiteX16706" fmla="*/ 4558352 w 4954903"/>
                <a:gd name="connsiteY16706" fmla="*/ 1537841 h 4882701"/>
                <a:gd name="connsiteX16707" fmla="*/ 4529738 w 4954903"/>
                <a:gd name="connsiteY16707" fmla="*/ 1534549 h 4882701"/>
                <a:gd name="connsiteX16708" fmla="*/ 4528472 w 4954903"/>
                <a:gd name="connsiteY16708" fmla="*/ 1534549 h 4882701"/>
                <a:gd name="connsiteX16709" fmla="*/ 4536322 w 4954903"/>
                <a:gd name="connsiteY16709" fmla="*/ 1559618 h 4882701"/>
                <a:gd name="connsiteX16710" fmla="*/ 4541386 w 4954903"/>
                <a:gd name="connsiteY16710" fmla="*/ 1549489 h 4882701"/>
                <a:gd name="connsiteX16711" fmla="*/ 4529738 w 4954903"/>
                <a:gd name="connsiteY16711" fmla="*/ 1534549 h 4882701"/>
                <a:gd name="connsiteX16712" fmla="*/ 4499604 w 4954903"/>
                <a:gd name="connsiteY16712" fmla="*/ 1531004 h 4882701"/>
                <a:gd name="connsiteX16713" fmla="*/ 4498338 w 4954903"/>
                <a:gd name="connsiteY16713" fmla="*/ 1531004 h 4882701"/>
                <a:gd name="connsiteX16714" fmla="*/ 4505935 w 4954903"/>
                <a:gd name="connsiteY16714" fmla="*/ 1556073 h 4882701"/>
                <a:gd name="connsiteX16715" fmla="*/ 4511506 w 4954903"/>
                <a:gd name="connsiteY16715" fmla="*/ 1545944 h 4882701"/>
                <a:gd name="connsiteX16716" fmla="*/ 4499604 w 4954903"/>
                <a:gd name="connsiteY16716" fmla="*/ 1531004 h 4882701"/>
                <a:gd name="connsiteX16717" fmla="*/ 4468204 w 4954903"/>
                <a:gd name="connsiteY16717" fmla="*/ 1527712 h 4882701"/>
                <a:gd name="connsiteX16718" fmla="*/ 4466685 w 4954903"/>
                <a:gd name="connsiteY16718" fmla="*/ 1527712 h 4882701"/>
                <a:gd name="connsiteX16719" fmla="*/ 4474028 w 4954903"/>
                <a:gd name="connsiteY16719" fmla="*/ 1552781 h 4882701"/>
                <a:gd name="connsiteX16720" fmla="*/ 4479852 w 4954903"/>
                <a:gd name="connsiteY16720" fmla="*/ 1542652 h 4882701"/>
                <a:gd name="connsiteX16721" fmla="*/ 4468204 w 4954903"/>
                <a:gd name="connsiteY16721" fmla="*/ 1527712 h 4882701"/>
                <a:gd name="connsiteX16722" fmla="*/ 4447440 w 4954903"/>
                <a:gd name="connsiteY16722" fmla="*/ 1539360 h 4882701"/>
                <a:gd name="connsiteX16723" fmla="*/ 4435284 w 4954903"/>
                <a:gd name="connsiteY16723" fmla="*/ 1524420 h 4882701"/>
                <a:gd name="connsiteX16724" fmla="*/ 4433765 w 4954903"/>
                <a:gd name="connsiteY16724" fmla="*/ 1524420 h 4882701"/>
                <a:gd name="connsiteX16725" fmla="*/ 4441109 w 4954903"/>
                <a:gd name="connsiteY16725" fmla="*/ 1549489 h 4882701"/>
                <a:gd name="connsiteX16726" fmla="*/ 4447440 w 4954903"/>
                <a:gd name="connsiteY16726" fmla="*/ 1539360 h 4882701"/>
                <a:gd name="connsiteX16727" fmla="*/ 4401099 w 4954903"/>
                <a:gd name="connsiteY16727" fmla="*/ 1521128 h 4882701"/>
                <a:gd name="connsiteX16728" fmla="*/ 4399580 w 4954903"/>
                <a:gd name="connsiteY16728" fmla="*/ 1521128 h 4882701"/>
                <a:gd name="connsiteX16729" fmla="*/ 4405657 w 4954903"/>
                <a:gd name="connsiteY16729" fmla="*/ 1545691 h 4882701"/>
                <a:gd name="connsiteX16730" fmla="*/ 4413507 w 4954903"/>
                <a:gd name="connsiteY16730" fmla="*/ 1536068 h 4882701"/>
                <a:gd name="connsiteX16731" fmla="*/ 4401099 w 4954903"/>
                <a:gd name="connsiteY16731" fmla="*/ 1521128 h 4882701"/>
                <a:gd name="connsiteX16732" fmla="*/ 4365647 w 4954903"/>
                <a:gd name="connsiteY16732" fmla="*/ 1517583 h 4882701"/>
                <a:gd name="connsiteX16733" fmla="*/ 4364128 w 4954903"/>
                <a:gd name="connsiteY16733" fmla="*/ 1517583 h 4882701"/>
                <a:gd name="connsiteX16734" fmla="*/ 4370206 w 4954903"/>
                <a:gd name="connsiteY16734" fmla="*/ 1542146 h 4882701"/>
                <a:gd name="connsiteX16735" fmla="*/ 4378562 w 4954903"/>
                <a:gd name="connsiteY16735" fmla="*/ 1532523 h 4882701"/>
                <a:gd name="connsiteX16736" fmla="*/ 4365647 w 4954903"/>
                <a:gd name="connsiteY16736" fmla="*/ 1517583 h 4882701"/>
                <a:gd name="connsiteX16737" fmla="*/ 4341591 w 4954903"/>
                <a:gd name="connsiteY16737" fmla="*/ 1529484 h 4882701"/>
                <a:gd name="connsiteX16738" fmla="*/ 4328677 w 4954903"/>
                <a:gd name="connsiteY16738" fmla="*/ 1514544 h 4882701"/>
                <a:gd name="connsiteX16739" fmla="*/ 4326904 w 4954903"/>
                <a:gd name="connsiteY16739" fmla="*/ 1514544 h 4882701"/>
                <a:gd name="connsiteX16740" fmla="*/ 4332728 w 4954903"/>
                <a:gd name="connsiteY16740" fmla="*/ 1539107 h 4882701"/>
                <a:gd name="connsiteX16741" fmla="*/ 4341591 w 4954903"/>
                <a:gd name="connsiteY16741" fmla="*/ 1529484 h 4882701"/>
                <a:gd name="connsiteX16742" fmla="*/ 4303607 w 4954903"/>
                <a:gd name="connsiteY16742" fmla="*/ 1526192 h 4882701"/>
                <a:gd name="connsiteX16743" fmla="*/ 4290693 w 4954903"/>
                <a:gd name="connsiteY16743" fmla="*/ 1511252 h 4882701"/>
                <a:gd name="connsiteX16744" fmla="*/ 4288920 w 4954903"/>
                <a:gd name="connsiteY16744" fmla="*/ 1511252 h 4882701"/>
                <a:gd name="connsiteX16745" fmla="*/ 4294491 w 4954903"/>
                <a:gd name="connsiteY16745" fmla="*/ 1535815 h 4882701"/>
                <a:gd name="connsiteX16746" fmla="*/ 4303607 w 4954903"/>
                <a:gd name="connsiteY16746" fmla="*/ 1526192 h 4882701"/>
                <a:gd name="connsiteX16747" fmla="*/ 4264357 w 4954903"/>
                <a:gd name="connsiteY16747" fmla="*/ 1522900 h 4882701"/>
                <a:gd name="connsiteX16748" fmla="*/ 4251190 w 4954903"/>
                <a:gd name="connsiteY16748" fmla="*/ 1507960 h 4882701"/>
                <a:gd name="connsiteX16749" fmla="*/ 4249417 w 4954903"/>
                <a:gd name="connsiteY16749" fmla="*/ 1507960 h 4882701"/>
                <a:gd name="connsiteX16750" fmla="*/ 4253722 w 4954903"/>
                <a:gd name="connsiteY16750" fmla="*/ 1531763 h 4882701"/>
                <a:gd name="connsiteX16751" fmla="*/ 4264357 w 4954903"/>
                <a:gd name="connsiteY16751" fmla="*/ 1522900 h 4882701"/>
                <a:gd name="connsiteX16752" fmla="*/ 4223841 w 4954903"/>
                <a:gd name="connsiteY16752" fmla="*/ 1519608 h 4882701"/>
                <a:gd name="connsiteX16753" fmla="*/ 4210420 w 4954903"/>
                <a:gd name="connsiteY16753" fmla="*/ 1504668 h 4882701"/>
                <a:gd name="connsiteX16754" fmla="*/ 4208647 w 4954903"/>
                <a:gd name="connsiteY16754" fmla="*/ 1504668 h 4882701"/>
                <a:gd name="connsiteX16755" fmla="*/ 4212699 w 4954903"/>
                <a:gd name="connsiteY16755" fmla="*/ 1528471 h 4882701"/>
                <a:gd name="connsiteX16756" fmla="*/ 4223841 w 4954903"/>
                <a:gd name="connsiteY16756" fmla="*/ 1519608 h 4882701"/>
                <a:gd name="connsiteX16757" fmla="*/ 4182312 w 4954903"/>
                <a:gd name="connsiteY16757" fmla="*/ 1516570 h 4882701"/>
                <a:gd name="connsiteX16758" fmla="*/ 4168891 w 4954903"/>
                <a:gd name="connsiteY16758" fmla="*/ 1501629 h 4882701"/>
                <a:gd name="connsiteX16759" fmla="*/ 4167118 w 4954903"/>
                <a:gd name="connsiteY16759" fmla="*/ 1501629 h 4882701"/>
                <a:gd name="connsiteX16760" fmla="*/ 4170917 w 4954903"/>
                <a:gd name="connsiteY16760" fmla="*/ 1525433 h 4882701"/>
                <a:gd name="connsiteX16761" fmla="*/ 4182312 w 4954903"/>
                <a:gd name="connsiteY16761" fmla="*/ 1516570 h 4882701"/>
                <a:gd name="connsiteX16762" fmla="*/ 4139517 w 4954903"/>
                <a:gd name="connsiteY16762" fmla="*/ 1513531 h 4882701"/>
                <a:gd name="connsiteX16763" fmla="*/ 4125589 w 4954903"/>
                <a:gd name="connsiteY16763" fmla="*/ 1498591 h 4882701"/>
                <a:gd name="connsiteX16764" fmla="*/ 4123563 w 4954903"/>
                <a:gd name="connsiteY16764" fmla="*/ 1498591 h 4882701"/>
                <a:gd name="connsiteX16765" fmla="*/ 4127108 w 4954903"/>
                <a:gd name="connsiteY16765" fmla="*/ 1522394 h 4882701"/>
                <a:gd name="connsiteX16766" fmla="*/ 4139517 w 4954903"/>
                <a:gd name="connsiteY16766" fmla="*/ 1513531 h 4882701"/>
                <a:gd name="connsiteX16767" fmla="*/ 4095709 w 4954903"/>
                <a:gd name="connsiteY16767" fmla="*/ 1510492 h 4882701"/>
                <a:gd name="connsiteX16768" fmla="*/ 4081781 w 4954903"/>
                <a:gd name="connsiteY16768" fmla="*/ 1495552 h 4882701"/>
                <a:gd name="connsiteX16769" fmla="*/ 4079755 w 4954903"/>
                <a:gd name="connsiteY16769" fmla="*/ 1495552 h 4882701"/>
                <a:gd name="connsiteX16770" fmla="*/ 4083047 w 4954903"/>
                <a:gd name="connsiteY16770" fmla="*/ 1519355 h 4882701"/>
                <a:gd name="connsiteX16771" fmla="*/ 4095709 w 4954903"/>
                <a:gd name="connsiteY16771" fmla="*/ 1510492 h 4882701"/>
                <a:gd name="connsiteX16772" fmla="*/ 4050381 w 4954903"/>
                <a:gd name="connsiteY16772" fmla="*/ 1507454 h 4882701"/>
                <a:gd name="connsiteX16773" fmla="*/ 4036454 w 4954903"/>
                <a:gd name="connsiteY16773" fmla="*/ 1492513 h 4882701"/>
                <a:gd name="connsiteX16774" fmla="*/ 4034428 w 4954903"/>
                <a:gd name="connsiteY16774" fmla="*/ 1492513 h 4882701"/>
                <a:gd name="connsiteX16775" fmla="*/ 4036454 w 4954903"/>
                <a:gd name="connsiteY16775" fmla="*/ 1515557 h 4882701"/>
                <a:gd name="connsiteX16776" fmla="*/ 4050381 w 4954903"/>
                <a:gd name="connsiteY16776" fmla="*/ 1507454 h 4882701"/>
                <a:gd name="connsiteX16777" fmla="*/ 4004294 w 4954903"/>
                <a:gd name="connsiteY16777" fmla="*/ 1504415 h 4882701"/>
                <a:gd name="connsiteX16778" fmla="*/ 3990114 w 4954903"/>
                <a:gd name="connsiteY16778" fmla="*/ 1489475 h 4882701"/>
                <a:gd name="connsiteX16779" fmla="*/ 3988088 w 4954903"/>
                <a:gd name="connsiteY16779" fmla="*/ 1489475 h 4882701"/>
                <a:gd name="connsiteX16780" fmla="*/ 3989860 w 4954903"/>
                <a:gd name="connsiteY16780" fmla="*/ 1512518 h 4882701"/>
                <a:gd name="connsiteX16781" fmla="*/ 4004294 w 4954903"/>
                <a:gd name="connsiteY16781" fmla="*/ 1504415 h 4882701"/>
                <a:gd name="connsiteX16782" fmla="*/ 3957194 w 4954903"/>
                <a:gd name="connsiteY16782" fmla="*/ 1501376 h 4882701"/>
                <a:gd name="connsiteX16783" fmla="*/ 3942760 w 4954903"/>
                <a:gd name="connsiteY16783" fmla="*/ 1486689 h 4882701"/>
                <a:gd name="connsiteX16784" fmla="*/ 3940734 w 4954903"/>
                <a:gd name="connsiteY16784" fmla="*/ 1486689 h 4882701"/>
                <a:gd name="connsiteX16785" fmla="*/ 3942254 w 4954903"/>
                <a:gd name="connsiteY16785" fmla="*/ 1509733 h 4882701"/>
                <a:gd name="connsiteX16786" fmla="*/ 3957194 w 4954903"/>
                <a:gd name="connsiteY16786" fmla="*/ 1501376 h 4882701"/>
                <a:gd name="connsiteX16787" fmla="*/ 3908828 w 4954903"/>
                <a:gd name="connsiteY16787" fmla="*/ 1498591 h 4882701"/>
                <a:gd name="connsiteX16788" fmla="*/ 3894394 w 4954903"/>
                <a:gd name="connsiteY16788" fmla="*/ 1483904 h 4882701"/>
                <a:gd name="connsiteX16789" fmla="*/ 3892115 w 4954903"/>
                <a:gd name="connsiteY16789" fmla="*/ 1484157 h 4882701"/>
                <a:gd name="connsiteX16790" fmla="*/ 3893381 w 4954903"/>
                <a:gd name="connsiteY16790" fmla="*/ 1507200 h 4882701"/>
                <a:gd name="connsiteX16791" fmla="*/ 3908828 w 4954903"/>
                <a:gd name="connsiteY16791" fmla="*/ 1498591 h 4882701"/>
                <a:gd name="connsiteX16792" fmla="*/ 3859702 w 4954903"/>
                <a:gd name="connsiteY16792" fmla="*/ 1495552 h 4882701"/>
                <a:gd name="connsiteX16793" fmla="*/ 3845268 w 4954903"/>
                <a:gd name="connsiteY16793" fmla="*/ 1480865 h 4882701"/>
                <a:gd name="connsiteX16794" fmla="*/ 3844002 w 4954903"/>
                <a:gd name="connsiteY16794" fmla="*/ 1480865 h 4882701"/>
                <a:gd name="connsiteX16795" fmla="*/ 3842736 w 4954903"/>
                <a:gd name="connsiteY16795" fmla="*/ 1503149 h 4882701"/>
                <a:gd name="connsiteX16796" fmla="*/ 3859702 w 4954903"/>
                <a:gd name="connsiteY16796" fmla="*/ 1495552 h 4882701"/>
                <a:gd name="connsiteX16797" fmla="*/ 3809563 w 4954903"/>
                <a:gd name="connsiteY16797" fmla="*/ 1492766 h 4882701"/>
                <a:gd name="connsiteX16798" fmla="*/ 3794876 w 4954903"/>
                <a:gd name="connsiteY16798" fmla="*/ 1478079 h 4882701"/>
                <a:gd name="connsiteX16799" fmla="*/ 3793610 w 4954903"/>
                <a:gd name="connsiteY16799" fmla="*/ 1478079 h 4882701"/>
                <a:gd name="connsiteX16800" fmla="*/ 3792091 w 4954903"/>
                <a:gd name="connsiteY16800" fmla="*/ 1500363 h 4882701"/>
                <a:gd name="connsiteX16801" fmla="*/ 3809563 w 4954903"/>
                <a:gd name="connsiteY16801" fmla="*/ 1492766 h 4882701"/>
                <a:gd name="connsiteX16802" fmla="*/ 3758412 w 4954903"/>
                <a:gd name="connsiteY16802" fmla="*/ 1490234 h 4882701"/>
                <a:gd name="connsiteX16803" fmla="*/ 3743725 w 4954903"/>
                <a:gd name="connsiteY16803" fmla="*/ 1475547 h 4882701"/>
                <a:gd name="connsiteX16804" fmla="*/ 3742458 w 4954903"/>
                <a:gd name="connsiteY16804" fmla="*/ 1475547 h 4882701"/>
                <a:gd name="connsiteX16805" fmla="*/ 3740686 w 4954903"/>
                <a:gd name="connsiteY16805" fmla="*/ 1497831 h 4882701"/>
                <a:gd name="connsiteX16806" fmla="*/ 3758412 w 4954903"/>
                <a:gd name="connsiteY16806" fmla="*/ 1490234 h 4882701"/>
                <a:gd name="connsiteX16807" fmla="*/ 3706500 w 4954903"/>
                <a:gd name="connsiteY16807" fmla="*/ 1487449 h 4882701"/>
                <a:gd name="connsiteX16808" fmla="*/ 3691813 w 4954903"/>
                <a:gd name="connsiteY16808" fmla="*/ 1472762 h 4882701"/>
                <a:gd name="connsiteX16809" fmla="*/ 3690547 w 4954903"/>
                <a:gd name="connsiteY16809" fmla="*/ 1472762 h 4882701"/>
                <a:gd name="connsiteX16810" fmla="*/ 3688521 w 4954903"/>
                <a:gd name="connsiteY16810" fmla="*/ 1495046 h 4882701"/>
                <a:gd name="connsiteX16811" fmla="*/ 3706500 w 4954903"/>
                <a:gd name="connsiteY16811" fmla="*/ 1487449 h 4882701"/>
                <a:gd name="connsiteX16812" fmla="*/ 3636357 w 4954903"/>
                <a:gd name="connsiteY16812" fmla="*/ 1470229 h 4882701"/>
                <a:gd name="connsiteX16813" fmla="*/ 3635091 w 4954903"/>
                <a:gd name="connsiteY16813" fmla="*/ 1492513 h 4882701"/>
                <a:gd name="connsiteX16814" fmla="*/ 3653576 w 4954903"/>
                <a:gd name="connsiteY16814" fmla="*/ 1484916 h 4882701"/>
                <a:gd name="connsiteX16815" fmla="*/ 3638889 w 4954903"/>
                <a:gd name="connsiteY16815" fmla="*/ 1470229 h 4882701"/>
                <a:gd name="connsiteX16816" fmla="*/ 3636357 w 4954903"/>
                <a:gd name="connsiteY16816" fmla="*/ 1470229 h 4882701"/>
                <a:gd name="connsiteX16817" fmla="*/ 3599892 w 4954903"/>
                <a:gd name="connsiteY16817" fmla="*/ 1482131 h 4882701"/>
                <a:gd name="connsiteX16818" fmla="*/ 3584952 w 4954903"/>
                <a:gd name="connsiteY16818" fmla="*/ 1467444 h 4882701"/>
                <a:gd name="connsiteX16819" fmla="*/ 3583686 w 4954903"/>
                <a:gd name="connsiteY16819" fmla="*/ 1467444 h 4882701"/>
                <a:gd name="connsiteX16820" fmla="*/ 3579887 w 4954903"/>
                <a:gd name="connsiteY16820" fmla="*/ 1488968 h 4882701"/>
                <a:gd name="connsiteX16821" fmla="*/ 3599892 w 4954903"/>
                <a:gd name="connsiteY16821" fmla="*/ 1482131 h 4882701"/>
                <a:gd name="connsiteX16822" fmla="*/ 3545196 w 4954903"/>
                <a:gd name="connsiteY16822" fmla="*/ 1479599 h 4882701"/>
                <a:gd name="connsiteX16823" fmla="*/ 3530508 w 4954903"/>
                <a:gd name="connsiteY16823" fmla="*/ 1464912 h 4882701"/>
                <a:gd name="connsiteX16824" fmla="*/ 3529242 w 4954903"/>
                <a:gd name="connsiteY16824" fmla="*/ 1464912 h 4882701"/>
                <a:gd name="connsiteX16825" fmla="*/ 3525191 w 4954903"/>
                <a:gd name="connsiteY16825" fmla="*/ 1486436 h 4882701"/>
                <a:gd name="connsiteX16826" fmla="*/ 3545196 w 4954903"/>
                <a:gd name="connsiteY16826" fmla="*/ 1479599 h 4882701"/>
                <a:gd name="connsiteX16827" fmla="*/ 3489739 w 4954903"/>
                <a:gd name="connsiteY16827" fmla="*/ 1477067 h 4882701"/>
                <a:gd name="connsiteX16828" fmla="*/ 3474799 w 4954903"/>
                <a:gd name="connsiteY16828" fmla="*/ 1462379 h 4882701"/>
                <a:gd name="connsiteX16829" fmla="*/ 3473533 w 4954903"/>
                <a:gd name="connsiteY16829" fmla="*/ 1462379 h 4882701"/>
                <a:gd name="connsiteX16830" fmla="*/ 3468975 w 4954903"/>
                <a:gd name="connsiteY16830" fmla="*/ 1483904 h 4882701"/>
                <a:gd name="connsiteX16831" fmla="*/ 3489739 w 4954903"/>
                <a:gd name="connsiteY16831" fmla="*/ 1477067 h 4882701"/>
                <a:gd name="connsiteX16832" fmla="*/ 3433776 w 4954903"/>
                <a:gd name="connsiteY16832" fmla="*/ 1474787 h 4882701"/>
                <a:gd name="connsiteX16833" fmla="*/ 3418836 w 4954903"/>
                <a:gd name="connsiteY16833" fmla="*/ 1460100 h 4882701"/>
                <a:gd name="connsiteX16834" fmla="*/ 3417570 w 4954903"/>
                <a:gd name="connsiteY16834" fmla="*/ 1460100 h 4882701"/>
                <a:gd name="connsiteX16835" fmla="*/ 3412759 w 4954903"/>
                <a:gd name="connsiteY16835" fmla="*/ 1481624 h 4882701"/>
                <a:gd name="connsiteX16836" fmla="*/ 3433776 w 4954903"/>
                <a:gd name="connsiteY16836" fmla="*/ 1474787 h 4882701"/>
                <a:gd name="connsiteX16837" fmla="*/ 3360594 w 4954903"/>
                <a:gd name="connsiteY16837" fmla="*/ 1457821 h 4882701"/>
                <a:gd name="connsiteX16838" fmla="*/ 3355529 w 4954903"/>
                <a:gd name="connsiteY16838" fmla="*/ 1479345 h 4882701"/>
                <a:gd name="connsiteX16839" fmla="*/ 3377054 w 4954903"/>
                <a:gd name="connsiteY16839" fmla="*/ 1472508 h 4882701"/>
                <a:gd name="connsiteX16840" fmla="*/ 3362113 w 4954903"/>
                <a:gd name="connsiteY16840" fmla="*/ 1457821 h 4882701"/>
                <a:gd name="connsiteX16841" fmla="*/ 3360594 w 4954903"/>
                <a:gd name="connsiteY16841" fmla="*/ 1457821 h 4882701"/>
                <a:gd name="connsiteX16842" fmla="*/ 3304378 w 4954903"/>
                <a:gd name="connsiteY16842" fmla="*/ 1455542 h 4882701"/>
                <a:gd name="connsiteX16843" fmla="*/ 3303112 w 4954903"/>
                <a:gd name="connsiteY16843" fmla="*/ 1455542 h 4882701"/>
                <a:gd name="connsiteX16844" fmla="*/ 3297794 w 4954903"/>
                <a:gd name="connsiteY16844" fmla="*/ 1477067 h 4882701"/>
                <a:gd name="connsiteX16845" fmla="*/ 3319318 w 4954903"/>
                <a:gd name="connsiteY16845" fmla="*/ 1470229 h 4882701"/>
                <a:gd name="connsiteX16846" fmla="*/ 3304378 w 4954903"/>
                <a:gd name="connsiteY16846" fmla="*/ 1455542 h 4882701"/>
                <a:gd name="connsiteX16847" fmla="*/ 3246136 w 4954903"/>
                <a:gd name="connsiteY16847" fmla="*/ 1453263 h 4882701"/>
                <a:gd name="connsiteX16848" fmla="*/ 3238033 w 4954903"/>
                <a:gd name="connsiteY16848" fmla="*/ 1473775 h 4882701"/>
                <a:gd name="connsiteX16849" fmla="*/ 3261076 w 4954903"/>
                <a:gd name="connsiteY16849" fmla="*/ 1467697 h 4882701"/>
                <a:gd name="connsiteX16850" fmla="*/ 3246136 w 4954903"/>
                <a:gd name="connsiteY16850" fmla="*/ 1453263 h 4882701"/>
                <a:gd name="connsiteX16851" fmla="*/ 3187134 w 4954903"/>
                <a:gd name="connsiteY16851" fmla="*/ 1451237 h 4882701"/>
                <a:gd name="connsiteX16852" fmla="*/ 3178778 w 4954903"/>
                <a:gd name="connsiteY16852" fmla="*/ 1471749 h 4882701"/>
                <a:gd name="connsiteX16853" fmla="*/ 3202328 w 4954903"/>
                <a:gd name="connsiteY16853" fmla="*/ 1465671 h 4882701"/>
                <a:gd name="connsiteX16854" fmla="*/ 3187134 w 4954903"/>
                <a:gd name="connsiteY16854" fmla="*/ 1451237 h 4882701"/>
                <a:gd name="connsiteX16855" fmla="*/ 3127626 w 4954903"/>
                <a:gd name="connsiteY16855" fmla="*/ 1449212 h 4882701"/>
                <a:gd name="connsiteX16856" fmla="*/ 3119016 w 4954903"/>
                <a:gd name="connsiteY16856" fmla="*/ 1469723 h 4882701"/>
                <a:gd name="connsiteX16857" fmla="*/ 3142566 w 4954903"/>
                <a:gd name="connsiteY16857" fmla="*/ 1463645 h 4882701"/>
                <a:gd name="connsiteX16858" fmla="*/ 3127626 w 4954903"/>
                <a:gd name="connsiteY16858" fmla="*/ 1449212 h 4882701"/>
                <a:gd name="connsiteX16859" fmla="*/ 3067612 w 4954903"/>
                <a:gd name="connsiteY16859" fmla="*/ 1447186 h 4882701"/>
                <a:gd name="connsiteX16860" fmla="*/ 3058495 w 4954903"/>
                <a:gd name="connsiteY16860" fmla="*/ 1467697 h 4882701"/>
                <a:gd name="connsiteX16861" fmla="*/ 3082552 w 4954903"/>
                <a:gd name="connsiteY16861" fmla="*/ 1461620 h 4882701"/>
                <a:gd name="connsiteX16862" fmla="*/ 3082552 w 4954903"/>
                <a:gd name="connsiteY16862" fmla="*/ 1461620 h 4882701"/>
                <a:gd name="connsiteX16863" fmla="*/ 3067612 w 4954903"/>
                <a:gd name="connsiteY16863" fmla="*/ 1447186 h 4882701"/>
                <a:gd name="connsiteX16864" fmla="*/ 3007091 w 4954903"/>
                <a:gd name="connsiteY16864" fmla="*/ 1445160 h 4882701"/>
                <a:gd name="connsiteX16865" fmla="*/ 2997721 w 4954903"/>
                <a:gd name="connsiteY16865" fmla="*/ 1465671 h 4882701"/>
                <a:gd name="connsiteX16866" fmla="*/ 3022031 w 4954903"/>
                <a:gd name="connsiteY16866" fmla="*/ 1459594 h 4882701"/>
                <a:gd name="connsiteX16867" fmla="*/ 3007091 w 4954903"/>
                <a:gd name="connsiteY16867" fmla="*/ 1445160 h 4882701"/>
                <a:gd name="connsiteX16868" fmla="*/ 2945810 w 4954903"/>
                <a:gd name="connsiteY16868" fmla="*/ 1443387 h 4882701"/>
                <a:gd name="connsiteX16869" fmla="*/ 2936187 w 4954903"/>
                <a:gd name="connsiteY16869" fmla="*/ 1463899 h 4882701"/>
                <a:gd name="connsiteX16870" fmla="*/ 2960750 w 4954903"/>
                <a:gd name="connsiteY16870" fmla="*/ 1457821 h 4882701"/>
                <a:gd name="connsiteX16871" fmla="*/ 2945810 w 4954903"/>
                <a:gd name="connsiteY16871" fmla="*/ 1443387 h 4882701"/>
                <a:gd name="connsiteX16872" fmla="*/ 2884276 w 4954903"/>
                <a:gd name="connsiteY16872" fmla="*/ 1441615 h 4882701"/>
                <a:gd name="connsiteX16873" fmla="*/ 2874400 w 4954903"/>
                <a:gd name="connsiteY16873" fmla="*/ 1462126 h 4882701"/>
                <a:gd name="connsiteX16874" fmla="*/ 2899216 w 4954903"/>
                <a:gd name="connsiteY16874" fmla="*/ 1456049 h 4882701"/>
                <a:gd name="connsiteX16875" fmla="*/ 2884276 w 4954903"/>
                <a:gd name="connsiteY16875" fmla="*/ 1441615 h 4882701"/>
                <a:gd name="connsiteX16876" fmla="*/ 2822236 w 4954903"/>
                <a:gd name="connsiteY16876" fmla="*/ 1439842 h 4882701"/>
                <a:gd name="connsiteX16877" fmla="*/ 2811853 w 4954903"/>
                <a:gd name="connsiteY16877" fmla="*/ 1460354 h 4882701"/>
                <a:gd name="connsiteX16878" fmla="*/ 2836923 w 4954903"/>
                <a:gd name="connsiteY16878" fmla="*/ 1454276 h 4882701"/>
                <a:gd name="connsiteX16879" fmla="*/ 2822236 w 4954903"/>
                <a:gd name="connsiteY16879" fmla="*/ 1439842 h 4882701"/>
                <a:gd name="connsiteX16880" fmla="*/ 2759689 w 4954903"/>
                <a:gd name="connsiteY16880" fmla="*/ 1438070 h 4882701"/>
                <a:gd name="connsiteX16881" fmla="*/ 2749053 w 4954903"/>
                <a:gd name="connsiteY16881" fmla="*/ 1458581 h 4882701"/>
                <a:gd name="connsiteX16882" fmla="*/ 2774376 w 4954903"/>
                <a:gd name="connsiteY16882" fmla="*/ 1452250 h 4882701"/>
                <a:gd name="connsiteX16883" fmla="*/ 2759689 w 4954903"/>
                <a:gd name="connsiteY16883" fmla="*/ 1438070 h 4882701"/>
                <a:gd name="connsiteX16884" fmla="*/ 2696889 w 4954903"/>
                <a:gd name="connsiteY16884" fmla="*/ 1436550 h 4882701"/>
                <a:gd name="connsiteX16885" fmla="*/ 2685241 w 4954903"/>
                <a:gd name="connsiteY16885" fmla="*/ 1456049 h 4882701"/>
                <a:gd name="connsiteX16886" fmla="*/ 2711576 w 4954903"/>
                <a:gd name="connsiteY16886" fmla="*/ 1450731 h 4882701"/>
                <a:gd name="connsiteX16887" fmla="*/ 2696889 w 4954903"/>
                <a:gd name="connsiteY16887" fmla="*/ 1436550 h 4882701"/>
                <a:gd name="connsiteX16888" fmla="*/ 2312492 w 4954903"/>
                <a:gd name="connsiteY16888" fmla="*/ 1429207 h 4882701"/>
                <a:gd name="connsiteX16889" fmla="*/ 2299071 w 4954903"/>
                <a:gd name="connsiteY16889" fmla="*/ 1448958 h 4882701"/>
                <a:gd name="connsiteX16890" fmla="*/ 2326673 w 4954903"/>
                <a:gd name="connsiteY16890" fmla="*/ 1443387 h 4882701"/>
                <a:gd name="connsiteX16891" fmla="*/ 2312492 w 4954903"/>
                <a:gd name="connsiteY16891" fmla="*/ 1429207 h 4882701"/>
                <a:gd name="connsiteX16892" fmla="*/ 1559145 w 4954903"/>
                <a:gd name="connsiteY16892" fmla="*/ 1424142 h 4882701"/>
                <a:gd name="connsiteX16893" fmla="*/ 1544458 w 4954903"/>
                <a:gd name="connsiteY16893" fmla="*/ 1444147 h 4882701"/>
                <a:gd name="connsiteX16894" fmla="*/ 1569781 w 4954903"/>
                <a:gd name="connsiteY16894" fmla="*/ 1438323 h 4882701"/>
                <a:gd name="connsiteX16895" fmla="*/ 1559145 w 4954903"/>
                <a:gd name="connsiteY16895" fmla="*/ 1424142 h 4882701"/>
                <a:gd name="connsiteX16896" fmla="*/ 1511792 w 4954903"/>
                <a:gd name="connsiteY16896" fmla="*/ 1438323 h 4882701"/>
                <a:gd name="connsiteX16897" fmla="*/ 1501410 w 4954903"/>
                <a:gd name="connsiteY16897" fmla="*/ 1424395 h 4882701"/>
                <a:gd name="connsiteX16898" fmla="*/ 1486469 w 4954903"/>
                <a:gd name="connsiteY16898" fmla="*/ 1444400 h 4882701"/>
                <a:gd name="connsiteX16899" fmla="*/ 1511792 w 4954903"/>
                <a:gd name="connsiteY16899" fmla="*/ 1438323 h 4882701"/>
                <a:gd name="connsiteX16900" fmla="*/ 211224 w 4954903"/>
                <a:gd name="connsiteY16900" fmla="*/ 1513278 h 4882701"/>
                <a:gd name="connsiteX16901" fmla="*/ 218567 w 4954903"/>
                <a:gd name="connsiteY16901" fmla="*/ 1501123 h 4882701"/>
                <a:gd name="connsiteX16902" fmla="*/ 222366 w 4954903"/>
                <a:gd name="connsiteY16902" fmla="*/ 1487702 h 4882701"/>
                <a:gd name="connsiteX16903" fmla="*/ 211224 w 4954903"/>
                <a:gd name="connsiteY16903" fmla="*/ 1513278 h 4882701"/>
                <a:gd name="connsiteX16904" fmla="*/ 202614 w 4954903"/>
                <a:gd name="connsiteY16904" fmla="*/ 1516317 h 4882701"/>
                <a:gd name="connsiteX16905" fmla="*/ 209451 w 4954903"/>
                <a:gd name="connsiteY16905" fmla="*/ 1503908 h 4882701"/>
                <a:gd name="connsiteX16906" fmla="*/ 213756 w 4954903"/>
                <a:gd name="connsiteY16906" fmla="*/ 1490487 h 4882701"/>
                <a:gd name="connsiteX16907" fmla="*/ 213503 w 4954903"/>
                <a:gd name="connsiteY16907" fmla="*/ 1490487 h 4882701"/>
                <a:gd name="connsiteX16908" fmla="*/ 202614 w 4954903"/>
                <a:gd name="connsiteY16908" fmla="*/ 1516317 h 4882701"/>
                <a:gd name="connsiteX16909" fmla="*/ 195777 w 4954903"/>
                <a:gd name="connsiteY16909" fmla="*/ 1519608 h 4882701"/>
                <a:gd name="connsiteX16910" fmla="*/ 202108 w 4954903"/>
                <a:gd name="connsiteY16910" fmla="*/ 1507200 h 4882701"/>
                <a:gd name="connsiteX16911" fmla="*/ 206919 w 4954903"/>
                <a:gd name="connsiteY16911" fmla="*/ 1493779 h 4882701"/>
                <a:gd name="connsiteX16912" fmla="*/ 206666 w 4954903"/>
                <a:gd name="connsiteY16912" fmla="*/ 1493779 h 4882701"/>
                <a:gd name="connsiteX16913" fmla="*/ 195777 w 4954903"/>
                <a:gd name="connsiteY16913" fmla="*/ 1519608 h 4882701"/>
                <a:gd name="connsiteX16914" fmla="*/ 195777 w 4954903"/>
                <a:gd name="connsiteY16914" fmla="*/ 1519608 h 4882701"/>
                <a:gd name="connsiteX16915" fmla="*/ 190459 w 4954903"/>
                <a:gd name="connsiteY16915" fmla="*/ 1522647 h 4882701"/>
                <a:gd name="connsiteX16916" fmla="*/ 196283 w 4954903"/>
                <a:gd name="connsiteY16916" fmla="*/ 1510239 h 4882701"/>
                <a:gd name="connsiteX16917" fmla="*/ 201348 w 4954903"/>
                <a:gd name="connsiteY16917" fmla="*/ 1496818 h 4882701"/>
                <a:gd name="connsiteX16918" fmla="*/ 201348 w 4954903"/>
                <a:gd name="connsiteY16918" fmla="*/ 1496818 h 4882701"/>
                <a:gd name="connsiteX16919" fmla="*/ 190459 w 4954903"/>
                <a:gd name="connsiteY16919" fmla="*/ 1522647 h 4882701"/>
                <a:gd name="connsiteX16920" fmla="*/ 190459 w 4954903"/>
                <a:gd name="connsiteY16920" fmla="*/ 1522647 h 4882701"/>
                <a:gd name="connsiteX16921" fmla="*/ 197803 w 4954903"/>
                <a:gd name="connsiteY16921" fmla="*/ 1499857 h 4882701"/>
                <a:gd name="connsiteX16922" fmla="*/ 186914 w 4954903"/>
                <a:gd name="connsiteY16922" fmla="*/ 1525686 h 4882701"/>
                <a:gd name="connsiteX16923" fmla="*/ 192485 w 4954903"/>
                <a:gd name="connsiteY16923" fmla="*/ 1513278 h 4882701"/>
                <a:gd name="connsiteX16924" fmla="*/ 197803 w 4954903"/>
                <a:gd name="connsiteY16924" fmla="*/ 1499857 h 4882701"/>
                <a:gd name="connsiteX16925" fmla="*/ 4775620 w 4954903"/>
                <a:gd name="connsiteY16925" fmla="*/ 1548476 h 4882701"/>
                <a:gd name="connsiteX16926" fmla="*/ 4769289 w 4954903"/>
                <a:gd name="connsiteY16926" fmla="*/ 1533536 h 4882701"/>
                <a:gd name="connsiteX16927" fmla="*/ 4779672 w 4954903"/>
                <a:gd name="connsiteY16927" fmla="*/ 1559365 h 4882701"/>
                <a:gd name="connsiteX16928" fmla="*/ 4775620 w 4954903"/>
                <a:gd name="connsiteY16928" fmla="*/ 1548476 h 4882701"/>
                <a:gd name="connsiteX16929" fmla="*/ 4776886 w 4954903"/>
                <a:gd name="connsiteY16929" fmla="*/ 1555820 h 4882701"/>
                <a:gd name="connsiteX16930" fmla="*/ 4773088 w 4954903"/>
                <a:gd name="connsiteY16930" fmla="*/ 1545184 h 4882701"/>
                <a:gd name="connsiteX16931" fmla="*/ 4766504 w 4954903"/>
                <a:gd name="connsiteY16931" fmla="*/ 1530244 h 4882701"/>
                <a:gd name="connsiteX16932" fmla="*/ 4766504 w 4954903"/>
                <a:gd name="connsiteY16932" fmla="*/ 1530244 h 4882701"/>
                <a:gd name="connsiteX16933" fmla="*/ 4776886 w 4954903"/>
                <a:gd name="connsiteY16933" fmla="*/ 1555820 h 4882701"/>
                <a:gd name="connsiteX16934" fmla="*/ 4776886 w 4954903"/>
                <a:gd name="connsiteY16934" fmla="*/ 1555820 h 4882701"/>
                <a:gd name="connsiteX16935" fmla="*/ 4768530 w 4954903"/>
                <a:gd name="connsiteY16935" fmla="*/ 1541639 h 4882701"/>
                <a:gd name="connsiteX16936" fmla="*/ 4761439 w 4954903"/>
                <a:gd name="connsiteY16936" fmla="*/ 1526699 h 4882701"/>
                <a:gd name="connsiteX16937" fmla="*/ 4761186 w 4954903"/>
                <a:gd name="connsiteY16937" fmla="*/ 1526699 h 4882701"/>
                <a:gd name="connsiteX16938" fmla="*/ 4771822 w 4954903"/>
                <a:gd name="connsiteY16938" fmla="*/ 1552528 h 4882701"/>
                <a:gd name="connsiteX16939" fmla="*/ 4768530 w 4954903"/>
                <a:gd name="connsiteY16939" fmla="*/ 1541639 h 4882701"/>
                <a:gd name="connsiteX16940" fmla="*/ 4754602 w 4954903"/>
                <a:gd name="connsiteY16940" fmla="*/ 1523407 h 4882701"/>
                <a:gd name="connsiteX16941" fmla="*/ 4754602 w 4954903"/>
                <a:gd name="connsiteY16941" fmla="*/ 1523407 h 4882701"/>
                <a:gd name="connsiteX16942" fmla="*/ 4765238 w 4954903"/>
                <a:gd name="connsiteY16942" fmla="*/ 1549236 h 4882701"/>
                <a:gd name="connsiteX16943" fmla="*/ 4762199 w 4954903"/>
                <a:gd name="connsiteY16943" fmla="*/ 1538347 h 4882701"/>
                <a:gd name="connsiteX16944" fmla="*/ 4754602 w 4954903"/>
                <a:gd name="connsiteY16944" fmla="*/ 1523407 h 4882701"/>
                <a:gd name="connsiteX16945" fmla="*/ 4745993 w 4954903"/>
                <a:gd name="connsiteY16945" fmla="*/ 1519862 h 4882701"/>
                <a:gd name="connsiteX16946" fmla="*/ 4745993 w 4954903"/>
                <a:gd name="connsiteY16946" fmla="*/ 1519862 h 4882701"/>
                <a:gd name="connsiteX16947" fmla="*/ 4756375 w 4954903"/>
                <a:gd name="connsiteY16947" fmla="*/ 1545691 h 4882701"/>
                <a:gd name="connsiteX16948" fmla="*/ 4753843 w 4954903"/>
                <a:gd name="connsiteY16948" fmla="*/ 1534802 h 4882701"/>
                <a:gd name="connsiteX16949" fmla="*/ 4745993 w 4954903"/>
                <a:gd name="connsiteY16949" fmla="*/ 1519862 h 4882701"/>
                <a:gd name="connsiteX16950" fmla="*/ 4735610 w 4954903"/>
                <a:gd name="connsiteY16950" fmla="*/ 1516317 h 4882701"/>
                <a:gd name="connsiteX16951" fmla="*/ 4735610 w 4954903"/>
                <a:gd name="connsiteY16951" fmla="*/ 1516317 h 4882701"/>
                <a:gd name="connsiteX16952" fmla="*/ 4745993 w 4954903"/>
                <a:gd name="connsiteY16952" fmla="*/ 1542146 h 4882701"/>
                <a:gd name="connsiteX16953" fmla="*/ 4743967 w 4954903"/>
                <a:gd name="connsiteY16953" fmla="*/ 1531257 h 4882701"/>
                <a:gd name="connsiteX16954" fmla="*/ 4735610 w 4954903"/>
                <a:gd name="connsiteY16954" fmla="*/ 1516317 h 4882701"/>
                <a:gd name="connsiteX16955" fmla="*/ 4723203 w 4954903"/>
                <a:gd name="connsiteY16955" fmla="*/ 1512771 h 4882701"/>
                <a:gd name="connsiteX16956" fmla="*/ 4722949 w 4954903"/>
                <a:gd name="connsiteY16956" fmla="*/ 1512771 h 4882701"/>
                <a:gd name="connsiteX16957" fmla="*/ 4733078 w 4954903"/>
                <a:gd name="connsiteY16957" fmla="*/ 1538347 h 4882701"/>
                <a:gd name="connsiteX16958" fmla="*/ 4731812 w 4954903"/>
                <a:gd name="connsiteY16958" fmla="*/ 1527712 h 4882701"/>
                <a:gd name="connsiteX16959" fmla="*/ 4723203 w 4954903"/>
                <a:gd name="connsiteY16959" fmla="*/ 1512771 h 4882701"/>
                <a:gd name="connsiteX16960" fmla="*/ 4709275 w 4954903"/>
                <a:gd name="connsiteY16960" fmla="*/ 1509226 h 4882701"/>
                <a:gd name="connsiteX16961" fmla="*/ 4709022 w 4954903"/>
                <a:gd name="connsiteY16961" fmla="*/ 1509226 h 4882701"/>
                <a:gd name="connsiteX16962" fmla="*/ 4719151 w 4954903"/>
                <a:gd name="connsiteY16962" fmla="*/ 1534802 h 4882701"/>
                <a:gd name="connsiteX16963" fmla="*/ 4718391 w 4954903"/>
                <a:gd name="connsiteY16963" fmla="*/ 1524166 h 4882701"/>
                <a:gd name="connsiteX16964" fmla="*/ 4709275 w 4954903"/>
                <a:gd name="connsiteY16964" fmla="*/ 1509226 h 4882701"/>
                <a:gd name="connsiteX16965" fmla="*/ 4693575 w 4954903"/>
                <a:gd name="connsiteY16965" fmla="*/ 1505934 h 4882701"/>
                <a:gd name="connsiteX16966" fmla="*/ 4693322 w 4954903"/>
                <a:gd name="connsiteY16966" fmla="*/ 1505934 h 4882701"/>
                <a:gd name="connsiteX16967" fmla="*/ 4703451 w 4954903"/>
                <a:gd name="connsiteY16967" fmla="*/ 1531510 h 4882701"/>
                <a:gd name="connsiteX16968" fmla="*/ 4703197 w 4954903"/>
                <a:gd name="connsiteY16968" fmla="*/ 1520875 h 4882701"/>
                <a:gd name="connsiteX16969" fmla="*/ 4693575 w 4954903"/>
                <a:gd name="connsiteY16969" fmla="*/ 1505934 h 4882701"/>
                <a:gd name="connsiteX16970" fmla="*/ 4676103 w 4954903"/>
                <a:gd name="connsiteY16970" fmla="*/ 1502389 h 4882701"/>
                <a:gd name="connsiteX16971" fmla="*/ 4675343 w 4954903"/>
                <a:gd name="connsiteY16971" fmla="*/ 1502389 h 4882701"/>
                <a:gd name="connsiteX16972" fmla="*/ 4685725 w 4954903"/>
                <a:gd name="connsiteY16972" fmla="*/ 1527712 h 4882701"/>
                <a:gd name="connsiteX16973" fmla="*/ 4685725 w 4954903"/>
                <a:gd name="connsiteY16973" fmla="*/ 1517076 h 4882701"/>
                <a:gd name="connsiteX16974" fmla="*/ 4676103 w 4954903"/>
                <a:gd name="connsiteY16974" fmla="*/ 1502389 h 4882701"/>
                <a:gd name="connsiteX16975" fmla="*/ 4666480 w 4954903"/>
                <a:gd name="connsiteY16975" fmla="*/ 1524420 h 4882701"/>
                <a:gd name="connsiteX16976" fmla="*/ 4666986 w 4954903"/>
                <a:gd name="connsiteY16976" fmla="*/ 1513784 h 4882701"/>
                <a:gd name="connsiteX16977" fmla="*/ 4666986 w 4954903"/>
                <a:gd name="connsiteY16977" fmla="*/ 1513784 h 4882701"/>
                <a:gd name="connsiteX16978" fmla="*/ 4656857 w 4954903"/>
                <a:gd name="connsiteY16978" fmla="*/ 1498844 h 4882701"/>
                <a:gd name="connsiteX16979" fmla="*/ 4656097 w 4954903"/>
                <a:gd name="connsiteY16979" fmla="*/ 1498844 h 4882701"/>
                <a:gd name="connsiteX16980" fmla="*/ 4666480 w 4954903"/>
                <a:gd name="connsiteY16980" fmla="*/ 1524420 h 4882701"/>
                <a:gd name="connsiteX16981" fmla="*/ 4636346 w 4954903"/>
                <a:gd name="connsiteY16981" fmla="*/ 1495299 h 4882701"/>
                <a:gd name="connsiteX16982" fmla="*/ 4635840 w 4954903"/>
                <a:gd name="connsiteY16982" fmla="*/ 1495299 h 4882701"/>
                <a:gd name="connsiteX16983" fmla="*/ 4644955 w 4954903"/>
                <a:gd name="connsiteY16983" fmla="*/ 1520621 h 4882701"/>
                <a:gd name="connsiteX16984" fmla="*/ 4646475 w 4954903"/>
                <a:gd name="connsiteY16984" fmla="*/ 1510239 h 4882701"/>
                <a:gd name="connsiteX16985" fmla="*/ 4636346 w 4954903"/>
                <a:gd name="connsiteY16985" fmla="*/ 1495299 h 4882701"/>
                <a:gd name="connsiteX16986" fmla="*/ 4624698 w 4954903"/>
                <a:gd name="connsiteY16986" fmla="*/ 1506694 h 4882701"/>
                <a:gd name="connsiteX16987" fmla="*/ 4614062 w 4954903"/>
                <a:gd name="connsiteY16987" fmla="*/ 1491754 h 4882701"/>
                <a:gd name="connsiteX16988" fmla="*/ 4613049 w 4954903"/>
                <a:gd name="connsiteY16988" fmla="*/ 1491754 h 4882701"/>
                <a:gd name="connsiteX16989" fmla="*/ 4622672 w 4954903"/>
                <a:gd name="connsiteY16989" fmla="*/ 1516823 h 4882701"/>
                <a:gd name="connsiteX16990" fmla="*/ 4624698 w 4954903"/>
                <a:gd name="connsiteY16990" fmla="*/ 1506694 h 4882701"/>
                <a:gd name="connsiteX16991" fmla="*/ 4601147 w 4954903"/>
                <a:gd name="connsiteY16991" fmla="*/ 1503402 h 4882701"/>
                <a:gd name="connsiteX16992" fmla="*/ 4590259 w 4954903"/>
                <a:gd name="connsiteY16992" fmla="*/ 1488462 h 4882701"/>
                <a:gd name="connsiteX16993" fmla="*/ 4589246 w 4954903"/>
                <a:gd name="connsiteY16993" fmla="*/ 1488462 h 4882701"/>
                <a:gd name="connsiteX16994" fmla="*/ 4598615 w 4954903"/>
                <a:gd name="connsiteY16994" fmla="*/ 1513531 h 4882701"/>
                <a:gd name="connsiteX16995" fmla="*/ 4601147 w 4954903"/>
                <a:gd name="connsiteY16995" fmla="*/ 1503402 h 4882701"/>
                <a:gd name="connsiteX16996" fmla="*/ 4563923 w 4954903"/>
                <a:gd name="connsiteY16996" fmla="*/ 1485170 h 4882701"/>
                <a:gd name="connsiteX16997" fmla="*/ 4573293 w 4954903"/>
                <a:gd name="connsiteY16997" fmla="*/ 1510239 h 4882701"/>
                <a:gd name="connsiteX16998" fmla="*/ 4576331 w 4954903"/>
                <a:gd name="connsiteY16998" fmla="*/ 1499857 h 4882701"/>
                <a:gd name="connsiteX16999" fmla="*/ 4565189 w 4954903"/>
                <a:gd name="connsiteY16999" fmla="*/ 1484916 h 4882701"/>
                <a:gd name="connsiteX17000" fmla="*/ 4563923 w 4954903"/>
                <a:gd name="connsiteY17000" fmla="*/ 1485170 h 4882701"/>
                <a:gd name="connsiteX17001" fmla="*/ 4546198 w 4954903"/>
                <a:gd name="connsiteY17001" fmla="*/ 1506694 h 4882701"/>
                <a:gd name="connsiteX17002" fmla="*/ 4549743 w 4954903"/>
                <a:gd name="connsiteY17002" fmla="*/ 1496312 h 4882701"/>
                <a:gd name="connsiteX17003" fmla="*/ 4538348 w 4954903"/>
                <a:gd name="connsiteY17003" fmla="*/ 1481371 h 4882701"/>
                <a:gd name="connsiteX17004" fmla="*/ 4537081 w 4954903"/>
                <a:gd name="connsiteY17004" fmla="*/ 1481371 h 4882701"/>
                <a:gd name="connsiteX17005" fmla="*/ 4546198 w 4954903"/>
                <a:gd name="connsiteY17005" fmla="*/ 1506694 h 4882701"/>
                <a:gd name="connsiteX17006" fmla="*/ 4508720 w 4954903"/>
                <a:gd name="connsiteY17006" fmla="*/ 1478333 h 4882701"/>
                <a:gd name="connsiteX17007" fmla="*/ 4517077 w 4954903"/>
                <a:gd name="connsiteY17007" fmla="*/ 1502895 h 4882701"/>
                <a:gd name="connsiteX17008" fmla="*/ 4521635 w 4954903"/>
                <a:gd name="connsiteY17008" fmla="*/ 1493020 h 4882701"/>
                <a:gd name="connsiteX17009" fmla="*/ 4509986 w 4954903"/>
                <a:gd name="connsiteY17009" fmla="*/ 1478079 h 4882701"/>
                <a:gd name="connsiteX17010" fmla="*/ 4508720 w 4954903"/>
                <a:gd name="connsiteY17010" fmla="*/ 1478333 h 4882701"/>
                <a:gd name="connsiteX17011" fmla="*/ 4480106 w 4954903"/>
                <a:gd name="connsiteY17011" fmla="*/ 1474787 h 4882701"/>
                <a:gd name="connsiteX17012" fmla="*/ 4478839 w 4954903"/>
                <a:gd name="connsiteY17012" fmla="*/ 1474787 h 4882701"/>
                <a:gd name="connsiteX17013" fmla="*/ 4486943 w 4954903"/>
                <a:gd name="connsiteY17013" fmla="*/ 1499350 h 4882701"/>
                <a:gd name="connsiteX17014" fmla="*/ 4492260 w 4954903"/>
                <a:gd name="connsiteY17014" fmla="*/ 1489475 h 4882701"/>
                <a:gd name="connsiteX17015" fmla="*/ 4480106 w 4954903"/>
                <a:gd name="connsiteY17015" fmla="*/ 1474787 h 4882701"/>
                <a:gd name="connsiteX17016" fmla="*/ 4448959 w 4954903"/>
                <a:gd name="connsiteY17016" fmla="*/ 1471496 h 4882701"/>
                <a:gd name="connsiteX17017" fmla="*/ 4447693 w 4954903"/>
                <a:gd name="connsiteY17017" fmla="*/ 1471496 h 4882701"/>
                <a:gd name="connsiteX17018" fmla="*/ 4455543 w 4954903"/>
                <a:gd name="connsiteY17018" fmla="*/ 1496058 h 4882701"/>
                <a:gd name="connsiteX17019" fmla="*/ 4461114 w 4954903"/>
                <a:gd name="connsiteY17019" fmla="*/ 1486183 h 4882701"/>
                <a:gd name="connsiteX17020" fmla="*/ 4448959 w 4954903"/>
                <a:gd name="connsiteY17020" fmla="*/ 1471496 h 4882701"/>
                <a:gd name="connsiteX17021" fmla="*/ 4416546 w 4954903"/>
                <a:gd name="connsiteY17021" fmla="*/ 1468204 h 4882701"/>
                <a:gd name="connsiteX17022" fmla="*/ 4415027 w 4954903"/>
                <a:gd name="connsiteY17022" fmla="*/ 1468204 h 4882701"/>
                <a:gd name="connsiteX17023" fmla="*/ 4422623 w 4954903"/>
                <a:gd name="connsiteY17023" fmla="*/ 1492766 h 4882701"/>
                <a:gd name="connsiteX17024" fmla="*/ 4428701 w 4954903"/>
                <a:gd name="connsiteY17024" fmla="*/ 1482891 h 4882701"/>
                <a:gd name="connsiteX17025" fmla="*/ 4416546 w 4954903"/>
                <a:gd name="connsiteY17025" fmla="*/ 1468204 h 4882701"/>
                <a:gd name="connsiteX17026" fmla="*/ 4382614 w 4954903"/>
                <a:gd name="connsiteY17026" fmla="*/ 1464912 h 4882701"/>
                <a:gd name="connsiteX17027" fmla="*/ 4381094 w 4954903"/>
                <a:gd name="connsiteY17027" fmla="*/ 1464912 h 4882701"/>
                <a:gd name="connsiteX17028" fmla="*/ 4388691 w 4954903"/>
                <a:gd name="connsiteY17028" fmla="*/ 1489475 h 4882701"/>
                <a:gd name="connsiteX17029" fmla="*/ 4395275 w 4954903"/>
                <a:gd name="connsiteY17029" fmla="*/ 1479599 h 4882701"/>
                <a:gd name="connsiteX17030" fmla="*/ 4382614 w 4954903"/>
                <a:gd name="connsiteY17030" fmla="*/ 1464912 h 4882701"/>
                <a:gd name="connsiteX17031" fmla="*/ 4347415 w 4954903"/>
                <a:gd name="connsiteY17031" fmla="*/ 1461620 h 4882701"/>
                <a:gd name="connsiteX17032" fmla="*/ 4345896 w 4954903"/>
                <a:gd name="connsiteY17032" fmla="*/ 1461620 h 4882701"/>
                <a:gd name="connsiteX17033" fmla="*/ 4352226 w 4954903"/>
                <a:gd name="connsiteY17033" fmla="*/ 1485676 h 4882701"/>
                <a:gd name="connsiteX17034" fmla="*/ 4360330 w 4954903"/>
                <a:gd name="connsiteY17034" fmla="*/ 1476307 h 4882701"/>
                <a:gd name="connsiteX17035" fmla="*/ 4347415 w 4954903"/>
                <a:gd name="connsiteY17035" fmla="*/ 1461620 h 4882701"/>
                <a:gd name="connsiteX17036" fmla="*/ 4315509 w 4954903"/>
                <a:gd name="connsiteY17036" fmla="*/ 1482637 h 4882701"/>
                <a:gd name="connsiteX17037" fmla="*/ 4323865 w 4954903"/>
                <a:gd name="connsiteY17037" fmla="*/ 1473268 h 4882701"/>
                <a:gd name="connsiteX17038" fmla="*/ 4310951 w 4954903"/>
                <a:gd name="connsiteY17038" fmla="*/ 1458581 h 4882701"/>
                <a:gd name="connsiteX17039" fmla="*/ 4309431 w 4954903"/>
                <a:gd name="connsiteY17039" fmla="*/ 1458581 h 4882701"/>
                <a:gd name="connsiteX17040" fmla="*/ 4315509 w 4954903"/>
                <a:gd name="connsiteY17040" fmla="*/ 1482637 h 4882701"/>
                <a:gd name="connsiteX17041" fmla="*/ 4277525 w 4954903"/>
                <a:gd name="connsiteY17041" fmla="*/ 1479345 h 4882701"/>
                <a:gd name="connsiteX17042" fmla="*/ 4286388 w 4954903"/>
                <a:gd name="connsiteY17042" fmla="*/ 1469976 h 4882701"/>
                <a:gd name="connsiteX17043" fmla="*/ 4286388 w 4954903"/>
                <a:gd name="connsiteY17043" fmla="*/ 1469976 h 4882701"/>
                <a:gd name="connsiteX17044" fmla="*/ 4273220 w 4954903"/>
                <a:gd name="connsiteY17044" fmla="*/ 1455289 h 4882701"/>
                <a:gd name="connsiteX17045" fmla="*/ 4271447 w 4954903"/>
                <a:gd name="connsiteY17045" fmla="*/ 1455289 h 4882701"/>
                <a:gd name="connsiteX17046" fmla="*/ 4277525 w 4954903"/>
                <a:gd name="connsiteY17046" fmla="*/ 1479345 h 4882701"/>
                <a:gd name="connsiteX17047" fmla="*/ 4238275 w 4954903"/>
                <a:gd name="connsiteY17047" fmla="*/ 1476054 h 4882701"/>
                <a:gd name="connsiteX17048" fmla="*/ 4247644 w 4954903"/>
                <a:gd name="connsiteY17048" fmla="*/ 1466684 h 4882701"/>
                <a:gd name="connsiteX17049" fmla="*/ 4234223 w 4954903"/>
                <a:gd name="connsiteY17049" fmla="*/ 1451997 h 4882701"/>
                <a:gd name="connsiteX17050" fmla="*/ 4232451 w 4954903"/>
                <a:gd name="connsiteY17050" fmla="*/ 1451997 h 4882701"/>
                <a:gd name="connsiteX17051" fmla="*/ 4238275 w 4954903"/>
                <a:gd name="connsiteY17051" fmla="*/ 1476054 h 4882701"/>
                <a:gd name="connsiteX17052" fmla="*/ 4207635 w 4954903"/>
                <a:gd name="connsiteY17052" fmla="*/ 1463645 h 4882701"/>
                <a:gd name="connsiteX17053" fmla="*/ 4194214 w 4954903"/>
                <a:gd name="connsiteY17053" fmla="*/ 1448958 h 4882701"/>
                <a:gd name="connsiteX17054" fmla="*/ 4192441 w 4954903"/>
                <a:gd name="connsiteY17054" fmla="*/ 1448958 h 4882701"/>
                <a:gd name="connsiteX17055" fmla="*/ 4196999 w 4954903"/>
                <a:gd name="connsiteY17055" fmla="*/ 1472508 h 4882701"/>
                <a:gd name="connsiteX17056" fmla="*/ 4207635 w 4954903"/>
                <a:gd name="connsiteY17056" fmla="*/ 1463645 h 4882701"/>
                <a:gd name="connsiteX17057" fmla="*/ 4166359 w 4954903"/>
                <a:gd name="connsiteY17057" fmla="*/ 1460354 h 4882701"/>
                <a:gd name="connsiteX17058" fmla="*/ 4152685 w 4954903"/>
                <a:gd name="connsiteY17058" fmla="*/ 1445666 h 4882701"/>
                <a:gd name="connsiteX17059" fmla="*/ 4150912 w 4954903"/>
                <a:gd name="connsiteY17059" fmla="*/ 1445666 h 4882701"/>
                <a:gd name="connsiteX17060" fmla="*/ 4155217 w 4954903"/>
                <a:gd name="connsiteY17060" fmla="*/ 1469216 h 4882701"/>
                <a:gd name="connsiteX17061" fmla="*/ 4166359 w 4954903"/>
                <a:gd name="connsiteY17061" fmla="*/ 1460354 h 4882701"/>
                <a:gd name="connsiteX17062" fmla="*/ 4124070 w 4954903"/>
                <a:gd name="connsiteY17062" fmla="*/ 1457315 h 4882701"/>
                <a:gd name="connsiteX17063" fmla="*/ 4110142 w 4954903"/>
                <a:gd name="connsiteY17063" fmla="*/ 1442628 h 4882701"/>
                <a:gd name="connsiteX17064" fmla="*/ 4108117 w 4954903"/>
                <a:gd name="connsiteY17064" fmla="*/ 1442628 h 4882701"/>
                <a:gd name="connsiteX17065" fmla="*/ 4112168 w 4954903"/>
                <a:gd name="connsiteY17065" fmla="*/ 1465925 h 4882701"/>
                <a:gd name="connsiteX17066" fmla="*/ 4124070 w 4954903"/>
                <a:gd name="connsiteY17066" fmla="*/ 1457315 h 4882701"/>
                <a:gd name="connsiteX17067" fmla="*/ 4080515 w 4954903"/>
                <a:gd name="connsiteY17067" fmla="*/ 1454276 h 4882701"/>
                <a:gd name="connsiteX17068" fmla="*/ 4066334 w 4954903"/>
                <a:gd name="connsiteY17068" fmla="*/ 1439589 h 4882701"/>
                <a:gd name="connsiteX17069" fmla="*/ 4064309 w 4954903"/>
                <a:gd name="connsiteY17069" fmla="*/ 1439589 h 4882701"/>
                <a:gd name="connsiteX17070" fmla="*/ 4068107 w 4954903"/>
                <a:gd name="connsiteY17070" fmla="*/ 1462886 h 4882701"/>
                <a:gd name="connsiteX17071" fmla="*/ 4080515 w 4954903"/>
                <a:gd name="connsiteY17071" fmla="*/ 1454276 h 4882701"/>
                <a:gd name="connsiteX17072" fmla="*/ 4035947 w 4954903"/>
                <a:gd name="connsiteY17072" fmla="*/ 1451237 h 4882701"/>
                <a:gd name="connsiteX17073" fmla="*/ 4021767 w 4954903"/>
                <a:gd name="connsiteY17073" fmla="*/ 1436550 h 4882701"/>
                <a:gd name="connsiteX17074" fmla="*/ 4019741 w 4954903"/>
                <a:gd name="connsiteY17074" fmla="*/ 1436550 h 4882701"/>
                <a:gd name="connsiteX17075" fmla="*/ 4022273 w 4954903"/>
                <a:gd name="connsiteY17075" fmla="*/ 1459341 h 4882701"/>
                <a:gd name="connsiteX17076" fmla="*/ 4035947 w 4954903"/>
                <a:gd name="connsiteY17076" fmla="*/ 1451237 h 4882701"/>
                <a:gd name="connsiteX17077" fmla="*/ 3990114 w 4954903"/>
                <a:gd name="connsiteY17077" fmla="*/ 1448452 h 4882701"/>
                <a:gd name="connsiteX17078" fmla="*/ 3975933 w 4954903"/>
                <a:gd name="connsiteY17078" fmla="*/ 1433765 h 4882701"/>
                <a:gd name="connsiteX17079" fmla="*/ 3973907 w 4954903"/>
                <a:gd name="connsiteY17079" fmla="*/ 1433765 h 4882701"/>
                <a:gd name="connsiteX17080" fmla="*/ 3975933 w 4954903"/>
                <a:gd name="connsiteY17080" fmla="*/ 1456555 h 4882701"/>
                <a:gd name="connsiteX17081" fmla="*/ 3990114 w 4954903"/>
                <a:gd name="connsiteY17081" fmla="*/ 1448452 h 4882701"/>
                <a:gd name="connsiteX17082" fmla="*/ 3943520 w 4954903"/>
                <a:gd name="connsiteY17082" fmla="*/ 1445413 h 4882701"/>
                <a:gd name="connsiteX17083" fmla="*/ 3929086 w 4954903"/>
                <a:gd name="connsiteY17083" fmla="*/ 1430726 h 4882701"/>
                <a:gd name="connsiteX17084" fmla="*/ 3927060 w 4954903"/>
                <a:gd name="connsiteY17084" fmla="*/ 1430726 h 4882701"/>
                <a:gd name="connsiteX17085" fmla="*/ 3928833 w 4954903"/>
                <a:gd name="connsiteY17085" fmla="*/ 1453517 h 4882701"/>
                <a:gd name="connsiteX17086" fmla="*/ 3943520 w 4954903"/>
                <a:gd name="connsiteY17086" fmla="*/ 1445413 h 4882701"/>
                <a:gd name="connsiteX17087" fmla="*/ 3895660 w 4954903"/>
                <a:gd name="connsiteY17087" fmla="*/ 1442628 h 4882701"/>
                <a:gd name="connsiteX17088" fmla="*/ 3881226 w 4954903"/>
                <a:gd name="connsiteY17088" fmla="*/ 1427941 h 4882701"/>
                <a:gd name="connsiteX17089" fmla="*/ 3878947 w 4954903"/>
                <a:gd name="connsiteY17089" fmla="*/ 1427941 h 4882701"/>
                <a:gd name="connsiteX17090" fmla="*/ 3880467 w 4954903"/>
                <a:gd name="connsiteY17090" fmla="*/ 1450731 h 4882701"/>
                <a:gd name="connsiteX17091" fmla="*/ 3895660 w 4954903"/>
                <a:gd name="connsiteY17091" fmla="*/ 1442628 h 4882701"/>
                <a:gd name="connsiteX17092" fmla="*/ 3847041 w 4954903"/>
                <a:gd name="connsiteY17092" fmla="*/ 1439842 h 4882701"/>
                <a:gd name="connsiteX17093" fmla="*/ 3832607 w 4954903"/>
                <a:gd name="connsiteY17093" fmla="*/ 1425155 h 4882701"/>
                <a:gd name="connsiteX17094" fmla="*/ 3831594 w 4954903"/>
                <a:gd name="connsiteY17094" fmla="*/ 1425155 h 4882701"/>
                <a:gd name="connsiteX17095" fmla="*/ 3830834 w 4954903"/>
                <a:gd name="connsiteY17095" fmla="*/ 1447186 h 4882701"/>
                <a:gd name="connsiteX17096" fmla="*/ 3847041 w 4954903"/>
                <a:gd name="connsiteY17096" fmla="*/ 1439842 h 4882701"/>
                <a:gd name="connsiteX17097" fmla="*/ 3797409 w 4954903"/>
                <a:gd name="connsiteY17097" fmla="*/ 1437057 h 4882701"/>
                <a:gd name="connsiteX17098" fmla="*/ 3782722 w 4954903"/>
                <a:gd name="connsiteY17098" fmla="*/ 1422370 h 4882701"/>
                <a:gd name="connsiteX17099" fmla="*/ 3781455 w 4954903"/>
                <a:gd name="connsiteY17099" fmla="*/ 1422370 h 4882701"/>
                <a:gd name="connsiteX17100" fmla="*/ 3780442 w 4954903"/>
                <a:gd name="connsiteY17100" fmla="*/ 1444400 h 4882701"/>
                <a:gd name="connsiteX17101" fmla="*/ 3797409 w 4954903"/>
                <a:gd name="connsiteY17101" fmla="*/ 1437057 h 4882701"/>
                <a:gd name="connsiteX17102" fmla="*/ 3746764 w 4954903"/>
                <a:gd name="connsiteY17102" fmla="*/ 1434271 h 4882701"/>
                <a:gd name="connsiteX17103" fmla="*/ 3732076 w 4954903"/>
                <a:gd name="connsiteY17103" fmla="*/ 1419837 h 4882701"/>
                <a:gd name="connsiteX17104" fmla="*/ 3729797 w 4954903"/>
                <a:gd name="connsiteY17104" fmla="*/ 1420091 h 4882701"/>
                <a:gd name="connsiteX17105" fmla="*/ 3729544 w 4954903"/>
                <a:gd name="connsiteY17105" fmla="*/ 1441868 h 4882701"/>
                <a:gd name="connsiteX17106" fmla="*/ 3746764 w 4954903"/>
                <a:gd name="connsiteY17106" fmla="*/ 1434271 h 4882701"/>
                <a:gd name="connsiteX17107" fmla="*/ 3695358 w 4954903"/>
                <a:gd name="connsiteY17107" fmla="*/ 1431486 h 4882701"/>
                <a:gd name="connsiteX17108" fmla="*/ 3680672 w 4954903"/>
                <a:gd name="connsiteY17108" fmla="*/ 1417052 h 4882701"/>
                <a:gd name="connsiteX17109" fmla="*/ 3678392 w 4954903"/>
                <a:gd name="connsiteY17109" fmla="*/ 1417305 h 4882701"/>
                <a:gd name="connsiteX17110" fmla="*/ 3677633 w 4954903"/>
                <a:gd name="connsiteY17110" fmla="*/ 1439083 h 4882701"/>
                <a:gd name="connsiteX17111" fmla="*/ 3695358 w 4954903"/>
                <a:gd name="connsiteY17111" fmla="*/ 1431486 h 4882701"/>
                <a:gd name="connsiteX17112" fmla="*/ 3625721 w 4954903"/>
                <a:gd name="connsiteY17112" fmla="*/ 1414520 h 4882701"/>
                <a:gd name="connsiteX17113" fmla="*/ 3624708 w 4954903"/>
                <a:gd name="connsiteY17113" fmla="*/ 1436297 h 4882701"/>
                <a:gd name="connsiteX17114" fmla="*/ 3642941 w 4954903"/>
                <a:gd name="connsiteY17114" fmla="*/ 1428700 h 4882701"/>
                <a:gd name="connsiteX17115" fmla="*/ 3628254 w 4954903"/>
                <a:gd name="connsiteY17115" fmla="*/ 1414266 h 4882701"/>
                <a:gd name="connsiteX17116" fmla="*/ 3625721 w 4954903"/>
                <a:gd name="connsiteY17116" fmla="*/ 1414520 h 4882701"/>
                <a:gd name="connsiteX17117" fmla="*/ 3589763 w 4954903"/>
                <a:gd name="connsiteY17117" fmla="*/ 1426421 h 4882701"/>
                <a:gd name="connsiteX17118" fmla="*/ 3574823 w 4954903"/>
                <a:gd name="connsiteY17118" fmla="*/ 1411987 h 4882701"/>
                <a:gd name="connsiteX17119" fmla="*/ 3573557 w 4954903"/>
                <a:gd name="connsiteY17119" fmla="*/ 1411987 h 4882701"/>
                <a:gd name="connsiteX17120" fmla="*/ 3570012 w 4954903"/>
                <a:gd name="connsiteY17120" fmla="*/ 1433005 h 4882701"/>
                <a:gd name="connsiteX17121" fmla="*/ 3589763 w 4954903"/>
                <a:gd name="connsiteY17121" fmla="*/ 1426421 h 4882701"/>
                <a:gd name="connsiteX17122" fmla="*/ 3535573 w 4954903"/>
                <a:gd name="connsiteY17122" fmla="*/ 1423889 h 4882701"/>
                <a:gd name="connsiteX17123" fmla="*/ 3520633 w 4954903"/>
                <a:gd name="connsiteY17123" fmla="*/ 1409455 h 4882701"/>
                <a:gd name="connsiteX17124" fmla="*/ 3519366 w 4954903"/>
                <a:gd name="connsiteY17124" fmla="*/ 1409455 h 4882701"/>
                <a:gd name="connsiteX17125" fmla="*/ 3515568 w 4954903"/>
                <a:gd name="connsiteY17125" fmla="*/ 1430473 h 4882701"/>
                <a:gd name="connsiteX17126" fmla="*/ 3535573 w 4954903"/>
                <a:gd name="connsiteY17126" fmla="*/ 1423889 h 4882701"/>
                <a:gd name="connsiteX17127" fmla="*/ 3480876 w 4954903"/>
                <a:gd name="connsiteY17127" fmla="*/ 1421357 h 4882701"/>
                <a:gd name="connsiteX17128" fmla="*/ 3465936 w 4954903"/>
                <a:gd name="connsiteY17128" fmla="*/ 1406923 h 4882701"/>
                <a:gd name="connsiteX17129" fmla="*/ 3464670 w 4954903"/>
                <a:gd name="connsiteY17129" fmla="*/ 1406923 h 4882701"/>
                <a:gd name="connsiteX17130" fmla="*/ 3460365 w 4954903"/>
                <a:gd name="connsiteY17130" fmla="*/ 1427941 h 4882701"/>
                <a:gd name="connsiteX17131" fmla="*/ 3480876 w 4954903"/>
                <a:gd name="connsiteY17131" fmla="*/ 1421357 h 4882701"/>
                <a:gd name="connsiteX17132" fmla="*/ 3425420 w 4954903"/>
                <a:gd name="connsiteY17132" fmla="*/ 1419078 h 4882701"/>
                <a:gd name="connsiteX17133" fmla="*/ 3410479 w 4954903"/>
                <a:gd name="connsiteY17133" fmla="*/ 1404644 h 4882701"/>
                <a:gd name="connsiteX17134" fmla="*/ 3409213 w 4954903"/>
                <a:gd name="connsiteY17134" fmla="*/ 1404644 h 4882701"/>
                <a:gd name="connsiteX17135" fmla="*/ 3404655 w 4954903"/>
                <a:gd name="connsiteY17135" fmla="*/ 1425662 h 4882701"/>
                <a:gd name="connsiteX17136" fmla="*/ 3425420 w 4954903"/>
                <a:gd name="connsiteY17136" fmla="*/ 1419078 h 4882701"/>
                <a:gd name="connsiteX17137" fmla="*/ 3352744 w 4954903"/>
                <a:gd name="connsiteY17137" fmla="*/ 1402365 h 4882701"/>
                <a:gd name="connsiteX17138" fmla="*/ 3347933 w 4954903"/>
                <a:gd name="connsiteY17138" fmla="*/ 1423383 h 4882701"/>
                <a:gd name="connsiteX17139" fmla="*/ 3369204 w 4954903"/>
                <a:gd name="connsiteY17139" fmla="*/ 1416545 h 4882701"/>
                <a:gd name="connsiteX17140" fmla="*/ 3354263 w 4954903"/>
                <a:gd name="connsiteY17140" fmla="*/ 1402112 h 4882701"/>
                <a:gd name="connsiteX17141" fmla="*/ 3352744 w 4954903"/>
                <a:gd name="connsiteY17141" fmla="*/ 1402365 h 4882701"/>
                <a:gd name="connsiteX17142" fmla="*/ 3297034 w 4954903"/>
                <a:gd name="connsiteY17142" fmla="*/ 1400086 h 4882701"/>
                <a:gd name="connsiteX17143" fmla="*/ 3295768 w 4954903"/>
                <a:gd name="connsiteY17143" fmla="*/ 1400086 h 4882701"/>
                <a:gd name="connsiteX17144" fmla="*/ 3290703 w 4954903"/>
                <a:gd name="connsiteY17144" fmla="*/ 1421104 h 4882701"/>
                <a:gd name="connsiteX17145" fmla="*/ 3311974 w 4954903"/>
                <a:gd name="connsiteY17145" fmla="*/ 1414266 h 4882701"/>
                <a:gd name="connsiteX17146" fmla="*/ 3297034 w 4954903"/>
                <a:gd name="connsiteY17146" fmla="*/ 1400086 h 4882701"/>
                <a:gd name="connsiteX17147" fmla="*/ 3181057 w 4954903"/>
                <a:gd name="connsiteY17147" fmla="*/ 1395781 h 4882701"/>
                <a:gd name="connsiteX17148" fmla="*/ 3172954 w 4954903"/>
                <a:gd name="connsiteY17148" fmla="*/ 1416039 h 4882701"/>
                <a:gd name="connsiteX17149" fmla="*/ 3195997 w 4954903"/>
                <a:gd name="connsiteY17149" fmla="*/ 1410215 h 4882701"/>
                <a:gd name="connsiteX17150" fmla="*/ 3181057 w 4954903"/>
                <a:gd name="connsiteY17150" fmla="*/ 1395781 h 4882701"/>
                <a:gd name="connsiteX17151" fmla="*/ 3122308 w 4954903"/>
                <a:gd name="connsiteY17151" fmla="*/ 1393755 h 4882701"/>
                <a:gd name="connsiteX17152" fmla="*/ 3113952 w 4954903"/>
                <a:gd name="connsiteY17152" fmla="*/ 1414013 h 4882701"/>
                <a:gd name="connsiteX17153" fmla="*/ 3137249 w 4954903"/>
                <a:gd name="connsiteY17153" fmla="*/ 1408189 h 4882701"/>
                <a:gd name="connsiteX17154" fmla="*/ 3122308 w 4954903"/>
                <a:gd name="connsiteY17154" fmla="*/ 1393755 h 4882701"/>
                <a:gd name="connsiteX17155" fmla="*/ 3063053 w 4954903"/>
                <a:gd name="connsiteY17155" fmla="*/ 1391729 h 4882701"/>
                <a:gd name="connsiteX17156" fmla="*/ 3054191 w 4954903"/>
                <a:gd name="connsiteY17156" fmla="*/ 1411987 h 4882701"/>
                <a:gd name="connsiteX17157" fmla="*/ 3077994 w 4954903"/>
                <a:gd name="connsiteY17157" fmla="*/ 1406163 h 4882701"/>
                <a:gd name="connsiteX17158" fmla="*/ 3063053 w 4954903"/>
                <a:gd name="connsiteY17158" fmla="*/ 1391729 h 4882701"/>
                <a:gd name="connsiteX17159" fmla="*/ 3002786 w 4954903"/>
                <a:gd name="connsiteY17159" fmla="*/ 1389704 h 4882701"/>
                <a:gd name="connsiteX17160" fmla="*/ 2993670 w 4954903"/>
                <a:gd name="connsiteY17160" fmla="*/ 1409962 h 4882701"/>
                <a:gd name="connsiteX17161" fmla="*/ 3017726 w 4954903"/>
                <a:gd name="connsiteY17161" fmla="*/ 1403884 h 4882701"/>
                <a:gd name="connsiteX17162" fmla="*/ 3002786 w 4954903"/>
                <a:gd name="connsiteY17162" fmla="*/ 1389704 h 4882701"/>
                <a:gd name="connsiteX17163" fmla="*/ 2942265 w 4954903"/>
                <a:gd name="connsiteY17163" fmla="*/ 1387931 h 4882701"/>
                <a:gd name="connsiteX17164" fmla="*/ 2932895 w 4954903"/>
                <a:gd name="connsiteY17164" fmla="*/ 1408189 h 4882701"/>
                <a:gd name="connsiteX17165" fmla="*/ 2957205 w 4954903"/>
                <a:gd name="connsiteY17165" fmla="*/ 1402112 h 4882701"/>
                <a:gd name="connsiteX17166" fmla="*/ 2942265 w 4954903"/>
                <a:gd name="connsiteY17166" fmla="*/ 1387931 h 4882701"/>
                <a:gd name="connsiteX17167" fmla="*/ 2881491 w 4954903"/>
                <a:gd name="connsiteY17167" fmla="*/ 1386158 h 4882701"/>
                <a:gd name="connsiteX17168" fmla="*/ 2871868 w 4954903"/>
                <a:gd name="connsiteY17168" fmla="*/ 1406416 h 4882701"/>
                <a:gd name="connsiteX17169" fmla="*/ 2896178 w 4954903"/>
                <a:gd name="connsiteY17169" fmla="*/ 1400339 h 4882701"/>
                <a:gd name="connsiteX17170" fmla="*/ 2881491 w 4954903"/>
                <a:gd name="connsiteY17170" fmla="*/ 1386158 h 4882701"/>
                <a:gd name="connsiteX17171" fmla="*/ 2819957 w 4954903"/>
                <a:gd name="connsiteY17171" fmla="*/ 1384639 h 4882701"/>
                <a:gd name="connsiteX17172" fmla="*/ 2808815 w 4954903"/>
                <a:gd name="connsiteY17172" fmla="*/ 1403884 h 4882701"/>
                <a:gd name="connsiteX17173" fmla="*/ 2834391 w 4954903"/>
                <a:gd name="connsiteY17173" fmla="*/ 1398820 h 4882701"/>
                <a:gd name="connsiteX17174" fmla="*/ 2834391 w 4954903"/>
                <a:gd name="connsiteY17174" fmla="*/ 1398820 h 4882701"/>
                <a:gd name="connsiteX17175" fmla="*/ 2819957 w 4954903"/>
                <a:gd name="connsiteY17175" fmla="*/ 1384639 h 4882701"/>
                <a:gd name="connsiteX17176" fmla="*/ 2758170 w 4954903"/>
                <a:gd name="connsiteY17176" fmla="*/ 1382866 h 4882701"/>
                <a:gd name="connsiteX17177" fmla="*/ 2747028 w 4954903"/>
                <a:gd name="connsiteY17177" fmla="*/ 1402112 h 4882701"/>
                <a:gd name="connsiteX17178" fmla="*/ 2772857 w 4954903"/>
                <a:gd name="connsiteY17178" fmla="*/ 1397047 h 4882701"/>
                <a:gd name="connsiteX17179" fmla="*/ 2758170 w 4954903"/>
                <a:gd name="connsiteY17179" fmla="*/ 1382866 h 4882701"/>
                <a:gd name="connsiteX17180" fmla="*/ 2494561 w 4954903"/>
                <a:gd name="connsiteY17180" fmla="*/ 1396541 h 4882701"/>
                <a:gd name="connsiteX17181" fmla="*/ 2521403 w 4954903"/>
                <a:gd name="connsiteY17181" fmla="*/ 1391223 h 4882701"/>
                <a:gd name="connsiteX17182" fmla="*/ 2506970 w 4954903"/>
                <a:gd name="connsiteY17182" fmla="*/ 1377042 h 4882701"/>
                <a:gd name="connsiteX17183" fmla="*/ 2494561 w 4954903"/>
                <a:gd name="connsiteY17183" fmla="*/ 1396541 h 4882701"/>
                <a:gd name="connsiteX17184" fmla="*/ 2443410 w 4954903"/>
                <a:gd name="connsiteY17184" fmla="*/ 1376029 h 4882701"/>
                <a:gd name="connsiteX17185" fmla="*/ 2430748 w 4954903"/>
                <a:gd name="connsiteY17185" fmla="*/ 1395274 h 4882701"/>
                <a:gd name="connsiteX17186" fmla="*/ 2457591 w 4954903"/>
                <a:gd name="connsiteY17186" fmla="*/ 1389957 h 4882701"/>
                <a:gd name="connsiteX17187" fmla="*/ 2443410 w 4954903"/>
                <a:gd name="connsiteY17187" fmla="*/ 1376029 h 4882701"/>
                <a:gd name="connsiteX17188" fmla="*/ 2379597 w 4954903"/>
                <a:gd name="connsiteY17188" fmla="*/ 1375016 h 4882701"/>
                <a:gd name="connsiteX17189" fmla="*/ 2366429 w 4954903"/>
                <a:gd name="connsiteY17189" fmla="*/ 1394262 h 4882701"/>
                <a:gd name="connsiteX17190" fmla="*/ 2393524 w 4954903"/>
                <a:gd name="connsiteY17190" fmla="*/ 1388944 h 4882701"/>
                <a:gd name="connsiteX17191" fmla="*/ 2379597 w 4954903"/>
                <a:gd name="connsiteY17191" fmla="*/ 1375016 h 4882701"/>
                <a:gd name="connsiteX17192" fmla="*/ 1580163 w 4954903"/>
                <a:gd name="connsiteY17192" fmla="*/ 1382866 h 4882701"/>
                <a:gd name="connsiteX17193" fmla="*/ 1569781 w 4954903"/>
                <a:gd name="connsiteY17193" fmla="*/ 1369192 h 4882701"/>
                <a:gd name="connsiteX17194" fmla="*/ 1555093 w 4954903"/>
                <a:gd name="connsiteY17194" fmla="*/ 1388691 h 4882701"/>
                <a:gd name="connsiteX17195" fmla="*/ 1580163 w 4954903"/>
                <a:gd name="connsiteY17195" fmla="*/ 1382866 h 4882701"/>
                <a:gd name="connsiteX17196" fmla="*/ 226670 w 4954903"/>
                <a:gd name="connsiteY17196" fmla="*/ 1460100 h 4882701"/>
                <a:gd name="connsiteX17197" fmla="*/ 233761 w 4954903"/>
                <a:gd name="connsiteY17197" fmla="*/ 1447946 h 4882701"/>
                <a:gd name="connsiteX17198" fmla="*/ 238319 w 4954903"/>
                <a:gd name="connsiteY17198" fmla="*/ 1434778 h 4882701"/>
                <a:gd name="connsiteX17199" fmla="*/ 238066 w 4954903"/>
                <a:gd name="connsiteY17199" fmla="*/ 1434778 h 4882701"/>
                <a:gd name="connsiteX17200" fmla="*/ 226670 w 4954903"/>
                <a:gd name="connsiteY17200" fmla="*/ 1460100 h 4882701"/>
                <a:gd name="connsiteX17201" fmla="*/ 219833 w 4954903"/>
                <a:gd name="connsiteY17201" fmla="*/ 1463139 h 4882701"/>
                <a:gd name="connsiteX17202" fmla="*/ 226417 w 4954903"/>
                <a:gd name="connsiteY17202" fmla="*/ 1450984 h 4882701"/>
                <a:gd name="connsiteX17203" fmla="*/ 226417 w 4954903"/>
                <a:gd name="connsiteY17203" fmla="*/ 1450984 h 4882701"/>
                <a:gd name="connsiteX17204" fmla="*/ 231482 w 4954903"/>
                <a:gd name="connsiteY17204" fmla="*/ 1437816 h 4882701"/>
                <a:gd name="connsiteX17205" fmla="*/ 231229 w 4954903"/>
                <a:gd name="connsiteY17205" fmla="*/ 1437816 h 4882701"/>
                <a:gd name="connsiteX17206" fmla="*/ 219833 w 4954903"/>
                <a:gd name="connsiteY17206" fmla="*/ 1463139 h 4882701"/>
                <a:gd name="connsiteX17207" fmla="*/ 219833 w 4954903"/>
                <a:gd name="connsiteY17207" fmla="*/ 1463139 h 4882701"/>
                <a:gd name="connsiteX17208" fmla="*/ 216795 w 4954903"/>
                <a:gd name="connsiteY17208" fmla="*/ 1457315 h 4882701"/>
                <a:gd name="connsiteX17209" fmla="*/ 222366 w 4954903"/>
                <a:gd name="connsiteY17209" fmla="*/ 1444147 h 4882701"/>
                <a:gd name="connsiteX17210" fmla="*/ 210970 w 4954903"/>
                <a:gd name="connsiteY17210" fmla="*/ 1469470 h 4882701"/>
                <a:gd name="connsiteX17211" fmla="*/ 216795 w 4954903"/>
                <a:gd name="connsiteY17211" fmla="*/ 1457315 h 4882701"/>
                <a:gd name="connsiteX17212" fmla="*/ 216795 w 4954903"/>
                <a:gd name="connsiteY17212" fmla="*/ 1457315 h 4882701"/>
                <a:gd name="connsiteX17213" fmla="*/ 4752070 w 4954903"/>
                <a:gd name="connsiteY17213" fmla="*/ 1492007 h 4882701"/>
                <a:gd name="connsiteX17214" fmla="*/ 4745486 w 4954903"/>
                <a:gd name="connsiteY17214" fmla="*/ 1477320 h 4882701"/>
                <a:gd name="connsiteX17215" fmla="*/ 4756628 w 4954903"/>
                <a:gd name="connsiteY17215" fmla="*/ 1502642 h 4882701"/>
                <a:gd name="connsiteX17216" fmla="*/ 4752070 w 4954903"/>
                <a:gd name="connsiteY17216" fmla="*/ 1492007 h 4882701"/>
                <a:gd name="connsiteX17217" fmla="*/ 4753590 w 4954903"/>
                <a:gd name="connsiteY17217" fmla="*/ 1499350 h 4882701"/>
                <a:gd name="connsiteX17218" fmla="*/ 4749538 w 4954903"/>
                <a:gd name="connsiteY17218" fmla="*/ 1488715 h 4882701"/>
                <a:gd name="connsiteX17219" fmla="*/ 4742448 w 4954903"/>
                <a:gd name="connsiteY17219" fmla="*/ 1474028 h 4882701"/>
                <a:gd name="connsiteX17220" fmla="*/ 4742448 w 4954903"/>
                <a:gd name="connsiteY17220" fmla="*/ 1474028 h 4882701"/>
                <a:gd name="connsiteX17221" fmla="*/ 4753590 w 4954903"/>
                <a:gd name="connsiteY17221" fmla="*/ 1499350 h 4882701"/>
                <a:gd name="connsiteX17222" fmla="*/ 4753590 w 4954903"/>
                <a:gd name="connsiteY17222" fmla="*/ 1499350 h 4882701"/>
                <a:gd name="connsiteX17223" fmla="*/ 4748778 w 4954903"/>
                <a:gd name="connsiteY17223" fmla="*/ 1496058 h 4882701"/>
                <a:gd name="connsiteX17224" fmla="*/ 4744980 w 4954903"/>
                <a:gd name="connsiteY17224" fmla="*/ 1485423 h 4882701"/>
                <a:gd name="connsiteX17225" fmla="*/ 4737636 w 4954903"/>
                <a:gd name="connsiteY17225" fmla="*/ 1470736 h 4882701"/>
                <a:gd name="connsiteX17226" fmla="*/ 4737383 w 4954903"/>
                <a:gd name="connsiteY17226" fmla="*/ 1470736 h 4882701"/>
                <a:gd name="connsiteX17227" fmla="*/ 4748778 w 4954903"/>
                <a:gd name="connsiteY17227" fmla="*/ 1496058 h 4882701"/>
                <a:gd name="connsiteX17228" fmla="*/ 4748778 w 4954903"/>
                <a:gd name="connsiteY17228" fmla="*/ 1496058 h 4882701"/>
                <a:gd name="connsiteX17229" fmla="*/ 4731052 w 4954903"/>
                <a:gd name="connsiteY17229" fmla="*/ 1467191 h 4882701"/>
                <a:gd name="connsiteX17230" fmla="*/ 4731052 w 4954903"/>
                <a:gd name="connsiteY17230" fmla="*/ 1467191 h 4882701"/>
                <a:gd name="connsiteX17231" fmla="*/ 4742194 w 4954903"/>
                <a:gd name="connsiteY17231" fmla="*/ 1492766 h 4882701"/>
                <a:gd name="connsiteX17232" fmla="*/ 4738902 w 4954903"/>
                <a:gd name="connsiteY17232" fmla="*/ 1482131 h 4882701"/>
                <a:gd name="connsiteX17233" fmla="*/ 4731052 w 4954903"/>
                <a:gd name="connsiteY17233" fmla="*/ 1467191 h 4882701"/>
                <a:gd name="connsiteX17234" fmla="*/ 4722443 w 4954903"/>
                <a:gd name="connsiteY17234" fmla="*/ 1463899 h 4882701"/>
                <a:gd name="connsiteX17235" fmla="*/ 4722443 w 4954903"/>
                <a:gd name="connsiteY17235" fmla="*/ 1463899 h 4882701"/>
                <a:gd name="connsiteX17236" fmla="*/ 4733584 w 4954903"/>
                <a:gd name="connsiteY17236" fmla="*/ 1489475 h 4882701"/>
                <a:gd name="connsiteX17237" fmla="*/ 4730546 w 4954903"/>
                <a:gd name="connsiteY17237" fmla="*/ 1478839 h 4882701"/>
                <a:gd name="connsiteX17238" fmla="*/ 4722443 w 4954903"/>
                <a:gd name="connsiteY17238" fmla="*/ 1463899 h 4882701"/>
                <a:gd name="connsiteX17239" fmla="*/ 4712061 w 4954903"/>
                <a:gd name="connsiteY17239" fmla="*/ 1460354 h 4882701"/>
                <a:gd name="connsiteX17240" fmla="*/ 4712061 w 4954903"/>
                <a:gd name="connsiteY17240" fmla="*/ 1460354 h 4882701"/>
                <a:gd name="connsiteX17241" fmla="*/ 4722949 w 4954903"/>
                <a:gd name="connsiteY17241" fmla="*/ 1485676 h 4882701"/>
                <a:gd name="connsiteX17242" fmla="*/ 4720670 w 4954903"/>
                <a:gd name="connsiteY17242" fmla="*/ 1475041 h 4882701"/>
                <a:gd name="connsiteX17243" fmla="*/ 4712061 w 4954903"/>
                <a:gd name="connsiteY17243" fmla="*/ 1460354 h 4882701"/>
                <a:gd name="connsiteX17244" fmla="*/ 4699906 w 4954903"/>
                <a:gd name="connsiteY17244" fmla="*/ 1456808 h 4882701"/>
                <a:gd name="connsiteX17245" fmla="*/ 4699399 w 4954903"/>
                <a:gd name="connsiteY17245" fmla="*/ 1456808 h 4882701"/>
                <a:gd name="connsiteX17246" fmla="*/ 4710794 w 4954903"/>
                <a:gd name="connsiteY17246" fmla="*/ 1482131 h 4882701"/>
                <a:gd name="connsiteX17247" fmla="*/ 4709022 w 4954903"/>
                <a:gd name="connsiteY17247" fmla="*/ 1471496 h 4882701"/>
                <a:gd name="connsiteX17248" fmla="*/ 4699906 w 4954903"/>
                <a:gd name="connsiteY17248" fmla="*/ 1456808 h 4882701"/>
                <a:gd name="connsiteX17249" fmla="*/ 4685978 w 4954903"/>
                <a:gd name="connsiteY17249" fmla="*/ 1453517 h 4882701"/>
                <a:gd name="connsiteX17250" fmla="*/ 4685725 w 4954903"/>
                <a:gd name="connsiteY17250" fmla="*/ 1453517 h 4882701"/>
                <a:gd name="connsiteX17251" fmla="*/ 4696361 w 4954903"/>
                <a:gd name="connsiteY17251" fmla="*/ 1478839 h 4882701"/>
                <a:gd name="connsiteX17252" fmla="*/ 4695348 w 4954903"/>
                <a:gd name="connsiteY17252" fmla="*/ 1468457 h 4882701"/>
                <a:gd name="connsiteX17253" fmla="*/ 4685978 w 4954903"/>
                <a:gd name="connsiteY17253" fmla="*/ 1453517 h 4882701"/>
                <a:gd name="connsiteX17254" fmla="*/ 4670532 w 4954903"/>
                <a:gd name="connsiteY17254" fmla="*/ 1449971 h 4882701"/>
                <a:gd name="connsiteX17255" fmla="*/ 4670278 w 4954903"/>
                <a:gd name="connsiteY17255" fmla="*/ 1449971 h 4882701"/>
                <a:gd name="connsiteX17256" fmla="*/ 4680914 w 4954903"/>
                <a:gd name="connsiteY17256" fmla="*/ 1475294 h 4882701"/>
                <a:gd name="connsiteX17257" fmla="*/ 4680154 w 4954903"/>
                <a:gd name="connsiteY17257" fmla="*/ 1464912 h 4882701"/>
                <a:gd name="connsiteX17258" fmla="*/ 4670532 w 4954903"/>
                <a:gd name="connsiteY17258" fmla="*/ 1449971 h 4882701"/>
                <a:gd name="connsiteX17259" fmla="*/ 4653312 w 4954903"/>
                <a:gd name="connsiteY17259" fmla="*/ 1446426 h 4882701"/>
                <a:gd name="connsiteX17260" fmla="*/ 4652552 w 4954903"/>
                <a:gd name="connsiteY17260" fmla="*/ 1446426 h 4882701"/>
                <a:gd name="connsiteX17261" fmla="*/ 4663441 w 4954903"/>
                <a:gd name="connsiteY17261" fmla="*/ 1471496 h 4882701"/>
                <a:gd name="connsiteX17262" fmla="*/ 4663188 w 4954903"/>
                <a:gd name="connsiteY17262" fmla="*/ 1461113 h 4882701"/>
                <a:gd name="connsiteX17263" fmla="*/ 4653312 w 4954903"/>
                <a:gd name="connsiteY17263" fmla="*/ 1446426 h 4882701"/>
                <a:gd name="connsiteX17264" fmla="*/ 4634320 w 4954903"/>
                <a:gd name="connsiteY17264" fmla="*/ 1443134 h 4882701"/>
                <a:gd name="connsiteX17265" fmla="*/ 4633560 w 4954903"/>
                <a:gd name="connsiteY17265" fmla="*/ 1443134 h 4882701"/>
                <a:gd name="connsiteX17266" fmla="*/ 4644449 w 4954903"/>
                <a:gd name="connsiteY17266" fmla="*/ 1468204 h 4882701"/>
                <a:gd name="connsiteX17267" fmla="*/ 4644702 w 4954903"/>
                <a:gd name="connsiteY17267" fmla="*/ 1457821 h 4882701"/>
                <a:gd name="connsiteX17268" fmla="*/ 4634320 w 4954903"/>
                <a:gd name="connsiteY17268" fmla="*/ 1443134 h 4882701"/>
                <a:gd name="connsiteX17269" fmla="*/ 4613809 w 4954903"/>
                <a:gd name="connsiteY17269" fmla="*/ 1439589 h 4882701"/>
                <a:gd name="connsiteX17270" fmla="*/ 4613049 w 4954903"/>
                <a:gd name="connsiteY17270" fmla="*/ 1439589 h 4882701"/>
                <a:gd name="connsiteX17271" fmla="*/ 4623685 w 4954903"/>
                <a:gd name="connsiteY17271" fmla="*/ 1464658 h 4882701"/>
                <a:gd name="connsiteX17272" fmla="*/ 4624444 w 4954903"/>
                <a:gd name="connsiteY17272" fmla="*/ 1454276 h 4882701"/>
                <a:gd name="connsiteX17273" fmla="*/ 4613809 w 4954903"/>
                <a:gd name="connsiteY17273" fmla="*/ 1439589 h 4882701"/>
                <a:gd name="connsiteX17274" fmla="*/ 4592031 w 4954903"/>
                <a:gd name="connsiteY17274" fmla="*/ 1436297 h 4882701"/>
                <a:gd name="connsiteX17275" fmla="*/ 4591019 w 4954903"/>
                <a:gd name="connsiteY17275" fmla="*/ 1436297 h 4882701"/>
                <a:gd name="connsiteX17276" fmla="*/ 4601147 w 4954903"/>
                <a:gd name="connsiteY17276" fmla="*/ 1461113 h 4882701"/>
                <a:gd name="connsiteX17277" fmla="*/ 4602920 w 4954903"/>
                <a:gd name="connsiteY17277" fmla="*/ 1450984 h 4882701"/>
                <a:gd name="connsiteX17278" fmla="*/ 4592031 w 4954903"/>
                <a:gd name="connsiteY17278" fmla="*/ 1436297 h 4882701"/>
                <a:gd name="connsiteX17279" fmla="*/ 4577344 w 4954903"/>
                <a:gd name="connsiteY17279" fmla="*/ 1457568 h 4882701"/>
                <a:gd name="connsiteX17280" fmla="*/ 4579624 w 4954903"/>
                <a:gd name="connsiteY17280" fmla="*/ 1447439 h 4882701"/>
                <a:gd name="connsiteX17281" fmla="*/ 4568482 w 4954903"/>
                <a:gd name="connsiteY17281" fmla="*/ 1432752 h 4882701"/>
                <a:gd name="connsiteX17282" fmla="*/ 4567468 w 4954903"/>
                <a:gd name="connsiteY17282" fmla="*/ 1432752 h 4882701"/>
                <a:gd name="connsiteX17283" fmla="*/ 4577344 w 4954903"/>
                <a:gd name="connsiteY17283" fmla="*/ 1457568 h 4882701"/>
                <a:gd name="connsiteX17284" fmla="*/ 4552022 w 4954903"/>
                <a:gd name="connsiteY17284" fmla="*/ 1454276 h 4882701"/>
                <a:gd name="connsiteX17285" fmla="*/ 4554807 w 4954903"/>
                <a:gd name="connsiteY17285" fmla="*/ 1444147 h 4882701"/>
                <a:gd name="connsiteX17286" fmla="*/ 4543412 w 4954903"/>
                <a:gd name="connsiteY17286" fmla="*/ 1429460 h 4882701"/>
                <a:gd name="connsiteX17287" fmla="*/ 4542399 w 4954903"/>
                <a:gd name="connsiteY17287" fmla="*/ 1429460 h 4882701"/>
                <a:gd name="connsiteX17288" fmla="*/ 4552022 w 4954903"/>
                <a:gd name="connsiteY17288" fmla="*/ 1454276 h 4882701"/>
                <a:gd name="connsiteX17289" fmla="*/ 4515557 w 4954903"/>
                <a:gd name="connsiteY17289" fmla="*/ 1426168 h 4882701"/>
                <a:gd name="connsiteX17290" fmla="*/ 4525180 w 4954903"/>
                <a:gd name="connsiteY17290" fmla="*/ 1450984 h 4882701"/>
                <a:gd name="connsiteX17291" fmla="*/ 4528219 w 4954903"/>
                <a:gd name="connsiteY17291" fmla="*/ 1440855 h 4882701"/>
                <a:gd name="connsiteX17292" fmla="*/ 4516570 w 4954903"/>
                <a:gd name="connsiteY17292" fmla="*/ 1426168 h 4882701"/>
                <a:gd name="connsiteX17293" fmla="*/ 4515557 w 4954903"/>
                <a:gd name="connsiteY17293" fmla="*/ 1426168 h 4882701"/>
                <a:gd name="connsiteX17294" fmla="*/ 4487702 w 4954903"/>
                <a:gd name="connsiteY17294" fmla="*/ 1422876 h 4882701"/>
                <a:gd name="connsiteX17295" fmla="*/ 4497325 w 4954903"/>
                <a:gd name="connsiteY17295" fmla="*/ 1447692 h 4882701"/>
                <a:gd name="connsiteX17296" fmla="*/ 4500870 w 4954903"/>
                <a:gd name="connsiteY17296" fmla="*/ 1437563 h 4882701"/>
                <a:gd name="connsiteX17297" fmla="*/ 4488969 w 4954903"/>
                <a:gd name="connsiteY17297" fmla="*/ 1422876 h 4882701"/>
                <a:gd name="connsiteX17298" fmla="*/ 4487702 w 4954903"/>
                <a:gd name="connsiteY17298" fmla="*/ 1422876 h 4882701"/>
                <a:gd name="connsiteX17299" fmla="*/ 4458075 w 4954903"/>
                <a:gd name="connsiteY17299" fmla="*/ 1419331 h 4882701"/>
                <a:gd name="connsiteX17300" fmla="*/ 4466685 w 4954903"/>
                <a:gd name="connsiteY17300" fmla="*/ 1443641 h 4882701"/>
                <a:gd name="connsiteX17301" fmla="*/ 4471496 w 4954903"/>
                <a:gd name="connsiteY17301" fmla="*/ 1433765 h 4882701"/>
                <a:gd name="connsiteX17302" fmla="*/ 4471496 w 4954903"/>
                <a:gd name="connsiteY17302" fmla="*/ 1433765 h 4882701"/>
                <a:gd name="connsiteX17303" fmla="*/ 4459341 w 4954903"/>
                <a:gd name="connsiteY17303" fmla="*/ 1419078 h 4882701"/>
                <a:gd name="connsiteX17304" fmla="*/ 4458075 w 4954903"/>
                <a:gd name="connsiteY17304" fmla="*/ 1419331 h 4882701"/>
                <a:gd name="connsiteX17305" fmla="*/ 4428701 w 4954903"/>
                <a:gd name="connsiteY17305" fmla="*/ 1416039 h 4882701"/>
                <a:gd name="connsiteX17306" fmla="*/ 4427435 w 4954903"/>
                <a:gd name="connsiteY17306" fmla="*/ 1416039 h 4882701"/>
                <a:gd name="connsiteX17307" fmla="*/ 4435791 w 4954903"/>
                <a:gd name="connsiteY17307" fmla="*/ 1440349 h 4882701"/>
                <a:gd name="connsiteX17308" fmla="*/ 4441109 w 4954903"/>
                <a:gd name="connsiteY17308" fmla="*/ 1430473 h 4882701"/>
                <a:gd name="connsiteX17309" fmla="*/ 4428701 w 4954903"/>
                <a:gd name="connsiteY17309" fmla="*/ 1416039 h 4882701"/>
                <a:gd name="connsiteX17310" fmla="*/ 4395022 w 4954903"/>
                <a:gd name="connsiteY17310" fmla="*/ 1412747 h 4882701"/>
                <a:gd name="connsiteX17311" fmla="*/ 4403125 w 4954903"/>
                <a:gd name="connsiteY17311" fmla="*/ 1437057 h 4882701"/>
                <a:gd name="connsiteX17312" fmla="*/ 4408949 w 4954903"/>
                <a:gd name="connsiteY17312" fmla="*/ 1427181 h 4882701"/>
                <a:gd name="connsiteX17313" fmla="*/ 4396288 w 4954903"/>
                <a:gd name="connsiteY17313" fmla="*/ 1412494 h 4882701"/>
                <a:gd name="connsiteX17314" fmla="*/ 4395022 w 4954903"/>
                <a:gd name="connsiteY17314" fmla="*/ 1412747 h 4882701"/>
                <a:gd name="connsiteX17315" fmla="*/ 4361343 w 4954903"/>
                <a:gd name="connsiteY17315" fmla="*/ 1409708 h 4882701"/>
                <a:gd name="connsiteX17316" fmla="*/ 4369446 w 4954903"/>
                <a:gd name="connsiteY17316" fmla="*/ 1434018 h 4882701"/>
                <a:gd name="connsiteX17317" fmla="*/ 4375777 w 4954903"/>
                <a:gd name="connsiteY17317" fmla="*/ 1424142 h 4882701"/>
                <a:gd name="connsiteX17318" fmla="*/ 4362862 w 4954903"/>
                <a:gd name="connsiteY17318" fmla="*/ 1409455 h 4882701"/>
                <a:gd name="connsiteX17319" fmla="*/ 4361343 w 4954903"/>
                <a:gd name="connsiteY17319" fmla="*/ 1409708 h 4882701"/>
                <a:gd name="connsiteX17320" fmla="*/ 4328170 w 4954903"/>
                <a:gd name="connsiteY17320" fmla="*/ 1406163 h 4882701"/>
                <a:gd name="connsiteX17321" fmla="*/ 4326651 w 4954903"/>
                <a:gd name="connsiteY17321" fmla="*/ 1406163 h 4882701"/>
                <a:gd name="connsiteX17322" fmla="*/ 4333488 w 4954903"/>
                <a:gd name="connsiteY17322" fmla="*/ 1429966 h 4882701"/>
                <a:gd name="connsiteX17323" fmla="*/ 4341084 w 4954903"/>
                <a:gd name="connsiteY17323" fmla="*/ 1420597 h 4882701"/>
                <a:gd name="connsiteX17324" fmla="*/ 4328170 w 4954903"/>
                <a:gd name="connsiteY17324" fmla="*/ 1406163 h 4882701"/>
                <a:gd name="connsiteX17325" fmla="*/ 4297276 w 4954903"/>
                <a:gd name="connsiteY17325" fmla="*/ 1426928 h 4882701"/>
                <a:gd name="connsiteX17326" fmla="*/ 4305380 w 4954903"/>
                <a:gd name="connsiteY17326" fmla="*/ 1417558 h 4882701"/>
                <a:gd name="connsiteX17327" fmla="*/ 4292212 w 4954903"/>
                <a:gd name="connsiteY17327" fmla="*/ 1403125 h 4882701"/>
                <a:gd name="connsiteX17328" fmla="*/ 4290693 w 4954903"/>
                <a:gd name="connsiteY17328" fmla="*/ 1403125 h 4882701"/>
                <a:gd name="connsiteX17329" fmla="*/ 4297276 w 4954903"/>
                <a:gd name="connsiteY17329" fmla="*/ 1426928 h 4882701"/>
                <a:gd name="connsiteX17330" fmla="*/ 4259546 w 4954903"/>
                <a:gd name="connsiteY17330" fmla="*/ 1423636 h 4882701"/>
                <a:gd name="connsiteX17331" fmla="*/ 4268156 w 4954903"/>
                <a:gd name="connsiteY17331" fmla="*/ 1414266 h 4882701"/>
                <a:gd name="connsiteX17332" fmla="*/ 4254735 w 4954903"/>
                <a:gd name="connsiteY17332" fmla="*/ 1399833 h 4882701"/>
                <a:gd name="connsiteX17333" fmla="*/ 4252962 w 4954903"/>
                <a:gd name="connsiteY17333" fmla="*/ 1399833 h 4882701"/>
                <a:gd name="connsiteX17334" fmla="*/ 4259546 w 4954903"/>
                <a:gd name="connsiteY17334" fmla="*/ 1423636 h 4882701"/>
                <a:gd name="connsiteX17335" fmla="*/ 4220549 w 4954903"/>
                <a:gd name="connsiteY17335" fmla="*/ 1420597 h 4882701"/>
                <a:gd name="connsiteX17336" fmla="*/ 4229665 w 4954903"/>
                <a:gd name="connsiteY17336" fmla="*/ 1411228 h 4882701"/>
                <a:gd name="connsiteX17337" fmla="*/ 4215991 w 4954903"/>
                <a:gd name="connsiteY17337" fmla="*/ 1396794 h 4882701"/>
                <a:gd name="connsiteX17338" fmla="*/ 4214218 w 4954903"/>
                <a:gd name="connsiteY17338" fmla="*/ 1396794 h 4882701"/>
                <a:gd name="connsiteX17339" fmla="*/ 4220549 w 4954903"/>
                <a:gd name="connsiteY17339" fmla="*/ 1420597 h 4882701"/>
                <a:gd name="connsiteX17340" fmla="*/ 4180539 w 4954903"/>
                <a:gd name="connsiteY17340" fmla="*/ 1417558 h 4882701"/>
                <a:gd name="connsiteX17341" fmla="*/ 4189909 w 4954903"/>
                <a:gd name="connsiteY17341" fmla="*/ 1408189 h 4882701"/>
                <a:gd name="connsiteX17342" fmla="*/ 4176234 w 4954903"/>
                <a:gd name="connsiteY17342" fmla="*/ 1393755 h 4882701"/>
                <a:gd name="connsiteX17343" fmla="*/ 4174462 w 4954903"/>
                <a:gd name="connsiteY17343" fmla="*/ 1393755 h 4882701"/>
                <a:gd name="connsiteX17344" fmla="*/ 4180539 w 4954903"/>
                <a:gd name="connsiteY17344" fmla="*/ 1417558 h 4882701"/>
                <a:gd name="connsiteX17345" fmla="*/ 4149392 w 4954903"/>
                <a:gd name="connsiteY17345" fmla="*/ 1405150 h 4882701"/>
                <a:gd name="connsiteX17346" fmla="*/ 4135465 w 4954903"/>
                <a:gd name="connsiteY17346" fmla="*/ 1390716 h 4882701"/>
                <a:gd name="connsiteX17347" fmla="*/ 4133693 w 4954903"/>
                <a:gd name="connsiteY17347" fmla="*/ 1390716 h 4882701"/>
                <a:gd name="connsiteX17348" fmla="*/ 4138504 w 4954903"/>
                <a:gd name="connsiteY17348" fmla="*/ 1413760 h 4882701"/>
                <a:gd name="connsiteX17349" fmla="*/ 4149392 w 4954903"/>
                <a:gd name="connsiteY17349" fmla="*/ 1405150 h 4882701"/>
                <a:gd name="connsiteX17350" fmla="*/ 4107610 w 4954903"/>
                <a:gd name="connsiteY17350" fmla="*/ 1402112 h 4882701"/>
                <a:gd name="connsiteX17351" fmla="*/ 4093429 w 4954903"/>
                <a:gd name="connsiteY17351" fmla="*/ 1387678 h 4882701"/>
                <a:gd name="connsiteX17352" fmla="*/ 4091657 w 4954903"/>
                <a:gd name="connsiteY17352" fmla="*/ 1387678 h 4882701"/>
                <a:gd name="connsiteX17353" fmla="*/ 4096215 w 4954903"/>
                <a:gd name="connsiteY17353" fmla="*/ 1410721 h 4882701"/>
                <a:gd name="connsiteX17354" fmla="*/ 4107610 w 4954903"/>
                <a:gd name="connsiteY17354" fmla="*/ 1402112 h 4882701"/>
                <a:gd name="connsiteX17355" fmla="*/ 4052660 w 4954903"/>
                <a:gd name="connsiteY17355" fmla="*/ 1407683 h 4882701"/>
                <a:gd name="connsiteX17356" fmla="*/ 4064562 w 4954903"/>
                <a:gd name="connsiteY17356" fmla="*/ 1398820 h 4882701"/>
                <a:gd name="connsiteX17357" fmla="*/ 4050381 w 4954903"/>
                <a:gd name="connsiteY17357" fmla="*/ 1384386 h 4882701"/>
                <a:gd name="connsiteX17358" fmla="*/ 4048355 w 4954903"/>
                <a:gd name="connsiteY17358" fmla="*/ 1384386 h 4882701"/>
                <a:gd name="connsiteX17359" fmla="*/ 4052660 w 4954903"/>
                <a:gd name="connsiteY17359" fmla="*/ 1407683 h 4882701"/>
                <a:gd name="connsiteX17360" fmla="*/ 4008092 w 4954903"/>
                <a:gd name="connsiteY17360" fmla="*/ 1404897 h 4882701"/>
                <a:gd name="connsiteX17361" fmla="*/ 4020501 w 4954903"/>
                <a:gd name="connsiteY17361" fmla="*/ 1396034 h 4882701"/>
                <a:gd name="connsiteX17362" fmla="*/ 4006320 w 4954903"/>
                <a:gd name="connsiteY17362" fmla="*/ 1381600 h 4882701"/>
                <a:gd name="connsiteX17363" fmla="*/ 4004294 w 4954903"/>
                <a:gd name="connsiteY17363" fmla="*/ 1381600 h 4882701"/>
                <a:gd name="connsiteX17364" fmla="*/ 4008092 w 4954903"/>
                <a:gd name="connsiteY17364" fmla="*/ 1404897 h 4882701"/>
                <a:gd name="connsiteX17365" fmla="*/ 3975173 w 4954903"/>
                <a:gd name="connsiteY17365" fmla="*/ 1392995 h 4882701"/>
                <a:gd name="connsiteX17366" fmla="*/ 3960739 w 4954903"/>
                <a:gd name="connsiteY17366" fmla="*/ 1378562 h 4882701"/>
                <a:gd name="connsiteX17367" fmla="*/ 3958713 w 4954903"/>
                <a:gd name="connsiteY17367" fmla="*/ 1378562 h 4882701"/>
                <a:gd name="connsiteX17368" fmla="*/ 3961245 w 4954903"/>
                <a:gd name="connsiteY17368" fmla="*/ 1400845 h 4882701"/>
                <a:gd name="connsiteX17369" fmla="*/ 3975173 w 4954903"/>
                <a:gd name="connsiteY17369" fmla="*/ 1392995 h 4882701"/>
                <a:gd name="connsiteX17370" fmla="*/ 3929086 w 4954903"/>
                <a:gd name="connsiteY17370" fmla="*/ 1390210 h 4882701"/>
                <a:gd name="connsiteX17371" fmla="*/ 3914652 w 4954903"/>
                <a:gd name="connsiteY17371" fmla="*/ 1375776 h 4882701"/>
                <a:gd name="connsiteX17372" fmla="*/ 3912626 w 4954903"/>
                <a:gd name="connsiteY17372" fmla="*/ 1375776 h 4882701"/>
                <a:gd name="connsiteX17373" fmla="*/ 3914905 w 4954903"/>
                <a:gd name="connsiteY17373" fmla="*/ 1398060 h 4882701"/>
                <a:gd name="connsiteX17374" fmla="*/ 3929086 w 4954903"/>
                <a:gd name="connsiteY17374" fmla="*/ 1390210 h 4882701"/>
                <a:gd name="connsiteX17375" fmla="*/ 3881733 w 4954903"/>
                <a:gd name="connsiteY17375" fmla="*/ 1387425 h 4882701"/>
                <a:gd name="connsiteX17376" fmla="*/ 3867299 w 4954903"/>
                <a:gd name="connsiteY17376" fmla="*/ 1372991 h 4882701"/>
                <a:gd name="connsiteX17377" fmla="*/ 3865273 w 4954903"/>
                <a:gd name="connsiteY17377" fmla="*/ 1372991 h 4882701"/>
                <a:gd name="connsiteX17378" fmla="*/ 3867299 w 4954903"/>
                <a:gd name="connsiteY17378" fmla="*/ 1395274 h 4882701"/>
                <a:gd name="connsiteX17379" fmla="*/ 3881733 w 4954903"/>
                <a:gd name="connsiteY17379" fmla="*/ 1387425 h 4882701"/>
                <a:gd name="connsiteX17380" fmla="*/ 3833620 w 4954903"/>
                <a:gd name="connsiteY17380" fmla="*/ 1384639 h 4882701"/>
                <a:gd name="connsiteX17381" fmla="*/ 3818933 w 4954903"/>
                <a:gd name="connsiteY17381" fmla="*/ 1370205 h 4882701"/>
                <a:gd name="connsiteX17382" fmla="*/ 3816654 w 4954903"/>
                <a:gd name="connsiteY17382" fmla="*/ 1370458 h 4882701"/>
                <a:gd name="connsiteX17383" fmla="*/ 3818173 w 4954903"/>
                <a:gd name="connsiteY17383" fmla="*/ 1392742 h 4882701"/>
                <a:gd name="connsiteX17384" fmla="*/ 3833620 w 4954903"/>
                <a:gd name="connsiteY17384" fmla="*/ 1384639 h 4882701"/>
                <a:gd name="connsiteX17385" fmla="*/ 3784494 w 4954903"/>
                <a:gd name="connsiteY17385" fmla="*/ 1381854 h 4882701"/>
                <a:gd name="connsiteX17386" fmla="*/ 3769807 w 4954903"/>
                <a:gd name="connsiteY17386" fmla="*/ 1367420 h 4882701"/>
                <a:gd name="connsiteX17387" fmla="*/ 3767528 w 4954903"/>
                <a:gd name="connsiteY17387" fmla="*/ 1367420 h 4882701"/>
                <a:gd name="connsiteX17388" fmla="*/ 3767781 w 4954903"/>
                <a:gd name="connsiteY17388" fmla="*/ 1388944 h 4882701"/>
                <a:gd name="connsiteX17389" fmla="*/ 3784494 w 4954903"/>
                <a:gd name="connsiteY17389" fmla="*/ 1381854 h 4882701"/>
                <a:gd name="connsiteX17390" fmla="*/ 3734355 w 4954903"/>
                <a:gd name="connsiteY17390" fmla="*/ 1379068 h 4882701"/>
                <a:gd name="connsiteX17391" fmla="*/ 3719415 w 4954903"/>
                <a:gd name="connsiteY17391" fmla="*/ 1364634 h 4882701"/>
                <a:gd name="connsiteX17392" fmla="*/ 3717136 w 4954903"/>
                <a:gd name="connsiteY17392" fmla="*/ 1364887 h 4882701"/>
                <a:gd name="connsiteX17393" fmla="*/ 3717136 w 4954903"/>
                <a:gd name="connsiteY17393" fmla="*/ 1386412 h 4882701"/>
                <a:gd name="connsiteX17394" fmla="*/ 3734355 w 4954903"/>
                <a:gd name="connsiteY17394" fmla="*/ 1379068 h 4882701"/>
                <a:gd name="connsiteX17395" fmla="*/ 3683457 w 4954903"/>
                <a:gd name="connsiteY17395" fmla="*/ 1376536 h 4882701"/>
                <a:gd name="connsiteX17396" fmla="*/ 3668770 w 4954903"/>
                <a:gd name="connsiteY17396" fmla="*/ 1362102 h 4882701"/>
                <a:gd name="connsiteX17397" fmla="*/ 3666491 w 4954903"/>
                <a:gd name="connsiteY17397" fmla="*/ 1362355 h 4882701"/>
                <a:gd name="connsiteX17398" fmla="*/ 3666237 w 4954903"/>
                <a:gd name="connsiteY17398" fmla="*/ 1383879 h 4882701"/>
                <a:gd name="connsiteX17399" fmla="*/ 3683457 w 4954903"/>
                <a:gd name="connsiteY17399" fmla="*/ 1376536 h 4882701"/>
                <a:gd name="connsiteX17400" fmla="*/ 3616859 w 4954903"/>
                <a:gd name="connsiteY17400" fmla="*/ 1359570 h 4882701"/>
                <a:gd name="connsiteX17401" fmla="*/ 3614580 w 4954903"/>
                <a:gd name="connsiteY17401" fmla="*/ 1359823 h 4882701"/>
                <a:gd name="connsiteX17402" fmla="*/ 3613820 w 4954903"/>
                <a:gd name="connsiteY17402" fmla="*/ 1381347 h 4882701"/>
                <a:gd name="connsiteX17403" fmla="*/ 3631546 w 4954903"/>
                <a:gd name="connsiteY17403" fmla="*/ 1374004 h 4882701"/>
                <a:gd name="connsiteX17404" fmla="*/ 3616859 w 4954903"/>
                <a:gd name="connsiteY17404" fmla="*/ 1359570 h 4882701"/>
                <a:gd name="connsiteX17405" fmla="*/ 3561655 w 4954903"/>
                <a:gd name="connsiteY17405" fmla="*/ 1357291 h 4882701"/>
                <a:gd name="connsiteX17406" fmla="*/ 3560642 w 4954903"/>
                <a:gd name="connsiteY17406" fmla="*/ 1378815 h 4882701"/>
                <a:gd name="connsiteX17407" fmla="*/ 3578875 w 4954903"/>
                <a:gd name="connsiteY17407" fmla="*/ 1371471 h 4882701"/>
                <a:gd name="connsiteX17408" fmla="*/ 3563934 w 4954903"/>
                <a:gd name="connsiteY17408" fmla="*/ 1357291 h 4882701"/>
                <a:gd name="connsiteX17409" fmla="*/ 3561655 w 4954903"/>
                <a:gd name="connsiteY17409" fmla="*/ 1357291 h 4882701"/>
                <a:gd name="connsiteX17410" fmla="*/ 3525444 w 4954903"/>
                <a:gd name="connsiteY17410" fmla="*/ 1368939 h 4882701"/>
                <a:gd name="connsiteX17411" fmla="*/ 3510504 w 4954903"/>
                <a:gd name="connsiteY17411" fmla="*/ 1354758 h 4882701"/>
                <a:gd name="connsiteX17412" fmla="*/ 3509238 w 4954903"/>
                <a:gd name="connsiteY17412" fmla="*/ 1354758 h 4882701"/>
                <a:gd name="connsiteX17413" fmla="*/ 3505692 w 4954903"/>
                <a:gd name="connsiteY17413" fmla="*/ 1375523 h 4882701"/>
                <a:gd name="connsiteX17414" fmla="*/ 3525444 w 4954903"/>
                <a:gd name="connsiteY17414" fmla="*/ 1368939 h 4882701"/>
                <a:gd name="connsiteX17415" fmla="*/ 3471254 w 4954903"/>
                <a:gd name="connsiteY17415" fmla="*/ 1366407 h 4882701"/>
                <a:gd name="connsiteX17416" fmla="*/ 3456313 w 4954903"/>
                <a:gd name="connsiteY17416" fmla="*/ 1352226 h 4882701"/>
                <a:gd name="connsiteX17417" fmla="*/ 3455047 w 4954903"/>
                <a:gd name="connsiteY17417" fmla="*/ 1352226 h 4882701"/>
                <a:gd name="connsiteX17418" fmla="*/ 3451249 w 4954903"/>
                <a:gd name="connsiteY17418" fmla="*/ 1372991 h 4882701"/>
                <a:gd name="connsiteX17419" fmla="*/ 3471254 w 4954903"/>
                <a:gd name="connsiteY17419" fmla="*/ 1366407 h 4882701"/>
                <a:gd name="connsiteX17420" fmla="*/ 3416304 w 4954903"/>
                <a:gd name="connsiteY17420" fmla="*/ 1364128 h 4882701"/>
                <a:gd name="connsiteX17421" fmla="*/ 3401363 w 4954903"/>
                <a:gd name="connsiteY17421" fmla="*/ 1349947 h 4882701"/>
                <a:gd name="connsiteX17422" fmla="*/ 3400097 w 4954903"/>
                <a:gd name="connsiteY17422" fmla="*/ 1349947 h 4882701"/>
                <a:gd name="connsiteX17423" fmla="*/ 3396046 w 4954903"/>
                <a:gd name="connsiteY17423" fmla="*/ 1370712 h 4882701"/>
                <a:gd name="connsiteX17424" fmla="*/ 3416304 w 4954903"/>
                <a:gd name="connsiteY17424" fmla="*/ 1364128 h 4882701"/>
                <a:gd name="connsiteX17425" fmla="*/ 3345653 w 4954903"/>
                <a:gd name="connsiteY17425" fmla="*/ 1347668 h 4882701"/>
                <a:gd name="connsiteX17426" fmla="*/ 3344388 w 4954903"/>
                <a:gd name="connsiteY17426" fmla="*/ 1347668 h 4882701"/>
                <a:gd name="connsiteX17427" fmla="*/ 3339829 w 4954903"/>
                <a:gd name="connsiteY17427" fmla="*/ 1368433 h 4882701"/>
                <a:gd name="connsiteX17428" fmla="*/ 3360594 w 4954903"/>
                <a:gd name="connsiteY17428" fmla="*/ 1361849 h 4882701"/>
                <a:gd name="connsiteX17429" fmla="*/ 3345653 w 4954903"/>
                <a:gd name="connsiteY17429" fmla="*/ 1347668 h 4882701"/>
                <a:gd name="connsiteX17430" fmla="*/ 3288171 w 4954903"/>
                <a:gd name="connsiteY17430" fmla="*/ 1345389 h 4882701"/>
                <a:gd name="connsiteX17431" fmla="*/ 3283360 w 4954903"/>
                <a:gd name="connsiteY17431" fmla="*/ 1366154 h 4882701"/>
                <a:gd name="connsiteX17432" fmla="*/ 3304378 w 4954903"/>
                <a:gd name="connsiteY17432" fmla="*/ 1359570 h 4882701"/>
                <a:gd name="connsiteX17433" fmla="*/ 3289437 w 4954903"/>
                <a:gd name="connsiteY17433" fmla="*/ 1345389 h 4882701"/>
                <a:gd name="connsiteX17434" fmla="*/ 3288171 w 4954903"/>
                <a:gd name="connsiteY17434" fmla="*/ 1345389 h 4882701"/>
                <a:gd name="connsiteX17435" fmla="*/ 3232462 w 4954903"/>
                <a:gd name="connsiteY17435" fmla="*/ 1343110 h 4882701"/>
                <a:gd name="connsiteX17436" fmla="*/ 3224865 w 4954903"/>
                <a:gd name="connsiteY17436" fmla="*/ 1363115 h 4882701"/>
                <a:gd name="connsiteX17437" fmla="*/ 3247402 w 4954903"/>
                <a:gd name="connsiteY17437" fmla="*/ 1357291 h 4882701"/>
                <a:gd name="connsiteX17438" fmla="*/ 3232462 w 4954903"/>
                <a:gd name="connsiteY17438" fmla="*/ 1343110 h 4882701"/>
                <a:gd name="connsiteX17439" fmla="*/ 3174726 w 4954903"/>
                <a:gd name="connsiteY17439" fmla="*/ 1341084 h 4882701"/>
                <a:gd name="connsiteX17440" fmla="*/ 3166876 w 4954903"/>
                <a:gd name="connsiteY17440" fmla="*/ 1361089 h 4882701"/>
                <a:gd name="connsiteX17441" fmla="*/ 3189666 w 4954903"/>
                <a:gd name="connsiteY17441" fmla="*/ 1355265 h 4882701"/>
                <a:gd name="connsiteX17442" fmla="*/ 3174726 w 4954903"/>
                <a:gd name="connsiteY17442" fmla="*/ 1341084 h 4882701"/>
                <a:gd name="connsiteX17443" fmla="*/ 3116484 w 4954903"/>
                <a:gd name="connsiteY17443" fmla="*/ 1339058 h 4882701"/>
                <a:gd name="connsiteX17444" fmla="*/ 3108381 w 4954903"/>
                <a:gd name="connsiteY17444" fmla="*/ 1359063 h 4882701"/>
                <a:gd name="connsiteX17445" fmla="*/ 3131425 w 4954903"/>
                <a:gd name="connsiteY17445" fmla="*/ 1353239 h 4882701"/>
                <a:gd name="connsiteX17446" fmla="*/ 3116484 w 4954903"/>
                <a:gd name="connsiteY17446" fmla="*/ 1339058 h 4882701"/>
                <a:gd name="connsiteX17447" fmla="*/ 3057736 w 4954903"/>
                <a:gd name="connsiteY17447" fmla="*/ 1337033 h 4882701"/>
                <a:gd name="connsiteX17448" fmla="*/ 3049126 w 4954903"/>
                <a:gd name="connsiteY17448" fmla="*/ 1357037 h 4882701"/>
                <a:gd name="connsiteX17449" fmla="*/ 3072423 w 4954903"/>
                <a:gd name="connsiteY17449" fmla="*/ 1351213 h 4882701"/>
                <a:gd name="connsiteX17450" fmla="*/ 3057736 w 4954903"/>
                <a:gd name="connsiteY17450" fmla="*/ 1337033 h 4882701"/>
                <a:gd name="connsiteX17451" fmla="*/ 2998228 w 4954903"/>
                <a:gd name="connsiteY17451" fmla="*/ 1335260 h 4882701"/>
                <a:gd name="connsiteX17452" fmla="*/ 2989365 w 4954903"/>
                <a:gd name="connsiteY17452" fmla="*/ 1355265 h 4882701"/>
                <a:gd name="connsiteX17453" fmla="*/ 3013168 w 4954903"/>
                <a:gd name="connsiteY17453" fmla="*/ 1349441 h 4882701"/>
                <a:gd name="connsiteX17454" fmla="*/ 2998228 w 4954903"/>
                <a:gd name="connsiteY17454" fmla="*/ 1335260 h 4882701"/>
                <a:gd name="connsiteX17455" fmla="*/ 2938466 w 4954903"/>
                <a:gd name="connsiteY17455" fmla="*/ 1333487 h 4882701"/>
                <a:gd name="connsiteX17456" fmla="*/ 2929350 w 4954903"/>
                <a:gd name="connsiteY17456" fmla="*/ 1353492 h 4882701"/>
                <a:gd name="connsiteX17457" fmla="*/ 2953407 w 4954903"/>
                <a:gd name="connsiteY17457" fmla="*/ 1347668 h 4882701"/>
                <a:gd name="connsiteX17458" fmla="*/ 2938466 w 4954903"/>
                <a:gd name="connsiteY17458" fmla="*/ 1333487 h 4882701"/>
                <a:gd name="connsiteX17459" fmla="*/ 2878199 w 4954903"/>
                <a:gd name="connsiteY17459" fmla="*/ 1331715 h 4882701"/>
                <a:gd name="connsiteX17460" fmla="*/ 2868576 w 4954903"/>
                <a:gd name="connsiteY17460" fmla="*/ 1351720 h 4882701"/>
                <a:gd name="connsiteX17461" fmla="*/ 2892633 w 4954903"/>
                <a:gd name="connsiteY17461" fmla="*/ 1345896 h 4882701"/>
                <a:gd name="connsiteX17462" fmla="*/ 2878199 w 4954903"/>
                <a:gd name="connsiteY17462" fmla="*/ 1331715 h 4882701"/>
                <a:gd name="connsiteX17463" fmla="*/ 2756397 w 4954903"/>
                <a:gd name="connsiteY17463" fmla="*/ 1328423 h 4882701"/>
                <a:gd name="connsiteX17464" fmla="*/ 2745255 w 4954903"/>
                <a:gd name="connsiteY17464" fmla="*/ 1347415 h 4882701"/>
                <a:gd name="connsiteX17465" fmla="*/ 2770831 w 4954903"/>
                <a:gd name="connsiteY17465" fmla="*/ 1342350 h 4882701"/>
                <a:gd name="connsiteX17466" fmla="*/ 2756397 w 4954903"/>
                <a:gd name="connsiteY17466" fmla="*/ 1328423 h 4882701"/>
                <a:gd name="connsiteX17467" fmla="*/ 2445182 w 4954903"/>
                <a:gd name="connsiteY17467" fmla="*/ 1321586 h 4882701"/>
                <a:gd name="connsiteX17468" fmla="*/ 2432521 w 4954903"/>
                <a:gd name="connsiteY17468" fmla="*/ 1340578 h 4882701"/>
                <a:gd name="connsiteX17469" fmla="*/ 2459110 w 4954903"/>
                <a:gd name="connsiteY17469" fmla="*/ 1335513 h 4882701"/>
                <a:gd name="connsiteX17470" fmla="*/ 2445182 w 4954903"/>
                <a:gd name="connsiteY17470" fmla="*/ 1321586 h 4882701"/>
                <a:gd name="connsiteX17471" fmla="*/ 2382129 w 4954903"/>
                <a:gd name="connsiteY17471" fmla="*/ 1320573 h 4882701"/>
                <a:gd name="connsiteX17472" fmla="*/ 2369215 w 4954903"/>
                <a:gd name="connsiteY17472" fmla="*/ 1339565 h 4882701"/>
                <a:gd name="connsiteX17473" fmla="*/ 2396057 w 4954903"/>
                <a:gd name="connsiteY17473" fmla="*/ 1334247 h 4882701"/>
                <a:gd name="connsiteX17474" fmla="*/ 2382129 w 4954903"/>
                <a:gd name="connsiteY17474" fmla="*/ 1320573 h 4882701"/>
                <a:gd name="connsiteX17475" fmla="*/ 2255010 w 4954903"/>
                <a:gd name="connsiteY17475" fmla="*/ 1318547 h 4882701"/>
                <a:gd name="connsiteX17476" fmla="*/ 2241589 w 4954903"/>
                <a:gd name="connsiteY17476" fmla="*/ 1337539 h 4882701"/>
                <a:gd name="connsiteX17477" fmla="*/ 2268684 w 4954903"/>
                <a:gd name="connsiteY17477" fmla="*/ 1332221 h 4882701"/>
                <a:gd name="connsiteX17478" fmla="*/ 2255010 w 4954903"/>
                <a:gd name="connsiteY17478" fmla="*/ 1318547 h 4882701"/>
                <a:gd name="connsiteX17479" fmla="*/ 2204871 w 4954903"/>
                <a:gd name="connsiteY17479" fmla="*/ 1331462 h 4882701"/>
                <a:gd name="connsiteX17480" fmla="*/ 2191450 w 4954903"/>
                <a:gd name="connsiteY17480" fmla="*/ 1317787 h 4882701"/>
                <a:gd name="connsiteX17481" fmla="*/ 2177523 w 4954903"/>
                <a:gd name="connsiteY17481" fmla="*/ 1336779 h 4882701"/>
                <a:gd name="connsiteX17482" fmla="*/ 2204871 w 4954903"/>
                <a:gd name="connsiteY17482" fmla="*/ 1331462 h 4882701"/>
                <a:gd name="connsiteX17483" fmla="*/ 2076739 w 4954903"/>
                <a:gd name="connsiteY17483" fmla="*/ 1330195 h 4882701"/>
                <a:gd name="connsiteX17484" fmla="*/ 2063571 w 4954903"/>
                <a:gd name="connsiteY17484" fmla="*/ 1316521 h 4882701"/>
                <a:gd name="connsiteX17485" fmla="*/ 2049390 w 4954903"/>
                <a:gd name="connsiteY17485" fmla="*/ 1335766 h 4882701"/>
                <a:gd name="connsiteX17486" fmla="*/ 2076739 w 4954903"/>
                <a:gd name="connsiteY17486" fmla="*/ 1330195 h 4882701"/>
                <a:gd name="connsiteX17487" fmla="*/ 2000518 w 4954903"/>
                <a:gd name="connsiteY17487" fmla="*/ 1315762 h 4882701"/>
                <a:gd name="connsiteX17488" fmla="*/ 1986084 w 4954903"/>
                <a:gd name="connsiteY17488" fmla="*/ 1335007 h 4882701"/>
                <a:gd name="connsiteX17489" fmla="*/ 2013179 w 4954903"/>
                <a:gd name="connsiteY17489" fmla="*/ 1329689 h 4882701"/>
                <a:gd name="connsiteX17490" fmla="*/ 2000518 w 4954903"/>
                <a:gd name="connsiteY17490" fmla="*/ 1315762 h 4882701"/>
                <a:gd name="connsiteX17491" fmla="*/ 259337 w 4954903"/>
                <a:gd name="connsiteY17491" fmla="*/ 1392742 h 4882701"/>
                <a:gd name="connsiteX17492" fmla="*/ 264401 w 4954903"/>
                <a:gd name="connsiteY17492" fmla="*/ 1379575 h 4882701"/>
                <a:gd name="connsiteX17493" fmla="*/ 264148 w 4954903"/>
                <a:gd name="connsiteY17493" fmla="*/ 1379575 h 4882701"/>
                <a:gd name="connsiteX17494" fmla="*/ 251993 w 4954903"/>
                <a:gd name="connsiteY17494" fmla="*/ 1404644 h 4882701"/>
                <a:gd name="connsiteX17495" fmla="*/ 259337 w 4954903"/>
                <a:gd name="connsiteY17495" fmla="*/ 1392742 h 4882701"/>
                <a:gd name="connsiteX17496" fmla="*/ 4727254 w 4954903"/>
                <a:gd name="connsiteY17496" fmla="*/ 1436550 h 4882701"/>
                <a:gd name="connsiteX17497" fmla="*/ 4720164 w 4954903"/>
                <a:gd name="connsiteY17497" fmla="*/ 1421863 h 4882701"/>
                <a:gd name="connsiteX17498" fmla="*/ 4720164 w 4954903"/>
                <a:gd name="connsiteY17498" fmla="*/ 1421863 h 4882701"/>
                <a:gd name="connsiteX17499" fmla="*/ 4731812 w 4954903"/>
                <a:gd name="connsiteY17499" fmla="*/ 1447186 h 4882701"/>
                <a:gd name="connsiteX17500" fmla="*/ 4727254 w 4954903"/>
                <a:gd name="connsiteY17500" fmla="*/ 1436550 h 4882701"/>
                <a:gd name="connsiteX17501" fmla="*/ 4724469 w 4954903"/>
                <a:gd name="connsiteY17501" fmla="*/ 1433258 h 4882701"/>
                <a:gd name="connsiteX17502" fmla="*/ 4717125 w 4954903"/>
                <a:gd name="connsiteY17502" fmla="*/ 1418571 h 4882701"/>
                <a:gd name="connsiteX17503" fmla="*/ 4729027 w 4954903"/>
                <a:gd name="connsiteY17503" fmla="*/ 1443894 h 4882701"/>
                <a:gd name="connsiteX17504" fmla="*/ 4724469 w 4954903"/>
                <a:gd name="connsiteY17504" fmla="*/ 1433258 h 4882701"/>
                <a:gd name="connsiteX17505" fmla="*/ 4724215 w 4954903"/>
                <a:gd name="connsiteY17505" fmla="*/ 1440349 h 4882701"/>
                <a:gd name="connsiteX17506" fmla="*/ 4720164 w 4954903"/>
                <a:gd name="connsiteY17506" fmla="*/ 1429966 h 4882701"/>
                <a:gd name="connsiteX17507" fmla="*/ 4712314 w 4954903"/>
                <a:gd name="connsiteY17507" fmla="*/ 1415279 h 4882701"/>
                <a:gd name="connsiteX17508" fmla="*/ 4712061 w 4954903"/>
                <a:gd name="connsiteY17508" fmla="*/ 1415279 h 4882701"/>
                <a:gd name="connsiteX17509" fmla="*/ 4724215 w 4954903"/>
                <a:gd name="connsiteY17509" fmla="*/ 1440349 h 4882701"/>
                <a:gd name="connsiteX17510" fmla="*/ 4724215 w 4954903"/>
                <a:gd name="connsiteY17510" fmla="*/ 1440349 h 4882701"/>
                <a:gd name="connsiteX17511" fmla="*/ 4705730 w 4954903"/>
                <a:gd name="connsiteY17511" fmla="*/ 1411734 h 4882701"/>
                <a:gd name="connsiteX17512" fmla="*/ 4705730 w 4954903"/>
                <a:gd name="connsiteY17512" fmla="*/ 1411734 h 4882701"/>
                <a:gd name="connsiteX17513" fmla="*/ 4717632 w 4954903"/>
                <a:gd name="connsiteY17513" fmla="*/ 1437057 h 4882701"/>
                <a:gd name="connsiteX17514" fmla="*/ 4714086 w 4954903"/>
                <a:gd name="connsiteY17514" fmla="*/ 1426421 h 4882701"/>
                <a:gd name="connsiteX17515" fmla="*/ 4705730 w 4954903"/>
                <a:gd name="connsiteY17515" fmla="*/ 1411734 h 4882701"/>
                <a:gd name="connsiteX17516" fmla="*/ 4697120 w 4954903"/>
                <a:gd name="connsiteY17516" fmla="*/ 1408442 h 4882701"/>
                <a:gd name="connsiteX17517" fmla="*/ 4709022 w 4954903"/>
                <a:gd name="connsiteY17517" fmla="*/ 1433765 h 4882701"/>
                <a:gd name="connsiteX17518" fmla="*/ 4705730 w 4954903"/>
                <a:gd name="connsiteY17518" fmla="*/ 1423129 h 4882701"/>
                <a:gd name="connsiteX17519" fmla="*/ 4697120 w 4954903"/>
                <a:gd name="connsiteY17519" fmla="*/ 1408442 h 4882701"/>
                <a:gd name="connsiteX17520" fmla="*/ 4697120 w 4954903"/>
                <a:gd name="connsiteY17520" fmla="*/ 1408442 h 4882701"/>
                <a:gd name="connsiteX17521" fmla="*/ 4687245 w 4954903"/>
                <a:gd name="connsiteY17521" fmla="*/ 1404897 h 4882701"/>
                <a:gd name="connsiteX17522" fmla="*/ 4687245 w 4954903"/>
                <a:gd name="connsiteY17522" fmla="*/ 1404897 h 4882701"/>
                <a:gd name="connsiteX17523" fmla="*/ 4698893 w 4954903"/>
                <a:gd name="connsiteY17523" fmla="*/ 1430220 h 4882701"/>
                <a:gd name="connsiteX17524" fmla="*/ 4696361 w 4954903"/>
                <a:gd name="connsiteY17524" fmla="*/ 1419837 h 4882701"/>
                <a:gd name="connsiteX17525" fmla="*/ 4687245 w 4954903"/>
                <a:gd name="connsiteY17525" fmla="*/ 1404897 h 4882701"/>
                <a:gd name="connsiteX17526" fmla="*/ 4675089 w 4954903"/>
                <a:gd name="connsiteY17526" fmla="*/ 1401605 h 4882701"/>
                <a:gd name="connsiteX17527" fmla="*/ 4674583 w 4954903"/>
                <a:gd name="connsiteY17527" fmla="*/ 1401605 h 4882701"/>
                <a:gd name="connsiteX17528" fmla="*/ 4686485 w 4954903"/>
                <a:gd name="connsiteY17528" fmla="*/ 1426675 h 4882701"/>
                <a:gd name="connsiteX17529" fmla="*/ 4684206 w 4954903"/>
                <a:gd name="connsiteY17529" fmla="*/ 1416292 h 4882701"/>
                <a:gd name="connsiteX17530" fmla="*/ 4675089 w 4954903"/>
                <a:gd name="connsiteY17530" fmla="*/ 1401605 h 4882701"/>
                <a:gd name="connsiteX17531" fmla="*/ 4661415 w 4954903"/>
                <a:gd name="connsiteY17531" fmla="*/ 1398060 h 4882701"/>
                <a:gd name="connsiteX17532" fmla="*/ 4661162 w 4954903"/>
                <a:gd name="connsiteY17532" fmla="*/ 1398060 h 4882701"/>
                <a:gd name="connsiteX17533" fmla="*/ 4672557 w 4954903"/>
                <a:gd name="connsiteY17533" fmla="*/ 1423129 h 4882701"/>
                <a:gd name="connsiteX17534" fmla="*/ 4671291 w 4954903"/>
                <a:gd name="connsiteY17534" fmla="*/ 1412747 h 4882701"/>
                <a:gd name="connsiteX17535" fmla="*/ 4661415 w 4954903"/>
                <a:gd name="connsiteY17535" fmla="*/ 1398060 h 4882701"/>
                <a:gd name="connsiteX17536" fmla="*/ 4645969 w 4954903"/>
                <a:gd name="connsiteY17536" fmla="*/ 1394768 h 4882701"/>
                <a:gd name="connsiteX17537" fmla="*/ 4645715 w 4954903"/>
                <a:gd name="connsiteY17537" fmla="*/ 1394768 h 4882701"/>
                <a:gd name="connsiteX17538" fmla="*/ 4657111 w 4954903"/>
                <a:gd name="connsiteY17538" fmla="*/ 1419837 h 4882701"/>
                <a:gd name="connsiteX17539" fmla="*/ 4656097 w 4954903"/>
                <a:gd name="connsiteY17539" fmla="*/ 1409455 h 4882701"/>
                <a:gd name="connsiteX17540" fmla="*/ 4645969 w 4954903"/>
                <a:gd name="connsiteY17540" fmla="*/ 1394768 h 4882701"/>
                <a:gd name="connsiteX17541" fmla="*/ 4629002 w 4954903"/>
                <a:gd name="connsiteY17541" fmla="*/ 1391223 h 4882701"/>
                <a:gd name="connsiteX17542" fmla="*/ 4628243 w 4954903"/>
                <a:gd name="connsiteY17542" fmla="*/ 1391223 h 4882701"/>
                <a:gd name="connsiteX17543" fmla="*/ 4639638 w 4954903"/>
                <a:gd name="connsiteY17543" fmla="*/ 1416039 h 4882701"/>
                <a:gd name="connsiteX17544" fmla="*/ 4639131 w 4954903"/>
                <a:gd name="connsiteY17544" fmla="*/ 1405657 h 4882701"/>
                <a:gd name="connsiteX17545" fmla="*/ 4639131 w 4954903"/>
                <a:gd name="connsiteY17545" fmla="*/ 1405657 h 4882701"/>
                <a:gd name="connsiteX17546" fmla="*/ 4629002 w 4954903"/>
                <a:gd name="connsiteY17546" fmla="*/ 1391223 h 4882701"/>
                <a:gd name="connsiteX17547" fmla="*/ 4610264 w 4954903"/>
                <a:gd name="connsiteY17547" fmla="*/ 1387931 h 4882701"/>
                <a:gd name="connsiteX17548" fmla="*/ 4609504 w 4954903"/>
                <a:gd name="connsiteY17548" fmla="*/ 1387931 h 4882701"/>
                <a:gd name="connsiteX17549" fmla="*/ 4620899 w 4954903"/>
                <a:gd name="connsiteY17549" fmla="*/ 1412747 h 4882701"/>
                <a:gd name="connsiteX17550" fmla="*/ 4620899 w 4954903"/>
                <a:gd name="connsiteY17550" fmla="*/ 1402365 h 4882701"/>
                <a:gd name="connsiteX17551" fmla="*/ 4610264 w 4954903"/>
                <a:gd name="connsiteY17551" fmla="*/ 1387931 h 4882701"/>
                <a:gd name="connsiteX17552" fmla="*/ 4590259 w 4954903"/>
                <a:gd name="connsiteY17552" fmla="*/ 1384386 h 4882701"/>
                <a:gd name="connsiteX17553" fmla="*/ 4589499 w 4954903"/>
                <a:gd name="connsiteY17553" fmla="*/ 1384386 h 4882701"/>
                <a:gd name="connsiteX17554" fmla="*/ 4600894 w 4954903"/>
                <a:gd name="connsiteY17554" fmla="*/ 1409202 h 4882701"/>
                <a:gd name="connsiteX17555" fmla="*/ 4601401 w 4954903"/>
                <a:gd name="connsiteY17555" fmla="*/ 1398820 h 4882701"/>
                <a:gd name="connsiteX17556" fmla="*/ 4590259 w 4954903"/>
                <a:gd name="connsiteY17556" fmla="*/ 1384386 h 4882701"/>
                <a:gd name="connsiteX17557" fmla="*/ 4568482 w 4954903"/>
                <a:gd name="connsiteY17557" fmla="*/ 1381094 h 4882701"/>
                <a:gd name="connsiteX17558" fmla="*/ 4567468 w 4954903"/>
                <a:gd name="connsiteY17558" fmla="*/ 1381094 h 4882701"/>
                <a:gd name="connsiteX17559" fmla="*/ 4578864 w 4954903"/>
                <a:gd name="connsiteY17559" fmla="*/ 1405910 h 4882701"/>
                <a:gd name="connsiteX17560" fmla="*/ 4579624 w 4954903"/>
                <a:gd name="connsiteY17560" fmla="*/ 1395528 h 4882701"/>
                <a:gd name="connsiteX17561" fmla="*/ 4568482 w 4954903"/>
                <a:gd name="connsiteY17561" fmla="*/ 1381094 h 4882701"/>
                <a:gd name="connsiteX17562" fmla="*/ 4545185 w 4954903"/>
                <a:gd name="connsiteY17562" fmla="*/ 1377802 h 4882701"/>
                <a:gd name="connsiteX17563" fmla="*/ 4544172 w 4954903"/>
                <a:gd name="connsiteY17563" fmla="*/ 1377802 h 4882701"/>
                <a:gd name="connsiteX17564" fmla="*/ 4554807 w 4954903"/>
                <a:gd name="connsiteY17564" fmla="*/ 1402365 h 4882701"/>
                <a:gd name="connsiteX17565" fmla="*/ 4556833 w 4954903"/>
                <a:gd name="connsiteY17565" fmla="*/ 1392236 h 4882701"/>
                <a:gd name="connsiteX17566" fmla="*/ 4545185 w 4954903"/>
                <a:gd name="connsiteY17566" fmla="*/ 1377802 h 4882701"/>
                <a:gd name="connsiteX17567" fmla="*/ 4529738 w 4954903"/>
                <a:gd name="connsiteY17567" fmla="*/ 1399073 h 4882701"/>
                <a:gd name="connsiteX17568" fmla="*/ 4532017 w 4954903"/>
                <a:gd name="connsiteY17568" fmla="*/ 1388944 h 4882701"/>
                <a:gd name="connsiteX17569" fmla="*/ 4520368 w 4954903"/>
                <a:gd name="connsiteY17569" fmla="*/ 1374257 h 4882701"/>
                <a:gd name="connsiteX17570" fmla="*/ 4519356 w 4954903"/>
                <a:gd name="connsiteY17570" fmla="*/ 1374257 h 4882701"/>
                <a:gd name="connsiteX17571" fmla="*/ 4529738 w 4954903"/>
                <a:gd name="connsiteY17571" fmla="*/ 1399073 h 4882701"/>
                <a:gd name="connsiteX17572" fmla="*/ 4506188 w 4954903"/>
                <a:gd name="connsiteY17572" fmla="*/ 1385652 h 4882701"/>
                <a:gd name="connsiteX17573" fmla="*/ 4494286 w 4954903"/>
                <a:gd name="connsiteY17573" fmla="*/ 1370965 h 4882701"/>
                <a:gd name="connsiteX17574" fmla="*/ 4493020 w 4954903"/>
                <a:gd name="connsiteY17574" fmla="*/ 1370965 h 4882701"/>
                <a:gd name="connsiteX17575" fmla="*/ 4503402 w 4954903"/>
                <a:gd name="connsiteY17575" fmla="*/ 1395528 h 4882701"/>
                <a:gd name="connsiteX17576" fmla="*/ 4506188 w 4954903"/>
                <a:gd name="connsiteY17576" fmla="*/ 1385652 h 4882701"/>
                <a:gd name="connsiteX17577" fmla="*/ 4475548 w 4954903"/>
                <a:gd name="connsiteY17577" fmla="*/ 1392489 h 4882701"/>
                <a:gd name="connsiteX17578" fmla="*/ 4478839 w 4954903"/>
                <a:gd name="connsiteY17578" fmla="*/ 1382360 h 4882701"/>
                <a:gd name="connsiteX17579" fmla="*/ 4466685 w 4954903"/>
                <a:gd name="connsiteY17579" fmla="*/ 1367673 h 4882701"/>
                <a:gd name="connsiteX17580" fmla="*/ 4465418 w 4954903"/>
                <a:gd name="connsiteY17580" fmla="*/ 1367673 h 4882701"/>
                <a:gd name="connsiteX17581" fmla="*/ 4475548 w 4954903"/>
                <a:gd name="connsiteY17581" fmla="*/ 1392489 h 4882701"/>
                <a:gd name="connsiteX17582" fmla="*/ 4436044 w 4954903"/>
                <a:gd name="connsiteY17582" fmla="*/ 1364634 h 4882701"/>
                <a:gd name="connsiteX17583" fmla="*/ 4445920 w 4954903"/>
                <a:gd name="connsiteY17583" fmla="*/ 1389197 h 4882701"/>
                <a:gd name="connsiteX17584" fmla="*/ 4449719 w 4954903"/>
                <a:gd name="connsiteY17584" fmla="*/ 1379068 h 4882701"/>
                <a:gd name="connsiteX17585" fmla="*/ 4437310 w 4954903"/>
                <a:gd name="connsiteY17585" fmla="*/ 1364381 h 4882701"/>
                <a:gd name="connsiteX17586" fmla="*/ 4436044 w 4954903"/>
                <a:gd name="connsiteY17586" fmla="*/ 1364634 h 4882701"/>
                <a:gd name="connsiteX17587" fmla="*/ 4405657 w 4954903"/>
                <a:gd name="connsiteY17587" fmla="*/ 1361342 h 4882701"/>
                <a:gd name="connsiteX17588" fmla="*/ 4414773 w 4954903"/>
                <a:gd name="connsiteY17588" fmla="*/ 1385399 h 4882701"/>
                <a:gd name="connsiteX17589" fmla="*/ 4419838 w 4954903"/>
                <a:gd name="connsiteY17589" fmla="*/ 1375776 h 4882701"/>
                <a:gd name="connsiteX17590" fmla="*/ 4407176 w 4954903"/>
                <a:gd name="connsiteY17590" fmla="*/ 1361089 h 4882701"/>
                <a:gd name="connsiteX17591" fmla="*/ 4405657 w 4954903"/>
                <a:gd name="connsiteY17591" fmla="*/ 1361342 h 4882701"/>
                <a:gd name="connsiteX17592" fmla="*/ 4375270 w 4954903"/>
                <a:gd name="connsiteY17592" fmla="*/ 1357797 h 4882701"/>
                <a:gd name="connsiteX17593" fmla="*/ 4373751 w 4954903"/>
                <a:gd name="connsiteY17593" fmla="*/ 1357797 h 4882701"/>
                <a:gd name="connsiteX17594" fmla="*/ 4382614 w 4954903"/>
                <a:gd name="connsiteY17594" fmla="*/ 1381854 h 4882701"/>
                <a:gd name="connsiteX17595" fmla="*/ 4388184 w 4954903"/>
                <a:gd name="connsiteY17595" fmla="*/ 1372231 h 4882701"/>
                <a:gd name="connsiteX17596" fmla="*/ 4375270 w 4954903"/>
                <a:gd name="connsiteY17596" fmla="*/ 1357797 h 4882701"/>
                <a:gd name="connsiteX17597" fmla="*/ 4340578 w 4954903"/>
                <a:gd name="connsiteY17597" fmla="*/ 1354758 h 4882701"/>
                <a:gd name="connsiteX17598" fmla="*/ 4349188 w 4954903"/>
                <a:gd name="connsiteY17598" fmla="*/ 1378815 h 4882701"/>
                <a:gd name="connsiteX17599" fmla="*/ 4355265 w 4954903"/>
                <a:gd name="connsiteY17599" fmla="*/ 1369192 h 4882701"/>
                <a:gd name="connsiteX17600" fmla="*/ 4342098 w 4954903"/>
                <a:gd name="connsiteY17600" fmla="*/ 1354758 h 4882701"/>
                <a:gd name="connsiteX17601" fmla="*/ 4340578 w 4954903"/>
                <a:gd name="connsiteY17601" fmla="*/ 1354758 h 4882701"/>
                <a:gd name="connsiteX17602" fmla="*/ 4314496 w 4954903"/>
                <a:gd name="connsiteY17602" fmla="*/ 1375776 h 4882701"/>
                <a:gd name="connsiteX17603" fmla="*/ 4321080 w 4954903"/>
                <a:gd name="connsiteY17603" fmla="*/ 1366154 h 4882701"/>
                <a:gd name="connsiteX17604" fmla="*/ 4307659 w 4954903"/>
                <a:gd name="connsiteY17604" fmla="*/ 1351720 h 4882701"/>
                <a:gd name="connsiteX17605" fmla="*/ 4306139 w 4954903"/>
                <a:gd name="connsiteY17605" fmla="*/ 1351720 h 4882701"/>
                <a:gd name="connsiteX17606" fmla="*/ 4314496 w 4954903"/>
                <a:gd name="connsiteY17606" fmla="*/ 1375776 h 4882701"/>
                <a:gd name="connsiteX17607" fmla="*/ 4270435 w 4954903"/>
                <a:gd name="connsiteY17607" fmla="*/ 1348428 h 4882701"/>
                <a:gd name="connsiteX17608" fmla="*/ 4277778 w 4954903"/>
                <a:gd name="connsiteY17608" fmla="*/ 1371978 h 4882701"/>
                <a:gd name="connsiteX17609" fmla="*/ 4285628 w 4954903"/>
                <a:gd name="connsiteY17609" fmla="*/ 1362862 h 4882701"/>
                <a:gd name="connsiteX17610" fmla="*/ 4272207 w 4954903"/>
                <a:gd name="connsiteY17610" fmla="*/ 1348428 h 4882701"/>
                <a:gd name="connsiteX17611" fmla="*/ 4270435 w 4954903"/>
                <a:gd name="connsiteY17611" fmla="*/ 1348428 h 4882701"/>
                <a:gd name="connsiteX17612" fmla="*/ 4240554 w 4954903"/>
                <a:gd name="connsiteY17612" fmla="*/ 1368939 h 4882701"/>
                <a:gd name="connsiteX17613" fmla="*/ 4248910 w 4954903"/>
                <a:gd name="connsiteY17613" fmla="*/ 1359823 h 4882701"/>
                <a:gd name="connsiteX17614" fmla="*/ 4235236 w 4954903"/>
                <a:gd name="connsiteY17614" fmla="*/ 1345389 h 4882701"/>
                <a:gd name="connsiteX17615" fmla="*/ 4233463 w 4954903"/>
                <a:gd name="connsiteY17615" fmla="*/ 1345389 h 4882701"/>
                <a:gd name="connsiteX17616" fmla="*/ 4240554 w 4954903"/>
                <a:gd name="connsiteY17616" fmla="*/ 1368939 h 4882701"/>
                <a:gd name="connsiteX17617" fmla="*/ 4210926 w 4954903"/>
                <a:gd name="connsiteY17617" fmla="*/ 1356531 h 4882701"/>
                <a:gd name="connsiteX17618" fmla="*/ 4196999 w 4954903"/>
                <a:gd name="connsiteY17618" fmla="*/ 1342097 h 4882701"/>
                <a:gd name="connsiteX17619" fmla="*/ 4195226 w 4954903"/>
                <a:gd name="connsiteY17619" fmla="*/ 1342097 h 4882701"/>
                <a:gd name="connsiteX17620" fmla="*/ 4202064 w 4954903"/>
                <a:gd name="connsiteY17620" fmla="*/ 1365647 h 4882701"/>
                <a:gd name="connsiteX17621" fmla="*/ 4210926 w 4954903"/>
                <a:gd name="connsiteY17621" fmla="*/ 1356531 h 4882701"/>
                <a:gd name="connsiteX17622" fmla="*/ 4162560 w 4954903"/>
                <a:gd name="connsiteY17622" fmla="*/ 1362608 h 4882701"/>
                <a:gd name="connsiteX17623" fmla="*/ 4171676 w 4954903"/>
                <a:gd name="connsiteY17623" fmla="*/ 1353492 h 4882701"/>
                <a:gd name="connsiteX17624" fmla="*/ 4157749 w 4954903"/>
                <a:gd name="connsiteY17624" fmla="*/ 1339058 h 4882701"/>
                <a:gd name="connsiteX17625" fmla="*/ 4155976 w 4954903"/>
                <a:gd name="connsiteY17625" fmla="*/ 1339058 h 4882701"/>
                <a:gd name="connsiteX17626" fmla="*/ 4162560 w 4954903"/>
                <a:gd name="connsiteY17626" fmla="*/ 1362608 h 4882701"/>
                <a:gd name="connsiteX17627" fmla="*/ 4120778 w 4954903"/>
                <a:gd name="connsiteY17627" fmla="*/ 1359063 h 4882701"/>
                <a:gd name="connsiteX17628" fmla="*/ 4131413 w 4954903"/>
                <a:gd name="connsiteY17628" fmla="*/ 1350454 h 4882701"/>
                <a:gd name="connsiteX17629" fmla="*/ 4117486 w 4954903"/>
                <a:gd name="connsiteY17629" fmla="*/ 1336020 h 4882701"/>
                <a:gd name="connsiteX17630" fmla="*/ 4115713 w 4954903"/>
                <a:gd name="connsiteY17630" fmla="*/ 1336020 h 4882701"/>
                <a:gd name="connsiteX17631" fmla="*/ 4120778 w 4954903"/>
                <a:gd name="connsiteY17631" fmla="*/ 1359063 h 4882701"/>
                <a:gd name="connsiteX17632" fmla="*/ 4078743 w 4954903"/>
                <a:gd name="connsiteY17632" fmla="*/ 1356024 h 4882701"/>
                <a:gd name="connsiteX17633" fmla="*/ 4089884 w 4954903"/>
                <a:gd name="connsiteY17633" fmla="*/ 1347415 h 4882701"/>
                <a:gd name="connsiteX17634" fmla="*/ 4075704 w 4954903"/>
                <a:gd name="connsiteY17634" fmla="*/ 1332981 h 4882701"/>
                <a:gd name="connsiteX17635" fmla="*/ 4073931 w 4954903"/>
                <a:gd name="connsiteY17635" fmla="*/ 1332981 h 4882701"/>
                <a:gd name="connsiteX17636" fmla="*/ 4078743 w 4954903"/>
                <a:gd name="connsiteY17636" fmla="*/ 1356024 h 4882701"/>
                <a:gd name="connsiteX17637" fmla="*/ 4035947 w 4954903"/>
                <a:gd name="connsiteY17637" fmla="*/ 1352986 h 4882701"/>
                <a:gd name="connsiteX17638" fmla="*/ 4047596 w 4954903"/>
                <a:gd name="connsiteY17638" fmla="*/ 1344376 h 4882701"/>
                <a:gd name="connsiteX17639" fmla="*/ 4033162 w 4954903"/>
                <a:gd name="connsiteY17639" fmla="*/ 1329942 h 4882701"/>
                <a:gd name="connsiteX17640" fmla="*/ 4031136 w 4954903"/>
                <a:gd name="connsiteY17640" fmla="*/ 1329942 h 4882701"/>
                <a:gd name="connsiteX17641" fmla="*/ 4035947 w 4954903"/>
                <a:gd name="connsiteY17641" fmla="*/ 1352986 h 4882701"/>
                <a:gd name="connsiteX17642" fmla="*/ 3991886 w 4954903"/>
                <a:gd name="connsiteY17642" fmla="*/ 1350200 h 4882701"/>
                <a:gd name="connsiteX17643" fmla="*/ 4003788 w 4954903"/>
                <a:gd name="connsiteY17643" fmla="*/ 1341591 h 4882701"/>
                <a:gd name="connsiteX17644" fmla="*/ 3989354 w 4954903"/>
                <a:gd name="connsiteY17644" fmla="*/ 1327157 h 4882701"/>
                <a:gd name="connsiteX17645" fmla="*/ 3987328 w 4954903"/>
                <a:gd name="connsiteY17645" fmla="*/ 1327157 h 4882701"/>
                <a:gd name="connsiteX17646" fmla="*/ 3991886 w 4954903"/>
                <a:gd name="connsiteY17646" fmla="*/ 1350200 h 4882701"/>
                <a:gd name="connsiteX17647" fmla="*/ 3959220 w 4954903"/>
                <a:gd name="connsiteY17647" fmla="*/ 1338552 h 4882701"/>
                <a:gd name="connsiteX17648" fmla="*/ 3944786 w 4954903"/>
                <a:gd name="connsiteY17648" fmla="*/ 1324118 h 4882701"/>
                <a:gd name="connsiteX17649" fmla="*/ 3942760 w 4954903"/>
                <a:gd name="connsiteY17649" fmla="*/ 1324118 h 4882701"/>
                <a:gd name="connsiteX17650" fmla="*/ 3945799 w 4954903"/>
                <a:gd name="connsiteY17650" fmla="*/ 1346402 h 4882701"/>
                <a:gd name="connsiteX17651" fmla="*/ 3959220 w 4954903"/>
                <a:gd name="connsiteY17651" fmla="*/ 1338552 h 4882701"/>
                <a:gd name="connsiteX17652" fmla="*/ 3913639 w 4954903"/>
                <a:gd name="connsiteY17652" fmla="*/ 1335766 h 4882701"/>
                <a:gd name="connsiteX17653" fmla="*/ 3898952 w 4954903"/>
                <a:gd name="connsiteY17653" fmla="*/ 1321333 h 4882701"/>
                <a:gd name="connsiteX17654" fmla="*/ 3896926 w 4954903"/>
                <a:gd name="connsiteY17654" fmla="*/ 1321333 h 4882701"/>
                <a:gd name="connsiteX17655" fmla="*/ 3899712 w 4954903"/>
                <a:gd name="connsiteY17655" fmla="*/ 1343616 h 4882701"/>
                <a:gd name="connsiteX17656" fmla="*/ 3913639 w 4954903"/>
                <a:gd name="connsiteY17656" fmla="*/ 1335766 h 4882701"/>
                <a:gd name="connsiteX17657" fmla="*/ 3866792 w 4954903"/>
                <a:gd name="connsiteY17657" fmla="*/ 1332981 h 4882701"/>
                <a:gd name="connsiteX17658" fmla="*/ 3852105 w 4954903"/>
                <a:gd name="connsiteY17658" fmla="*/ 1318547 h 4882701"/>
                <a:gd name="connsiteX17659" fmla="*/ 3850079 w 4954903"/>
                <a:gd name="connsiteY17659" fmla="*/ 1318800 h 4882701"/>
                <a:gd name="connsiteX17660" fmla="*/ 3852612 w 4954903"/>
                <a:gd name="connsiteY17660" fmla="*/ 1341084 h 4882701"/>
                <a:gd name="connsiteX17661" fmla="*/ 3866792 w 4954903"/>
                <a:gd name="connsiteY17661" fmla="*/ 1332981 h 4882701"/>
                <a:gd name="connsiteX17662" fmla="*/ 3819186 w 4954903"/>
                <a:gd name="connsiteY17662" fmla="*/ 1330195 h 4882701"/>
                <a:gd name="connsiteX17663" fmla="*/ 3804499 w 4954903"/>
                <a:gd name="connsiteY17663" fmla="*/ 1315762 h 4882701"/>
                <a:gd name="connsiteX17664" fmla="*/ 3802473 w 4954903"/>
                <a:gd name="connsiteY17664" fmla="*/ 1316015 h 4882701"/>
                <a:gd name="connsiteX17665" fmla="*/ 3804499 w 4954903"/>
                <a:gd name="connsiteY17665" fmla="*/ 1338299 h 4882701"/>
                <a:gd name="connsiteX17666" fmla="*/ 3819186 w 4954903"/>
                <a:gd name="connsiteY17666" fmla="*/ 1330195 h 4882701"/>
                <a:gd name="connsiteX17667" fmla="*/ 3770566 w 4954903"/>
                <a:gd name="connsiteY17667" fmla="*/ 1327410 h 4882701"/>
                <a:gd name="connsiteX17668" fmla="*/ 3755626 w 4954903"/>
                <a:gd name="connsiteY17668" fmla="*/ 1313229 h 4882701"/>
                <a:gd name="connsiteX17669" fmla="*/ 3753347 w 4954903"/>
                <a:gd name="connsiteY17669" fmla="*/ 1313483 h 4882701"/>
                <a:gd name="connsiteX17670" fmla="*/ 3755120 w 4954903"/>
                <a:gd name="connsiteY17670" fmla="*/ 1335766 h 4882701"/>
                <a:gd name="connsiteX17671" fmla="*/ 3770566 w 4954903"/>
                <a:gd name="connsiteY17671" fmla="*/ 1327410 h 4882701"/>
                <a:gd name="connsiteX17672" fmla="*/ 3706247 w 4954903"/>
                <a:gd name="connsiteY17672" fmla="*/ 1310444 h 4882701"/>
                <a:gd name="connsiteX17673" fmla="*/ 3703968 w 4954903"/>
                <a:gd name="connsiteY17673" fmla="*/ 1310697 h 4882701"/>
                <a:gd name="connsiteX17674" fmla="*/ 3704474 w 4954903"/>
                <a:gd name="connsiteY17674" fmla="*/ 1332221 h 4882701"/>
                <a:gd name="connsiteX17675" fmla="*/ 3721187 w 4954903"/>
                <a:gd name="connsiteY17675" fmla="*/ 1324878 h 4882701"/>
                <a:gd name="connsiteX17676" fmla="*/ 3706247 w 4954903"/>
                <a:gd name="connsiteY17676" fmla="*/ 1310444 h 4882701"/>
                <a:gd name="connsiteX17677" fmla="*/ 3670796 w 4954903"/>
                <a:gd name="connsiteY17677" fmla="*/ 1322092 h 4882701"/>
                <a:gd name="connsiteX17678" fmla="*/ 3655855 w 4954903"/>
                <a:gd name="connsiteY17678" fmla="*/ 1307912 h 4882701"/>
                <a:gd name="connsiteX17679" fmla="*/ 3653576 w 4954903"/>
                <a:gd name="connsiteY17679" fmla="*/ 1308165 h 4882701"/>
                <a:gd name="connsiteX17680" fmla="*/ 3653576 w 4954903"/>
                <a:gd name="connsiteY17680" fmla="*/ 1329689 h 4882701"/>
                <a:gd name="connsiteX17681" fmla="*/ 3670796 w 4954903"/>
                <a:gd name="connsiteY17681" fmla="*/ 1322092 h 4882701"/>
                <a:gd name="connsiteX17682" fmla="*/ 3604704 w 4954903"/>
                <a:gd name="connsiteY17682" fmla="*/ 1305379 h 4882701"/>
                <a:gd name="connsiteX17683" fmla="*/ 3602424 w 4954903"/>
                <a:gd name="connsiteY17683" fmla="*/ 1305633 h 4882701"/>
                <a:gd name="connsiteX17684" fmla="*/ 3602171 w 4954903"/>
                <a:gd name="connsiteY17684" fmla="*/ 1326904 h 4882701"/>
                <a:gd name="connsiteX17685" fmla="*/ 3619644 w 4954903"/>
                <a:gd name="connsiteY17685" fmla="*/ 1319560 h 4882701"/>
                <a:gd name="connsiteX17686" fmla="*/ 3604704 w 4954903"/>
                <a:gd name="connsiteY17686" fmla="*/ 1305379 h 4882701"/>
                <a:gd name="connsiteX17687" fmla="*/ 3552539 w 4954903"/>
                <a:gd name="connsiteY17687" fmla="*/ 1302847 h 4882701"/>
                <a:gd name="connsiteX17688" fmla="*/ 3550260 w 4954903"/>
                <a:gd name="connsiteY17688" fmla="*/ 1303100 h 4882701"/>
                <a:gd name="connsiteX17689" fmla="*/ 3549753 w 4954903"/>
                <a:gd name="connsiteY17689" fmla="*/ 1324371 h 4882701"/>
                <a:gd name="connsiteX17690" fmla="*/ 3567733 w 4954903"/>
                <a:gd name="connsiteY17690" fmla="*/ 1317028 h 4882701"/>
                <a:gd name="connsiteX17691" fmla="*/ 3552539 w 4954903"/>
                <a:gd name="connsiteY17691" fmla="*/ 1302847 h 4882701"/>
                <a:gd name="connsiteX17692" fmla="*/ 3514809 w 4954903"/>
                <a:gd name="connsiteY17692" fmla="*/ 1314749 h 4882701"/>
                <a:gd name="connsiteX17693" fmla="*/ 3499868 w 4954903"/>
                <a:gd name="connsiteY17693" fmla="*/ 1300568 h 4882701"/>
                <a:gd name="connsiteX17694" fmla="*/ 3497336 w 4954903"/>
                <a:gd name="connsiteY17694" fmla="*/ 1300821 h 4882701"/>
                <a:gd name="connsiteX17695" fmla="*/ 3496323 w 4954903"/>
                <a:gd name="connsiteY17695" fmla="*/ 1322092 h 4882701"/>
                <a:gd name="connsiteX17696" fmla="*/ 3514809 w 4954903"/>
                <a:gd name="connsiteY17696" fmla="*/ 1314749 h 4882701"/>
                <a:gd name="connsiteX17697" fmla="*/ 3461124 w 4954903"/>
                <a:gd name="connsiteY17697" fmla="*/ 1312216 h 4882701"/>
                <a:gd name="connsiteX17698" fmla="*/ 3446184 w 4954903"/>
                <a:gd name="connsiteY17698" fmla="*/ 1298036 h 4882701"/>
                <a:gd name="connsiteX17699" fmla="*/ 3444918 w 4954903"/>
                <a:gd name="connsiteY17699" fmla="*/ 1298036 h 4882701"/>
                <a:gd name="connsiteX17700" fmla="*/ 3441373 w 4954903"/>
                <a:gd name="connsiteY17700" fmla="*/ 1318800 h 4882701"/>
                <a:gd name="connsiteX17701" fmla="*/ 3461124 w 4954903"/>
                <a:gd name="connsiteY17701" fmla="*/ 1312216 h 4882701"/>
                <a:gd name="connsiteX17702" fmla="*/ 3406934 w 4954903"/>
                <a:gd name="connsiteY17702" fmla="*/ 1309937 h 4882701"/>
                <a:gd name="connsiteX17703" fmla="*/ 3391741 w 4954903"/>
                <a:gd name="connsiteY17703" fmla="*/ 1295757 h 4882701"/>
                <a:gd name="connsiteX17704" fmla="*/ 3390475 w 4954903"/>
                <a:gd name="connsiteY17704" fmla="*/ 1295757 h 4882701"/>
                <a:gd name="connsiteX17705" fmla="*/ 3386676 w 4954903"/>
                <a:gd name="connsiteY17705" fmla="*/ 1316521 h 4882701"/>
                <a:gd name="connsiteX17706" fmla="*/ 3406934 w 4954903"/>
                <a:gd name="connsiteY17706" fmla="*/ 1309937 h 4882701"/>
                <a:gd name="connsiteX17707" fmla="*/ 3336791 w 4954903"/>
                <a:gd name="connsiteY17707" fmla="*/ 1293478 h 4882701"/>
                <a:gd name="connsiteX17708" fmla="*/ 3335525 w 4954903"/>
                <a:gd name="connsiteY17708" fmla="*/ 1293478 h 4882701"/>
                <a:gd name="connsiteX17709" fmla="*/ 3331220 w 4954903"/>
                <a:gd name="connsiteY17709" fmla="*/ 1314242 h 4882701"/>
                <a:gd name="connsiteX17710" fmla="*/ 3351731 w 4954903"/>
                <a:gd name="connsiteY17710" fmla="*/ 1307658 h 4882701"/>
                <a:gd name="connsiteX17711" fmla="*/ 3336791 w 4954903"/>
                <a:gd name="connsiteY17711" fmla="*/ 1293478 h 4882701"/>
                <a:gd name="connsiteX17712" fmla="*/ 3281081 w 4954903"/>
                <a:gd name="connsiteY17712" fmla="*/ 1291452 h 4882701"/>
                <a:gd name="connsiteX17713" fmla="*/ 3279815 w 4954903"/>
                <a:gd name="connsiteY17713" fmla="*/ 1291452 h 4882701"/>
                <a:gd name="connsiteX17714" fmla="*/ 3275257 w 4954903"/>
                <a:gd name="connsiteY17714" fmla="*/ 1312216 h 4882701"/>
                <a:gd name="connsiteX17715" fmla="*/ 3296021 w 4954903"/>
                <a:gd name="connsiteY17715" fmla="*/ 1305633 h 4882701"/>
                <a:gd name="connsiteX17716" fmla="*/ 3281081 w 4954903"/>
                <a:gd name="connsiteY17716" fmla="*/ 1291452 h 4882701"/>
                <a:gd name="connsiteX17717" fmla="*/ 3217521 w 4954903"/>
                <a:gd name="connsiteY17717" fmla="*/ 1308924 h 4882701"/>
                <a:gd name="connsiteX17718" fmla="*/ 3239552 w 4954903"/>
                <a:gd name="connsiteY17718" fmla="*/ 1303354 h 4882701"/>
                <a:gd name="connsiteX17719" fmla="*/ 3224612 w 4954903"/>
                <a:gd name="connsiteY17719" fmla="*/ 1289173 h 4882701"/>
                <a:gd name="connsiteX17720" fmla="*/ 3217521 w 4954903"/>
                <a:gd name="connsiteY17720" fmla="*/ 1308924 h 4882701"/>
                <a:gd name="connsiteX17721" fmla="*/ 3167889 w 4954903"/>
                <a:gd name="connsiteY17721" fmla="*/ 1287147 h 4882701"/>
                <a:gd name="connsiteX17722" fmla="*/ 3160292 w 4954903"/>
                <a:gd name="connsiteY17722" fmla="*/ 1306899 h 4882701"/>
                <a:gd name="connsiteX17723" fmla="*/ 3182829 w 4954903"/>
                <a:gd name="connsiteY17723" fmla="*/ 1301075 h 4882701"/>
                <a:gd name="connsiteX17724" fmla="*/ 3167889 w 4954903"/>
                <a:gd name="connsiteY17724" fmla="*/ 1287147 h 4882701"/>
                <a:gd name="connsiteX17725" fmla="*/ 3110407 w 4954903"/>
                <a:gd name="connsiteY17725" fmla="*/ 1285121 h 4882701"/>
                <a:gd name="connsiteX17726" fmla="*/ 3102557 w 4954903"/>
                <a:gd name="connsiteY17726" fmla="*/ 1304873 h 4882701"/>
                <a:gd name="connsiteX17727" fmla="*/ 3125347 w 4954903"/>
                <a:gd name="connsiteY17727" fmla="*/ 1299049 h 4882701"/>
                <a:gd name="connsiteX17728" fmla="*/ 3110407 w 4954903"/>
                <a:gd name="connsiteY17728" fmla="*/ 1285121 h 4882701"/>
                <a:gd name="connsiteX17729" fmla="*/ 2446702 w 4954903"/>
                <a:gd name="connsiteY17729" fmla="*/ 1267902 h 4882701"/>
                <a:gd name="connsiteX17730" fmla="*/ 2434294 w 4954903"/>
                <a:gd name="connsiteY17730" fmla="*/ 1286894 h 4882701"/>
                <a:gd name="connsiteX17731" fmla="*/ 2460629 w 4954903"/>
                <a:gd name="connsiteY17731" fmla="*/ 1281829 h 4882701"/>
                <a:gd name="connsiteX17732" fmla="*/ 2446702 w 4954903"/>
                <a:gd name="connsiteY17732" fmla="*/ 1267902 h 4882701"/>
                <a:gd name="connsiteX17733" fmla="*/ 2398082 w 4954903"/>
                <a:gd name="connsiteY17733" fmla="*/ 1280563 h 4882701"/>
                <a:gd name="connsiteX17734" fmla="*/ 2384408 w 4954903"/>
                <a:gd name="connsiteY17734" fmla="*/ 1266889 h 4882701"/>
                <a:gd name="connsiteX17735" fmla="*/ 2371494 w 4954903"/>
                <a:gd name="connsiteY17735" fmla="*/ 1285881 h 4882701"/>
                <a:gd name="connsiteX17736" fmla="*/ 2398082 w 4954903"/>
                <a:gd name="connsiteY17736" fmla="*/ 1280563 h 4882701"/>
                <a:gd name="connsiteX17737" fmla="*/ 2335282 w 4954903"/>
                <a:gd name="connsiteY17737" fmla="*/ 1279550 h 4882701"/>
                <a:gd name="connsiteX17738" fmla="*/ 2321608 w 4954903"/>
                <a:gd name="connsiteY17738" fmla="*/ 1265876 h 4882701"/>
                <a:gd name="connsiteX17739" fmla="*/ 2308441 w 4954903"/>
                <a:gd name="connsiteY17739" fmla="*/ 1284868 h 4882701"/>
                <a:gd name="connsiteX17740" fmla="*/ 2335282 w 4954903"/>
                <a:gd name="connsiteY17740" fmla="*/ 1279550 h 4882701"/>
                <a:gd name="connsiteX17741" fmla="*/ 2259061 w 4954903"/>
                <a:gd name="connsiteY17741" fmla="*/ 1264863 h 4882701"/>
                <a:gd name="connsiteX17742" fmla="*/ 2245640 w 4954903"/>
                <a:gd name="connsiteY17742" fmla="*/ 1283855 h 4882701"/>
                <a:gd name="connsiteX17743" fmla="*/ 2272229 w 4954903"/>
                <a:gd name="connsiteY17743" fmla="*/ 1278537 h 4882701"/>
                <a:gd name="connsiteX17744" fmla="*/ 2259061 w 4954903"/>
                <a:gd name="connsiteY17744" fmla="*/ 1264863 h 4882701"/>
                <a:gd name="connsiteX17745" fmla="*/ 2209176 w 4954903"/>
                <a:gd name="connsiteY17745" fmla="*/ 1277778 h 4882701"/>
                <a:gd name="connsiteX17746" fmla="*/ 2196008 w 4954903"/>
                <a:gd name="connsiteY17746" fmla="*/ 1264103 h 4882701"/>
                <a:gd name="connsiteX17747" fmla="*/ 2182081 w 4954903"/>
                <a:gd name="connsiteY17747" fmla="*/ 1283095 h 4882701"/>
                <a:gd name="connsiteX17748" fmla="*/ 2209176 w 4954903"/>
                <a:gd name="connsiteY17748" fmla="*/ 1277778 h 4882701"/>
                <a:gd name="connsiteX17749" fmla="*/ 2146123 w 4954903"/>
                <a:gd name="connsiteY17749" fmla="*/ 1277018 h 4882701"/>
                <a:gd name="connsiteX17750" fmla="*/ 2133208 w 4954903"/>
                <a:gd name="connsiteY17750" fmla="*/ 1263344 h 4882701"/>
                <a:gd name="connsiteX17751" fmla="*/ 2119027 w 4954903"/>
                <a:gd name="connsiteY17751" fmla="*/ 1282336 h 4882701"/>
                <a:gd name="connsiteX17752" fmla="*/ 2146123 w 4954903"/>
                <a:gd name="connsiteY17752" fmla="*/ 1277018 h 4882701"/>
                <a:gd name="connsiteX17753" fmla="*/ 2082816 w 4954903"/>
                <a:gd name="connsiteY17753" fmla="*/ 1276258 h 4882701"/>
                <a:gd name="connsiteX17754" fmla="*/ 2069902 w 4954903"/>
                <a:gd name="connsiteY17754" fmla="*/ 1262584 h 4882701"/>
                <a:gd name="connsiteX17755" fmla="*/ 2055721 w 4954903"/>
                <a:gd name="connsiteY17755" fmla="*/ 1281576 h 4882701"/>
                <a:gd name="connsiteX17756" fmla="*/ 2082816 w 4954903"/>
                <a:gd name="connsiteY17756" fmla="*/ 1276258 h 4882701"/>
                <a:gd name="connsiteX17757" fmla="*/ 2019763 w 4954903"/>
                <a:gd name="connsiteY17757" fmla="*/ 1275752 h 4882701"/>
                <a:gd name="connsiteX17758" fmla="*/ 2007355 w 4954903"/>
                <a:gd name="connsiteY17758" fmla="*/ 1262078 h 4882701"/>
                <a:gd name="connsiteX17759" fmla="*/ 1992921 w 4954903"/>
                <a:gd name="connsiteY17759" fmla="*/ 1281070 h 4882701"/>
                <a:gd name="connsiteX17760" fmla="*/ 2019763 w 4954903"/>
                <a:gd name="connsiteY17760" fmla="*/ 1275752 h 4882701"/>
                <a:gd name="connsiteX17761" fmla="*/ 522438 w 4954903"/>
                <a:gd name="connsiteY17761" fmla="*/ 1291958 h 4882701"/>
                <a:gd name="connsiteX17762" fmla="*/ 508511 w 4954903"/>
                <a:gd name="connsiteY17762" fmla="*/ 1314749 h 4882701"/>
                <a:gd name="connsiteX17763" fmla="*/ 522438 w 4954903"/>
                <a:gd name="connsiteY17763" fmla="*/ 1305126 h 4882701"/>
                <a:gd name="connsiteX17764" fmla="*/ 522438 w 4954903"/>
                <a:gd name="connsiteY17764" fmla="*/ 1291958 h 4882701"/>
                <a:gd name="connsiteX17765" fmla="*/ 4700919 w 4954903"/>
                <a:gd name="connsiteY17765" fmla="*/ 1381600 h 4882701"/>
                <a:gd name="connsiteX17766" fmla="*/ 4693575 w 4954903"/>
                <a:gd name="connsiteY17766" fmla="*/ 1367166 h 4882701"/>
                <a:gd name="connsiteX17767" fmla="*/ 4693575 w 4954903"/>
                <a:gd name="connsiteY17767" fmla="*/ 1367166 h 4882701"/>
                <a:gd name="connsiteX17768" fmla="*/ 4705983 w 4954903"/>
                <a:gd name="connsiteY17768" fmla="*/ 1391983 h 4882701"/>
                <a:gd name="connsiteX17769" fmla="*/ 4700919 w 4954903"/>
                <a:gd name="connsiteY17769" fmla="*/ 1381600 h 4882701"/>
                <a:gd name="connsiteX17770" fmla="*/ 4698386 w 4954903"/>
                <a:gd name="connsiteY17770" fmla="*/ 1378308 h 4882701"/>
                <a:gd name="connsiteX17771" fmla="*/ 4690790 w 4954903"/>
                <a:gd name="connsiteY17771" fmla="*/ 1363875 h 4882701"/>
                <a:gd name="connsiteX17772" fmla="*/ 4703197 w 4954903"/>
                <a:gd name="connsiteY17772" fmla="*/ 1388691 h 4882701"/>
                <a:gd name="connsiteX17773" fmla="*/ 4698386 w 4954903"/>
                <a:gd name="connsiteY17773" fmla="*/ 1378308 h 4882701"/>
                <a:gd name="connsiteX17774" fmla="*/ 4698386 w 4954903"/>
                <a:gd name="connsiteY17774" fmla="*/ 1385399 h 4882701"/>
                <a:gd name="connsiteX17775" fmla="*/ 4694081 w 4954903"/>
                <a:gd name="connsiteY17775" fmla="*/ 1375016 h 4882701"/>
                <a:gd name="connsiteX17776" fmla="*/ 4685978 w 4954903"/>
                <a:gd name="connsiteY17776" fmla="*/ 1360583 h 4882701"/>
                <a:gd name="connsiteX17777" fmla="*/ 4685725 w 4954903"/>
                <a:gd name="connsiteY17777" fmla="*/ 1360583 h 4882701"/>
                <a:gd name="connsiteX17778" fmla="*/ 4698386 w 4954903"/>
                <a:gd name="connsiteY17778" fmla="*/ 1385399 h 4882701"/>
                <a:gd name="connsiteX17779" fmla="*/ 4698386 w 4954903"/>
                <a:gd name="connsiteY17779" fmla="*/ 1385399 h 4882701"/>
                <a:gd name="connsiteX17780" fmla="*/ 4691802 w 4954903"/>
                <a:gd name="connsiteY17780" fmla="*/ 1382107 h 4882701"/>
                <a:gd name="connsiteX17781" fmla="*/ 4688004 w 4954903"/>
                <a:gd name="connsiteY17781" fmla="*/ 1371724 h 4882701"/>
                <a:gd name="connsiteX17782" fmla="*/ 4679648 w 4954903"/>
                <a:gd name="connsiteY17782" fmla="*/ 1357037 h 4882701"/>
                <a:gd name="connsiteX17783" fmla="*/ 4679394 w 4954903"/>
                <a:gd name="connsiteY17783" fmla="*/ 1357037 h 4882701"/>
                <a:gd name="connsiteX17784" fmla="*/ 4691802 w 4954903"/>
                <a:gd name="connsiteY17784" fmla="*/ 1382107 h 4882701"/>
                <a:gd name="connsiteX17785" fmla="*/ 4671038 w 4954903"/>
                <a:gd name="connsiteY17785" fmla="*/ 1353999 h 4882701"/>
                <a:gd name="connsiteX17786" fmla="*/ 4671038 w 4954903"/>
                <a:gd name="connsiteY17786" fmla="*/ 1353999 h 4882701"/>
                <a:gd name="connsiteX17787" fmla="*/ 4683446 w 4954903"/>
                <a:gd name="connsiteY17787" fmla="*/ 1379068 h 4882701"/>
                <a:gd name="connsiteX17788" fmla="*/ 4679901 w 4954903"/>
                <a:gd name="connsiteY17788" fmla="*/ 1368686 h 4882701"/>
                <a:gd name="connsiteX17789" fmla="*/ 4671038 w 4954903"/>
                <a:gd name="connsiteY17789" fmla="*/ 1353999 h 4882701"/>
                <a:gd name="connsiteX17790" fmla="*/ 4661162 w 4954903"/>
                <a:gd name="connsiteY17790" fmla="*/ 1350454 h 4882701"/>
                <a:gd name="connsiteX17791" fmla="*/ 4661162 w 4954903"/>
                <a:gd name="connsiteY17791" fmla="*/ 1350454 h 4882701"/>
                <a:gd name="connsiteX17792" fmla="*/ 4673317 w 4954903"/>
                <a:gd name="connsiteY17792" fmla="*/ 1375270 h 4882701"/>
                <a:gd name="connsiteX17793" fmla="*/ 4670278 w 4954903"/>
                <a:gd name="connsiteY17793" fmla="*/ 1364887 h 4882701"/>
                <a:gd name="connsiteX17794" fmla="*/ 4661162 w 4954903"/>
                <a:gd name="connsiteY17794" fmla="*/ 1350454 h 4882701"/>
                <a:gd name="connsiteX17795" fmla="*/ 4649007 w 4954903"/>
                <a:gd name="connsiteY17795" fmla="*/ 1347162 h 4882701"/>
                <a:gd name="connsiteX17796" fmla="*/ 4648501 w 4954903"/>
                <a:gd name="connsiteY17796" fmla="*/ 1347162 h 4882701"/>
                <a:gd name="connsiteX17797" fmla="*/ 4661162 w 4954903"/>
                <a:gd name="connsiteY17797" fmla="*/ 1371978 h 4882701"/>
                <a:gd name="connsiteX17798" fmla="*/ 4658630 w 4954903"/>
                <a:gd name="connsiteY17798" fmla="*/ 1361595 h 4882701"/>
                <a:gd name="connsiteX17799" fmla="*/ 4649007 w 4954903"/>
                <a:gd name="connsiteY17799" fmla="*/ 1347162 h 4882701"/>
                <a:gd name="connsiteX17800" fmla="*/ 4635586 w 4954903"/>
                <a:gd name="connsiteY17800" fmla="*/ 1343616 h 4882701"/>
                <a:gd name="connsiteX17801" fmla="*/ 4635080 w 4954903"/>
                <a:gd name="connsiteY17801" fmla="*/ 1343616 h 4882701"/>
                <a:gd name="connsiteX17802" fmla="*/ 4647741 w 4954903"/>
                <a:gd name="connsiteY17802" fmla="*/ 1368433 h 4882701"/>
                <a:gd name="connsiteX17803" fmla="*/ 4645715 w 4954903"/>
                <a:gd name="connsiteY17803" fmla="*/ 1358050 h 4882701"/>
                <a:gd name="connsiteX17804" fmla="*/ 4635586 w 4954903"/>
                <a:gd name="connsiteY17804" fmla="*/ 1343616 h 4882701"/>
                <a:gd name="connsiteX17805" fmla="*/ 4620393 w 4954903"/>
                <a:gd name="connsiteY17805" fmla="*/ 1340325 h 4882701"/>
                <a:gd name="connsiteX17806" fmla="*/ 4620139 w 4954903"/>
                <a:gd name="connsiteY17806" fmla="*/ 1340325 h 4882701"/>
                <a:gd name="connsiteX17807" fmla="*/ 4632041 w 4954903"/>
                <a:gd name="connsiteY17807" fmla="*/ 1365141 h 4882701"/>
                <a:gd name="connsiteX17808" fmla="*/ 4630775 w 4954903"/>
                <a:gd name="connsiteY17808" fmla="*/ 1355012 h 4882701"/>
                <a:gd name="connsiteX17809" fmla="*/ 4620393 w 4954903"/>
                <a:gd name="connsiteY17809" fmla="*/ 1340325 h 4882701"/>
                <a:gd name="connsiteX17810" fmla="*/ 4603680 w 4954903"/>
                <a:gd name="connsiteY17810" fmla="*/ 1337033 h 4882701"/>
                <a:gd name="connsiteX17811" fmla="*/ 4602920 w 4954903"/>
                <a:gd name="connsiteY17811" fmla="*/ 1337033 h 4882701"/>
                <a:gd name="connsiteX17812" fmla="*/ 4615075 w 4954903"/>
                <a:gd name="connsiteY17812" fmla="*/ 1361595 h 4882701"/>
                <a:gd name="connsiteX17813" fmla="*/ 4614315 w 4954903"/>
                <a:gd name="connsiteY17813" fmla="*/ 1351466 h 4882701"/>
                <a:gd name="connsiteX17814" fmla="*/ 4603680 w 4954903"/>
                <a:gd name="connsiteY17814" fmla="*/ 1337033 h 4882701"/>
                <a:gd name="connsiteX17815" fmla="*/ 4585195 w 4954903"/>
                <a:gd name="connsiteY17815" fmla="*/ 1333487 h 4882701"/>
                <a:gd name="connsiteX17816" fmla="*/ 4584434 w 4954903"/>
                <a:gd name="connsiteY17816" fmla="*/ 1333487 h 4882701"/>
                <a:gd name="connsiteX17817" fmla="*/ 4596336 w 4954903"/>
                <a:gd name="connsiteY17817" fmla="*/ 1358050 h 4882701"/>
                <a:gd name="connsiteX17818" fmla="*/ 4596083 w 4954903"/>
                <a:gd name="connsiteY17818" fmla="*/ 1347921 h 4882701"/>
                <a:gd name="connsiteX17819" fmla="*/ 4585195 w 4954903"/>
                <a:gd name="connsiteY17819" fmla="*/ 1333487 h 4882701"/>
                <a:gd name="connsiteX17820" fmla="*/ 4565189 w 4954903"/>
                <a:gd name="connsiteY17820" fmla="*/ 1330195 h 4882701"/>
                <a:gd name="connsiteX17821" fmla="*/ 4564430 w 4954903"/>
                <a:gd name="connsiteY17821" fmla="*/ 1330195 h 4882701"/>
                <a:gd name="connsiteX17822" fmla="*/ 4576331 w 4954903"/>
                <a:gd name="connsiteY17822" fmla="*/ 1354758 h 4882701"/>
                <a:gd name="connsiteX17823" fmla="*/ 4576331 w 4954903"/>
                <a:gd name="connsiteY17823" fmla="*/ 1344629 h 4882701"/>
                <a:gd name="connsiteX17824" fmla="*/ 4565189 w 4954903"/>
                <a:gd name="connsiteY17824" fmla="*/ 1330195 h 4882701"/>
                <a:gd name="connsiteX17825" fmla="*/ 4543665 w 4954903"/>
                <a:gd name="connsiteY17825" fmla="*/ 1326904 h 4882701"/>
                <a:gd name="connsiteX17826" fmla="*/ 4542652 w 4954903"/>
                <a:gd name="connsiteY17826" fmla="*/ 1326904 h 4882701"/>
                <a:gd name="connsiteX17827" fmla="*/ 4554554 w 4954903"/>
                <a:gd name="connsiteY17827" fmla="*/ 1351466 h 4882701"/>
                <a:gd name="connsiteX17828" fmla="*/ 4555061 w 4954903"/>
                <a:gd name="connsiteY17828" fmla="*/ 1341337 h 4882701"/>
                <a:gd name="connsiteX17829" fmla="*/ 4543665 w 4954903"/>
                <a:gd name="connsiteY17829" fmla="*/ 1326904 h 4882701"/>
                <a:gd name="connsiteX17830" fmla="*/ 4520622 w 4954903"/>
                <a:gd name="connsiteY17830" fmla="*/ 1323612 h 4882701"/>
                <a:gd name="connsiteX17831" fmla="*/ 4519609 w 4954903"/>
                <a:gd name="connsiteY17831" fmla="*/ 1323612 h 4882701"/>
                <a:gd name="connsiteX17832" fmla="*/ 4531257 w 4954903"/>
                <a:gd name="connsiteY17832" fmla="*/ 1348175 h 4882701"/>
                <a:gd name="connsiteX17833" fmla="*/ 4532270 w 4954903"/>
                <a:gd name="connsiteY17833" fmla="*/ 1338045 h 4882701"/>
                <a:gd name="connsiteX17834" fmla="*/ 4520622 w 4954903"/>
                <a:gd name="connsiteY17834" fmla="*/ 1323612 h 4882701"/>
                <a:gd name="connsiteX17835" fmla="*/ 4496312 w 4954903"/>
                <a:gd name="connsiteY17835" fmla="*/ 1320320 h 4882701"/>
                <a:gd name="connsiteX17836" fmla="*/ 4495299 w 4954903"/>
                <a:gd name="connsiteY17836" fmla="*/ 1320320 h 4882701"/>
                <a:gd name="connsiteX17837" fmla="*/ 4506188 w 4954903"/>
                <a:gd name="connsiteY17837" fmla="*/ 1344629 h 4882701"/>
                <a:gd name="connsiteX17838" fmla="*/ 4508214 w 4954903"/>
                <a:gd name="connsiteY17838" fmla="*/ 1334754 h 4882701"/>
                <a:gd name="connsiteX17839" fmla="*/ 4496312 w 4954903"/>
                <a:gd name="connsiteY17839" fmla="*/ 1320320 h 4882701"/>
                <a:gd name="connsiteX17840" fmla="*/ 4482638 w 4954903"/>
                <a:gd name="connsiteY17840" fmla="*/ 1331462 h 4882701"/>
                <a:gd name="connsiteX17841" fmla="*/ 4470483 w 4954903"/>
                <a:gd name="connsiteY17841" fmla="*/ 1317028 h 4882701"/>
                <a:gd name="connsiteX17842" fmla="*/ 4469470 w 4954903"/>
                <a:gd name="connsiteY17842" fmla="*/ 1317028 h 4882701"/>
                <a:gd name="connsiteX17843" fmla="*/ 4480359 w 4954903"/>
                <a:gd name="connsiteY17843" fmla="*/ 1341337 h 4882701"/>
                <a:gd name="connsiteX17844" fmla="*/ 4482638 w 4954903"/>
                <a:gd name="connsiteY17844" fmla="*/ 1331462 h 4882701"/>
                <a:gd name="connsiteX17845" fmla="*/ 4455543 w 4954903"/>
                <a:gd name="connsiteY17845" fmla="*/ 1328170 h 4882701"/>
                <a:gd name="connsiteX17846" fmla="*/ 4443135 w 4954903"/>
                <a:gd name="connsiteY17846" fmla="*/ 1313736 h 4882701"/>
                <a:gd name="connsiteX17847" fmla="*/ 4441869 w 4954903"/>
                <a:gd name="connsiteY17847" fmla="*/ 1313736 h 4882701"/>
                <a:gd name="connsiteX17848" fmla="*/ 4452504 w 4954903"/>
                <a:gd name="connsiteY17848" fmla="*/ 1338045 h 4882701"/>
                <a:gd name="connsiteX17849" fmla="*/ 4455543 w 4954903"/>
                <a:gd name="connsiteY17849" fmla="*/ 1328170 h 4882701"/>
                <a:gd name="connsiteX17850" fmla="*/ 4413254 w 4954903"/>
                <a:gd name="connsiteY17850" fmla="*/ 1310444 h 4882701"/>
                <a:gd name="connsiteX17851" fmla="*/ 4423636 w 4954903"/>
                <a:gd name="connsiteY17851" fmla="*/ 1334500 h 4882701"/>
                <a:gd name="connsiteX17852" fmla="*/ 4427181 w 4954903"/>
                <a:gd name="connsiteY17852" fmla="*/ 1324625 h 4882701"/>
                <a:gd name="connsiteX17853" fmla="*/ 4414520 w 4954903"/>
                <a:gd name="connsiteY17853" fmla="*/ 1310191 h 4882701"/>
                <a:gd name="connsiteX17854" fmla="*/ 4413254 w 4954903"/>
                <a:gd name="connsiteY17854" fmla="*/ 1310444 h 4882701"/>
                <a:gd name="connsiteX17855" fmla="*/ 4383120 w 4954903"/>
                <a:gd name="connsiteY17855" fmla="*/ 1307405 h 4882701"/>
                <a:gd name="connsiteX17856" fmla="*/ 4393502 w 4954903"/>
                <a:gd name="connsiteY17856" fmla="*/ 1331462 h 4882701"/>
                <a:gd name="connsiteX17857" fmla="*/ 4397301 w 4954903"/>
                <a:gd name="connsiteY17857" fmla="*/ 1321586 h 4882701"/>
                <a:gd name="connsiteX17858" fmla="*/ 4384386 w 4954903"/>
                <a:gd name="connsiteY17858" fmla="*/ 1307152 h 4882701"/>
                <a:gd name="connsiteX17859" fmla="*/ 4383120 w 4954903"/>
                <a:gd name="connsiteY17859" fmla="*/ 1307405 h 4882701"/>
                <a:gd name="connsiteX17860" fmla="*/ 4351720 w 4954903"/>
                <a:gd name="connsiteY17860" fmla="*/ 1304113 h 4882701"/>
                <a:gd name="connsiteX17861" fmla="*/ 4361089 w 4954903"/>
                <a:gd name="connsiteY17861" fmla="*/ 1327916 h 4882701"/>
                <a:gd name="connsiteX17862" fmla="*/ 4366154 w 4954903"/>
                <a:gd name="connsiteY17862" fmla="*/ 1318294 h 4882701"/>
                <a:gd name="connsiteX17863" fmla="*/ 4353240 w 4954903"/>
                <a:gd name="connsiteY17863" fmla="*/ 1303860 h 4882701"/>
                <a:gd name="connsiteX17864" fmla="*/ 4351720 w 4954903"/>
                <a:gd name="connsiteY17864" fmla="*/ 1304113 h 4882701"/>
                <a:gd name="connsiteX17865" fmla="*/ 4327917 w 4954903"/>
                <a:gd name="connsiteY17865" fmla="*/ 1324625 h 4882701"/>
                <a:gd name="connsiteX17866" fmla="*/ 4333488 w 4954903"/>
                <a:gd name="connsiteY17866" fmla="*/ 1315002 h 4882701"/>
                <a:gd name="connsiteX17867" fmla="*/ 4320067 w 4954903"/>
                <a:gd name="connsiteY17867" fmla="*/ 1300568 h 4882701"/>
                <a:gd name="connsiteX17868" fmla="*/ 4318547 w 4954903"/>
                <a:gd name="connsiteY17868" fmla="*/ 1300568 h 4882701"/>
                <a:gd name="connsiteX17869" fmla="*/ 4327917 w 4954903"/>
                <a:gd name="connsiteY17869" fmla="*/ 1324625 h 4882701"/>
                <a:gd name="connsiteX17870" fmla="*/ 4293731 w 4954903"/>
                <a:gd name="connsiteY17870" fmla="*/ 1321586 h 4882701"/>
                <a:gd name="connsiteX17871" fmla="*/ 4299809 w 4954903"/>
                <a:gd name="connsiteY17871" fmla="*/ 1311963 h 4882701"/>
                <a:gd name="connsiteX17872" fmla="*/ 4286388 w 4954903"/>
                <a:gd name="connsiteY17872" fmla="*/ 1297529 h 4882701"/>
                <a:gd name="connsiteX17873" fmla="*/ 4284869 w 4954903"/>
                <a:gd name="connsiteY17873" fmla="*/ 1297529 h 4882701"/>
                <a:gd name="connsiteX17874" fmla="*/ 4293731 w 4954903"/>
                <a:gd name="connsiteY17874" fmla="*/ 1321586 h 4882701"/>
                <a:gd name="connsiteX17875" fmla="*/ 4258280 w 4954903"/>
                <a:gd name="connsiteY17875" fmla="*/ 1318294 h 4882701"/>
                <a:gd name="connsiteX17876" fmla="*/ 4264864 w 4954903"/>
                <a:gd name="connsiteY17876" fmla="*/ 1308671 h 4882701"/>
                <a:gd name="connsiteX17877" fmla="*/ 4251190 w 4954903"/>
                <a:gd name="connsiteY17877" fmla="*/ 1294237 h 4882701"/>
                <a:gd name="connsiteX17878" fmla="*/ 4248910 w 4954903"/>
                <a:gd name="connsiteY17878" fmla="*/ 1294491 h 4882701"/>
                <a:gd name="connsiteX17879" fmla="*/ 4258280 w 4954903"/>
                <a:gd name="connsiteY17879" fmla="*/ 1318294 h 4882701"/>
                <a:gd name="connsiteX17880" fmla="*/ 4220549 w 4954903"/>
                <a:gd name="connsiteY17880" fmla="*/ 1314749 h 4882701"/>
                <a:gd name="connsiteX17881" fmla="*/ 4228399 w 4954903"/>
                <a:gd name="connsiteY17881" fmla="*/ 1305633 h 4882701"/>
                <a:gd name="connsiteX17882" fmla="*/ 4214725 w 4954903"/>
                <a:gd name="connsiteY17882" fmla="*/ 1291452 h 4882701"/>
                <a:gd name="connsiteX17883" fmla="*/ 4213206 w 4954903"/>
                <a:gd name="connsiteY17883" fmla="*/ 1291452 h 4882701"/>
                <a:gd name="connsiteX17884" fmla="*/ 4220549 w 4954903"/>
                <a:gd name="connsiteY17884" fmla="*/ 1314749 h 4882701"/>
                <a:gd name="connsiteX17885" fmla="*/ 4182565 w 4954903"/>
                <a:gd name="connsiteY17885" fmla="*/ 1311710 h 4882701"/>
                <a:gd name="connsiteX17886" fmla="*/ 4190922 w 4954903"/>
                <a:gd name="connsiteY17886" fmla="*/ 1302594 h 4882701"/>
                <a:gd name="connsiteX17887" fmla="*/ 4176994 w 4954903"/>
                <a:gd name="connsiteY17887" fmla="*/ 1288413 h 4882701"/>
                <a:gd name="connsiteX17888" fmla="*/ 4175222 w 4954903"/>
                <a:gd name="connsiteY17888" fmla="*/ 1288413 h 4882701"/>
                <a:gd name="connsiteX17889" fmla="*/ 4182565 w 4954903"/>
                <a:gd name="connsiteY17889" fmla="*/ 1311710 h 4882701"/>
                <a:gd name="connsiteX17890" fmla="*/ 4152178 w 4954903"/>
                <a:gd name="connsiteY17890" fmla="*/ 1299555 h 4882701"/>
                <a:gd name="connsiteX17891" fmla="*/ 4138250 w 4954903"/>
                <a:gd name="connsiteY17891" fmla="*/ 1285374 h 4882701"/>
                <a:gd name="connsiteX17892" fmla="*/ 4136478 w 4954903"/>
                <a:gd name="connsiteY17892" fmla="*/ 1285374 h 4882701"/>
                <a:gd name="connsiteX17893" fmla="*/ 4143315 w 4954903"/>
                <a:gd name="connsiteY17893" fmla="*/ 1308671 h 4882701"/>
                <a:gd name="connsiteX17894" fmla="*/ 4152178 w 4954903"/>
                <a:gd name="connsiteY17894" fmla="*/ 1299555 h 4882701"/>
                <a:gd name="connsiteX17895" fmla="*/ 4112421 w 4954903"/>
                <a:gd name="connsiteY17895" fmla="*/ 1296516 h 4882701"/>
                <a:gd name="connsiteX17896" fmla="*/ 4098241 w 4954903"/>
                <a:gd name="connsiteY17896" fmla="*/ 1282336 h 4882701"/>
                <a:gd name="connsiteX17897" fmla="*/ 4095709 w 4954903"/>
                <a:gd name="connsiteY17897" fmla="*/ 1282589 h 4882701"/>
                <a:gd name="connsiteX17898" fmla="*/ 4103052 w 4954903"/>
                <a:gd name="connsiteY17898" fmla="*/ 1305633 h 4882701"/>
                <a:gd name="connsiteX17899" fmla="*/ 4112421 w 4954903"/>
                <a:gd name="connsiteY17899" fmla="*/ 1296516 h 4882701"/>
                <a:gd name="connsiteX17900" fmla="*/ 4071652 w 4954903"/>
                <a:gd name="connsiteY17900" fmla="*/ 1293731 h 4882701"/>
                <a:gd name="connsiteX17901" fmla="*/ 4057218 w 4954903"/>
                <a:gd name="connsiteY17901" fmla="*/ 1279550 h 4882701"/>
                <a:gd name="connsiteX17902" fmla="*/ 4055446 w 4954903"/>
                <a:gd name="connsiteY17902" fmla="*/ 1279550 h 4882701"/>
                <a:gd name="connsiteX17903" fmla="*/ 4060763 w 4954903"/>
                <a:gd name="connsiteY17903" fmla="*/ 1302087 h 4882701"/>
                <a:gd name="connsiteX17904" fmla="*/ 4071652 w 4954903"/>
                <a:gd name="connsiteY17904" fmla="*/ 1293731 h 4882701"/>
                <a:gd name="connsiteX17905" fmla="*/ 4029617 w 4954903"/>
                <a:gd name="connsiteY17905" fmla="*/ 1290692 h 4882701"/>
                <a:gd name="connsiteX17906" fmla="*/ 4015183 w 4954903"/>
                <a:gd name="connsiteY17906" fmla="*/ 1276512 h 4882701"/>
                <a:gd name="connsiteX17907" fmla="*/ 4013410 w 4954903"/>
                <a:gd name="connsiteY17907" fmla="*/ 1276512 h 4882701"/>
                <a:gd name="connsiteX17908" fmla="*/ 4018475 w 4954903"/>
                <a:gd name="connsiteY17908" fmla="*/ 1299049 h 4882701"/>
                <a:gd name="connsiteX17909" fmla="*/ 4029617 w 4954903"/>
                <a:gd name="connsiteY17909" fmla="*/ 1290692 h 4882701"/>
                <a:gd name="connsiteX17910" fmla="*/ 3974920 w 4954903"/>
                <a:gd name="connsiteY17910" fmla="*/ 1296263 h 4882701"/>
                <a:gd name="connsiteX17911" fmla="*/ 3986568 w 4954903"/>
                <a:gd name="connsiteY17911" fmla="*/ 1287653 h 4882701"/>
                <a:gd name="connsiteX17912" fmla="*/ 3972134 w 4954903"/>
                <a:gd name="connsiteY17912" fmla="*/ 1273473 h 4882701"/>
                <a:gd name="connsiteX17913" fmla="*/ 3970109 w 4954903"/>
                <a:gd name="connsiteY17913" fmla="*/ 1273473 h 4882701"/>
                <a:gd name="connsiteX17914" fmla="*/ 3974920 w 4954903"/>
                <a:gd name="connsiteY17914" fmla="*/ 1296263 h 4882701"/>
                <a:gd name="connsiteX17915" fmla="*/ 3930352 w 4954903"/>
                <a:gd name="connsiteY17915" fmla="*/ 1293478 h 4882701"/>
                <a:gd name="connsiteX17916" fmla="*/ 3942507 w 4954903"/>
                <a:gd name="connsiteY17916" fmla="*/ 1284868 h 4882701"/>
                <a:gd name="connsiteX17917" fmla="*/ 3928073 w 4954903"/>
                <a:gd name="connsiteY17917" fmla="*/ 1270687 h 4882701"/>
                <a:gd name="connsiteX17918" fmla="*/ 3926047 w 4954903"/>
                <a:gd name="connsiteY17918" fmla="*/ 1270687 h 4882701"/>
                <a:gd name="connsiteX17919" fmla="*/ 3930352 w 4954903"/>
                <a:gd name="connsiteY17919" fmla="*/ 1293478 h 4882701"/>
                <a:gd name="connsiteX17920" fmla="*/ 3897179 w 4954903"/>
                <a:gd name="connsiteY17920" fmla="*/ 1282083 h 4882701"/>
                <a:gd name="connsiteX17921" fmla="*/ 3882493 w 4954903"/>
                <a:gd name="connsiteY17921" fmla="*/ 1267902 h 4882701"/>
                <a:gd name="connsiteX17922" fmla="*/ 3880467 w 4954903"/>
                <a:gd name="connsiteY17922" fmla="*/ 1267902 h 4882701"/>
                <a:gd name="connsiteX17923" fmla="*/ 3883505 w 4954903"/>
                <a:gd name="connsiteY17923" fmla="*/ 1289679 h 4882701"/>
                <a:gd name="connsiteX17924" fmla="*/ 3897179 w 4954903"/>
                <a:gd name="connsiteY17924" fmla="*/ 1282083 h 4882701"/>
                <a:gd name="connsiteX17925" fmla="*/ 3851092 w 4954903"/>
                <a:gd name="connsiteY17925" fmla="*/ 1279297 h 4882701"/>
                <a:gd name="connsiteX17926" fmla="*/ 3836405 w 4954903"/>
                <a:gd name="connsiteY17926" fmla="*/ 1265116 h 4882701"/>
                <a:gd name="connsiteX17927" fmla="*/ 3834379 w 4954903"/>
                <a:gd name="connsiteY17927" fmla="*/ 1265116 h 4882701"/>
                <a:gd name="connsiteX17928" fmla="*/ 3837165 w 4954903"/>
                <a:gd name="connsiteY17928" fmla="*/ 1286894 h 4882701"/>
                <a:gd name="connsiteX17929" fmla="*/ 3851092 w 4954903"/>
                <a:gd name="connsiteY17929" fmla="*/ 1279297 h 4882701"/>
                <a:gd name="connsiteX17930" fmla="*/ 3787279 w 4954903"/>
                <a:gd name="connsiteY17930" fmla="*/ 1262584 h 4882701"/>
                <a:gd name="connsiteX17931" fmla="*/ 3789812 w 4954903"/>
                <a:gd name="connsiteY17931" fmla="*/ 1284362 h 4882701"/>
                <a:gd name="connsiteX17932" fmla="*/ 3804246 w 4954903"/>
                <a:gd name="connsiteY17932" fmla="*/ 1276512 h 4882701"/>
                <a:gd name="connsiteX17933" fmla="*/ 3789558 w 4954903"/>
                <a:gd name="connsiteY17933" fmla="*/ 1262331 h 4882701"/>
                <a:gd name="connsiteX17934" fmla="*/ 3787279 w 4954903"/>
                <a:gd name="connsiteY17934" fmla="*/ 1262584 h 4882701"/>
                <a:gd name="connsiteX17935" fmla="*/ 3756133 w 4954903"/>
                <a:gd name="connsiteY17935" fmla="*/ 1273979 h 4882701"/>
                <a:gd name="connsiteX17936" fmla="*/ 3741193 w 4954903"/>
                <a:gd name="connsiteY17936" fmla="*/ 1259799 h 4882701"/>
                <a:gd name="connsiteX17937" fmla="*/ 3738913 w 4954903"/>
                <a:gd name="connsiteY17937" fmla="*/ 1260052 h 4882701"/>
                <a:gd name="connsiteX17938" fmla="*/ 3740939 w 4954903"/>
                <a:gd name="connsiteY17938" fmla="*/ 1281829 h 4882701"/>
                <a:gd name="connsiteX17939" fmla="*/ 3756133 w 4954903"/>
                <a:gd name="connsiteY17939" fmla="*/ 1273979 h 4882701"/>
                <a:gd name="connsiteX17940" fmla="*/ 3692320 w 4954903"/>
                <a:gd name="connsiteY17940" fmla="*/ 1257266 h 4882701"/>
                <a:gd name="connsiteX17941" fmla="*/ 3690041 w 4954903"/>
                <a:gd name="connsiteY17941" fmla="*/ 1257520 h 4882701"/>
                <a:gd name="connsiteX17942" fmla="*/ 3690800 w 4954903"/>
                <a:gd name="connsiteY17942" fmla="*/ 1278537 h 4882701"/>
                <a:gd name="connsiteX17943" fmla="*/ 3707260 w 4954903"/>
                <a:gd name="connsiteY17943" fmla="*/ 1271447 h 4882701"/>
                <a:gd name="connsiteX17944" fmla="*/ 3692320 w 4954903"/>
                <a:gd name="connsiteY17944" fmla="*/ 1257266 h 4882701"/>
                <a:gd name="connsiteX17945" fmla="*/ 3642688 w 4954903"/>
                <a:gd name="connsiteY17945" fmla="*/ 1254734 h 4882701"/>
                <a:gd name="connsiteX17946" fmla="*/ 3640408 w 4954903"/>
                <a:gd name="connsiteY17946" fmla="*/ 1254987 h 4882701"/>
                <a:gd name="connsiteX17947" fmla="*/ 3640915 w 4954903"/>
                <a:gd name="connsiteY17947" fmla="*/ 1276005 h 4882701"/>
                <a:gd name="connsiteX17948" fmla="*/ 3657628 w 4954903"/>
                <a:gd name="connsiteY17948" fmla="*/ 1268915 h 4882701"/>
                <a:gd name="connsiteX17949" fmla="*/ 3642688 w 4954903"/>
                <a:gd name="connsiteY17949" fmla="*/ 1254734 h 4882701"/>
                <a:gd name="connsiteX17950" fmla="*/ 3592043 w 4954903"/>
                <a:gd name="connsiteY17950" fmla="*/ 1252202 h 4882701"/>
                <a:gd name="connsiteX17951" fmla="*/ 3589763 w 4954903"/>
                <a:gd name="connsiteY17951" fmla="*/ 1252455 h 4882701"/>
                <a:gd name="connsiteX17952" fmla="*/ 3589763 w 4954903"/>
                <a:gd name="connsiteY17952" fmla="*/ 1273473 h 4882701"/>
                <a:gd name="connsiteX17953" fmla="*/ 3606983 w 4954903"/>
                <a:gd name="connsiteY17953" fmla="*/ 1266383 h 4882701"/>
                <a:gd name="connsiteX17954" fmla="*/ 3592043 w 4954903"/>
                <a:gd name="connsiteY17954" fmla="*/ 1252202 h 4882701"/>
                <a:gd name="connsiteX17955" fmla="*/ 3540638 w 4954903"/>
                <a:gd name="connsiteY17955" fmla="*/ 1249670 h 4882701"/>
                <a:gd name="connsiteX17956" fmla="*/ 3538358 w 4954903"/>
                <a:gd name="connsiteY17956" fmla="*/ 1249923 h 4882701"/>
                <a:gd name="connsiteX17957" fmla="*/ 3538105 w 4954903"/>
                <a:gd name="connsiteY17957" fmla="*/ 1270941 h 4882701"/>
                <a:gd name="connsiteX17958" fmla="*/ 3555831 w 4954903"/>
                <a:gd name="connsiteY17958" fmla="*/ 1263850 h 4882701"/>
                <a:gd name="connsiteX17959" fmla="*/ 3540638 w 4954903"/>
                <a:gd name="connsiteY17959" fmla="*/ 1249670 h 4882701"/>
                <a:gd name="connsiteX17960" fmla="*/ 3488473 w 4954903"/>
                <a:gd name="connsiteY17960" fmla="*/ 1247391 h 4882701"/>
                <a:gd name="connsiteX17961" fmla="*/ 3486194 w 4954903"/>
                <a:gd name="connsiteY17961" fmla="*/ 1247644 h 4882701"/>
                <a:gd name="connsiteX17962" fmla="*/ 3485687 w 4954903"/>
                <a:gd name="connsiteY17962" fmla="*/ 1268662 h 4882701"/>
                <a:gd name="connsiteX17963" fmla="*/ 3503667 w 4954903"/>
                <a:gd name="connsiteY17963" fmla="*/ 1261571 h 4882701"/>
                <a:gd name="connsiteX17964" fmla="*/ 3488473 w 4954903"/>
                <a:gd name="connsiteY17964" fmla="*/ 1247391 h 4882701"/>
                <a:gd name="connsiteX17965" fmla="*/ 3450489 w 4954903"/>
                <a:gd name="connsiteY17965" fmla="*/ 1258786 h 4882701"/>
                <a:gd name="connsiteX17966" fmla="*/ 3435549 w 4954903"/>
                <a:gd name="connsiteY17966" fmla="*/ 1244858 h 4882701"/>
                <a:gd name="connsiteX17967" fmla="*/ 3434283 w 4954903"/>
                <a:gd name="connsiteY17967" fmla="*/ 1244858 h 4882701"/>
                <a:gd name="connsiteX17968" fmla="*/ 3430991 w 4954903"/>
                <a:gd name="connsiteY17968" fmla="*/ 1265116 h 4882701"/>
                <a:gd name="connsiteX17969" fmla="*/ 3450489 w 4954903"/>
                <a:gd name="connsiteY17969" fmla="*/ 1258786 h 4882701"/>
                <a:gd name="connsiteX17970" fmla="*/ 3380599 w 4954903"/>
                <a:gd name="connsiteY17970" fmla="*/ 1242579 h 4882701"/>
                <a:gd name="connsiteX17971" fmla="*/ 3377054 w 4954903"/>
                <a:gd name="connsiteY17971" fmla="*/ 1262837 h 4882701"/>
                <a:gd name="connsiteX17972" fmla="*/ 3396805 w 4954903"/>
                <a:gd name="connsiteY17972" fmla="*/ 1256507 h 4882701"/>
                <a:gd name="connsiteX17973" fmla="*/ 3381865 w 4954903"/>
                <a:gd name="connsiteY17973" fmla="*/ 1242579 h 4882701"/>
                <a:gd name="connsiteX17974" fmla="*/ 3380599 w 4954903"/>
                <a:gd name="connsiteY17974" fmla="*/ 1242579 h 4882701"/>
                <a:gd name="connsiteX17975" fmla="*/ 3327421 w 4954903"/>
                <a:gd name="connsiteY17975" fmla="*/ 1240300 h 4882701"/>
                <a:gd name="connsiteX17976" fmla="*/ 3326155 w 4954903"/>
                <a:gd name="connsiteY17976" fmla="*/ 1240300 h 4882701"/>
                <a:gd name="connsiteX17977" fmla="*/ 3322357 w 4954903"/>
                <a:gd name="connsiteY17977" fmla="*/ 1260558 h 4882701"/>
                <a:gd name="connsiteX17978" fmla="*/ 3342615 w 4954903"/>
                <a:gd name="connsiteY17978" fmla="*/ 1254228 h 4882701"/>
                <a:gd name="connsiteX17979" fmla="*/ 3327421 w 4954903"/>
                <a:gd name="connsiteY17979" fmla="*/ 1240300 h 4882701"/>
                <a:gd name="connsiteX17980" fmla="*/ 3272471 w 4954903"/>
                <a:gd name="connsiteY17980" fmla="*/ 1238275 h 4882701"/>
                <a:gd name="connsiteX17981" fmla="*/ 3271205 w 4954903"/>
                <a:gd name="connsiteY17981" fmla="*/ 1238275 h 4882701"/>
                <a:gd name="connsiteX17982" fmla="*/ 3266900 w 4954903"/>
                <a:gd name="connsiteY17982" fmla="*/ 1258533 h 4882701"/>
                <a:gd name="connsiteX17983" fmla="*/ 3287412 w 4954903"/>
                <a:gd name="connsiteY17983" fmla="*/ 1251949 h 4882701"/>
                <a:gd name="connsiteX17984" fmla="*/ 3272471 w 4954903"/>
                <a:gd name="connsiteY17984" fmla="*/ 1238275 h 4882701"/>
                <a:gd name="connsiteX17985" fmla="*/ 3215496 w 4954903"/>
                <a:gd name="connsiteY17985" fmla="*/ 1236249 h 4882701"/>
                <a:gd name="connsiteX17986" fmla="*/ 3210684 w 4954903"/>
                <a:gd name="connsiteY17986" fmla="*/ 1256507 h 4882701"/>
                <a:gd name="connsiteX17987" fmla="*/ 3231449 w 4954903"/>
                <a:gd name="connsiteY17987" fmla="*/ 1249923 h 4882701"/>
                <a:gd name="connsiteX17988" fmla="*/ 3216762 w 4954903"/>
                <a:gd name="connsiteY17988" fmla="*/ 1235995 h 4882701"/>
                <a:gd name="connsiteX17989" fmla="*/ 3215496 w 4954903"/>
                <a:gd name="connsiteY17989" fmla="*/ 1236249 h 4882701"/>
                <a:gd name="connsiteX17990" fmla="*/ 3046341 w 4954903"/>
                <a:gd name="connsiteY17990" fmla="*/ 1230171 h 4882701"/>
                <a:gd name="connsiteX17991" fmla="*/ 3038237 w 4954903"/>
                <a:gd name="connsiteY17991" fmla="*/ 1249670 h 4882701"/>
                <a:gd name="connsiteX17992" fmla="*/ 3061028 w 4954903"/>
                <a:gd name="connsiteY17992" fmla="*/ 1244099 h 4882701"/>
                <a:gd name="connsiteX17993" fmla="*/ 3061028 w 4954903"/>
                <a:gd name="connsiteY17993" fmla="*/ 1244099 h 4882701"/>
                <a:gd name="connsiteX17994" fmla="*/ 3046341 w 4954903"/>
                <a:gd name="connsiteY17994" fmla="*/ 1230171 h 4882701"/>
                <a:gd name="connsiteX17995" fmla="*/ 2862245 w 4954903"/>
                <a:gd name="connsiteY17995" fmla="*/ 1244352 h 4882701"/>
                <a:gd name="connsiteX17996" fmla="*/ 2885795 w 4954903"/>
                <a:gd name="connsiteY17996" fmla="*/ 1238528 h 4882701"/>
                <a:gd name="connsiteX17997" fmla="*/ 2871362 w 4954903"/>
                <a:gd name="connsiteY17997" fmla="*/ 1224853 h 4882701"/>
                <a:gd name="connsiteX17998" fmla="*/ 2862245 w 4954903"/>
                <a:gd name="connsiteY17998" fmla="*/ 1244352 h 4882701"/>
                <a:gd name="connsiteX17999" fmla="*/ 2812107 w 4954903"/>
                <a:gd name="connsiteY17999" fmla="*/ 1223334 h 4882701"/>
                <a:gd name="connsiteX18000" fmla="*/ 2801724 w 4954903"/>
                <a:gd name="connsiteY18000" fmla="*/ 1241820 h 4882701"/>
                <a:gd name="connsiteX18001" fmla="*/ 2826541 w 4954903"/>
                <a:gd name="connsiteY18001" fmla="*/ 1237008 h 4882701"/>
                <a:gd name="connsiteX18002" fmla="*/ 2812107 w 4954903"/>
                <a:gd name="connsiteY18002" fmla="*/ 1223334 h 4882701"/>
                <a:gd name="connsiteX18003" fmla="*/ 2752092 w 4954903"/>
                <a:gd name="connsiteY18003" fmla="*/ 1221815 h 4882701"/>
                <a:gd name="connsiteX18004" fmla="*/ 2741457 w 4954903"/>
                <a:gd name="connsiteY18004" fmla="*/ 1240300 h 4882701"/>
                <a:gd name="connsiteX18005" fmla="*/ 2766526 w 4954903"/>
                <a:gd name="connsiteY18005" fmla="*/ 1235489 h 4882701"/>
                <a:gd name="connsiteX18006" fmla="*/ 2752092 w 4954903"/>
                <a:gd name="connsiteY18006" fmla="*/ 1221815 h 4882701"/>
                <a:gd name="connsiteX18007" fmla="*/ 2692078 w 4954903"/>
                <a:gd name="connsiteY18007" fmla="*/ 1220295 h 4882701"/>
                <a:gd name="connsiteX18008" fmla="*/ 2681189 w 4954903"/>
                <a:gd name="connsiteY18008" fmla="*/ 1238781 h 4882701"/>
                <a:gd name="connsiteX18009" fmla="*/ 2706258 w 4954903"/>
                <a:gd name="connsiteY18009" fmla="*/ 1233970 h 4882701"/>
                <a:gd name="connsiteX18010" fmla="*/ 2692078 w 4954903"/>
                <a:gd name="connsiteY18010" fmla="*/ 1220295 h 4882701"/>
                <a:gd name="connsiteX18011" fmla="*/ 2631810 w 4954903"/>
                <a:gd name="connsiteY18011" fmla="*/ 1218776 h 4882701"/>
                <a:gd name="connsiteX18012" fmla="*/ 2620415 w 4954903"/>
                <a:gd name="connsiteY18012" fmla="*/ 1237262 h 4882701"/>
                <a:gd name="connsiteX18013" fmla="*/ 2645737 w 4954903"/>
                <a:gd name="connsiteY18013" fmla="*/ 1232450 h 4882701"/>
                <a:gd name="connsiteX18014" fmla="*/ 2631810 w 4954903"/>
                <a:gd name="connsiteY18014" fmla="*/ 1218776 h 4882701"/>
                <a:gd name="connsiteX18015" fmla="*/ 2386941 w 4954903"/>
                <a:gd name="connsiteY18015" fmla="*/ 1213965 h 4882701"/>
                <a:gd name="connsiteX18016" fmla="*/ 2374279 w 4954903"/>
                <a:gd name="connsiteY18016" fmla="*/ 1232704 h 4882701"/>
                <a:gd name="connsiteX18017" fmla="*/ 2400361 w 4954903"/>
                <a:gd name="connsiteY18017" fmla="*/ 1227639 h 4882701"/>
                <a:gd name="connsiteX18018" fmla="*/ 2386941 w 4954903"/>
                <a:gd name="connsiteY18018" fmla="*/ 1213965 h 4882701"/>
                <a:gd name="connsiteX18019" fmla="*/ 2338321 w 4954903"/>
                <a:gd name="connsiteY18019" fmla="*/ 1226626 h 4882701"/>
                <a:gd name="connsiteX18020" fmla="*/ 2324900 w 4954903"/>
                <a:gd name="connsiteY18020" fmla="*/ 1212952 h 4882701"/>
                <a:gd name="connsiteX18021" fmla="*/ 2311986 w 4954903"/>
                <a:gd name="connsiteY18021" fmla="*/ 1231691 h 4882701"/>
                <a:gd name="connsiteX18022" fmla="*/ 2338321 w 4954903"/>
                <a:gd name="connsiteY18022" fmla="*/ 1226626 h 4882701"/>
                <a:gd name="connsiteX18023" fmla="*/ 2262860 w 4954903"/>
                <a:gd name="connsiteY18023" fmla="*/ 1212192 h 4882701"/>
                <a:gd name="connsiteX18024" fmla="*/ 2249692 w 4954903"/>
                <a:gd name="connsiteY18024" fmla="*/ 1230931 h 4882701"/>
                <a:gd name="connsiteX18025" fmla="*/ 2276027 w 4954903"/>
                <a:gd name="connsiteY18025" fmla="*/ 1225866 h 4882701"/>
                <a:gd name="connsiteX18026" fmla="*/ 2262860 w 4954903"/>
                <a:gd name="connsiteY18026" fmla="*/ 1212192 h 4882701"/>
                <a:gd name="connsiteX18027" fmla="*/ 2200820 w 4954903"/>
                <a:gd name="connsiteY18027" fmla="*/ 1211433 h 4882701"/>
                <a:gd name="connsiteX18028" fmla="*/ 2187145 w 4954903"/>
                <a:gd name="connsiteY18028" fmla="*/ 1230171 h 4882701"/>
                <a:gd name="connsiteX18029" fmla="*/ 2213734 w 4954903"/>
                <a:gd name="connsiteY18029" fmla="*/ 1225107 h 4882701"/>
                <a:gd name="connsiteX18030" fmla="*/ 2200820 w 4954903"/>
                <a:gd name="connsiteY18030" fmla="*/ 1211433 h 4882701"/>
                <a:gd name="connsiteX18031" fmla="*/ 2151440 w 4954903"/>
                <a:gd name="connsiteY18031" fmla="*/ 1224094 h 4882701"/>
                <a:gd name="connsiteX18032" fmla="*/ 2138779 w 4954903"/>
                <a:gd name="connsiteY18032" fmla="*/ 1210673 h 4882701"/>
                <a:gd name="connsiteX18033" fmla="*/ 2124598 w 4954903"/>
                <a:gd name="connsiteY18033" fmla="*/ 1229412 h 4882701"/>
                <a:gd name="connsiteX18034" fmla="*/ 2151440 w 4954903"/>
                <a:gd name="connsiteY18034" fmla="*/ 1224094 h 4882701"/>
                <a:gd name="connsiteX18035" fmla="*/ 2088893 w 4954903"/>
                <a:gd name="connsiteY18035" fmla="*/ 1223334 h 4882701"/>
                <a:gd name="connsiteX18036" fmla="*/ 2076232 w 4954903"/>
                <a:gd name="connsiteY18036" fmla="*/ 1209913 h 4882701"/>
                <a:gd name="connsiteX18037" fmla="*/ 2062052 w 4954903"/>
                <a:gd name="connsiteY18037" fmla="*/ 1228652 h 4882701"/>
                <a:gd name="connsiteX18038" fmla="*/ 2088893 w 4954903"/>
                <a:gd name="connsiteY18038" fmla="*/ 1223334 h 4882701"/>
                <a:gd name="connsiteX18039" fmla="*/ 2026600 w 4954903"/>
                <a:gd name="connsiteY18039" fmla="*/ 1222828 h 4882701"/>
                <a:gd name="connsiteX18040" fmla="*/ 2014445 w 4954903"/>
                <a:gd name="connsiteY18040" fmla="*/ 1209407 h 4882701"/>
                <a:gd name="connsiteX18041" fmla="*/ 2000264 w 4954903"/>
                <a:gd name="connsiteY18041" fmla="*/ 1228145 h 4882701"/>
                <a:gd name="connsiteX18042" fmla="*/ 2026600 w 4954903"/>
                <a:gd name="connsiteY18042" fmla="*/ 1222828 h 4882701"/>
                <a:gd name="connsiteX18043" fmla="*/ 547508 w 4954903"/>
                <a:gd name="connsiteY18043" fmla="*/ 1251695 h 4882701"/>
                <a:gd name="connsiteX18044" fmla="*/ 548014 w 4954903"/>
                <a:gd name="connsiteY18044" fmla="*/ 1238781 h 4882701"/>
                <a:gd name="connsiteX18045" fmla="*/ 533580 w 4954903"/>
                <a:gd name="connsiteY18045" fmla="*/ 1261318 h 4882701"/>
                <a:gd name="connsiteX18046" fmla="*/ 547508 w 4954903"/>
                <a:gd name="connsiteY18046" fmla="*/ 1251695 h 4882701"/>
                <a:gd name="connsiteX18047" fmla="*/ 520919 w 4954903"/>
                <a:gd name="connsiteY18047" fmla="*/ 1253721 h 4882701"/>
                <a:gd name="connsiteX18048" fmla="*/ 521679 w 4954903"/>
                <a:gd name="connsiteY18048" fmla="*/ 1240807 h 4882701"/>
                <a:gd name="connsiteX18049" fmla="*/ 507245 w 4954903"/>
                <a:gd name="connsiteY18049" fmla="*/ 1263344 h 4882701"/>
                <a:gd name="connsiteX18050" fmla="*/ 520919 w 4954903"/>
                <a:gd name="connsiteY18050" fmla="*/ 1253721 h 4882701"/>
                <a:gd name="connsiteX18051" fmla="*/ 496609 w 4954903"/>
                <a:gd name="connsiteY18051" fmla="*/ 1243086 h 4882701"/>
                <a:gd name="connsiteX18052" fmla="*/ 482429 w 4954903"/>
                <a:gd name="connsiteY18052" fmla="*/ 1266129 h 4882701"/>
                <a:gd name="connsiteX18053" fmla="*/ 495343 w 4954903"/>
                <a:gd name="connsiteY18053" fmla="*/ 1256000 h 4882701"/>
                <a:gd name="connsiteX18054" fmla="*/ 496609 w 4954903"/>
                <a:gd name="connsiteY18054" fmla="*/ 1243086 h 4882701"/>
                <a:gd name="connsiteX18055" fmla="*/ 459132 w 4954903"/>
                <a:gd name="connsiteY18055" fmla="*/ 1268662 h 4882701"/>
                <a:gd name="connsiteX18056" fmla="*/ 471540 w 4954903"/>
                <a:gd name="connsiteY18056" fmla="*/ 1258533 h 4882701"/>
                <a:gd name="connsiteX18057" fmla="*/ 473059 w 4954903"/>
                <a:gd name="connsiteY18057" fmla="*/ 1245618 h 4882701"/>
                <a:gd name="connsiteX18058" fmla="*/ 459132 w 4954903"/>
                <a:gd name="connsiteY18058" fmla="*/ 1268662 h 4882701"/>
                <a:gd name="connsiteX18059" fmla="*/ 4673317 w 4954903"/>
                <a:gd name="connsiteY18059" fmla="*/ 1327410 h 4882701"/>
                <a:gd name="connsiteX18060" fmla="*/ 4665720 w 4954903"/>
                <a:gd name="connsiteY18060" fmla="*/ 1312976 h 4882701"/>
                <a:gd name="connsiteX18061" fmla="*/ 4665720 w 4954903"/>
                <a:gd name="connsiteY18061" fmla="*/ 1312976 h 4882701"/>
                <a:gd name="connsiteX18062" fmla="*/ 4678635 w 4954903"/>
                <a:gd name="connsiteY18062" fmla="*/ 1337539 h 4882701"/>
                <a:gd name="connsiteX18063" fmla="*/ 4673317 w 4954903"/>
                <a:gd name="connsiteY18063" fmla="*/ 1327410 h 4882701"/>
                <a:gd name="connsiteX18064" fmla="*/ 4670785 w 4954903"/>
                <a:gd name="connsiteY18064" fmla="*/ 1324118 h 4882701"/>
                <a:gd name="connsiteX18065" fmla="*/ 4662682 w 4954903"/>
                <a:gd name="connsiteY18065" fmla="*/ 1309684 h 4882701"/>
                <a:gd name="connsiteX18066" fmla="*/ 4675596 w 4954903"/>
                <a:gd name="connsiteY18066" fmla="*/ 1334247 h 4882701"/>
                <a:gd name="connsiteX18067" fmla="*/ 4670785 w 4954903"/>
                <a:gd name="connsiteY18067" fmla="*/ 1324118 h 4882701"/>
                <a:gd name="connsiteX18068" fmla="*/ 4671291 w 4954903"/>
                <a:gd name="connsiteY18068" fmla="*/ 1331208 h 4882701"/>
                <a:gd name="connsiteX18069" fmla="*/ 4666733 w 4954903"/>
                <a:gd name="connsiteY18069" fmla="*/ 1321079 h 4882701"/>
                <a:gd name="connsiteX18070" fmla="*/ 4658377 w 4954903"/>
                <a:gd name="connsiteY18070" fmla="*/ 1306645 h 4882701"/>
                <a:gd name="connsiteX18071" fmla="*/ 4658377 w 4954903"/>
                <a:gd name="connsiteY18071" fmla="*/ 1306645 h 4882701"/>
                <a:gd name="connsiteX18072" fmla="*/ 4671291 w 4954903"/>
                <a:gd name="connsiteY18072" fmla="*/ 1331208 h 4882701"/>
                <a:gd name="connsiteX18073" fmla="*/ 4671291 w 4954903"/>
                <a:gd name="connsiteY18073" fmla="*/ 1331208 h 4882701"/>
                <a:gd name="connsiteX18074" fmla="*/ 4664707 w 4954903"/>
                <a:gd name="connsiteY18074" fmla="*/ 1327916 h 4882701"/>
                <a:gd name="connsiteX18075" fmla="*/ 4660402 w 4954903"/>
                <a:gd name="connsiteY18075" fmla="*/ 1317787 h 4882701"/>
                <a:gd name="connsiteX18076" fmla="*/ 4651540 w 4954903"/>
                <a:gd name="connsiteY18076" fmla="*/ 1303354 h 4882701"/>
                <a:gd name="connsiteX18077" fmla="*/ 4651286 w 4954903"/>
                <a:gd name="connsiteY18077" fmla="*/ 1303354 h 4882701"/>
                <a:gd name="connsiteX18078" fmla="*/ 4664707 w 4954903"/>
                <a:gd name="connsiteY18078" fmla="*/ 1327916 h 4882701"/>
                <a:gd name="connsiteX18079" fmla="*/ 4643690 w 4954903"/>
                <a:gd name="connsiteY18079" fmla="*/ 1300062 h 4882701"/>
                <a:gd name="connsiteX18080" fmla="*/ 4643690 w 4954903"/>
                <a:gd name="connsiteY18080" fmla="*/ 1300062 h 4882701"/>
                <a:gd name="connsiteX18081" fmla="*/ 4656604 w 4954903"/>
                <a:gd name="connsiteY18081" fmla="*/ 1324625 h 4882701"/>
                <a:gd name="connsiteX18082" fmla="*/ 4652806 w 4954903"/>
                <a:gd name="connsiteY18082" fmla="*/ 1314495 h 4882701"/>
                <a:gd name="connsiteX18083" fmla="*/ 4643690 w 4954903"/>
                <a:gd name="connsiteY18083" fmla="*/ 1300062 h 4882701"/>
                <a:gd name="connsiteX18084" fmla="*/ 4633560 w 4954903"/>
                <a:gd name="connsiteY18084" fmla="*/ 1296770 h 4882701"/>
                <a:gd name="connsiteX18085" fmla="*/ 4633560 w 4954903"/>
                <a:gd name="connsiteY18085" fmla="*/ 1296770 h 4882701"/>
                <a:gd name="connsiteX18086" fmla="*/ 4646222 w 4954903"/>
                <a:gd name="connsiteY18086" fmla="*/ 1321333 h 4882701"/>
                <a:gd name="connsiteX18087" fmla="*/ 4642930 w 4954903"/>
                <a:gd name="connsiteY18087" fmla="*/ 1311204 h 4882701"/>
                <a:gd name="connsiteX18088" fmla="*/ 4633560 w 4954903"/>
                <a:gd name="connsiteY18088" fmla="*/ 1296770 h 4882701"/>
                <a:gd name="connsiteX18089" fmla="*/ 4621912 w 4954903"/>
                <a:gd name="connsiteY18089" fmla="*/ 1293478 h 4882701"/>
                <a:gd name="connsiteX18090" fmla="*/ 4621406 w 4954903"/>
                <a:gd name="connsiteY18090" fmla="*/ 1293478 h 4882701"/>
                <a:gd name="connsiteX18091" fmla="*/ 4634573 w 4954903"/>
                <a:gd name="connsiteY18091" fmla="*/ 1318041 h 4882701"/>
                <a:gd name="connsiteX18092" fmla="*/ 4631788 w 4954903"/>
                <a:gd name="connsiteY18092" fmla="*/ 1307912 h 4882701"/>
                <a:gd name="connsiteX18093" fmla="*/ 4621912 w 4954903"/>
                <a:gd name="connsiteY18093" fmla="*/ 1293478 h 4882701"/>
                <a:gd name="connsiteX18094" fmla="*/ 4608491 w 4954903"/>
                <a:gd name="connsiteY18094" fmla="*/ 1290186 h 4882701"/>
                <a:gd name="connsiteX18095" fmla="*/ 4607985 w 4954903"/>
                <a:gd name="connsiteY18095" fmla="*/ 1290186 h 4882701"/>
                <a:gd name="connsiteX18096" fmla="*/ 4621153 w 4954903"/>
                <a:gd name="connsiteY18096" fmla="*/ 1314495 h 4882701"/>
                <a:gd name="connsiteX18097" fmla="*/ 4618873 w 4954903"/>
                <a:gd name="connsiteY18097" fmla="*/ 1304366 h 4882701"/>
                <a:gd name="connsiteX18098" fmla="*/ 4608491 w 4954903"/>
                <a:gd name="connsiteY18098" fmla="*/ 1290186 h 4882701"/>
                <a:gd name="connsiteX18099" fmla="*/ 4593551 w 4954903"/>
                <a:gd name="connsiteY18099" fmla="*/ 1286641 h 4882701"/>
                <a:gd name="connsiteX18100" fmla="*/ 4593044 w 4954903"/>
                <a:gd name="connsiteY18100" fmla="*/ 1286641 h 4882701"/>
                <a:gd name="connsiteX18101" fmla="*/ 4606212 w 4954903"/>
                <a:gd name="connsiteY18101" fmla="*/ 1310950 h 4882701"/>
                <a:gd name="connsiteX18102" fmla="*/ 4604186 w 4954903"/>
                <a:gd name="connsiteY18102" fmla="*/ 1300821 h 4882701"/>
                <a:gd name="connsiteX18103" fmla="*/ 4593551 w 4954903"/>
                <a:gd name="connsiteY18103" fmla="*/ 1286641 h 4882701"/>
                <a:gd name="connsiteX18104" fmla="*/ 4576331 w 4954903"/>
                <a:gd name="connsiteY18104" fmla="*/ 1283602 h 4882701"/>
                <a:gd name="connsiteX18105" fmla="*/ 4588993 w 4954903"/>
                <a:gd name="connsiteY18105" fmla="*/ 1307912 h 4882701"/>
                <a:gd name="connsiteX18106" fmla="*/ 4587980 w 4954903"/>
                <a:gd name="connsiteY18106" fmla="*/ 1297783 h 4882701"/>
                <a:gd name="connsiteX18107" fmla="*/ 4577091 w 4954903"/>
                <a:gd name="connsiteY18107" fmla="*/ 1283602 h 4882701"/>
                <a:gd name="connsiteX18108" fmla="*/ 4576331 w 4954903"/>
                <a:gd name="connsiteY18108" fmla="*/ 1283602 h 4882701"/>
                <a:gd name="connsiteX18109" fmla="*/ 4558606 w 4954903"/>
                <a:gd name="connsiteY18109" fmla="*/ 1280057 h 4882701"/>
                <a:gd name="connsiteX18110" fmla="*/ 4557846 w 4954903"/>
                <a:gd name="connsiteY18110" fmla="*/ 1280057 h 4882701"/>
                <a:gd name="connsiteX18111" fmla="*/ 4570507 w 4954903"/>
                <a:gd name="connsiteY18111" fmla="*/ 1304366 h 4882701"/>
                <a:gd name="connsiteX18112" fmla="*/ 4569748 w 4954903"/>
                <a:gd name="connsiteY18112" fmla="*/ 1294237 h 4882701"/>
                <a:gd name="connsiteX18113" fmla="*/ 4558606 w 4954903"/>
                <a:gd name="connsiteY18113" fmla="*/ 1280057 h 4882701"/>
                <a:gd name="connsiteX18114" fmla="*/ 4539107 w 4954903"/>
                <a:gd name="connsiteY18114" fmla="*/ 1276765 h 4882701"/>
                <a:gd name="connsiteX18115" fmla="*/ 4538348 w 4954903"/>
                <a:gd name="connsiteY18115" fmla="*/ 1276765 h 4882701"/>
                <a:gd name="connsiteX18116" fmla="*/ 4550756 w 4954903"/>
                <a:gd name="connsiteY18116" fmla="*/ 1301075 h 4882701"/>
                <a:gd name="connsiteX18117" fmla="*/ 4550502 w 4954903"/>
                <a:gd name="connsiteY18117" fmla="*/ 1290945 h 4882701"/>
                <a:gd name="connsiteX18118" fmla="*/ 4539107 w 4954903"/>
                <a:gd name="connsiteY18118" fmla="*/ 1276765 h 4882701"/>
                <a:gd name="connsiteX18119" fmla="*/ 4517836 w 4954903"/>
                <a:gd name="connsiteY18119" fmla="*/ 1273473 h 4882701"/>
                <a:gd name="connsiteX18120" fmla="*/ 4516823 w 4954903"/>
                <a:gd name="connsiteY18120" fmla="*/ 1273473 h 4882701"/>
                <a:gd name="connsiteX18121" fmla="*/ 4529231 w 4954903"/>
                <a:gd name="connsiteY18121" fmla="*/ 1297529 h 4882701"/>
                <a:gd name="connsiteX18122" fmla="*/ 4529485 w 4954903"/>
                <a:gd name="connsiteY18122" fmla="*/ 1287400 h 4882701"/>
                <a:gd name="connsiteX18123" fmla="*/ 4517836 w 4954903"/>
                <a:gd name="connsiteY18123" fmla="*/ 1273473 h 4882701"/>
                <a:gd name="connsiteX18124" fmla="*/ 4495046 w 4954903"/>
                <a:gd name="connsiteY18124" fmla="*/ 1270181 h 4882701"/>
                <a:gd name="connsiteX18125" fmla="*/ 4494033 w 4954903"/>
                <a:gd name="connsiteY18125" fmla="*/ 1270181 h 4882701"/>
                <a:gd name="connsiteX18126" fmla="*/ 4506188 w 4954903"/>
                <a:gd name="connsiteY18126" fmla="*/ 1294237 h 4882701"/>
                <a:gd name="connsiteX18127" fmla="*/ 4506947 w 4954903"/>
                <a:gd name="connsiteY18127" fmla="*/ 1284108 h 4882701"/>
                <a:gd name="connsiteX18128" fmla="*/ 4495046 w 4954903"/>
                <a:gd name="connsiteY18128" fmla="*/ 1270181 h 4882701"/>
                <a:gd name="connsiteX18129" fmla="*/ 4470989 w 4954903"/>
                <a:gd name="connsiteY18129" fmla="*/ 1266889 h 4882701"/>
                <a:gd name="connsiteX18130" fmla="*/ 4469977 w 4954903"/>
                <a:gd name="connsiteY18130" fmla="*/ 1266889 h 4882701"/>
                <a:gd name="connsiteX18131" fmla="*/ 4482131 w 4954903"/>
                <a:gd name="connsiteY18131" fmla="*/ 1290945 h 4882701"/>
                <a:gd name="connsiteX18132" fmla="*/ 4483144 w 4954903"/>
                <a:gd name="connsiteY18132" fmla="*/ 1280816 h 4882701"/>
                <a:gd name="connsiteX18133" fmla="*/ 4470989 w 4954903"/>
                <a:gd name="connsiteY18133" fmla="*/ 1266889 h 4882701"/>
                <a:gd name="connsiteX18134" fmla="*/ 4445414 w 4954903"/>
                <a:gd name="connsiteY18134" fmla="*/ 1263597 h 4882701"/>
                <a:gd name="connsiteX18135" fmla="*/ 4444401 w 4954903"/>
                <a:gd name="connsiteY18135" fmla="*/ 1263597 h 4882701"/>
                <a:gd name="connsiteX18136" fmla="*/ 4455796 w 4954903"/>
                <a:gd name="connsiteY18136" fmla="*/ 1287400 h 4882701"/>
                <a:gd name="connsiteX18137" fmla="*/ 4457822 w 4954903"/>
                <a:gd name="connsiteY18137" fmla="*/ 1277778 h 4882701"/>
                <a:gd name="connsiteX18138" fmla="*/ 4445414 w 4954903"/>
                <a:gd name="connsiteY18138" fmla="*/ 1263597 h 4882701"/>
                <a:gd name="connsiteX18139" fmla="*/ 4428701 w 4954903"/>
                <a:gd name="connsiteY18139" fmla="*/ 1284362 h 4882701"/>
                <a:gd name="connsiteX18140" fmla="*/ 4431233 w 4954903"/>
                <a:gd name="connsiteY18140" fmla="*/ 1274739 h 4882701"/>
                <a:gd name="connsiteX18141" fmla="*/ 4418572 w 4954903"/>
                <a:gd name="connsiteY18141" fmla="*/ 1260558 h 4882701"/>
                <a:gd name="connsiteX18142" fmla="*/ 4417306 w 4954903"/>
                <a:gd name="connsiteY18142" fmla="*/ 1260558 h 4882701"/>
                <a:gd name="connsiteX18143" fmla="*/ 4428701 w 4954903"/>
                <a:gd name="connsiteY18143" fmla="*/ 1284362 h 4882701"/>
                <a:gd name="connsiteX18144" fmla="*/ 4403125 w 4954903"/>
                <a:gd name="connsiteY18144" fmla="*/ 1271447 h 4882701"/>
                <a:gd name="connsiteX18145" fmla="*/ 4390210 w 4954903"/>
                <a:gd name="connsiteY18145" fmla="*/ 1257266 h 4882701"/>
                <a:gd name="connsiteX18146" fmla="*/ 4388944 w 4954903"/>
                <a:gd name="connsiteY18146" fmla="*/ 1257266 h 4882701"/>
                <a:gd name="connsiteX18147" fmla="*/ 4399833 w 4954903"/>
                <a:gd name="connsiteY18147" fmla="*/ 1281070 h 4882701"/>
                <a:gd name="connsiteX18148" fmla="*/ 4403125 w 4954903"/>
                <a:gd name="connsiteY18148" fmla="*/ 1271447 h 4882701"/>
                <a:gd name="connsiteX18149" fmla="*/ 4359317 w 4954903"/>
                <a:gd name="connsiteY18149" fmla="*/ 1254228 h 4882701"/>
                <a:gd name="connsiteX18150" fmla="*/ 4370206 w 4954903"/>
                <a:gd name="connsiteY18150" fmla="*/ 1278031 h 4882701"/>
                <a:gd name="connsiteX18151" fmla="*/ 4373751 w 4954903"/>
                <a:gd name="connsiteY18151" fmla="*/ 1268408 h 4882701"/>
                <a:gd name="connsiteX18152" fmla="*/ 4360836 w 4954903"/>
                <a:gd name="connsiteY18152" fmla="*/ 1254228 h 4882701"/>
                <a:gd name="connsiteX18153" fmla="*/ 4359317 w 4954903"/>
                <a:gd name="connsiteY18153" fmla="*/ 1254228 h 4882701"/>
                <a:gd name="connsiteX18154" fmla="*/ 4327663 w 4954903"/>
                <a:gd name="connsiteY18154" fmla="*/ 1251189 h 4882701"/>
                <a:gd name="connsiteX18155" fmla="*/ 4338805 w 4954903"/>
                <a:gd name="connsiteY18155" fmla="*/ 1274739 h 4882701"/>
                <a:gd name="connsiteX18156" fmla="*/ 4342857 w 4954903"/>
                <a:gd name="connsiteY18156" fmla="*/ 1265116 h 4882701"/>
                <a:gd name="connsiteX18157" fmla="*/ 4329689 w 4954903"/>
                <a:gd name="connsiteY18157" fmla="*/ 1250936 h 4882701"/>
                <a:gd name="connsiteX18158" fmla="*/ 4327663 w 4954903"/>
                <a:gd name="connsiteY18158" fmla="*/ 1251189 h 4882701"/>
                <a:gd name="connsiteX18159" fmla="*/ 4296010 w 4954903"/>
                <a:gd name="connsiteY18159" fmla="*/ 1247897 h 4882701"/>
                <a:gd name="connsiteX18160" fmla="*/ 4305633 w 4954903"/>
                <a:gd name="connsiteY18160" fmla="*/ 1271194 h 4882701"/>
                <a:gd name="connsiteX18161" fmla="*/ 4310951 w 4954903"/>
                <a:gd name="connsiteY18161" fmla="*/ 1261825 h 4882701"/>
                <a:gd name="connsiteX18162" fmla="*/ 4297530 w 4954903"/>
                <a:gd name="connsiteY18162" fmla="*/ 1247644 h 4882701"/>
                <a:gd name="connsiteX18163" fmla="*/ 4296010 w 4954903"/>
                <a:gd name="connsiteY18163" fmla="*/ 1247897 h 4882701"/>
                <a:gd name="connsiteX18164" fmla="*/ 4263851 w 4954903"/>
                <a:gd name="connsiteY18164" fmla="*/ 1244605 h 4882701"/>
                <a:gd name="connsiteX18165" fmla="*/ 4262332 w 4954903"/>
                <a:gd name="connsiteY18165" fmla="*/ 1244605 h 4882701"/>
                <a:gd name="connsiteX18166" fmla="*/ 4271701 w 4954903"/>
                <a:gd name="connsiteY18166" fmla="*/ 1267902 h 4882701"/>
                <a:gd name="connsiteX18167" fmla="*/ 4277525 w 4954903"/>
                <a:gd name="connsiteY18167" fmla="*/ 1258533 h 4882701"/>
                <a:gd name="connsiteX18168" fmla="*/ 4263851 w 4954903"/>
                <a:gd name="connsiteY18168" fmla="*/ 1244605 h 4882701"/>
                <a:gd name="connsiteX18169" fmla="*/ 4236755 w 4954903"/>
                <a:gd name="connsiteY18169" fmla="*/ 1265116 h 4882701"/>
                <a:gd name="connsiteX18170" fmla="*/ 4242833 w 4954903"/>
                <a:gd name="connsiteY18170" fmla="*/ 1255747 h 4882701"/>
                <a:gd name="connsiteX18171" fmla="*/ 4229159 w 4954903"/>
                <a:gd name="connsiteY18171" fmla="*/ 1241566 h 4882701"/>
                <a:gd name="connsiteX18172" fmla="*/ 4226880 w 4954903"/>
                <a:gd name="connsiteY18172" fmla="*/ 1241820 h 4882701"/>
                <a:gd name="connsiteX18173" fmla="*/ 4236755 w 4954903"/>
                <a:gd name="connsiteY18173" fmla="*/ 1265116 h 4882701"/>
                <a:gd name="connsiteX18174" fmla="*/ 4200544 w 4954903"/>
                <a:gd name="connsiteY18174" fmla="*/ 1261825 h 4882701"/>
                <a:gd name="connsiteX18175" fmla="*/ 4207128 w 4954903"/>
                <a:gd name="connsiteY18175" fmla="*/ 1252455 h 4882701"/>
                <a:gd name="connsiteX18176" fmla="*/ 4193200 w 4954903"/>
                <a:gd name="connsiteY18176" fmla="*/ 1238275 h 4882701"/>
                <a:gd name="connsiteX18177" fmla="*/ 4190922 w 4954903"/>
                <a:gd name="connsiteY18177" fmla="*/ 1238528 h 4882701"/>
                <a:gd name="connsiteX18178" fmla="*/ 4200544 w 4954903"/>
                <a:gd name="connsiteY18178" fmla="*/ 1261825 h 4882701"/>
                <a:gd name="connsiteX18179" fmla="*/ 4162054 w 4954903"/>
                <a:gd name="connsiteY18179" fmla="*/ 1258533 h 4882701"/>
                <a:gd name="connsiteX18180" fmla="*/ 4170157 w 4954903"/>
                <a:gd name="connsiteY18180" fmla="*/ 1249670 h 4882701"/>
                <a:gd name="connsiteX18181" fmla="*/ 4155976 w 4954903"/>
                <a:gd name="connsiteY18181" fmla="*/ 1235489 h 4882701"/>
                <a:gd name="connsiteX18182" fmla="*/ 4154457 w 4954903"/>
                <a:gd name="connsiteY18182" fmla="*/ 1235489 h 4882701"/>
                <a:gd name="connsiteX18183" fmla="*/ 4162054 w 4954903"/>
                <a:gd name="connsiteY18183" fmla="*/ 1258533 h 4882701"/>
                <a:gd name="connsiteX18184" fmla="*/ 4123310 w 4954903"/>
                <a:gd name="connsiteY18184" fmla="*/ 1255494 h 4882701"/>
                <a:gd name="connsiteX18185" fmla="*/ 4131667 w 4954903"/>
                <a:gd name="connsiteY18185" fmla="*/ 1246631 h 4882701"/>
                <a:gd name="connsiteX18186" fmla="*/ 4117486 w 4954903"/>
                <a:gd name="connsiteY18186" fmla="*/ 1232704 h 4882701"/>
                <a:gd name="connsiteX18187" fmla="*/ 4115713 w 4954903"/>
                <a:gd name="connsiteY18187" fmla="*/ 1232704 h 4882701"/>
                <a:gd name="connsiteX18188" fmla="*/ 4123310 w 4954903"/>
                <a:gd name="connsiteY18188" fmla="*/ 1255494 h 4882701"/>
                <a:gd name="connsiteX18189" fmla="*/ 4083554 w 4954903"/>
                <a:gd name="connsiteY18189" fmla="*/ 1252455 h 4882701"/>
                <a:gd name="connsiteX18190" fmla="*/ 4092417 w 4954903"/>
                <a:gd name="connsiteY18190" fmla="*/ 1243592 h 4882701"/>
                <a:gd name="connsiteX18191" fmla="*/ 4078236 w 4954903"/>
                <a:gd name="connsiteY18191" fmla="*/ 1229665 h 4882701"/>
                <a:gd name="connsiteX18192" fmla="*/ 4075704 w 4954903"/>
                <a:gd name="connsiteY18192" fmla="*/ 1229918 h 4882701"/>
                <a:gd name="connsiteX18193" fmla="*/ 4083554 w 4954903"/>
                <a:gd name="connsiteY18193" fmla="*/ 1252455 h 4882701"/>
                <a:gd name="connsiteX18194" fmla="*/ 4042784 w 4954903"/>
                <a:gd name="connsiteY18194" fmla="*/ 1249416 h 4882701"/>
                <a:gd name="connsiteX18195" fmla="*/ 4052154 w 4954903"/>
                <a:gd name="connsiteY18195" fmla="*/ 1240554 h 4882701"/>
                <a:gd name="connsiteX18196" fmla="*/ 4037720 w 4954903"/>
                <a:gd name="connsiteY18196" fmla="*/ 1226626 h 4882701"/>
                <a:gd name="connsiteX18197" fmla="*/ 4035188 w 4954903"/>
                <a:gd name="connsiteY18197" fmla="*/ 1226879 h 4882701"/>
                <a:gd name="connsiteX18198" fmla="*/ 4042784 w 4954903"/>
                <a:gd name="connsiteY18198" fmla="*/ 1249416 h 4882701"/>
                <a:gd name="connsiteX18199" fmla="*/ 3999736 w 4954903"/>
                <a:gd name="connsiteY18199" fmla="*/ 1246124 h 4882701"/>
                <a:gd name="connsiteX18200" fmla="*/ 4010625 w 4954903"/>
                <a:gd name="connsiteY18200" fmla="*/ 1237768 h 4882701"/>
                <a:gd name="connsiteX18201" fmla="*/ 3995938 w 4954903"/>
                <a:gd name="connsiteY18201" fmla="*/ 1223841 h 4882701"/>
                <a:gd name="connsiteX18202" fmla="*/ 3994165 w 4954903"/>
                <a:gd name="connsiteY18202" fmla="*/ 1223841 h 4882701"/>
                <a:gd name="connsiteX18203" fmla="*/ 3999736 w 4954903"/>
                <a:gd name="connsiteY18203" fmla="*/ 1246124 h 4882701"/>
                <a:gd name="connsiteX18204" fmla="*/ 3968083 w 4954903"/>
                <a:gd name="connsiteY18204" fmla="*/ 1234729 h 4882701"/>
                <a:gd name="connsiteX18205" fmla="*/ 3953649 w 4954903"/>
                <a:gd name="connsiteY18205" fmla="*/ 1220802 h 4882701"/>
                <a:gd name="connsiteX18206" fmla="*/ 3951623 w 4954903"/>
                <a:gd name="connsiteY18206" fmla="*/ 1220802 h 4882701"/>
                <a:gd name="connsiteX18207" fmla="*/ 3956941 w 4954903"/>
                <a:gd name="connsiteY18207" fmla="*/ 1243086 h 4882701"/>
                <a:gd name="connsiteX18208" fmla="*/ 3968083 w 4954903"/>
                <a:gd name="connsiteY18208" fmla="*/ 1234729 h 4882701"/>
                <a:gd name="connsiteX18209" fmla="*/ 3924781 w 4954903"/>
                <a:gd name="connsiteY18209" fmla="*/ 1231944 h 4882701"/>
                <a:gd name="connsiteX18210" fmla="*/ 3910094 w 4954903"/>
                <a:gd name="connsiteY18210" fmla="*/ 1218016 h 4882701"/>
                <a:gd name="connsiteX18211" fmla="*/ 3908068 w 4954903"/>
                <a:gd name="connsiteY18211" fmla="*/ 1218016 h 4882701"/>
                <a:gd name="connsiteX18212" fmla="*/ 3912880 w 4954903"/>
                <a:gd name="connsiteY18212" fmla="*/ 1240300 h 4882701"/>
                <a:gd name="connsiteX18213" fmla="*/ 3924781 w 4954903"/>
                <a:gd name="connsiteY18213" fmla="*/ 1231944 h 4882701"/>
                <a:gd name="connsiteX18214" fmla="*/ 3880213 w 4954903"/>
                <a:gd name="connsiteY18214" fmla="*/ 1229158 h 4882701"/>
                <a:gd name="connsiteX18215" fmla="*/ 3865273 w 4954903"/>
                <a:gd name="connsiteY18215" fmla="*/ 1215231 h 4882701"/>
                <a:gd name="connsiteX18216" fmla="*/ 3862488 w 4954903"/>
                <a:gd name="connsiteY18216" fmla="*/ 1215484 h 4882701"/>
                <a:gd name="connsiteX18217" fmla="*/ 3868059 w 4954903"/>
                <a:gd name="connsiteY18217" fmla="*/ 1237515 h 4882701"/>
                <a:gd name="connsiteX18218" fmla="*/ 3880213 w 4954903"/>
                <a:gd name="connsiteY18218" fmla="*/ 1229158 h 4882701"/>
                <a:gd name="connsiteX18219" fmla="*/ 3817666 w 4954903"/>
                <a:gd name="connsiteY18219" fmla="*/ 1212699 h 4882701"/>
                <a:gd name="connsiteX18220" fmla="*/ 3820959 w 4954903"/>
                <a:gd name="connsiteY18220" fmla="*/ 1234223 h 4882701"/>
                <a:gd name="connsiteX18221" fmla="*/ 3834633 w 4954903"/>
                <a:gd name="connsiteY18221" fmla="*/ 1226373 h 4882701"/>
                <a:gd name="connsiteX18222" fmla="*/ 3834633 w 4954903"/>
                <a:gd name="connsiteY18222" fmla="*/ 1226373 h 4882701"/>
                <a:gd name="connsiteX18223" fmla="*/ 3819946 w 4954903"/>
                <a:gd name="connsiteY18223" fmla="*/ 1212445 h 4882701"/>
                <a:gd name="connsiteX18224" fmla="*/ 3817666 w 4954903"/>
                <a:gd name="connsiteY18224" fmla="*/ 1212699 h 4882701"/>
                <a:gd name="connsiteX18225" fmla="*/ 3771326 w 4954903"/>
                <a:gd name="connsiteY18225" fmla="*/ 1209913 h 4882701"/>
                <a:gd name="connsiteX18226" fmla="*/ 3774112 w 4954903"/>
                <a:gd name="connsiteY18226" fmla="*/ 1231437 h 4882701"/>
                <a:gd name="connsiteX18227" fmla="*/ 3788293 w 4954903"/>
                <a:gd name="connsiteY18227" fmla="*/ 1223587 h 4882701"/>
                <a:gd name="connsiteX18228" fmla="*/ 3773605 w 4954903"/>
                <a:gd name="connsiteY18228" fmla="*/ 1209660 h 4882701"/>
                <a:gd name="connsiteX18229" fmla="*/ 3771326 w 4954903"/>
                <a:gd name="connsiteY18229" fmla="*/ 1209913 h 4882701"/>
                <a:gd name="connsiteX18230" fmla="*/ 3723720 w 4954903"/>
                <a:gd name="connsiteY18230" fmla="*/ 1207381 h 4882701"/>
                <a:gd name="connsiteX18231" fmla="*/ 3726252 w 4954903"/>
                <a:gd name="connsiteY18231" fmla="*/ 1228905 h 4882701"/>
                <a:gd name="connsiteX18232" fmla="*/ 3740939 w 4954903"/>
                <a:gd name="connsiteY18232" fmla="*/ 1221055 h 4882701"/>
                <a:gd name="connsiteX18233" fmla="*/ 3725999 w 4954903"/>
                <a:gd name="connsiteY18233" fmla="*/ 1207128 h 4882701"/>
                <a:gd name="connsiteX18234" fmla="*/ 3723720 w 4954903"/>
                <a:gd name="connsiteY18234" fmla="*/ 1207381 h 4882701"/>
                <a:gd name="connsiteX18235" fmla="*/ 3677633 w 4954903"/>
                <a:gd name="connsiteY18235" fmla="*/ 1204595 h 4882701"/>
                <a:gd name="connsiteX18236" fmla="*/ 3675354 w 4954903"/>
                <a:gd name="connsiteY18236" fmla="*/ 1204849 h 4882701"/>
                <a:gd name="connsiteX18237" fmla="*/ 3677633 w 4954903"/>
                <a:gd name="connsiteY18237" fmla="*/ 1226373 h 4882701"/>
                <a:gd name="connsiteX18238" fmla="*/ 3692573 w 4954903"/>
                <a:gd name="connsiteY18238" fmla="*/ 1218523 h 4882701"/>
                <a:gd name="connsiteX18239" fmla="*/ 3677633 w 4954903"/>
                <a:gd name="connsiteY18239" fmla="*/ 1204595 h 4882701"/>
                <a:gd name="connsiteX18240" fmla="*/ 3626481 w 4954903"/>
                <a:gd name="connsiteY18240" fmla="*/ 1202316 h 4882701"/>
                <a:gd name="connsiteX18241" fmla="*/ 3627241 w 4954903"/>
                <a:gd name="connsiteY18241" fmla="*/ 1223081 h 4882701"/>
                <a:gd name="connsiteX18242" fmla="*/ 3643700 w 4954903"/>
                <a:gd name="connsiteY18242" fmla="*/ 1215991 h 4882701"/>
                <a:gd name="connsiteX18243" fmla="*/ 3628760 w 4954903"/>
                <a:gd name="connsiteY18243" fmla="*/ 1202063 h 4882701"/>
                <a:gd name="connsiteX18244" fmla="*/ 3626481 w 4954903"/>
                <a:gd name="connsiteY18244" fmla="*/ 1202316 h 4882701"/>
                <a:gd name="connsiteX18245" fmla="*/ 3578622 w 4954903"/>
                <a:gd name="connsiteY18245" fmla="*/ 1199784 h 4882701"/>
                <a:gd name="connsiteX18246" fmla="*/ 3576342 w 4954903"/>
                <a:gd name="connsiteY18246" fmla="*/ 1200037 h 4882701"/>
                <a:gd name="connsiteX18247" fmla="*/ 3576596 w 4954903"/>
                <a:gd name="connsiteY18247" fmla="*/ 1220802 h 4882701"/>
                <a:gd name="connsiteX18248" fmla="*/ 3593308 w 4954903"/>
                <a:gd name="connsiteY18248" fmla="*/ 1213712 h 4882701"/>
                <a:gd name="connsiteX18249" fmla="*/ 3578622 w 4954903"/>
                <a:gd name="connsiteY18249" fmla="*/ 1199784 h 4882701"/>
                <a:gd name="connsiteX18250" fmla="*/ 3527723 w 4954903"/>
                <a:gd name="connsiteY18250" fmla="*/ 1197252 h 4882701"/>
                <a:gd name="connsiteX18251" fmla="*/ 3525444 w 4954903"/>
                <a:gd name="connsiteY18251" fmla="*/ 1197505 h 4882701"/>
                <a:gd name="connsiteX18252" fmla="*/ 3525444 w 4954903"/>
                <a:gd name="connsiteY18252" fmla="*/ 1218270 h 4882701"/>
                <a:gd name="connsiteX18253" fmla="*/ 3542663 w 4954903"/>
                <a:gd name="connsiteY18253" fmla="*/ 1211179 h 4882701"/>
                <a:gd name="connsiteX18254" fmla="*/ 3527723 w 4954903"/>
                <a:gd name="connsiteY18254" fmla="*/ 1197252 h 4882701"/>
                <a:gd name="connsiteX18255" fmla="*/ 3476318 w 4954903"/>
                <a:gd name="connsiteY18255" fmla="*/ 1194973 h 4882701"/>
                <a:gd name="connsiteX18256" fmla="*/ 3474039 w 4954903"/>
                <a:gd name="connsiteY18256" fmla="*/ 1195226 h 4882701"/>
                <a:gd name="connsiteX18257" fmla="*/ 3473786 w 4954903"/>
                <a:gd name="connsiteY18257" fmla="*/ 1215991 h 4882701"/>
                <a:gd name="connsiteX18258" fmla="*/ 3491258 w 4954903"/>
                <a:gd name="connsiteY18258" fmla="*/ 1208900 h 4882701"/>
                <a:gd name="connsiteX18259" fmla="*/ 3476318 w 4954903"/>
                <a:gd name="connsiteY18259" fmla="*/ 1194973 h 4882701"/>
                <a:gd name="connsiteX18260" fmla="*/ 3422887 w 4954903"/>
                <a:gd name="connsiteY18260" fmla="*/ 1192694 h 4882701"/>
                <a:gd name="connsiteX18261" fmla="*/ 3420102 w 4954903"/>
                <a:gd name="connsiteY18261" fmla="*/ 1212699 h 4882701"/>
                <a:gd name="connsiteX18262" fmla="*/ 3439094 w 4954903"/>
                <a:gd name="connsiteY18262" fmla="*/ 1206368 h 4882701"/>
                <a:gd name="connsiteX18263" fmla="*/ 3424154 w 4954903"/>
                <a:gd name="connsiteY18263" fmla="*/ 1192694 h 4882701"/>
                <a:gd name="connsiteX18264" fmla="*/ 3422887 w 4954903"/>
                <a:gd name="connsiteY18264" fmla="*/ 1192694 h 4882701"/>
                <a:gd name="connsiteX18265" fmla="*/ 3369963 w 4954903"/>
                <a:gd name="connsiteY18265" fmla="*/ 1190415 h 4882701"/>
                <a:gd name="connsiteX18266" fmla="*/ 3366671 w 4954903"/>
                <a:gd name="connsiteY18266" fmla="*/ 1210420 h 4882701"/>
                <a:gd name="connsiteX18267" fmla="*/ 3386170 w 4954903"/>
                <a:gd name="connsiteY18267" fmla="*/ 1204089 h 4882701"/>
                <a:gd name="connsiteX18268" fmla="*/ 3371230 w 4954903"/>
                <a:gd name="connsiteY18268" fmla="*/ 1190415 h 4882701"/>
                <a:gd name="connsiteX18269" fmla="*/ 3369963 w 4954903"/>
                <a:gd name="connsiteY18269" fmla="*/ 1190415 h 4882701"/>
                <a:gd name="connsiteX18270" fmla="*/ 3317545 w 4954903"/>
                <a:gd name="connsiteY18270" fmla="*/ 1188136 h 4882701"/>
                <a:gd name="connsiteX18271" fmla="*/ 3316280 w 4954903"/>
                <a:gd name="connsiteY18271" fmla="*/ 1188136 h 4882701"/>
                <a:gd name="connsiteX18272" fmla="*/ 3312734 w 4954903"/>
                <a:gd name="connsiteY18272" fmla="*/ 1208141 h 4882701"/>
                <a:gd name="connsiteX18273" fmla="*/ 3332486 w 4954903"/>
                <a:gd name="connsiteY18273" fmla="*/ 1201810 h 4882701"/>
                <a:gd name="connsiteX18274" fmla="*/ 3317545 w 4954903"/>
                <a:gd name="connsiteY18274" fmla="*/ 1188136 h 4882701"/>
                <a:gd name="connsiteX18275" fmla="*/ 3263355 w 4954903"/>
                <a:gd name="connsiteY18275" fmla="*/ 1185857 h 4882701"/>
                <a:gd name="connsiteX18276" fmla="*/ 3262089 w 4954903"/>
                <a:gd name="connsiteY18276" fmla="*/ 1185857 h 4882701"/>
                <a:gd name="connsiteX18277" fmla="*/ 3258038 w 4954903"/>
                <a:gd name="connsiteY18277" fmla="*/ 1205862 h 4882701"/>
                <a:gd name="connsiteX18278" fmla="*/ 3278042 w 4954903"/>
                <a:gd name="connsiteY18278" fmla="*/ 1199531 h 4882701"/>
                <a:gd name="connsiteX18279" fmla="*/ 3263355 w 4954903"/>
                <a:gd name="connsiteY18279" fmla="*/ 1185857 h 4882701"/>
                <a:gd name="connsiteX18280" fmla="*/ 3208405 w 4954903"/>
                <a:gd name="connsiteY18280" fmla="*/ 1183831 h 4882701"/>
                <a:gd name="connsiteX18281" fmla="*/ 3207139 w 4954903"/>
                <a:gd name="connsiteY18281" fmla="*/ 1183831 h 4882701"/>
                <a:gd name="connsiteX18282" fmla="*/ 3202834 w 4954903"/>
                <a:gd name="connsiteY18282" fmla="*/ 1203836 h 4882701"/>
                <a:gd name="connsiteX18283" fmla="*/ 3223346 w 4954903"/>
                <a:gd name="connsiteY18283" fmla="*/ 1197505 h 4882701"/>
                <a:gd name="connsiteX18284" fmla="*/ 3208405 w 4954903"/>
                <a:gd name="connsiteY18284" fmla="*/ 1183831 h 4882701"/>
                <a:gd name="connsiteX18285" fmla="*/ 3152949 w 4954903"/>
                <a:gd name="connsiteY18285" fmla="*/ 1181805 h 4882701"/>
                <a:gd name="connsiteX18286" fmla="*/ 3145858 w 4954903"/>
                <a:gd name="connsiteY18286" fmla="*/ 1201050 h 4882701"/>
                <a:gd name="connsiteX18287" fmla="*/ 3167636 w 4954903"/>
                <a:gd name="connsiteY18287" fmla="*/ 1195479 h 4882701"/>
                <a:gd name="connsiteX18288" fmla="*/ 3152949 w 4954903"/>
                <a:gd name="connsiteY18288" fmla="*/ 1181805 h 4882701"/>
                <a:gd name="connsiteX18289" fmla="*/ 3040263 w 4954903"/>
                <a:gd name="connsiteY18289" fmla="*/ 1178007 h 4882701"/>
                <a:gd name="connsiteX18290" fmla="*/ 3032413 w 4954903"/>
                <a:gd name="connsiteY18290" fmla="*/ 1197252 h 4882701"/>
                <a:gd name="connsiteX18291" fmla="*/ 3054697 w 4954903"/>
                <a:gd name="connsiteY18291" fmla="*/ 1191681 h 4882701"/>
                <a:gd name="connsiteX18292" fmla="*/ 3040263 w 4954903"/>
                <a:gd name="connsiteY18292" fmla="*/ 1178007 h 4882701"/>
                <a:gd name="connsiteX18293" fmla="*/ 2983034 w 4954903"/>
                <a:gd name="connsiteY18293" fmla="*/ 1176234 h 4882701"/>
                <a:gd name="connsiteX18294" fmla="*/ 2974931 w 4954903"/>
                <a:gd name="connsiteY18294" fmla="*/ 1195479 h 4882701"/>
                <a:gd name="connsiteX18295" fmla="*/ 2997721 w 4954903"/>
                <a:gd name="connsiteY18295" fmla="*/ 1189908 h 4882701"/>
                <a:gd name="connsiteX18296" fmla="*/ 2983034 w 4954903"/>
                <a:gd name="connsiteY18296" fmla="*/ 1176234 h 4882701"/>
                <a:gd name="connsiteX18297" fmla="*/ 2939986 w 4954903"/>
                <a:gd name="connsiteY18297" fmla="*/ 1188136 h 4882701"/>
                <a:gd name="connsiteX18298" fmla="*/ 2925552 w 4954903"/>
                <a:gd name="connsiteY18298" fmla="*/ 1174462 h 4882701"/>
                <a:gd name="connsiteX18299" fmla="*/ 2916942 w 4954903"/>
                <a:gd name="connsiteY18299" fmla="*/ 1193707 h 4882701"/>
                <a:gd name="connsiteX18300" fmla="*/ 2939986 w 4954903"/>
                <a:gd name="connsiteY18300" fmla="*/ 1188136 h 4882701"/>
                <a:gd name="connsiteX18301" fmla="*/ 2867310 w 4954903"/>
                <a:gd name="connsiteY18301" fmla="*/ 1172689 h 4882701"/>
                <a:gd name="connsiteX18302" fmla="*/ 2858447 w 4954903"/>
                <a:gd name="connsiteY18302" fmla="*/ 1191934 h 4882701"/>
                <a:gd name="connsiteX18303" fmla="*/ 2881491 w 4954903"/>
                <a:gd name="connsiteY18303" fmla="*/ 1186363 h 4882701"/>
                <a:gd name="connsiteX18304" fmla="*/ 2867310 w 4954903"/>
                <a:gd name="connsiteY18304" fmla="*/ 1172689 h 4882701"/>
                <a:gd name="connsiteX18305" fmla="*/ 2808815 w 4954903"/>
                <a:gd name="connsiteY18305" fmla="*/ 1171170 h 4882701"/>
                <a:gd name="connsiteX18306" fmla="*/ 2798686 w 4954903"/>
                <a:gd name="connsiteY18306" fmla="*/ 1189402 h 4882701"/>
                <a:gd name="connsiteX18307" fmla="*/ 2822995 w 4954903"/>
                <a:gd name="connsiteY18307" fmla="*/ 1184591 h 4882701"/>
                <a:gd name="connsiteX18308" fmla="*/ 2808815 w 4954903"/>
                <a:gd name="connsiteY18308" fmla="*/ 1171170 h 4882701"/>
                <a:gd name="connsiteX18309" fmla="*/ 2749813 w 4954903"/>
                <a:gd name="connsiteY18309" fmla="*/ 1169650 h 4882701"/>
                <a:gd name="connsiteX18310" fmla="*/ 2739431 w 4954903"/>
                <a:gd name="connsiteY18310" fmla="*/ 1187883 h 4882701"/>
                <a:gd name="connsiteX18311" fmla="*/ 2763994 w 4954903"/>
                <a:gd name="connsiteY18311" fmla="*/ 1183071 h 4882701"/>
                <a:gd name="connsiteX18312" fmla="*/ 2749813 w 4954903"/>
                <a:gd name="connsiteY18312" fmla="*/ 1169650 h 4882701"/>
                <a:gd name="connsiteX18313" fmla="*/ 2690558 w 4954903"/>
                <a:gd name="connsiteY18313" fmla="*/ 1168131 h 4882701"/>
                <a:gd name="connsiteX18314" fmla="*/ 2679670 w 4954903"/>
                <a:gd name="connsiteY18314" fmla="*/ 1186363 h 4882701"/>
                <a:gd name="connsiteX18315" fmla="*/ 2704486 w 4954903"/>
                <a:gd name="connsiteY18315" fmla="*/ 1181552 h 4882701"/>
                <a:gd name="connsiteX18316" fmla="*/ 2690558 w 4954903"/>
                <a:gd name="connsiteY18316" fmla="*/ 1168131 h 4882701"/>
                <a:gd name="connsiteX18317" fmla="*/ 2631050 w 4954903"/>
                <a:gd name="connsiteY18317" fmla="*/ 1166865 h 4882701"/>
                <a:gd name="connsiteX18318" fmla="*/ 2619908 w 4954903"/>
                <a:gd name="connsiteY18318" fmla="*/ 1185097 h 4882701"/>
                <a:gd name="connsiteX18319" fmla="*/ 2644978 w 4954903"/>
                <a:gd name="connsiteY18319" fmla="*/ 1180286 h 4882701"/>
                <a:gd name="connsiteX18320" fmla="*/ 2631050 w 4954903"/>
                <a:gd name="connsiteY18320" fmla="*/ 1166865 h 4882701"/>
                <a:gd name="connsiteX18321" fmla="*/ 2389473 w 4954903"/>
                <a:gd name="connsiteY18321" fmla="*/ 1162053 h 4882701"/>
                <a:gd name="connsiteX18322" fmla="*/ 2376811 w 4954903"/>
                <a:gd name="connsiteY18322" fmla="*/ 1180286 h 4882701"/>
                <a:gd name="connsiteX18323" fmla="*/ 2402640 w 4954903"/>
                <a:gd name="connsiteY18323" fmla="*/ 1175221 h 4882701"/>
                <a:gd name="connsiteX18324" fmla="*/ 2389473 w 4954903"/>
                <a:gd name="connsiteY18324" fmla="*/ 1162053 h 4882701"/>
                <a:gd name="connsiteX18325" fmla="*/ 2341613 w 4954903"/>
                <a:gd name="connsiteY18325" fmla="*/ 1174462 h 4882701"/>
                <a:gd name="connsiteX18326" fmla="*/ 2328445 w 4954903"/>
                <a:gd name="connsiteY18326" fmla="*/ 1161041 h 4882701"/>
                <a:gd name="connsiteX18327" fmla="*/ 2315531 w 4954903"/>
                <a:gd name="connsiteY18327" fmla="*/ 1179273 h 4882701"/>
                <a:gd name="connsiteX18328" fmla="*/ 2341613 w 4954903"/>
                <a:gd name="connsiteY18328" fmla="*/ 1174462 h 4882701"/>
                <a:gd name="connsiteX18329" fmla="*/ 2267165 w 4954903"/>
                <a:gd name="connsiteY18329" fmla="*/ 1160281 h 4882701"/>
                <a:gd name="connsiteX18330" fmla="*/ 2253997 w 4954903"/>
                <a:gd name="connsiteY18330" fmla="*/ 1178766 h 4882701"/>
                <a:gd name="connsiteX18331" fmla="*/ 2280079 w 4954903"/>
                <a:gd name="connsiteY18331" fmla="*/ 1173702 h 4882701"/>
                <a:gd name="connsiteX18332" fmla="*/ 2267165 w 4954903"/>
                <a:gd name="connsiteY18332" fmla="*/ 1160281 h 4882701"/>
                <a:gd name="connsiteX18333" fmla="*/ 2218545 w 4954903"/>
                <a:gd name="connsiteY18333" fmla="*/ 1172689 h 4882701"/>
                <a:gd name="connsiteX18334" fmla="*/ 2205884 w 4954903"/>
                <a:gd name="connsiteY18334" fmla="*/ 1159521 h 4882701"/>
                <a:gd name="connsiteX18335" fmla="*/ 2192210 w 4954903"/>
                <a:gd name="connsiteY18335" fmla="*/ 1178007 h 4882701"/>
                <a:gd name="connsiteX18336" fmla="*/ 2218545 w 4954903"/>
                <a:gd name="connsiteY18336" fmla="*/ 1172689 h 4882701"/>
                <a:gd name="connsiteX18337" fmla="*/ 2144350 w 4954903"/>
                <a:gd name="connsiteY18337" fmla="*/ 1158762 h 4882701"/>
                <a:gd name="connsiteX18338" fmla="*/ 2130423 w 4954903"/>
                <a:gd name="connsiteY18338" fmla="*/ 1177247 h 4882701"/>
                <a:gd name="connsiteX18339" fmla="*/ 2157011 w 4954903"/>
                <a:gd name="connsiteY18339" fmla="*/ 1172183 h 4882701"/>
                <a:gd name="connsiteX18340" fmla="*/ 2144350 w 4954903"/>
                <a:gd name="connsiteY18340" fmla="*/ 1158762 h 4882701"/>
                <a:gd name="connsiteX18341" fmla="*/ 2095224 w 4954903"/>
                <a:gd name="connsiteY18341" fmla="*/ 1171423 h 4882701"/>
                <a:gd name="connsiteX18342" fmla="*/ 2082816 w 4954903"/>
                <a:gd name="connsiteY18342" fmla="*/ 1158255 h 4882701"/>
                <a:gd name="connsiteX18343" fmla="*/ 2068889 w 4954903"/>
                <a:gd name="connsiteY18343" fmla="*/ 1176741 h 4882701"/>
                <a:gd name="connsiteX18344" fmla="*/ 2095224 w 4954903"/>
                <a:gd name="connsiteY18344" fmla="*/ 1171423 h 4882701"/>
                <a:gd name="connsiteX18345" fmla="*/ 2033944 w 4954903"/>
                <a:gd name="connsiteY18345" fmla="*/ 1170663 h 4882701"/>
                <a:gd name="connsiteX18346" fmla="*/ 2022042 w 4954903"/>
                <a:gd name="connsiteY18346" fmla="*/ 1157495 h 4882701"/>
                <a:gd name="connsiteX18347" fmla="*/ 2007861 w 4954903"/>
                <a:gd name="connsiteY18347" fmla="*/ 1175981 h 4882701"/>
                <a:gd name="connsiteX18348" fmla="*/ 2033944 w 4954903"/>
                <a:gd name="connsiteY18348" fmla="*/ 1170663 h 4882701"/>
                <a:gd name="connsiteX18349" fmla="*/ 573843 w 4954903"/>
                <a:gd name="connsiteY18349" fmla="*/ 1199278 h 4882701"/>
                <a:gd name="connsiteX18350" fmla="*/ 574603 w 4954903"/>
                <a:gd name="connsiteY18350" fmla="*/ 1186616 h 4882701"/>
                <a:gd name="connsiteX18351" fmla="*/ 559916 w 4954903"/>
                <a:gd name="connsiteY18351" fmla="*/ 1208647 h 4882701"/>
                <a:gd name="connsiteX18352" fmla="*/ 573843 w 4954903"/>
                <a:gd name="connsiteY18352" fmla="*/ 1199278 h 4882701"/>
                <a:gd name="connsiteX18353" fmla="*/ 547508 w 4954903"/>
                <a:gd name="connsiteY18353" fmla="*/ 1201303 h 4882701"/>
                <a:gd name="connsiteX18354" fmla="*/ 548774 w 4954903"/>
                <a:gd name="connsiteY18354" fmla="*/ 1188642 h 4882701"/>
                <a:gd name="connsiteX18355" fmla="*/ 534087 w 4954903"/>
                <a:gd name="connsiteY18355" fmla="*/ 1210673 h 4882701"/>
                <a:gd name="connsiteX18356" fmla="*/ 547508 w 4954903"/>
                <a:gd name="connsiteY18356" fmla="*/ 1201303 h 4882701"/>
                <a:gd name="connsiteX18357" fmla="*/ 522438 w 4954903"/>
                <a:gd name="connsiteY18357" fmla="*/ 1203583 h 4882701"/>
                <a:gd name="connsiteX18358" fmla="*/ 523958 w 4954903"/>
                <a:gd name="connsiteY18358" fmla="*/ 1190921 h 4882701"/>
                <a:gd name="connsiteX18359" fmla="*/ 509271 w 4954903"/>
                <a:gd name="connsiteY18359" fmla="*/ 1213712 h 4882701"/>
                <a:gd name="connsiteX18360" fmla="*/ 522438 w 4954903"/>
                <a:gd name="connsiteY18360" fmla="*/ 1203583 h 4882701"/>
                <a:gd name="connsiteX18361" fmla="*/ 498888 w 4954903"/>
                <a:gd name="connsiteY18361" fmla="*/ 1205862 h 4882701"/>
                <a:gd name="connsiteX18362" fmla="*/ 500914 w 4954903"/>
                <a:gd name="connsiteY18362" fmla="*/ 1193200 h 4882701"/>
                <a:gd name="connsiteX18363" fmla="*/ 486227 w 4954903"/>
                <a:gd name="connsiteY18363" fmla="*/ 1215991 h 4882701"/>
                <a:gd name="connsiteX18364" fmla="*/ 498888 w 4954903"/>
                <a:gd name="connsiteY18364" fmla="*/ 1205862 h 4882701"/>
                <a:gd name="connsiteX18365" fmla="*/ 4647994 w 4954903"/>
                <a:gd name="connsiteY18365" fmla="*/ 1280310 h 4882701"/>
                <a:gd name="connsiteX18366" fmla="*/ 4647488 w 4954903"/>
                <a:gd name="connsiteY18366" fmla="*/ 1279550 h 4882701"/>
                <a:gd name="connsiteX18367" fmla="*/ 4639131 w 4954903"/>
                <a:gd name="connsiteY18367" fmla="*/ 1264610 h 4882701"/>
                <a:gd name="connsiteX18368" fmla="*/ 4636599 w 4954903"/>
                <a:gd name="connsiteY18368" fmla="*/ 1260052 h 4882701"/>
                <a:gd name="connsiteX18369" fmla="*/ 4636599 w 4954903"/>
                <a:gd name="connsiteY18369" fmla="*/ 1260052 h 4882701"/>
                <a:gd name="connsiteX18370" fmla="*/ 4650273 w 4954903"/>
                <a:gd name="connsiteY18370" fmla="*/ 1284362 h 4882701"/>
                <a:gd name="connsiteX18371" fmla="*/ 4647994 w 4954903"/>
                <a:gd name="connsiteY18371" fmla="*/ 1280310 h 4882701"/>
                <a:gd name="connsiteX18372" fmla="*/ 4641917 w 4954903"/>
                <a:gd name="connsiteY18372" fmla="*/ 1270687 h 4882701"/>
                <a:gd name="connsiteX18373" fmla="*/ 4633560 w 4954903"/>
                <a:gd name="connsiteY18373" fmla="*/ 1256760 h 4882701"/>
                <a:gd name="connsiteX18374" fmla="*/ 4646981 w 4954903"/>
                <a:gd name="connsiteY18374" fmla="*/ 1280816 h 4882701"/>
                <a:gd name="connsiteX18375" fmla="*/ 4641917 w 4954903"/>
                <a:gd name="connsiteY18375" fmla="*/ 1270687 h 4882701"/>
                <a:gd name="connsiteX18376" fmla="*/ 4642677 w 4954903"/>
                <a:gd name="connsiteY18376" fmla="*/ 1277778 h 4882701"/>
                <a:gd name="connsiteX18377" fmla="*/ 4637612 w 4954903"/>
                <a:gd name="connsiteY18377" fmla="*/ 1267649 h 4882701"/>
                <a:gd name="connsiteX18378" fmla="*/ 4629002 w 4954903"/>
                <a:gd name="connsiteY18378" fmla="*/ 1253721 h 4882701"/>
                <a:gd name="connsiteX18379" fmla="*/ 4629002 w 4954903"/>
                <a:gd name="connsiteY18379" fmla="*/ 1253721 h 4882701"/>
                <a:gd name="connsiteX18380" fmla="*/ 4642677 w 4954903"/>
                <a:gd name="connsiteY18380" fmla="*/ 1277778 h 4882701"/>
                <a:gd name="connsiteX18381" fmla="*/ 4642677 w 4954903"/>
                <a:gd name="connsiteY18381" fmla="*/ 1277778 h 4882701"/>
                <a:gd name="connsiteX18382" fmla="*/ 4636346 w 4954903"/>
                <a:gd name="connsiteY18382" fmla="*/ 1274486 h 4882701"/>
                <a:gd name="connsiteX18383" fmla="*/ 4631788 w 4954903"/>
                <a:gd name="connsiteY18383" fmla="*/ 1264357 h 4882701"/>
                <a:gd name="connsiteX18384" fmla="*/ 4622672 w 4954903"/>
                <a:gd name="connsiteY18384" fmla="*/ 1250429 h 4882701"/>
                <a:gd name="connsiteX18385" fmla="*/ 4622672 w 4954903"/>
                <a:gd name="connsiteY18385" fmla="*/ 1250429 h 4882701"/>
                <a:gd name="connsiteX18386" fmla="*/ 4636346 w 4954903"/>
                <a:gd name="connsiteY18386" fmla="*/ 1274486 h 4882701"/>
                <a:gd name="connsiteX18387" fmla="*/ 4614822 w 4954903"/>
                <a:gd name="connsiteY18387" fmla="*/ 1247137 h 4882701"/>
                <a:gd name="connsiteX18388" fmla="*/ 4614822 w 4954903"/>
                <a:gd name="connsiteY18388" fmla="*/ 1247137 h 4882701"/>
                <a:gd name="connsiteX18389" fmla="*/ 4628496 w 4954903"/>
                <a:gd name="connsiteY18389" fmla="*/ 1271447 h 4882701"/>
                <a:gd name="connsiteX18390" fmla="*/ 4624191 w 4954903"/>
                <a:gd name="connsiteY18390" fmla="*/ 1261318 h 4882701"/>
                <a:gd name="connsiteX18391" fmla="*/ 4614822 w 4954903"/>
                <a:gd name="connsiteY18391" fmla="*/ 1247137 h 4882701"/>
                <a:gd name="connsiteX18392" fmla="*/ 4604946 w 4954903"/>
                <a:gd name="connsiteY18392" fmla="*/ 1243845 h 4882701"/>
                <a:gd name="connsiteX18393" fmla="*/ 4604946 w 4954903"/>
                <a:gd name="connsiteY18393" fmla="*/ 1243845 h 4882701"/>
                <a:gd name="connsiteX18394" fmla="*/ 4618367 w 4954903"/>
                <a:gd name="connsiteY18394" fmla="*/ 1268155 h 4882701"/>
                <a:gd name="connsiteX18395" fmla="*/ 4614822 w 4954903"/>
                <a:gd name="connsiteY18395" fmla="*/ 1258026 h 4882701"/>
                <a:gd name="connsiteX18396" fmla="*/ 4604946 w 4954903"/>
                <a:gd name="connsiteY18396" fmla="*/ 1243845 h 4882701"/>
                <a:gd name="connsiteX18397" fmla="*/ 4593298 w 4954903"/>
                <a:gd name="connsiteY18397" fmla="*/ 1240554 h 4882701"/>
                <a:gd name="connsiteX18398" fmla="*/ 4592791 w 4954903"/>
                <a:gd name="connsiteY18398" fmla="*/ 1240554 h 4882701"/>
                <a:gd name="connsiteX18399" fmla="*/ 4606465 w 4954903"/>
                <a:gd name="connsiteY18399" fmla="*/ 1264610 h 4882701"/>
                <a:gd name="connsiteX18400" fmla="*/ 4603426 w 4954903"/>
                <a:gd name="connsiteY18400" fmla="*/ 1254481 h 4882701"/>
                <a:gd name="connsiteX18401" fmla="*/ 4593298 w 4954903"/>
                <a:gd name="connsiteY18401" fmla="*/ 1240554 h 4882701"/>
                <a:gd name="connsiteX18402" fmla="*/ 4580130 w 4954903"/>
                <a:gd name="connsiteY18402" fmla="*/ 1237262 h 4882701"/>
                <a:gd name="connsiteX18403" fmla="*/ 4579624 w 4954903"/>
                <a:gd name="connsiteY18403" fmla="*/ 1237262 h 4882701"/>
                <a:gd name="connsiteX18404" fmla="*/ 4593298 w 4954903"/>
                <a:gd name="connsiteY18404" fmla="*/ 1261318 h 4882701"/>
                <a:gd name="connsiteX18405" fmla="*/ 4590512 w 4954903"/>
                <a:gd name="connsiteY18405" fmla="*/ 1251189 h 4882701"/>
                <a:gd name="connsiteX18406" fmla="*/ 4580130 w 4954903"/>
                <a:gd name="connsiteY18406" fmla="*/ 1237262 h 4882701"/>
                <a:gd name="connsiteX18407" fmla="*/ 4565443 w 4954903"/>
                <a:gd name="connsiteY18407" fmla="*/ 1233970 h 4882701"/>
                <a:gd name="connsiteX18408" fmla="*/ 4564936 w 4954903"/>
                <a:gd name="connsiteY18408" fmla="*/ 1233970 h 4882701"/>
                <a:gd name="connsiteX18409" fmla="*/ 4578610 w 4954903"/>
                <a:gd name="connsiteY18409" fmla="*/ 1258026 h 4882701"/>
                <a:gd name="connsiteX18410" fmla="*/ 4576331 w 4954903"/>
                <a:gd name="connsiteY18410" fmla="*/ 1247897 h 4882701"/>
                <a:gd name="connsiteX18411" fmla="*/ 4565443 w 4954903"/>
                <a:gd name="connsiteY18411" fmla="*/ 1233970 h 4882701"/>
                <a:gd name="connsiteX18412" fmla="*/ 4548983 w 4954903"/>
                <a:gd name="connsiteY18412" fmla="*/ 1230678 h 4882701"/>
                <a:gd name="connsiteX18413" fmla="*/ 4548223 w 4954903"/>
                <a:gd name="connsiteY18413" fmla="*/ 1230678 h 4882701"/>
                <a:gd name="connsiteX18414" fmla="*/ 4561391 w 4954903"/>
                <a:gd name="connsiteY18414" fmla="*/ 1254481 h 4882701"/>
                <a:gd name="connsiteX18415" fmla="*/ 4559872 w 4954903"/>
                <a:gd name="connsiteY18415" fmla="*/ 1244352 h 4882701"/>
                <a:gd name="connsiteX18416" fmla="*/ 4548983 w 4954903"/>
                <a:gd name="connsiteY18416" fmla="*/ 1230678 h 4882701"/>
                <a:gd name="connsiteX18417" fmla="*/ 4531004 w 4954903"/>
                <a:gd name="connsiteY18417" fmla="*/ 1227386 h 4882701"/>
                <a:gd name="connsiteX18418" fmla="*/ 4530244 w 4954903"/>
                <a:gd name="connsiteY18418" fmla="*/ 1227386 h 4882701"/>
                <a:gd name="connsiteX18419" fmla="*/ 4543412 w 4954903"/>
                <a:gd name="connsiteY18419" fmla="*/ 1251189 h 4882701"/>
                <a:gd name="connsiteX18420" fmla="*/ 4542399 w 4954903"/>
                <a:gd name="connsiteY18420" fmla="*/ 1241060 h 4882701"/>
                <a:gd name="connsiteX18421" fmla="*/ 4531004 w 4954903"/>
                <a:gd name="connsiteY18421" fmla="*/ 1227386 h 4882701"/>
                <a:gd name="connsiteX18422" fmla="*/ 4511759 w 4954903"/>
                <a:gd name="connsiteY18422" fmla="*/ 1224094 h 4882701"/>
                <a:gd name="connsiteX18423" fmla="*/ 4510999 w 4954903"/>
                <a:gd name="connsiteY18423" fmla="*/ 1224094 h 4882701"/>
                <a:gd name="connsiteX18424" fmla="*/ 4523914 w 4954903"/>
                <a:gd name="connsiteY18424" fmla="*/ 1247897 h 4882701"/>
                <a:gd name="connsiteX18425" fmla="*/ 4523154 w 4954903"/>
                <a:gd name="connsiteY18425" fmla="*/ 1237768 h 4882701"/>
                <a:gd name="connsiteX18426" fmla="*/ 4511759 w 4954903"/>
                <a:gd name="connsiteY18426" fmla="*/ 1224094 h 4882701"/>
                <a:gd name="connsiteX18427" fmla="*/ 4490741 w 4954903"/>
                <a:gd name="connsiteY18427" fmla="*/ 1220802 h 4882701"/>
                <a:gd name="connsiteX18428" fmla="*/ 4489981 w 4954903"/>
                <a:gd name="connsiteY18428" fmla="*/ 1220802 h 4882701"/>
                <a:gd name="connsiteX18429" fmla="*/ 4502896 w 4954903"/>
                <a:gd name="connsiteY18429" fmla="*/ 1244605 h 4882701"/>
                <a:gd name="connsiteX18430" fmla="*/ 4502643 w 4954903"/>
                <a:gd name="connsiteY18430" fmla="*/ 1234476 h 4882701"/>
                <a:gd name="connsiteX18431" fmla="*/ 4490741 w 4954903"/>
                <a:gd name="connsiteY18431" fmla="*/ 1220802 h 4882701"/>
                <a:gd name="connsiteX18432" fmla="*/ 4468457 w 4954903"/>
                <a:gd name="connsiteY18432" fmla="*/ 1217510 h 4882701"/>
                <a:gd name="connsiteX18433" fmla="*/ 4467444 w 4954903"/>
                <a:gd name="connsiteY18433" fmla="*/ 1217510 h 4882701"/>
                <a:gd name="connsiteX18434" fmla="*/ 4480106 w 4954903"/>
                <a:gd name="connsiteY18434" fmla="*/ 1241313 h 4882701"/>
                <a:gd name="connsiteX18435" fmla="*/ 4480359 w 4954903"/>
                <a:gd name="connsiteY18435" fmla="*/ 1231437 h 4882701"/>
                <a:gd name="connsiteX18436" fmla="*/ 4468457 w 4954903"/>
                <a:gd name="connsiteY18436" fmla="*/ 1217510 h 4882701"/>
                <a:gd name="connsiteX18437" fmla="*/ 4444654 w 4954903"/>
                <a:gd name="connsiteY18437" fmla="*/ 1214471 h 4882701"/>
                <a:gd name="connsiteX18438" fmla="*/ 4443641 w 4954903"/>
                <a:gd name="connsiteY18438" fmla="*/ 1214471 h 4882701"/>
                <a:gd name="connsiteX18439" fmla="*/ 4456302 w 4954903"/>
                <a:gd name="connsiteY18439" fmla="*/ 1238275 h 4882701"/>
                <a:gd name="connsiteX18440" fmla="*/ 4457062 w 4954903"/>
                <a:gd name="connsiteY18440" fmla="*/ 1228399 h 4882701"/>
                <a:gd name="connsiteX18441" fmla="*/ 4444654 w 4954903"/>
                <a:gd name="connsiteY18441" fmla="*/ 1214471 h 4882701"/>
                <a:gd name="connsiteX18442" fmla="*/ 4419331 w 4954903"/>
                <a:gd name="connsiteY18442" fmla="*/ 1211179 h 4882701"/>
                <a:gd name="connsiteX18443" fmla="*/ 4417812 w 4954903"/>
                <a:gd name="connsiteY18443" fmla="*/ 1211433 h 4882701"/>
                <a:gd name="connsiteX18444" fmla="*/ 4430727 w 4954903"/>
                <a:gd name="connsiteY18444" fmla="*/ 1234983 h 4882701"/>
                <a:gd name="connsiteX18445" fmla="*/ 4431739 w 4954903"/>
                <a:gd name="connsiteY18445" fmla="*/ 1225107 h 4882701"/>
                <a:gd name="connsiteX18446" fmla="*/ 4419331 w 4954903"/>
                <a:gd name="connsiteY18446" fmla="*/ 1211179 h 4882701"/>
                <a:gd name="connsiteX18447" fmla="*/ 4392996 w 4954903"/>
                <a:gd name="connsiteY18447" fmla="*/ 1207887 h 4882701"/>
                <a:gd name="connsiteX18448" fmla="*/ 4391730 w 4954903"/>
                <a:gd name="connsiteY18448" fmla="*/ 1207887 h 4882701"/>
                <a:gd name="connsiteX18449" fmla="*/ 4403378 w 4954903"/>
                <a:gd name="connsiteY18449" fmla="*/ 1231437 h 4882701"/>
                <a:gd name="connsiteX18450" fmla="*/ 4405657 w 4954903"/>
                <a:gd name="connsiteY18450" fmla="*/ 1221815 h 4882701"/>
                <a:gd name="connsiteX18451" fmla="*/ 4392996 w 4954903"/>
                <a:gd name="connsiteY18451" fmla="*/ 1207887 h 4882701"/>
                <a:gd name="connsiteX18452" fmla="*/ 4364888 w 4954903"/>
                <a:gd name="connsiteY18452" fmla="*/ 1204849 h 4882701"/>
                <a:gd name="connsiteX18453" fmla="*/ 4363622 w 4954903"/>
                <a:gd name="connsiteY18453" fmla="*/ 1204849 h 4882701"/>
                <a:gd name="connsiteX18454" fmla="*/ 4375017 w 4954903"/>
                <a:gd name="connsiteY18454" fmla="*/ 1228399 h 4882701"/>
                <a:gd name="connsiteX18455" fmla="*/ 4377802 w 4954903"/>
                <a:gd name="connsiteY18455" fmla="*/ 1218776 h 4882701"/>
                <a:gd name="connsiteX18456" fmla="*/ 4364888 w 4954903"/>
                <a:gd name="connsiteY18456" fmla="*/ 1204849 h 4882701"/>
                <a:gd name="connsiteX18457" fmla="*/ 4348935 w 4954903"/>
                <a:gd name="connsiteY18457" fmla="*/ 1215484 h 4882701"/>
                <a:gd name="connsiteX18458" fmla="*/ 4335767 w 4954903"/>
                <a:gd name="connsiteY18458" fmla="*/ 1201557 h 4882701"/>
                <a:gd name="connsiteX18459" fmla="*/ 4333994 w 4954903"/>
                <a:gd name="connsiteY18459" fmla="*/ 1201810 h 4882701"/>
                <a:gd name="connsiteX18460" fmla="*/ 4345896 w 4954903"/>
                <a:gd name="connsiteY18460" fmla="*/ 1225107 h 4882701"/>
                <a:gd name="connsiteX18461" fmla="*/ 4348935 w 4954903"/>
                <a:gd name="connsiteY18461" fmla="*/ 1215484 h 4882701"/>
                <a:gd name="connsiteX18462" fmla="*/ 4315002 w 4954903"/>
                <a:gd name="connsiteY18462" fmla="*/ 1222068 h 4882701"/>
                <a:gd name="connsiteX18463" fmla="*/ 4318547 w 4954903"/>
                <a:gd name="connsiteY18463" fmla="*/ 1212445 h 4882701"/>
                <a:gd name="connsiteX18464" fmla="*/ 4305126 w 4954903"/>
                <a:gd name="connsiteY18464" fmla="*/ 1198771 h 4882701"/>
                <a:gd name="connsiteX18465" fmla="*/ 4303354 w 4954903"/>
                <a:gd name="connsiteY18465" fmla="*/ 1199024 h 4882701"/>
                <a:gd name="connsiteX18466" fmla="*/ 4315002 w 4954903"/>
                <a:gd name="connsiteY18466" fmla="*/ 1222068 h 4882701"/>
                <a:gd name="connsiteX18467" fmla="*/ 4282843 w 4954903"/>
                <a:gd name="connsiteY18467" fmla="*/ 1219029 h 4882701"/>
                <a:gd name="connsiteX18468" fmla="*/ 4286894 w 4954903"/>
                <a:gd name="connsiteY18468" fmla="*/ 1209407 h 4882701"/>
                <a:gd name="connsiteX18469" fmla="*/ 4273220 w 4954903"/>
                <a:gd name="connsiteY18469" fmla="*/ 1195733 h 4882701"/>
                <a:gd name="connsiteX18470" fmla="*/ 4271194 w 4954903"/>
                <a:gd name="connsiteY18470" fmla="*/ 1195986 h 4882701"/>
                <a:gd name="connsiteX18471" fmla="*/ 4282843 w 4954903"/>
                <a:gd name="connsiteY18471" fmla="*/ 1219029 h 4882701"/>
                <a:gd name="connsiteX18472" fmla="*/ 4238781 w 4954903"/>
                <a:gd name="connsiteY18472" fmla="*/ 1192441 h 4882701"/>
                <a:gd name="connsiteX18473" fmla="*/ 4248657 w 4954903"/>
                <a:gd name="connsiteY18473" fmla="*/ 1215484 h 4882701"/>
                <a:gd name="connsiteX18474" fmla="*/ 4253975 w 4954903"/>
                <a:gd name="connsiteY18474" fmla="*/ 1206115 h 4882701"/>
                <a:gd name="connsiteX18475" fmla="*/ 4240301 w 4954903"/>
                <a:gd name="connsiteY18475" fmla="*/ 1192441 h 4882701"/>
                <a:gd name="connsiteX18476" fmla="*/ 4238781 w 4954903"/>
                <a:gd name="connsiteY18476" fmla="*/ 1192441 h 4882701"/>
                <a:gd name="connsiteX18477" fmla="*/ 4219789 w 4954903"/>
                <a:gd name="connsiteY18477" fmla="*/ 1203076 h 4882701"/>
                <a:gd name="connsiteX18478" fmla="*/ 4205862 w 4954903"/>
                <a:gd name="connsiteY18478" fmla="*/ 1189402 h 4882701"/>
                <a:gd name="connsiteX18479" fmla="*/ 4203836 w 4954903"/>
                <a:gd name="connsiteY18479" fmla="*/ 1189655 h 4882701"/>
                <a:gd name="connsiteX18480" fmla="*/ 4213965 w 4954903"/>
                <a:gd name="connsiteY18480" fmla="*/ 1212445 h 4882701"/>
                <a:gd name="connsiteX18481" fmla="*/ 4219789 w 4954903"/>
                <a:gd name="connsiteY18481" fmla="*/ 1203076 h 4882701"/>
                <a:gd name="connsiteX18482" fmla="*/ 4178260 w 4954903"/>
                <a:gd name="connsiteY18482" fmla="*/ 1209407 h 4882701"/>
                <a:gd name="connsiteX18483" fmla="*/ 4184338 w 4954903"/>
                <a:gd name="connsiteY18483" fmla="*/ 1200037 h 4882701"/>
                <a:gd name="connsiteX18484" fmla="*/ 4170410 w 4954903"/>
                <a:gd name="connsiteY18484" fmla="*/ 1186363 h 4882701"/>
                <a:gd name="connsiteX18485" fmla="*/ 4168131 w 4954903"/>
                <a:gd name="connsiteY18485" fmla="*/ 1186616 h 4882701"/>
                <a:gd name="connsiteX18486" fmla="*/ 4178260 w 4954903"/>
                <a:gd name="connsiteY18486" fmla="*/ 1209407 h 4882701"/>
                <a:gd name="connsiteX18487" fmla="*/ 4141289 w 4954903"/>
                <a:gd name="connsiteY18487" fmla="*/ 1206368 h 4882701"/>
                <a:gd name="connsiteX18488" fmla="*/ 4148126 w 4954903"/>
                <a:gd name="connsiteY18488" fmla="*/ 1196999 h 4882701"/>
                <a:gd name="connsiteX18489" fmla="*/ 4133946 w 4954903"/>
                <a:gd name="connsiteY18489" fmla="*/ 1183324 h 4882701"/>
                <a:gd name="connsiteX18490" fmla="*/ 4131667 w 4954903"/>
                <a:gd name="connsiteY18490" fmla="*/ 1183578 h 4882701"/>
                <a:gd name="connsiteX18491" fmla="*/ 4141289 w 4954903"/>
                <a:gd name="connsiteY18491" fmla="*/ 1206368 h 4882701"/>
                <a:gd name="connsiteX18492" fmla="*/ 4102292 w 4954903"/>
                <a:gd name="connsiteY18492" fmla="*/ 1203076 h 4882701"/>
                <a:gd name="connsiteX18493" fmla="*/ 4110396 w 4954903"/>
                <a:gd name="connsiteY18493" fmla="*/ 1194213 h 4882701"/>
                <a:gd name="connsiteX18494" fmla="*/ 4096215 w 4954903"/>
                <a:gd name="connsiteY18494" fmla="*/ 1180539 h 4882701"/>
                <a:gd name="connsiteX18495" fmla="*/ 4094443 w 4954903"/>
                <a:gd name="connsiteY18495" fmla="*/ 1180539 h 4882701"/>
                <a:gd name="connsiteX18496" fmla="*/ 4102292 w 4954903"/>
                <a:gd name="connsiteY18496" fmla="*/ 1203076 h 4882701"/>
                <a:gd name="connsiteX18497" fmla="*/ 4063042 w 4954903"/>
                <a:gd name="connsiteY18497" fmla="*/ 1200037 h 4882701"/>
                <a:gd name="connsiteX18498" fmla="*/ 4071652 w 4954903"/>
                <a:gd name="connsiteY18498" fmla="*/ 1191175 h 4882701"/>
                <a:gd name="connsiteX18499" fmla="*/ 4057218 w 4954903"/>
                <a:gd name="connsiteY18499" fmla="*/ 1177500 h 4882701"/>
                <a:gd name="connsiteX18500" fmla="*/ 4054686 w 4954903"/>
                <a:gd name="connsiteY18500" fmla="*/ 1177753 h 4882701"/>
                <a:gd name="connsiteX18501" fmla="*/ 4063042 w 4954903"/>
                <a:gd name="connsiteY18501" fmla="*/ 1200037 h 4882701"/>
                <a:gd name="connsiteX18502" fmla="*/ 4022780 w 4954903"/>
                <a:gd name="connsiteY18502" fmla="*/ 1197252 h 4882701"/>
                <a:gd name="connsiteX18503" fmla="*/ 4031896 w 4954903"/>
                <a:gd name="connsiteY18503" fmla="*/ 1188389 h 4882701"/>
                <a:gd name="connsiteX18504" fmla="*/ 4017462 w 4954903"/>
                <a:gd name="connsiteY18504" fmla="*/ 1174715 h 4882701"/>
                <a:gd name="connsiteX18505" fmla="*/ 4014930 w 4954903"/>
                <a:gd name="connsiteY18505" fmla="*/ 1174968 h 4882701"/>
                <a:gd name="connsiteX18506" fmla="*/ 4022780 w 4954903"/>
                <a:gd name="connsiteY18506" fmla="*/ 1197252 h 4882701"/>
                <a:gd name="connsiteX18507" fmla="*/ 3981504 w 4954903"/>
                <a:gd name="connsiteY18507" fmla="*/ 1194213 h 4882701"/>
                <a:gd name="connsiteX18508" fmla="*/ 3991126 w 4954903"/>
                <a:gd name="connsiteY18508" fmla="*/ 1185350 h 4882701"/>
                <a:gd name="connsiteX18509" fmla="*/ 3976439 w 4954903"/>
                <a:gd name="connsiteY18509" fmla="*/ 1171676 h 4882701"/>
                <a:gd name="connsiteX18510" fmla="*/ 3973907 w 4954903"/>
                <a:gd name="connsiteY18510" fmla="*/ 1171929 h 4882701"/>
                <a:gd name="connsiteX18511" fmla="*/ 3981504 w 4954903"/>
                <a:gd name="connsiteY18511" fmla="*/ 1194213 h 4882701"/>
                <a:gd name="connsiteX18512" fmla="*/ 3949091 w 4954903"/>
                <a:gd name="connsiteY18512" fmla="*/ 1182565 h 4882701"/>
                <a:gd name="connsiteX18513" fmla="*/ 3934404 w 4954903"/>
                <a:gd name="connsiteY18513" fmla="*/ 1168891 h 4882701"/>
                <a:gd name="connsiteX18514" fmla="*/ 3932631 w 4954903"/>
                <a:gd name="connsiteY18514" fmla="*/ 1168891 h 4882701"/>
                <a:gd name="connsiteX18515" fmla="*/ 3938202 w 4954903"/>
                <a:gd name="connsiteY18515" fmla="*/ 1190668 h 4882701"/>
                <a:gd name="connsiteX18516" fmla="*/ 3949091 w 4954903"/>
                <a:gd name="connsiteY18516" fmla="*/ 1182565 h 4882701"/>
                <a:gd name="connsiteX18517" fmla="*/ 3894647 w 4954903"/>
                <a:gd name="connsiteY18517" fmla="*/ 1188136 h 4882701"/>
                <a:gd name="connsiteX18518" fmla="*/ 3906042 w 4954903"/>
                <a:gd name="connsiteY18518" fmla="*/ 1179779 h 4882701"/>
                <a:gd name="connsiteX18519" fmla="*/ 3891355 w 4954903"/>
                <a:gd name="connsiteY18519" fmla="*/ 1166105 h 4882701"/>
                <a:gd name="connsiteX18520" fmla="*/ 3888570 w 4954903"/>
                <a:gd name="connsiteY18520" fmla="*/ 1166358 h 4882701"/>
                <a:gd name="connsiteX18521" fmla="*/ 3894647 w 4954903"/>
                <a:gd name="connsiteY18521" fmla="*/ 1188136 h 4882701"/>
                <a:gd name="connsiteX18522" fmla="*/ 3847294 w 4954903"/>
                <a:gd name="connsiteY18522" fmla="*/ 1163573 h 4882701"/>
                <a:gd name="connsiteX18523" fmla="*/ 3844509 w 4954903"/>
                <a:gd name="connsiteY18523" fmla="*/ 1163826 h 4882701"/>
                <a:gd name="connsiteX18524" fmla="*/ 3850333 w 4954903"/>
                <a:gd name="connsiteY18524" fmla="*/ 1185350 h 4882701"/>
                <a:gd name="connsiteX18525" fmla="*/ 3862234 w 4954903"/>
                <a:gd name="connsiteY18525" fmla="*/ 1176994 h 4882701"/>
                <a:gd name="connsiteX18526" fmla="*/ 3847294 w 4954903"/>
                <a:gd name="connsiteY18526" fmla="*/ 1163573 h 4882701"/>
                <a:gd name="connsiteX18527" fmla="*/ 3799434 w 4954903"/>
                <a:gd name="connsiteY18527" fmla="*/ 1161041 h 4882701"/>
                <a:gd name="connsiteX18528" fmla="*/ 3805005 w 4954903"/>
                <a:gd name="connsiteY18528" fmla="*/ 1182565 h 4882701"/>
                <a:gd name="connsiteX18529" fmla="*/ 3817160 w 4954903"/>
                <a:gd name="connsiteY18529" fmla="*/ 1174208 h 4882701"/>
                <a:gd name="connsiteX18530" fmla="*/ 3802473 w 4954903"/>
                <a:gd name="connsiteY18530" fmla="*/ 1160534 h 4882701"/>
                <a:gd name="connsiteX18531" fmla="*/ 3799434 w 4954903"/>
                <a:gd name="connsiteY18531" fmla="*/ 1161041 h 4882701"/>
                <a:gd name="connsiteX18532" fmla="*/ 3756639 w 4954903"/>
                <a:gd name="connsiteY18532" fmla="*/ 1158255 h 4882701"/>
                <a:gd name="connsiteX18533" fmla="*/ 3754613 w 4954903"/>
                <a:gd name="connsiteY18533" fmla="*/ 1158255 h 4882701"/>
                <a:gd name="connsiteX18534" fmla="*/ 3757652 w 4954903"/>
                <a:gd name="connsiteY18534" fmla="*/ 1179273 h 4882701"/>
                <a:gd name="connsiteX18535" fmla="*/ 3771326 w 4954903"/>
                <a:gd name="connsiteY18535" fmla="*/ 1171676 h 4882701"/>
                <a:gd name="connsiteX18536" fmla="*/ 3756639 w 4954903"/>
                <a:gd name="connsiteY18536" fmla="*/ 1158255 h 4882701"/>
                <a:gd name="connsiteX18537" fmla="*/ 3707767 w 4954903"/>
                <a:gd name="connsiteY18537" fmla="*/ 1155723 h 4882701"/>
                <a:gd name="connsiteX18538" fmla="*/ 3710552 w 4954903"/>
                <a:gd name="connsiteY18538" fmla="*/ 1176741 h 4882701"/>
                <a:gd name="connsiteX18539" fmla="*/ 3724733 w 4954903"/>
                <a:gd name="connsiteY18539" fmla="*/ 1169144 h 4882701"/>
                <a:gd name="connsiteX18540" fmla="*/ 3709792 w 4954903"/>
                <a:gd name="connsiteY18540" fmla="*/ 1155723 h 4882701"/>
                <a:gd name="connsiteX18541" fmla="*/ 3707767 w 4954903"/>
                <a:gd name="connsiteY18541" fmla="*/ 1155723 h 4882701"/>
                <a:gd name="connsiteX18542" fmla="*/ 3662186 w 4954903"/>
                <a:gd name="connsiteY18542" fmla="*/ 1152937 h 4882701"/>
                <a:gd name="connsiteX18543" fmla="*/ 3660160 w 4954903"/>
                <a:gd name="connsiteY18543" fmla="*/ 1152937 h 4882701"/>
                <a:gd name="connsiteX18544" fmla="*/ 3662692 w 4954903"/>
                <a:gd name="connsiteY18544" fmla="*/ 1173955 h 4882701"/>
                <a:gd name="connsiteX18545" fmla="*/ 3677379 w 4954903"/>
                <a:gd name="connsiteY18545" fmla="*/ 1166105 h 4882701"/>
                <a:gd name="connsiteX18546" fmla="*/ 3662186 w 4954903"/>
                <a:gd name="connsiteY18546" fmla="*/ 1152937 h 4882701"/>
                <a:gd name="connsiteX18547" fmla="*/ 3613820 w 4954903"/>
                <a:gd name="connsiteY18547" fmla="*/ 1150658 h 4882701"/>
                <a:gd name="connsiteX18548" fmla="*/ 3611541 w 4954903"/>
                <a:gd name="connsiteY18548" fmla="*/ 1150658 h 4882701"/>
                <a:gd name="connsiteX18549" fmla="*/ 3613566 w 4954903"/>
                <a:gd name="connsiteY18549" fmla="*/ 1171676 h 4882701"/>
                <a:gd name="connsiteX18550" fmla="*/ 3628507 w 4954903"/>
                <a:gd name="connsiteY18550" fmla="*/ 1163826 h 4882701"/>
                <a:gd name="connsiteX18551" fmla="*/ 3613820 w 4954903"/>
                <a:gd name="connsiteY18551" fmla="*/ 1150658 h 4882701"/>
                <a:gd name="connsiteX18552" fmla="*/ 3562415 w 4954903"/>
                <a:gd name="connsiteY18552" fmla="*/ 1148126 h 4882701"/>
                <a:gd name="connsiteX18553" fmla="*/ 3563175 w 4954903"/>
                <a:gd name="connsiteY18553" fmla="*/ 1168384 h 4882701"/>
                <a:gd name="connsiteX18554" fmla="*/ 3579634 w 4954903"/>
                <a:gd name="connsiteY18554" fmla="*/ 1161294 h 4882701"/>
                <a:gd name="connsiteX18555" fmla="*/ 3564694 w 4954903"/>
                <a:gd name="connsiteY18555" fmla="*/ 1147873 h 4882701"/>
                <a:gd name="connsiteX18556" fmla="*/ 3562415 w 4954903"/>
                <a:gd name="connsiteY18556" fmla="*/ 1148126 h 4882701"/>
                <a:gd name="connsiteX18557" fmla="*/ 3514555 w 4954903"/>
                <a:gd name="connsiteY18557" fmla="*/ 1145594 h 4882701"/>
                <a:gd name="connsiteX18558" fmla="*/ 3512276 w 4954903"/>
                <a:gd name="connsiteY18558" fmla="*/ 1145847 h 4882701"/>
                <a:gd name="connsiteX18559" fmla="*/ 3512530 w 4954903"/>
                <a:gd name="connsiteY18559" fmla="*/ 1166105 h 4882701"/>
                <a:gd name="connsiteX18560" fmla="*/ 3529496 w 4954903"/>
                <a:gd name="connsiteY18560" fmla="*/ 1159015 h 4882701"/>
                <a:gd name="connsiteX18561" fmla="*/ 3514555 w 4954903"/>
                <a:gd name="connsiteY18561" fmla="*/ 1145594 h 4882701"/>
                <a:gd name="connsiteX18562" fmla="*/ 3463910 w 4954903"/>
                <a:gd name="connsiteY18562" fmla="*/ 1143315 h 4882701"/>
                <a:gd name="connsiteX18563" fmla="*/ 3461631 w 4954903"/>
                <a:gd name="connsiteY18563" fmla="*/ 1143568 h 4882701"/>
                <a:gd name="connsiteX18564" fmla="*/ 3461631 w 4954903"/>
                <a:gd name="connsiteY18564" fmla="*/ 1163826 h 4882701"/>
                <a:gd name="connsiteX18565" fmla="*/ 3478851 w 4954903"/>
                <a:gd name="connsiteY18565" fmla="*/ 1156736 h 4882701"/>
                <a:gd name="connsiteX18566" fmla="*/ 3463910 w 4954903"/>
                <a:gd name="connsiteY18566" fmla="*/ 1143315 h 4882701"/>
                <a:gd name="connsiteX18567" fmla="*/ 3412252 w 4954903"/>
                <a:gd name="connsiteY18567" fmla="*/ 1141036 h 4882701"/>
                <a:gd name="connsiteX18568" fmla="*/ 3409973 w 4954903"/>
                <a:gd name="connsiteY18568" fmla="*/ 1141289 h 4882701"/>
                <a:gd name="connsiteX18569" fmla="*/ 3409466 w 4954903"/>
                <a:gd name="connsiteY18569" fmla="*/ 1161547 h 4882701"/>
                <a:gd name="connsiteX18570" fmla="*/ 3427192 w 4954903"/>
                <a:gd name="connsiteY18570" fmla="*/ 1154457 h 4882701"/>
                <a:gd name="connsiteX18571" fmla="*/ 3412252 w 4954903"/>
                <a:gd name="connsiteY18571" fmla="*/ 1141036 h 4882701"/>
                <a:gd name="connsiteX18572" fmla="*/ 3358821 w 4954903"/>
                <a:gd name="connsiteY18572" fmla="*/ 1138757 h 4882701"/>
                <a:gd name="connsiteX18573" fmla="*/ 3355783 w 4954903"/>
                <a:gd name="connsiteY18573" fmla="*/ 1158508 h 4882701"/>
                <a:gd name="connsiteX18574" fmla="*/ 3374775 w 4954903"/>
                <a:gd name="connsiteY18574" fmla="*/ 1152178 h 4882701"/>
                <a:gd name="connsiteX18575" fmla="*/ 3359834 w 4954903"/>
                <a:gd name="connsiteY18575" fmla="*/ 1138757 h 4882701"/>
                <a:gd name="connsiteX18576" fmla="*/ 3358821 w 4954903"/>
                <a:gd name="connsiteY18576" fmla="*/ 1138757 h 4882701"/>
                <a:gd name="connsiteX18577" fmla="*/ 3307163 w 4954903"/>
                <a:gd name="connsiteY18577" fmla="*/ 1136731 h 4882701"/>
                <a:gd name="connsiteX18578" fmla="*/ 3305897 w 4954903"/>
                <a:gd name="connsiteY18578" fmla="*/ 1136731 h 4882701"/>
                <a:gd name="connsiteX18579" fmla="*/ 3302605 w 4954903"/>
                <a:gd name="connsiteY18579" fmla="*/ 1156482 h 4882701"/>
                <a:gd name="connsiteX18580" fmla="*/ 3322104 w 4954903"/>
                <a:gd name="connsiteY18580" fmla="*/ 1150152 h 4882701"/>
                <a:gd name="connsiteX18581" fmla="*/ 3307163 w 4954903"/>
                <a:gd name="connsiteY18581" fmla="*/ 1136731 h 4882701"/>
                <a:gd name="connsiteX18582" fmla="*/ 3253733 w 4954903"/>
                <a:gd name="connsiteY18582" fmla="*/ 1134452 h 4882701"/>
                <a:gd name="connsiteX18583" fmla="*/ 3252467 w 4954903"/>
                <a:gd name="connsiteY18583" fmla="*/ 1134452 h 4882701"/>
                <a:gd name="connsiteX18584" fmla="*/ 3248668 w 4954903"/>
                <a:gd name="connsiteY18584" fmla="*/ 1154204 h 4882701"/>
                <a:gd name="connsiteX18585" fmla="*/ 3268420 w 4954903"/>
                <a:gd name="connsiteY18585" fmla="*/ 1147873 h 4882701"/>
                <a:gd name="connsiteX18586" fmla="*/ 3253733 w 4954903"/>
                <a:gd name="connsiteY18586" fmla="*/ 1134452 h 4882701"/>
                <a:gd name="connsiteX18587" fmla="*/ 3199542 w 4954903"/>
                <a:gd name="connsiteY18587" fmla="*/ 1132426 h 4882701"/>
                <a:gd name="connsiteX18588" fmla="*/ 3198276 w 4954903"/>
                <a:gd name="connsiteY18588" fmla="*/ 1132426 h 4882701"/>
                <a:gd name="connsiteX18589" fmla="*/ 3194224 w 4954903"/>
                <a:gd name="connsiteY18589" fmla="*/ 1152178 h 4882701"/>
                <a:gd name="connsiteX18590" fmla="*/ 3214229 w 4954903"/>
                <a:gd name="connsiteY18590" fmla="*/ 1145847 h 4882701"/>
                <a:gd name="connsiteX18591" fmla="*/ 3199542 w 4954903"/>
                <a:gd name="connsiteY18591" fmla="*/ 1132426 h 4882701"/>
                <a:gd name="connsiteX18592" fmla="*/ 3144846 w 4954903"/>
                <a:gd name="connsiteY18592" fmla="*/ 1130654 h 4882701"/>
                <a:gd name="connsiteX18593" fmla="*/ 3143579 w 4954903"/>
                <a:gd name="connsiteY18593" fmla="*/ 1130654 h 4882701"/>
                <a:gd name="connsiteX18594" fmla="*/ 3139021 w 4954903"/>
                <a:gd name="connsiteY18594" fmla="*/ 1150405 h 4882701"/>
                <a:gd name="connsiteX18595" fmla="*/ 3159532 w 4954903"/>
                <a:gd name="connsiteY18595" fmla="*/ 1144074 h 4882701"/>
                <a:gd name="connsiteX18596" fmla="*/ 3144846 w 4954903"/>
                <a:gd name="connsiteY18596" fmla="*/ 1130654 h 4882701"/>
                <a:gd name="connsiteX18597" fmla="*/ 3089642 w 4954903"/>
                <a:gd name="connsiteY18597" fmla="*/ 1128628 h 4882701"/>
                <a:gd name="connsiteX18598" fmla="*/ 3082552 w 4954903"/>
                <a:gd name="connsiteY18598" fmla="*/ 1147366 h 4882701"/>
                <a:gd name="connsiteX18599" fmla="*/ 3104076 w 4954903"/>
                <a:gd name="connsiteY18599" fmla="*/ 1141795 h 4882701"/>
                <a:gd name="connsiteX18600" fmla="*/ 3089642 w 4954903"/>
                <a:gd name="connsiteY18600" fmla="*/ 1128628 h 4882701"/>
                <a:gd name="connsiteX18601" fmla="*/ 3033679 w 4954903"/>
                <a:gd name="connsiteY18601" fmla="*/ 1126855 h 4882701"/>
                <a:gd name="connsiteX18602" fmla="*/ 3026083 w 4954903"/>
                <a:gd name="connsiteY18602" fmla="*/ 1145594 h 4882701"/>
                <a:gd name="connsiteX18603" fmla="*/ 3048113 w 4954903"/>
                <a:gd name="connsiteY18603" fmla="*/ 1140023 h 4882701"/>
                <a:gd name="connsiteX18604" fmla="*/ 3033679 w 4954903"/>
                <a:gd name="connsiteY18604" fmla="*/ 1126855 h 4882701"/>
                <a:gd name="connsiteX18605" fmla="*/ 2977210 w 4954903"/>
                <a:gd name="connsiteY18605" fmla="*/ 1124829 h 4882701"/>
                <a:gd name="connsiteX18606" fmla="*/ 2969360 w 4954903"/>
                <a:gd name="connsiteY18606" fmla="*/ 1143568 h 4882701"/>
                <a:gd name="connsiteX18607" fmla="*/ 2991644 w 4954903"/>
                <a:gd name="connsiteY18607" fmla="*/ 1137997 h 4882701"/>
                <a:gd name="connsiteX18608" fmla="*/ 2977210 w 4954903"/>
                <a:gd name="connsiteY18608" fmla="*/ 1124829 h 4882701"/>
                <a:gd name="connsiteX18609" fmla="*/ 2920487 w 4954903"/>
                <a:gd name="connsiteY18609" fmla="*/ 1123310 h 4882701"/>
                <a:gd name="connsiteX18610" fmla="*/ 2912131 w 4954903"/>
                <a:gd name="connsiteY18610" fmla="*/ 1142049 h 4882701"/>
                <a:gd name="connsiteX18611" fmla="*/ 2934921 w 4954903"/>
                <a:gd name="connsiteY18611" fmla="*/ 1136478 h 4882701"/>
                <a:gd name="connsiteX18612" fmla="*/ 2920487 w 4954903"/>
                <a:gd name="connsiteY18612" fmla="*/ 1123310 h 4882701"/>
                <a:gd name="connsiteX18613" fmla="*/ 2863258 w 4954903"/>
                <a:gd name="connsiteY18613" fmla="*/ 1121537 h 4882701"/>
                <a:gd name="connsiteX18614" fmla="*/ 2854649 w 4954903"/>
                <a:gd name="connsiteY18614" fmla="*/ 1140276 h 4882701"/>
                <a:gd name="connsiteX18615" fmla="*/ 2877439 w 4954903"/>
                <a:gd name="connsiteY18615" fmla="*/ 1134705 h 4882701"/>
                <a:gd name="connsiteX18616" fmla="*/ 2863258 w 4954903"/>
                <a:gd name="connsiteY18616" fmla="*/ 1121537 h 4882701"/>
                <a:gd name="connsiteX18617" fmla="*/ 2805523 w 4954903"/>
                <a:gd name="connsiteY18617" fmla="*/ 1120018 h 4882701"/>
                <a:gd name="connsiteX18618" fmla="*/ 2796407 w 4954903"/>
                <a:gd name="connsiteY18618" fmla="*/ 1138757 h 4882701"/>
                <a:gd name="connsiteX18619" fmla="*/ 2819703 w 4954903"/>
                <a:gd name="connsiteY18619" fmla="*/ 1133186 h 4882701"/>
                <a:gd name="connsiteX18620" fmla="*/ 2805523 w 4954903"/>
                <a:gd name="connsiteY18620" fmla="*/ 1120018 h 4882701"/>
                <a:gd name="connsiteX18621" fmla="*/ 2747534 w 4954903"/>
                <a:gd name="connsiteY18621" fmla="*/ 1118499 h 4882701"/>
                <a:gd name="connsiteX18622" fmla="*/ 2738165 w 4954903"/>
                <a:gd name="connsiteY18622" fmla="*/ 1137237 h 4882701"/>
                <a:gd name="connsiteX18623" fmla="*/ 2761715 w 4954903"/>
                <a:gd name="connsiteY18623" fmla="*/ 1131666 h 4882701"/>
                <a:gd name="connsiteX18624" fmla="*/ 2747534 w 4954903"/>
                <a:gd name="connsiteY18624" fmla="*/ 1118499 h 4882701"/>
                <a:gd name="connsiteX18625" fmla="*/ 2689039 w 4954903"/>
                <a:gd name="connsiteY18625" fmla="*/ 1116979 h 4882701"/>
                <a:gd name="connsiteX18626" fmla="*/ 2678403 w 4954903"/>
                <a:gd name="connsiteY18626" fmla="*/ 1134958 h 4882701"/>
                <a:gd name="connsiteX18627" fmla="*/ 2702713 w 4954903"/>
                <a:gd name="connsiteY18627" fmla="*/ 1130147 h 4882701"/>
                <a:gd name="connsiteX18628" fmla="*/ 2689039 w 4954903"/>
                <a:gd name="connsiteY18628" fmla="*/ 1116979 h 4882701"/>
                <a:gd name="connsiteX18629" fmla="*/ 2630291 w 4954903"/>
                <a:gd name="connsiteY18629" fmla="*/ 1115713 h 4882701"/>
                <a:gd name="connsiteX18630" fmla="*/ 2619149 w 4954903"/>
                <a:gd name="connsiteY18630" fmla="*/ 1133692 h 4882701"/>
                <a:gd name="connsiteX18631" fmla="*/ 2643965 w 4954903"/>
                <a:gd name="connsiteY18631" fmla="*/ 1128881 h 4882701"/>
                <a:gd name="connsiteX18632" fmla="*/ 2630291 w 4954903"/>
                <a:gd name="connsiteY18632" fmla="*/ 1115713 h 4882701"/>
                <a:gd name="connsiteX18633" fmla="*/ 2439865 w 4954903"/>
                <a:gd name="connsiteY18633" fmla="*/ 1129894 h 4882701"/>
                <a:gd name="connsiteX18634" fmla="*/ 2465187 w 4954903"/>
                <a:gd name="connsiteY18634" fmla="*/ 1125083 h 4882701"/>
                <a:gd name="connsiteX18635" fmla="*/ 2452020 w 4954903"/>
                <a:gd name="connsiteY18635" fmla="*/ 1112168 h 4882701"/>
                <a:gd name="connsiteX18636" fmla="*/ 2439865 w 4954903"/>
                <a:gd name="connsiteY18636" fmla="*/ 1129894 h 4882701"/>
                <a:gd name="connsiteX18637" fmla="*/ 2392005 w 4954903"/>
                <a:gd name="connsiteY18637" fmla="*/ 1110902 h 4882701"/>
                <a:gd name="connsiteX18638" fmla="*/ 2379597 w 4954903"/>
                <a:gd name="connsiteY18638" fmla="*/ 1128881 h 4882701"/>
                <a:gd name="connsiteX18639" fmla="*/ 2405173 w 4954903"/>
                <a:gd name="connsiteY18639" fmla="*/ 1124070 h 4882701"/>
                <a:gd name="connsiteX18640" fmla="*/ 2392005 w 4954903"/>
                <a:gd name="connsiteY18640" fmla="*/ 1110902 h 4882701"/>
                <a:gd name="connsiteX18641" fmla="*/ 2344652 w 4954903"/>
                <a:gd name="connsiteY18641" fmla="*/ 1123057 h 4882701"/>
                <a:gd name="connsiteX18642" fmla="*/ 2331737 w 4954903"/>
                <a:gd name="connsiteY18642" fmla="*/ 1110142 h 4882701"/>
                <a:gd name="connsiteX18643" fmla="*/ 2319076 w 4954903"/>
                <a:gd name="connsiteY18643" fmla="*/ 1128121 h 4882701"/>
                <a:gd name="connsiteX18644" fmla="*/ 2344652 w 4954903"/>
                <a:gd name="connsiteY18644" fmla="*/ 1123057 h 4882701"/>
                <a:gd name="connsiteX18645" fmla="*/ 2284131 w 4954903"/>
                <a:gd name="connsiteY18645" fmla="*/ 1122044 h 4882701"/>
                <a:gd name="connsiteX18646" fmla="*/ 2271469 w 4954903"/>
                <a:gd name="connsiteY18646" fmla="*/ 1109129 h 4882701"/>
                <a:gd name="connsiteX18647" fmla="*/ 2258302 w 4954903"/>
                <a:gd name="connsiteY18647" fmla="*/ 1127108 h 4882701"/>
                <a:gd name="connsiteX18648" fmla="*/ 2284131 w 4954903"/>
                <a:gd name="connsiteY18648" fmla="*/ 1122044 h 4882701"/>
                <a:gd name="connsiteX18649" fmla="*/ 2223357 w 4954903"/>
                <a:gd name="connsiteY18649" fmla="*/ 1121284 h 4882701"/>
                <a:gd name="connsiteX18650" fmla="*/ 2210948 w 4954903"/>
                <a:gd name="connsiteY18650" fmla="*/ 1108370 h 4882701"/>
                <a:gd name="connsiteX18651" fmla="*/ 2197527 w 4954903"/>
                <a:gd name="connsiteY18651" fmla="*/ 1126349 h 4882701"/>
                <a:gd name="connsiteX18652" fmla="*/ 2223357 w 4954903"/>
                <a:gd name="connsiteY18652" fmla="*/ 1121284 h 4882701"/>
                <a:gd name="connsiteX18653" fmla="*/ 2162582 w 4954903"/>
                <a:gd name="connsiteY18653" fmla="*/ 1120524 h 4882701"/>
                <a:gd name="connsiteX18654" fmla="*/ 2150174 w 4954903"/>
                <a:gd name="connsiteY18654" fmla="*/ 1107610 h 4882701"/>
                <a:gd name="connsiteX18655" fmla="*/ 2136247 w 4954903"/>
                <a:gd name="connsiteY18655" fmla="*/ 1125589 h 4882701"/>
                <a:gd name="connsiteX18656" fmla="*/ 2162582 w 4954903"/>
                <a:gd name="connsiteY18656" fmla="*/ 1120524 h 4882701"/>
                <a:gd name="connsiteX18657" fmla="*/ 628793 w 4954903"/>
                <a:gd name="connsiteY18657" fmla="*/ 1145341 h 4882701"/>
                <a:gd name="connsiteX18658" fmla="*/ 629553 w 4954903"/>
                <a:gd name="connsiteY18658" fmla="*/ 1132933 h 4882701"/>
                <a:gd name="connsiteX18659" fmla="*/ 614359 w 4954903"/>
                <a:gd name="connsiteY18659" fmla="*/ 1154710 h 4882701"/>
                <a:gd name="connsiteX18660" fmla="*/ 628793 w 4954903"/>
                <a:gd name="connsiteY18660" fmla="*/ 1145341 h 4882701"/>
                <a:gd name="connsiteX18661" fmla="*/ 601445 w 4954903"/>
                <a:gd name="connsiteY18661" fmla="*/ 1147366 h 4882701"/>
                <a:gd name="connsiteX18662" fmla="*/ 602458 w 4954903"/>
                <a:gd name="connsiteY18662" fmla="*/ 1134958 h 4882701"/>
                <a:gd name="connsiteX18663" fmla="*/ 587264 w 4954903"/>
                <a:gd name="connsiteY18663" fmla="*/ 1156736 h 4882701"/>
                <a:gd name="connsiteX18664" fmla="*/ 601445 w 4954903"/>
                <a:gd name="connsiteY18664" fmla="*/ 1147366 h 4882701"/>
                <a:gd name="connsiteX18665" fmla="*/ 576882 w 4954903"/>
                <a:gd name="connsiteY18665" fmla="*/ 1137237 h 4882701"/>
                <a:gd name="connsiteX18666" fmla="*/ 561688 w 4954903"/>
                <a:gd name="connsiteY18666" fmla="*/ 1159015 h 4882701"/>
                <a:gd name="connsiteX18667" fmla="*/ 575362 w 4954903"/>
                <a:gd name="connsiteY18667" fmla="*/ 1149645 h 4882701"/>
                <a:gd name="connsiteX18668" fmla="*/ 575362 w 4954903"/>
                <a:gd name="connsiteY18668" fmla="*/ 1149645 h 4882701"/>
                <a:gd name="connsiteX18669" fmla="*/ 576882 w 4954903"/>
                <a:gd name="connsiteY18669" fmla="*/ 1137237 h 4882701"/>
                <a:gd name="connsiteX18670" fmla="*/ 550800 w 4954903"/>
                <a:gd name="connsiteY18670" fmla="*/ 1151671 h 4882701"/>
                <a:gd name="connsiteX18671" fmla="*/ 552572 w 4954903"/>
                <a:gd name="connsiteY18671" fmla="*/ 1139263 h 4882701"/>
                <a:gd name="connsiteX18672" fmla="*/ 537632 w 4954903"/>
                <a:gd name="connsiteY18672" fmla="*/ 1161547 h 4882701"/>
                <a:gd name="connsiteX18673" fmla="*/ 550800 w 4954903"/>
                <a:gd name="connsiteY18673" fmla="*/ 1151671 h 4882701"/>
                <a:gd name="connsiteX18674" fmla="*/ 514588 w 4954903"/>
                <a:gd name="connsiteY18674" fmla="*/ 1163826 h 4882701"/>
                <a:gd name="connsiteX18675" fmla="*/ 527250 w 4954903"/>
                <a:gd name="connsiteY18675" fmla="*/ 1153950 h 4882701"/>
                <a:gd name="connsiteX18676" fmla="*/ 529529 w 4954903"/>
                <a:gd name="connsiteY18676" fmla="*/ 1141542 h 4882701"/>
                <a:gd name="connsiteX18677" fmla="*/ 514588 w 4954903"/>
                <a:gd name="connsiteY18677" fmla="*/ 1163826 h 4882701"/>
                <a:gd name="connsiteX18678" fmla="*/ 493064 w 4954903"/>
                <a:gd name="connsiteY18678" fmla="*/ 1166358 h 4882701"/>
                <a:gd name="connsiteX18679" fmla="*/ 505472 w 4954903"/>
                <a:gd name="connsiteY18679" fmla="*/ 1156229 h 4882701"/>
                <a:gd name="connsiteX18680" fmla="*/ 508004 w 4954903"/>
                <a:gd name="connsiteY18680" fmla="*/ 1143821 h 4882701"/>
                <a:gd name="connsiteX18681" fmla="*/ 493064 w 4954903"/>
                <a:gd name="connsiteY18681" fmla="*/ 1166358 h 4882701"/>
                <a:gd name="connsiteX18682" fmla="*/ 359614 w 4954903"/>
                <a:gd name="connsiteY18682" fmla="*/ 1193707 h 4882701"/>
                <a:gd name="connsiteX18683" fmla="*/ 367464 w 4954903"/>
                <a:gd name="connsiteY18683" fmla="*/ 1182312 h 4882701"/>
                <a:gd name="connsiteX18684" fmla="*/ 374048 w 4954903"/>
                <a:gd name="connsiteY18684" fmla="*/ 1170157 h 4882701"/>
                <a:gd name="connsiteX18685" fmla="*/ 374048 w 4954903"/>
                <a:gd name="connsiteY18685" fmla="*/ 1170157 h 4882701"/>
                <a:gd name="connsiteX18686" fmla="*/ 359614 w 4954903"/>
                <a:gd name="connsiteY18686" fmla="*/ 1193707 h 4882701"/>
                <a:gd name="connsiteX18687" fmla="*/ 359614 w 4954903"/>
                <a:gd name="connsiteY18687" fmla="*/ 1193707 h 4882701"/>
                <a:gd name="connsiteX18688" fmla="*/ 4619380 w 4954903"/>
                <a:gd name="connsiteY18688" fmla="*/ 1229665 h 4882701"/>
                <a:gd name="connsiteX18689" fmla="*/ 4619380 w 4954903"/>
                <a:gd name="connsiteY18689" fmla="*/ 1229665 h 4882701"/>
                <a:gd name="connsiteX18690" fmla="*/ 4607225 w 4954903"/>
                <a:gd name="connsiteY18690" fmla="*/ 1209154 h 4882701"/>
                <a:gd name="connsiteX18691" fmla="*/ 4606212 w 4954903"/>
                <a:gd name="connsiteY18691" fmla="*/ 1207634 h 4882701"/>
                <a:gd name="connsiteX18692" fmla="*/ 4620393 w 4954903"/>
                <a:gd name="connsiteY18692" fmla="*/ 1231437 h 4882701"/>
                <a:gd name="connsiteX18693" fmla="*/ 4619380 w 4954903"/>
                <a:gd name="connsiteY18693" fmla="*/ 1229665 h 4882701"/>
                <a:gd name="connsiteX18694" fmla="*/ 4606212 w 4954903"/>
                <a:gd name="connsiteY18694" fmla="*/ 1207381 h 4882701"/>
                <a:gd name="connsiteX18695" fmla="*/ 4606212 w 4954903"/>
                <a:gd name="connsiteY18695" fmla="*/ 1207381 h 4882701"/>
                <a:gd name="connsiteX18696" fmla="*/ 4606212 w 4954903"/>
                <a:gd name="connsiteY18696" fmla="*/ 1207381 h 4882701"/>
                <a:gd name="connsiteX18697" fmla="*/ 4606212 w 4954903"/>
                <a:gd name="connsiteY18697" fmla="*/ 1207381 h 4882701"/>
                <a:gd name="connsiteX18698" fmla="*/ 4612036 w 4954903"/>
                <a:gd name="connsiteY18698" fmla="*/ 1218270 h 4882701"/>
                <a:gd name="connsiteX18699" fmla="*/ 4603426 w 4954903"/>
                <a:gd name="connsiteY18699" fmla="*/ 1204595 h 4882701"/>
                <a:gd name="connsiteX18700" fmla="*/ 4617607 w 4954903"/>
                <a:gd name="connsiteY18700" fmla="*/ 1228399 h 4882701"/>
                <a:gd name="connsiteX18701" fmla="*/ 4612036 w 4954903"/>
                <a:gd name="connsiteY18701" fmla="*/ 1218270 h 4882701"/>
                <a:gd name="connsiteX18702" fmla="*/ 4613049 w 4954903"/>
                <a:gd name="connsiteY18702" fmla="*/ 1225107 h 4882701"/>
                <a:gd name="connsiteX18703" fmla="*/ 4607732 w 4954903"/>
                <a:gd name="connsiteY18703" fmla="*/ 1214978 h 4882701"/>
                <a:gd name="connsiteX18704" fmla="*/ 4598869 w 4954903"/>
                <a:gd name="connsiteY18704" fmla="*/ 1201303 h 4882701"/>
                <a:gd name="connsiteX18705" fmla="*/ 4598869 w 4954903"/>
                <a:gd name="connsiteY18705" fmla="*/ 1201303 h 4882701"/>
                <a:gd name="connsiteX18706" fmla="*/ 4613049 w 4954903"/>
                <a:gd name="connsiteY18706" fmla="*/ 1225107 h 4882701"/>
                <a:gd name="connsiteX18707" fmla="*/ 4613049 w 4954903"/>
                <a:gd name="connsiteY18707" fmla="*/ 1225107 h 4882701"/>
                <a:gd name="connsiteX18708" fmla="*/ 4606718 w 4954903"/>
                <a:gd name="connsiteY18708" fmla="*/ 1222068 h 4882701"/>
                <a:gd name="connsiteX18709" fmla="*/ 4601907 w 4954903"/>
                <a:gd name="connsiteY18709" fmla="*/ 1211939 h 4882701"/>
                <a:gd name="connsiteX18710" fmla="*/ 4592538 w 4954903"/>
                <a:gd name="connsiteY18710" fmla="*/ 1198265 h 4882701"/>
                <a:gd name="connsiteX18711" fmla="*/ 4592285 w 4954903"/>
                <a:gd name="connsiteY18711" fmla="*/ 1198265 h 4882701"/>
                <a:gd name="connsiteX18712" fmla="*/ 4606718 w 4954903"/>
                <a:gd name="connsiteY18712" fmla="*/ 1222068 h 4882701"/>
                <a:gd name="connsiteX18713" fmla="*/ 4584688 w 4954903"/>
                <a:gd name="connsiteY18713" fmla="*/ 1194973 h 4882701"/>
                <a:gd name="connsiteX18714" fmla="*/ 4584688 w 4954903"/>
                <a:gd name="connsiteY18714" fmla="*/ 1194973 h 4882701"/>
                <a:gd name="connsiteX18715" fmla="*/ 4598869 w 4954903"/>
                <a:gd name="connsiteY18715" fmla="*/ 1218776 h 4882701"/>
                <a:gd name="connsiteX18716" fmla="*/ 4594310 w 4954903"/>
                <a:gd name="connsiteY18716" fmla="*/ 1208647 h 4882701"/>
                <a:gd name="connsiteX18717" fmla="*/ 4584688 w 4954903"/>
                <a:gd name="connsiteY18717" fmla="*/ 1194973 h 4882701"/>
                <a:gd name="connsiteX18718" fmla="*/ 4575065 w 4954903"/>
                <a:gd name="connsiteY18718" fmla="*/ 1191681 h 4882701"/>
                <a:gd name="connsiteX18719" fmla="*/ 4575065 w 4954903"/>
                <a:gd name="connsiteY18719" fmla="*/ 1191681 h 4882701"/>
                <a:gd name="connsiteX18720" fmla="*/ 4588993 w 4954903"/>
                <a:gd name="connsiteY18720" fmla="*/ 1215484 h 4882701"/>
                <a:gd name="connsiteX18721" fmla="*/ 4585195 w 4954903"/>
                <a:gd name="connsiteY18721" fmla="*/ 1205355 h 4882701"/>
                <a:gd name="connsiteX18722" fmla="*/ 4575065 w 4954903"/>
                <a:gd name="connsiteY18722" fmla="*/ 1191681 h 4882701"/>
                <a:gd name="connsiteX18723" fmla="*/ 4563670 w 4954903"/>
                <a:gd name="connsiteY18723" fmla="*/ 1188389 h 4882701"/>
                <a:gd name="connsiteX18724" fmla="*/ 4563164 w 4954903"/>
                <a:gd name="connsiteY18724" fmla="*/ 1188389 h 4882701"/>
                <a:gd name="connsiteX18725" fmla="*/ 4577344 w 4954903"/>
                <a:gd name="connsiteY18725" fmla="*/ 1212192 h 4882701"/>
                <a:gd name="connsiteX18726" fmla="*/ 4573799 w 4954903"/>
                <a:gd name="connsiteY18726" fmla="*/ 1202063 h 4882701"/>
                <a:gd name="connsiteX18727" fmla="*/ 4563670 w 4954903"/>
                <a:gd name="connsiteY18727" fmla="*/ 1188389 h 4882701"/>
                <a:gd name="connsiteX18728" fmla="*/ 4550502 w 4954903"/>
                <a:gd name="connsiteY18728" fmla="*/ 1185097 h 4882701"/>
                <a:gd name="connsiteX18729" fmla="*/ 4549996 w 4954903"/>
                <a:gd name="connsiteY18729" fmla="*/ 1185097 h 4882701"/>
                <a:gd name="connsiteX18730" fmla="*/ 4564177 w 4954903"/>
                <a:gd name="connsiteY18730" fmla="*/ 1208900 h 4882701"/>
                <a:gd name="connsiteX18731" fmla="*/ 4561138 w 4954903"/>
                <a:gd name="connsiteY18731" fmla="*/ 1198771 h 4882701"/>
                <a:gd name="connsiteX18732" fmla="*/ 4550502 w 4954903"/>
                <a:gd name="connsiteY18732" fmla="*/ 1185097 h 4882701"/>
                <a:gd name="connsiteX18733" fmla="*/ 4536069 w 4954903"/>
                <a:gd name="connsiteY18733" fmla="*/ 1181805 h 4882701"/>
                <a:gd name="connsiteX18734" fmla="*/ 4535562 w 4954903"/>
                <a:gd name="connsiteY18734" fmla="*/ 1181805 h 4882701"/>
                <a:gd name="connsiteX18735" fmla="*/ 4549743 w 4954903"/>
                <a:gd name="connsiteY18735" fmla="*/ 1205355 h 4882701"/>
                <a:gd name="connsiteX18736" fmla="*/ 4547211 w 4954903"/>
                <a:gd name="connsiteY18736" fmla="*/ 1195226 h 4882701"/>
                <a:gd name="connsiteX18737" fmla="*/ 4536069 w 4954903"/>
                <a:gd name="connsiteY18737" fmla="*/ 1181805 h 4882701"/>
                <a:gd name="connsiteX18738" fmla="*/ 4533536 w 4954903"/>
                <a:gd name="connsiteY18738" fmla="*/ 1202316 h 4882701"/>
                <a:gd name="connsiteX18739" fmla="*/ 4531257 w 4954903"/>
                <a:gd name="connsiteY18739" fmla="*/ 1192187 h 4882701"/>
                <a:gd name="connsiteX18740" fmla="*/ 4520115 w 4954903"/>
                <a:gd name="connsiteY18740" fmla="*/ 1178513 h 4882701"/>
                <a:gd name="connsiteX18741" fmla="*/ 4519356 w 4954903"/>
                <a:gd name="connsiteY18741" fmla="*/ 1178513 h 4882701"/>
                <a:gd name="connsiteX18742" fmla="*/ 4533536 w 4954903"/>
                <a:gd name="connsiteY18742" fmla="*/ 1202316 h 4882701"/>
                <a:gd name="connsiteX18743" fmla="*/ 4501630 w 4954903"/>
                <a:gd name="connsiteY18743" fmla="*/ 1175474 h 4882701"/>
                <a:gd name="connsiteX18744" fmla="*/ 4515304 w 4954903"/>
                <a:gd name="connsiteY18744" fmla="*/ 1199024 h 4882701"/>
                <a:gd name="connsiteX18745" fmla="*/ 4514038 w 4954903"/>
                <a:gd name="connsiteY18745" fmla="*/ 1189149 h 4882701"/>
                <a:gd name="connsiteX18746" fmla="*/ 4502390 w 4954903"/>
                <a:gd name="connsiteY18746" fmla="*/ 1175474 h 4882701"/>
                <a:gd name="connsiteX18747" fmla="*/ 4501630 w 4954903"/>
                <a:gd name="connsiteY18747" fmla="*/ 1175474 h 4882701"/>
                <a:gd name="connsiteX18748" fmla="*/ 4483144 w 4954903"/>
                <a:gd name="connsiteY18748" fmla="*/ 1172183 h 4882701"/>
                <a:gd name="connsiteX18749" fmla="*/ 4482384 w 4954903"/>
                <a:gd name="connsiteY18749" fmla="*/ 1172183 h 4882701"/>
                <a:gd name="connsiteX18750" fmla="*/ 4495805 w 4954903"/>
                <a:gd name="connsiteY18750" fmla="*/ 1195733 h 4882701"/>
                <a:gd name="connsiteX18751" fmla="*/ 4494793 w 4954903"/>
                <a:gd name="connsiteY18751" fmla="*/ 1185857 h 4882701"/>
                <a:gd name="connsiteX18752" fmla="*/ 4483144 w 4954903"/>
                <a:gd name="connsiteY18752" fmla="*/ 1172183 h 4882701"/>
                <a:gd name="connsiteX18753" fmla="*/ 4462633 w 4954903"/>
                <a:gd name="connsiteY18753" fmla="*/ 1168891 h 4882701"/>
                <a:gd name="connsiteX18754" fmla="*/ 4461873 w 4954903"/>
                <a:gd name="connsiteY18754" fmla="*/ 1168891 h 4882701"/>
                <a:gd name="connsiteX18755" fmla="*/ 4475294 w 4954903"/>
                <a:gd name="connsiteY18755" fmla="*/ 1192441 h 4882701"/>
                <a:gd name="connsiteX18756" fmla="*/ 4474788 w 4954903"/>
                <a:gd name="connsiteY18756" fmla="*/ 1182565 h 4882701"/>
                <a:gd name="connsiteX18757" fmla="*/ 4462633 w 4954903"/>
                <a:gd name="connsiteY18757" fmla="*/ 1168891 h 4882701"/>
                <a:gd name="connsiteX18758" fmla="*/ 4440349 w 4954903"/>
                <a:gd name="connsiteY18758" fmla="*/ 1165852 h 4882701"/>
                <a:gd name="connsiteX18759" fmla="*/ 4439336 w 4954903"/>
                <a:gd name="connsiteY18759" fmla="*/ 1165852 h 4882701"/>
                <a:gd name="connsiteX18760" fmla="*/ 4452757 w 4954903"/>
                <a:gd name="connsiteY18760" fmla="*/ 1189149 h 4882701"/>
                <a:gd name="connsiteX18761" fmla="*/ 4452757 w 4954903"/>
                <a:gd name="connsiteY18761" fmla="*/ 1179273 h 4882701"/>
                <a:gd name="connsiteX18762" fmla="*/ 4440349 w 4954903"/>
                <a:gd name="connsiteY18762" fmla="*/ 1165852 h 4882701"/>
                <a:gd name="connsiteX18763" fmla="*/ 4417052 w 4954903"/>
                <a:gd name="connsiteY18763" fmla="*/ 1162560 h 4882701"/>
                <a:gd name="connsiteX18764" fmla="*/ 4416039 w 4954903"/>
                <a:gd name="connsiteY18764" fmla="*/ 1162560 h 4882701"/>
                <a:gd name="connsiteX18765" fmla="*/ 4429207 w 4954903"/>
                <a:gd name="connsiteY18765" fmla="*/ 1185857 h 4882701"/>
                <a:gd name="connsiteX18766" fmla="*/ 4429460 w 4954903"/>
                <a:gd name="connsiteY18766" fmla="*/ 1175981 h 4882701"/>
                <a:gd name="connsiteX18767" fmla="*/ 4417052 w 4954903"/>
                <a:gd name="connsiteY18767" fmla="*/ 1162560 h 4882701"/>
                <a:gd name="connsiteX18768" fmla="*/ 4392236 w 4954903"/>
                <a:gd name="connsiteY18768" fmla="*/ 1159521 h 4882701"/>
                <a:gd name="connsiteX18769" fmla="*/ 4390717 w 4954903"/>
                <a:gd name="connsiteY18769" fmla="*/ 1159774 h 4882701"/>
                <a:gd name="connsiteX18770" fmla="*/ 4404138 w 4954903"/>
                <a:gd name="connsiteY18770" fmla="*/ 1182818 h 4882701"/>
                <a:gd name="connsiteX18771" fmla="*/ 4404897 w 4954903"/>
                <a:gd name="connsiteY18771" fmla="*/ 1172942 h 4882701"/>
                <a:gd name="connsiteX18772" fmla="*/ 4392236 w 4954903"/>
                <a:gd name="connsiteY18772" fmla="*/ 1159521 h 4882701"/>
                <a:gd name="connsiteX18773" fmla="*/ 4366154 w 4954903"/>
                <a:gd name="connsiteY18773" fmla="*/ 1156229 h 4882701"/>
                <a:gd name="connsiteX18774" fmla="*/ 4364635 w 4954903"/>
                <a:gd name="connsiteY18774" fmla="*/ 1156482 h 4882701"/>
                <a:gd name="connsiteX18775" fmla="*/ 4378056 w 4954903"/>
                <a:gd name="connsiteY18775" fmla="*/ 1179526 h 4882701"/>
                <a:gd name="connsiteX18776" fmla="*/ 4379322 w 4954903"/>
                <a:gd name="connsiteY18776" fmla="*/ 1169650 h 4882701"/>
                <a:gd name="connsiteX18777" fmla="*/ 4366154 w 4954903"/>
                <a:gd name="connsiteY18777" fmla="*/ 1156229 h 4882701"/>
                <a:gd name="connsiteX18778" fmla="*/ 4338552 w 4954903"/>
                <a:gd name="connsiteY18778" fmla="*/ 1153191 h 4882701"/>
                <a:gd name="connsiteX18779" fmla="*/ 4337286 w 4954903"/>
                <a:gd name="connsiteY18779" fmla="*/ 1153191 h 4882701"/>
                <a:gd name="connsiteX18780" fmla="*/ 4349188 w 4954903"/>
                <a:gd name="connsiteY18780" fmla="*/ 1176234 h 4882701"/>
                <a:gd name="connsiteX18781" fmla="*/ 4351467 w 4954903"/>
                <a:gd name="connsiteY18781" fmla="*/ 1166612 h 4882701"/>
                <a:gd name="connsiteX18782" fmla="*/ 4338552 w 4954903"/>
                <a:gd name="connsiteY18782" fmla="*/ 1153191 h 4882701"/>
                <a:gd name="connsiteX18783" fmla="*/ 4323106 w 4954903"/>
                <a:gd name="connsiteY18783" fmla="*/ 1163826 h 4882701"/>
                <a:gd name="connsiteX18784" fmla="*/ 4309685 w 4954903"/>
                <a:gd name="connsiteY18784" fmla="*/ 1150152 h 4882701"/>
                <a:gd name="connsiteX18785" fmla="*/ 4307912 w 4954903"/>
                <a:gd name="connsiteY18785" fmla="*/ 1150405 h 4882701"/>
                <a:gd name="connsiteX18786" fmla="*/ 4320320 w 4954903"/>
                <a:gd name="connsiteY18786" fmla="*/ 1173195 h 4882701"/>
                <a:gd name="connsiteX18787" fmla="*/ 4323106 w 4954903"/>
                <a:gd name="connsiteY18787" fmla="*/ 1163826 h 4882701"/>
                <a:gd name="connsiteX18788" fmla="*/ 4277778 w 4954903"/>
                <a:gd name="connsiteY18788" fmla="*/ 1147366 h 4882701"/>
                <a:gd name="connsiteX18789" fmla="*/ 4289933 w 4954903"/>
                <a:gd name="connsiteY18789" fmla="*/ 1170157 h 4882701"/>
                <a:gd name="connsiteX18790" fmla="*/ 4293225 w 4954903"/>
                <a:gd name="connsiteY18790" fmla="*/ 1160534 h 4882701"/>
                <a:gd name="connsiteX18791" fmla="*/ 4279804 w 4954903"/>
                <a:gd name="connsiteY18791" fmla="*/ 1146860 h 4882701"/>
                <a:gd name="connsiteX18792" fmla="*/ 4277778 w 4954903"/>
                <a:gd name="connsiteY18792" fmla="*/ 1147366 h 4882701"/>
                <a:gd name="connsiteX18793" fmla="*/ 4246378 w 4954903"/>
                <a:gd name="connsiteY18793" fmla="*/ 1144328 h 4882701"/>
                <a:gd name="connsiteX18794" fmla="*/ 4258280 w 4954903"/>
                <a:gd name="connsiteY18794" fmla="*/ 1167118 h 4882701"/>
                <a:gd name="connsiteX18795" fmla="*/ 4262078 w 4954903"/>
                <a:gd name="connsiteY18795" fmla="*/ 1157495 h 4882701"/>
                <a:gd name="connsiteX18796" fmla="*/ 4248404 w 4954903"/>
                <a:gd name="connsiteY18796" fmla="*/ 1143821 h 4882701"/>
                <a:gd name="connsiteX18797" fmla="*/ 4246378 w 4954903"/>
                <a:gd name="connsiteY18797" fmla="*/ 1144328 h 4882701"/>
                <a:gd name="connsiteX18798" fmla="*/ 4213712 w 4954903"/>
                <a:gd name="connsiteY18798" fmla="*/ 1141289 h 4882701"/>
                <a:gd name="connsiteX18799" fmla="*/ 4225360 w 4954903"/>
                <a:gd name="connsiteY18799" fmla="*/ 1164079 h 4882701"/>
                <a:gd name="connsiteX18800" fmla="*/ 4229412 w 4954903"/>
                <a:gd name="connsiteY18800" fmla="*/ 1154457 h 4882701"/>
                <a:gd name="connsiteX18801" fmla="*/ 4215485 w 4954903"/>
                <a:gd name="connsiteY18801" fmla="*/ 1141036 h 4882701"/>
                <a:gd name="connsiteX18802" fmla="*/ 4213712 w 4954903"/>
                <a:gd name="connsiteY18802" fmla="*/ 1141289 h 4882701"/>
                <a:gd name="connsiteX18803" fmla="*/ 4179780 w 4954903"/>
                <a:gd name="connsiteY18803" fmla="*/ 1138250 h 4882701"/>
                <a:gd name="connsiteX18804" fmla="*/ 4190415 w 4954903"/>
                <a:gd name="connsiteY18804" fmla="*/ 1160534 h 4882701"/>
                <a:gd name="connsiteX18805" fmla="*/ 4195733 w 4954903"/>
                <a:gd name="connsiteY18805" fmla="*/ 1151418 h 4882701"/>
                <a:gd name="connsiteX18806" fmla="*/ 4181805 w 4954903"/>
                <a:gd name="connsiteY18806" fmla="*/ 1137997 h 4882701"/>
                <a:gd name="connsiteX18807" fmla="*/ 4179780 w 4954903"/>
                <a:gd name="connsiteY18807" fmla="*/ 1138250 h 4882701"/>
                <a:gd name="connsiteX18808" fmla="*/ 4161041 w 4954903"/>
                <a:gd name="connsiteY18808" fmla="*/ 1148633 h 4882701"/>
                <a:gd name="connsiteX18809" fmla="*/ 4146860 w 4954903"/>
                <a:gd name="connsiteY18809" fmla="*/ 1135212 h 4882701"/>
                <a:gd name="connsiteX18810" fmla="*/ 4144581 w 4954903"/>
                <a:gd name="connsiteY18810" fmla="*/ 1135465 h 4882701"/>
                <a:gd name="connsiteX18811" fmla="*/ 4154963 w 4954903"/>
                <a:gd name="connsiteY18811" fmla="*/ 1157749 h 4882701"/>
                <a:gd name="connsiteX18812" fmla="*/ 4161041 w 4954903"/>
                <a:gd name="connsiteY18812" fmla="*/ 1148633 h 4882701"/>
                <a:gd name="connsiteX18813" fmla="*/ 4118752 w 4954903"/>
                <a:gd name="connsiteY18813" fmla="*/ 1154710 h 4882701"/>
                <a:gd name="connsiteX18814" fmla="*/ 4125083 w 4954903"/>
                <a:gd name="connsiteY18814" fmla="*/ 1145594 h 4882701"/>
                <a:gd name="connsiteX18815" fmla="*/ 4110902 w 4954903"/>
                <a:gd name="connsiteY18815" fmla="*/ 1132173 h 4882701"/>
                <a:gd name="connsiteX18816" fmla="*/ 4108623 w 4954903"/>
                <a:gd name="connsiteY18816" fmla="*/ 1132426 h 4882701"/>
                <a:gd name="connsiteX18817" fmla="*/ 4118752 w 4954903"/>
                <a:gd name="connsiteY18817" fmla="*/ 1154710 h 4882701"/>
                <a:gd name="connsiteX18818" fmla="*/ 4081275 w 4954903"/>
                <a:gd name="connsiteY18818" fmla="*/ 1151925 h 4882701"/>
                <a:gd name="connsiteX18819" fmla="*/ 4088112 w 4954903"/>
                <a:gd name="connsiteY18819" fmla="*/ 1142808 h 4882701"/>
                <a:gd name="connsiteX18820" fmla="*/ 4073678 w 4954903"/>
                <a:gd name="connsiteY18820" fmla="*/ 1129387 h 4882701"/>
                <a:gd name="connsiteX18821" fmla="*/ 4071399 w 4954903"/>
                <a:gd name="connsiteY18821" fmla="*/ 1129641 h 4882701"/>
                <a:gd name="connsiteX18822" fmla="*/ 4081275 w 4954903"/>
                <a:gd name="connsiteY18822" fmla="*/ 1151925 h 4882701"/>
                <a:gd name="connsiteX18823" fmla="*/ 4041772 w 4954903"/>
                <a:gd name="connsiteY18823" fmla="*/ 1148379 h 4882701"/>
                <a:gd name="connsiteX18824" fmla="*/ 4049875 w 4954903"/>
                <a:gd name="connsiteY18824" fmla="*/ 1139516 h 4882701"/>
                <a:gd name="connsiteX18825" fmla="*/ 4035441 w 4954903"/>
                <a:gd name="connsiteY18825" fmla="*/ 1126095 h 4882701"/>
                <a:gd name="connsiteX18826" fmla="*/ 4032908 w 4954903"/>
                <a:gd name="connsiteY18826" fmla="*/ 1126349 h 4882701"/>
                <a:gd name="connsiteX18827" fmla="*/ 4041772 w 4954903"/>
                <a:gd name="connsiteY18827" fmla="*/ 1148379 h 4882701"/>
                <a:gd name="connsiteX18828" fmla="*/ 4010625 w 4954903"/>
                <a:gd name="connsiteY18828" fmla="*/ 1136984 h 4882701"/>
                <a:gd name="connsiteX18829" fmla="*/ 3995938 w 4954903"/>
                <a:gd name="connsiteY18829" fmla="*/ 1123563 h 4882701"/>
                <a:gd name="connsiteX18830" fmla="*/ 3993405 w 4954903"/>
                <a:gd name="connsiteY18830" fmla="*/ 1123816 h 4882701"/>
                <a:gd name="connsiteX18831" fmla="*/ 4001762 w 4954903"/>
                <a:gd name="connsiteY18831" fmla="*/ 1145594 h 4882701"/>
                <a:gd name="connsiteX18832" fmla="*/ 4010625 w 4954903"/>
                <a:gd name="connsiteY18832" fmla="*/ 1136984 h 4882701"/>
                <a:gd name="connsiteX18833" fmla="*/ 3961245 w 4954903"/>
                <a:gd name="connsiteY18833" fmla="*/ 1142808 h 4882701"/>
                <a:gd name="connsiteX18834" fmla="*/ 3970362 w 4954903"/>
                <a:gd name="connsiteY18834" fmla="*/ 1133945 h 4882701"/>
                <a:gd name="connsiteX18835" fmla="*/ 3955675 w 4954903"/>
                <a:gd name="connsiteY18835" fmla="*/ 1120524 h 4882701"/>
                <a:gd name="connsiteX18836" fmla="*/ 3953142 w 4954903"/>
                <a:gd name="connsiteY18836" fmla="*/ 1120778 h 4882701"/>
                <a:gd name="connsiteX18837" fmla="*/ 3961245 w 4954903"/>
                <a:gd name="connsiteY18837" fmla="*/ 1142808 h 4882701"/>
                <a:gd name="connsiteX18838" fmla="*/ 3919463 w 4954903"/>
                <a:gd name="connsiteY18838" fmla="*/ 1140023 h 4882701"/>
                <a:gd name="connsiteX18839" fmla="*/ 3928833 w 4954903"/>
                <a:gd name="connsiteY18839" fmla="*/ 1131160 h 4882701"/>
                <a:gd name="connsiteX18840" fmla="*/ 3914146 w 4954903"/>
                <a:gd name="connsiteY18840" fmla="*/ 1117739 h 4882701"/>
                <a:gd name="connsiteX18841" fmla="*/ 3911613 w 4954903"/>
                <a:gd name="connsiteY18841" fmla="*/ 1117992 h 4882701"/>
                <a:gd name="connsiteX18842" fmla="*/ 3919463 w 4954903"/>
                <a:gd name="connsiteY18842" fmla="*/ 1140023 h 4882701"/>
                <a:gd name="connsiteX18843" fmla="*/ 3875655 w 4954903"/>
                <a:gd name="connsiteY18843" fmla="*/ 1136731 h 4882701"/>
                <a:gd name="connsiteX18844" fmla="*/ 3886544 w 4954903"/>
                <a:gd name="connsiteY18844" fmla="*/ 1128628 h 4882701"/>
                <a:gd name="connsiteX18845" fmla="*/ 3871857 w 4954903"/>
                <a:gd name="connsiteY18845" fmla="*/ 1115207 h 4882701"/>
                <a:gd name="connsiteX18846" fmla="*/ 3869071 w 4954903"/>
                <a:gd name="connsiteY18846" fmla="*/ 1115460 h 4882701"/>
                <a:gd name="connsiteX18847" fmla="*/ 3875655 w 4954903"/>
                <a:gd name="connsiteY18847" fmla="*/ 1136731 h 4882701"/>
                <a:gd name="connsiteX18848" fmla="*/ 3831847 w 4954903"/>
                <a:gd name="connsiteY18848" fmla="*/ 1133945 h 4882701"/>
                <a:gd name="connsiteX18849" fmla="*/ 3843496 w 4954903"/>
                <a:gd name="connsiteY18849" fmla="*/ 1125842 h 4882701"/>
                <a:gd name="connsiteX18850" fmla="*/ 3828555 w 4954903"/>
                <a:gd name="connsiteY18850" fmla="*/ 1112421 h 4882701"/>
                <a:gd name="connsiteX18851" fmla="*/ 3825770 w 4954903"/>
                <a:gd name="connsiteY18851" fmla="*/ 1112674 h 4882701"/>
                <a:gd name="connsiteX18852" fmla="*/ 3831847 w 4954903"/>
                <a:gd name="connsiteY18852" fmla="*/ 1133945 h 4882701"/>
                <a:gd name="connsiteX18853" fmla="*/ 3787279 w 4954903"/>
                <a:gd name="connsiteY18853" fmla="*/ 1131413 h 4882701"/>
                <a:gd name="connsiteX18854" fmla="*/ 3799181 w 4954903"/>
                <a:gd name="connsiteY18854" fmla="*/ 1123310 h 4882701"/>
                <a:gd name="connsiteX18855" fmla="*/ 3784241 w 4954903"/>
                <a:gd name="connsiteY18855" fmla="*/ 1109889 h 4882701"/>
                <a:gd name="connsiteX18856" fmla="*/ 3781455 w 4954903"/>
                <a:gd name="connsiteY18856" fmla="*/ 1110142 h 4882701"/>
                <a:gd name="connsiteX18857" fmla="*/ 3787279 w 4954903"/>
                <a:gd name="connsiteY18857" fmla="*/ 1131413 h 4882701"/>
                <a:gd name="connsiteX18858" fmla="*/ 3739167 w 4954903"/>
                <a:gd name="connsiteY18858" fmla="*/ 1107357 h 4882701"/>
                <a:gd name="connsiteX18859" fmla="*/ 3736128 w 4954903"/>
                <a:gd name="connsiteY18859" fmla="*/ 1107610 h 4882701"/>
                <a:gd name="connsiteX18860" fmla="*/ 3741699 w 4954903"/>
                <a:gd name="connsiteY18860" fmla="*/ 1128881 h 4882701"/>
                <a:gd name="connsiteX18861" fmla="*/ 3753854 w 4954903"/>
                <a:gd name="connsiteY18861" fmla="*/ 1120778 h 4882701"/>
                <a:gd name="connsiteX18862" fmla="*/ 3739167 w 4954903"/>
                <a:gd name="connsiteY18862" fmla="*/ 1107357 h 4882701"/>
                <a:gd name="connsiteX18863" fmla="*/ 3693079 w 4954903"/>
                <a:gd name="connsiteY18863" fmla="*/ 1104824 h 4882701"/>
                <a:gd name="connsiteX18864" fmla="*/ 3691054 w 4954903"/>
                <a:gd name="connsiteY18864" fmla="*/ 1104824 h 4882701"/>
                <a:gd name="connsiteX18865" fmla="*/ 3694346 w 4954903"/>
                <a:gd name="connsiteY18865" fmla="*/ 1125589 h 4882701"/>
                <a:gd name="connsiteX18866" fmla="*/ 3708273 w 4954903"/>
                <a:gd name="connsiteY18866" fmla="*/ 1117992 h 4882701"/>
                <a:gd name="connsiteX18867" fmla="*/ 3693079 w 4954903"/>
                <a:gd name="connsiteY18867" fmla="*/ 1104824 h 4882701"/>
                <a:gd name="connsiteX18868" fmla="*/ 3644207 w 4954903"/>
                <a:gd name="connsiteY18868" fmla="*/ 1102292 h 4882701"/>
                <a:gd name="connsiteX18869" fmla="*/ 3646992 w 4954903"/>
                <a:gd name="connsiteY18869" fmla="*/ 1123057 h 4882701"/>
                <a:gd name="connsiteX18870" fmla="*/ 3661173 w 4954903"/>
                <a:gd name="connsiteY18870" fmla="*/ 1115460 h 4882701"/>
                <a:gd name="connsiteX18871" fmla="*/ 3646233 w 4954903"/>
                <a:gd name="connsiteY18871" fmla="*/ 1102292 h 4882701"/>
                <a:gd name="connsiteX18872" fmla="*/ 3644207 w 4954903"/>
                <a:gd name="connsiteY18872" fmla="*/ 1102292 h 4882701"/>
                <a:gd name="connsiteX18873" fmla="*/ 3598626 w 4954903"/>
                <a:gd name="connsiteY18873" fmla="*/ 1099760 h 4882701"/>
                <a:gd name="connsiteX18874" fmla="*/ 3596600 w 4954903"/>
                <a:gd name="connsiteY18874" fmla="*/ 1099760 h 4882701"/>
                <a:gd name="connsiteX18875" fmla="*/ 3599133 w 4954903"/>
                <a:gd name="connsiteY18875" fmla="*/ 1120524 h 4882701"/>
                <a:gd name="connsiteX18876" fmla="*/ 3613820 w 4954903"/>
                <a:gd name="connsiteY18876" fmla="*/ 1112928 h 4882701"/>
                <a:gd name="connsiteX18877" fmla="*/ 3598626 w 4954903"/>
                <a:gd name="connsiteY18877" fmla="*/ 1099760 h 4882701"/>
                <a:gd name="connsiteX18878" fmla="*/ 3550007 w 4954903"/>
                <a:gd name="connsiteY18878" fmla="*/ 1097228 h 4882701"/>
                <a:gd name="connsiteX18879" fmla="*/ 3546715 w 4954903"/>
                <a:gd name="connsiteY18879" fmla="*/ 1097481 h 4882701"/>
                <a:gd name="connsiteX18880" fmla="*/ 3549753 w 4954903"/>
                <a:gd name="connsiteY18880" fmla="*/ 1117992 h 4882701"/>
                <a:gd name="connsiteX18881" fmla="*/ 3564694 w 4954903"/>
                <a:gd name="connsiteY18881" fmla="*/ 1110395 h 4882701"/>
                <a:gd name="connsiteX18882" fmla="*/ 3550007 w 4954903"/>
                <a:gd name="connsiteY18882" fmla="*/ 1097228 h 4882701"/>
                <a:gd name="connsiteX18883" fmla="*/ 3500628 w 4954903"/>
                <a:gd name="connsiteY18883" fmla="*/ 1094949 h 4882701"/>
                <a:gd name="connsiteX18884" fmla="*/ 3498349 w 4954903"/>
                <a:gd name="connsiteY18884" fmla="*/ 1095202 h 4882701"/>
                <a:gd name="connsiteX18885" fmla="*/ 3499108 w 4954903"/>
                <a:gd name="connsiteY18885" fmla="*/ 1115207 h 4882701"/>
                <a:gd name="connsiteX18886" fmla="*/ 3515568 w 4954903"/>
                <a:gd name="connsiteY18886" fmla="*/ 1108370 h 4882701"/>
                <a:gd name="connsiteX18887" fmla="*/ 3500628 w 4954903"/>
                <a:gd name="connsiteY18887" fmla="*/ 1094949 h 4882701"/>
                <a:gd name="connsiteX18888" fmla="*/ 3450742 w 4954903"/>
                <a:gd name="connsiteY18888" fmla="*/ 1092670 h 4882701"/>
                <a:gd name="connsiteX18889" fmla="*/ 3448463 w 4954903"/>
                <a:gd name="connsiteY18889" fmla="*/ 1092923 h 4882701"/>
                <a:gd name="connsiteX18890" fmla="*/ 3448717 w 4954903"/>
                <a:gd name="connsiteY18890" fmla="*/ 1112928 h 4882701"/>
                <a:gd name="connsiteX18891" fmla="*/ 3465430 w 4954903"/>
                <a:gd name="connsiteY18891" fmla="*/ 1106091 h 4882701"/>
                <a:gd name="connsiteX18892" fmla="*/ 3450742 w 4954903"/>
                <a:gd name="connsiteY18892" fmla="*/ 1092670 h 4882701"/>
                <a:gd name="connsiteX18893" fmla="*/ 3400097 w 4954903"/>
                <a:gd name="connsiteY18893" fmla="*/ 1090391 h 4882701"/>
                <a:gd name="connsiteX18894" fmla="*/ 3397818 w 4954903"/>
                <a:gd name="connsiteY18894" fmla="*/ 1090644 h 4882701"/>
                <a:gd name="connsiteX18895" fmla="*/ 3397565 w 4954903"/>
                <a:gd name="connsiteY18895" fmla="*/ 1110649 h 4882701"/>
                <a:gd name="connsiteX18896" fmla="*/ 3414784 w 4954903"/>
                <a:gd name="connsiteY18896" fmla="*/ 1103812 h 4882701"/>
                <a:gd name="connsiteX18897" fmla="*/ 3400097 w 4954903"/>
                <a:gd name="connsiteY18897" fmla="*/ 1090391 h 4882701"/>
                <a:gd name="connsiteX18898" fmla="*/ 3348439 w 4954903"/>
                <a:gd name="connsiteY18898" fmla="*/ 1088112 h 4882701"/>
                <a:gd name="connsiteX18899" fmla="*/ 3346160 w 4954903"/>
                <a:gd name="connsiteY18899" fmla="*/ 1088365 h 4882701"/>
                <a:gd name="connsiteX18900" fmla="*/ 3345653 w 4954903"/>
                <a:gd name="connsiteY18900" fmla="*/ 1108370 h 4882701"/>
                <a:gd name="connsiteX18901" fmla="*/ 3363380 w 4954903"/>
                <a:gd name="connsiteY18901" fmla="*/ 1101279 h 4882701"/>
                <a:gd name="connsiteX18902" fmla="*/ 3348439 w 4954903"/>
                <a:gd name="connsiteY18902" fmla="*/ 1088112 h 4882701"/>
                <a:gd name="connsiteX18903" fmla="*/ 3295262 w 4954903"/>
                <a:gd name="connsiteY18903" fmla="*/ 1086086 h 4882701"/>
                <a:gd name="connsiteX18904" fmla="*/ 3292223 w 4954903"/>
                <a:gd name="connsiteY18904" fmla="*/ 1105331 h 4882701"/>
                <a:gd name="connsiteX18905" fmla="*/ 3311215 w 4954903"/>
                <a:gd name="connsiteY18905" fmla="*/ 1099253 h 4882701"/>
                <a:gd name="connsiteX18906" fmla="*/ 3296274 w 4954903"/>
                <a:gd name="connsiteY18906" fmla="*/ 1086086 h 4882701"/>
                <a:gd name="connsiteX18907" fmla="*/ 3295262 w 4954903"/>
                <a:gd name="connsiteY18907" fmla="*/ 1086086 h 4882701"/>
                <a:gd name="connsiteX18908" fmla="*/ 3258291 w 4954903"/>
                <a:gd name="connsiteY18908" fmla="*/ 1097228 h 4882701"/>
                <a:gd name="connsiteX18909" fmla="*/ 3243603 w 4954903"/>
                <a:gd name="connsiteY18909" fmla="*/ 1084060 h 4882701"/>
                <a:gd name="connsiteX18910" fmla="*/ 3242337 w 4954903"/>
                <a:gd name="connsiteY18910" fmla="*/ 1084060 h 4882701"/>
                <a:gd name="connsiteX18911" fmla="*/ 3238792 w 4954903"/>
                <a:gd name="connsiteY18911" fmla="*/ 1103305 h 4882701"/>
                <a:gd name="connsiteX18912" fmla="*/ 3258291 w 4954903"/>
                <a:gd name="connsiteY18912" fmla="*/ 1097228 h 4882701"/>
                <a:gd name="connsiteX18913" fmla="*/ 3190426 w 4954903"/>
                <a:gd name="connsiteY18913" fmla="*/ 1082034 h 4882701"/>
                <a:gd name="connsiteX18914" fmla="*/ 3189160 w 4954903"/>
                <a:gd name="connsiteY18914" fmla="*/ 1082034 h 4882701"/>
                <a:gd name="connsiteX18915" fmla="*/ 3185362 w 4954903"/>
                <a:gd name="connsiteY18915" fmla="*/ 1101279 h 4882701"/>
                <a:gd name="connsiteX18916" fmla="*/ 3205113 w 4954903"/>
                <a:gd name="connsiteY18916" fmla="*/ 1094949 h 4882701"/>
                <a:gd name="connsiteX18917" fmla="*/ 3190426 w 4954903"/>
                <a:gd name="connsiteY18917" fmla="*/ 1082034 h 4882701"/>
                <a:gd name="connsiteX18918" fmla="*/ 3082045 w 4954903"/>
                <a:gd name="connsiteY18918" fmla="*/ 1078236 h 4882701"/>
                <a:gd name="connsiteX18919" fmla="*/ 3080779 w 4954903"/>
                <a:gd name="connsiteY18919" fmla="*/ 1078236 h 4882701"/>
                <a:gd name="connsiteX18920" fmla="*/ 3076221 w 4954903"/>
                <a:gd name="connsiteY18920" fmla="*/ 1097481 h 4882701"/>
                <a:gd name="connsiteX18921" fmla="*/ 3096479 w 4954903"/>
                <a:gd name="connsiteY18921" fmla="*/ 1091150 h 4882701"/>
                <a:gd name="connsiteX18922" fmla="*/ 3082045 w 4954903"/>
                <a:gd name="connsiteY18922" fmla="*/ 1078236 h 4882701"/>
                <a:gd name="connsiteX18923" fmla="*/ 3026842 w 4954903"/>
                <a:gd name="connsiteY18923" fmla="*/ 1076210 h 4882701"/>
                <a:gd name="connsiteX18924" fmla="*/ 3019499 w 4954903"/>
                <a:gd name="connsiteY18924" fmla="*/ 1094695 h 4882701"/>
                <a:gd name="connsiteX18925" fmla="*/ 3041276 w 4954903"/>
                <a:gd name="connsiteY18925" fmla="*/ 1089124 h 4882701"/>
                <a:gd name="connsiteX18926" fmla="*/ 3026842 w 4954903"/>
                <a:gd name="connsiteY18926" fmla="*/ 1076210 h 4882701"/>
                <a:gd name="connsiteX18927" fmla="*/ 2971386 w 4954903"/>
                <a:gd name="connsiteY18927" fmla="*/ 1074437 h 4882701"/>
                <a:gd name="connsiteX18928" fmla="*/ 2963789 w 4954903"/>
                <a:gd name="connsiteY18928" fmla="*/ 1092923 h 4882701"/>
                <a:gd name="connsiteX18929" fmla="*/ 2985820 w 4954903"/>
                <a:gd name="connsiteY18929" fmla="*/ 1087352 h 4882701"/>
                <a:gd name="connsiteX18930" fmla="*/ 2971386 w 4954903"/>
                <a:gd name="connsiteY18930" fmla="*/ 1074437 h 4882701"/>
                <a:gd name="connsiteX18931" fmla="*/ 2929604 w 4954903"/>
                <a:gd name="connsiteY18931" fmla="*/ 1085833 h 4882701"/>
                <a:gd name="connsiteX18932" fmla="*/ 2915423 w 4954903"/>
                <a:gd name="connsiteY18932" fmla="*/ 1072918 h 4882701"/>
                <a:gd name="connsiteX18933" fmla="*/ 2907320 w 4954903"/>
                <a:gd name="connsiteY18933" fmla="*/ 1091403 h 4882701"/>
                <a:gd name="connsiteX18934" fmla="*/ 2929604 w 4954903"/>
                <a:gd name="connsiteY18934" fmla="*/ 1085833 h 4882701"/>
                <a:gd name="connsiteX18935" fmla="*/ 2858954 w 4954903"/>
                <a:gd name="connsiteY18935" fmla="*/ 1071145 h 4882701"/>
                <a:gd name="connsiteX18936" fmla="*/ 2850597 w 4954903"/>
                <a:gd name="connsiteY18936" fmla="*/ 1089631 h 4882701"/>
                <a:gd name="connsiteX18937" fmla="*/ 2873134 w 4954903"/>
                <a:gd name="connsiteY18937" fmla="*/ 1084060 h 4882701"/>
                <a:gd name="connsiteX18938" fmla="*/ 2858954 w 4954903"/>
                <a:gd name="connsiteY18938" fmla="*/ 1071145 h 4882701"/>
                <a:gd name="connsiteX18939" fmla="*/ 2793368 w 4954903"/>
                <a:gd name="connsiteY18939" fmla="*/ 1088112 h 4882701"/>
                <a:gd name="connsiteX18940" fmla="*/ 2816158 w 4954903"/>
                <a:gd name="connsiteY18940" fmla="*/ 1082541 h 4882701"/>
                <a:gd name="connsiteX18941" fmla="*/ 2802231 w 4954903"/>
                <a:gd name="connsiteY18941" fmla="*/ 1069626 h 4882701"/>
                <a:gd name="connsiteX18942" fmla="*/ 2793368 w 4954903"/>
                <a:gd name="connsiteY18942" fmla="*/ 1088112 h 4882701"/>
                <a:gd name="connsiteX18943" fmla="*/ 2744749 w 4954903"/>
                <a:gd name="connsiteY18943" fmla="*/ 1068107 h 4882701"/>
                <a:gd name="connsiteX18944" fmla="*/ 2735632 w 4954903"/>
                <a:gd name="connsiteY18944" fmla="*/ 1086592 h 4882701"/>
                <a:gd name="connsiteX18945" fmla="*/ 2758676 w 4954903"/>
                <a:gd name="connsiteY18945" fmla="*/ 1081021 h 4882701"/>
                <a:gd name="connsiteX18946" fmla="*/ 2744749 w 4954903"/>
                <a:gd name="connsiteY18946" fmla="*/ 1068107 h 4882701"/>
                <a:gd name="connsiteX18947" fmla="*/ 2559894 w 4954903"/>
                <a:gd name="connsiteY18947" fmla="*/ 1081781 h 4882701"/>
                <a:gd name="connsiteX18948" fmla="*/ 2584457 w 4954903"/>
                <a:gd name="connsiteY18948" fmla="*/ 1076970 h 4882701"/>
                <a:gd name="connsiteX18949" fmla="*/ 2571036 w 4954903"/>
                <a:gd name="connsiteY18949" fmla="*/ 1064055 h 4882701"/>
                <a:gd name="connsiteX18950" fmla="*/ 2559894 w 4954903"/>
                <a:gd name="connsiteY18950" fmla="*/ 1081781 h 4882701"/>
                <a:gd name="connsiteX18951" fmla="*/ 2500892 w 4954903"/>
                <a:gd name="connsiteY18951" fmla="*/ 1080515 h 4882701"/>
                <a:gd name="connsiteX18952" fmla="*/ 2525708 w 4954903"/>
                <a:gd name="connsiteY18952" fmla="*/ 1075703 h 4882701"/>
                <a:gd name="connsiteX18953" fmla="*/ 2512287 w 4954903"/>
                <a:gd name="connsiteY18953" fmla="*/ 1062789 h 4882701"/>
                <a:gd name="connsiteX18954" fmla="*/ 2500892 w 4954903"/>
                <a:gd name="connsiteY18954" fmla="*/ 1080515 h 4882701"/>
                <a:gd name="connsiteX18955" fmla="*/ 2441637 w 4954903"/>
                <a:gd name="connsiteY18955" fmla="*/ 1079502 h 4882701"/>
                <a:gd name="connsiteX18956" fmla="*/ 2466453 w 4954903"/>
                <a:gd name="connsiteY18956" fmla="*/ 1074691 h 4882701"/>
                <a:gd name="connsiteX18957" fmla="*/ 2453539 w 4954903"/>
                <a:gd name="connsiteY18957" fmla="*/ 1061776 h 4882701"/>
                <a:gd name="connsiteX18958" fmla="*/ 2441637 w 4954903"/>
                <a:gd name="connsiteY18958" fmla="*/ 1079502 h 4882701"/>
                <a:gd name="connsiteX18959" fmla="*/ 2394537 w 4954903"/>
                <a:gd name="connsiteY18959" fmla="*/ 1060763 h 4882701"/>
                <a:gd name="connsiteX18960" fmla="*/ 2382129 w 4954903"/>
                <a:gd name="connsiteY18960" fmla="*/ 1078489 h 4882701"/>
                <a:gd name="connsiteX18961" fmla="*/ 2407198 w 4954903"/>
                <a:gd name="connsiteY18961" fmla="*/ 1073678 h 4882701"/>
                <a:gd name="connsiteX18962" fmla="*/ 2394537 w 4954903"/>
                <a:gd name="connsiteY18962" fmla="*/ 1060763 h 4882701"/>
                <a:gd name="connsiteX18963" fmla="*/ 2347944 w 4954903"/>
                <a:gd name="connsiteY18963" fmla="*/ 1072665 h 4882701"/>
                <a:gd name="connsiteX18964" fmla="*/ 2335029 w 4954903"/>
                <a:gd name="connsiteY18964" fmla="*/ 1060004 h 4882701"/>
                <a:gd name="connsiteX18965" fmla="*/ 2322368 w 4954903"/>
                <a:gd name="connsiteY18965" fmla="*/ 1077729 h 4882701"/>
                <a:gd name="connsiteX18966" fmla="*/ 2347944 w 4954903"/>
                <a:gd name="connsiteY18966" fmla="*/ 1072665 h 4882701"/>
                <a:gd name="connsiteX18967" fmla="*/ 2288182 w 4954903"/>
                <a:gd name="connsiteY18967" fmla="*/ 1071652 h 4882701"/>
                <a:gd name="connsiteX18968" fmla="*/ 2275774 w 4954903"/>
                <a:gd name="connsiteY18968" fmla="*/ 1058991 h 4882701"/>
                <a:gd name="connsiteX18969" fmla="*/ 2262860 w 4954903"/>
                <a:gd name="connsiteY18969" fmla="*/ 1076716 h 4882701"/>
                <a:gd name="connsiteX18970" fmla="*/ 2288182 w 4954903"/>
                <a:gd name="connsiteY18970" fmla="*/ 1071652 h 4882701"/>
                <a:gd name="connsiteX18971" fmla="*/ 2228421 w 4954903"/>
                <a:gd name="connsiteY18971" fmla="*/ 1070892 h 4882701"/>
                <a:gd name="connsiteX18972" fmla="*/ 2216266 w 4954903"/>
                <a:gd name="connsiteY18972" fmla="*/ 1058231 h 4882701"/>
                <a:gd name="connsiteX18973" fmla="*/ 2202845 w 4954903"/>
                <a:gd name="connsiteY18973" fmla="*/ 1075957 h 4882701"/>
                <a:gd name="connsiteX18974" fmla="*/ 2228421 w 4954903"/>
                <a:gd name="connsiteY18974" fmla="*/ 1070892 h 4882701"/>
                <a:gd name="connsiteX18975" fmla="*/ 1254008 w 4954903"/>
                <a:gd name="connsiteY18975" fmla="*/ 1071905 h 4882701"/>
                <a:gd name="connsiteX18976" fmla="*/ 1248437 w 4954903"/>
                <a:gd name="connsiteY18976" fmla="*/ 1059497 h 4882701"/>
                <a:gd name="connsiteX18977" fmla="*/ 1232737 w 4954903"/>
                <a:gd name="connsiteY18977" fmla="*/ 1078236 h 4882701"/>
                <a:gd name="connsiteX18978" fmla="*/ 1254008 w 4954903"/>
                <a:gd name="connsiteY18978" fmla="*/ 1071905 h 4882701"/>
                <a:gd name="connsiteX18979" fmla="*/ 1208427 w 4954903"/>
                <a:gd name="connsiteY18979" fmla="*/ 1072665 h 4882701"/>
                <a:gd name="connsiteX18980" fmla="*/ 1203363 w 4954903"/>
                <a:gd name="connsiteY18980" fmla="*/ 1060257 h 4882701"/>
                <a:gd name="connsiteX18981" fmla="*/ 1187663 w 4954903"/>
                <a:gd name="connsiteY18981" fmla="*/ 1078995 h 4882701"/>
                <a:gd name="connsiteX18982" fmla="*/ 1208427 w 4954903"/>
                <a:gd name="connsiteY18982" fmla="*/ 1072665 h 4882701"/>
                <a:gd name="connsiteX18983" fmla="*/ 1163606 w 4954903"/>
                <a:gd name="connsiteY18983" fmla="*/ 1073678 h 4882701"/>
                <a:gd name="connsiteX18984" fmla="*/ 1159048 w 4954903"/>
                <a:gd name="connsiteY18984" fmla="*/ 1061270 h 4882701"/>
                <a:gd name="connsiteX18985" fmla="*/ 1143348 w 4954903"/>
                <a:gd name="connsiteY18985" fmla="*/ 1080262 h 4882701"/>
                <a:gd name="connsiteX18986" fmla="*/ 1163606 w 4954903"/>
                <a:gd name="connsiteY18986" fmla="*/ 1073678 h 4882701"/>
                <a:gd name="connsiteX18987" fmla="*/ 1120051 w 4954903"/>
                <a:gd name="connsiteY18987" fmla="*/ 1074691 h 4882701"/>
                <a:gd name="connsiteX18988" fmla="*/ 1115747 w 4954903"/>
                <a:gd name="connsiteY18988" fmla="*/ 1062283 h 4882701"/>
                <a:gd name="connsiteX18989" fmla="*/ 1100046 w 4954903"/>
                <a:gd name="connsiteY18989" fmla="*/ 1081274 h 4882701"/>
                <a:gd name="connsiteX18990" fmla="*/ 1120051 w 4954903"/>
                <a:gd name="connsiteY18990" fmla="*/ 1074691 h 4882701"/>
                <a:gd name="connsiteX18991" fmla="*/ 658167 w 4954903"/>
                <a:gd name="connsiteY18991" fmla="*/ 1082541 h 4882701"/>
                <a:gd name="connsiteX18992" fmla="*/ 642467 w 4954903"/>
                <a:gd name="connsiteY18992" fmla="*/ 1103812 h 4882701"/>
                <a:gd name="connsiteX18993" fmla="*/ 657154 w 4954903"/>
                <a:gd name="connsiteY18993" fmla="*/ 1094695 h 4882701"/>
                <a:gd name="connsiteX18994" fmla="*/ 658167 w 4954903"/>
                <a:gd name="connsiteY18994" fmla="*/ 1082541 h 4882701"/>
                <a:gd name="connsiteX18995" fmla="*/ 630059 w 4954903"/>
                <a:gd name="connsiteY18995" fmla="*/ 1096721 h 4882701"/>
                <a:gd name="connsiteX18996" fmla="*/ 631579 w 4954903"/>
                <a:gd name="connsiteY18996" fmla="*/ 1084566 h 4882701"/>
                <a:gd name="connsiteX18997" fmla="*/ 615879 w 4954903"/>
                <a:gd name="connsiteY18997" fmla="*/ 1105837 h 4882701"/>
                <a:gd name="connsiteX18998" fmla="*/ 630059 w 4954903"/>
                <a:gd name="connsiteY18998" fmla="*/ 1096721 h 4882701"/>
                <a:gd name="connsiteX18999" fmla="*/ 604483 w 4954903"/>
                <a:gd name="connsiteY18999" fmla="*/ 1098747 h 4882701"/>
                <a:gd name="connsiteX19000" fmla="*/ 606256 w 4954903"/>
                <a:gd name="connsiteY19000" fmla="*/ 1086592 h 4882701"/>
                <a:gd name="connsiteX19001" fmla="*/ 590556 w 4954903"/>
                <a:gd name="connsiteY19001" fmla="*/ 1107863 h 4882701"/>
                <a:gd name="connsiteX19002" fmla="*/ 604483 w 4954903"/>
                <a:gd name="connsiteY19002" fmla="*/ 1098747 h 4882701"/>
                <a:gd name="connsiteX19003" fmla="*/ 566753 w 4954903"/>
                <a:gd name="connsiteY19003" fmla="*/ 1110649 h 4882701"/>
                <a:gd name="connsiteX19004" fmla="*/ 579921 w 4954903"/>
                <a:gd name="connsiteY19004" fmla="*/ 1100773 h 4882701"/>
                <a:gd name="connsiteX19005" fmla="*/ 582200 w 4954903"/>
                <a:gd name="connsiteY19005" fmla="*/ 1088618 h 4882701"/>
                <a:gd name="connsiteX19006" fmla="*/ 566753 w 4954903"/>
                <a:gd name="connsiteY19006" fmla="*/ 1110649 h 4882701"/>
                <a:gd name="connsiteX19007" fmla="*/ 557130 w 4954903"/>
                <a:gd name="connsiteY19007" fmla="*/ 1103052 h 4882701"/>
                <a:gd name="connsiteX19008" fmla="*/ 559663 w 4954903"/>
                <a:gd name="connsiteY19008" fmla="*/ 1090897 h 4882701"/>
                <a:gd name="connsiteX19009" fmla="*/ 544216 w 4954903"/>
                <a:gd name="connsiteY19009" fmla="*/ 1112928 h 4882701"/>
                <a:gd name="connsiteX19010" fmla="*/ 557130 w 4954903"/>
                <a:gd name="connsiteY19010" fmla="*/ 1103052 h 4882701"/>
                <a:gd name="connsiteX19011" fmla="*/ 522945 w 4954903"/>
                <a:gd name="connsiteY19011" fmla="*/ 1115207 h 4882701"/>
                <a:gd name="connsiteX19012" fmla="*/ 535353 w 4954903"/>
                <a:gd name="connsiteY19012" fmla="*/ 1105331 h 4882701"/>
                <a:gd name="connsiteX19013" fmla="*/ 538392 w 4954903"/>
                <a:gd name="connsiteY19013" fmla="*/ 1093176 h 4882701"/>
                <a:gd name="connsiteX19014" fmla="*/ 522945 w 4954903"/>
                <a:gd name="connsiteY19014" fmla="*/ 1115207 h 4882701"/>
                <a:gd name="connsiteX19015" fmla="*/ 391267 w 4954903"/>
                <a:gd name="connsiteY19015" fmla="*/ 1142302 h 4882701"/>
                <a:gd name="connsiteX19016" fmla="*/ 399371 w 4954903"/>
                <a:gd name="connsiteY19016" fmla="*/ 1131160 h 4882701"/>
                <a:gd name="connsiteX19017" fmla="*/ 406461 w 4954903"/>
                <a:gd name="connsiteY19017" fmla="*/ 1119258 h 4882701"/>
                <a:gd name="connsiteX19018" fmla="*/ 406461 w 4954903"/>
                <a:gd name="connsiteY19018" fmla="*/ 1119258 h 4882701"/>
                <a:gd name="connsiteX19019" fmla="*/ 391267 w 4954903"/>
                <a:gd name="connsiteY19019" fmla="*/ 1142302 h 4882701"/>
                <a:gd name="connsiteX19020" fmla="*/ 391267 w 4954903"/>
                <a:gd name="connsiteY19020" fmla="*/ 1142302 h 4882701"/>
                <a:gd name="connsiteX19021" fmla="*/ 394053 w 4954903"/>
                <a:gd name="connsiteY19021" fmla="*/ 1133945 h 4882701"/>
                <a:gd name="connsiteX19022" fmla="*/ 401396 w 4954903"/>
                <a:gd name="connsiteY19022" fmla="*/ 1121791 h 4882701"/>
                <a:gd name="connsiteX19023" fmla="*/ 386456 w 4954903"/>
                <a:gd name="connsiteY19023" fmla="*/ 1145087 h 4882701"/>
                <a:gd name="connsiteX19024" fmla="*/ 394053 w 4954903"/>
                <a:gd name="connsiteY19024" fmla="*/ 1133945 h 4882701"/>
                <a:gd name="connsiteX19025" fmla="*/ 398104 w 4954903"/>
                <a:gd name="connsiteY19025" fmla="*/ 1124576 h 4882701"/>
                <a:gd name="connsiteX19026" fmla="*/ 383164 w 4954903"/>
                <a:gd name="connsiteY19026" fmla="*/ 1147873 h 4882701"/>
                <a:gd name="connsiteX19027" fmla="*/ 390508 w 4954903"/>
                <a:gd name="connsiteY19027" fmla="*/ 1136731 h 4882701"/>
                <a:gd name="connsiteX19028" fmla="*/ 398104 w 4954903"/>
                <a:gd name="connsiteY19028" fmla="*/ 1124576 h 4882701"/>
                <a:gd name="connsiteX19029" fmla="*/ 4588993 w 4954903"/>
                <a:gd name="connsiteY19029" fmla="*/ 1179020 h 4882701"/>
                <a:gd name="connsiteX19030" fmla="*/ 4588993 w 4954903"/>
                <a:gd name="connsiteY19030" fmla="*/ 1179020 h 4882701"/>
                <a:gd name="connsiteX19031" fmla="*/ 4574812 w 4954903"/>
                <a:gd name="connsiteY19031" fmla="*/ 1156229 h 4882701"/>
                <a:gd name="connsiteX19032" fmla="*/ 4574559 w 4954903"/>
                <a:gd name="connsiteY19032" fmla="*/ 1155976 h 4882701"/>
                <a:gd name="connsiteX19033" fmla="*/ 4574559 w 4954903"/>
                <a:gd name="connsiteY19033" fmla="*/ 1155976 h 4882701"/>
                <a:gd name="connsiteX19034" fmla="*/ 4589246 w 4954903"/>
                <a:gd name="connsiteY19034" fmla="*/ 1179526 h 4882701"/>
                <a:gd name="connsiteX19035" fmla="*/ 4588993 w 4954903"/>
                <a:gd name="connsiteY19035" fmla="*/ 1179020 h 4882701"/>
                <a:gd name="connsiteX19036" fmla="*/ 4580636 w 4954903"/>
                <a:gd name="connsiteY19036" fmla="*/ 1166358 h 4882701"/>
                <a:gd name="connsiteX19037" fmla="*/ 4571773 w 4954903"/>
                <a:gd name="connsiteY19037" fmla="*/ 1152684 h 4882701"/>
                <a:gd name="connsiteX19038" fmla="*/ 4586460 w 4954903"/>
                <a:gd name="connsiteY19038" fmla="*/ 1175981 h 4882701"/>
                <a:gd name="connsiteX19039" fmla="*/ 4580636 w 4954903"/>
                <a:gd name="connsiteY19039" fmla="*/ 1166358 h 4882701"/>
                <a:gd name="connsiteX19040" fmla="*/ 4581902 w 4954903"/>
                <a:gd name="connsiteY19040" fmla="*/ 1172942 h 4882701"/>
                <a:gd name="connsiteX19041" fmla="*/ 4576585 w 4954903"/>
                <a:gd name="connsiteY19041" fmla="*/ 1163320 h 4882701"/>
                <a:gd name="connsiteX19042" fmla="*/ 4567468 w 4954903"/>
                <a:gd name="connsiteY19042" fmla="*/ 1149645 h 4882701"/>
                <a:gd name="connsiteX19043" fmla="*/ 4567468 w 4954903"/>
                <a:gd name="connsiteY19043" fmla="*/ 1149645 h 4882701"/>
                <a:gd name="connsiteX19044" fmla="*/ 4581902 w 4954903"/>
                <a:gd name="connsiteY19044" fmla="*/ 1172942 h 4882701"/>
                <a:gd name="connsiteX19045" fmla="*/ 4581902 w 4954903"/>
                <a:gd name="connsiteY19045" fmla="*/ 1172942 h 4882701"/>
                <a:gd name="connsiteX19046" fmla="*/ 4575825 w 4954903"/>
                <a:gd name="connsiteY19046" fmla="*/ 1169904 h 4882701"/>
                <a:gd name="connsiteX19047" fmla="*/ 4570760 w 4954903"/>
                <a:gd name="connsiteY19047" fmla="*/ 1160281 h 4882701"/>
                <a:gd name="connsiteX19048" fmla="*/ 4561138 w 4954903"/>
                <a:gd name="connsiteY19048" fmla="*/ 1146607 h 4882701"/>
                <a:gd name="connsiteX19049" fmla="*/ 4560885 w 4954903"/>
                <a:gd name="connsiteY19049" fmla="*/ 1146607 h 4882701"/>
                <a:gd name="connsiteX19050" fmla="*/ 4575825 w 4954903"/>
                <a:gd name="connsiteY19050" fmla="*/ 1169904 h 4882701"/>
                <a:gd name="connsiteX19051" fmla="*/ 4575825 w 4954903"/>
                <a:gd name="connsiteY19051" fmla="*/ 1169904 h 4882701"/>
                <a:gd name="connsiteX19052" fmla="*/ 4553288 w 4954903"/>
                <a:gd name="connsiteY19052" fmla="*/ 1143568 h 4882701"/>
                <a:gd name="connsiteX19053" fmla="*/ 4553288 w 4954903"/>
                <a:gd name="connsiteY19053" fmla="*/ 1143568 h 4882701"/>
                <a:gd name="connsiteX19054" fmla="*/ 4567975 w 4954903"/>
                <a:gd name="connsiteY19054" fmla="*/ 1166865 h 4882701"/>
                <a:gd name="connsiteX19055" fmla="*/ 4563417 w 4954903"/>
                <a:gd name="connsiteY19055" fmla="*/ 1156989 h 4882701"/>
                <a:gd name="connsiteX19056" fmla="*/ 4553288 w 4954903"/>
                <a:gd name="connsiteY19056" fmla="*/ 1143568 h 4882701"/>
                <a:gd name="connsiteX19057" fmla="*/ 4543919 w 4954903"/>
                <a:gd name="connsiteY19057" fmla="*/ 1140276 h 4882701"/>
                <a:gd name="connsiteX19058" fmla="*/ 4543919 w 4954903"/>
                <a:gd name="connsiteY19058" fmla="*/ 1140276 h 4882701"/>
                <a:gd name="connsiteX19059" fmla="*/ 4558352 w 4954903"/>
                <a:gd name="connsiteY19059" fmla="*/ 1163573 h 4882701"/>
                <a:gd name="connsiteX19060" fmla="*/ 4554301 w 4954903"/>
                <a:gd name="connsiteY19060" fmla="*/ 1153950 h 4882701"/>
                <a:gd name="connsiteX19061" fmla="*/ 4543919 w 4954903"/>
                <a:gd name="connsiteY19061" fmla="*/ 1140276 h 4882701"/>
                <a:gd name="connsiteX19062" fmla="*/ 4532523 w 4954903"/>
                <a:gd name="connsiteY19062" fmla="*/ 1137237 h 4882701"/>
                <a:gd name="connsiteX19063" fmla="*/ 4532017 w 4954903"/>
                <a:gd name="connsiteY19063" fmla="*/ 1137237 h 4882701"/>
                <a:gd name="connsiteX19064" fmla="*/ 4546704 w 4954903"/>
                <a:gd name="connsiteY19064" fmla="*/ 1160534 h 4882701"/>
                <a:gd name="connsiteX19065" fmla="*/ 4543159 w 4954903"/>
                <a:gd name="connsiteY19065" fmla="*/ 1150912 h 4882701"/>
                <a:gd name="connsiteX19066" fmla="*/ 4532523 w 4954903"/>
                <a:gd name="connsiteY19066" fmla="*/ 1137237 h 4882701"/>
                <a:gd name="connsiteX19067" fmla="*/ 4519862 w 4954903"/>
                <a:gd name="connsiteY19067" fmla="*/ 1133945 h 4882701"/>
                <a:gd name="connsiteX19068" fmla="*/ 4519356 w 4954903"/>
                <a:gd name="connsiteY19068" fmla="*/ 1133945 h 4882701"/>
                <a:gd name="connsiteX19069" fmla="*/ 4534043 w 4954903"/>
                <a:gd name="connsiteY19069" fmla="*/ 1156989 h 4882701"/>
                <a:gd name="connsiteX19070" fmla="*/ 4530751 w 4954903"/>
                <a:gd name="connsiteY19070" fmla="*/ 1147366 h 4882701"/>
                <a:gd name="connsiteX19071" fmla="*/ 4519862 w 4954903"/>
                <a:gd name="connsiteY19071" fmla="*/ 1133945 h 4882701"/>
                <a:gd name="connsiteX19072" fmla="*/ 4505428 w 4954903"/>
                <a:gd name="connsiteY19072" fmla="*/ 1130654 h 4882701"/>
                <a:gd name="connsiteX19073" fmla="*/ 4504922 w 4954903"/>
                <a:gd name="connsiteY19073" fmla="*/ 1130654 h 4882701"/>
                <a:gd name="connsiteX19074" fmla="*/ 4519609 w 4954903"/>
                <a:gd name="connsiteY19074" fmla="*/ 1153697 h 4882701"/>
                <a:gd name="connsiteX19075" fmla="*/ 4516823 w 4954903"/>
                <a:gd name="connsiteY19075" fmla="*/ 1144074 h 4882701"/>
                <a:gd name="connsiteX19076" fmla="*/ 4505428 w 4954903"/>
                <a:gd name="connsiteY19076" fmla="*/ 1130654 h 4882701"/>
                <a:gd name="connsiteX19077" fmla="*/ 4489728 w 4954903"/>
                <a:gd name="connsiteY19077" fmla="*/ 1127615 h 4882701"/>
                <a:gd name="connsiteX19078" fmla="*/ 4489222 w 4954903"/>
                <a:gd name="connsiteY19078" fmla="*/ 1127615 h 4882701"/>
                <a:gd name="connsiteX19079" fmla="*/ 4503909 w 4954903"/>
                <a:gd name="connsiteY19079" fmla="*/ 1150658 h 4882701"/>
                <a:gd name="connsiteX19080" fmla="*/ 4501376 w 4954903"/>
                <a:gd name="connsiteY19080" fmla="*/ 1141036 h 4882701"/>
                <a:gd name="connsiteX19081" fmla="*/ 4489728 w 4954903"/>
                <a:gd name="connsiteY19081" fmla="*/ 1127615 h 4882701"/>
                <a:gd name="connsiteX19082" fmla="*/ 4472256 w 4954903"/>
                <a:gd name="connsiteY19082" fmla="*/ 1124323 h 4882701"/>
                <a:gd name="connsiteX19083" fmla="*/ 4471496 w 4954903"/>
                <a:gd name="connsiteY19083" fmla="*/ 1124323 h 4882701"/>
                <a:gd name="connsiteX19084" fmla="*/ 4485930 w 4954903"/>
                <a:gd name="connsiteY19084" fmla="*/ 1147366 h 4882701"/>
                <a:gd name="connsiteX19085" fmla="*/ 4483904 w 4954903"/>
                <a:gd name="connsiteY19085" fmla="*/ 1137744 h 4882701"/>
                <a:gd name="connsiteX19086" fmla="*/ 4472256 w 4954903"/>
                <a:gd name="connsiteY19086" fmla="*/ 1124323 h 4882701"/>
                <a:gd name="connsiteX19087" fmla="*/ 4453517 w 4954903"/>
                <a:gd name="connsiteY19087" fmla="*/ 1121284 h 4882701"/>
                <a:gd name="connsiteX19088" fmla="*/ 4452757 w 4954903"/>
                <a:gd name="connsiteY19088" fmla="*/ 1121284 h 4882701"/>
                <a:gd name="connsiteX19089" fmla="*/ 4466685 w 4954903"/>
                <a:gd name="connsiteY19089" fmla="*/ 1144328 h 4882701"/>
                <a:gd name="connsiteX19090" fmla="*/ 4465418 w 4954903"/>
                <a:gd name="connsiteY19090" fmla="*/ 1134705 h 4882701"/>
                <a:gd name="connsiteX19091" fmla="*/ 4453517 w 4954903"/>
                <a:gd name="connsiteY19091" fmla="*/ 1121284 h 4882701"/>
                <a:gd name="connsiteX19092" fmla="*/ 4433259 w 4954903"/>
                <a:gd name="connsiteY19092" fmla="*/ 1117992 h 4882701"/>
                <a:gd name="connsiteX19093" fmla="*/ 4432499 w 4954903"/>
                <a:gd name="connsiteY19093" fmla="*/ 1117992 h 4882701"/>
                <a:gd name="connsiteX19094" fmla="*/ 4446426 w 4954903"/>
                <a:gd name="connsiteY19094" fmla="*/ 1141036 h 4882701"/>
                <a:gd name="connsiteX19095" fmla="*/ 4445667 w 4954903"/>
                <a:gd name="connsiteY19095" fmla="*/ 1131413 h 4882701"/>
                <a:gd name="connsiteX19096" fmla="*/ 4433259 w 4954903"/>
                <a:gd name="connsiteY19096" fmla="*/ 1117992 h 4882701"/>
                <a:gd name="connsiteX19097" fmla="*/ 4411482 w 4954903"/>
                <a:gd name="connsiteY19097" fmla="*/ 1114953 h 4882701"/>
                <a:gd name="connsiteX19098" fmla="*/ 4410468 w 4954903"/>
                <a:gd name="connsiteY19098" fmla="*/ 1114953 h 4882701"/>
                <a:gd name="connsiteX19099" fmla="*/ 4424143 w 4954903"/>
                <a:gd name="connsiteY19099" fmla="*/ 1137744 h 4882701"/>
                <a:gd name="connsiteX19100" fmla="*/ 4423889 w 4954903"/>
                <a:gd name="connsiteY19100" fmla="*/ 1128121 h 4882701"/>
                <a:gd name="connsiteX19101" fmla="*/ 4411482 w 4954903"/>
                <a:gd name="connsiteY19101" fmla="*/ 1114953 h 4882701"/>
                <a:gd name="connsiteX19102" fmla="*/ 4388438 w 4954903"/>
                <a:gd name="connsiteY19102" fmla="*/ 1111662 h 4882701"/>
                <a:gd name="connsiteX19103" fmla="*/ 4387425 w 4954903"/>
                <a:gd name="connsiteY19103" fmla="*/ 1111662 h 4882701"/>
                <a:gd name="connsiteX19104" fmla="*/ 4401099 w 4954903"/>
                <a:gd name="connsiteY19104" fmla="*/ 1134452 h 4882701"/>
                <a:gd name="connsiteX19105" fmla="*/ 4401099 w 4954903"/>
                <a:gd name="connsiteY19105" fmla="*/ 1124829 h 4882701"/>
                <a:gd name="connsiteX19106" fmla="*/ 4388438 w 4954903"/>
                <a:gd name="connsiteY19106" fmla="*/ 1111662 h 4882701"/>
                <a:gd name="connsiteX19107" fmla="*/ 4363875 w 4954903"/>
                <a:gd name="connsiteY19107" fmla="*/ 1108623 h 4882701"/>
                <a:gd name="connsiteX19108" fmla="*/ 4362356 w 4954903"/>
                <a:gd name="connsiteY19108" fmla="*/ 1108876 h 4882701"/>
                <a:gd name="connsiteX19109" fmla="*/ 4376283 w 4954903"/>
                <a:gd name="connsiteY19109" fmla="*/ 1131413 h 4882701"/>
                <a:gd name="connsiteX19110" fmla="*/ 4376789 w 4954903"/>
                <a:gd name="connsiteY19110" fmla="*/ 1121791 h 4882701"/>
                <a:gd name="connsiteX19111" fmla="*/ 4363875 w 4954903"/>
                <a:gd name="connsiteY19111" fmla="*/ 1108623 h 4882701"/>
                <a:gd name="connsiteX19112" fmla="*/ 4338046 w 4954903"/>
                <a:gd name="connsiteY19112" fmla="*/ 1105584 h 4882701"/>
                <a:gd name="connsiteX19113" fmla="*/ 4336527 w 4954903"/>
                <a:gd name="connsiteY19113" fmla="*/ 1105837 h 4882701"/>
                <a:gd name="connsiteX19114" fmla="*/ 4350201 w 4954903"/>
                <a:gd name="connsiteY19114" fmla="*/ 1128375 h 4882701"/>
                <a:gd name="connsiteX19115" fmla="*/ 4351214 w 4954903"/>
                <a:gd name="connsiteY19115" fmla="*/ 1118752 h 4882701"/>
                <a:gd name="connsiteX19116" fmla="*/ 4338046 w 4954903"/>
                <a:gd name="connsiteY19116" fmla="*/ 1105584 h 4882701"/>
                <a:gd name="connsiteX19117" fmla="*/ 4310951 w 4954903"/>
                <a:gd name="connsiteY19117" fmla="*/ 1102545 h 4882701"/>
                <a:gd name="connsiteX19118" fmla="*/ 4309685 w 4954903"/>
                <a:gd name="connsiteY19118" fmla="*/ 1102545 h 4882701"/>
                <a:gd name="connsiteX19119" fmla="*/ 4322092 w 4954903"/>
                <a:gd name="connsiteY19119" fmla="*/ 1125083 h 4882701"/>
                <a:gd name="connsiteX19120" fmla="*/ 4324118 w 4954903"/>
                <a:gd name="connsiteY19120" fmla="*/ 1115713 h 4882701"/>
                <a:gd name="connsiteX19121" fmla="*/ 4310951 w 4954903"/>
                <a:gd name="connsiteY19121" fmla="*/ 1102545 h 4882701"/>
                <a:gd name="connsiteX19122" fmla="*/ 4293731 w 4954903"/>
                <a:gd name="connsiteY19122" fmla="*/ 1122044 h 4882701"/>
                <a:gd name="connsiteX19123" fmla="*/ 4296264 w 4954903"/>
                <a:gd name="connsiteY19123" fmla="*/ 1112674 h 4882701"/>
                <a:gd name="connsiteX19124" fmla="*/ 4282843 w 4954903"/>
                <a:gd name="connsiteY19124" fmla="*/ 1099253 h 4882701"/>
                <a:gd name="connsiteX19125" fmla="*/ 4281070 w 4954903"/>
                <a:gd name="connsiteY19125" fmla="*/ 1099507 h 4882701"/>
                <a:gd name="connsiteX19126" fmla="*/ 4293731 w 4954903"/>
                <a:gd name="connsiteY19126" fmla="*/ 1122044 h 4882701"/>
                <a:gd name="connsiteX19127" fmla="*/ 4253215 w 4954903"/>
                <a:gd name="connsiteY19127" fmla="*/ 1096468 h 4882701"/>
                <a:gd name="connsiteX19128" fmla="*/ 4251443 w 4954903"/>
                <a:gd name="connsiteY19128" fmla="*/ 1096721 h 4882701"/>
                <a:gd name="connsiteX19129" fmla="*/ 4263851 w 4954903"/>
                <a:gd name="connsiteY19129" fmla="*/ 1119005 h 4882701"/>
                <a:gd name="connsiteX19130" fmla="*/ 4266889 w 4954903"/>
                <a:gd name="connsiteY19130" fmla="*/ 1109636 h 4882701"/>
                <a:gd name="connsiteX19131" fmla="*/ 4253215 w 4954903"/>
                <a:gd name="connsiteY19131" fmla="*/ 1096468 h 4882701"/>
                <a:gd name="connsiteX19132" fmla="*/ 4220296 w 4954903"/>
                <a:gd name="connsiteY19132" fmla="*/ 1093682 h 4882701"/>
                <a:gd name="connsiteX19133" fmla="*/ 4232704 w 4954903"/>
                <a:gd name="connsiteY19133" fmla="*/ 1115966 h 4882701"/>
                <a:gd name="connsiteX19134" fmla="*/ 4236249 w 4954903"/>
                <a:gd name="connsiteY19134" fmla="*/ 1106597 h 4882701"/>
                <a:gd name="connsiteX19135" fmla="*/ 4222322 w 4954903"/>
                <a:gd name="connsiteY19135" fmla="*/ 1093176 h 4882701"/>
                <a:gd name="connsiteX19136" fmla="*/ 4220296 w 4954903"/>
                <a:gd name="connsiteY19136" fmla="*/ 1093682 h 4882701"/>
                <a:gd name="connsiteX19137" fmla="*/ 4188136 w 4954903"/>
                <a:gd name="connsiteY19137" fmla="*/ 1090644 h 4882701"/>
                <a:gd name="connsiteX19138" fmla="*/ 4200291 w 4954903"/>
                <a:gd name="connsiteY19138" fmla="*/ 1112928 h 4882701"/>
                <a:gd name="connsiteX19139" fmla="*/ 4204090 w 4954903"/>
                <a:gd name="connsiteY19139" fmla="*/ 1103558 h 4882701"/>
                <a:gd name="connsiteX19140" fmla="*/ 4190162 w 4954903"/>
                <a:gd name="connsiteY19140" fmla="*/ 1090137 h 4882701"/>
                <a:gd name="connsiteX19141" fmla="*/ 4188136 w 4954903"/>
                <a:gd name="connsiteY19141" fmla="*/ 1090644 h 4882701"/>
                <a:gd name="connsiteX19142" fmla="*/ 4166865 w 4954903"/>
                <a:gd name="connsiteY19142" fmla="*/ 1110142 h 4882701"/>
                <a:gd name="connsiteX19143" fmla="*/ 4171170 w 4954903"/>
                <a:gd name="connsiteY19143" fmla="*/ 1100773 h 4882701"/>
                <a:gd name="connsiteX19144" fmla="*/ 4156989 w 4954903"/>
                <a:gd name="connsiteY19144" fmla="*/ 1087605 h 4882701"/>
                <a:gd name="connsiteX19145" fmla="*/ 4154963 w 4954903"/>
                <a:gd name="connsiteY19145" fmla="*/ 1087858 h 4882701"/>
                <a:gd name="connsiteX19146" fmla="*/ 4166865 w 4954903"/>
                <a:gd name="connsiteY19146" fmla="*/ 1110142 h 4882701"/>
                <a:gd name="connsiteX19147" fmla="*/ 4120525 w 4954903"/>
                <a:gd name="connsiteY19147" fmla="*/ 1084820 h 4882701"/>
                <a:gd name="connsiteX19148" fmla="*/ 4131413 w 4954903"/>
                <a:gd name="connsiteY19148" fmla="*/ 1106597 h 4882701"/>
                <a:gd name="connsiteX19149" fmla="*/ 4136984 w 4954903"/>
                <a:gd name="connsiteY19149" fmla="*/ 1097734 h 4882701"/>
                <a:gd name="connsiteX19150" fmla="*/ 4122804 w 4954903"/>
                <a:gd name="connsiteY19150" fmla="*/ 1084566 h 4882701"/>
                <a:gd name="connsiteX19151" fmla="*/ 4120525 w 4954903"/>
                <a:gd name="connsiteY19151" fmla="*/ 1084820 h 4882701"/>
                <a:gd name="connsiteX19152" fmla="*/ 4086846 w 4954903"/>
                <a:gd name="connsiteY19152" fmla="*/ 1081781 h 4882701"/>
                <a:gd name="connsiteX19153" fmla="*/ 4084567 w 4954903"/>
                <a:gd name="connsiteY19153" fmla="*/ 1082034 h 4882701"/>
                <a:gd name="connsiteX19154" fmla="*/ 4095202 w 4954903"/>
                <a:gd name="connsiteY19154" fmla="*/ 1103812 h 4882701"/>
                <a:gd name="connsiteX19155" fmla="*/ 4101280 w 4954903"/>
                <a:gd name="connsiteY19155" fmla="*/ 1094949 h 4882701"/>
                <a:gd name="connsiteX19156" fmla="*/ 4086846 w 4954903"/>
                <a:gd name="connsiteY19156" fmla="*/ 1081781 h 4882701"/>
                <a:gd name="connsiteX19157" fmla="*/ 4058231 w 4954903"/>
                <a:gd name="connsiteY19157" fmla="*/ 1101026 h 4882701"/>
                <a:gd name="connsiteX19158" fmla="*/ 4064562 w 4954903"/>
                <a:gd name="connsiteY19158" fmla="*/ 1092163 h 4882701"/>
                <a:gd name="connsiteX19159" fmla="*/ 4050128 w 4954903"/>
                <a:gd name="connsiteY19159" fmla="*/ 1078995 h 4882701"/>
                <a:gd name="connsiteX19160" fmla="*/ 4047849 w 4954903"/>
                <a:gd name="connsiteY19160" fmla="*/ 1079249 h 4882701"/>
                <a:gd name="connsiteX19161" fmla="*/ 4058231 w 4954903"/>
                <a:gd name="connsiteY19161" fmla="*/ 1101026 h 4882701"/>
                <a:gd name="connsiteX19162" fmla="*/ 4020247 w 4954903"/>
                <a:gd name="connsiteY19162" fmla="*/ 1098241 h 4882701"/>
                <a:gd name="connsiteX19163" fmla="*/ 4027084 w 4954903"/>
                <a:gd name="connsiteY19163" fmla="*/ 1089378 h 4882701"/>
                <a:gd name="connsiteX19164" fmla="*/ 4012651 w 4954903"/>
                <a:gd name="connsiteY19164" fmla="*/ 1076210 h 4882701"/>
                <a:gd name="connsiteX19165" fmla="*/ 4010371 w 4954903"/>
                <a:gd name="connsiteY19165" fmla="*/ 1076463 h 4882701"/>
                <a:gd name="connsiteX19166" fmla="*/ 4020247 w 4954903"/>
                <a:gd name="connsiteY19166" fmla="*/ 1098241 h 4882701"/>
                <a:gd name="connsiteX19167" fmla="*/ 3980237 w 4954903"/>
                <a:gd name="connsiteY19167" fmla="*/ 1094949 h 4882701"/>
                <a:gd name="connsiteX19168" fmla="*/ 3988594 w 4954903"/>
                <a:gd name="connsiteY19168" fmla="*/ 1086592 h 4882701"/>
                <a:gd name="connsiteX19169" fmla="*/ 3973907 w 4954903"/>
                <a:gd name="connsiteY19169" fmla="*/ 1073424 h 4882701"/>
                <a:gd name="connsiteX19170" fmla="*/ 3971375 w 4954903"/>
                <a:gd name="connsiteY19170" fmla="*/ 1073678 h 4882701"/>
                <a:gd name="connsiteX19171" fmla="*/ 3980237 w 4954903"/>
                <a:gd name="connsiteY19171" fmla="*/ 1094949 h 4882701"/>
                <a:gd name="connsiteX19172" fmla="*/ 3948838 w 4954903"/>
                <a:gd name="connsiteY19172" fmla="*/ 1083554 h 4882701"/>
                <a:gd name="connsiteX19173" fmla="*/ 3934151 w 4954903"/>
                <a:gd name="connsiteY19173" fmla="*/ 1070386 h 4882701"/>
                <a:gd name="connsiteX19174" fmla="*/ 3931618 w 4954903"/>
                <a:gd name="connsiteY19174" fmla="*/ 1070639 h 4882701"/>
                <a:gd name="connsiteX19175" fmla="*/ 3939975 w 4954903"/>
                <a:gd name="connsiteY19175" fmla="*/ 1091910 h 4882701"/>
                <a:gd name="connsiteX19176" fmla="*/ 3948838 w 4954903"/>
                <a:gd name="connsiteY19176" fmla="*/ 1083554 h 4882701"/>
                <a:gd name="connsiteX19177" fmla="*/ 3908068 w 4954903"/>
                <a:gd name="connsiteY19177" fmla="*/ 1080768 h 4882701"/>
                <a:gd name="connsiteX19178" fmla="*/ 3893381 w 4954903"/>
                <a:gd name="connsiteY19178" fmla="*/ 1067600 h 4882701"/>
                <a:gd name="connsiteX19179" fmla="*/ 3890849 w 4954903"/>
                <a:gd name="connsiteY19179" fmla="*/ 1067853 h 4882701"/>
                <a:gd name="connsiteX19180" fmla="*/ 3898952 w 4954903"/>
                <a:gd name="connsiteY19180" fmla="*/ 1089124 h 4882701"/>
                <a:gd name="connsiteX19181" fmla="*/ 3908068 w 4954903"/>
                <a:gd name="connsiteY19181" fmla="*/ 1080768 h 4882701"/>
                <a:gd name="connsiteX19182" fmla="*/ 3866539 w 4954903"/>
                <a:gd name="connsiteY19182" fmla="*/ 1078236 h 4882701"/>
                <a:gd name="connsiteX19183" fmla="*/ 3866539 w 4954903"/>
                <a:gd name="connsiteY19183" fmla="*/ 1078236 h 4882701"/>
                <a:gd name="connsiteX19184" fmla="*/ 3851852 w 4954903"/>
                <a:gd name="connsiteY19184" fmla="*/ 1065068 h 4882701"/>
                <a:gd name="connsiteX19185" fmla="*/ 3849067 w 4954903"/>
                <a:gd name="connsiteY19185" fmla="*/ 1065321 h 4882701"/>
                <a:gd name="connsiteX19186" fmla="*/ 3856917 w 4954903"/>
                <a:gd name="connsiteY19186" fmla="*/ 1086592 h 4882701"/>
                <a:gd name="connsiteX19187" fmla="*/ 3866539 w 4954903"/>
                <a:gd name="connsiteY19187" fmla="*/ 1078236 h 4882701"/>
                <a:gd name="connsiteX19188" fmla="*/ 3812855 w 4954903"/>
                <a:gd name="connsiteY19188" fmla="*/ 1083554 h 4882701"/>
                <a:gd name="connsiteX19189" fmla="*/ 3823997 w 4954903"/>
                <a:gd name="connsiteY19189" fmla="*/ 1075703 h 4882701"/>
                <a:gd name="connsiteX19190" fmla="*/ 3809057 w 4954903"/>
                <a:gd name="connsiteY19190" fmla="*/ 1062536 h 4882701"/>
                <a:gd name="connsiteX19191" fmla="*/ 3806271 w 4954903"/>
                <a:gd name="connsiteY19191" fmla="*/ 1062789 h 4882701"/>
                <a:gd name="connsiteX19192" fmla="*/ 3812855 w 4954903"/>
                <a:gd name="connsiteY19192" fmla="*/ 1083554 h 4882701"/>
                <a:gd name="connsiteX19193" fmla="*/ 3768794 w 4954903"/>
                <a:gd name="connsiteY19193" fmla="*/ 1080768 h 4882701"/>
                <a:gd name="connsiteX19194" fmla="*/ 3780189 w 4954903"/>
                <a:gd name="connsiteY19194" fmla="*/ 1072918 h 4882701"/>
                <a:gd name="connsiteX19195" fmla="*/ 3765249 w 4954903"/>
                <a:gd name="connsiteY19195" fmla="*/ 1059750 h 4882701"/>
                <a:gd name="connsiteX19196" fmla="*/ 3762463 w 4954903"/>
                <a:gd name="connsiteY19196" fmla="*/ 1060004 h 4882701"/>
                <a:gd name="connsiteX19197" fmla="*/ 3768794 w 4954903"/>
                <a:gd name="connsiteY19197" fmla="*/ 1080768 h 4882701"/>
                <a:gd name="connsiteX19198" fmla="*/ 3723973 w 4954903"/>
                <a:gd name="connsiteY19198" fmla="*/ 1078236 h 4882701"/>
                <a:gd name="connsiteX19199" fmla="*/ 3735875 w 4954903"/>
                <a:gd name="connsiteY19199" fmla="*/ 1070132 h 4882701"/>
                <a:gd name="connsiteX19200" fmla="*/ 3720934 w 4954903"/>
                <a:gd name="connsiteY19200" fmla="*/ 1056965 h 4882701"/>
                <a:gd name="connsiteX19201" fmla="*/ 3718149 w 4954903"/>
                <a:gd name="connsiteY19201" fmla="*/ 1057218 h 4882701"/>
                <a:gd name="connsiteX19202" fmla="*/ 3723973 w 4954903"/>
                <a:gd name="connsiteY19202" fmla="*/ 1078236 h 4882701"/>
                <a:gd name="connsiteX19203" fmla="*/ 3675607 w 4954903"/>
                <a:gd name="connsiteY19203" fmla="*/ 1054686 h 4882701"/>
                <a:gd name="connsiteX19204" fmla="*/ 3673581 w 4954903"/>
                <a:gd name="connsiteY19204" fmla="*/ 1054686 h 4882701"/>
                <a:gd name="connsiteX19205" fmla="*/ 3677126 w 4954903"/>
                <a:gd name="connsiteY19205" fmla="*/ 1074944 h 4882701"/>
                <a:gd name="connsiteX19206" fmla="*/ 3690547 w 4954903"/>
                <a:gd name="connsiteY19206" fmla="*/ 1067600 h 4882701"/>
                <a:gd name="connsiteX19207" fmla="*/ 3675607 w 4954903"/>
                <a:gd name="connsiteY19207" fmla="*/ 1054686 h 4882701"/>
                <a:gd name="connsiteX19208" fmla="*/ 3627494 w 4954903"/>
                <a:gd name="connsiteY19208" fmla="*/ 1052407 h 4882701"/>
                <a:gd name="connsiteX19209" fmla="*/ 3630533 w 4954903"/>
                <a:gd name="connsiteY19209" fmla="*/ 1072665 h 4882701"/>
                <a:gd name="connsiteX19210" fmla="*/ 3644460 w 4954903"/>
                <a:gd name="connsiteY19210" fmla="*/ 1065321 h 4882701"/>
                <a:gd name="connsiteX19211" fmla="*/ 3629520 w 4954903"/>
                <a:gd name="connsiteY19211" fmla="*/ 1052407 h 4882701"/>
                <a:gd name="connsiteX19212" fmla="*/ 3627494 w 4954903"/>
                <a:gd name="connsiteY19212" fmla="*/ 1052407 h 4882701"/>
                <a:gd name="connsiteX19213" fmla="*/ 3582420 w 4954903"/>
                <a:gd name="connsiteY19213" fmla="*/ 1049874 h 4882701"/>
                <a:gd name="connsiteX19214" fmla="*/ 3579381 w 4954903"/>
                <a:gd name="connsiteY19214" fmla="*/ 1050128 h 4882701"/>
                <a:gd name="connsiteX19215" fmla="*/ 3583179 w 4954903"/>
                <a:gd name="connsiteY19215" fmla="*/ 1070132 h 4882701"/>
                <a:gd name="connsiteX19216" fmla="*/ 3597360 w 4954903"/>
                <a:gd name="connsiteY19216" fmla="*/ 1062789 h 4882701"/>
                <a:gd name="connsiteX19217" fmla="*/ 3582420 w 4954903"/>
                <a:gd name="connsiteY19217" fmla="*/ 1049874 h 4882701"/>
                <a:gd name="connsiteX19218" fmla="*/ 3534813 w 4954903"/>
                <a:gd name="connsiteY19218" fmla="*/ 1047595 h 4882701"/>
                <a:gd name="connsiteX19219" fmla="*/ 3531775 w 4954903"/>
                <a:gd name="connsiteY19219" fmla="*/ 1047849 h 4882701"/>
                <a:gd name="connsiteX19220" fmla="*/ 3535067 w 4954903"/>
                <a:gd name="connsiteY19220" fmla="*/ 1067853 h 4882701"/>
                <a:gd name="connsiteX19221" fmla="*/ 3549753 w 4954903"/>
                <a:gd name="connsiteY19221" fmla="*/ 1060510 h 4882701"/>
                <a:gd name="connsiteX19222" fmla="*/ 3534813 w 4954903"/>
                <a:gd name="connsiteY19222" fmla="*/ 1047595 h 4882701"/>
                <a:gd name="connsiteX19223" fmla="*/ 3486194 w 4954903"/>
                <a:gd name="connsiteY19223" fmla="*/ 1045063 h 4882701"/>
                <a:gd name="connsiteX19224" fmla="*/ 3483915 w 4954903"/>
                <a:gd name="connsiteY19224" fmla="*/ 1045063 h 4882701"/>
                <a:gd name="connsiteX19225" fmla="*/ 3484928 w 4954903"/>
                <a:gd name="connsiteY19225" fmla="*/ 1064562 h 4882701"/>
                <a:gd name="connsiteX19226" fmla="*/ 3501134 w 4954903"/>
                <a:gd name="connsiteY19226" fmla="*/ 1057724 h 4882701"/>
                <a:gd name="connsiteX19227" fmla="*/ 3486194 w 4954903"/>
                <a:gd name="connsiteY19227" fmla="*/ 1045063 h 4882701"/>
                <a:gd name="connsiteX19228" fmla="*/ 3437068 w 4954903"/>
                <a:gd name="connsiteY19228" fmla="*/ 1042784 h 4882701"/>
                <a:gd name="connsiteX19229" fmla="*/ 3434789 w 4954903"/>
                <a:gd name="connsiteY19229" fmla="*/ 1042784 h 4882701"/>
                <a:gd name="connsiteX19230" fmla="*/ 3435296 w 4954903"/>
                <a:gd name="connsiteY19230" fmla="*/ 1062283 h 4882701"/>
                <a:gd name="connsiteX19231" fmla="*/ 3451755 w 4954903"/>
                <a:gd name="connsiteY19231" fmla="*/ 1055445 h 4882701"/>
                <a:gd name="connsiteX19232" fmla="*/ 3437068 w 4954903"/>
                <a:gd name="connsiteY19232" fmla="*/ 1042784 h 4882701"/>
                <a:gd name="connsiteX19233" fmla="*/ 3386929 w 4954903"/>
                <a:gd name="connsiteY19233" fmla="*/ 1040758 h 4882701"/>
                <a:gd name="connsiteX19234" fmla="*/ 3384650 w 4954903"/>
                <a:gd name="connsiteY19234" fmla="*/ 1041012 h 4882701"/>
                <a:gd name="connsiteX19235" fmla="*/ 3384650 w 4954903"/>
                <a:gd name="connsiteY19235" fmla="*/ 1060510 h 4882701"/>
                <a:gd name="connsiteX19236" fmla="*/ 3401617 w 4954903"/>
                <a:gd name="connsiteY19236" fmla="*/ 1053673 h 4882701"/>
                <a:gd name="connsiteX19237" fmla="*/ 3386929 w 4954903"/>
                <a:gd name="connsiteY19237" fmla="*/ 1040758 h 4882701"/>
                <a:gd name="connsiteX19238" fmla="*/ 3336284 w 4954903"/>
                <a:gd name="connsiteY19238" fmla="*/ 1038479 h 4882701"/>
                <a:gd name="connsiteX19239" fmla="*/ 3334005 w 4954903"/>
                <a:gd name="connsiteY19239" fmla="*/ 1038732 h 4882701"/>
                <a:gd name="connsiteX19240" fmla="*/ 3333752 w 4954903"/>
                <a:gd name="connsiteY19240" fmla="*/ 1058231 h 4882701"/>
                <a:gd name="connsiteX19241" fmla="*/ 3351224 w 4954903"/>
                <a:gd name="connsiteY19241" fmla="*/ 1051394 h 4882701"/>
                <a:gd name="connsiteX19242" fmla="*/ 3336284 w 4954903"/>
                <a:gd name="connsiteY19242" fmla="*/ 1038479 h 4882701"/>
                <a:gd name="connsiteX19243" fmla="*/ 3285132 w 4954903"/>
                <a:gd name="connsiteY19243" fmla="*/ 1036453 h 4882701"/>
                <a:gd name="connsiteX19244" fmla="*/ 3283866 w 4954903"/>
                <a:gd name="connsiteY19244" fmla="*/ 1036453 h 4882701"/>
                <a:gd name="connsiteX19245" fmla="*/ 3281081 w 4954903"/>
                <a:gd name="connsiteY19245" fmla="*/ 1055445 h 4882701"/>
                <a:gd name="connsiteX19246" fmla="*/ 3299820 w 4954903"/>
                <a:gd name="connsiteY19246" fmla="*/ 1049368 h 4882701"/>
                <a:gd name="connsiteX19247" fmla="*/ 3285132 w 4954903"/>
                <a:gd name="connsiteY19247" fmla="*/ 1036453 h 4882701"/>
                <a:gd name="connsiteX19248" fmla="*/ 3018486 w 4954903"/>
                <a:gd name="connsiteY19248" fmla="*/ 1026831 h 4882701"/>
                <a:gd name="connsiteX19249" fmla="*/ 3012662 w 4954903"/>
                <a:gd name="connsiteY19249" fmla="*/ 1044810 h 4882701"/>
                <a:gd name="connsiteX19250" fmla="*/ 3033932 w 4954903"/>
                <a:gd name="connsiteY19250" fmla="*/ 1039492 h 4882701"/>
                <a:gd name="connsiteX19251" fmla="*/ 3019752 w 4954903"/>
                <a:gd name="connsiteY19251" fmla="*/ 1026831 h 4882701"/>
                <a:gd name="connsiteX19252" fmla="*/ 3018486 w 4954903"/>
                <a:gd name="connsiteY19252" fmla="*/ 1026831 h 4882701"/>
                <a:gd name="connsiteX19253" fmla="*/ 2965055 w 4954903"/>
                <a:gd name="connsiteY19253" fmla="*/ 1025058 h 4882701"/>
                <a:gd name="connsiteX19254" fmla="*/ 2957712 w 4954903"/>
                <a:gd name="connsiteY19254" fmla="*/ 1043037 h 4882701"/>
                <a:gd name="connsiteX19255" fmla="*/ 2979236 w 4954903"/>
                <a:gd name="connsiteY19255" fmla="*/ 1037720 h 4882701"/>
                <a:gd name="connsiteX19256" fmla="*/ 2965055 w 4954903"/>
                <a:gd name="connsiteY19256" fmla="*/ 1025058 h 4882701"/>
                <a:gd name="connsiteX19257" fmla="*/ 2902255 w 4954903"/>
                <a:gd name="connsiteY19257" fmla="*/ 1041518 h 4882701"/>
                <a:gd name="connsiteX19258" fmla="*/ 2924286 w 4954903"/>
                <a:gd name="connsiteY19258" fmla="*/ 1036200 h 4882701"/>
                <a:gd name="connsiteX19259" fmla="*/ 2910105 w 4954903"/>
                <a:gd name="connsiteY19259" fmla="*/ 1023539 h 4882701"/>
                <a:gd name="connsiteX19260" fmla="*/ 2902255 w 4954903"/>
                <a:gd name="connsiteY19260" fmla="*/ 1041518 h 4882701"/>
                <a:gd name="connsiteX19261" fmla="*/ 2854395 w 4954903"/>
                <a:gd name="connsiteY19261" fmla="*/ 1021766 h 4882701"/>
                <a:gd name="connsiteX19262" fmla="*/ 2846292 w 4954903"/>
                <a:gd name="connsiteY19262" fmla="*/ 1039745 h 4882701"/>
                <a:gd name="connsiteX19263" fmla="*/ 2868323 w 4954903"/>
                <a:gd name="connsiteY19263" fmla="*/ 1034428 h 4882701"/>
                <a:gd name="connsiteX19264" fmla="*/ 2854395 w 4954903"/>
                <a:gd name="connsiteY19264" fmla="*/ 1021766 h 4882701"/>
                <a:gd name="connsiteX19265" fmla="*/ 2798433 w 4954903"/>
                <a:gd name="connsiteY19265" fmla="*/ 1020247 h 4882701"/>
                <a:gd name="connsiteX19266" fmla="*/ 2789823 w 4954903"/>
                <a:gd name="connsiteY19266" fmla="*/ 1038226 h 4882701"/>
                <a:gd name="connsiteX19267" fmla="*/ 2812360 w 4954903"/>
                <a:gd name="connsiteY19267" fmla="*/ 1032908 h 4882701"/>
                <a:gd name="connsiteX19268" fmla="*/ 2798433 w 4954903"/>
                <a:gd name="connsiteY19268" fmla="*/ 1020247 h 4882701"/>
                <a:gd name="connsiteX19269" fmla="*/ 2571036 w 4954903"/>
                <a:gd name="connsiteY19269" fmla="*/ 1014676 h 4882701"/>
                <a:gd name="connsiteX19270" fmla="*/ 2559894 w 4954903"/>
                <a:gd name="connsiteY19270" fmla="*/ 1031895 h 4882701"/>
                <a:gd name="connsiteX19271" fmla="*/ 2584203 w 4954903"/>
                <a:gd name="connsiteY19271" fmla="*/ 1027337 h 4882701"/>
                <a:gd name="connsiteX19272" fmla="*/ 2571036 w 4954903"/>
                <a:gd name="connsiteY19272" fmla="*/ 1014676 h 4882701"/>
                <a:gd name="connsiteX19273" fmla="*/ 2501905 w 4954903"/>
                <a:gd name="connsiteY19273" fmla="*/ 1030882 h 4882701"/>
                <a:gd name="connsiteX19274" fmla="*/ 2526468 w 4954903"/>
                <a:gd name="connsiteY19274" fmla="*/ 1026324 h 4882701"/>
                <a:gd name="connsiteX19275" fmla="*/ 2513300 w 4954903"/>
                <a:gd name="connsiteY19275" fmla="*/ 1013663 h 4882701"/>
                <a:gd name="connsiteX19276" fmla="*/ 2501905 w 4954903"/>
                <a:gd name="connsiteY19276" fmla="*/ 1030882 h 4882701"/>
                <a:gd name="connsiteX19277" fmla="*/ 2443663 w 4954903"/>
                <a:gd name="connsiteY19277" fmla="*/ 1029616 h 4882701"/>
                <a:gd name="connsiteX19278" fmla="*/ 2468226 w 4954903"/>
                <a:gd name="connsiteY19278" fmla="*/ 1025058 h 4882701"/>
                <a:gd name="connsiteX19279" fmla="*/ 2455311 w 4954903"/>
                <a:gd name="connsiteY19279" fmla="*/ 1012397 h 4882701"/>
                <a:gd name="connsiteX19280" fmla="*/ 2443663 w 4954903"/>
                <a:gd name="connsiteY19280" fmla="*/ 1029616 h 4882701"/>
                <a:gd name="connsiteX19281" fmla="*/ 2385168 w 4954903"/>
                <a:gd name="connsiteY19281" fmla="*/ 1028857 h 4882701"/>
                <a:gd name="connsiteX19282" fmla="*/ 2409984 w 4954903"/>
                <a:gd name="connsiteY19282" fmla="*/ 1024045 h 4882701"/>
                <a:gd name="connsiteX19283" fmla="*/ 2397323 w 4954903"/>
                <a:gd name="connsiteY19283" fmla="*/ 1011637 h 4882701"/>
                <a:gd name="connsiteX19284" fmla="*/ 2385168 w 4954903"/>
                <a:gd name="connsiteY19284" fmla="*/ 1028857 h 4882701"/>
                <a:gd name="connsiteX19285" fmla="*/ 2351236 w 4954903"/>
                <a:gd name="connsiteY19285" fmla="*/ 1023033 h 4882701"/>
                <a:gd name="connsiteX19286" fmla="*/ 2338574 w 4954903"/>
                <a:gd name="connsiteY19286" fmla="*/ 1010624 h 4882701"/>
                <a:gd name="connsiteX19287" fmla="*/ 2326166 w 4954903"/>
                <a:gd name="connsiteY19287" fmla="*/ 1027844 h 4882701"/>
                <a:gd name="connsiteX19288" fmla="*/ 2351236 w 4954903"/>
                <a:gd name="connsiteY19288" fmla="*/ 1023033 h 4882701"/>
                <a:gd name="connsiteX19289" fmla="*/ 2292487 w 4954903"/>
                <a:gd name="connsiteY19289" fmla="*/ 1022273 h 4882701"/>
                <a:gd name="connsiteX19290" fmla="*/ 2280332 w 4954903"/>
                <a:gd name="connsiteY19290" fmla="*/ 1009865 h 4882701"/>
                <a:gd name="connsiteX19291" fmla="*/ 2267418 w 4954903"/>
                <a:gd name="connsiteY19291" fmla="*/ 1027084 h 4882701"/>
                <a:gd name="connsiteX19292" fmla="*/ 2292487 w 4954903"/>
                <a:gd name="connsiteY19292" fmla="*/ 1022273 h 4882701"/>
                <a:gd name="connsiteX19293" fmla="*/ 2233739 w 4954903"/>
                <a:gd name="connsiteY19293" fmla="*/ 1021513 h 4882701"/>
                <a:gd name="connsiteX19294" fmla="*/ 2221584 w 4954903"/>
                <a:gd name="connsiteY19294" fmla="*/ 1009105 h 4882701"/>
                <a:gd name="connsiteX19295" fmla="*/ 2208416 w 4954903"/>
                <a:gd name="connsiteY19295" fmla="*/ 1026324 h 4882701"/>
                <a:gd name="connsiteX19296" fmla="*/ 2233739 w 4954903"/>
                <a:gd name="connsiteY19296" fmla="*/ 1021513 h 4882701"/>
                <a:gd name="connsiteX19297" fmla="*/ 1319847 w 4954903"/>
                <a:gd name="connsiteY19297" fmla="*/ 1021513 h 4882701"/>
                <a:gd name="connsiteX19298" fmla="*/ 1314276 w 4954903"/>
                <a:gd name="connsiteY19298" fmla="*/ 1009358 h 4882701"/>
                <a:gd name="connsiteX19299" fmla="*/ 1298576 w 4954903"/>
                <a:gd name="connsiteY19299" fmla="*/ 1027844 h 4882701"/>
                <a:gd name="connsiteX19300" fmla="*/ 1319847 w 4954903"/>
                <a:gd name="connsiteY19300" fmla="*/ 1021513 h 4882701"/>
                <a:gd name="connsiteX19301" fmla="*/ 1274013 w 4954903"/>
                <a:gd name="connsiteY19301" fmla="*/ 1022273 h 4882701"/>
                <a:gd name="connsiteX19302" fmla="*/ 1268948 w 4954903"/>
                <a:gd name="connsiteY19302" fmla="*/ 1010118 h 4882701"/>
                <a:gd name="connsiteX19303" fmla="*/ 1253248 w 4954903"/>
                <a:gd name="connsiteY19303" fmla="*/ 1028603 h 4882701"/>
                <a:gd name="connsiteX19304" fmla="*/ 1274013 w 4954903"/>
                <a:gd name="connsiteY19304" fmla="*/ 1022273 h 4882701"/>
                <a:gd name="connsiteX19305" fmla="*/ 1229192 w 4954903"/>
                <a:gd name="connsiteY19305" fmla="*/ 1023286 h 4882701"/>
                <a:gd name="connsiteX19306" fmla="*/ 1224380 w 4954903"/>
                <a:gd name="connsiteY19306" fmla="*/ 1011131 h 4882701"/>
                <a:gd name="connsiteX19307" fmla="*/ 1208680 w 4954903"/>
                <a:gd name="connsiteY19307" fmla="*/ 1029616 h 4882701"/>
                <a:gd name="connsiteX19308" fmla="*/ 1229192 w 4954903"/>
                <a:gd name="connsiteY19308" fmla="*/ 1023286 h 4882701"/>
                <a:gd name="connsiteX19309" fmla="*/ 1185130 w 4954903"/>
                <a:gd name="connsiteY19309" fmla="*/ 1024045 h 4882701"/>
                <a:gd name="connsiteX19310" fmla="*/ 1180826 w 4954903"/>
                <a:gd name="connsiteY19310" fmla="*/ 1011891 h 4882701"/>
                <a:gd name="connsiteX19311" fmla="*/ 1164872 w 4954903"/>
                <a:gd name="connsiteY19311" fmla="*/ 1030376 h 4882701"/>
                <a:gd name="connsiteX19312" fmla="*/ 1185130 w 4954903"/>
                <a:gd name="connsiteY19312" fmla="*/ 1024045 h 4882701"/>
                <a:gd name="connsiteX19313" fmla="*/ 1142082 w 4954903"/>
                <a:gd name="connsiteY19313" fmla="*/ 1025058 h 4882701"/>
                <a:gd name="connsiteX19314" fmla="*/ 1138284 w 4954903"/>
                <a:gd name="connsiteY19314" fmla="*/ 1012903 h 4882701"/>
                <a:gd name="connsiteX19315" fmla="*/ 1122330 w 4954903"/>
                <a:gd name="connsiteY19315" fmla="*/ 1031389 h 4882701"/>
                <a:gd name="connsiteX19316" fmla="*/ 1142082 w 4954903"/>
                <a:gd name="connsiteY19316" fmla="*/ 1025058 h 4882701"/>
                <a:gd name="connsiteX19317" fmla="*/ 686275 w 4954903"/>
                <a:gd name="connsiteY19317" fmla="*/ 1044810 h 4882701"/>
                <a:gd name="connsiteX19318" fmla="*/ 687542 w 4954903"/>
                <a:gd name="connsiteY19318" fmla="*/ 1032908 h 4882701"/>
                <a:gd name="connsiteX19319" fmla="*/ 671588 w 4954903"/>
                <a:gd name="connsiteY19319" fmla="*/ 1053673 h 4882701"/>
                <a:gd name="connsiteX19320" fmla="*/ 686275 w 4954903"/>
                <a:gd name="connsiteY19320" fmla="*/ 1044810 h 4882701"/>
                <a:gd name="connsiteX19321" fmla="*/ 659687 w 4954903"/>
                <a:gd name="connsiteY19321" fmla="*/ 1046836 h 4882701"/>
                <a:gd name="connsiteX19322" fmla="*/ 661459 w 4954903"/>
                <a:gd name="connsiteY19322" fmla="*/ 1034934 h 4882701"/>
                <a:gd name="connsiteX19323" fmla="*/ 645506 w 4954903"/>
                <a:gd name="connsiteY19323" fmla="*/ 1055699 h 4882701"/>
                <a:gd name="connsiteX19324" fmla="*/ 659687 w 4954903"/>
                <a:gd name="connsiteY19324" fmla="*/ 1046836 h 4882701"/>
                <a:gd name="connsiteX19325" fmla="*/ 634364 w 4954903"/>
                <a:gd name="connsiteY19325" fmla="*/ 1048862 h 4882701"/>
                <a:gd name="connsiteX19326" fmla="*/ 636643 w 4954903"/>
                <a:gd name="connsiteY19326" fmla="*/ 1036960 h 4882701"/>
                <a:gd name="connsiteX19327" fmla="*/ 620690 w 4954903"/>
                <a:gd name="connsiteY19327" fmla="*/ 1057978 h 4882701"/>
                <a:gd name="connsiteX19328" fmla="*/ 634364 w 4954903"/>
                <a:gd name="connsiteY19328" fmla="*/ 1048862 h 4882701"/>
                <a:gd name="connsiteX19329" fmla="*/ 610561 w 4954903"/>
                <a:gd name="connsiteY19329" fmla="*/ 1050887 h 4882701"/>
                <a:gd name="connsiteX19330" fmla="*/ 613093 w 4954903"/>
                <a:gd name="connsiteY19330" fmla="*/ 1038986 h 4882701"/>
                <a:gd name="connsiteX19331" fmla="*/ 597393 w 4954903"/>
                <a:gd name="connsiteY19331" fmla="*/ 1060510 h 4882701"/>
                <a:gd name="connsiteX19332" fmla="*/ 610561 w 4954903"/>
                <a:gd name="connsiteY19332" fmla="*/ 1050887 h 4882701"/>
                <a:gd name="connsiteX19333" fmla="*/ 574856 w 4954903"/>
                <a:gd name="connsiteY19333" fmla="*/ 1062536 h 4882701"/>
                <a:gd name="connsiteX19334" fmla="*/ 587771 w 4954903"/>
                <a:gd name="connsiteY19334" fmla="*/ 1052913 h 4882701"/>
                <a:gd name="connsiteX19335" fmla="*/ 590809 w 4954903"/>
                <a:gd name="connsiteY19335" fmla="*/ 1041012 h 4882701"/>
                <a:gd name="connsiteX19336" fmla="*/ 574856 w 4954903"/>
                <a:gd name="connsiteY19336" fmla="*/ 1062536 h 4882701"/>
                <a:gd name="connsiteX19337" fmla="*/ 554092 w 4954903"/>
                <a:gd name="connsiteY19337" fmla="*/ 1064815 h 4882701"/>
                <a:gd name="connsiteX19338" fmla="*/ 566500 w 4954903"/>
                <a:gd name="connsiteY19338" fmla="*/ 1055192 h 4882701"/>
                <a:gd name="connsiteX19339" fmla="*/ 569792 w 4954903"/>
                <a:gd name="connsiteY19339" fmla="*/ 1043291 h 4882701"/>
                <a:gd name="connsiteX19340" fmla="*/ 554092 w 4954903"/>
                <a:gd name="connsiteY19340" fmla="*/ 1064815 h 4882701"/>
                <a:gd name="connsiteX19341" fmla="*/ 534593 w 4954903"/>
                <a:gd name="connsiteY19341" fmla="*/ 1067600 h 4882701"/>
                <a:gd name="connsiteX19342" fmla="*/ 546495 w 4954903"/>
                <a:gd name="connsiteY19342" fmla="*/ 1057471 h 4882701"/>
                <a:gd name="connsiteX19343" fmla="*/ 550293 w 4954903"/>
                <a:gd name="connsiteY19343" fmla="*/ 1045570 h 4882701"/>
                <a:gd name="connsiteX19344" fmla="*/ 534593 w 4954903"/>
                <a:gd name="connsiteY19344" fmla="*/ 1067600 h 4882701"/>
                <a:gd name="connsiteX19345" fmla="*/ 431783 w 4954903"/>
                <a:gd name="connsiteY19345" fmla="*/ 1074437 h 4882701"/>
                <a:gd name="connsiteX19346" fmla="*/ 416337 w 4954903"/>
                <a:gd name="connsiteY19346" fmla="*/ 1097228 h 4882701"/>
                <a:gd name="connsiteX19347" fmla="*/ 423933 w 4954903"/>
                <a:gd name="connsiteY19347" fmla="*/ 1086339 h 4882701"/>
                <a:gd name="connsiteX19348" fmla="*/ 431783 w 4954903"/>
                <a:gd name="connsiteY19348" fmla="*/ 1074437 h 4882701"/>
                <a:gd name="connsiteX19349" fmla="*/ 4541640 w 4954903"/>
                <a:gd name="connsiteY19349" fmla="*/ 1105078 h 4882701"/>
                <a:gd name="connsiteX19350" fmla="*/ 4541640 w 4954903"/>
                <a:gd name="connsiteY19350" fmla="*/ 1105078 h 4882701"/>
                <a:gd name="connsiteX19351" fmla="*/ 4551262 w 4954903"/>
                <a:gd name="connsiteY19351" fmla="*/ 1119765 h 4882701"/>
                <a:gd name="connsiteX19352" fmla="*/ 4541640 w 4954903"/>
                <a:gd name="connsiteY19352" fmla="*/ 1105078 h 4882701"/>
                <a:gd name="connsiteX19353" fmla="*/ 4556833 w 4954903"/>
                <a:gd name="connsiteY19353" fmla="*/ 1128121 h 4882701"/>
                <a:gd name="connsiteX19354" fmla="*/ 4551262 w 4954903"/>
                <a:gd name="connsiteY19354" fmla="*/ 1119765 h 4882701"/>
                <a:gd name="connsiteX19355" fmla="*/ 4556833 w 4954903"/>
                <a:gd name="connsiteY19355" fmla="*/ 1128121 h 4882701"/>
                <a:gd name="connsiteX19356" fmla="*/ 4556833 w 4954903"/>
                <a:gd name="connsiteY19356" fmla="*/ 1128121 h 4882701"/>
                <a:gd name="connsiteX19357" fmla="*/ 4548223 w 4954903"/>
                <a:gd name="connsiteY19357" fmla="*/ 1115460 h 4882701"/>
                <a:gd name="connsiteX19358" fmla="*/ 4539107 w 4954903"/>
                <a:gd name="connsiteY19358" fmla="*/ 1102039 h 4882701"/>
                <a:gd name="connsiteX19359" fmla="*/ 4554301 w 4954903"/>
                <a:gd name="connsiteY19359" fmla="*/ 1125083 h 4882701"/>
                <a:gd name="connsiteX19360" fmla="*/ 4548223 w 4954903"/>
                <a:gd name="connsiteY19360" fmla="*/ 1115460 h 4882701"/>
                <a:gd name="connsiteX19361" fmla="*/ 4549743 w 4954903"/>
                <a:gd name="connsiteY19361" fmla="*/ 1122044 h 4882701"/>
                <a:gd name="connsiteX19362" fmla="*/ 4544172 w 4954903"/>
                <a:gd name="connsiteY19362" fmla="*/ 1112421 h 4882701"/>
                <a:gd name="connsiteX19363" fmla="*/ 4534802 w 4954903"/>
                <a:gd name="connsiteY19363" fmla="*/ 1099000 h 4882701"/>
                <a:gd name="connsiteX19364" fmla="*/ 4534802 w 4954903"/>
                <a:gd name="connsiteY19364" fmla="*/ 1099000 h 4882701"/>
                <a:gd name="connsiteX19365" fmla="*/ 4549743 w 4954903"/>
                <a:gd name="connsiteY19365" fmla="*/ 1122044 h 4882701"/>
                <a:gd name="connsiteX19366" fmla="*/ 4549743 w 4954903"/>
                <a:gd name="connsiteY19366" fmla="*/ 1122044 h 4882701"/>
                <a:gd name="connsiteX19367" fmla="*/ 4543665 w 4954903"/>
                <a:gd name="connsiteY19367" fmla="*/ 1119005 h 4882701"/>
                <a:gd name="connsiteX19368" fmla="*/ 4538348 w 4954903"/>
                <a:gd name="connsiteY19368" fmla="*/ 1109383 h 4882701"/>
                <a:gd name="connsiteX19369" fmla="*/ 4528472 w 4954903"/>
                <a:gd name="connsiteY19369" fmla="*/ 1095962 h 4882701"/>
                <a:gd name="connsiteX19370" fmla="*/ 4528219 w 4954903"/>
                <a:gd name="connsiteY19370" fmla="*/ 1095962 h 4882701"/>
                <a:gd name="connsiteX19371" fmla="*/ 4543665 w 4954903"/>
                <a:gd name="connsiteY19371" fmla="*/ 1119005 h 4882701"/>
                <a:gd name="connsiteX19372" fmla="*/ 4543665 w 4954903"/>
                <a:gd name="connsiteY19372" fmla="*/ 1119005 h 4882701"/>
                <a:gd name="connsiteX19373" fmla="*/ 4520875 w 4954903"/>
                <a:gd name="connsiteY19373" fmla="*/ 1092923 h 4882701"/>
                <a:gd name="connsiteX19374" fmla="*/ 4520875 w 4954903"/>
                <a:gd name="connsiteY19374" fmla="*/ 1092923 h 4882701"/>
                <a:gd name="connsiteX19375" fmla="*/ 4536069 w 4954903"/>
                <a:gd name="connsiteY19375" fmla="*/ 1115966 h 4882701"/>
                <a:gd name="connsiteX19376" fmla="*/ 4531004 w 4954903"/>
                <a:gd name="connsiteY19376" fmla="*/ 1106344 h 4882701"/>
                <a:gd name="connsiteX19377" fmla="*/ 4520875 w 4954903"/>
                <a:gd name="connsiteY19377" fmla="*/ 1092923 h 4882701"/>
                <a:gd name="connsiteX19378" fmla="*/ 4511506 w 4954903"/>
                <a:gd name="connsiteY19378" fmla="*/ 1089884 h 4882701"/>
                <a:gd name="connsiteX19379" fmla="*/ 4511506 w 4954903"/>
                <a:gd name="connsiteY19379" fmla="*/ 1089884 h 4882701"/>
                <a:gd name="connsiteX19380" fmla="*/ 4526446 w 4954903"/>
                <a:gd name="connsiteY19380" fmla="*/ 1112928 h 4882701"/>
                <a:gd name="connsiteX19381" fmla="*/ 4522141 w 4954903"/>
                <a:gd name="connsiteY19381" fmla="*/ 1103305 h 4882701"/>
                <a:gd name="connsiteX19382" fmla="*/ 4511506 w 4954903"/>
                <a:gd name="connsiteY19382" fmla="*/ 1089884 h 4882701"/>
                <a:gd name="connsiteX19383" fmla="*/ 4500364 w 4954903"/>
                <a:gd name="connsiteY19383" fmla="*/ 1086592 h 4882701"/>
                <a:gd name="connsiteX19384" fmla="*/ 4500364 w 4954903"/>
                <a:gd name="connsiteY19384" fmla="*/ 1086592 h 4882701"/>
                <a:gd name="connsiteX19385" fmla="*/ 4515051 w 4954903"/>
                <a:gd name="connsiteY19385" fmla="*/ 1109383 h 4882701"/>
                <a:gd name="connsiteX19386" fmla="*/ 4511252 w 4954903"/>
                <a:gd name="connsiteY19386" fmla="*/ 1099760 h 4882701"/>
                <a:gd name="connsiteX19387" fmla="*/ 4500364 w 4954903"/>
                <a:gd name="connsiteY19387" fmla="*/ 1086592 h 4882701"/>
                <a:gd name="connsiteX19388" fmla="*/ 4487955 w 4954903"/>
                <a:gd name="connsiteY19388" fmla="*/ 1083554 h 4882701"/>
                <a:gd name="connsiteX19389" fmla="*/ 4487449 w 4954903"/>
                <a:gd name="connsiteY19389" fmla="*/ 1083554 h 4882701"/>
                <a:gd name="connsiteX19390" fmla="*/ 4502643 w 4954903"/>
                <a:gd name="connsiteY19390" fmla="*/ 1106344 h 4882701"/>
                <a:gd name="connsiteX19391" fmla="*/ 4499097 w 4954903"/>
                <a:gd name="connsiteY19391" fmla="*/ 1096721 h 4882701"/>
                <a:gd name="connsiteX19392" fmla="*/ 4487955 w 4954903"/>
                <a:gd name="connsiteY19392" fmla="*/ 1083554 h 4882701"/>
                <a:gd name="connsiteX19393" fmla="*/ 4473775 w 4954903"/>
                <a:gd name="connsiteY19393" fmla="*/ 1080262 h 4882701"/>
                <a:gd name="connsiteX19394" fmla="*/ 4473268 w 4954903"/>
                <a:gd name="connsiteY19394" fmla="*/ 1080262 h 4882701"/>
                <a:gd name="connsiteX19395" fmla="*/ 4488462 w 4954903"/>
                <a:gd name="connsiteY19395" fmla="*/ 1103052 h 4882701"/>
                <a:gd name="connsiteX19396" fmla="*/ 4485170 w 4954903"/>
                <a:gd name="connsiteY19396" fmla="*/ 1093429 h 4882701"/>
                <a:gd name="connsiteX19397" fmla="*/ 4473775 w 4954903"/>
                <a:gd name="connsiteY19397" fmla="*/ 1080262 h 4882701"/>
                <a:gd name="connsiteX19398" fmla="*/ 4458075 w 4954903"/>
                <a:gd name="connsiteY19398" fmla="*/ 1077223 h 4882701"/>
                <a:gd name="connsiteX19399" fmla="*/ 4457568 w 4954903"/>
                <a:gd name="connsiteY19399" fmla="*/ 1077223 h 4882701"/>
                <a:gd name="connsiteX19400" fmla="*/ 4472762 w 4954903"/>
                <a:gd name="connsiteY19400" fmla="*/ 1100013 h 4882701"/>
                <a:gd name="connsiteX19401" fmla="*/ 4469977 w 4954903"/>
                <a:gd name="connsiteY19401" fmla="*/ 1090391 h 4882701"/>
                <a:gd name="connsiteX19402" fmla="*/ 4458075 w 4954903"/>
                <a:gd name="connsiteY19402" fmla="*/ 1077223 h 4882701"/>
                <a:gd name="connsiteX19403" fmla="*/ 4455290 w 4954903"/>
                <a:gd name="connsiteY19403" fmla="*/ 1096974 h 4882701"/>
                <a:gd name="connsiteX19404" fmla="*/ 4453011 w 4954903"/>
                <a:gd name="connsiteY19404" fmla="*/ 1087352 h 4882701"/>
                <a:gd name="connsiteX19405" fmla="*/ 4441109 w 4954903"/>
                <a:gd name="connsiteY19405" fmla="*/ 1074184 h 4882701"/>
                <a:gd name="connsiteX19406" fmla="*/ 4440349 w 4954903"/>
                <a:gd name="connsiteY19406" fmla="*/ 1074184 h 4882701"/>
                <a:gd name="connsiteX19407" fmla="*/ 4455290 w 4954903"/>
                <a:gd name="connsiteY19407" fmla="*/ 1096974 h 4882701"/>
                <a:gd name="connsiteX19408" fmla="*/ 4421864 w 4954903"/>
                <a:gd name="connsiteY19408" fmla="*/ 1071145 h 4882701"/>
                <a:gd name="connsiteX19409" fmla="*/ 4436804 w 4954903"/>
                <a:gd name="connsiteY19409" fmla="*/ 1093936 h 4882701"/>
                <a:gd name="connsiteX19410" fmla="*/ 4434778 w 4954903"/>
                <a:gd name="connsiteY19410" fmla="*/ 1084313 h 4882701"/>
                <a:gd name="connsiteX19411" fmla="*/ 4422623 w 4954903"/>
                <a:gd name="connsiteY19411" fmla="*/ 1071145 h 4882701"/>
                <a:gd name="connsiteX19412" fmla="*/ 4421864 w 4954903"/>
                <a:gd name="connsiteY19412" fmla="*/ 1071145 h 4882701"/>
                <a:gd name="connsiteX19413" fmla="*/ 4402618 w 4954903"/>
                <a:gd name="connsiteY19413" fmla="*/ 1067853 h 4882701"/>
                <a:gd name="connsiteX19414" fmla="*/ 4401859 w 4954903"/>
                <a:gd name="connsiteY19414" fmla="*/ 1067853 h 4882701"/>
                <a:gd name="connsiteX19415" fmla="*/ 4416293 w 4954903"/>
                <a:gd name="connsiteY19415" fmla="*/ 1090391 h 4882701"/>
                <a:gd name="connsiteX19416" fmla="*/ 4415280 w 4954903"/>
                <a:gd name="connsiteY19416" fmla="*/ 1081021 h 4882701"/>
                <a:gd name="connsiteX19417" fmla="*/ 4402618 w 4954903"/>
                <a:gd name="connsiteY19417" fmla="*/ 1067853 h 4882701"/>
                <a:gd name="connsiteX19418" fmla="*/ 4381348 w 4954903"/>
                <a:gd name="connsiteY19418" fmla="*/ 1064815 h 4882701"/>
                <a:gd name="connsiteX19419" fmla="*/ 4380588 w 4954903"/>
                <a:gd name="connsiteY19419" fmla="*/ 1064815 h 4882701"/>
                <a:gd name="connsiteX19420" fmla="*/ 4394769 w 4954903"/>
                <a:gd name="connsiteY19420" fmla="*/ 1087352 h 4882701"/>
                <a:gd name="connsiteX19421" fmla="*/ 4394262 w 4954903"/>
                <a:gd name="connsiteY19421" fmla="*/ 1077983 h 4882701"/>
                <a:gd name="connsiteX19422" fmla="*/ 4381348 w 4954903"/>
                <a:gd name="connsiteY19422" fmla="*/ 1064815 h 4882701"/>
                <a:gd name="connsiteX19423" fmla="*/ 4358557 w 4954903"/>
                <a:gd name="connsiteY19423" fmla="*/ 1061776 h 4882701"/>
                <a:gd name="connsiteX19424" fmla="*/ 4357544 w 4954903"/>
                <a:gd name="connsiteY19424" fmla="*/ 1061776 h 4882701"/>
                <a:gd name="connsiteX19425" fmla="*/ 4371725 w 4954903"/>
                <a:gd name="connsiteY19425" fmla="*/ 1084313 h 4882701"/>
                <a:gd name="connsiteX19426" fmla="*/ 4371472 w 4954903"/>
                <a:gd name="connsiteY19426" fmla="*/ 1074944 h 4882701"/>
                <a:gd name="connsiteX19427" fmla="*/ 4358557 w 4954903"/>
                <a:gd name="connsiteY19427" fmla="*/ 1061776 h 4882701"/>
                <a:gd name="connsiteX19428" fmla="*/ 4334501 w 4954903"/>
                <a:gd name="connsiteY19428" fmla="*/ 1058737 h 4882701"/>
                <a:gd name="connsiteX19429" fmla="*/ 4333488 w 4954903"/>
                <a:gd name="connsiteY19429" fmla="*/ 1058737 h 4882701"/>
                <a:gd name="connsiteX19430" fmla="*/ 4347415 w 4954903"/>
                <a:gd name="connsiteY19430" fmla="*/ 1081274 h 4882701"/>
                <a:gd name="connsiteX19431" fmla="*/ 4347669 w 4954903"/>
                <a:gd name="connsiteY19431" fmla="*/ 1071905 h 4882701"/>
                <a:gd name="connsiteX19432" fmla="*/ 4334501 w 4954903"/>
                <a:gd name="connsiteY19432" fmla="*/ 1058737 h 4882701"/>
                <a:gd name="connsiteX19433" fmla="*/ 4309178 w 4954903"/>
                <a:gd name="connsiteY19433" fmla="*/ 1055699 h 4882701"/>
                <a:gd name="connsiteX19434" fmla="*/ 4307659 w 4954903"/>
                <a:gd name="connsiteY19434" fmla="*/ 1055952 h 4882701"/>
                <a:gd name="connsiteX19435" fmla="*/ 4321839 w 4954903"/>
                <a:gd name="connsiteY19435" fmla="*/ 1078236 h 4882701"/>
                <a:gd name="connsiteX19436" fmla="*/ 4322346 w 4954903"/>
                <a:gd name="connsiteY19436" fmla="*/ 1068866 h 4882701"/>
                <a:gd name="connsiteX19437" fmla="*/ 4309178 w 4954903"/>
                <a:gd name="connsiteY19437" fmla="*/ 1055699 h 4882701"/>
                <a:gd name="connsiteX19438" fmla="*/ 4282589 w 4954903"/>
                <a:gd name="connsiteY19438" fmla="*/ 1052660 h 4882701"/>
                <a:gd name="connsiteX19439" fmla="*/ 4281070 w 4954903"/>
                <a:gd name="connsiteY19439" fmla="*/ 1052913 h 4882701"/>
                <a:gd name="connsiteX19440" fmla="*/ 4294997 w 4954903"/>
                <a:gd name="connsiteY19440" fmla="*/ 1075197 h 4882701"/>
                <a:gd name="connsiteX19441" fmla="*/ 4296010 w 4954903"/>
                <a:gd name="connsiteY19441" fmla="*/ 1065828 h 4882701"/>
                <a:gd name="connsiteX19442" fmla="*/ 4282589 w 4954903"/>
                <a:gd name="connsiteY19442" fmla="*/ 1052660 h 4882701"/>
                <a:gd name="connsiteX19443" fmla="*/ 4254481 w 4954903"/>
                <a:gd name="connsiteY19443" fmla="*/ 1049621 h 4882701"/>
                <a:gd name="connsiteX19444" fmla="*/ 4252709 w 4954903"/>
                <a:gd name="connsiteY19444" fmla="*/ 1049874 h 4882701"/>
                <a:gd name="connsiteX19445" fmla="*/ 4266636 w 4954903"/>
                <a:gd name="connsiteY19445" fmla="*/ 1072158 h 4882701"/>
                <a:gd name="connsiteX19446" fmla="*/ 4268156 w 4954903"/>
                <a:gd name="connsiteY19446" fmla="*/ 1062789 h 4882701"/>
                <a:gd name="connsiteX19447" fmla="*/ 4254481 w 4954903"/>
                <a:gd name="connsiteY19447" fmla="*/ 1049621 h 4882701"/>
                <a:gd name="connsiteX19448" fmla="*/ 4236755 w 4954903"/>
                <a:gd name="connsiteY19448" fmla="*/ 1068866 h 4882701"/>
                <a:gd name="connsiteX19449" fmla="*/ 4239288 w 4954903"/>
                <a:gd name="connsiteY19449" fmla="*/ 1059750 h 4882701"/>
                <a:gd name="connsiteX19450" fmla="*/ 4225613 w 4954903"/>
                <a:gd name="connsiteY19450" fmla="*/ 1046583 h 4882701"/>
                <a:gd name="connsiteX19451" fmla="*/ 4223841 w 4954903"/>
                <a:gd name="connsiteY19451" fmla="*/ 1046836 h 4882701"/>
                <a:gd name="connsiteX19452" fmla="*/ 4236755 w 4954903"/>
                <a:gd name="connsiteY19452" fmla="*/ 1068866 h 4882701"/>
                <a:gd name="connsiteX19453" fmla="*/ 4205862 w 4954903"/>
                <a:gd name="connsiteY19453" fmla="*/ 1065828 h 4882701"/>
                <a:gd name="connsiteX19454" fmla="*/ 4208901 w 4954903"/>
                <a:gd name="connsiteY19454" fmla="*/ 1056712 h 4882701"/>
                <a:gd name="connsiteX19455" fmla="*/ 4194973 w 4954903"/>
                <a:gd name="connsiteY19455" fmla="*/ 1043544 h 4882701"/>
                <a:gd name="connsiteX19456" fmla="*/ 4193200 w 4954903"/>
                <a:gd name="connsiteY19456" fmla="*/ 1043797 h 4882701"/>
                <a:gd name="connsiteX19457" fmla="*/ 4205862 w 4954903"/>
                <a:gd name="connsiteY19457" fmla="*/ 1065828 h 4882701"/>
                <a:gd name="connsiteX19458" fmla="*/ 4161547 w 4954903"/>
                <a:gd name="connsiteY19458" fmla="*/ 1041012 h 4882701"/>
                <a:gd name="connsiteX19459" fmla="*/ 4174209 w 4954903"/>
                <a:gd name="connsiteY19459" fmla="*/ 1062789 h 4882701"/>
                <a:gd name="connsiteX19460" fmla="*/ 4177754 w 4954903"/>
                <a:gd name="connsiteY19460" fmla="*/ 1053673 h 4882701"/>
                <a:gd name="connsiteX19461" fmla="*/ 4163573 w 4954903"/>
                <a:gd name="connsiteY19461" fmla="*/ 1040505 h 4882701"/>
                <a:gd name="connsiteX19462" fmla="*/ 4161547 w 4954903"/>
                <a:gd name="connsiteY19462" fmla="*/ 1041012 h 4882701"/>
                <a:gd name="connsiteX19463" fmla="*/ 4128881 w 4954903"/>
                <a:gd name="connsiteY19463" fmla="*/ 1038226 h 4882701"/>
                <a:gd name="connsiteX19464" fmla="*/ 4141289 w 4954903"/>
                <a:gd name="connsiteY19464" fmla="*/ 1060004 h 4882701"/>
                <a:gd name="connsiteX19465" fmla="*/ 4145088 w 4954903"/>
                <a:gd name="connsiteY19465" fmla="*/ 1050887 h 4882701"/>
                <a:gd name="connsiteX19466" fmla="*/ 4130907 w 4954903"/>
                <a:gd name="connsiteY19466" fmla="*/ 1037720 h 4882701"/>
                <a:gd name="connsiteX19467" fmla="*/ 4128881 w 4954903"/>
                <a:gd name="connsiteY19467" fmla="*/ 1038226 h 4882701"/>
                <a:gd name="connsiteX19468" fmla="*/ 4107104 w 4954903"/>
                <a:gd name="connsiteY19468" fmla="*/ 1057218 h 4882701"/>
                <a:gd name="connsiteX19469" fmla="*/ 4111409 w 4954903"/>
                <a:gd name="connsiteY19469" fmla="*/ 1048102 h 4882701"/>
                <a:gd name="connsiteX19470" fmla="*/ 4096975 w 4954903"/>
                <a:gd name="connsiteY19470" fmla="*/ 1035187 h 4882701"/>
                <a:gd name="connsiteX19471" fmla="*/ 4094949 w 4954903"/>
                <a:gd name="connsiteY19471" fmla="*/ 1035441 h 4882701"/>
                <a:gd name="connsiteX19472" fmla="*/ 4107104 w 4954903"/>
                <a:gd name="connsiteY19472" fmla="*/ 1057218 h 4882701"/>
                <a:gd name="connsiteX19473" fmla="*/ 4060004 w 4954903"/>
                <a:gd name="connsiteY19473" fmla="*/ 1032402 h 4882701"/>
                <a:gd name="connsiteX19474" fmla="*/ 4070892 w 4954903"/>
                <a:gd name="connsiteY19474" fmla="*/ 1053926 h 4882701"/>
                <a:gd name="connsiteX19475" fmla="*/ 4076717 w 4954903"/>
                <a:gd name="connsiteY19475" fmla="*/ 1045063 h 4882701"/>
                <a:gd name="connsiteX19476" fmla="*/ 4062283 w 4954903"/>
                <a:gd name="connsiteY19476" fmla="*/ 1032149 h 4882701"/>
                <a:gd name="connsiteX19477" fmla="*/ 4060004 w 4954903"/>
                <a:gd name="connsiteY19477" fmla="*/ 1032402 h 4882701"/>
                <a:gd name="connsiteX19478" fmla="*/ 4034428 w 4954903"/>
                <a:gd name="connsiteY19478" fmla="*/ 1051141 h 4882701"/>
                <a:gd name="connsiteX19479" fmla="*/ 4040505 w 4954903"/>
                <a:gd name="connsiteY19479" fmla="*/ 1042278 h 4882701"/>
                <a:gd name="connsiteX19480" fmla="*/ 4026072 w 4954903"/>
                <a:gd name="connsiteY19480" fmla="*/ 1029363 h 4882701"/>
                <a:gd name="connsiteX19481" fmla="*/ 4023792 w 4954903"/>
                <a:gd name="connsiteY19481" fmla="*/ 1029616 h 4882701"/>
                <a:gd name="connsiteX19482" fmla="*/ 4034428 w 4954903"/>
                <a:gd name="connsiteY19482" fmla="*/ 1051141 h 4882701"/>
                <a:gd name="connsiteX19483" fmla="*/ 3997204 w 4954903"/>
                <a:gd name="connsiteY19483" fmla="*/ 1048355 h 4882701"/>
                <a:gd name="connsiteX19484" fmla="*/ 4003788 w 4954903"/>
                <a:gd name="connsiteY19484" fmla="*/ 1039492 h 4882701"/>
                <a:gd name="connsiteX19485" fmla="*/ 3989100 w 4954903"/>
                <a:gd name="connsiteY19485" fmla="*/ 1026578 h 4882701"/>
                <a:gd name="connsiteX19486" fmla="*/ 3986822 w 4954903"/>
                <a:gd name="connsiteY19486" fmla="*/ 1026831 h 4882701"/>
                <a:gd name="connsiteX19487" fmla="*/ 3997204 w 4954903"/>
                <a:gd name="connsiteY19487" fmla="*/ 1048355 h 4882701"/>
                <a:gd name="connsiteX19488" fmla="*/ 3958460 w 4954903"/>
                <a:gd name="connsiteY19488" fmla="*/ 1045570 h 4882701"/>
                <a:gd name="connsiteX19489" fmla="*/ 3965551 w 4954903"/>
                <a:gd name="connsiteY19489" fmla="*/ 1036707 h 4882701"/>
                <a:gd name="connsiteX19490" fmla="*/ 3950864 w 4954903"/>
                <a:gd name="connsiteY19490" fmla="*/ 1023792 h 4882701"/>
                <a:gd name="connsiteX19491" fmla="*/ 3948584 w 4954903"/>
                <a:gd name="connsiteY19491" fmla="*/ 1024045 h 4882701"/>
                <a:gd name="connsiteX19492" fmla="*/ 3958460 w 4954903"/>
                <a:gd name="connsiteY19492" fmla="*/ 1045570 h 4882701"/>
                <a:gd name="connsiteX19493" fmla="*/ 3918197 w 4954903"/>
                <a:gd name="connsiteY19493" fmla="*/ 1042278 h 4882701"/>
                <a:gd name="connsiteX19494" fmla="*/ 3926554 w 4954903"/>
                <a:gd name="connsiteY19494" fmla="*/ 1033921 h 4882701"/>
                <a:gd name="connsiteX19495" fmla="*/ 3911613 w 4954903"/>
                <a:gd name="connsiteY19495" fmla="*/ 1021007 h 4882701"/>
                <a:gd name="connsiteX19496" fmla="*/ 3909081 w 4954903"/>
                <a:gd name="connsiteY19496" fmla="*/ 1021260 h 4882701"/>
                <a:gd name="connsiteX19497" fmla="*/ 3918197 w 4954903"/>
                <a:gd name="connsiteY19497" fmla="*/ 1042278 h 4882701"/>
                <a:gd name="connsiteX19498" fmla="*/ 3871604 w 4954903"/>
                <a:gd name="connsiteY19498" fmla="*/ 1018474 h 4882701"/>
                <a:gd name="connsiteX19499" fmla="*/ 3869071 w 4954903"/>
                <a:gd name="connsiteY19499" fmla="*/ 1018728 h 4882701"/>
                <a:gd name="connsiteX19500" fmla="*/ 3877681 w 4954903"/>
                <a:gd name="connsiteY19500" fmla="*/ 1039745 h 4882701"/>
                <a:gd name="connsiteX19501" fmla="*/ 3886544 w 4954903"/>
                <a:gd name="connsiteY19501" fmla="*/ 1031389 h 4882701"/>
                <a:gd name="connsiteX19502" fmla="*/ 3871604 w 4954903"/>
                <a:gd name="connsiteY19502" fmla="*/ 1018474 h 4882701"/>
                <a:gd name="connsiteX19503" fmla="*/ 3830581 w 4954903"/>
                <a:gd name="connsiteY19503" fmla="*/ 1015689 h 4882701"/>
                <a:gd name="connsiteX19504" fmla="*/ 3828049 w 4954903"/>
                <a:gd name="connsiteY19504" fmla="*/ 1015942 h 4882701"/>
                <a:gd name="connsiteX19505" fmla="*/ 3836152 w 4954903"/>
                <a:gd name="connsiteY19505" fmla="*/ 1036960 h 4882701"/>
                <a:gd name="connsiteX19506" fmla="*/ 3845521 w 4954903"/>
                <a:gd name="connsiteY19506" fmla="*/ 1028603 h 4882701"/>
                <a:gd name="connsiteX19507" fmla="*/ 3830581 w 4954903"/>
                <a:gd name="connsiteY19507" fmla="*/ 1015689 h 4882701"/>
                <a:gd name="connsiteX19508" fmla="*/ 3788546 w 4954903"/>
                <a:gd name="connsiteY19508" fmla="*/ 1013157 h 4882701"/>
                <a:gd name="connsiteX19509" fmla="*/ 3785760 w 4954903"/>
                <a:gd name="connsiteY19509" fmla="*/ 1013410 h 4882701"/>
                <a:gd name="connsiteX19510" fmla="*/ 3792597 w 4954903"/>
                <a:gd name="connsiteY19510" fmla="*/ 1033668 h 4882701"/>
                <a:gd name="connsiteX19511" fmla="*/ 3803486 w 4954903"/>
                <a:gd name="connsiteY19511" fmla="*/ 1025818 h 4882701"/>
                <a:gd name="connsiteX19512" fmla="*/ 3788546 w 4954903"/>
                <a:gd name="connsiteY19512" fmla="*/ 1013157 h 4882701"/>
                <a:gd name="connsiteX19513" fmla="*/ 3745750 w 4954903"/>
                <a:gd name="connsiteY19513" fmla="*/ 1010624 h 4882701"/>
                <a:gd name="connsiteX19514" fmla="*/ 3742965 w 4954903"/>
                <a:gd name="connsiteY19514" fmla="*/ 1010878 h 4882701"/>
                <a:gd name="connsiteX19515" fmla="*/ 3749549 w 4954903"/>
                <a:gd name="connsiteY19515" fmla="*/ 1031136 h 4882701"/>
                <a:gd name="connsiteX19516" fmla="*/ 3760691 w 4954903"/>
                <a:gd name="connsiteY19516" fmla="*/ 1023286 h 4882701"/>
                <a:gd name="connsiteX19517" fmla="*/ 3745750 w 4954903"/>
                <a:gd name="connsiteY19517" fmla="*/ 1010624 h 4882701"/>
                <a:gd name="connsiteX19518" fmla="*/ 3705488 w 4954903"/>
                <a:gd name="connsiteY19518" fmla="*/ 1028857 h 4882701"/>
                <a:gd name="connsiteX19519" fmla="*/ 3717136 w 4954903"/>
                <a:gd name="connsiteY19519" fmla="*/ 1021007 h 4882701"/>
                <a:gd name="connsiteX19520" fmla="*/ 3702196 w 4954903"/>
                <a:gd name="connsiteY19520" fmla="*/ 1008092 h 4882701"/>
                <a:gd name="connsiteX19521" fmla="*/ 3699410 w 4954903"/>
                <a:gd name="connsiteY19521" fmla="*/ 1008345 h 4882701"/>
                <a:gd name="connsiteX19522" fmla="*/ 3705488 w 4954903"/>
                <a:gd name="connsiteY19522" fmla="*/ 1028857 h 4882701"/>
                <a:gd name="connsiteX19523" fmla="*/ 3657374 w 4954903"/>
                <a:gd name="connsiteY19523" fmla="*/ 1005560 h 4882701"/>
                <a:gd name="connsiteX19524" fmla="*/ 3654589 w 4954903"/>
                <a:gd name="connsiteY19524" fmla="*/ 1005813 h 4882701"/>
                <a:gd name="connsiteX19525" fmla="*/ 3660413 w 4954903"/>
                <a:gd name="connsiteY19525" fmla="*/ 1026071 h 4882701"/>
                <a:gd name="connsiteX19526" fmla="*/ 3672568 w 4954903"/>
                <a:gd name="connsiteY19526" fmla="*/ 1018221 h 4882701"/>
                <a:gd name="connsiteX19527" fmla="*/ 3657374 w 4954903"/>
                <a:gd name="connsiteY19527" fmla="*/ 1005560 h 4882701"/>
                <a:gd name="connsiteX19528" fmla="*/ 3612047 w 4954903"/>
                <a:gd name="connsiteY19528" fmla="*/ 1003281 h 4882701"/>
                <a:gd name="connsiteX19529" fmla="*/ 3609009 w 4954903"/>
                <a:gd name="connsiteY19529" fmla="*/ 1003534 h 4882701"/>
                <a:gd name="connsiteX19530" fmla="*/ 3613313 w 4954903"/>
                <a:gd name="connsiteY19530" fmla="*/ 1023286 h 4882701"/>
                <a:gd name="connsiteX19531" fmla="*/ 3626987 w 4954903"/>
                <a:gd name="connsiteY19531" fmla="*/ 1015942 h 4882701"/>
                <a:gd name="connsiteX19532" fmla="*/ 3612047 w 4954903"/>
                <a:gd name="connsiteY19532" fmla="*/ 1003281 h 4882701"/>
                <a:gd name="connsiteX19533" fmla="*/ 3562921 w 4954903"/>
                <a:gd name="connsiteY19533" fmla="*/ 1001255 h 4882701"/>
                <a:gd name="connsiteX19534" fmla="*/ 3566973 w 4954903"/>
                <a:gd name="connsiteY19534" fmla="*/ 1021007 h 4882701"/>
                <a:gd name="connsiteX19535" fmla="*/ 3580901 w 4954903"/>
                <a:gd name="connsiteY19535" fmla="*/ 1013663 h 4882701"/>
                <a:gd name="connsiteX19536" fmla="*/ 3565960 w 4954903"/>
                <a:gd name="connsiteY19536" fmla="*/ 1001002 h 4882701"/>
                <a:gd name="connsiteX19537" fmla="*/ 3562921 w 4954903"/>
                <a:gd name="connsiteY19537" fmla="*/ 1001255 h 4882701"/>
                <a:gd name="connsiteX19538" fmla="*/ 3518860 w 4954903"/>
                <a:gd name="connsiteY19538" fmla="*/ 998470 h 4882701"/>
                <a:gd name="connsiteX19539" fmla="*/ 3515821 w 4954903"/>
                <a:gd name="connsiteY19539" fmla="*/ 998723 h 4882701"/>
                <a:gd name="connsiteX19540" fmla="*/ 3519366 w 4954903"/>
                <a:gd name="connsiteY19540" fmla="*/ 1018474 h 4882701"/>
                <a:gd name="connsiteX19541" fmla="*/ 3533547 w 4954903"/>
                <a:gd name="connsiteY19541" fmla="*/ 1011131 h 4882701"/>
                <a:gd name="connsiteX19542" fmla="*/ 3518860 w 4954903"/>
                <a:gd name="connsiteY19542" fmla="*/ 998470 h 4882701"/>
                <a:gd name="connsiteX19543" fmla="*/ 3471001 w 4954903"/>
                <a:gd name="connsiteY19543" fmla="*/ 996191 h 4882701"/>
                <a:gd name="connsiteX19544" fmla="*/ 3467962 w 4954903"/>
                <a:gd name="connsiteY19544" fmla="*/ 996444 h 4882701"/>
                <a:gd name="connsiteX19545" fmla="*/ 3471254 w 4954903"/>
                <a:gd name="connsiteY19545" fmla="*/ 1016195 h 4882701"/>
                <a:gd name="connsiteX19546" fmla="*/ 3485941 w 4954903"/>
                <a:gd name="connsiteY19546" fmla="*/ 1008852 h 4882701"/>
                <a:gd name="connsiteX19547" fmla="*/ 3471001 w 4954903"/>
                <a:gd name="connsiteY19547" fmla="*/ 996191 h 4882701"/>
                <a:gd name="connsiteX19548" fmla="*/ 3420608 w 4954903"/>
                <a:gd name="connsiteY19548" fmla="*/ 994165 h 4882701"/>
                <a:gd name="connsiteX19549" fmla="*/ 3421368 w 4954903"/>
                <a:gd name="connsiteY19549" fmla="*/ 1013410 h 4882701"/>
                <a:gd name="connsiteX19550" fmla="*/ 3437321 w 4954903"/>
                <a:gd name="connsiteY19550" fmla="*/ 1006826 h 4882701"/>
                <a:gd name="connsiteX19551" fmla="*/ 3422634 w 4954903"/>
                <a:gd name="connsiteY19551" fmla="*/ 994165 h 4882701"/>
                <a:gd name="connsiteX19552" fmla="*/ 3420608 w 4954903"/>
                <a:gd name="connsiteY19552" fmla="*/ 994165 h 4882701"/>
                <a:gd name="connsiteX19553" fmla="*/ 3371483 w 4954903"/>
                <a:gd name="connsiteY19553" fmla="*/ 991886 h 4882701"/>
                <a:gd name="connsiteX19554" fmla="*/ 3371989 w 4954903"/>
                <a:gd name="connsiteY19554" fmla="*/ 1011131 h 4882701"/>
                <a:gd name="connsiteX19555" fmla="*/ 3388449 w 4954903"/>
                <a:gd name="connsiteY19555" fmla="*/ 1004547 h 4882701"/>
                <a:gd name="connsiteX19556" fmla="*/ 3373762 w 4954903"/>
                <a:gd name="connsiteY19556" fmla="*/ 991886 h 4882701"/>
                <a:gd name="connsiteX19557" fmla="*/ 3371483 w 4954903"/>
                <a:gd name="connsiteY19557" fmla="*/ 991886 h 4882701"/>
                <a:gd name="connsiteX19558" fmla="*/ 3323623 w 4954903"/>
                <a:gd name="connsiteY19558" fmla="*/ 989607 h 4882701"/>
                <a:gd name="connsiteX19559" fmla="*/ 3321344 w 4954903"/>
                <a:gd name="connsiteY19559" fmla="*/ 989860 h 4882701"/>
                <a:gd name="connsiteX19560" fmla="*/ 3321344 w 4954903"/>
                <a:gd name="connsiteY19560" fmla="*/ 1009105 h 4882701"/>
                <a:gd name="connsiteX19561" fmla="*/ 3338310 w 4954903"/>
                <a:gd name="connsiteY19561" fmla="*/ 1002521 h 4882701"/>
                <a:gd name="connsiteX19562" fmla="*/ 3323623 w 4954903"/>
                <a:gd name="connsiteY19562" fmla="*/ 989607 h 4882701"/>
                <a:gd name="connsiteX19563" fmla="*/ 3270952 w 4954903"/>
                <a:gd name="connsiteY19563" fmla="*/ 987834 h 4882701"/>
                <a:gd name="connsiteX19564" fmla="*/ 3269686 w 4954903"/>
                <a:gd name="connsiteY19564" fmla="*/ 1006320 h 4882701"/>
                <a:gd name="connsiteX19565" fmla="*/ 3287918 w 4954903"/>
                <a:gd name="connsiteY19565" fmla="*/ 1000495 h 4882701"/>
                <a:gd name="connsiteX19566" fmla="*/ 3273231 w 4954903"/>
                <a:gd name="connsiteY19566" fmla="*/ 987834 h 4882701"/>
                <a:gd name="connsiteX19567" fmla="*/ 3270952 w 4954903"/>
                <a:gd name="connsiteY19567" fmla="*/ 987834 h 4882701"/>
                <a:gd name="connsiteX19568" fmla="*/ 3012408 w 4954903"/>
                <a:gd name="connsiteY19568" fmla="*/ 978212 h 4882701"/>
                <a:gd name="connsiteX19569" fmla="*/ 3011142 w 4954903"/>
                <a:gd name="connsiteY19569" fmla="*/ 978212 h 4882701"/>
                <a:gd name="connsiteX19570" fmla="*/ 3005571 w 4954903"/>
                <a:gd name="connsiteY19570" fmla="*/ 995937 h 4882701"/>
                <a:gd name="connsiteX19571" fmla="*/ 3026336 w 4954903"/>
                <a:gd name="connsiteY19571" fmla="*/ 990620 h 4882701"/>
                <a:gd name="connsiteX19572" fmla="*/ 3012408 w 4954903"/>
                <a:gd name="connsiteY19572" fmla="*/ 978212 h 4882701"/>
                <a:gd name="connsiteX19573" fmla="*/ 2896684 w 4954903"/>
                <a:gd name="connsiteY19573" fmla="*/ 992392 h 4882701"/>
                <a:gd name="connsiteX19574" fmla="*/ 2918208 w 4954903"/>
                <a:gd name="connsiteY19574" fmla="*/ 987074 h 4882701"/>
                <a:gd name="connsiteX19575" fmla="*/ 2904281 w 4954903"/>
                <a:gd name="connsiteY19575" fmla="*/ 974666 h 4882701"/>
                <a:gd name="connsiteX19576" fmla="*/ 2896684 w 4954903"/>
                <a:gd name="connsiteY19576" fmla="*/ 992392 h 4882701"/>
                <a:gd name="connsiteX19577" fmla="*/ 2849584 w 4954903"/>
                <a:gd name="connsiteY19577" fmla="*/ 973147 h 4882701"/>
                <a:gd name="connsiteX19578" fmla="*/ 2841734 w 4954903"/>
                <a:gd name="connsiteY19578" fmla="*/ 990873 h 4882701"/>
                <a:gd name="connsiteX19579" fmla="*/ 2863512 w 4954903"/>
                <a:gd name="connsiteY19579" fmla="*/ 985555 h 4882701"/>
                <a:gd name="connsiteX19580" fmla="*/ 2849584 w 4954903"/>
                <a:gd name="connsiteY19580" fmla="*/ 973147 h 4882701"/>
                <a:gd name="connsiteX19581" fmla="*/ 2794634 w 4954903"/>
                <a:gd name="connsiteY19581" fmla="*/ 971628 h 4882701"/>
                <a:gd name="connsiteX19582" fmla="*/ 2786278 w 4954903"/>
                <a:gd name="connsiteY19582" fmla="*/ 989353 h 4882701"/>
                <a:gd name="connsiteX19583" fmla="*/ 2808308 w 4954903"/>
                <a:gd name="connsiteY19583" fmla="*/ 984036 h 4882701"/>
                <a:gd name="connsiteX19584" fmla="*/ 2794634 w 4954903"/>
                <a:gd name="connsiteY19584" fmla="*/ 971628 h 4882701"/>
                <a:gd name="connsiteX19585" fmla="*/ 2729555 w 4954903"/>
                <a:gd name="connsiteY19585" fmla="*/ 987074 h 4882701"/>
                <a:gd name="connsiteX19586" fmla="*/ 2752599 w 4954903"/>
                <a:gd name="connsiteY19586" fmla="*/ 982516 h 4882701"/>
                <a:gd name="connsiteX19587" fmla="*/ 2738924 w 4954903"/>
                <a:gd name="connsiteY19587" fmla="*/ 970108 h 4882701"/>
                <a:gd name="connsiteX19588" fmla="*/ 2729555 w 4954903"/>
                <a:gd name="connsiteY19588" fmla="*/ 987074 h 4882701"/>
                <a:gd name="connsiteX19589" fmla="*/ 2570782 w 4954903"/>
                <a:gd name="connsiteY19589" fmla="*/ 966310 h 4882701"/>
                <a:gd name="connsiteX19590" fmla="*/ 2559894 w 4954903"/>
                <a:gd name="connsiteY19590" fmla="*/ 983276 h 4882701"/>
                <a:gd name="connsiteX19591" fmla="*/ 2583697 w 4954903"/>
                <a:gd name="connsiteY19591" fmla="*/ 978718 h 4882701"/>
                <a:gd name="connsiteX19592" fmla="*/ 2570782 w 4954903"/>
                <a:gd name="connsiteY19592" fmla="*/ 966310 h 4882701"/>
                <a:gd name="connsiteX19593" fmla="*/ 2502918 w 4954903"/>
                <a:gd name="connsiteY19593" fmla="*/ 982010 h 4882701"/>
                <a:gd name="connsiteX19594" fmla="*/ 2526974 w 4954903"/>
                <a:gd name="connsiteY19594" fmla="*/ 977452 h 4882701"/>
                <a:gd name="connsiteX19595" fmla="*/ 2514060 w 4954903"/>
                <a:gd name="connsiteY19595" fmla="*/ 965044 h 4882701"/>
                <a:gd name="connsiteX19596" fmla="*/ 2502918 w 4954903"/>
                <a:gd name="connsiteY19596" fmla="*/ 982010 h 4882701"/>
                <a:gd name="connsiteX19597" fmla="*/ 2445689 w 4954903"/>
                <a:gd name="connsiteY19597" fmla="*/ 980997 h 4882701"/>
                <a:gd name="connsiteX19598" fmla="*/ 2469745 w 4954903"/>
                <a:gd name="connsiteY19598" fmla="*/ 976439 h 4882701"/>
                <a:gd name="connsiteX19599" fmla="*/ 2457084 w 4954903"/>
                <a:gd name="connsiteY19599" fmla="*/ 964031 h 4882701"/>
                <a:gd name="connsiteX19600" fmla="*/ 2445689 w 4954903"/>
                <a:gd name="connsiteY19600" fmla="*/ 980997 h 4882701"/>
                <a:gd name="connsiteX19601" fmla="*/ 2387953 w 4954903"/>
                <a:gd name="connsiteY19601" fmla="*/ 979984 h 4882701"/>
                <a:gd name="connsiteX19602" fmla="*/ 2412263 w 4954903"/>
                <a:gd name="connsiteY19602" fmla="*/ 975426 h 4882701"/>
                <a:gd name="connsiteX19603" fmla="*/ 2399855 w 4954903"/>
                <a:gd name="connsiteY19603" fmla="*/ 963018 h 4882701"/>
                <a:gd name="connsiteX19604" fmla="*/ 2387953 w 4954903"/>
                <a:gd name="connsiteY19604" fmla="*/ 979984 h 4882701"/>
                <a:gd name="connsiteX19605" fmla="*/ 2342373 w 4954903"/>
                <a:gd name="connsiteY19605" fmla="*/ 962258 h 4882701"/>
                <a:gd name="connsiteX19606" fmla="*/ 2330218 w 4954903"/>
                <a:gd name="connsiteY19606" fmla="*/ 979224 h 4882701"/>
                <a:gd name="connsiteX19607" fmla="*/ 2354781 w 4954903"/>
                <a:gd name="connsiteY19607" fmla="*/ 974666 h 4882701"/>
                <a:gd name="connsiteX19608" fmla="*/ 2342373 w 4954903"/>
                <a:gd name="connsiteY19608" fmla="*/ 962258 h 4882701"/>
                <a:gd name="connsiteX19609" fmla="*/ 1339851 w 4954903"/>
                <a:gd name="connsiteY19609" fmla="*/ 972894 h 4882701"/>
                <a:gd name="connsiteX19610" fmla="*/ 1334787 w 4954903"/>
                <a:gd name="connsiteY19610" fmla="*/ 960992 h 4882701"/>
                <a:gd name="connsiteX19611" fmla="*/ 1319087 w 4954903"/>
                <a:gd name="connsiteY19611" fmla="*/ 978971 h 4882701"/>
                <a:gd name="connsiteX19612" fmla="*/ 1339851 w 4954903"/>
                <a:gd name="connsiteY19612" fmla="*/ 972894 h 4882701"/>
                <a:gd name="connsiteX19613" fmla="*/ 1294777 w 4954903"/>
                <a:gd name="connsiteY19613" fmla="*/ 973653 h 4882701"/>
                <a:gd name="connsiteX19614" fmla="*/ 1289966 w 4954903"/>
                <a:gd name="connsiteY19614" fmla="*/ 961752 h 4882701"/>
                <a:gd name="connsiteX19615" fmla="*/ 1274013 w 4954903"/>
                <a:gd name="connsiteY19615" fmla="*/ 979731 h 4882701"/>
                <a:gd name="connsiteX19616" fmla="*/ 1294777 w 4954903"/>
                <a:gd name="connsiteY19616" fmla="*/ 973653 h 4882701"/>
                <a:gd name="connsiteX19617" fmla="*/ 1250716 w 4954903"/>
                <a:gd name="connsiteY19617" fmla="*/ 974666 h 4882701"/>
                <a:gd name="connsiteX19618" fmla="*/ 1246158 w 4954903"/>
                <a:gd name="connsiteY19618" fmla="*/ 962765 h 4882701"/>
                <a:gd name="connsiteX19619" fmla="*/ 1230205 w 4954903"/>
                <a:gd name="connsiteY19619" fmla="*/ 980997 h 4882701"/>
                <a:gd name="connsiteX19620" fmla="*/ 1250716 w 4954903"/>
                <a:gd name="connsiteY19620" fmla="*/ 974666 h 4882701"/>
                <a:gd name="connsiteX19621" fmla="*/ 1207414 w 4954903"/>
                <a:gd name="connsiteY19621" fmla="*/ 975426 h 4882701"/>
                <a:gd name="connsiteX19622" fmla="*/ 1203363 w 4954903"/>
                <a:gd name="connsiteY19622" fmla="*/ 963524 h 4882701"/>
                <a:gd name="connsiteX19623" fmla="*/ 1187409 w 4954903"/>
                <a:gd name="connsiteY19623" fmla="*/ 981757 h 4882701"/>
                <a:gd name="connsiteX19624" fmla="*/ 1207414 w 4954903"/>
                <a:gd name="connsiteY19624" fmla="*/ 975426 h 4882701"/>
                <a:gd name="connsiteX19625" fmla="*/ 716409 w 4954903"/>
                <a:gd name="connsiteY19625" fmla="*/ 995937 h 4882701"/>
                <a:gd name="connsiteX19626" fmla="*/ 718182 w 4954903"/>
                <a:gd name="connsiteY19626" fmla="*/ 984289 h 4882701"/>
                <a:gd name="connsiteX19627" fmla="*/ 701975 w 4954903"/>
                <a:gd name="connsiteY19627" fmla="*/ 1004800 h 4882701"/>
                <a:gd name="connsiteX19628" fmla="*/ 716409 w 4954903"/>
                <a:gd name="connsiteY19628" fmla="*/ 995937 h 4882701"/>
                <a:gd name="connsiteX19629" fmla="*/ 676146 w 4954903"/>
                <a:gd name="connsiteY19629" fmla="*/ 1006573 h 4882701"/>
                <a:gd name="connsiteX19630" fmla="*/ 690327 w 4954903"/>
                <a:gd name="connsiteY19630" fmla="*/ 997710 h 4882701"/>
                <a:gd name="connsiteX19631" fmla="*/ 692353 w 4954903"/>
                <a:gd name="connsiteY19631" fmla="*/ 986061 h 4882701"/>
                <a:gd name="connsiteX19632" fmla="*/ 676146 w 4954903"/>
                <a:gd name="connsiteY19632" fmla="*/ 1006573 h 4882701"/>
                <a:gd name="connsiteX19633" fmla="*/ 665511 w 4954903"/>
                <a:gd name="connsiteY19633" fmla="*/ 999736 h 4882701"/>
                <a:gd name="connsiteX19634" fmla="*/ 668043 w 4954903"/>
                <a:gd name="connsiteY19634" fmla="*/ 988087 h 4882701"/>
                <a:gd name="connsiteX19635" fmla="*/ 651583 w 4954903"/>
                <a:gd name="connsiteY19635" fmla="*/ 1008599 h 4882701"/>
                <a:gd name="connsiteX19636" fmla="*/ 665511 w 4954903"/>
                <a:gd name="connsiteY19636" fmla="*/ 999736 h 4882701"/>
                <a:gd name="connsiteX19637" fmla="*/ 628540 w 4954903"/>
                <a:gd name="connsiteY19637" fmla="*/ 1011131 h 4882701"/>
                <a:gd name="connsiteX19638" fmla="*/ 641961 w 4954903"/>
                <a:gd name="connsiteY19638" fmla="*/ 1001762 h 4882701"/>
                <a:gd name="connsiteX19639" fmla="*/ 644746 w 4954903"/>
                <a:gd name="connsiteY19639" fmla="*/ 990113 h 4882701"/>
                <a:gd name="connsiteX19640" fmla="*/ 628540 w 4954903"/>
                <a:gd name="connsiteY19640" fmla="*/ 1011131 h 4882701"/>
                <a:gd name="connsiteX19641" fmla="*/ 606762 w 4954903"/>
                <a:gd name="connsiteY19641" fmla="*/ 1013410 h 4882701"/>
                <a:gd name="connsiteX19642" fmla="*/ 619677 w 4954903"/>
                <a:gd name="connsiteY19642" fmla="*/ 1004041 h 4882701"/>
                <a:gd name="connsiteX19643" fmla="*/ 622969 w 4954903"/>
                <a:gd name="connsiteY19643" fmla="*/ 992392 h 4882701"/>
                <a:gd name="connsiteX19644" fmla="*/ 606762 w 4954903"/>
                <a:gd name="connsiteY19644" fmla="*/ 1013410 h 4882701"/>
                <a:gd name="connsiteX19645" fmla="*/ 586251 w 4954903"/>
                <a:gd name="connsiteY19645" fmla="*/ 1015689 h 4882701"/>
                <a:gd name="connsiteX19646" fmla="*/ 598912 w 4954903"/>
                <a:gd name="connsiteY19646" fmla="*/ 1006320 h 4882701"/>
                <a:gd name="connsiteX19647" fmla="*/ 602711 w 4954903"/>
                <a:gd name="connsiteY19647" fmla="*/ 994671 h 4882701"/>
                <a:gd name="connsiteX19648" fmla="*/ 586251 w 4954903"/>
                <a:gd name="connsiteY19648" fmla="*/ 1015689 h 4882701"/>
                <a:gd name="connsiteX19649" fmla="*/ 567006 w 4954903"/>
                <a:gd name="connsiteY19649" fmla="*/ 1018221 h 4882701"/>
                <a:gd name="connsiteX19650" fmla="*/ 579161 w 4954903"/>
                <a:gd name="connsiteY19650" fmla="*/ 1008345 h 4882701"/>
                <a:gd name="connsiteX19651" fmla="*/ 583213 w 4954903"/>
                <a:gd name="connsiteY19651" fmla="*/ 996697 h 4882701"/>
                <a:gd name="connsiteX19652" fmla="*/ 567006 w 4954903"/>
                <a:gd name="connsiteY19652" fmla="*/ 1018221 h 4882701"/>
                <a:gd name="connsiteX19653" fmla="*/ 473566 w 4954903"/>
                <a:gd name="connsiteY19653" fmla="*/ 1028350 h 4882701"/>
                <a:gd name="connsiteX19654" fmla="*/ 480909 w 4954903"/>
                <a:gd name="connsiteY19654" fmla="*/ 1016702 h 4882701"/>
                <a:gd name="connsiteX19655" fmla="*/ 480909 w 4954903"/>
                <a:gd name="connsiteY19655" fmla="*/ 1016702 h 4882701"/>
                <a:gd name="connsiteX19656" fmla="*/ 464956 w 4954903"/>
                <a:gd name="connsiteY19656" fmla="*/ 1038986 h 4882701"/>
                <a:gd name="connsiteX19657" fmla="*/ 473566 w 4954903"/>
                <a:gd name="connsiteY19657" fmla="*/ 1028350 h 4882701"/>
                <a:gd name="connsiteX19658" fmla="*/ 466729 w 4954903"/>
                <a:gd name="connsiteY19658" fmla="*/ 1025058 h 4882701"/>
                <a:gd name="connsiteX19659" fmla="*/ 462930 w 4954903"/>
                <a:gd name="connsiteY19659" fmla="*/ 1030376 h 4882701"/>
                <a:gd name="connsiteX19660" fmla="*/ 454321 w 4954903"/>
                <a:gd name="connsiteY19660" fmla="*/ 1042278 h 4882701"/>
                <a:gd name="connsiteX19661" fmla="*/ 450522 w 4954903"/>
                <a:gd name="connsiteY19661" fmla="*/ 1047595 h 4882701"/>
                <a:gd name="connsiteX19662" fmla="*/ 458372 w 4954903"/>
                <a:gd name="connsiteY19662" fmla="*/ 1036960 h 4882701"/>
                <a:gd name="connsiteX19663" fmla="*/ 466729 w 4954903"/>
                <a:gd name="connsiteY19663" fmla="*/ 1025058 h 4882701"/>
                <a:gd name="connsiteX19664" fmla="*/ 4522901 w 4954903"/>
                <a:gd name="connsiteY19664" fmla="*/ 1077223 h 4882701"/>
                <a:gd name="connsiteX19665" fmla="*/ 4507961 w 4954903"/>
                <a:gd name="connsiteY19665" fmla="*/ 1055699 h 4882701"/>
                <a:gd name="connsiteX19666" fmla="*/ 4522901 w 4954903"/>
                <a:gd name="connsiteY19666" fmla="*/ 1077223 h 4882701"/>
                <a:gd name="connsiteX19667" fmla="*/ 4522901 w 4954903"/>
                <a:gd name="connsiteY19667" fmla="*/ 1077223 h 4882701"/>
                <a:gd name="connsiteX19668" fmla="*/ 4514544 w 4954903"/>
                <a:gd name="connsiteY19668" fmla="*/ 1065321 h 4882701"/>
                <a:gd name="connsiteX19669" fmla="*/ 4504922 w 4954903"/>
                <a:gd name="connsiteY19669" fmla="*/ 1052153 h 4882701"/>
                <a:gd name="connsiteX19670" fmla="*/ 4504922 w 4954903"/>
                <a:gd name="connsiteY19670" fmla="*/ 1052153 h 4882701"/>
                <a:gd name="connsiteX19671" fmla="*/ 4520622 w 4954903"/>
                <a:gd name="connsiteY19671" fmla="*/ 1074944 h 4882701"/>
                <a:gd name="connsiteX19672" fmla="*/ 4514544 w 4954903"/>
                <a:gd name="connsiteY19672" fmla="*/ 1065321 h 4882701"/>
                <a:gd name="connsiteX19673" fmla="*/ 4516317 w 4954903"/>
                <a:gd name="connsiteY19673" fmla="*/ 1071905 h 4882701"/>
                <a:gd name="connsiteX19674" fmla="*/ 4510493 w 4954903"/>
                <a:gd name="connsiteY19674" fmla="*/ 1062536 h 4882701"/>
                <a:gd name="connsiteX19675" fmla="*/ 4500617 w 4954903"/>
                <a:gd name="connsiteY19675" fmla="*/ 1049368 h 4882701"/>
                <a:gd name="connsiteX19676" fmla="*/ 4500617 w 4954903"/>
                <a:gd name="connsiteY19676" fmla="*/ 1049368 h 4882701"/>
                <a:gd name="connsiteX19677" fmla="*/ 4516317 w 4954903"/>
                <a:gd name="connsiteY19677" fmla="*/ 1071905 h 4882701"/>
                <a:gd name="connsiteX19678" fmla="*/ 4516317 w 4954903"/>
                <a:gd name="connsiteY19678" fmla="*/ 1071905 h 4882701"/>
                <a:gd name="connsiteX19679" fmla="*/ 4510239 w 4954903"/>
                <a:gd name="connsiteY19679" fmla="*/ 1068866 h 4882701"/>
                <a:gd name="connsiteX19680" fmla="*/ 4510239 w 4954903"/>
                <a:gd name="connsiteY19680" fmla="*/ 1068866 h 4882701"/>
                <a:gd name="connsiteX19681" fmla="*/ 4504922 w 4954903"/>
                <a:gd name="connsiteY19681" fmla="*/ 1059497 h 4882701"/>
                <a:gd name="connsiteX19682" fmla="*/ 4494793 w 4954903"/>
                <a:gd name="connsiteY19682" fmla="*/ 1046329 h 4882701"/>
                <a:gd name="connsiteX19683" fmla="*/ 4494540 w 4954903"/>
                <a:gd name="connsiteY19683" fmla="*/ 1046329 h 4882701"/>
                <a:gd name="connsiteX19684" fmla="*/ 4510239 w 4954903"/>
                <a:gd name="connsiteY19684" fmla="*/ 1068866 h 4882701"/>
                <a:gd name="connsiteX19685" fmla="*/ 4486943 w 4954903"/>
                <a:gd name="connsiteY19685" fmla="*/ 1043037 h 4882701"/>
                <a:gd name="connsiteX19686" fmla="*/ 4502896 w 4954903"/>
                <a:gd name="connsiteY19686" fmla="*/ 1065828 h 4882701"/>
                <a:gd name="connsiteX19687" fmla="*/ 4497578 w 4954903"/>
                <a:gd name="connsiteY19687" fmla="*/ 1056458 h 4882701"/>
                <a:gd name="connsiteX19688" fmla="*/ 4486943 w 4954903"/>
                <a:gd name="connsiteY19688" fmla="*/ 1043037 h 4882701"/>
                <a:gd name="connsiteX19689" fmla="*/ 4486943 w 4954903"/>
                <a:gd name="connsiteY19689" fmla="*/ 1043037 h 4882701"/>
                <a:gd name="connsiteX19690" fmla="*/ 4477827 w 4954903"/>
                <a:gd name="connsiteY19690" fmla="*/ 1039999 h 4882701"/>
                <a:gd name="connsiteX19691" fmla="*/ 4477827 w 4954903"/>
                <a:gd name="connsiteY19691" fmla="*/ 1039999 h 4882701"/>
                <a:gd name="connsiteX19692" fmla="*/ 4493526 w 4954903"/>
                <a:gd name="connsiteY19692" fmla="*/ 1062789 h 4882701"/>
                <a:gd name="connsiteX19693" fmla="*/ 4488715 w 4954903"/>
                <a:gd name="connsiteY19693" fmla="*/ 1053420 h 4882701"/>
                <a:gd name="connsiteX19694" fmla="*/ 4477827 w 4954903"/>
                <a:gd name="connsiteY19694" fmla="*/ 1039999 h 4882701"/>
                <a:gd name="connsiteX19695" fmla="*/ 4466938 w 4954903"/>
                <a:gd name="connsiteY19695" fmla="*/ 1036960 h 4882701"/>
                <a:gd name="connsiteX19696" fmla="*/ 4466938 w 4954903"/>
                <a:gd name="connsiteY19696" fmla="*/ 1036960 h 4882701"/>
                <a:gd name="connsiteX19697" fmla="*/ 4482384 w 4954903"/>
                <a:gd name="connsiteY19697" fmla="*/ 1059497 h 4882701"/>
                <a:gd name="connsiteX19698" fmla="*/ 4478080 w 4954903"/>
                <a:gd name="connsiteY19698" fmla="*/ 1050128 h 4882701"/>
                <a:gd name="connsiteX19699" fmla="*/ 4466938 w 4954903"/>
                <a:gd name="connsiteY19699" fmla="*/ 1036960 h 4882701"/>
                <a:gd name="connsiteX19700" fmla="*/ 4454530 w 4954903"/>
                <a:gd name="connsiteY19700" fmla="*/ 1033921 h 4882701"/>
                <a:gd name="connsiteX19701" fmla="*/ 4454023 w 4954903"/>
                <a:gd name="connsiteY19701" fmla="*/ 1033921 h 4882701"/>
                <a:gd name="connsiteX19702" fmla="*/ 4469723 w 4954903"/>
                <a:gd name="connsiteY19702" fmla="*/ 1056458 h 4882701"/>
                <a:gd name="connsiteX19703" fmla="*/ 4465925 w 4954903"/>
                <a:gd name="connsiteY19703" fmla="*/ 1047089 h 4882701"/>
                <a:gd name="connsiteX19704" fmla="*/ 4454530 w 4954903"/>
                <a:gd name="connsiteY19704" fmla="*/ 1033921 h 4882701"/>
                <a:gd name="connsiteX19705" fmla="*/ 4440855 w 4954903"/>
                <a:gd name="connsiteY19705" fmla="*/ 1030882 h 4882701"/>
                <a:gd name="connsiteX19706" fmla="*/ 4440349 w 4954903"/>
                <a:gd name="connsiteY19706" fmla="*/ 1030882 h 4882701"/>
                <a:gd name="connsiteX19707" fmla="*/ 4456049 w 4954903"/>
                <a:gd name="connsiteY19707" fmla="*/ 1053420 h 4882701"/>
                <a:gd name="connsiteX19708" fmla="*/ 4452504 w 4954903"/>
                <a:gd name="connsiteY19708" fmla="*/ 1044050 h 4882701"/>
                <a:gd name="connsiteX19709" fmla="*/ 4440855 w 4954903"/>
                <a:gd name="connsiteY19709" fmla="*/ 1030882 h 4882701"/>
                <a:gd name="connsiteX19710" fmla="*/ 4437564 w 4954903"/>
                <a:gd name="connsiteY19710" fmla="*/ 1041012 h 4882701"/>
                <a:gd name="connsiteX19711" fmla="*/ 4425409 w 4954903"/>
                <a:gd name="connsiteY19711" fmla="*/ 1027844 h 4882701"/>
                <a:gd name="connsiteX19712" fmla="*/ 4424902 w 4954903"/>
                <a:gd name="connsiteY19712" fmla="*/ 1027844 h 4882701"/>
                <a:gd name="connsiteX19713" fmla="*/ 4440602 w 4954903"/>
                <a:gd name="connsiteY19713" fmla="*/ 1050381 h 4882701"/>
                <a:gd name="connsiteX19714" fmla="*/ 4437564 w 4954903"/>
                <a:gd name="connsiteY19714" fmla="*/ 1041012 h 4882701"/>
                <a:gd name="connsiteX19715" fmla="*/ 4437564 w 4954903"/>
                <a:gd name="connsiteY19715" fmla="*/ 1041012 h 4882701"/>
                <a:gd name="connsiteX19716" fmla="*/ 4408696 w 4954903"/>
                <a:gd name="connsiteY19716" fmla="*/ 1024552 h 4882701"/>
                <a:gd name="connsiteX19717" fmla="*/ 4407936 w 4954903"/>
                <a:gd name="connsiteY19717" fmla="*/ 1024552 h 4882701"/>
                <a:gd name="connsiteX19718" fmla="*/ 4423636 w 4954903"/>
                <a:gd name="connsiteY19718" fmla="*/ 1047089 h 4882701"/>
                <a:gd name="connsiteX19719" fmla="*/ 4421104 w 4954903"/>
                <a:gd name="connsiteY19719" fmla="*/ 1037720 h 4882701"/>
                <a:gd name="connsiteX19720" fmla="*/ 4408696 w 4954903"/>
                <a:gd name="connsiteY19720" fmla="*/ 1024552 h 4882701"/>
                <a:gd name="connsiteX19721" fmla="*/ 4390464 w 4954903"/>
                <a:gd name="connsiteY19721" fmla="*/ 1021513 h 4882701"/>
                <a:gd name="connsiteX19722" fmla="*/ 4389704 w 4954903"/>
                <a:gd name="connsiteY19722" fmla="*/ 1021513 h 4882701"/>
                <a:gd name="connsiteX19723" fmla="*/ 4405151 w 4954903"/>
                <a:gd name="connsiteY19723" fmla="*/ 1044050 h 4882701"/>
                <a:gd name="connsiteX19724" fmla="*/ 4402872 w 4954903"/>
                <a:gd name="connsiteY19724" fmla="*/ 1034681 h 4882701"/>
                <a:gd name="connsiteX19725" fmla="*/ 4390464 w 4954903"/>
                <a:gd name="connsiteY19725" fmla="*/ 1021513 h 4882701"/>
                <a:gd name="connsiteX19726" fmla="*/ 4370965 w 4954903"/>
                <a:gd name="connsiteY19726" fmla="*/ 1018474 h 4882701"/>
                <a:gd name="connsiteX19727" fmla="*/ 4370206 w 4954903"/>
                <a:gd name="connsiteY19727" fmla="*/ 1018474 h 4882701"/>
                <a:gd name="connsiteX19728" fmla="*/ 4385652 w 4954903"/>
                <a:gd name="connsiteY19728" fmla="*/ 1040758 h 4882701"/>
                <a:gd name="connsiteX19729" fmla="*/ 4383627 w 4954903"/>
                <a:gd name="connsiteY19729" fmla="*/ 1031389 h 4882701"/>
                <a:gd name="connsiteX19730" fmla="*/ 4370965 w 4954903"/>
                <a:gd name="connsiteY19730" fmla="*/ 1018474 h 4882701"/>
                <a:gd name="connsiteX19731" fmla="*/ 4348935 w 4954903"/>
                <a:gd name="connsiteY19731" fmla="*/ 1015689 h 4882701"/>
                <a:gd name="connsiteX19732" fmla="*/ 4363622 w 4954903"/>
                <a:gd name="connsiteY19732" fmla="*/ 1037973 h 4882701"/>
                <a:gd name="connsiteX19733" fmla="*/ 4362609 w 4954903"/>
                <a:gd name="connsiteY19733" fmla="*/ 1028857 h 4882701"/>
                <a:gd name="connsiteX19734" fmla="*/ 4349694 w 4954903"/>
                <a:gd name="connsiteY19734" fmla="*/ 1015689 h 4882701"/>
                <a:gd name="connsiteX19735" fmla="*/ 4348935 w 4954903"/>
                <a:gd name="connsiteY19735" fmla="*/ 1015689 h 4882701"/>
                <a:gd name="connsiteX19736" fmla="*/ 4327663 w 4954903"/>
                <a:gd name="connsiteY19736" fmla="*/ 1012397 h 4882701"/>
                <a:gd name="connsiteX19737" fmla="*/ 4326651 w 4954903"/>
                <a:gd name="connsiteY19737" fmla="*/ 1012397 h 4882701"/>
                <a:gd name="connsiteX19738" fmla="*/ 4341338 w 4954903"/>
                <a:gd name="connsiteY19738" fmla="*/ 1034681 h 4882701"/>
                <a:gd name="connsiteX19739" fmla="*/ 4340831 w 4954903"/>
                <a:gd name="connsiteY19739" fmla="*/ 1025565 h 4882701"/>
                <a:gd name="connsiteX19740" fmla="*/ 4327663 w 4954903"/>
                <a:gd name="connsiteY19740" fmla="*/ 1012397 h 4882701"/>
                <a:gd name="connsiteX19741" fmla="*/ 4303861 w 4954903"/>
                <a:gd name="connsiteY19741" fmla="*/ 1009358 h 4882701"/>
                <a:gd name="connsiteX19742" fmla="*/ 4302847 w 4954903"/>
                <a:gd name="connsiteY19742" fmla="*/ 1009358 h 4882701"/>
                <a:gd name="connsiteX19743" fmla="*/ 4317281 w 4954903"/>
                <a:gd name="connsiteY19743" fmla="*/ 1031642 h 4882701"/>
                <a:gd name="connsiteX19744" fmla="*/ 4317028 w 4954903"/>
                <a:gd name="connsiteY19744" fmla="*/ 1022526 h 4882701"/>
                <a:gd name="connsiteX19745" fmla="*/ 4303861 w 4954903"/>
                <a:gd name="connsiteY19745" fmla="*/ 1009358 h 4882701"/>
                <a:gd name="connsiteX19746" fmla="*/ 4279044 w 4954903"/>
                <a:gd name="connsiteY19746" fmla="*/ 1006573 h 4882701"/>
                <a:gd name="connsiteX19747" fmla="*/ 4277525 w 4954903"/>
                <a:gd name="connsiteY19747" fmla="*/ 1006826 h 4882701"/>
                <a:gd name="connsiteX19748" fmla="*/ 4292212 w 4954903"/>
                <a:gd name="connsiteY19748" fmla="*/ 1028857 h 4882701"/>
                <a:gd name="connsiteX19749" fmla="*/ 4292465 w 4954903"/>
                <a:gd name="connsiteY19749" fmla="*/ 1019741 h 4882701"/>
                <a:gd name="connsiteX19750" fmla="*/ 4279044 w 4954903"/>
                <a:gd name="connsiteY19750" fmla="*/ 1006573 h 4882701"/>
                <a:gd name="connsiteX19751" fmla="*/ 4252709 w 4954903"/>
                <a:gd name="connsiteY19751" fmla="*/ 1003534 h 4882701"/>
                <a:gd name="connsiteX19752" fmla="*/ 4251190 w 4954903"/>
                <a:gd name="connsiteY19752" fmla="*/ 1003787 h 4882701"/>
                <a:gd name="connsiteX19753" fmla="*/ 4265623 w 4954903"/>
                <a:gd name="connsiteY19753" fmla="*/ 1025818 h 4882701"/>
                <a:gd name="connsiteX19754" fmla="*/ 4266383 w 4954903"/>
                <a:gd name="connsiteY19754" fmla="*/ 1016702 h 4882701"/>
                <a:gd name="connsiteX19755" fmla="*/ 4252709 w 4954903"/>
                <a:gd name="connsiteY19755" fmla="*/ 1003534 h 4882701"/>
                <a:gd name="connsiteX19756" fmla="*/ 4238275 w 4954903"/>
                <a:gd name="connsiteY19756" fmla="*/ 1022779 h 4882701"/>
                <a:gd name="connsiteX19757" fmla="*/ 4239288 w 4954903"/>
                <a:gd name="connsiteY19757" fmla="*/ 1013663 h 4882701"/>
                <a:gd name="connsiteX19758" fmla="*/ 4225360 w 4954903"/>
                <a:gd name="connsiteY19758" fmla="*/ 1000749 h 4882701"/>
                <a:gd name="connsiteX19759" fmla="*/ 4223841 w 4954903"/>
                <a:gd name="connsiteY19759" fmla="*/ 1001002 h 4882701"/>
                <a:gd name="connsiteX19760" fmla="*/ 4238275 w 4954903"/>
                <a:gd name="connsiteY19760" fmla="*/ 1022779 h 4882701"/>
                <a:gd name="connsiteX19761" fmla="*/ 4196746 w 4954903"/>
                <a:gd name="connsiteY19761" fmla="*/ 997710 h 4882701"/>
                <a:gd name="connsiteX19762" fmla="*/ 4194973 w 4954903"/>
                <a:gd name="connsiteY19762" fmla="*/ 997963 h 4882701"/>
                <a:gd name="connsiteX19763" fmla="*/ 4209154 w 4954903"/>
                <a:gd name="connsiteY19763" fmla="*/ 1019741 h 4882701"/>
                <a:gd name="connsiteX19764" fmla="*/ 4210673 w 4954903"/>
                <a:gd name="connsiteY19764" fmla="*/ 1010624 h 4882701"/>
                <a:gd name="connsiteX19765" fmla="*/ 4196746 w 4954903"/>
                <a:gd name="connsiteY19765" fmla="*/ 997710 h 4882701"/>
                <a:gd name="connsiteX19766" fmla="*/ 4178260 w 4954903"/>
                <a:gd name="connsiteY19766" fmla="*/ 1016702 h 4882701"/>
                <a:gd name="connsiteX19767" fmla="*/ 4181046 w 4954903"/>
                <a:gd name="connsiteY19767" fmla="*/ 1007839 h 4882701"/>
                <a:gd name="connsiteX19768" fmla="*/ 4166865 w 4954903"/>
                <a:gd name="connsiteY19768" fmla="*/ 994924 h 4882701"/>
                <a:gd name="connsiteX19769" fmla="*/ 4165092 w 4954903"/>
                <a:gd name="connsiteY19769" fmla="*/ 995178 h 4882701"/>
                <a:gd name="connsiteX19770" fmla="*/ 4178260 w 4954903"/>
                <a:gd name="connsiteY19770" fmla="*/ 1016702 h 4882701"/>
                <a:gd name="connsiteX19771" fmla="*/ 4147114 w 4954903"/>
                <a:gd name="connsiteY19771" fmla="*/ 1013663 h 4882701"/>
                <a:gd name="connsiteX19772" fmla="*/ 4150405 w 4954903"/>
                <a:gd name="connsiteY19772" fmla="*/ 1004800 h 4882701"/>
                <a:gd name="connsiteX19773" fmla="*/ 4135972 w 4954903"/>
                <a:gd name="connsiteY19773" fmla="*/ 991886 h 4882701"/>
                <a:gd name="connsiteX19774" fmla="*/ 4134199 w 4954903"/>
                <a:gd name="connsiteY19774" fmla="*/ 992139 h 4882701"/>
                <a:gd name="connsiteX19775" fmla="*/ 4147114 w 4954903"/>
                <a:gd name="connsiteY19775" fmla="*/ 1013663 h 4882701"/>
                <a:gd name="connsiteX19776" fmla="*/ 3998723 w 4954903"/>
                <a:gd name="connsiteY19776" fmla="*/ 980997 h 4882701"/>
                <a:gd name="connsiteX19777" fmla="*/ 4009865 w 4954903"/>
                <a:gd name="connsiteY19777" fmla="*/ 1002268 h 4882701"/>
                <a:gd name="connsiteX19778" fmla="*/ 4015689 w 4954903"/>
                <a:gd name="connsiteY19778" fmla="*/ 993658 h 4882701"/>
                <a:gd name="connsiteX19779" fmla="*/ 4001002 w 4954903"/>
                <a:gd name="connsiteY19779" fmla="*/ 980744 h 4882701"/>
                <a:gd name="connsiteX19780" fmla="*/ 3998723 w 4954903"/>
                <a:gd name="connsiteY19780" fmla="*/ 980997 h 4882701"/>
                <a:gd name="connsiteX19781" fmla="*/ 3972894 w 4954903"/>
                <a:gd name="connsiteY19781" fmla="*/ 999483 h 4882701"/>
                <a:gd name="connsiteX19782" fmla="*/ 3978972 w 4954903"/>
                <a:gd name="connsiteY19782" fmla="*/ 990873 h 4882701"/>
                <a:gd name="connsiteX19783" fmla="*/ 3964284 w 4954903"/>
                <a:gd name="connsiteY19783" fmla="*/ 977958 h 4882701"/>
                <a:gd name="connsiteX19784" fmla="*/ 3962006 w 4954903"/>
                <a:gd name="connsiteY19784" fmla="*/ 978212 h 4882701"/>
                <a:gd name="connsiteX19785" fmla="*/ 3972894 w 4954903"/>
                <a:gd name="connsiteY19785" fmla="*/ 999483 h 4882701"/>
                <a:gd name="connsiteX19786" fmla="*/ 3941747 w 4954903"/>
                <a:gd name="connsiteY19786" fmla="*/ 988087 h 4882701"/>
                <a:gd name="connsiteX19787" fmla="*/ 3926807 w 4954903"/>
                <a:gd name="connsiteY19787" fmla="*/ 975173 h 4882701"/>
                <a:gd name="connsiteX19788" fmla="*/ 3924528 w 4954903"/>
                <a:gd name="connsiteY19788" fmla="*/ 975426 h 4882701"/>
                <a:gd name="connsiteX19789" fmla="*/ 3935163 w 4954903"/>
                <a:gd name="connsiteY19789" fmla="*/ 996444 h 4882701"/>
                <a:gd name="connsiteX19790" fmla="*/ 3941747 w 4954903"/>
                <a:gd name="connsiteY19790" fmla="*/ 988087 h 4882701"/>
                <a:gd name="connsiteX19791" fmla="*/ 3886038 w 4954903"/>
                <a:gd name="connsiteY19791" fmla="*/ 972894 h 4882701"/>
                <a:gd name="connsiteX19792" fmla="*/ 3896420 w 4954903"/>
                <a:gd name="connsiteY19792" fmla="*/ 993912 h 4882701"/>
                <a:gd name="connsiteX19793" fmla="*/ 3903510 w 4954903"/>
                <a:gd name="connsiteY19793" fmla="*/ 985302 h 4882701"/>
                <a:gd name="connsiteX19794" fmla="*/ 3888570 w 4954903"/>
                <a:gd name="connsiteY19794" fmla="*/ 972387 h 4882701"/>
                <a:gd name="connsiteX19795" fmla="*/ 3886038 w 4954903"/>
                <a:gd name="connsiteY19795" fmla="*/ 972894 h 4882701"/>
                <a:gd name="connsiteX19796" fmla="*/ 3855650 w 4954903"/>
                <a:gd name="connsiteY19796" fmla="*/ 990873 h 4882701"/>
                <a:gd name="connsiteX19797" fmla="*/ 3864007 w 4954903"/>
                <a:gd name="connsiteY19797" fmla="*/ 982770 h 4882701"/>
                <a:gd name="connsiteX19798" fmla="*/ 3849067 w 4954903"/>
                <a:gd name="connsiteY19798" fmla="*/ 969855 h 4882701"/>
                <a:gd name="connsiteX19799" fmla="*/ 3846534 w 4954903"/>
                <a:gd name="connsiteY19799" fmla="*/ 970108 h 4882701"/>
                <a:gd name="connsiteX19800" fmla="*/ 3855650 w 4954903"/>
                <a:gd name="connsiteY19800" fmla="*/ 990873 h 4882701"/>
                <a:gd name="connsiteX19801" fmla="*/ 3808804 w 4954903"/>
                <a:gd name="connsiteY19801" fmla="*/ 967323 h 4882701"/>
                <a:gd name="connsiteX19802" fmla="*/ 3806271 w 4954903"/>
                <a:gd name="connsiteY19802" fmla="*/ 967576 h 4882701"/>
                <a:gd name="connsiteX19803" fmla="*/ 3814881 w 4954903"/>
                <a:gd name="connsiteY19803" fmla="*/ 988341 h 4882701"/>
                <a:gd name="connsiteX19804" fmla="*/ 3823744 w 4954903"/>
                <a:gd name="connsiteY19804" fmla="*/ 980237 h 4882701"/>
                <a:gd name="connsiteX19805" fmla="*/ 3808804 w 4954903"/>
                <a:gd name="connsiteY19805" fmla="*/ 967323 h 4882701"/>
                <a:gd name="connsiteX19806" fmla="*/ 3767528 w 4954903"/>
                <a:gd name="connsiteY19806" fmla="*/ 964790 h 4882701"/>
                <a:gd name="connsiteX19807" fmla="*/ 3764995 w 4954903"/>
                <a:gd name="connsiteY19807" fmla="*/ 965044 h 4882701"/>
                <a:gd name="connsiteX19808" fmla="*/ 3773352 w 4954903"/>
                <a:gd name="connsiteY19808" fmla="*/ 985555 h 4882701"/>
                <a:gd name="connsiteX19809" fmla="*/ 3782722 w 4954903"/>
                <a:gd name="connsiteY19809" fmla="*/ 977452 h 4882701"/>
                <a:gd name="connsiteX19810" fmla="*/ 3767528 w 4954903"/>
                <a:gd name="connsiteY19810" fmla="*/ 964790 h 4882701"/>
                <a:gd name="connsiteX19811" fmla="*/ 3725492 w 4954903"/>
                <a:gd name="connsiteY19811" fmla="*/ 962258 h 4882701"/>
                <a:gd name="connsiteX19812" fmla="*/ 3722707 w 4954903"/>
                <a:gd name="connsiteY19812" fmla="*/ 962511 h 4882701"/>
                <a:gd name="connsiteX19813" fmla="*/ 3729544 w 4954903"/>
                <a:gd name="connsiteY19813" fmla="*/ 982516 h 4882701"/>
                <a:gd name="connsiteX19814" fmla="*/ 3740179 w 4954903"/>
                <a:gd name="connsiteY19814" fmla="*/ 974920 h 4882701"/>
                <a:gd name="connsiteX19815" fmla="*/ 3725492 w 4954903"/>
                <a:gd name="connsiteY19815" fmla="*/ 962258 h 4882701"/>
                <a:gd name="connsiteX19816" fmla="*/ 3682444 w 4954903"/>
                <a:gd name="connsiteY19816" fmla="*/ 959726 h 4882701"/>
                <a:gd name="connsiteX19817" fmla="*/ 3679658 w 4954903"/>
                <a:gd name="connsiteY19817" fmla="*/ 959979 h 4882701"/>
                <a:gd name="connsiteX19818" fmla="*/ 3686243 w 4954903"/>
                <a:gd name="connsiteY19818" fmla="*/ 979984 h 4882701"/>
                <a:gd name="connsiteX19819" fmla="*/ 3697384 w 4954903"/>
                <a:gd name="connsiteY19819" fmla="*/ 972387 h 4882701"/>
                <a:gd name="connsiteX19820" fmla="*/ 3682444 w 4954903"/>
                <a:gd name="connsiteY19820" fmla="*/ 959726 h 4882701"/>
                <a:gd name="connsiteX19821" fmla="*/ 3641928 w 4954903"/>
                <a:gd name="connsiteY19821" fmla="*/ 977705 h 4882701"/>
                <a:gd name="connsiteX19822" fmla="*/ 3653576 w 4954903"/>
                <a:gd name="connsiteY19822" fmla="*/ 970108 h 4882701"/>
                <a:gd name="connsiteX19823" fmla="*/ 3638636 w 4954903"/>
                <a:gd name="connsiteY19823" fmla="*/ 957447 h 4882701"/>
                <a:gd name="connsiteX19824" fmla="*/ 3635850 w 4954903"/>
                <a:gd name="connsiteY19824" fmla="*/ 957700 h 4882701"/>
                <a:gd name="connsiteX19825" fmla="*/ 3641928 w 4954903"/>
                <a:gd name="connsiteY19825" fmla="*/ 977705 h 4882701"/>
                <a:gd name="connsiteX19826" fmla="*/ 3593815 w 4954903"/>
                <a:gd name="connsiteY19826" fmla="*/ 954915 h 4882701"/>
                <a:gd name="connsiteX19827" fmla="*/ 3591029 w 4954903"/>
                <a:gd name="connsiteY19827" fmla="*/ 955168 h 4882701"/>
                <a:gd name="connsiteX19828" fmla="*/ 3596853 w 4954903"/>
                <a:gd name="connsiteY19828" fmla="*/ 975173 h 4882701"/>
                <a:gd name="connsiteX19829" fmla="*/ 3609009 w 4954903"/>
                <a:gd name="connsiteY19829" fmla="*/ 967576 h 4882701"/>
                <a:gd name="connsiteX19830" fmla="*/ 3593815 w 4954903"/>
                <a:gd name="connsiteY19830" fmla="*/ 954915 h 4882701"/>
                <a:gd name="connsiteX19831" fmla="*/ 3548488 w 4954903"/>
                <a:gd name="connsiteY19831" fmla="*/ 952636 h 4882701"/>
                <a:gd name="connsiteX19832" fmla="*/ 3545449 w 4954903"/>
                <a:gd name="connsiteY19832" fmla="*/ 952889 h 4882701"/>
                <a:gd name="connsiteX19833" fmla="*/ 3549753 w 4954903"/>
                <a:gd name="connsiteY19833" fmla="*/ 972387 h 4882701"/>
                <a:gd name="connsiteX19834" fmla="*/ 3563175 w 4954903"/>
                <a:gd name="connsiteY19834" fmla="*/ 965297 h 4882701"/>
                <a:gd name="connsiteX19835" fmla="*/ 3548488 w 4954903"/>
                <a:gd name="connsiteY19835" fmla="*/ 952636 h 4882701"/>
                <a:gd name="connsiteX19836" fmla="*/ 3502400 w 4954903"/>
                <a:gd name="connsiteY19836" fmla="*/ 950357 h 4882701"/>
                <a:gd name="connsiteX19837" fmla="*/ 3499362 w 4954903"/>
                <a:gd name="connsiteY19837" fmla="*/ 950610 h 4882701"/>
                <a:gd name="connsiteX19838" fmla="*/ 3503413 w 4954903"/>
                <a:gd name="connsiteY19838" fmla="*/ 970108 h 4882701"/>
                <a:gd name="connsiteX19839" fmla="*/ 3517341 w 4954903"/>
                <a:gd name="connsiteY19839" fmla="*/ 963018 h 4882701"/>
                <a:gd name="connsiteX19840" fmla="*/ 3502400 w 4954903"/>
                <a:gd name="connsiteY19840" fmla="*/ 950357 h 4882701"/>
                <a:gd name="connsiteX19841" fmla="*/ 3455300 w 4954903"/>
                <a:gd name="connsiteY19841" fmla="*/ 948078 h 4882701"/>
                <a:gd name="connsiteX19842" fmla="*/ 3452262 w 4954903"/>
                <a:gd name="connsiteY19842" fmla="*/ 948331 h 4882701"/>
                <a:gd name="connsiteX19843" fmla="*/ 3455807 w 4954903"/>
                <a:gd name="connsiteY19843" fmla="*/ 967829 h 4882701"/>
                <a:gd name="connsiteX19844" fmla="*/ 3470241 w 4954903"/>
                <a:gd name="connsiteY19844" fmla="*/ 960739 h 4882701"/>
                <a:gd name="connsiteX19845" fmla="*/ 3455300 w 4954903"/>
                <a:gd name="connsiteY19845" fmla="*/ 948078 h 4882701"/>
                <a:gd name="connsiteX19846" fmla="*/ 3407947 w 4954903"/>
                <a:gd name="connsiteY19846" fmla="*/ 945799 h 4882701"/>
                <a:gd name="connsiteX19847" fmla="*/ 3405921 w 4954903"/>
                <a:gd name="connsiteY19847" fmla="*/ 946052 h 4882701"/>
                <a:gd name="connsiteX19848" fmla="*/ 3407188 w 4954903"/>
                <a:gd name="connsiteY19848" fmla="*/ 965044 h 4882701"/>
                <a:gd name="connsiteX19849" fmla="*/ 3422887 w 4954903"/>
                <a:gd name="connsiteY19849" fmla="*/ 958460 h 4882701"/>
                <a:gd name="connsiteX19850" fmla="*/ 3407947 w 4954903"/>
                <a:gd name="connsiteY19850" fmla="*/ 945799 h 4882701"/>
                <a:gd name="connsiteX19851" fmla="*/ 3208658 w 4954903"/>
                <a:gd name="connsiteY19851" fmla="*/ 937695 h 4882701"/>
                <a:gd name="connsiteX19852" fmla="*/ 3207139 w 4954903"/>
                <a:gd name="connsiteY19852" fmla="*/ 955928 h 4882701"/>
                <a:gd name="connsiteX19853" fmla="*/ 3225371 w 4954903"/>
                <a:gd name="connsiteY19853" fmla="*/ 950103 h 4882701"/>
                <a:gd name="connsiteX19854" fmla="*/ 3210937 w 4954903"/>
                <a:gd name="connsiteY19854" fmla="*/ 937695 h 4882701"/>
                <a:gd name="connsiteX19855" fmla="*/ 3208658 w 4954903"/>
                <a:gd name="connsiteY19855" fmla="*/ 937695 h 4882701"/>
                <a:gd name="connsiteX19856" fmla="*/ 3157760 w 4954903"/>
                <a:gd name="connsiteY19856" fmla="*/ 935923 h 4882701"/>
                <a:gd name="connsiteX19857" fmla="*/ 3155734 w 4954903"/>
                <a:gd name="connsiteY19857" fmla="*/ 954155 h 4882701"/>
                <a:gd name="connsiteX19858" fmla="*/ 3174220 w 4954903"/>
                <a:gd name="connsiteY19858" fmla="*/ 948331 h 4882701"/>
                <a:gd name="connsiteX19859" fmla="*/ 3159786 w 4954903"/>
                <a:gd name="connsiteY19859" fmla="*/ 935923 h 4882701"/>
                <a:gd name="connsiteX19860" fmla="*/ 3157760 w 4954903"/>
                <a:gd name="connsiteY19860" fmla="*/ 935923 h 4882701"/>
                <a:gd name="connsiteX19861" fmla="*/ 2950368 w 4954903"/>
                <a:gd name="connsiteY19861" fmla="*/ 928579 h 4882701"/>
                <a:gd name="connsiteX19862" fmla="*/ 2944797 w 4954903"/>
                <a:gd name="connsiteY19862" fmla="*/ 946052 h 4882701"/>
                <a:gd name="connsiteX19863" fmla="*/ 2965562 w 4954903"/>
                <a:gd name="connsiteY19863" fmla="*/ 940987 h 4882701"/>
                <a:gd name="connsiteX19864" fmla="*/ 2951634 w 4954903"/>
                <a:gd name="connsiteY19864" fmla="*/ 928579 h 4882701"/>
                <a:gd name="connsiteX19865" fmla="*/ 2950368 w 4954903"/>
                <a:gd name="connsiteY19865" fmla="*/ 928579 h 4882701"/>
                <a:gd name="connsiteX19866" fmla="*/ 2898457 w 4954903"/>
                <a:gd name="connsiteY19866" fmla="*/ 927060 h 4882701"/>
                <a:gd name="connsiteX19867" fmla="*/ 2891113 w 4954903"/>
                <a:gd name="connsiteY19867" fmla="*/ 944532 h 4882701"/>
                <a:gd name="connsiteX19868" fmla="*/ 2912131 w 4954903"/>
                <a:gd name="connsiteY19868" fmla="*/ 939468 h 4882701"/>
                <a:gd name="connsiteX19869" fmla="*/ 2898457 w 4954903"/>
                <a:gd name="connsiteY19869" fmla="*/ 927060 h 4882701"/>
                <a:gd name="connsiteX19870" fmla="*/ 2844773 w 4954903"/>
                <a:gd name="connsiteY19870" fmla="*/ 925541 h 4882701"/>
                <a:gd name="connsiteX19871" fmla="*/ 2837176 w 4954903"/>
                <a:gd name="connsiteY19871" fmla="*/ 943013 h 4882701"/>
                <a:gd name="connsiteX19872" fmla="*/ 2858447 w 4954903"/>
                <a:gd name="connsiteY19872" fmla="*/ 937949 h 4882701"/>
                <a:gd name="connsiteX19873" fmla="*/ 2844773 w 4954903"/>
                <a:gd name="connsiteY19873" fmla="*/ 925541 h 4882701"/>
                <a:gd name="connsiteX19874" fmla="*/ 2782479 w 4954903"/>
                <a:gd name="connsiteY19874" fmla="*/ 941494 h 4882701"/>
                <a:gd name="connsiteX19875" fmla="*/ 2804004 w 4954903"/>
                <a:gd name="connsiteY19875" fmla="*/ 936429 h 4882701"/>
                <a:gd name="connsiteX19876" fmla="*/ 2790582 w 4954903"/>
                <a:gd name="connsiteY19876" fmla="*/ 924021 h 4882701"/>
                <a:gd name="connsiteX19877" fmla="*/ 2782479 w 4954903"/>
                <a:gd name="connsiteY19877" fmla="*/ 941494 h 4882701"/>
                <a:gd name="connsiteX19878" fmla="*/ 2726770 w 4954903"/>
                <a:gd name="connsiteY19878" fmla="*/ 939215 h 4882701"/>
                <a:gd name="connsiteX19879" fmla="*/ 2749560 w 4954903"/>
                <a:gd name="connsiteY19879" fmla="*/ 934910 h 4882701"/>
                <a:gd name="connsiteX19880" fmla="*/ 2736139 w 4954903"/>
                <a:gd name="connsiteY19880" fmla="*/ 922502 h 4882701"/>
                <a:gd name="connsiteX19881" fmla="*/ 2726770 w 4954903"/>
                <a:gd name="connsiteY19881" fmla="*/ 939215 h 4882701"/>
                <a:gd name="connsiteX19882" fmla="*/ 2694357 w 4954903"/>
                <a:gd name="connsiteY19882" fmla="*/ 933391 h 4882701"/>
                <a:gd name="connsiteX19883" fmla="*/ 2681189 w 4954903"/>
                <a:gd name="connsiteY19883" fmla="*/ 920982 h 4882701"/>
                <a:gd name="connsiteX19884" fmla="*/ 2671566 w 4954903"/>
                <a:gd name="connsiteY19884" fmla="*/ 937695 h 4882701"/>
                <a:gd name="connsiteX19885" fmla="*/ 2694357 w 4954903"/>
                <a:gd name="connsiteY19885" fmla="*/ 933391 h 4882701"/>
                <a:gd name="connsiteX19886" fmla="*/ 2625986 w 4954903"/>
                <a:gd name="connsiteY19886" fmla="*/ 919970 h 4882701"/>
                <a:gd name="connsiteX19887" fmla="*/ 2615857 w 4954903"/>
                <a:gd name="connsiteY19887" fmla="*/ 936683 h 4882701"/>
                <a:gd name="connsiteX19888" fmla="*/ 2638900 w 4954903"/>
                <a:gd name="connsiteY19888" fmla="*/ 932378 h 4882701"/>
                <a:gd name="connsiteX19889" fmla="*/ 2625986 w 4954903"/>
                <a:gd name="connsiteY19889" fmla="*/ 919970 h 4882701"/>
                <a:gd name="connsiteX19890" fmla="*/ 2570782 w 4954903"/>
                <a:gd name="connsiteY19890" fmla="*/ 918703 h 4882701"/>
                <a:gd name="connsiteX19891" fmla="*/ 2560147 w 4954903"/>
                <a:gd name="connsiteY19891" fmla="*/ 935416 h 4882701"/>
                <a:gd name="connsiteX19892" fmla="*/ 2583697 w 4954903"/>
                <a:gd name="connsiteY19892" fmla="*/ 930858 h 4882701"/>
                <a:gd name="connsiteX19893" fmla="*/ 2570782 w 4954903"/>
                <a:gd name="connsiteY19893" fmla="*/ 918703 h 4882701"/>
                <a:gd name="connsiteX19894" fmla="*/ 2503931 w 4954903"/>
                <a:gd name="connsiteY19894" fmla="*/ 934150 h 4882701"/>
                <a:gd name="connsiteX19895" fmla="*/ 2527481 w 4954903"/>
                <a:gd name="connsiteY19895" fmla="*/ 929592 h 4882701"/>
                <a:gd name="connsiteX19896" fmla="*/ 2514819 w 4954903"/>
                <a:gd name="connsiteY19896" fmla="*/ 917437 h 4882701"/>
                <a:gd name="connsiteX19897" fmla="*/ 2503931 w 4954903"/>
                <a:gd name="connsiteY19897" fmla="*/ 934150 h 4882701"/>
                <a:gd name="connsiteX19898" fmla="*/ 2447461 w 4954903"/>
                <a:gd name="connsiteY19898" fmla="*/ 933137 h 4882701"/>
                <a:gd name="connsiteX19899" fmla="*/ 2471265 w 4954903"/>
                <a:gd name="connsiteY19899" fmla="*/ 928579 h 4882701"/>
                <a:gd name="connsiteX19900" fmla="*/ 2458857 w 4954903"/>
                <a:gd name="connsiteY19900" fmla="*/ 916424 h 4882701"/>
                <a:gd name="connsiteX19901" fmla="*/ 2447461 w 4954903"/>
                <a:gd name="connsiteY19901" fmla="*/ 933137 h 4882701"/>
                <a:gd name="connsiteX19902" fmla="*/ 2390739 w 4954903"/>
                <a:gd name="connsiteY19902" fmla="*/ 932378 h 4882701"/>
                <a:gd name="connsiteX19903" fmla="*/ 2414795 w 4954903"/>
                <a:gd name="connsiteY19903" fmla="*/ 927820 h 4882701"/>
                <a:gd name="connsiteX19904" fmla="*/ 2402640 w 4954903"/>
                <a:gd name="connsiteY19904" fmla="*/ 915665 h 4882701"/>
                <a:gd name="connsiteX19905" fmla="*/ 2390739 w 4954903"/>
                <a:gd name="connsiteY19905" fmla="*/ 932378 h 4882701"/>
                <a:gd name="connsiteX19906" fmla="*/ 2346171 w 4954903"/>
                <a:gd name="connsiteY19906" fmla="*/ 914652 h 4882701"/>
                <a:gd name="connsiteX19907" fmla="*/ 2334016 w 4954903"/>
                <a:gd name="connsiteY19907" fmla="*/ 931365 h 4882701"/>
                <a:gd name="connsiteX19908" fmla="*/ 2358326 w 4954903"/>
                <a:gd name="connsiteY19908" fmla="*/ 926807 h 4882701"/>
                <a:gd name="connsiteX19909" fmla="*/ 2346171 w 4954903"/>
                <a:gd name="connsiteY19909" fmla="*/ 914652 h 4882701"/>
                <a:gd name="connsiteX19910" fmla="*/ 803013 w 4954903"/>
                <a:gd name="connsiteY19910" fmla="*/ 944026 h 4882701"/>
                <a:gd name="connsiteX19911" fmla="*/ 804279 w 4954903"/>
                <a:gd name="connsiteY19911" fmla="*/ 932378 h 4882701"/>
                <a:gd name="connsiteX19912" fmla="*/ 787566 w 4954903"/>
                <a:gd name="connsiteY19912" fmla="*/ 951876 h 4882701"/>
                <a:gd name="connsiteX19913" fmla="*/ 803013 w 4954903"/>
                <a:gd name="connsiteY19913" fmla="*/ 944026 h 4882701"/>
                <a:gd name="connsiteX19914" fmla="*/ 774904 w 4954903"/>
                <a:gd name="connsiteY19914" fmla="*/ 946052 h 4882701"/>
                <a:gd name="connsiteX19915" fmla="*/ 776677 w 4954903"/>
                <a:gd name="connsiteY19915" fmla="*/ 934403 h 4882701"/>
                <a:gd name="connsiteX19916" fmla="*/ 759964 w 4954903"/>
                <a:gd name="connsiteY19916" fmla="*/ 954662 h 4882701"/>
                <a:gd name="connsiteX19917" fmla="*/ 774904 w 4954903"/>
                <a:gd name="connsiteY19917" fmla="*/ 946052 h 4882701"/>
                <a:gd name="connsiteX19918" fmla="*/ 747809 w 4954903"/>
                <a:gd name="connsiteY19918" fmla="*/ 947824 h 4882701"/>
                <a:gd name="connsiteX19919" fmla="*/ 750088 w 4954903"/>
                <a:gd name="connsiteY19919" fmla="*/ 936176 h 4882701"/>
                <a:gd name="connsiteX19920" fmla="*/ 733375 w 4954903"/>
                <a:gd name="connsiteY19920" fmla="*/ 956434 h 4882701"/>
                <a:gd name="connsiteX19921" fmla="*/ 747809 w 4954903"/>
                <a:gd name="connsiteY19921" fmla="*/ 947824 h 4882701"/>
                <a:gd name="connsiteX19922" fmla="*/ 722234 w 4954903"/>
                <a:gd name="connsiteY19922" fmla="*/ 949597 h 4882701"/>
                <a:gd name="connsiteX19923" fmla="*/ 724766 w 4954903"/>
                <a:gd name="connsiteY19923" fmla="*/ 937949 h 4882701"/>
                <a:gd name="connsiteX19924" fmla="*/ 708053 w 4954903"/>
                <a:gd name="connsiteY19924" fmla="*/ 958207 h 4882701"/>
                <a:gd name="connsiteX19925" fmla="*/ 722234 w 4954903"/>
                <a:gd name="connsiteY19925" fmla="*/ 949597 h 4882701"/>
                <a:gd name="connsiteX19926" fmla="*/ 697671 w 4954903"/>
                <a:gd name="connsiteY19926" fmla="*/ 951623 h 4882701"/>
                <a:gd name="connsiteX19927" fmla="*/ 697671 w 4954903"/>
                <a:gd name="connsiteY19927" fmla="*/ 951623 h 4882701"/>
                <a:gd name="connsiteX19928" fmla="*/ 700709 w 4954903"/>
                <a:gd name="connsiteY19928" fmla="*/ 939974 h 4882701"/>
                <a:gd name="connsiteX19929" fmla="*/ 683996 w 4954903"/>
                <a:gd name="connsiteY19929" fmla="*/ 960739 h 4882701"/>
                <a:gd name="connsiteX19930" fmla="*/ 697671 w 4954903"/>
                <a:gd name="connsiteY19930" fmla="*/ 951623 h 4882701"/>
                <a:gd name="connsiteX19931" fmla="*/ 660953 w 4954903"/>
                <a:gd name="connsiteY19931" fmla="*/ 963018 h 4882701"/>
                <a:gd name="connsiteX19932" fmla="*/ 674374 w 4954903"/>
                <a:gd name="connsiteY19932" fmla="*/ 953902 h 4882701"/>
                <a:gd name="connsiteX19933" fmla="*/ 677666 w 4954903"/>
                <a:gd name="connsiteY19933" fmla="*/ 942253 h 4882701"/>
                <a:gd name="connsiteX19934" fmla="*/ 660953 w 4954903"/>
                <a:gd name="connsiteY19934" fmla="*/ 963018 h 4882701"/>
                <a:gd name="connsiteX19935" fmla="*/ 639682 w 4954903"/>
                <a:gd name="connsiteY19935" fmla="*/ 965044 h 4882701"/>
                <a:gd name="connsiteX19936" fmla="*/ 652596 w 4954903"/>
                <a:gd name="connsiteY19936" fmla="*/ 955928 h 4882701"/>
                <a:gd name="connsiteX19937" fmla="*/ 656395 w 4954903"/>
                <a:gd name="connsiteY19937" fmla="*/ 944279 h 4882701"/>
                <a:gd name="connsiteX19938" fmla="*/ 639682 w 4954903"/>
                <a:gd name="connsiteY19938" fmla="*/ 965044 h 4882701"/>
                <a:gd name="connsiteX19939" fmla="*/ 619424 w 4954903"/>
                <a:gd name="connsiteY19939" fmla="*/ 967323 h 4882701"/>
                <a:gd name="connsiteX19940" fmla="*/ 632085 w 4954903"/>
                <a:gd name="connsiteY19940" fmla="*/ 958207 h 4882701"/>
                <a:gd name="connsiteX19941" fmla="*/ 636137 w 4954903"/>
                <a:gd name="connsiteY19941" fmla="*/ 946558 h 4882701"/>
                <a:gd name="connsiteX19942" fmla="*/ 619424 w 4954903"/>
                <a:gd name="connsiteY19942" fmla="*/ 967323 h 4882701"/>
                <a:gd name="connsiteX19943" fmla="*/ 600432 w 4954903"/>
                <a:gd name="connsiteY19943" fmla="*/ 969855 h 4882701"/>
                <a:gd name="connsiteX19944" fmla="*/ 612587 w 4954903"/>
                <a:gd name="connsiteY19944" fmla="*/ 960232 h 4882701"/>
                <a:gd name="connsiteX19945" fmla="*/ 617145 w 4954903"/>
                <a:gd name="connsiteY19945" fmla="*/ 948584 h 4882701"/>
                <a:gd name="connsiteX19946" fmla="*/ 600432 w 4954903"/>
                <a:gd name="connsiteY19946" fmla="*/ 969855 h 4882701"/>
                <a:gd name="connsiteX19947" fmla="*/ 508764 w 4954903"/>
                <a:gd name="connsiteY19947" fmla="*/ 979731 h 4882701"/>
                <a:gd name="connsiteX19948" fmla="*/ 516361 w 4954903"/>
                <a:gd name="connsiteY19948" fmla="*/ 968082 h 4882701"/>
                <a:gd name="connsiteX19949" fmla="*/ 516361 w 4954903"/>
                <a:gd name="connsiteY19949" fmla="*/ 968082 h 4882701"/>
                <a:gd name="connsiteX19950" fmla="*/ 499648 w 4954903"/>
                <a:gd name="connsiteY19950" fmla="*/ 990113 h 4882701"/>
                <a:gd name="connsiteX19951" fmla="*/ 508764 w 4954903"/>
                <a:gd name="connsiteY19951" fmla="*/ 979731 h 4882701"/>
                <a:gd name="connsiteX19952" fmla="*/ 493824 w 4954903"/>
                <a:gd name="connsiteY19952" fmla="*/ 992899 h 4882701"/>
                <a:gd name="connsiteX19953" fmla="*/ 502433 w 4954903"/>
                <a:gd name="connsiteY19953" fmla="*/ 982516 h 4882701"/>
                <a:gd name="connsiteX19954" fmla="*/ 510537 w 4954903"/>
                <a:gd name="connsiteY19954" fmla="*/ 971121 h 4882701"/>
                <a:gd name="connsiteX19955" fmla="*/ 510537 w 4954903"/>
                <a:gd name="connsiteY19955" fmla="*/ 971121 h 4882701"/>
                <a:gd name="connsiteX19956" fmla="*/ 493824 w 4954903"/>
                <a:gd name="connsiteY19956" fmla="*/ 992899 h 4882701"/>
                <a:gd name="connsiteX19957" fmla="*/ 493824 w 4954903"/>
                <a:gd name="connsiteY19957" fmla="*/ 992899 h 4882701"/>
                <a:gd name="connsiteX19958" fmla="*/ 502687 w 4954903"/>
                <a:gd name="connsiteY19958" fmla="*/ 976439 h 4882701"/>
                <a:gd name="connsiteX19959" fmla="*/ 501167 w 4954903"/>
                <a:gd name="connsiteY19959" fmla="*/ 978465 h 4882701"/>
                <a:gd name="connsiteX19960" fmla="*/ 487493 w 4954903"/>
                <a:gd name="connsiteY19960" fmla="*/ 996697 h 4882701"/>
                <a:gd name="connsiteX19961" fmla="*/ 485974 w 4954903"/>
                <a:gd name="connsiteY19961" fmla="*/ 998723 h 4882701"/>
                <a:gd name="connsiteX19962" fmla="*/ 493824 w 4954903"/>
                <a:gd name="connsiteY19962" fmla="*/ 988087 h 4882701"/>
                <a:gd name="connsiteX19963" fmla="*/ 502687 w 4954903"/>
                <a:gd name="connsiteY19963" fmla="*/ 976439 h 4882701"/>
                <a:gd name="connsiteX19964" fmla="*/ 4487196 w 4954903"/>
                <a:gd name="connsiteY19964" fmla="*/ 1026324 h 4882701"/>
                <a:gd name="connsiteX19965" fmla="*/ 4474281 w 4954903"/>
                <a:gd name="connsiteY19965" fmla="*/ 1008345 h 4882701"/>
                <a:gd name="connsiteX19966" fmla="*/ 4487196 w 4954903"/>
                <a:gd name="connsiteY19966" fmla="*/ 1026324 h 4882701"/>
                <a:gd name="connsiteX19967" fmla="*/ 4487196 w 4954903"/>
                <a:gd name="connsiteY19967" fmla="*/ 1026324 h 4882701"/>
                <a:gd name="connsiteX19968" fmla="*/ 4479599 w 4954903"/>
                <a:gd name="connsiteY19968" fmla="*/ 1016195 h 4882701"/>
                <a:gd name="connsiteX19969" fmla="*/ 4469723 w 4954903"/>
                <a:gd name="connsiteY19969" fmla="*/ 1003281 h 4882701"/>
                <a:gd name="connsiteX19970" fmla="*/ 4469723 w 4954903"/>
                <a:gd name="connsiteY19970" fmla="*/ 1003281 h 4882701"/>
                <a:gd name="connsiteX19971" fmla="*/ 4485930 w 4954903"/>
                <a:gd name="connsiteY19971" fmla="*/ 1025565 h 4882701"/>
                <a:gd name="connsiteX19972" fmla="*/ 4479599 w 4954903"/>
                <a:gd name="connsiteY19972" fmla="*/ 1016195 h 4882701"/>
                <a:gd name="connsiteX19973" fmla="*/ 4481878 w 4954903"/>
                <a:gd name="connsiteY19973" fmla="*/ 1022526 h 4882701"/>
                <a:gd name="connsiteX19974" fmla="*/ 4475801 w 4954903"/>
                <a:gd name="connsiteY19974" fmla="*/ 1013410 h 4882701"/>
                <a:gd name="connsiteX19975" fmla="*/ 4465672 w 4954903"/>
                <a:gd name="connsiteY19975" fmla="*/ 1000495 h 4882701"/>
                <a:gd name="connsiteX19976" fmla="*/ 4465672 w 4954903"/>
                <a:gd name="connsiteY19976" fmla="*/ 1000495 h 4882701"/>
                <a:gd name="connsiteX19977" fmla="*/ 4481878 w 4954903"/>
                <a:gd name="connsiteY19977" fmla="*/ 1022526 h 4882701"/>
                <a:gd name="connsiteX19978" fmla="*/ 4481878 w 4954903"/>
                <a:gd name="connsiteY19978" fmla="*/ 1022526 h 4882701"/>
                <a:gd name="connsiteX19979" fmla="*/ 4475801 w 4954903"/>
                <a:gd name="connsiteY19979" fmla="*/ 1019741 h 4882701"/>
                <a:gd name="connsiteX19980" fmla="*/ 4475801 w 4954903"/>
                <a:gd name="connsiteY19980" fmla="*/ 1019741 h 4882701"/>
                <a:gd name="connsiteX19981" fmla="*/ 4469977 w 4954903"/>
                <a:gd name="connsiteY19981" fmla="*/ 1010371 h 4882701"/>
                <a:gd name="connsiteX19982" fmla="*/ 4459594 w 4954903"/>
                <a:gd name="connsiteY19982" fmla="*/ 997457 h 4882701"/>
                <a:gd name="connsiteX19983" fmla="*/ 4459341 w 4954903"/>
                <a:gd name="connsiteY19983" fmla="*/ 997457 h 4882701"/>
                <a:gd name="connsiteX19984" fmla="*/ 4475801 w 4954903"/>
                <a:gd name="connsiteY19984" fmla="*/ 1019741 h 4882701"/>
                <a:gd name="connsiteX19985" fmla="*/ 4468457 w 4954903"/>
                <a:gd name="connsiteY19985" fmla="*/ 1016702 h 4882701"/>
                <a:gd name="connsiteX19986" fmla="*/ 4462886 w 4954903"/>
                <a:gd name="connsiteY19986" fmla="*/ 1007332 h 4882701"/>
                <a:gd name="connsiteX19987" fmla="*/ 4451997 w 4954903"/>
                <a:gd name="connsiteY19987" fmla="*/ 994418 h 4882701"/>
                <a:gd name="connsiteX19988" fmla="*/ 4451744 w 4954903"/>
                <a:gd name="connsiteY19988" fmla="*/ 994418 h 4882701"/>
                <a:gd name="connsiteX19989" fmla="*/ 4468457 w 4954903"/>
                <a:gd name="connsiteY19989" fmla="*/ 1016702 h 4882701"/>
                <a:gd name="connsiteX19990" fmla="*/ 4443135 w 4954903"/>
                <a:gd name="connsiteY19990" fmla="*/ 991379 h 4882701"/>
                <a:gd name="connsiteX19991" fmla="*/ 4443135 w 4954903"/>
                <a:gd name="connsiteY19991" fmla="*/ 991379 h 4882701"/>
                <a:gd name="connsiteX19992" fmla="*/ 4459341 w 4954903"/>
                <a:gd name="connsiteY19992" fmla="*/ 1013663 h 4882701"/>
                <a:gd name="connsiteX19993" fmla="*/ 4454276 w 4954903"/>
                <a:gd name="connsiteY19993" fmla="*/ 1004294 h 4882701"/>
                <a:gd name="connsiteX19994" fmla="*/ 4443135 w 4954903"/>
                <a:gd name="connsiteY19994" fmla="*/ 991379 h 4882701"/>
                <a:gd name="connsiteX19995" fmla="*/ 4432499 w 4954903"/>
                <a:gd name="connsiteY19995" fmla="*/ 988341 h 4882701"/>
                <a:gd name="connsiteX19996" fmla="*/ 4432499 w 4954903"/>
                <a:gd name="connsiteY19996" fmla="*/ 988341 h 4882701"/>
                <a:gd name="connsiteX19997" fmla="*/ 4448452 w 4954903"/>
                <a:gd name="connsiteY19997" fmla="*/ 1010624 h 4882701"/>
                <a:gd name="connsiteX19998" fmla="*/ 4443894 w 4954903"/>
                <a:gd name="connsiteY19998" fmla="*/ 1001508 h 4882701"/>
                <a:gd name="connsiteX19999" fmla="*/ 4432499 w 4954903"/>
                <a:gd name="connsiteY19999" fmla="*/ 988341 h 4882701"/>
                <a:gd name="connsiteX20000" fmla="*/ 4420344 w 4954903"/>
                <a:gd name="connsiteY20000" fmla="*/ 985302 h 4882701"/>
                <a:gd name="connsiteX20001" fmla="*/ 4419838 w 4954903"/>
                <a:gd name="connsiteY20001" fmla="*/ 985302 h 4882701"/>
                <a:gd name="connsiteX20002" fmla="*/ 4436044 w 4954903"/>
                <a:gd name="connsiteY20002" fmla="*/ 1007332 h 4882701"/>
                <a:gd name="connsiteX20003" fmla="*/ 4431993 w 4954903"/>
                <a:gd name="connsiteY20003" fmla="*/ 998216 h 4882701"/>
                <a:gd name="connsiteX20004" fmla="*/ 4420344 w 4954903"/>
                <a:gd name="connsiteY20004" fmla="*/ 985302 h 4882701"/>
                <a:gd name="connsiteX20005" fmla="*/ 4406670 w 4954903"/>
                <a:gd name="connsiteY20005" fmla="*/ 982263 h 4882701"/>
                <a:gd name="connsiteX20006" fmla="*/ 4406164 w 4954903"/>
                <a:gd name="connsiteY20006" fmla="*/ 982263 h 4882701"/>
                <a:gd name="connsiteX20007" fmla="*/ 4422370 w 4954903"/>
                <a:gd name="connsiteY20007" fmla="*/ 1004294 h 4882701"/>
                <a:gd name="connsiteX20008" fmla="*/ 4418572 w 4954903"/>
                <a:gd name="connsiteY20008" fmla="*/ 995178 h 4882701"/>
                <a:gd name="connsiteX20009" fmla="*/ 4406670 w 4954903"/>
                <a:gd name="connsiteY20009" fmla="*/ 982263 h 4882701"/>
                <a:gd name="connsiteX20010" fmla="*/ 4391730 w 4954903"/>
                <a:gd name="connsiteY20010" fmla="*/ 979224 h 4882701"/>
                <a:gd name="connsiteX20011" fmla="*/ 4391223 w 4954903"/>
                <a:gd name="connsiteY20011" fmla="*/ 979224 h 4882701"/>
                <a:gd name="connsiteX20012" fmla="*/ 4407430 w 4954903"/>
                <a:gd name="connsiteY20012" fmla="*/ 1001255 h 4882701"/>
                <a:gd name="connsiteX20013" fmla="*/ 4404138 w 4954903"/>
                <a:gd name="connsiteY20013" fmla="*/ 992139 h 4882701"/>
                <a:gd name="connsiteX20014" fmla="*/ 4391730 w 4954903"/>
                <a:gd name="connsiteY20014" fmla="*/ 979224 h 4882701"/>
                <a:gd name="connsiteX20015" fmla="*/ 4375270 w 4954903"/>
                <a:gd name="connsiteY20015" fmla="*/ 976186 h 4882701"/>
                <a:gd name="connsiteX20016" fmla="*/ 4374510 w 4954903"/>
                <a:gd name="connsiteY20016" fmla="*/ 976186 h 4882701"/>
                <a:gd name="connsiteX20017" fmla="*/ 4390717 w 4954903"/>
                <a:gd name="connsiteY20017" fmla="*/ 998216 h 4882701"/>
                <a:gd name="connsiteX20018" fmla="*/ 4387678 w 4954903"/>
                <a:gd name="connsiteY20018" fmla="*/ 989100 h 4882701"/>
                <a:gd name="connsiteX20019" fmla="*/ 4375270 w 4954903"/>
                <a:gd name="connsiteY20019" fmla="*/ 976186 h 4882701"/>
                <a:gd name="connsiteX20020" fmla="*/ 4357291 w 4954903"/>
                <a:gd name="connsiteY20020" fmla="*/ 973147 h 4882701"/>
                <a:gd name="connsiteX20021" fmla="*/ 4356531 w 4954903"/>
                <a:gd name="connsiteY20021" fmla="*/ 973147 h 4882701"/>
                <a:gd name="connsiteX20022" fmla="*/ 4372485 w 4954903"/>
                <a:gd name="connsiteY20022" fmla="*/ 995178 h 4882701"/>
                <a:gd name="connsiteX20023" fmla="*/ 4369953 w 4954903"/>
                <a:gd name="connsiteY20023" fmla="*/ 986061 h 4882701"/>
                <a:gd name="connsiteX20024" fmla="*/ 4357291 w 4954903"/>
                <a:gd name="connsiteY20024" fmla="*/ 973147 h 4882701"/>
                <a:gd name="connsiteX20025" fmla="*/ 4338046 w 4954903"/>
                <a:gd name="connsiteY20025" fmla="*/ 970108 h 4882701"/>
                <a:gd name="connsiteX20026" fmla="*/ 4337286 w 4954903"/>
                <a:gd name="connsiteY20026" fmla="*/ 970108 h 4882701"/>
                <a:gd name="connsiteX20027" fmla="*/ 4353240 w 4954903"/>
                <a:gd name="connsiteY20027" fmla="*/ 992139 h 4882701"/>
                <a:gd name="connsiteX20028" fmla="*/ 4350961 w 4954903"/>
                <a:gd name="connsiteY20028" fmla="*/ 983023 h 4882701"/>
                <a:gd name="connsiteX20029" fmla="*/ 4338046 w 4954903"/>
                <a:gd name="connsiteY20029" fmla="*/ 970108 h 4882701"/>
                <a:gd name="connsiteX20030" fmla="*/ 4317535 w 4954903"/>
                <a:gd name="connsiteY20030" fmla="*/ 967070 h 4882701"/>
                <a:gd name="connsiteX20031" fmla="*/ 4316522 w 4954903"/>
                <a:gd name="connsiteY20031" fmla="*/ 967323 h 4882701"/>
                <a:gd name="connsiteX20032" fmla="*/ 4332728 w 4954903"/>
                <a:gd name="connsiteY20032" fmla="*/ 989100 h 4882701"/>
                <a:gd name="connsiteX20033" fmla="*/ 4330956 w 4954903"/>
                <a:gd name="connsiteY20033" fmla="*/ 979984 h 4882701"/>
                <a:gd name="connsiteX20034" fmla="*/ 4317535 w 4954903"/>
                <a:gd name="connsiteY20034" fmla="*/ 967070 h 4882701"/>
                <a:gd name="connsiteX20035" fmla="*/ 4295504 w 4954903"/>
                <a:gd name="connsiteY20035" fmla="*/ 964284 h 4882701"/>
                <a:gd name="connsiteX20036" fmla="*/ 4294491 w 4954903"/>
                <a:gd name="connsiteY20036" fmla="*/ 964284 h 4882701"/>
                <a:gd name="connsiteX20037" fmla="*/ 4309685 w 4954903"/>
                <a:gd name="connsiteY20037" fmla="*/ 986061 h 4882701"/>
                <a:gd name="connsiteX20038" fmla="*/ 4308925 w 4954903"/>
                <a:gd name="connsiteY20038" fmla="*/ 976945 h 4882701"/>
                <a:gd name="connsiteX20039" fmla="*/ 4295504 w 4954903"/>
                <a:gd name="connsiteY20039" fmla="*/ 964284 h 4882701"/>
                <a:gd name="connsiteX20040" fmla="*/ 4272460 w 4954903"/>
                <a:gd name="connsiteY20040" fmla="*/ 961245 h 4882701"/>
                <a:gd name="connsiteX20041" fmla="*/ 4271447 w 4954903"/>
                <a:gd name="connsiteY20041" fmla="*/ 961245 h 4882701"/>
                <a:gd name="connsiteX20042" fmla="*/ 4286388 w 4954903"/>
                <a:gd name="connsiteY20042" fmla="*/ 983023 h 4882701"/>
                <a:gd name="connsiteX20043" fmla="*/ 4285881 w 4954903"/>
                <a:gd name="connsiteY20043" fmla="*/ 973907 h 4882701"/>
                <a:gd name="connsiteX20044" fmla="*/ 4272460 w 4954903"/>
                <a:gd name="connsiteY20044" fmla="*/ 961245 h 4882701"/>
                <a:gd name="connsiteX20045" fmla="*/ 4247897 w 4954903"/>
                <a:gd name="connsiteY20045" fmla="*/ 958460 h 4882701"/>
                <a:gd name="connsiteX20046" fmla="*/ 4246631 w 4954903"/>
                <a:gd name="connsiteY20046" fmla="*/ 958713 h 4882701"/>
                <a:gd name="connsiteX20047" fmla="*/ 4261825 w 4954903"/>
                <a:gd name="connsiteY20047" fmla="*/ 980237 h 4882701"/>
                <a:gd name="connsiteX20048" fmla="*/ 4261825 w 4954903"/>
                <a:gd name="connsiteY20048" fmla="*/ 971121 h 4882701"/>
                <a:gd name="connsiteX20049" fmla="*/ 4247897 w 4954903"/>
                <a:gd name="connsiteY20049" fmla="*/ 958460 h 4882701"/>
                <a:gd name="connsiteX20050" fmla="*/ 4235996 w 4954903"/>
                <a:gd name="connsiteY20050" fmla="*/ 968336 h 4882701"/>
                <a:gd name="connsiteX20051" fmla="*/ 4222068 w 4954903"/>
                <a:gd name="connsiteY20051" fmla="*/ 955421 h 4882701"/>
                <a:gd name="connsiteX20052" fmla="*/ 4220549 w 4954903"/>
                <a:gd name="connsiteY20052" fmla="*/ 955674 h 4882701"/>
                <a:gd name="connsiteX20053" fmla="*/ 4235489 w 4954903"/>
                <a:gd name="connsiteY20053" fmla="*/ 977199 h 4882701"/>
                <a:gd name="connsiteX20054" fmla="*/ 4235996 w 4954903"/>
                <a:gd name="connsiteY20054" fmla="*/ 968336 h 4882701"/>
                <a:gd name="connsiteX20055" fmla="*/ 4235996 w 4954903"/>
                <a:gd name="connsiteY20055" fmla="*/ 968336 h 4882701"/>
                <a:gd name="connsiteX20056" fmla="*/ 4195226 w 4954903"/>
                <a:gd name="connsiteY20056" fmla="*/ 952636 h 4882701"/>
                <a:gd name="connsiteX20057" fmla="*/ 4193707 w 4954903"/>
                <a:gd name="connsiteY20057" fmla="*/ 952889 h 4882701"/>
                <a:gd name="connsiteX20058" fmla="*/ 4208647 w 4954903"/>
                <a:gd name="connsiteY20058" fmla="*/ 974413 h 4882701"/>
                <a:gd name="connsiteX20059" fmla="*/ 4209407 w 4954903"/>
                <a:gd name="connsiteY20059" fmla="*/ 965297 h 4882701"/>
                <a:gd name="connsiteX20060" fmla="*/ 4195226 w 4954903"/>
                <a:gd name="connsiteY20060" fmla="*/ 952636 h 4882701"/>
                <a:gd name="connsiteX20061" fmla="*/ 4167118 w 4954903"/>
                <a:gd name="connsiteY20061" fmla="*/ 949597 h 4882701"/>
                <a:gd name="connsiteX20062" fmla="*/ 4165599 w 4954903"/>
                <a:gd name="connsiteY20062" fmla="*/ 949850 h 4882701"/>
                <a:gd name="connsiteX20063" fmla="*/ 4180286 w 4954903"/>
                <a:gd name="connsiteY20063" fmla="*/ 971374 h 4882701"/>
                <a:gd name="connsiteX20064" fmla="*/ 4181552 w 4954903"/>
                <a:gd name="connsiteY20064" fmla="*/ 962258 h 4882701"/>
                <a:gd name="connsiteX20065" fmla="*/ 4167118 w 4954903"/>
                <a:gd name="connsiteY20065" fmla="*/ 949597 h 4882701"/>
                <a:gd name="connsiteX20066" fmla="*/ 4137744 w 4954903"/>
                <a:gd name="connsiteY20066" fmla="*/ 946811 h 4882701"/>
                <a:gd name="connsiteX20067" fmla="*/ 4135972 w 4954903"/>
                <a:gd name="connsiteY20067" fmla="*/ 947065 h 4882701"/>
                <a:gd name="connsiteX20068" fmla="*/ 4150405 w 4954903"/>
                <a:gd name="connsiteY20068" fmla="*/ 968589 h 4882701"/>
                <a:gd name="connsiteX20069" fmla="*/ 4151925 w 4954903"/>
                <a:gd name="connsiteY20069" fmla="*/ 959473 h 4882701"/>
                <a:gd name="connsiteX20070" fmla="*/ 4137744 w 4954903"/>
                <a:gd name="connsiteY20070" fmla="*/ 946811 h 4882701"/>
                <a:gd name="connsiteX20071" fmla="*/ 4119005 w 4954903"/>
                <a:gd name="connsiteY20071" fmla="*/ 965550 h 4882701"/>
                <a:gd name="connsiteX20072" fmla="*/ 4121791 w 4954903"/>
                <a:gd name="connsiteY20072" fmla="*/ 956687 h 4882701"/>
                <a:gd name="connsiteX20073" fmla="*/ 4107357 w 4954903"/>
                <a:gd name="connsiteY20073" fmla="*/ 944026 h 4882701"/>
                <a:gd name="connsiteX20074" fmla="*/ 4105585 w 4954903"/>
                <a:gd name="connsiteY20074" fmla="*/ 944279 h 4882701"/>
                <a:gd name="connsiteX20075" fmla="*/ 4119005 w 4954903"/>
                <a:gd name="connsiteY20075" fmla="*/ 965550 h 4882701"/>
                <a:gd name="connsiteX20076" fmla="*/ 4054180 w 4954903"/>
                <a:gd name="connsiteY20076" fmla="*/ 959979 h 4882701"/>
                <a:gd name="connsiteX20077" fmla="*/ 4057725 w 4954903"/>
                <a:gd name="connsiteY20077" fmla="*/ 951116 h 4882701"/>
                <a:gd name="connsiteX20078" fmla="*/ 4043038 w 4954903"/>
                <a:gd name="connsiteY20078" fmla="*/ 938455 h 4882701"/>
                <a:gd name="connsiteX20079" fmla="*/ 4041012 w 4954903"/>
                <a:gd name="connsiteY20079" fmla="*/ 938708 h 4882701"/>
                <a:gd name="connsiteX20080" fmla="*/ 4054180 w 4954903"/>
                <a:gd name="connsiteY20080" fmla="*/ 959979 h 4882701"/>
                <a:gd name="connsiteX20081" fmla="*/ 4007333 w 4954903"/>
                <a:gd name="connsiteY20081" fmla="*/ 935923 h 4882701"/>
                <a:gd name="connsiteX20082" fmla="*/ 4019994 w 4954903"/>
                <a:gd name="connsiteY20082" fmla="*/ 956941 h 4882701"/>
                <a:gd name="connsiteX20083" fmla="*/ 4024046 w 4954903"/>
                <a:gd name="connsiteY20083" fmla="*/ 948078 h 4882701"/>
                <a:gd name="connsiteX20084" fmla="*/ 4009359 w 4954903"/>
                <a:gd name="connsiteY20084" fmla="*/ 935416 h 4882701"/>
                <a:gd name="connsiteX20085" fmla="*/ 4007333 w 4954903"/>
                <a:gd name="connsiteY20085" fmla="*/ 935923 h 4882701"/>
                <a:gd name="connsiteX20086" fmla="*/ 3972641 w 4954903"/>
                <a:gd name="connsiteY20086" fmla="*/ 933137 h 4882701"/>
                <a:gd name="connsiteX20087" fmla="*/ 3985049 w 4954903"/>
                <a:gd name="connsiteY20087" fmla="*/ 954155 h 4882701"/>
                <a:gd name="connsiteX20088" fmla="*/ 3989607 w 4954903"/>
                <a:gd name="connsiteY20088" fmla="*/ 945292 h 4882701"/>
                <a:gd name="connsiteX20089" fmla="*/ 3974920 w 4954903"/>
                <a:gd name="connsiteY20089" fmla="*/ 932631 h 4882701"/>
                <a:gd name="connsiteX20090" fmla="*/ 3972641 w 4954903"/>
                <a:gd name="connsiteY20090" fmla="*/ 933137 h 4882701"/>
                <a:gd name="connsiteX20091" fmla="*/ 3936683 w 4954903"/>
                <a:gd name="connsiteY20091" fmla="*/ 930605 h 4882701"/>
                <a:gd name="connsiteX20092" fmla="*/ 3947825 w 4954903"/>
                <a:gd name="connsiteY20092" fmla="*/ 951370 h 4882701"/>
                <a:gd name="connsiteX20093" fmla="*/ 3953649 w 4954903"/>
                <a:gd name="connsiteY20093" fmla="*/ 943013 h 4882701"/>
                <a:gd name="connsiteX20094" fmla="*/ 3938962 w 4954903"/>
                <a:gd name="connsiteY20094" fmla="*/ 930352 h 4882701"/>
                <a:gd name="connsiteX20095" fmla="*/ 3936683 w 4954903"/>
                <a:gd name="connsiteY20095" fmla="*/ 930605 h 4882701"/>
                <a:gd name="connsiteX20096" fmla="*/ 3917184 w 4954903"/>
                <a:gd name="connsiteY20096" fmla="*/ 940228 h 4882701"/>
                <a:gd name="connsiteX20097" fmla="*/ 3917184 w 4954903"/>
                <a:gd name="connsiteY20097" fmla="*/ 940228 h 4882701"/>
                <a:gd name="connsiteX20098" fmla="*/ 3902244 w 4954903"/>
                <a:gd name="connsiteY20098" fmla="*/ 927566 h 4882701"/>
                <a:gd name="connsiteX20099" fmla="*/ 3899965 w 4954903"/>
                <a:gd name="connsiteY20099" fmla="*/ 927820 h 4882701"/>
                <a:gd name="connsiteX20100" fmla="*/ 3910854 w 4954903"/>
                <a:gd name="connsiteY20100" fmla="*/ 948584 h 4882701"/>
                <a:gd name="connsiteX20101" fmla="*/ 3917184 w 4954903"/>
                <a:gd name="connsiteY20101" fmla="*/ 940228 h 4882701"/>
                <a:gd name="connsiteX20102" fmla="*/ 3861981 w 4954903"/>
                <a:gd name="connsiteY20102" fmla="*/ 925287 h 4882701"/>
                <a:gd name="connsiteX20103" fmla="*/ 3872616 w 4954903"/>
                <a:gd name="connsiteY20103" fmla="*/ 946052 h 4882701"/>
                <a:gd name="connsiteX20104" fmla="*/ 3879454 w 4954903"/>
                <a:gd name="connsiteY20104" fmla="*/ 937695 h 4882701"/>
                <a:gd name="connsiteX20105" fmla="*/ 3864513 w 4954903"/>
                <a:gd name="connsiteY20105" fmla="*/ 925034 h 4882701"/>
                <a:gd name="connsiteX20106" fmla="*/ 3861981 w 4954903"/>
                <a:gd name="connsiteY20106" fmla="*/ 925287 h 4882701"/>
                <a:gd name="connsiteX20107" fmla="*/ 3823237 w 4954903"/>
                <a:gd name="connsiteY20107" fmla="*/ 922755 h 4882701"/>
                <a:gd name="connsiteX20108" fmla="*/ 3833620 w 4954903"/>
                <a:gd name="connsiteY20108" fmla="*/ 943520 h 4882701"/>
                <a:gd name="connsiteX20109" fmla="*/ 3840710 w 4954903"/>
                <a:gd name="connsiteY20109" fmla="*/ 935163 h 4882701"/>
                <a:gd name="connsiteX20110" fmla="*/ 3825770 w 4954903"/>
                <a:gd name="connsiteY20110" fmla="*/ 922502 h 4882701"/>
                <a:gd name="connsiteX20111" fmla="*/ 3823237 w 4954903"/>
                <a:gd name="connsiteY20111" fmla="*/ 922755 h 4882701"/>
                <a:gd name="connsiteX20112" fmla="*/ 3783734 w 4954903"/>
                <a:gd name="connsiteY20112" fmla="*/ 920223 h 4882701"/>
                <a:gd name="connsiteX20113" fmla="*/ 3792597 w 4954903"/>
                <a:gd name="connsiteY20113" fmla="*/ 940481 h 4882701"/>
                <a:gd name="connsiteX20114" fmla="*/ 3801207 w 4954903"/>
                <a:gd name="connsiteY20114" fmla="*/ 932378 h 4882701"/>
                <a:gd name="connsiteX20115" fmla="*/ 3786267 w 4954903"/>
                <a:gd name="connsiteY20115" fmla="*/ 919716 h 4882701"/>
                <a:gd name="connsiteX20116" fmla="*/ 3783734 w 4954903"/>
                <a:gd name="connsiteY20116" fmla="*/ 920223 h 4882701"/>
                <a:gd name="connsiteX20117" fmla="*/ 3745497 w 4954903"/>
                <a:gd name="connsiteY20117" fmla="*/ 917437 h 4882701"/>
                <a:gd name="connsiteX20118" fmla="*/ 3742965 w 4954903"/>
                <a:gd name="connsiteY20118" fmla="*/ 917691 h 4882701"/>
                <a:gd name="connsiteX20119" fmla="*/ 3751574 w 4954903"/>
                <a:gd name="connsiteY20119" fmla="*/ 937949 h 4882701"/>
                <a:gd name="connsiteX20120" fmla="*/ 3760691 w 4954903"/>
                <a:gd name="connsiteY20120" fmla="*/ 929845 h 4882701"/>
                <a:gd name="connsiteX20121" fmla="*/ 3745497 w 4954903"/>
                <a:gd name="connsiteY20121" fmla="*/ 917437 h 4882701"/>
                <a:gd name="connsiteX20122" fmla="*/ 3709792 w 4954903"/>
                <a:gd name="connsiteY20122" fmla="*/ 935416 h 4882701"/>
                <a:gd name="connsiteX20123" fmla="*/ 3719162 w 4954903"/>
                <a:gd name="connsiteY20123" fmla="*/ 927313 h 4882701"/>
                <a:gd name="connsiteX20124" fmla="*/ 3704221 w 4954903"/>
                <a:gd name="connsiteY20124" fmla="*/ 914905 h 4882701"/>
                <a:gd name="connsiteX20125" fmla="*/ 3701689 w 4954903"/>
                <a:gd name="connsiteY20125" fmla="*/ 915158 h 4882701"/>
                <a:gd name="connsiteX20126" fmla="*/ 3709792 w 4954903"/>
                <a:gd name="connsiteY20126" fmla="*/ 935416 h 4882701"/>
                <a:gd name="connsiteX20127" fmla="*/ 3662186 w 4954903"/>
                <a:gd name="connsiteY20127" fmla="*/ 912373 h 4882701"/>
                <a:gd name="connsiteX20128" fmla="*/ 3659400 w 4954903"/>
                <a:gd name="connsiteY20128" fmla="*/ 912626 h 4882701"/>
                <a:gd name="connsiteX20129" fmla="*/ 3666237 w 4954903"/>
                <a:gd name="connsiteY20129" fmla="*/ 932378 h 4882701"/>
                <a:gd name="connsiteX20130" fmla="*/ 3677126 w 4954903"/>
                <a:gd name="connsiteY20130" fmla="*/ 924781 h 4882701"/>
                <a:gd name="connsiteX20131" fmla="*/ 3662186 w 4954903"/>
                <a:gd name="connsiteY20131" fmla="*/ 912373 h 4882701"/>
                <a:gd name="connsiteX20132" fmla="*/ 3622683 w 4954903"/>
                <a:gd name="connsiteY20132" fmla="*/ 930099 h 4882701"/>
                <a:gd name="connsiteX20133" fmla="*/ 3634078 w 4954903"/>
                <a:gd name="connsiteY20133" fmla="*/ 922502 h 4882701"/>
                <a:gd name="connsiteX20134" fmla="*/ 3619137 w 4954903"/>
                <a:gd name="connsiteY20134" fmla="*/ 910094 h 4882701"/>
                <a:gd name="connsiteX20135" fmla="*/ 3616352 w 4954903"/>
                <a:gd name="connsiteY20135" fmla="*/ 910347 h 4882701"/>
                <a:gd name="connsiteX20136" fmla="*/ 3622683 w 4954903"/>
                <a:gd name="connsiteY20136" fmla="*/ 930099 h 4882701"/>
                <a:gd name="connsiteX20137" fmla="*/ 3575076 w 4954903"/>
                <a:gd name="connsiteY20137" fmla="*/ 907815 h 4882701"/>
                <a:gd name="connsiteX20138" fmla="*/ 3572291 w 4954903"/>
                <a:gd name="connsiteY20138" fmla="*/ 908068 h 4882701"/>
                <a:gd name="connsiteX20139" fmla="*/ 3578368 w 4954903"/>
                <a:gd name="connsiteY20139" fmla="*/ 927820 h 4882701"/>
                <a:gd name="connsiteX20140" fmla="*/ 3590017 w 4954903"/>
                <a:gd name="connsiteY20140" fmla="*/ 920223 h 4882701"/>
                <a:gd name="connsiteX20141" fmla="*/ 3575076 w 4954903"/>
                <a:gd name="connsiteY20141" fmla="*/ 907815 h 4882701"/>
                <a:gd name="connsiteX20142" fmla="*/ 3533547 w 4954903"/>
                <a:gd name="connsiteY20142" fmla="*/ 925541 h 4882701"/>
                <a:gd name="connsiteX20143" fmla="*/ 3545449 w 4954903"/>
                <a:gd name="connsiteY20143" fmla="*/ 917944 h 4882701"/>
                <a:gd name="connsiteX20144" fmla="*/ 3530508 w 4954903"/>
                <a:gd name="connsiteY20144" fmla="*/ 905536 h 4882701"/>
                <a:gd name="connsiteX20145" fmla="*/ 3527723 w 4954903"/>
                <a:gd name="connsiteY20145" fmla="*/ 905789 h 4882701"/>
                <a:gd name="connsiteX20146" fmla="*/ 3533547 w 4954903"/>
                <a:gd name="connsiteY20146" fmla="*/ 925541 h 4882701"/>
                <a:gd name="connsiteX20147" fmla="*/ 3485434 w 4954903"/>
                <a:gd name="connsiteY20147" fmla="*/ 903257 h 4882701"/>
                <a:gd name="connsiteX20148" fmla="*/ 3482396 w 4954903"/>
                <a:gd name="connsiteY20148" fmla="*/ 903510 h 4882701"/>
                <a:gd name="connsiteX20149" fmla="*/ 3486700 w 4954903"/>
                <a:gd name="connsiteY20149" fmla="*/ 922502 h 4882701"/>
                <a:gd name="connsiteX20150" fmla="*/ 3500121 w 4954903"/>
                <a:gd name="connsiteY20150" fmla="*/ 915412 h 4882701"/>
                <a:gd name="connsiteX20151" fmla="*/ 3485434 w 4954903"/>
                <a:gd name="connsiteY20151" fmla="*/ 903257 h 4882701"/>
                <a:gd name="connsiteX20152" fmla="*/ 3213470 w 4954903"/>
                <a:gd name="connsiteY20152" fmla="*/ 903003 h 4882701"/>
                <a:gd name="connsiteX20153" fmla="*/ 3199036 w 4954903"/>
                <a:gd name="connsiteY20153" fmla="*/ 890849 h 4882701"/>
                <a:gd name="connsiteX20154" fmla="*/ 3196757 w 4954903"/>
                <a:gd name="connsiteY20154" fmla="*/ 891102 h 4882701"/>
                <a:gd name="connsiteX20155" fmla="*/ 3195491 w 4954903"/>
                <a:gd name="connsiteY20155" fmla="*/ 908828 h 4882701"/>
                <a:gd name="connsiteX20156" fmla="*/ 3213470 w 4954903"/>
                <a:gd name="connsiteY20156" fmla="*/ 903003 h 4882701"/>
                <a:gd name="connsiteX20157" fmla="*/ 3149150 w 4954903"/>
                <a:gd name="connsiteY20157" fmla="*/ 888823 h 4882701"/>
                <a:gd name="connsiteX20158" fmla="*/ 3146871 w 4954903"/>
                <a:gd name="connsiteY20158" fmla="*/ 889076 h 4882701"/>
                <a:gd name="connsiteX20159" fmla="*/ 3145099 w 4954903"/>
                <a:gd name="connsiteY20159" fmla="*/ 906802 h 4882701"/>
                <a:gd name="connsiteX20160" fmla="*/ 3163331 w 4954903"/>
                <a:gd name="connsiteY20160" fmla="*/ 900978 h 4882701"/>
                <a:gd name="connsiteX20161" fmla="*/ 3149150 w 4954903"/>
                <a:gd name="connsiteY20161" fmla="*/ 888823 h 4882701"/>
                <a:gd name="connsiteX20162" fmla="*/ 3096479 w 4954903"/>
                <a:gd name="connsiteY20162" fmla="*/ 887050 h 4882701"/>
                <a:gd name="connsiteX20163" fmla="*/ 3094453 w 4954903"/>
                <a:gd name="connsiteY20163" fmla="*/ 904776 h 4882701"/>
                <a:gd name="connsiteX20164" fmla="*/ 3112939 w 4954903"/>
                <a:gd name="connsiteY20164" fmla="*/ 898952 h 4882701"/>
                <a:gd name="connsiteX20165" fmla="*/ 3098758 w 4954903"/>
                <a:gd name="connsiteY20165" fmla="*/ 886797 h 4882701"/>
                <a:gd name="connsiteX20166" fmla="*/ 3096479 w 4954903"/>
                <a:gd name="connsiteY20166" fmla="*/ 887050 h 4882701"/>
                <a:gd name="connsiteX20167" fmla="*/ 3047860 w 4954903"/>
                <a:gd name="connsiteY20167" fmla="*/ 885278 h 4882701"/>
                <a:gd name="connsiteX20168" fmla="*/ 3045581 w 4954903"/>
                <a:gd name="connsiteY20168" fmla="*/ 885531 h 4882701"/>
                <a:gd name="connsiteX20169" fmla="*/ 3043049 w 4954903"/>
                <a:gd name="connsiteY20169" fmla="*/ 903257 h 4882701"/>
                <a:gd name="connsiteX20170" fmla="*/ 3061787 w 4954903"/>
                <a:gd name="connsiteY20170" fmla="*/ 897432 h 4882701"/>
                <a:gd name="connsiteX20171" fmla="*/ 3047860 w 4954903"/>
                <a:gd name="connsiteY20171" fmla="*/ 885278 h 4882701"/>
                <a:gd name="connsiteX20172" fmla="*/ 2958471 w 4954903"/>
                <a:gd name="connsiteY20172" fmla="*/ 894141 h 4882701"/>
                <a:gd name="connsiteX20173" fmla="*/ 2944544 w 4954903"/>
                <a:gd name="connsiteY20173" fmla="*/ 881986 h 4882701"/>
                <a:gd name="connsiteX20174" fmla="*/ 2943278 w 4954903"/>
                <a:gd name="connsiteY20174" fmla="*/ 881986 h 4882701"/>
                <a:gd name="connsiteX20175" fmla="*/ 2937960 w 4954903"/>
                <a:gd name="connsiteY20175" fmla="*/ 899205 h 4882701"/>
                <a:gd name="connsiteX20176" fmla="*/ 2958471 w 4954903"/>
                <a:gd name="connsiteY20176" fmla="*/ 894141 h 4882701"/>
                <a:gd name="connsiteX20177" fmla="*/ 2905800 w 4954903"/>
                <a:gd name="connsiteY20177" fmla="*/ 892368 h 4882701"/>
                <a:gd name="connsiteX20178" fmla="*/ 2892126 w 4954903"/>
                <a:gd name="connsiteY20178" fmla="*/ 880213 h 4882701"/>
                <a:gd name="connsiteX20179" fmla="*/ 2890860 w 4954903"/>
                <a:gd name="connsiteY20179" fmla="*/ 880213 h 4882701"/>
                <a:gd name="connsiteX20180" fmla="*/ 2885036 w 4954903"/>
                <a:gd name="connsiteY20180" fmla="*/ 897432 h 4882701"/>
                <a:gd name="connsiteX20181" fmla="*/ 2905800 w 4954903"/>
                <a:gd name="connsiteY20181" fmla="*/ 892368 h 4882701"/>
                <a:gd name="connsiteX20182" fmla="*/ 2839455 w 4954903"/>
                <a:gd name="connsiteY20182" fmla="*/ 878694 h 4882701"/>
                <a:gd name="connsiteX20183" fmla="*/ 2832111 w 4954903"/>
                <a:gd name="connsiteY20183" fmla="*/ 895913 h 4882701"/>
                <a:gd name="connsiteX20184" fmla="*/ 2852876 w 4954903"/>
                <a:gd name="connsiteY20184" fmla="*/ 890849 h 4882701"/>
                <a:gd name="connsiteX20185" fmla="*/ 2839455 w 4954903"/>
                <a:gd name="connsiteY20185" fmla="*/ 878694 h 4882701"/>
                <a:gd name="connsiteX20186" fmla="*/ 2778428 w 4954903"/>
                <a:gd name="connsiteY20186" fmla="*/ 894394 h 4882701"/>
                <a:gd name="connsiteX20187" fmla="*/ 2799699 w 4954903"/>
                <a:gd name="connsiteY20187" fmla="*/ 889329 h 4882701"/>
                <a:gd name="connsiteX20188" fmla="*/ 2786531 w 4954903"/>
                <a:gd name="connsiteY20188" fmla="*/ 877174 h 4882701"/>
                <a:gd name="connsiteX20189" fmla="*/ 2778428 w 4954903"/>
                <a:gd name="connsiteY20189" fmla="*/ 894394 h 4882701"/>
                <a:gd name="connsiteX20190" fmla="*/ 2723731 w 4954903"/>
                <a:gd name="connsiteY20190" fmla="*/ 892368 h 4882701"/>
                <a:gd name="connsiteX20191" fmla="*/ 2746015 w 4954903"/>
                <a:gd name="connsiteY20191" fmla="*/ 888063 h 4882701"/>
                <a:gd name="connsiteX20192" fmla="*/ 2732847 w 4954903"/>
                <a:gd name="connsiteY20192" fmla="*/ 875908 h 4882701"/>
                <a:gd name="connsiteX20193" fmla="*/ 2723731 w 4954903"/>
                <a:gd name="connsiteY20193" fmla="*/ 892368 h 4882701"/>
                <a:gd name="connsiteX20194" fmla="*/ 2678910 w 4954903"/>
                <a:gd name="connsiteY20194" fmla="*/ 874642 h 4882701"/>
                <a:gd name="connsiteX20195" fmla="*/ 2669287 w 4954903"/>
                <a:gd name="connsiteY20195" fmla="*/ 891102 h 4882701"/>
                <a:gd name="connsiteX20196" fmla="*/ 2691571 w 4954903"/>
                <a:gd name="connsiteY20196" fmla="*/ 886797 h 4882701"/>
                <a:gd name="connsiteX20197" fmla="*/ 2678910 w 4954903"/>
                <a:gd name="connsiteY20197" fmla="*/ 874642 h 4882701"/>
                <a:gd name="connsiteX20198" fmla="*/ 2624973 w 4954903"/>
                <a:gd name="connsiteY20198" fmla="*/ 873376 h 4882701"/>
                <a:gd name="connsiteX20199" fmla="*/ 2614844 w 4954903"/>
                <a:gd name="connsiteY20199" fmla="*/ 889836 h 4882701"/>
                <a:gd name="connsiteX20200" fmla="*/ 2637634 w 4954903"/>
                <a:gd name="connsiteY20200" fmla="*/ 885531 h 4882701"/>
                <a:gd name="connsiteX20201" fmla="*/ 2624973 w 4954903"/>
                <a:gd name="connsiteY20201" fmla="*/ 873376 h 4882701"/>
                <a:gd name="connsiteX20202" fmla="*/ 2570529 w 4954903"/>
                <a:gd name="connsiteY20202" fmla="*/ 872110 h 4882701"/>
                <a:gd name="connsiteX20203" fmla="*/ 2560147 w 4954903"/>
                <a:gd name="connsiteY20203" fmla="*/ 888570 h 4882701"/>
                <a:gd name="connsiteX20204" fmla="*/ 2583191 w 4954903"/>
                <a:gd name="connsiteY20204" fmla="*/ 884265 h 4882701"/>
                <a:gd name="connsiteX20205" fmla="*/ 2570529 w 4954903"/>
                <a:gd name="connsiteY20205" fmla="*/ 872110 h 4882701"/>
                <a:gd name="connsiteX20206" fmla="*/ 2504944 w 4954903"/>
                <a:gd name="connsiteY20206" fmla="*/ 887303 h 4882701"/>
                <a:gd name="connsiteX20207" fmla="*/ 2528240 w 4954903"/>
                <a:gd name="connsiteY20207" fmla="*/ 882999 h 4882701"/>
                <a:gd name="connsiteX20208" fmla="*/ 2515832 w 4954903"/>
                <a:gd name="connsiteY20208" fmla="*/ 871097 h 4882701"/>
                <a:gd name="connsiteX20209" fmla="*/ 2504944 w 4954903"/>
                <a:gd name="connsiteY20209" fmla="*/ 887303 h 4882701"/>
                <a:gd name="connsiteX20210" fmla="*/ 2449487 w 4954903"/>
                <a:gd name="connsiteY20210" fmla="*/ 886291 h 4882701"/>
                <a:gd name="connsiteX20211" fmla="*/ 2472784 w 4954903"/>
                <a:gd name="connsiteY20211" fmla="*/ 881986 h 4882701"/>
                <a:gd name="connsiteX20212" fmla="*/ 2472784 w 4954903"/>
                <a:gd name="connsiteY20212" fmla="*/ 881986 h 4882701"/>
                <a:gd name="connsiteX20213" fmla="*/ 2460629 w 4954903"/>
                <a:gd name="connsiteY20213" fmla="*/ 870084 h 4882701"/>
                <a:gd name="connsiteX20214" fmla="*/ 2449487 w 4954903"/>
                <a:gd name="connsiteY20214" fmla="*/ 886291 h 4882701"/>
                <a:gd name="connsiteX20215" fmla="*/ 2393778 w 4954903"/>
                <a:gd name="connsiteY20215" fmla="*/ 885531 h 4882701"/>
                <a:gd name="connsiteX20216" fmla="*/ 2417328 w 4954903"/>
                <a:gd name="connsiteY20216" fmla="*/ 880973 h 4882701"/>
                <a:gd name="connsiteX20217" fmla="*/ 2405426 w 4954903"/>
                <a:gd name="connsiteY20217" fmla="*/ 869071 h 4882701"/>
                <a:gd name="connsiteX20218" fmla="*/ 2393778 w 4954903"/>
                <a:gd name="connsiteY20218" fmla="*/ 885531 h 4882701"/>
                <a:gd name="connsiteX20219" fmla="*/ 924308 w 4954903"/>
                <a:gd name="connsiteY20219" fmla="*/ 892115 h 4882701"/>
                <a:gd name="connsiteX20220" fmla="*/ 924814 w 4954903"/>
                <a:gd name="connsiteY20220" fmla="*/ 880720 h 4882701"/>
                <a:gd name="connsiteX20221" fmla="*/ 907848 w 4954903"/>
                <a:gd name="connsiteY20221" fmla="*/ 899965 h 4882701"/>
                <a:gd name="connsiteX20222" fmla="*/ 924308 w 4954903"/>
                <a:gd name="connsiteY20222" fmla="*/ 892115 h 4882701"/>
                <a:gd name="connsiteX20223" fmla="*/ 893161 w 4954903"/>
                <a:gd name="connsiteY20223" fmla="*/ 893887 h 4882701"/>
                <a:gd name="connsiteX20224" fmla="*/ 893921 w 4954903"/>
                <a:gd name="connsiteY20224" fmla="*/ 882492 h 4882701"/>
                <a:gd name="connsiteX20225" fmla="*/ 876955 w 4954903"/>
                <a:gd name="connsiteY20225" fmla="*/ 901737 h 4882701"/>
                <a:gd name="connsiteX20226" fmla="*/ 893161 w 4954903"/>
                <a:gd name="connsiteY20226" fmla="*/ 893887 h 4882701"/>
                <a:gd name="connsiteX20227" fmla="*/ 863027 w 4954903"/>
                <a:gd name="connsiteY20227" fmla="*/ 895407 h 4882701"/>
                <a:gd name="connsiteX20228" fmla="*/ 864293 w 4954903"/>
                <a:gd name="connsiteY20228" fmla="*/ 884011 h 4882701"/>
                <a:gd name="connsiteX20229" fmla="*/ 847327 w 4954903"/>
                <a:gd name="connsiteY20229" fmla="*/ 903257 h 4882701"/>
                <a:gd name="connsiteX20230" fmla="*/ 863027 w 4954903"/>
                <a:gd name="connsiteY20230" fmla="*/ 895407 h 4882701"/>
                <a:gd name="connsiteX20231" fmla="*/ 818966 w 4954903"/>
                <a:gd name="connsiteY20231" fmla="*/ 905536 h 4882701"/>
                <a:gd name="connsiteX20232" fmla="*/ 834159 w 4954903"/>
                <a:gd name="connsiteY20232" fmla="*/ 897179 h 4882701"/>
                <a:gd name="connsiteX20233" fmla="*/ 835932 w 4954903"/>
                <a:gd name="connsiteY20233" fmla="*/ 885784 h 4882701"/>
                <a:gd name="connsiteX20234" fmla="*/ 818966 w 4954903"/>
                <a:gd name="connsiteY20234" fmla="*/ 905536 h 4882701"/>
                <a:gd name="connsiteX20235" fmla="*/ 791617 w 4954903"/>
                <a:gd name="connsiteY20235" fmla="*/ 907308 h 4882701"/>
                <a:gd name="connsiteX20236" fmla="*/ 806558 w 4954903"/>
                <a:gd name="connsiteY20236" fmla="*/ 898952 h 4882701"/>
                <a:gd name="connsiteX20237" fmla="*/ 808584 w 4954903"/>
                <a:gd name="connsiteY20237" fmla="*/ 887557 h 4882701"/>
                <a:gd name="connsiteX20238" fmla="*/ 791617 w 4954903"/>
                <a:gd name="connsiteY20238" fmla="*/ 907308 h 4882701"/>
                <a:gd name="connsiteX20239" fmla="*/ 765535 w 4954903"/>
                <a:gd name="connsiteY20239" fmla="*/ 909081 h 4882701"/>
                <a:gd name="connsiteX20240" fmla="*/ 780222 w 4954903"/>
                <a:gd name="connsiteY20240" fmla="*/ 900724 h 4882701"/>
                <a:gd name="connsiteX20241" fmla="*/ 782754 w 4954903"/>
                <a:gd name="connsiteY20241" fmla="*/ 889329 h 4882701"/>
                <a:gd name="connsiteX20242" fmla="*/ 765535 w 4954903"/>
                <a:gd name="connsiteY20242" fmla="*/ 909081 h 4882701"/>
                <a:gd name="connsiteX20243" fmla="*/ 740719 w 4954903"/>
                <a:gd name="connsiteY20243" fmla="*/ 911107 h 4882701"/>
                <a:gd name="connsiteX20244" fmla="*/ 754900 w 4954903"/>
                <a:gd name="connsiteY20244" fmla="*/ 902750 h 4882701"/>
                <a:gd name="connsiteX20245" fmla="*/ 757938 w 4954903"/>
                <a:gd name="connsiteY20245" fmla="*/ 891355 h 4882701"/>
                <a:gd name="connsiteX20246" fmla="*/ 740719 w 4954903"/>
                <a:gd name="connsiteY20246" fmla="*/ 911107 h 4882701"/>
                <a:gd name="connsiteX20247" fmla="*/ 716916 w 4954903"/>
                <a:gd name="connsiteY20247" fmla="*/ 913386 h 4882701"/>
                <a:gd name="connsiteX20248" fmla="*/ 730843 w 4954903"/>
                <a:gd name="connsiteY20248" fmla="*/ 904523 h 4882701"/>
                <a:gd name="connsiteX20249" fmla="*/ 734135 w 4954903"/>
                <a:gd name="connsiteY20249" fmla="*/ 893128 h 4882701"/>
                <a:gd name="connsiteX20250" fmla="*/ 716916 w 4954903"/>
                <a:gd name="connsiteY20250" fmla="*/ 913386 h 4882701"/>
                <a:gd name="connsiteX20251" fmla="*/ 694632 w 4954903"/>
                <a:gd name="connsiteY20251" fmla="*/ 915412 h 4882701"/>
                <a:gd name="connsiteX20252" fmla="*/ 708053 w 4954903"/>
                <a:gd name="connsiteY20252" fmla="*/ 906295 h 4882701"/>
                <a:gd name="connsiteX20253" fmla="*/ 711598 w 4954903"/>
                <a:gd name="connsiteY20253" fmla="*/ 894900 h 4882701"/>
                <a:gd name="connsiteX20254" fmla="*/ 694632 w 4954903"/>
                <a:gd name="connsiteY20254" fmla="*/ 915412 h 4882701"/>
                <a:gd name="connsiteX20255" fmla="*/ 673614 w 4954903"/>
                <a:gd name="connsiteY20255" fmla="*/ 917691 h 4882701"/>
                <a:gd name="connsiteX20256" fmla="*/ 686782 w 4954903"/>
                <a:gd name="connsiteY20256" fmla="*/ 908574 h 4882701"/>
                <a:gd name="connsiteX20257" fmla="*/ 690834 w 4954903"/>
                <a:gd name="connsiteY20257" fmla="*/ 897179 h 4882701"/>
                <a:gd name="connsiteX20258" fmla="*/ 673614 w 4954903"/>
                <a:gd name="connsiteY20258" fmla="*/ 917691 h 4882701"/>
                <a:gd name="connsiteX20259" fmla="*/ 653609 w 4954903"/>
                <a:gd name="connsiteY20259" fmla="*/ 919716 h 4882701"/>
                <a:gd name="connsiteX20260" fmla="*/ 666271 w 4954903"/>
                <a:gd name="connsiteY20260" fmla="*/ 910600 h 4882701"/>
                <a:gd name="connsiteX20261" fmla="*/ 670829 w 4954903"/>
                <a:gd name="connsiteY20261" fmla="*/ 899205 h 4882701"/>
                <a:gd name="connsiteX20262" fmla="*/ 653609 w 4954903"/>
                <a:gd name="connsiteY20262" fmla="*/ 919716 h 4882701"/>
                <a:gd name="connsiteX20263" fmla="*/ 635124 w 4954903"/>
                <a:gd name="connsiteY20263" fmla="*/ 922249 h 4882701"/>
                <a:gd name="connsiteX20264" fmla="*/ 647532 w 4954903"/>
                <a:gd name="connsiteY20264" fmla="*/ 912879 h 4882701"/>
                <a:gd name="connsiteX20265" fmla="*/ 652343 w 4954903"/>
                <a:gd name="connsiteY20265" fmla="*/ 901484 h 4882701"/>
                <a:gd name="connsiteX20266" fmla="*/ 635124 w 4954903"/>
                <a:gd name="connsiteY20266" fmla="*/ 922249 h 4882701"/>
                <a:gd name="connsiteX20267" fmla="*/ 629806 w 4954903"/>
                <a:gd name="connsiteY20267" fmla="*/ 915158 h 4882701"/>
                <a:gd name="connsiteX20268" fmla="*/ 635124 w 4954903"/>
                <a:gd name="connsiteY20268" fmla="*/ 903763 h 4882701"/>
                <a:gd name="connsiteX20269" fmla="*/ 617904 w 4954903"/>
                <a:gd name="connsiteY20269" fmla="*/ 924528 h 4882701"/>
                <a:gd name="connsiteX20270" fmla="*/ 629806 w 4954903"/>
                <a:gd name="connsiteY20270" fmla="*/ 915158 h 4882701"/>
                <a:gd name="connsiteX20271" fmla="*/ 530288 w 4954903"/>
                <a:gd name="connsiteY20271" fmla="*/ 945039 h 4882701"/>
                <a:gd name="connsiteX20272" fmla="*/ 539151 w 4954903"/>
                <a:gd name="connsiteY20272" fmla="*/ 934657 h 4882701"/>
                <a:gd name="connsiteX20273" fmla="*/ 547508 w 4954903"/>
                <a:gd name="connsiteY20273" fmla="*/ 923261 h 4882701"/>
                <a:gd name="connsiteX20274" fmla="*/ 547508 w 4954903"/>
                <a:gd name="connsiteY20274" fmla="*/ 923261 h 4882701"/>
                <a:gd name="connsiteX20275" fmla="*/ 530288 w 4954903"/>
                <a:gd name="connsiteY20275" fmla="*/ 945039 h 4882701"/>
                <a:gd name="connsiteX20276" fmla="*/ 530288 w 4954903"/>
                <a:gd name="connsiteY20276" fmla="*/ 945039 h 4882701"/>
                <a:gd name="connsiteX20277" fmla="*/ 534087 w 4954903"/>
                <a:gd name="connsiteY20277" fmla="*/ 937442 h 4882701"/>
                <a:gd name="connsiteX20278" fmla="*/ 542696 w 4954903"/>
                <a:gd name="connsiteY20278" fmla="*/ 926047 h 4882701"/>
                <a:gd name="connsiteX20279" fmla="*/ 525477 w 4954903"/>
                <a:gd name="connsiteY20279" fmla="*/ 947824 h 4882701"/>
                <a:gd name="connsiteX20280" fmla="*/ 534087 w 4954903"/>
                <a:gd name="connsiteY20280" fmla="*/ 937442 h 4882701"/>
                <a:gd name="connsiteX20281" fmla="*/ 530795 w 4954903"/>
                <a:gd name="connsiteY20281" fmla="*/ 940228 h 4882701"/>
                <a:gd name="connsiteX20282" fmla="*/ 539404 w 4954903"/>
                <a:gd name="connsiteY20282" fmla="*/ 929339 h 4882701"/>
                <a:gd name="connsiteX20283" fmla="*/ 523198 w 4954903"/>
                <a:gd name="connsiteY20283" fmla="*/ 949850 h 4882701"/>
                <a:gd name="connsiteX20284" fmla="*/ 530795 w 4954903"/>
                <a:gd name="connsiteY20284" fmla="*/ 940228 h 4882701"/>
                <a:gd name="connsiteX20285" fmla="*/ 539658 w 4954903"/>
                <a:gd name="connsiteY20285" fmla="*/ 928832 h 4882701"/>
                <a:gd name="connsiteX20286" fmla="*/ 539404 w 4954903"/>
                <a:gd name="connsiteY20286" fmla="*/ 929339 h 4882701"/>
                <a:gd name="connsiteX20287" fmla="*/ 539404 w 4954903"/>
                <a:gd name="connsiteY20287" fmla="*/ 929339 h 4882701"/>
                <a:gd name="connsiteX20288" fmla="*/ 539658 w 4954903"/>
                <a:gd name="connsiteY20288" fmla="*/ 928832 h 4882701"/>
                <a:gd name="connsiteX20289" fmla="*/ 522945 w 4954903"/>
                <a:gd name="connsiteY20289" fmla="*/ 950103 h 4882701"/>
                <a:gd name="connsiteX20290" fmla="*/ 523198 w 4954903"/>
                <a:gd name="connsiteY20290" fmla="*/ 949597 h 4882701"/>
                <a:gd name="connsiteX20291" fmla="*/ 522438 w 4954903"/>
                <a:gd name="connsiteY20291" fmla="*/ 950357 h 4882701"/>
                <a:gd name="connsiteX20292" fmla="*/ 522945 w 4954903"/>
                <a:gd name="connsiteY20292" fmla="*/ 950103 h 4882701"/>
                <a:gd name="connsiteX20293" fmla="*/ 4447440 w 4954903"/>
                <a:gd name="connsiteY20293" fmla="*/ 972641 h 4882701"/>
                <a:gd name="connsiteX20294" fmla="*/ 4441869 w 4954903"/>
                <a:gd name="connsiteY20294" fmla="*/ 965297 h 4882701"/>
                <a:gd name="connsiteX20295" fmla="*/ 4447693 w 4954903"/>
                <a:gd name="connsiteY20295" fmla="*/ 973147 h 4882701"/>
                <a:gd name="connsiteX20296" fmla="*/ 4447440 w 4954903"/>
                <a:gd name="connsiteY20296" fmla="*/ 972641 h 4882701"/>
                <a:gd name="connsiteX20297" fmla="*/ 4443388 w 4954903"/>
                <a:gd name="connsiteY20297" fmla="*/ 967829 h 4882701"/>
                <a:gd name="connsiteX20298" fmla="*/ 4433259 w 4954903"/>
                <a:gd name="connsiteY20298" fmla="*/ 955168 h 4882701"/>
                <a:gd name="connsiteX20299" fmla="*/ 4433259 w 4954903"/>
                <a:gd name="connsiteY20299" fmla="*/ 955168 h 4882701"/>
                <a:gd name="connsiteX20300" fmla="*/ 4450225 w 4954903"/>
                <a:gd name="connsiteY20300" fmla="*/ 977199 h 4882701"/>
                <a:gd name="connsiteX20301" fmla="*/ 4443388 w 4954903"/>
                <a:gd name="connsiteY20301" fmla="*/ 967829 h 4882701"/>
                <a:gd name="connsiteX20302" fmla="*/ 4446173 w 4954903"/>
                <a:gd name="connsiteY20302" fmla="*/ 974160 h 4882701"/>
                <a:gd name="connsiteX20303" fmla="*/ 4439843 w 4954903"/>
                <a:gd name="connsiteY20303" fmla="*/ 965044 h 4882701"/>
                <a:gd name="connsiteX20304" fmla="*/ 4429460 w 4954903"/>
                <a:gd name="connsiteY20304" fmla="*/ 952382 h 4882701"/>
                <a:gd name="connsiteX20305" fmla="*/ 4429460 w 4954903"/>
                <a:gd name="connsiteY20305" fmla="*/ 952382 h 4882701"/>
                <a:gd name="connsiteX20306" fmla="*/ 4446173 w 4954903"/>
                <a:gd name="connsiteY20306" fmla="*/ 974160 h 4882701"/>
                <a:gd name="connsiteX20307" fmla="*/ 4440349 w 4954903"/>
                <a:gd name="connsiteY20307" fmla="*/ 971374 h 4882701"/>
                <a:gd name="connsiteX20308" fmla="*/ 4440349 w 4954903"/>
                <a:gd name="connsiteY20308" fmla="*/ 971374 h 4882701"/>
                <a:gd name="connsiteX20309" fmla="*/ 4434272 w 4954903"/>
                <a:gd name="connsiteY20309" fmla="*/ 962258 h 4882701"/>
                <a:gd name="connsiteX20310" fmla="*/ 4423636 w 4954903"/>
                <a:gd name="connsiteY20310" fmla="*/ 949597 h 4882701"/>
                <a:gd name="connsiteX20311" fmla="*/ 4423383 w 4954903"/>
                <a:gd name="connsiteY20311" fmla="*/ 949597 h 4882701"/>
                <a:gd name="connsiteX20312" fmla="*/ 4440349 w 4954903"/>
                <a:gd name="connsiteY20312" fmla="*/ 971374 h 4882701"/>
                <a:gd name="connsiteX20313" fmla="*/ 4433006 w 4954903"/>
                <a:gd name="connsiteY20313" fmla="*/ 968336 h 4882701"/>
                <a:gd name="connsiteX20314" fmla="*/ 4427181 w 4954903"/>
                <a:gd name="connsiteY20314" fmla="*/ 959220 h 4882701"/>
                <a:gd name="connsiteX20315" fmla="*/ 4416039 w 4954903"/>
                <a:gd name="connsiteY20315" fmla="*/ 946558 h 4882701"/>
                <a:gd name="connsiteX20316" fmla="*/ 4415786 w 4954903"/>
                <a:gd name="connsiteY20316" fmla="*/ 946558 h 4882701"/>
                <a:gd name="connsiteX20317" fmla="*/ 4433006 w 4954903"/>
                <a:gd name="connsiteY20317" fmla="*/ 968336 h 4882701"/>
                <a:gd name="connsiteX20318" fmla="*/ 4407430 w 4954903"/>
                <a:gd name="connsiteY20318" fmla="*/ 943520 h 4882701"/>
                <a:gd name="connsiteX20319" fmla="*/ 4407430 w 4954903"/>
                <a:gd name="connsiteY20319" fmla="*/ 943520 h 4882701"/>
                <a:gd name="connsiteX20320" fmla="*/ 4424143 w 4954903"/>
                <a:gd name="connsiteY20320" fmla="*/ 965297 h 4882701"/>
                <a:gd name="connsiteX20321" fmla="*/ 4418825 w 4954903"/>
                <a:gd name="connsiteY20321" fmla="*/ 956181 h 4882701"/>
                <a:gd name="connsiteX20322" fmla="*/ 4407430 w 4954903"/>
                <a:gd name="connsiteY20322" fmla="*/ 943520 h 4882701"/>
                <a:gd name="connsiteX20323" fmla="*/ 4396794 w 4954903"/>
                <a:gd name="connsiteY20323" fmla="*/ 940481 h 4882701"/>
                <a:gd name="connsiteX20324" fmla="*/ 4396794 w 4954903"/>
                <a:gd name="connsiteY20324" fmla="*/ 940481 h 4882701"/>
                <a:gd name="connsiteX20325" fmla="*/ 4413254 w 4954903"/>
                <a:gd name="connsiteY20325" fmla="*/ 962258 h 4882701"/>
                <a:gd name="connsiteX20326" fmla="*/ 4408443 w 4954903"/>
                <a:gd name="connsiteY20326" fmla="*/ 953142 h 4882701"/>
                <a:gd name="connsiteX20327" fmla="*/ 4396794 w 4954903"/>
                <a:gd name="connsiteY20327" fmla="*/ 940481 h 4882701"/>
                <a:gd name="connsiteX20328" fmla="*/ 4384893 w 4954903"/>
                <a:gd name="connsiteY20328" fmla="*/ 937442 h 4882701"/>
                <a:gd name="connsiteX20329" fmla="*/ 4384386 w 4954903"/>
                <a:gd name="connsiteY20329" fmla="*/ 937442 h 4882701"/>
                <a:gd name="connsiteX20330" fmla="*/ 4401099 w 4954903"/>
                <a:gd name="connsiteY20330" fmla="*/ 959220 h 4882701"/>
                <a:gd name="connsiteX20331" fmla="*/ 4396794 w 4954903"/>
                <a:gd name="connsiteY20331" fmla="*/ 950103 h 4882701"/>
                <a:gd name="connsiteX20332" fmla="*/ 4384893 w 4954903"/>
                <a:gd name="connsiteY20332" fmla="*/ 937442 h 4882701"/>
                <a:gd name="connsiteX20333" fmla="*/ 4371472 w 4954903"/>
                <a:gd name="connsiteY20333" fmla="*/ 934657 h 4882701"/>
                <a:gd name="connsiteX20334" fmla="*/ 4370965 w 4954903"/>
                <a:gd name="connsiteY20334" fmla="*/ 934657 h 4882701"/>
                <a:gd name="connsiteX20335" fmla="*/ 4387678 w 4954903"/>
                <a:gd name="connsiteY20335" fmla="*/ 956434 h 4882701"/>
                <a:gd name="connsiteX20336" fmla="*/ 4383627 w 4954903"/>
                <a:gd name="connsiteY20336" fmla="*/ 947318 h 4882701"/>
                <a:gd name="connsiteX20337" fmla="*/ 4371472 w 4954903"/>
                <a:gd name="connsiteY20337" fmla="*/ 934657 h 4882701"/>
                <a:gd name="connsiteX20338" fmla="*/ 4356785 w 4954903"/>
                <a:gd name="connsiteY20338" fmla="*/ 931618 h 4882701"/>
                <a:gd name="connsiteX20339" fmla="*/ 4356278 w 4954903"/>
                <a:gd name="connsiteY20339" fmla="*/ 931618 h 4882701"/>
                <a:gd name="connsiteX20340" fmla="*/ 4372991 w 4954903"/>
                <a:gd name="connsiteY20340" fmla="*/ 953142 h 4882701"/>
                <a:gd name="connsiteX20341" fmla="*/ 4369446 w 4954903"/>
                <a:gd name="connsiteY20341" fmla="*/ 944026 h 4882701"/>
                <a:gd name="connsiteX20342" fmla="*/ 4356785 w 4954903"/>
                <a:gd name="connsiteY20342" fmla="*/ 931618 h 4882701"/>
                <a:gd name="connsiteX20343" fmla="*/ 4340578 w 4954903"/>
                <a:gd name="connsiteY20343" fmla="*/ 928579 h 4882701"/>
                <a:gd name="connsiteX20344" fmla="*/ 4340072 w 4954903"/>
                <a:gd name="connsiteY20344" fmla="*/ 928579 h 4882701"/>
                <a:gd name="connsiteX20345" fmla="*/ 4356785 w 4954903"/>
                <a:gd name="connsiteY20345" fmla="*/ 950103 h 4882701"/>
                <a:gd name="connsiteX20346" fmla="*/ 4353493 w 4954903"/>
                <a:gd name="connsiteY20346" fmla="*/ 940987 h 4882701"/>
                <a:gd name="connsiteX20347" fmla="*/ 4340578 w 4954903"/>
                <a:gd name="connsiteY20347" fmla="*/ 928579 h 4882701"/>
                <a:gd name="connsiteX20348" fmla="*/ 4323106 w 4954903"/>
                <a:gd name="connsiteY20348" fmla="*/ 925794 h 4882701"/>
                <a:gd name="connsiteX20349" fmla="*/ 4322346 w 4954903"/>
                <a:gd name="connsiteY20349" fmla="*/ 925794 h 4882701"/>
                <a:gd name="connsiteX20350" fmla="*/ 4338805 w 4954903"/>
                <a:gd name="connsiteY20350" fmla="*/ 947318 h 4882701"/>
                <a:gd name="connsiteX20351" fmla="*/ 4336020 w 4954903"/>
                <a:gd name="connsiteY20351" fmla="*/ 938202 h 4882701"/>
                <a:gd name="connsiteX20352" fmla="*/ 4323106 w 4954903"/>
                <a:gd name="connsiteY20352" fmla="*/ 925794 h 4882701"/>
                <a:gd name="connsiteX20353" fmla="*/ 4304367 w 4954903"/>
                <a:gd name="connsiteY20353" fmla="*/ 922755 h 4882701"/>
                <a:gd name="connsiteX20354" fmla="*/ 4303607 w 4954903"/>
                <a:gd name="connsiteY20354" fmla="*/ 922755 h 4882701"/>
                <a:gd name="connsiteX20355" fmla="*/ 4320067 w 4954903"/>
                <a:gd name="connsiteY20355" fmla="*/ 944279 h 4882701"/>
                <a:gd name="connsiteX20356" fmla="*/ 4317535 w 4954903"/>
                <a:gd name="connsiteY20356" fmla="*/ 935163 h 4882701"/>
                <a:gd name="connsiteX20357" fmla="*/ 4304367 w 4954903"/>
                <a:gd name="connsiteY20357" fmla="*/ 922755 h 4882701"/>
                <a:gd name="connsiteX20358" fmla="*/ 4284109 w 4954903"/>
                <a:gd name="connsiteY20358" fmla="*/ 919716 h 4882701"/>
                <a:gd name="connsiteX20359" fmla="*/ 4283096 w 4954903"/>
                <a:gd name="connsiteY20359" fmla="*/ 919970 h 4882701"/>
                <a:gd name="connsiteX20360" fmla="*/ 4299555 w 4954903"/>
                <a:gd name="connsiteY20360" fmla="*/ 941240 h 4882701"/>
                <a:gd name="connsiteX20361" fmla="*/ 4297530 w 4954903"/>
                <a:gd name="connsiteY20361" fmla="*/ 932124 h 4882701"/>
                <a:gd name="connsiteX20362" fmla="*/ 4284109 w 4954903"/>
                <a:gd name="connsiteY20362" fmla="*/ 919716 h 4882701"/>
                <a:gd name="connsiteX20363" fmla="*/ 4261318 w 4954903"/>
                <a:gd name="connsiteY20363" fmla="*/ 917184 h 4882701"/>
                <a:gd name="connsiteX20364" fmla="*/ 4277778 w 4954903"/>
                <a:gd name="connsiteY20364" fmla="*/ 938455 h 4882701"/>
                <a:gd name="connsiteX20365" fmla="*/ 4276006 w 4954903"/>
                <a:gd name="connsiteY20365" fmla="*/ 929592 h 4882701"/>
                <a:gd name="connsiteX20366" fmla="*/ 4262585 w 4954903"/>
                <a:gd name="connsiteY20366" fmla="*/ 916931 h 4882701"/>
                <a:gd name="connsiteX20367" fmla="*/ 4261318 w 4954903"/>
                <a:gd name="connsiteY20367" fmla="*/ 917184 h 4882701"/>
                <a:gd name="connsiteX20368" fmla="*/ 4239794 w 4954903"/>
                <a:gd name="connsiteY20368" fmla="*/ 913892 h 4882701"/>
                <a:gd name="connsiteX20369" fmla="*/ 4238528 w 4954903"/>
                <a:gd name="connsiteY20369" fmla="*/ 914145 h 4882701"/>
                <a:gd name="connsiteX20370" fmla="*/ 4254988 w 4954903"/>
                <a:gd name="connsiteY20370" fmla="*/ 935416 h 4882701"/>
                <a:gd name="connsiteX20371" fmla="*/ 4253722 w 4954903"/>
                <a:gd name="connsiteY20371" fmla="*/ 926553 h 4882701"/>
                <a:gd name="connsiteX20372" fmla="*/ 4239794 w 4954903"/>
                <a:gd name="connsiteY20372" fmla="*/ 913892 h 4882701"/>
                <a:gd name="connsiteX20373" fmla="*/ 4215738 w 4954903"/>
                <a:gd name="connsiteY20373" fmla="*/ 911107 h 4882701"/>
                <a:gd name="connsiteX20374" fmla="*/ 4214471 w 4954903"/>
                <a:gd name="connsiteY20374" fmla="*/ 911360 h 4882701"/>
                <a:gd name="connsiteX20375" fmla="*/ 4230172 w 4954903"/>
                <a:gd name="connsiteY20375" fmla="*/ 932378 h 4882701"/>
                <a:gd name="connsiteX20376" fmla="*/ 4229665 w 4954903"/>
                <a:gd name="connsiteY20376" fmla="*/ 923515 h 4882701"/>
                <a:gd name="connsiteX20377" fmla="*/ 4215738 w 4954903"/>
                <a:gd name="connsiteY20377" fmla="*/ 911107 h 4882701"/>
                <a:gd name="connsiteX20378" fmla="*/ 4190415 w 4954903"/>
                <a:gd name="connsiteY20378" fmla="*/ 908321 h 4882701"/>
                <a:gd name="connsiteX20379" fmla="*/ 4188896 w 4954903"/>
                <a:gd name="connsiteY20379" fmla="*/ 908574 h 4882701"/>
                <a:gd name="connsiteX20380" fmla="*/ 4204343 w 4954903"/>
                <a:gd name="connsiteY20380" fmla="*/ 929592 h 4882701"/>
                <a:gd name="connsiteX20381" fmla="*/ 4204343 w 4954903"/>
                <a:gd name="connsiteY20381" fmla="*/ 920729 h 4882701"/>
                <a:gd name="connsiteX20382" fmla="*/ 4190415 w 4954903"/>
                <a:gd name="connsiteY20382" fmla="*/ 908321 h 4882701"/>
                <a:gd name="connsiteX20383" fmla="*/ 4164080 w 4954903"/>
                <a:gd name="connsiteY20383" fmla="*/ 905536 h 4882701"/>
                <a:gd name="connsiteX20384" fmla="*/ 4162560 w 4954903"/>
                <a:gd name="connsiteY20384" fmla="*/ 905789 h 4882701"/>
                <a:gd name="connsiteX20385" fmla="*/ 4177754 w 4954903"/>
                <a:gd name="connsiteY20385" fmla="*/ 926807 h 4882701"/>
                <a:gd name="connsiteX20386" fmla="*/ 4178260 w 4954903"/>
                <a:gd name="connsiteY20386" fmla="*/ 917944 h 4882701"/>
                <a:gd name="connsiteX20387" fmla="*/ 4164080 w 4954903"/>
                <a:gd name="connsiteY20387" fmla="*/ 905536 h 4882701"/>
                <a:gd name="connsiteX20388" fmla="*/ 4107863 w 4954903"/>
                <a:gd name="connsiteY20388" fmla="*/ 899711 h 4882701"/>
                <a:gd name="connsiteX20389" fmla="*/ 4106091 w 4954903"/>
                <a:gd name="connsiteY20389" fmla="*/ 899965 h 4882701"/>
                <a:gd name="connsiteX20390" fmla="*/ 4121031 w 4954903"/>
                <a:gd name="connsiteY20390" fmla="*/ 920982 h 4882701"/>
                <a:gd name="connsiteX20391" fmla="*/ 4122297 w 4954903"/>
                <a:gd name="connsiteY20391" fmla="*/ 912120 h 4882701"/>
                <a:gd name="connsiteX20392" fmla="*/ 4107863 w 4954903"/>
                <a:gd name="connsiteY20392" fmla="*/ 899711 h 4882701"/>
                <a:gd name="connsiteX20393" fmla="*/ 4029617 w 4954903"/>
                <a:gd name="connsiteY20393" fmla="*/ 904016 h 4882701"/>
                <a:gd name="connsiteX20394" fmla="*/ 4014930 w 4954903"/>
                <a:gd name="connsiteY20394" fmla="*/ 891608 h 4882701"/>
                <a:gd name="connsiteX20395" fmla="*/ 4012904 w 4954903"/>
                <a:gd name="connsiteY20395" fmla="*/ 891862 h 4882701"/>
                <a:gd name="connsiteX20396" fmla="*/ 4026325 w 4954903"/>
                <a:gd name="connsiteY20396" fmla="*/ 912626 h 4882701"/>
                <a:gd name="connsiteX20397" fmla="*/ 4029617 w 4954903"/>
                <a:gd name="connsiteY20397" fmla="*/ 904016 h 4882701"/>
                <a:gd name="connsiteX20398" fmla="*/ 3992899 w 4954903"/>
                <a:gd name="connsiteY20398" fmla="*/ 909841 h 4882701"/>
                <a:gd name="connsiteX20399" fmla="*/ 3996697 w 4954903"/>
                <a:gd name="connsiteY20399" fmla="*/ 901231 h 4882701"/>
                <a:gd name="connsiteX20400" fmla="*/ 3981757 w 4954903"/>
                <a:gd name="connsiteY20400" fmla="*/ 888823 h 4882701"/>
                <a:gd name="connsiteX20401" fmla="*/ 3979731 w 4954903"/>
                <a:gd name="connsiteY20401" fmla="*/ 889076 h 4882701"/>
                <a:gd name="connsiteX20402" fmla="*/ 3992899 w 4954903"/>
                <a:gd name="connsiteY20402" fmla="*/ 909841 h 4882701"/>
                <a:gd name="connsiteX20403" fmla="*/ 3945799 w 4954903"/>
                <a:gd name="connsiteY20403" fmla="*/ 886544 h 4882701"/>
                <a:gd name="connsiteX20404" fmla="*/ 3958713 w 4954903"/>
                <a:gd name="connsiteY20404" fmla="*/ 907308 h 4882701"/>
                <a:gd name="connsiteX20405" fmla="*/ 3962765 w 4954903"/>
                <a:gd name="connsiteY20405" fmla="*/ 898699 h 4882701"/>
                <a:gd name="connsiteX20406" fmla="*/ 3948078 w 4954903"/>
                <a:gd name="connsiteY20406" fmla="*/ 886291 h 4882701"/>
                <a:gd name="connsiteX20407" fmla="*/ 3945799 w 4954903"/>
                <a:gd name="connsiteY20407" fmla="*/ 886544 h 4882701"/>
                <a:gd name="connsiteX20408" fmla="*/ 3910094 w 4954903"/>
                <a:gd name="connsiteY20408" fmla="*/ 884265 h 4882701"/>
                <a:gd name="connsiteX20409" fmla="*/ 3923262 w 4954903"/>
                <a:gd name="connsiteY20409" fmla="*/ 904523 h 4882701"/>
                <a:gd name="connsiteX20410" fmla="*/ 3927820 w 4954903"/>
                <a:gd name="connsiteY20410" fmla="*/ 895913 h 4882701"/>
                <a:gd name="connsiteX20411" fmla="*/ 3912880 w 4954903"/>
                <a:gd name="connsiteY20411" fmla="*/ 883505 h 4882701"/>
                <a:gd name="connsiteX20412" fmla="*/ 3910094 w 4954903"/>
                <a:gd name="connsiteY20412" fmla="*/ 884265 h 4882701"/>
                <a:gd name="connsiteX20413" fmla="*/ 3885531 w 4954903"/>
                <a:gd name="connsiteY20413" fmla="*/ 901484 h 4882701"/>
                <a:gd name="connsiteX20414" fmla="*/ 3891355 w 4954903"/>
                <a:gd name="connsiteY20414" fmla="*/ 893128 h 4882701"/>
                <a:gd name="connsiteX20415" fmla="*/ 3876415 w 4954903"/>
                <a:gd name="connsiteY20415" fmla="*/ 880720 h 4882701"/>
                <a:gd name="connsiteX20416" fmla="*/ 3874136 w 4954903"/>
                <a:gd name="connsiteY20416" fmla="*/ 880973 h 4882701"/>
                <a:gd name="connsiteX20417" fmla="*/ 3885531 w 4954903"/>
                <a:gd name="connsiteY20417" fmla="*/ 901484 h 4882701"/>
                <a:gd name="connsiteX20418" fmla="*/ 3854638 w 4954903"/>
                <a:gd name="connsiteY20418" fmla="*/ 890849 h 4882701"/>
                <a:gd name="connsiteX20419" fmla="*/ 3839697 w 4954903"/>
                <a:gd name="connsiteY20419" fmla="*/ 878440 h 4882701"/>
                <a:gd name="connsiteX20420" fmla="*/ 3837418 w 4954903"/>
                <a:gd name="connsiteY20420" fmla="*/ 878694 h 4882701"/>
                <a:gd name="connsiteX20421" fmla="*/ 3848307 w 4954903"/>
                <a:gd name="connsiteY20421" fmla="*/ 898952 h 4882701"/>
                <a:gd name="connsiteX20422" fmla="*/ 3854638 w 4954903"/>
                <a:gd name="connsiteY20422" fmla="*/ 890849 h 4882701"/>
                <a:gd name="connsiteX20423" fmla="*/ 3799181 w 4954903"/>
                <a:gd name="connsiteY20423" fmla="*/ 876161 h 4882701"/>
                <a:gd name="connsiteX20424" fmla="*/ 3809817 w 4954903"/>
                <a:gd name="connsiteY20424" fmla="*/ 896420 h 4882701"/>
                <a:gd name="connsiteX20425" fmla="*/ 3816401 w 4954903"/>
                <a:gd name="connsiteY20425" fmla="*/ 888063 h 4882701"/>
                <a:gd name="connsiteX20426" fmla="*/ 3801460 w 4954903"/>
                <a:gd name="connsiteY20426" fmla="*/ 875655 h 4882701"/>
                <a:gd name="connsiteX20427" fmla="*/ 3799181 w 4954903"/>
                <a:gd name="connsiteY20427" fmla="*/ 876161 h 4882701"/>
                <a:gd name="connsiteX20428" fmla="*/ 3760438 w 4954903"/>
                <a:gd name="connsiteY20428" fmla="*/ 873629 h 4882701"/>
                <a:gd name="connsiteX20429" fmla="*/ 3769807 w 4954903"/>
                <a:gd name="connsiteY20429" fmla="*/ 893381 h 4882701"/>
                <a:gd name="connsiteX20430" fmla="*/ 3777910 w 4954903"/>
                <a:gd name="connsiteY20430" fmla="*/ 885531 h 4882701"/>
                <a:gd name="connsiteX20431" fmla="*/ 3762970 w 4954903"/>
                <a:gd name="connsiteY20431" fmla="*/ 873123 h 4882701"/>
                <a:gd name="connsiteX20432" fmla="*/ 3760438 w 4954903"/>
                <a:gd name="connsiteY20432" fmla="*/ 873629 h 4882701"/>
                <a:gd name="connsiteX20433" fmla="*/ 3722960 w 4954903"/>
                <a:gd name="connsiteY20433" fmla="*/ 870844 h 4882701"/>
                <a:gd name="connsiteX20434" fmla="*/ 3720428 w 4954903"/>
                <a:gd name="connsiteY20434" fmla="*/ 871097 h 4882701"/>
                <a:gd name="connsiteX20435" fmla="*/ 3729291 w 4954903"/>
                <a:gd name="connsiteY20435" fmla="*/ 890849 h 4882701"/>
                <a:gd name="connsiteX20436" fmla="*/ 3737900 w 4954903"/>
                <a:gd name="connsiteY20436" fmla="*/ 882999 h 4882701"/>
                <a:gd name="connsiteX20437" fmla="*/ 3722960 w 4954903"/>
                <a:gd name="connsiteY20437" fmla="*/ 870844 h 4882701"/>
                <a:gd name="connsiteX20438" fmla="*/ 3688521 w 4954903"/>
                <a:gd name="connsiteY20438" fmla="*/ 888570 h 4882701"/>
                <a:gd name="connsiteX20439" fmla="*/ 3697384 w 4954903"/>
                <a:gd name="connsiteY20439" fmla="*/ 880720 h 4882701"/>
                <a:gd name="connsiteX20440" fmla="*/ 3682444 w 4954903"/>
                <a:gd name="connsiteY20440" fmla="*/ 868565 h 4882701"/>
                <a:gd name="connsiteX20441" fmla="*/ 3679912 w 4954903"/>
                <a:gd name="connsiteY20441" fmla="*/ 868818 h 4882701"/>
                <a:gd name="connsiteX20442" fmla="*/ 3688521 w 4954903"/>
                <a:gd name="connsiteY20442" fmla="*/ 888570 h 4882701"/>
                <a:gd name="connsiteX20443" fmla="*/ 3638382 w 4954903"/>
                <a:gd name="connsiteY20443" fmla="*/ 866539 h 4882701"/>
                <a:gd name="connsiteX20444" fmla="*/ 3646486 w 4954903"/>
                <a:gd name="connsiteY20444" fmla="*/ 886291 h 4882701"/>
                <a:gd name="connsiteX20445" fmla="*/ 3655855 w 4954903"/>
                <a:gd name="connsiteY20445" fmla="*/ 878440 h 4882701"/>
                <a:gd name="connsiteX20446" fmla="*/ 3640915 w 4954903"/>
                <a:gd name="connsiteY20446" fmla="*/ 866286 h 4882701"/>
                <a:gd name="connsiteX20447" fmla="*/ 3638382 w 4954903"/>
                <a:gd name="connsiteY20447" fmla="*/ 866539 h 4882701"/>
                <a:gd name="connsiteX20448" fmla="*/ 3598879 w 4954903"/>
                <a:gd name="connsiteY20448" fmla="*/ 863753 h 4882701"/>
                <a:gd name="connsiteX20449" fmla="*/ 3596094 w 4954903"/>
                <a:gd name="connsiteY20449" fmla="*/ 864007 h 4882701"/>
                <a:gd name="connsiteX20450" fmla="*/ 3602931 w 4954903"/>
                <a:gd name="connsiteY20450" fmla="*/ 883252 h 4882701"/>
                <a:gd name="connsiteX20451" fmla="*/ 3613820 w 4954903"/>
                <a:gd name="connsiteY20451" fmla="*/ 875908 h 4882701"/>
                <a:gd name="connsiteX20452" fmla="*/ 3598879 w 4954903"/>
                <a:gd name="connsiteY20452" fmla="*/ 863753 h 4882701"/>
                <a:gd name="connsiteX20453" fmla="*/ 3555831 w 4954903"/>
                <a:gd name="connsiteY20453" fmla="*/ 861474 h 4882701"/>
                <a:gd name="connsiteX20454" fmla="*/ 3553046 w 4954903"/>
                <a:gd name="connsiteY20454" fmla="*/ 861728 h 4882701"/>
                <a:gd name="connsiteX20455" fmla="*/ 3559376 w 4954903"/>
                <a:gd name="connsiteY20455" fmla="*/ 880973 h 4882701"/>
                <a:gd name="connsiteX20456" fmla="*/ 3570771 w 4954903"/>
                <a:gd name="connsiteY20456" fmla="*/ 873629 h 4882701"/>
                <a:gd name="connsiteX20457" fmla="*/ 3555831 w 4954903"/>
                <a:gd name="connsiteY20457" fmla="*/ 861474 h 4882701"/>
                <a:gd name="connsiteX20458" fmla="*/ 3512023 w 4954903"/>
                <a:gd name="connsiteY20458" fmla="*/ 859195 h 4882701"/>
                <a:gd name="connsiteX20459" fmla="*/ 3509238 w 4954903"/>
                <a:gd name="connsiteY20459" fmla="*/ 859449 h 4882701"/>
                <a:gd name="connsiteX20460" fmla="*/ 3515315 w 4954903"/>
                <a:gd name="connsiteY20460" fmla="*/ 878694 h 4882701"/>
                <a:gd name="connsiteX20461" fmla="*/ 3526963 w 4954903"/>
                <a:gd name="connsiteY20461" fmla="*/ 871350 h 4882701"/>
                <a:gd name="connsiteX20462" fmla="*/ 3512023 w 4954903"/>
                <a:gd name="connsiteY20462" fmla="*/ 859195 h 4882701"/>
                <a:gd name="connsiteX20463" fmla="*/ 3201062 w 4954903"/>
                <a:gd name="connsiteY20463" fmla="*/ 856916 h 4882701"/>
                <a:gd name="connsiteX20464" fmla="*/ 3186881 w 4954903"/>
                <a:gd name="connsiteY20464" fmla="*/ 845015 h 4882701"/>
                <a:gd name="connsiteX20465" fmla="*/ 3184602 w 4954903"/>
                <a:gd name="connsiteY20465" fmla="*/ 845015 h 4882701"/>
                <a:gd name="connsiteX20466" fmla="*/ 3184602 w 4954903"/>
                <a:gd name="connsiteY20466" fmla="*/ 863247 h 4882701"/>
                <a:gd name="connsiteX20467" fmla="*/ 3201062 w 4954903"/>
                <a:gd name="connsiteY20467" fmla="*/ 856916 h 4882701"/>
                <a:gd name="connsiteX20468" fmla="*/ 3151936 w 4954903"/>
                <a:gd name="connsiteY20468" fmla="*/ 854890 h 4882701"/>
                <a:gd name="connsiteX20469" fmla="*/ 3137755 w 4954903"/>
                <a:gd name="connsiteY20469" fmla="*/ 842989 h 4882701"/>
                <a:gd name="connsiteX20470" fmla="*/ 3135476 w 4954903"/>
                <a:gd name="connsiteY20470" fmla="*/ 842989 h 4882701"/>
                <a:gd name="connsiteX20471" fmla="*/ 3133957 w 4954903"/>
                <a:gd name="connsiteY20471" fmla="*/ 860461 h 4882701"/>
                <a:gd name="connsiteX20472" fmla="*/ 3151936 w 4954903"/>
                <a:gd name="connsiteY20472" fmla="*/ 854890 h 4882701"/>
                <a:gd name="connsiteX20473" fmla="*/ 3088376 w 4954903"/>
                <a:gd name="connsiteY20473" fmla="*/ 841216 h 4882701"/>
                <a:gd name="connsiteX20474" fmla="*/ 3086097 w 4954903"/>
                <a:gd name="connsiteY20474" fmla="*/ 841470 h 4882701"/>
                <a:gd name="connsiteX20475" fmla="*/ 3084325 w 4954903"/>
                <a:gd name="connsiteY20475" fmla="*/ 858942 h 4882701"/>
                <a:gd name="connsiteX20476" fmla="*/ 3102557 w 4954903"/>
                <a:gd name="connsiteY20476" fmla="*/ 853371 h 4882701"/>
                <a:gd name="connsiteX20477" fmla="*/ 3088376 w 4954903"/>
                <a:gd name="connsiteY20477" fmla="*/ 841216 h 4882701"/>
                <a:gd name="connsiteX20478" fmla="*/ 3038491 w 4954903"/>
                <a:gd name="connsiteY20478" fmla="*/ 839444 h 4882701"/>
                <a:gd name="connsiteX20479" fmla="*/ 3036212 w 4954903"/>
                <a:gd name="connsiteY20479" fmla="*/ 839697 h 4882701"/>
                <a:gd name="connsiteX20480" fmla="*/ 3033932 w 4954903"/>
                <a:gd name="connsiteY20480" fmla="*/ 857170 h 4882701"/>
                <a:gd name="connsiteX20481" fmla="*/ 3052165 w 4954903"/>
                <a:gd name="connsiteY20481" fmla="*/ 851599 h 4882701"/>
                <a:gd name="connsiteX20482" fmla="*/ 3038491 w 4954903"/>
                <a:gd name="connsiteY20482" fmla="*/ 839444 h 4882701"/>
                <a:gd name="connsiteX20483" fmla="*/ 2988099 w 4954903"/>
                <a:gd name="connsiteY20483" fmla="*/ 837671 h 4882701"/>
                <a:gd name="connsiteX20484" fmla="*/ 2986832 w 4954903"/>
                <a:gd name="connsiteY20484" fmla="*/ 837671 h 4882701"/>
                <a:gd name="connsiteX20485" fmla="*/ 2982021 w 4954903"/>
                <a:gd name="connsiteY20485" fmla="*/ 854384 h 4882701"/>
                <a:gd name="connsiteX20486" fmla="*/ 3001773 w 4954903"/>
                <a:gd name="connsiteY20486" fmla="*/ 849573 h 4882701"/>
                <a:gd name="connsiteX20487" fmla="*/ 2988099 w 4954903"/>
                <a:gd name="connsiteY20487" fmla="*/ 837671 h 4882701"/>
                <a:gd name="connsiteX20488" fmla="*/ 2950874 w 4954903"/>
                <a:gd name="connsiteY20488" fmla="*/ 848053 h 4882701"/>
                <a:gd name="connsiteX20489" fmla="*/ 2937200 w 4954903"/>
                <a:gd name="connsiteY20489" fmla="*/ 836152 h 4882701"/>
                <a:gd name="connsiteX20490" fmla="*/ 2935934 w 4954903"/>
                <a:gd name="connsiteY20490" fmla="*/ 836152 h 4882701"/>
                <a:gd name="connsiteX20491" fmla="*/ 2930870 w 4954903"/>
                <a:gd name="connsiteY20491" fmla="*/ 852865 h 4882701"/>
                <a:gd name="connsiteX20492" fmla="*/ 2950874 w 4954903"/>
                <a:gd name="connsiteY20492" fmla="*/ 848053 h 4882701"/>
                <a:gd name="connsiteX20493" fmla="*/ 2885795 w 4954903"/>
                <a:gd name="connsiteY20493" fmla="*/ 834632 h 4882701"/>
                <a:gd name="connsiteX20494" fmla="*/ 2884529 w 4954903"/>
                <a:gd name="connsiteY20494" fmla="*/ 834632 h 4882701"/>
                <a:gd name="connsiteX20495" fmla="*/ 2878958 w 4954903"/>
                <a:gd name="connsiteY20495" fmla="*/ 851345 h 4882701"/>
                <a:gd name="connsiteX20496" fmla="*/ 2899216 w 4954903"/>
                <a:gd name="connsiteY20496" fmla="*/ 846534 h 4882701"/>
                <a:gd name="connsiteX20497" fmla="*/ 2885795 w 4954903"/>
                <a:gd name="connsiteY20497" fmla="*/ 834632 h 4882701"/>
                <a:gd name="connsiteX20498" fmla="*/ 2834137 w 4954903"/>
                <a:gd name="connsiteY20498" fmla="*/ 833113 h 4882701"/>
                <a:gd name="connsiteX20499" fmla="*/ 2832871 w 4954903"/>
                <a:gd name="connsiteY20499" fmla="*/ 833113 h 4882701"/>
                <a:gd name="connsiteX20500" fmla="*/ 2826794 w 4954903"/>
                <a:gd name="connsiteY20500" fmla="*/ 849826 h 4882701"/>
                <a:gd name="connsiteX20501" fmla="*/ 2847305 w 4954903"/>
                <a:gd name="connsiteY20501" fmla="*/ 844761 h 4882701"/>
                <a:gd name="connsiteX20502" fmla="*/ 2834137 w 4954903"/>
                <a:gd name="connsiteY20502" fmla="*/ 833113 h 4882701"/>
                <a:gd name="connsiteX20503" fmla="*/ 2780707 w 4954903"/>
                <a:gd name="connsiteY20503" fmla="*/ 831594 h 4882701"/>
                <a:gd name="connsiteX20504" fmla="*/ 2774123 w 4954903"/>
                <a:gd name="connsiteY20504" fmla="*/ 848307 h 4882701"/>
                <a:gd name="connsiteX20505" fmla="*/ 2794887 w 4954903"/>
                <a:gd name="connsiteY20505" fmla="*/ 843242 h 4882701"/>
                <a:gd name="connsiteX20506" fmla="*/ 2781720 w 4954903"/>
                <a:gd name="connsiteY20506" fmla="*/ 831341 h 4882701"/>
                <a:gd name="connsiteX20507" fmla="*/ 2780707 w 4954903"/>
                <a:gd name="connsiteY20507" fmla="*/ 831594 h 4882701"/>
                <a:gd name="connsiteX20508" fmla="*/ 2720439 w 4954903"/>
                <a:gd name="connsiteY20508" fmla="*/ 846281 h 4882701"/>
                <a:gd name="connsiteX20509" fmla="*/ 2742216 w 4954903"/>
                <a:gd name="connsiteY20509" fmla="*/ 842229 h 4882701"/>
                <a:gd name="connsiteX20510" fmla="*/ 2729302 w 4954903"/>
                <a:gd name="connsiteY20510" fmla="*/ 830328 h 4882701"/>
                <a:gd name="connsiteX20511" fmla="*/ 2720439 w 4954903"/>
                <a:gd name="connsiteY20511" fmla="*/ 846281 h 4882701"/>
                <a:gd name="connsiteX20512" fmla="*/ 2676631 w 4954903"/>
                <a:gd name="connsiteY20512" fmla="*/ 829062 h 4882701"/>
                <a:gd name="connsiteX20513" fmla="*/ 2667262 w 4954903"/>
                <a:gd name="connsiteY20513" fmla="*/ 845015 h 4882701"/>
                <a:gd name="connsiteX20514" fmla="*/ 2689292 w 4954903"/>
                <a:gd name="connsiteY20514" fmla="*/ 840710 h 4882701"/>
                <a:gd name="connsiteX20515" fmla="*/ 2676631 w 4954903"/>
                <a:gd name="connsiteY20515" fmla="*/ 829062 h 4882701"/>
                <a:gd name="connsiteX20516" fmla="*/ 2623453 w 4954903"/>
                <a:gd name="connsiteY20516" fmla="*/ 827795 h 4882701"/>
                <a:gd name="connsiteX20517" fmla="*/ 2613578 w 4954903"/>
                <a:gd name="connsiteY20517" fmla="*/ 843749 h 4882701"/>
                <a:gd name="connsiteX20518" fmla="*/ 2635861 w 4954903"/>
                <a:gd name="connsiteY20518" fmla="*/ 839444 h 4882701"/>
                <a:gd name="connsiteX20519" fmla="*/ 2623453 w 4954903"/>
                <a:gd name="connsiteY20519" fmla="*/ 827795 h 4882701"/>
                <a:gd name="connsiteX20520" fmla="*/ 2570023 w 4954903"/>
                <a:gd name="connsiteY20520" fmla="*/ 826529 h 4882701"/>
                <a:gd name="connsiteX20521" fmla="*/ 2559641 w 4954903"/>
                <a:gd name="connsiteY20521" fmla="*/ 842482 h 4882701"/>
                <a:gd name="connsiteX20522" fmla="*/ 2582178 w 4954903"/>
                <a:gd name="connsiteY20522" fmla="*/ 838178 h 4882701"/>
                <a:gd name="connsiteX20523" fmla="*/ 2570023 w 4954903"/>
                <a:gd name="connsiteY20523" fmla="*/ 826529 h 4882701"/>
                <a:gd name="connsiteX20524" fmla="*/ 2505703 w 4954903"/>
                <a:gd name="connsiteY20524" fmla="*/ 841470 h 4882701"/>
                <a:gd name="connsiteX20525" fmla="*/ 2528494 w 4954903"/>
                <a:gd name="connsiteY20525" fmla="*/ 837165 h 4882701"/>
                <a:gd name="connsiteX20526" fmla="*/ 2516339 w 4954903"/>
                <a:gd name="connsiteY20526" fmla="*/ 825516 h 4882701"/>
                <a:gd name="connsiteX20527" fmla="*/ 2505703 w 4954903"/>
                <a:gd name="connsiteY20527" fmla="*/ 841470 h 4882701"/>
                <a:gd name="connsiteX20528" fmla="*/ 2451513 w 4954903"/>
                <a:gd name="connsiteY20528" fmla="*/ 840457 h 4882701"/>
                <a:gd name="connsiteX20529" fmla="*/ 2474303 w 4954903"/>
                <a:gd name="connsiteY20529" fmla="*/ 836152 h 4882701"/>
                <a:gd name="connsiteX20530" fmla="*/ 2462402 w 4954903"/>
                <a:gd name="connsiteY20530" fmla="*/ 824503 h 4882701"/>
                <a:gd name="connsiteX20531" fmla="*/ 2451513 w 4954903"/>
                <a:gd name="connsiteY20531" fmla="*/ 840457 h 4882701"/>
                <a:gd name="connsiteX20532" fmla="*/ 2396816 w 4954903"/>
                <a:gd name="connsiteY20532" fmla="*/ 839444 h 4882701"/>
                <a:gd name="connsiteX20533" fmla="*/ 2419860 w 4954903"/>
                <a:gd name="connsiteY20533" fmla="*/ 835139 h 4882701"/>
                <a:gd name="connsiteX20534" fmla="*/ 2408211 w 4954903"/>
                <a:gd name="connsiteY20534" fmla="*/ 823491 h 4882701"/>
                <a:gd name="connsiteX20535" fmla="*/ 2396816 w 4954903"/>
                <a:gd name="connsiteY20535" fmla="*/ 839444 h 4882701"/>
                <a:gd name="connsiteX20536" fmla="*/ 954948 w 4954903"/>
                <a:gd name="connsiteY20536" fmla="*/ 846281 h 4882701"/>
                <a:gd name="connsiteX20537" fmla="*/ 955961 w 4954903"/>
                <a:gd name="connsiteY20537" fmla="*/ 835139 h 4882701"/>
                <a:gd name="connsiteX20538" fmla="*/ 938742 w 4954903"/>
                <a:gd name="connsiteY20538" fmla="*/ 853878 h 4882701"/>
                <a:gd name="connsiteX20539" fmla="*/ 954948 w 4954903"/>
                <a:gd name="connsiteY20539" fmla="*/ 846281 h 4882701"/>
                <a:gd name="connsiteX20540" fmla="*/ 924308 w 4954903"/>
                <a:gd name="connsiteY20540" fmla="*/ 847800 h 4882701"/>
                <a:gd name="connsiteX20541" fmla="*/ 925574 w 4954903"/>
                <a:gd name="connsiteY20541" fmla="*/ 836658 h 4882701"/>
                <a:gd name="connsiteX20542" fmla="*/ 908354 w 4954903"/>
                <a:gd name="connsiteY20542" fmla="*/ 855397 h 4882701"/>
                <a:gd name="connsiteX20543" fmla="*/ 924308 w 4954903"/>
                <a:gd name="connsiteY20543" fmla="*/ 847800 h 4882701"/>
                <a:gd name="connsiteX20544" fmla="*/ 896453 w 4954903"/>
                <a:gd name="connsiteY20544" fmla="*/ 838178 h 4882701"/>
                <a:gd name="connsiteX20545" fmla="*/ 879234 w 4954903"/>
                <a:gd name="connsiteY20545" fmla="*/ 856916 h 4882701"/>
                <a:gd name="connsiteX20546" fmla="*/ 894934 w 4954903"/>
                <a:gd name="connsiteY20546" fmla="*/ 849320 h 4882701"/>
                <a:gd name="connsiteX20547" fmla="*/ 896453 w 4954903"/>
                <a:gd name="connsiteY20547" fmla="*/ 838178 h 4882701"/>
                <a:gd name="connsiteX20548" fmla="*/ 851379 w 4954903"/>
                <a:gd name="connsiteY20548" fmla="*/ 859195 h 4882701"/>
                <a:gd name="connsiteX20549" fmla="*/ 866572 w 4954903"/>
                <a:gd name="connsiteY20549" fmla="*/ 851092 h 4882701"/>
                <a:gd name="connsiteX20550" fmla="*/ 868598 w 4954903"/>
                <a:gd name="connsiteY20550" fmla="*/ 839950 h 4882701"/>
                <a:gd name="connsiteX20551" fmla="*/ 851379 w 4954903"/>
                <a:gd name="connsiteY20551" fmla="*/ 859195 h 4882701"/>
                <a:gd name="connsiteX20552" fmla="*/ 824537 w 4954903"/>
                <a:gd name="connsiteY20552" fmla="*/ 860968 h 4882701"/>
                <a:gd name="connsiteX20553" fmla="*/ 839477 w 4954903"/>
                <a:gd name="connsiteY20553" fmla="*/ 852865 h 4882701"/>
                <a:gd name="connsiteX20554" fmla="*/ 842009 w 4954903"/>
                <a:gd name="connsiteY20554" fmla="*/ 841723 h 4882701"/>
                <a:gd name="connsiteX20555" fmla="*/ 824537 w 4954903"/>
                <a:gd name="connsiteY20555" fmla="*/ 860968 h 4882701"/>
                <a:gd name="connsiteX20556" fmla="*/ 798708 w 4954903"/>
                <a:gd name="connsiteY20556" fmla="*/ 862741 h 4882701"/>
                <a:gd name="connsiteX20557" fmla="*/ 813142 w 4954903"/>
                <a:gd name="connsiteY20557" fmla="*/ 854637 h 4882701"/>
                <a:gd name="connsiteX20558" fmla="*/ 815927 w 4954903"/>
                <a:gd name="connsiteY20558" fmla="*/ 843495 h 4882701"/>
                <a:gd name="connsiteX20559" fmla="*/ 798708 w 4954903"/>
                <a:gd name="connsiteY20559" fmla="*/ 862741 h 4882701"/>
                <a:gd name="connsiteX20560" fmla="*/ 774398 w 4954903"/>
                <a:gd name="connsiteY20560" fmla="*/ 864766 h 4882701"/>
                <a:gd name="connsiteX20561" fmla="*/ 788579 w 4954903"/>
                <a:gd name="connsiteY20561" fmla="*/ 856410 h 4882701"/>
                <a:gd name="connsiteX20562" fmla="*/ 791871 w 4954903"/>
                <a:gd name="connsiteY20562" fmla="*/ 845268 h 4882701"/>
                <a:gd name="connsiteX20563" fmla="*/ 774398 w 4954903"/>
                <a:gd name="connsiteY20563" fmla="*/ 864766 h 4882701"/>
                <a:gd name="connsiteX20564" fmla="*/ 751101 w 4954903"/>
                <a:gd name="connsiteY20564" fmla="*/ 867045 h 4882701"/>
                <a:gd name="connsiteX20565" fmla="*/ 765029 w 4954903"/>
                <a:gd name="connsiteY20565" fmla="*/ 858182 h 4882701"/>
                <a:gd name="connsiteX20566" fmla="*/ 768827 w 4954903"/>
                <a:gd name="connsiteY20566" fmla="*/ 847041 h 4882701"/>
                <a:gd name="connsiteX20567" fmla="*/ 751101 w 4954903"/>
                <a:gd name="connsiteY20567" fmla="*/ 867045 h 4882701"/>
                <a:gd name="connsiteX20568" fmla="*/ 729071 w 4954903"/>
                <a:gd name="connsiteY20568" fmla="*/ 869071 h 4882701"/>
                <a:gd name="connsiteX20569" fmla="*/ 742492 w 4954903"/>
                <a:gd name="connsiteY20569" fmla="*/ 860208 h 4882701"/>
                <a:gd name="connsiteX20570" fmla="*/ 746543 w 4954903"/>
                <a:gd name="connsiteY20570" fmla="*/ 849066 h 4882701"/>
                <a:gd name="connsiteX20571" fmla="*/ 729071 w 4954903"/>
                <a:gd name="connsiteY20571" fmla="*/ 869071 h 4882701"/>
                <a:gd name="connsiteX20572" fmla="*/ 708559 w 4954903"/>
                <a:gd name="connsiteY20572" fmla="*/ 871097 h 4882701"/>
                <a:gd name="connsiteX20573" fmla="*/ 721727 w 4954903"/>
                <a:gd name="connsiteY20573" fmla="*/ 862234 h 4882701"/>
                <a:gd name="connsiteX20574" fmla="*/ 726285 w 4954903"/>
                <a:gd name="connsiteY20574" fmla="*/ 851092 h 4882701"/>
                <a:gd name="connsiteX20575" fmla="*/ 708559 w 4954903"/>
                <a:gd name="connsiteY20575" fmla="*/ 871097 h 4882701"/>
                <a:gd name="connsiteX20576" fmla="*/ 689061 w 4954903"/>
                <a:gd name="connsiteY20576" fmla="*/ 873629 h 4882701"/>
                <a:gd name="connsiteX20577" fmla="*/ 701722 w 4954903"/>
                <a:gd name="connsiteY20577" fmla="*/ 864260 h 4882701"/>
                <a:gd name="connsiteX20578" fmla="*/ 706533 w 4954903"/>
                <a:gd name="connsiteY20578" fmla="*/ 853118 h 4882701"/>
                <a:gd name="connsiteX20579" fmla="*/ 689061 w 4954903"/>
                <a:gd name="connsiteY20579" fmla="*/ 873629 h 4882701"/>
                <a:gd name="connsiteX20580" fmla="*/ 688301 w 4954903"/>
                <a:gd name="connsiteY20580" fmla="*/ 855397 h 4882701"/>
                <a:gd name="connsiteX20581" fmla="*/ 670575 w 4954903"/>
                <a:gd name="connsiteY20581" fmla="*/ 875908 h 4882701"/>
                <a:gd name="connsiteX20582" fmla="*/ 682983 w 4954903"/>
                <a:gd name="connsiteY20582" fmla="*/ 866539 h 4882701"/>
                <a:gd name="connsiteX20583" fmla="*/ 688301 w 4954903"/>
                <a:gd name="connsiteY20583" fmla="*/ 855397 h 4882701"/>
                <a:gd name="connsiteX20584" fmla="*/ 572071 w 4954903"/>
                <a:gd name="connsiteY20584" fmla="*/ 890595 h 4882701"/>
                <a:gd name="connsiteX20585" fmla="*/ 572071 w 4954903"/>
                <a:gd name="connsiteY20585" fmla="*/ 890595 h 4882701"/>
                <a:gd name="connsiteX20586" fmla="*/ 580933 w 4954903"/>
                <a:gd name="connsiteY20586" fmla="*/ 879453 h 4882701"/>
                <a:gd name="connsiteX20587" fmla="*/ 563208 w 4954903"/>
                <a:gd name="connsiteY20587" fmla="*/ 900724 h 4882701"/>
                <a:gd name="connsiteX20588" fmla="*/ 572071 w 4954903"/>
                <a:gd name="connsiteY20588" fmla="*/ 890595 h 4882701"/>
                <a:gd name="connsiteX20589" fmla="*/ 568779 w 4954903"/>
                <a:gd name="connsiteY20589" fmla="*/ 893381 h 4882701"/>
                <a:gd name="connsiteX20590" fmla="*/ 560422 w 4954903"/>
                <a:gd name="connsiteY20590" fmla="*/ 903510 h 4882701"/>
                <a:gd name="connsiteX20591" fmla="*/ 578148 w 4954903"/>
                <a:gd name="connsiteY20591" fmla="*/ 882239 h 4882701"/>
                <a:gd name="connsiteX20592" fmla="*/ 568779 w 4954903"/>
                <a:gd name="connsiteY20592" fmla="*/ 893381 h 4882701"/>
                <a:gd name="connsiteX20593" fmla="*/ 4406164 w 4954903"/>
                <a:gd name="connsiteY20593" fmla="*/ 920476 h 4882701"/>
                <a:gd name="connsiteX20594" fmla="*/ 4396035 w 4954903"/>
                <a:gd name="connsiteY20594" fmla="*/ 908068 h 4882701"/>
                <a:gd name="connsiteX20595" fmla="*/ 4396035 w 4954903"/>
                <a:gd name="connsiteY20595" fmla="*/ 908068 h 4882701"/>
                <a:gd name="connsiteX20596" fmla="*/ 4413507 w 4954903"/>
                <a:gd name="connsiteY20596" fmla="*/ 929592 h 4882701"/>
                <a:gd name="connsiteX20597" fmla="*/ 4406164 w 4954903"/>
                <a:gd name="connsiteY20597" fmla="*/ 920476 h 4882701"/>
                <a:gd name="connsiteX20598" fmla="*/ 4409202 w 4954903"/>
                <a:gd name="connsiteY20598" fmla="*/ 926553 h 4882701"/>
                <a:gd name="connsiteX20599" fmla="*/ 4402365 w 4954903"/>
                <a:gd name="connsiteY20599" fmla="*/ 917437 h 4882701"/>
                <a:gd name="connsiteX20600" fmla="*/ 4391730 w 4954903"/>
                <a:gd name="connsiteY20600" fmla="*/ 905029 h 4882701"/>
                <a:gd name="connsiteX20601" fmla="*/ 4391730 w 4954903"/>
                <a:gd name="connsiteY20601" fmla="*/ 905029 h 4882701"/>
                <a:gd name="connsiteX20602" fmla="*/ 4409202 w 4954903"/>
                <a:gd name="connsiteY20602" fmla="*/ 926553 h 4882701"/>
                <a:gd name="connsiteX20603" fmla="*/ 4403378 w 4954903"/>
                <a:gd name="connsiteY20603" fmla="*/ 923768 h 4882701"/>
                <a:gd name="connsiteX20604" fmla="*/ 4403378 w 4954903"/>
                <a:gd name="connsiteY20604" fmla="*/ 923768 h 4882701"/>
                <a:gd name="connsiteX20605" fmla="*/ 4397047 w 4954903"/>
                <a:gd name="connsiteY20605" fmla="*/ 914652 h 4882701"/>
                <a:gd name="connsiteX20606" fmla="*/ 4386159 w 4954903"/>
                <a:gd name="connsiteY20606" fmla="*/ 902244 h 4882701"/>
                <a:gd name="connsiteX20607" fmla="*/ 4386159 w 4954903"/>
                <a:gd name="connsiteY20607" fmla="*/ 902244 h 4882701"/>
                <a:gd name="connsiteX20608" fmla="*/ 4403378 w 4954903"/>
                <a:gd name="connsiteY20608" fmla="*/ 923768 h 4882701"/>
                <a:gd name="connsiteX20609" fmla="*/ 4396288 w 4954903"/>
                <a:gd name="connsiteY20609" fmla="*/ 920982 h 4882701"/>
                <a:gd name="connsiteX20610" fmla="*/ 4390210 w 4954903"/>
                <a:gd name="connsiteY20610" fmla="*/ 911866 h 4882701"/>
                <a:gd name="connsiteX20611" fmla="*/ 4379068 w 4954903"/>
                <a:gd name="connsiteY20611" fmla="*/ 899458 h 4882701"/>
                <a:gd name="connsiteX20612" fmla="*/ 4378815 w 4954903"/>
                <a:gd name="connsiteY20612" fmla="*/ 899458 h 4882701"/>
                <a:gd name="connsiteX20613" fmla="*/ 4396288 w 4954903"/>
                <a:gd name="connsiteY20613" fmla="*/ 920982 h 4882701"/>
                <a:gd name="connsiteX20614" fmla="*/ 4370459 w 4954903"/>
                <a:gd name="connsiteY20614" fmla="*/ 896673 h 4882701"/>
                <a:gd name="connsiteX20615" fmla="*/ 4370459 w 4954903"/>
                <a:gd name="connsiteY20615" fmla="*/ 896673 h 4882701"/>
                <a:gd name="connsiteX20616" fmla="*/ 4387678 w 4954903"/>
                <a:gd name="connsiteY20616" fmla="*/ 918197 h 4882701"/>
                <a:gd name="connsiteX20617" fmla="*/ 4381854 w 4954903"/>
                <a:gd name="connsiteY20617" fmla="*/ 909081 h 4882701"/>
                <a:gd name="connsiteX20618" fmla="*/ 4370459 w 4954903"/>
                <a:gd name="connsiteY20618" fmla="*/ 896673 h 4882701"/>
                <a:gd name="connsiteX20619" fmla="*/ 4360076 w 4954903"/>
                <a:gd name="connsiteY20619" fmla="*/ 893634 h 4882701"/>
                <a:gd name="connsiteX20620" fmla="*/ 4360076 w 4954903"/>
                <a:gd name="connsiteY20620" fmla="*/ 893634 h 4882701"/>
                <a:gd name="connsiteX20621" fmla="*/ 4377043 w 4954903"/>
                <a:gd name="connsiteY20621" fmla="*/ 914905 h 4882701"/>
                <a:gd name="connsiteX20622" fmla="*/ 4371978 w 4954903"/>
                <a:gd name="connsiteY20622" fmla="*/ 905789 h 4882701"/>
                <a:gd name="connsiteX20623" fmla="*/ 4360076 w 4954903"/>
                <a:gd name="connsiteY20623" fmla="*/ 893634 h 4882701"/>
                <a:gd name="connsiteX20624" fmla="*/ 4348428 w 4954903"/>
                <a:gd name="connsiteY20624" fmla="*/ 890849 h 4882701"/>
                <a:gd name="connsiteX20625" fmla="*/ 4347922 w 4954903"/>
                <a:gd name="connsiteY20625" fmla="*/ 890849 h 4882701"/>
                <a:gd name="connsiteX20626" fmla="*/ 4365141 w 4954903"/>
                <a:gd name="connsiteY20626" fmla="*/ 912120 h 4882701"/>
                <a:gd name="connsiteX20627" fmla="*/ 4360330 w 4954903"/>
                <a:gd name="connsiteY20627" fmla="*/ 903003 h 4882701"/>
                <a:gd name="connsiteX20628" fmla="*/ 4348428 w 4954903"/>
                <a:gd name="connsiteY20628" fmla="*/ 890849 h 4882701"/>
                <a:gd name="connsiteX20629" fmla="*/ 4335260 w 4954903"/>
                <a:gd name="connsiteY20629" fmla="*/ 887810 h 4882701"/>
                <a:gd name="connsiteX20630" fmla="*/ 4334754 w 4954903"/>
                <a:gd name="connsiteY20630" fmla="*/ 887810 h 4882701"/>
                <a:gd name="connsiteX20631" fmla="*/ 4351973 w 4954903"/>
                <a:gd name="connsiteY20631" fmla="*/ 909081 h 4882701"/>
                <a:gd name="connsiteX20632" fmla="*/ 4347415 w 4954903"/>
                <a:gd name="connsiteY20632" fmla="*/ 899965 h 4882701"/>
                <a:gd name="connsiteX20633" fmla="*/ 4335260 w 4954903"/>
                <a:gd name="connsiteY20633" fmla="*/ 887810 h 4882701"/>
                <a:gd name="connsiteX20634" fmla="*/ 4320827 w 4954903"/>
                <a:gd name="connsiteY20634" fmla="*/ 885024 h 4882701"/>
                <a:gd name="connsiteX20635" fmla="*/ 4320320 w 4954903"/>
                <a:gd name="connsiteY20635" fmla="*/ 885024 h 4882701"/>
                <a:gd name="connsiteX20636" fmla="*/ 4337539 w 4954903"/>
                <a:gd name="connsiteY20636" fmla="*/ 906295 h 4882701"/>
                <a:gd name="connsiteX20637" fmla="*/ 4333488 w 4954903"/>
                <a:gd name="connsiteY20637" fmla="*/ 897432 h 4882701"/>
                <a:gd name="connsiteX20638" fmla="*/ 4320827 w 4954903"/>
                <a:gd name="connsiteY20638" fmla="*/ 885024 h 4882701"/>
                <a:gd name="connsiteX20639" fmla="*/ 4305126 w 4954903"/>
                <a:gd name="connsiteY20639" fmla="*/ 881986 h 4882701"/>
                <a:gd name="connsiteX20640" fmla="*/ 4304620 w 4954903"/>
                <a:gd name="connsiteY20640" fmla="*/ 881986 h 4882701"/>
                <a:gd name="connsiteX20641" fmla="*/ 4321586 w 4954903"/>
                <a:gd name="connsiteY20641" fmla="*/ 903257 h 4882701"/>
                <a:gd name="connsiteX20642" fmla="*/ 4318041 w 4954903"/>
                <a:gd name="connsiteY20642" fmla="*/ 894394 h 4882701"/>
                <a:gd name="connsiteX20643" fmla="*/ 4305126 w 4954903"/>
                <a:gd name="connsiteY20643" fmla="*/ 881986 h 4882701"/>
                <a:gd name="connsiteX20644" fmla="*/ 4287907 w 4954903"/>
                <a:gd name="connsiteY20644" fmla="*/ 879200 h 4882701"/>
                <a:gd name="connsiteX20645" fmla="*/ 4287148 w 4954903"/>
                <a:gd name="connsiteY20645" fmla="*/ 879200 h 4882701"/>
                <a:gd name="connsiteX20646" fmla="*/ 4304114 w 4954903"/>
                <a:gd name="connsiteY20646" fmla="*/ 900471 h 4882701"/>
                <a:gd name="connsiteX20647" fmla="*/ 4300822 w 4954903"/>
                <a:gd name="connsiteY20647" fmla="*/ 891608 h 4882701"/>
                <a:gd name="connsiteX20648" fmla="*/ 4287907 w 4954903"/>
                <a:gd name="connsiteY20648" fmla="*/ 879200 h 4882701"/>
                <a:gd name="connsiteX20649" fmla="*/ 4269422 w 4954903"/>
                <a:gd name="connsiteY20649" fmla="*/ 876161 h 4882701"/>
                <a:gd name="connsiteX20650" fmla="*/ 4268662 w 4954903"/>
                <a:gd name="connsiteY20650" fmla="*/ 876161 h 4882701"/>
                <a:gd name="connsiteX20651" fmla="*/ 4285628 w 4954903"/>
                <a:gd name="connsiteY20651" fmla="*/ 897179 h 4882701"/>
                <a:gd name="connsiteX20652" fmla="*/ 4282589 w 4954903"/>
                <a:gd name="connsiteY20652" fmla="*/ 888316 h 4882701"/>
                <a:gd name="connsiteX20653" fmla="*/ 4269422 w 4954903"/>
                <a:gd name="connsiteY20653" fmla="*/ 876161 h 4882701"/>
                <a:gd name="connsiteX20654" fmla="*/ 4249417 w 4954903"/>
                <a:gd name="connsiteY20654" fmla="*/ 873376 h 4882701"/>
                <a:gd name="connsiteX20655" fmla="*/ 4248404 w 4954903"/>
                <a:gd name="connsiteY20655" fmla="*/ 873629 h 4882701"/>
                <a:gd name="connsiteX20656" fmla="*/ 4265370 w 4954903"/>
                <a:gd name="connsiteY20656" fmla="*/ 894647 h 4882701"/>
                <a:gd name="connsiteX20657" fmla="*/ 4262838 w 4954903"/>
                <a:gd name="connsiteY20657" fmla="*/ 885784 h 4882701"/>
                <a:gd name="connsiteX20658" fmla="*/ 4249417 w 4954903"/>
                <a:gd name="connsiteY20658" fmla="*/ 873376 h 4882701"/>
                <a:gd name="connsiteX20659" fmla="*/ 4227386 w 4954903"/>
                <a:gd name="connsiteY20659" fmla="*/ 870844 h 4882701"/>
                <a:gd name="connsiteX20660" fmla="*/ 4244352 w 4954903"/>
                <a:gd name="connsiteY20660" fmla="*/ 891608 h 4882701"/>
                <a:gd name="connsiteX20661" fmla="*/ 4242073 w 4954903"/>
                <a:gd name="connsiteY20661" fmla="*/ 882745 h 4882701"/>
                <a:gd name="connsiteX20662" fmla="*/ 4228399 w 4954903"/>
                <a:gd name="connsiteY20662" fmla="*/ 870591 h 4882701"/>
                <a:gd name="connsiteX20663" fmla="*/ 4227386 w 4954903"/>
                <a:gd name="connsiteY20663" fmla="*/ 870844 h 4882701"/>
                <a:gd name="connsiteX20664" fmla="*/ 4206115 w 4954903"/>
                <a:gd name="connsiteY20664" fmla="*/ 867805 h 4882701"/>
                <a:gd name="connsiteX20665" fmla="*/ 4204849 w 4954903"/>
                <a:gd name="connsiteY20665" fmla="*/ 868058 h 4882701"/>
                <a:gd name="connsiteX20666" fmla="*/ 4221562 w 4954903"/>
                <a:gd name="connsiteY20666" fmla="*/ 888823 h 4882701"/>
                <a:gd name="connsiteX20667" fmla="*/ 4219789 w 4954903"/>
                <a:gd name="connsiteY20667" fmla="*/ 879960 h 4882701"/>
                <a:gd name="connsiteX20668" fmla="*/ 4206115 w 4954903"/>
                <a:gd name="connsiteY20668" fmla="*/ 867805 h 4882701"/>
                <a:gd name="connsiteX20669" fmla="*/ 4182565 w 4954903"/>
                <a:gd name="connsiteY20669" fmla="*/ 864766 h 4882701"/>
                <a:gd name="connsiteX20670" fmla="*/ 4181299 w 4954903"/>
                <a:gd name="connsiteY20670" fmla="*/ 865020 h 4882701"/>
                <a:gd name="connsiteX20671" fmla="*/ 4198012 w 4954903"/>
                <a:gd name="connsiteY20671" fmla="*/ 885784 h 4882701"/>
                <a:gd name="connsiteX20672" fmla="*/ 4196493 w 4954903"/>
                <a:gd name="connsiteY20672" fmla="*/ 876921 h 4882701"/>
                <a:gd name="connsiteX20673" fmla="*/ 4182565 w 4954903"/>
                <a:gd name="connsiteY20673" fmla="*/ 864766 h 4882701"/>
                <a:gd name="connsiteX20674" fmla="*/ 4171930 w 4954903"/>
                <a:gd name="connsiteY20674" fmla="*/ 874136 h 4882701"/>
                <a:gd name="connsiteX20675" fmla="*/ 4157749 w 4954903"/>
                <a:gd name="connsiteY20675" fmla="*/ 861981 h 4882701"/>
                <a:gd name="connsiteX20676" fmla="*/ 4156483 w 4954903"/>
                <a:gd name="connsiteY20676" fmla="*/ 862234 h 4882701"/>
                <a:gd name="connsiteX20677" fmla="*/ 4172436 w 4954903"/>
                <a:gd name="connsiteY20677" fmla="*/ 882999 h 4882701"/>
                <a:gd name="connsiteX20678" fmla="*/ 4171930 w 4954903"/>
                <a:gd name="connsiteY20678" fmla="*/ 874136 h 4882701"/>
                <a:gd name="connsiteX20679" fmla="*/ 4171930 w 4954903"/>
                <a:gd name="connsiteY20679" fmla="*/ 874136 h 4882701"/>
                <a:gd name="connsiteX20680" fmla="*/ 4131920 w 4954903"/>
                <a:gd name="connsiteY20680" fmla="*/ 859195 h 4882701"/>
                <a:gd name="connsiteX20681" fmla="*/ 4130401 w 4954903"/>
                <a:gd name="connsiteY20681" fmla="*/ 859449 h 4882701"/>
                <a:gd name="connsiteX20682" fmla="*/ 4146100 w 4954903"/>
                <a:gd name="connsiteY20682" fmla="*/ 880213 h 4882701"/>
                <a:gd name="connsiteX20683" fmla="*/ 4146100 w 4954903"/>
                <a:gd name="connsiteY20683" fmla="*/ 871350 h 4882701"/>
                <a:gd name="connsiteX20684" fmla="*/ 4131920 w 4954903"/>
                <a:gd name="connsiteY20684" fmla="*/ 859195 h 4882701"/>
                <a:gd name="connsiteX20685" fmla="*/ 4000496 w 4954903"/>
                <a:gd name="connsiteY20685" fmla="*/ 857676 h 4882701"/>
                <a:gd name="connsiteX20686" fmla="*/ 3985808 w 4954903"/>
                <a:gd name="connsiteY20686" fmla="*/ 845521 h 4882701"/>
                <a:gd name="connsiteX20687" fmla="*/ 3984036 w 4954903"/>
                <a:gd name="connsiteY20687" fmla="*/ 845774 h 4882701"/>
                <a:gd name="connsiteX20688" fmla="*/ 3997710 w 4954903"/>
                <a:gd name="connsiteY20688" fmla="*/ 866032 h 4882701"/>
                <a:gd name="connsiteX20689" fmla="*/ 4000496 w 4954903"/>
                <a:gd name="connsiteY20689" fmla="*/ 857676 h 4882701"/>
                <a:gd name="connsiteX20690" fmla="*/ 3968083 w 4954903"/>
                <a:gd name="connsiteY20690" fmla="*/ 855144 h 4882701"/>
                <a:gd name="connsiteX20691" fmla="*/ 3953142 w 4954903"/>
                <a:gd name="connsiteY20691" fmla="*/ 842989 h 4882701"/>
                <a:gd name="connsiteX20692" fmla="*/ 3951117 w 4954903"/>
                <a:gd name="connsiteY20692" fmla="*/ 843242 h 4882701"/>
                <a:gd name="connsiteX20693" fmla="*/ 3964538 w 4954903"/>
                <a:gd name="connsiteY20693" fmla="*/ 863500 h 4882701"/>
                <a:gd name="connsiteX20694" fmla="*/ 3968083 w 4954903"/>
                <a:gd name="connsiteY20694" fmla="*/ 855144 h 4882701"/>
                <a:gd name="connsiteX20695" fmla="*/ 3847547 w 4954903"/>
                <a:gd name="connsiteY20695" fmla="*/ 835899 h 4882701"/>
                <a:gd name="connsiteX20696" fmla="*/ 3860715 w 4954903"/>
                <a:gd name="connsiteY20696" fmla="*/ 855903 h 4882701"/>
                <a:gd name="connsiteX20697" fmla="*/ 3865273 w 4954903"/>
                <a:gd name="connsiteY20697" fmla="*/ 847294 h 4882701"/>
                <a:gd name="connsiteX20698" fmla="*/ 3865273 w 4954903"/>
                <a:gd name="connsiteY20698" fmla="*/ 847294 h 4882701"/>
                <a:gd name="connsiteX20699" fmla="*/ 3850333 w 4954903"/>
                <a:gd name="connsiteY20699" fmla="*/ 835392 h 4882701"/>
                <a:gd name="connsiteX20700" fmla="*/ 3847547 w 4954903"/>
                <a:gd name="connsiteY20700" fmla="*/ 835899 h 4882701"/>
                <a:gd name="connsiteX20701" fmla="*/ 3822984 w 4954903"/>
                <a:gd name="connsiteY20701" fmla="*/ 852865 h 4882701"/>
                <a:gd name="connsiteX20702" fmla="*/ 3828808 w 4954903"/>
                <a:gd name="connsiteY20702" fmla="*/ 844761 h 4882701"/>
                <a:gd name="connsiteX20703" fmla="*/ 3828808 w 4954903"/>
                <a:gd name="connsiteY20703" fmla="*/ 844761 h 4882701"/>
                <a:gd name="connsiteX20704" fmla="*/ 3813868 w 4954903"/>
                <a:gd name="connsiteY20704" fmla="*/ 832860 h 4882701"/>
                <a:gd name="connsiteX20705" fmla="*/ 3811589 w 4954903"/>
                <a:gd name="connsiteY20705" fmla="*/ 833113 h 4882701"/>
                <a:gd name="connsiteX20706" fmla="*/ 3822984 w 4954903"/>
                <a:gd name="connsiteY20706" fmla="*/ 852865 h 4882701"/>
                <a:gd name="connsiteX20707" fmla="*/ 3785507 w 4954903"/>
                <a:gd name="connsiteY20707" fmla="*/ 850586 h 4882701"/>
                <a:gd name="connsiteX20708" fmla="*/ 3791838 w 4954903"/>
                <a:gd name="connsiteY20708" fmla="*/ 842482 h 4882701"/>
                <a:gd name="connsiteX20709" fmla="*/ 3776897 w 4954903"/>
                <a:gd name="connsiteY20709" fmla="*/ 830581 h 4882701"/>
                <a:gd name="connsiteX20710" fmla="*/ 3774618 w 4954903"/>
                <a:gd name="connsiteY20710" fmla="*/ 830834 h 4882701"/>
                <a:gd name="connsiteX20711" fmla="*/ 3785507 w 4954903"/>
                <a:gd name="connsiteY20711" fmla="*/ 850586 h 4882701"/>
                <a:gd name="connsiteX20712" fmla="*/ 3024563 w 4954903"/>
                <a:gd name="connsiteY20712" fmla="*/ 811842 h 4882701"/>
                <a:gd name="connsiteX20713" fmla="*/ 3042542 w 4954903"/>
                <a:gd name="connsiteY20713" fmla="*/ 806271 h 4882701"/>
                <a:gd name="connsiteX20714" fmla="*/ 3028868 w 4954903"/>
                <a:gd name="connsiteY20714" fmla="*/ 794623 h 4882701"/>
                <a:gd name="connsiteX20715" fmla="*/ 3026589 w 4954903"/>
                <a:gd name="connsiteY20715" fmla="*/ 794623 h 4882701"/>
                <a:gd name="connsiteX20716" fmla="*/ 3024563 w 4954903"/>
                <a:gd name="connsiteY20716" fmla="*/ 811842 h 4882701"/>
                <a:gd name="connsiteX20717" fmla="*/ 2979489 w 4954903"/>
                <a:gd name="connsiteY20717" fmla="*/ 792850 h 4882701"/>
                <a:gd name="connsiteX20718" fmla="*/ 2977210 w 4954903"/>
                <a:gd name="connsiteY20718" fmla="*/ 793103 h 4882701"/>
                <a:gd name="connsiteX20719" fmla="*/ 2974678 w 4954903"/>
                <a:gd name="connsiteY20719" fmla="*/ 810070 h 4882701"/>
                <a:gd name="connsiteX20720" fmla="*/ 2992910 w 4954903"/>
                <a:gd name="connsiteY20720" fmla="*/ 804499 h 4882701"/>
                <a:gd name="connsiteX20721" fmla="*/ 2979489 w 4954903"/>
                <a:gd name="connsiteY20721" fmla="*/ 792850 h 4882701"/>
                <a:gd name="connsiteX20722" fmla="*/ 2929350 w 4954903"/>
                <a:gd name="connsiteY20722" fmla="*/ 791331 h 4882701"/>
                <a:gd name="connsiteX20723" fmla="*/ 2928084 w 4954903"/>
                <a:gd name="connsiteY20723" fmla="*/ 791331 h 4882701"/>
                <a:gd name="connsiteX20724" fmla="*/ 2923273 w 4954903"/>
                <a:gd name="connsiteY20724" fmla="*/ 807790 h 4882701"/>
                <a:gd name="connsiteX20725" fmla="*/ 2942771 w 4954903"/>
                <a:gd name="connsiteY20725" fmla="*/ 802979 h 4882701"/>
                <a:gd name="connsiteX20726" fmla="*/ 2929350 w 4954903"/>
                <a:gd name="connsiteY20726" fmla="*/ 791331 h 4882701"/>
                <a:gd name="connsiteX20727" fmla="*/ 2879211 w 4954903"/>
                <a:gd name="connsiteY20727" fmla="*/ 789811 h 4882701"/>
                <a:gd name="connsiteX20728" fmla="*/ 2877945 w 4954903"/>
                <a:gd name="connsiteY20728" fmla="*/ 789811 h 4882701"/>
                <a:gd name="connsiteX20729" fmla="*/ 2872628 w 4954903"/>
                <a:gd name="connsiteY20729" fmla="*/ 806271 h 4882701"/>
                <a:gd name="connsiteX20730" fmla="*/ 2892379 w 4954903"/>
                <a:gd name="connsiteY20730" fmla="*/ 801460 h 4882701"/>
                <a:gd name="connsiteX20731" fmla="*/ 2879211 w 4954903"/>
                <a:gd name="connsiteY20731" fmla="*/ 789811 h 4882701"/>
                <a:gd name="connsiteX20732" fmla="*/ 2828566 w 4954903"/>
                <a:gd name="connsiteY20732" fmla="*/ 788292 h 4882701"/>
                <a:gd name="connsiteX20733" fmla="*/ 2827300 w 4954903"/>
                <a:gd name="connsiteY20733" fmla="*/ 788292 h 4882701"/>
                <a:gd name="connsiteX20734" fmla="*/ 2821476 w 4954903"/>
                <a:gd name="connsiteY20734" fmla="*/ 804752 h 4882701"/>
                <a:gd name="connsiteX20735" fmla="*/ 2841481 w 4954903"/>
                <a:gd name="connsiteY20735" fmla="*/ 799941 h 4882701"/>
                <a:gd name="connsiteX20736" fmla="*/ 2828566 w 4954903"/>
                <a:gd name="connsiteY20736" fmla="*/ 788292 h 4882701"/>
                <a:gd name="connsiteX20737" fmla="*/ 2776149 w 4954903"/>
                <a:gd name="connsiteY20737" fmla="*/ 787026 h 4882701"/>
                <a:gd name="connsiteX20738" fmla="*/ 2769818 w 4954903"/>
                <a:gd name="connsiteY20738" fmla="*/ 803486 h 4882701"/>
                <a:gd name="connsiteX20739" fmla="*/ 2790076 w 4954903"/>
                <a:gd name="connsiteY20739" fmla="*/ 798674 h 4882701"/>
                <a:gd name="connsiteX20740" fmla="*/ 2777161 w 4954903"/>
                <a:gd name="connsiteY20740" fmla="*/ 787279 h 4882701"/>
                <a:gd name="connsiteX20741" fmla="*/ 2776149 w 4954903"/>
                <a:gd name="connsiteY20741" fmla="*/ 787026 h 4882701"/>
                <a:gd name="connsiteX20742" fmla="*/ 2717907 w 4954903"/>
                <a:gd name="connsiteY20742" fmla="*/ 801966 h 4882701"/>
                <a:gd name="connsiteX20743" fmla="*/ 2738671 w 4954903"/>
                <a:gd name="connsiteY20743" fmla="*/ 797155 h 4882701"/>
                <a:gd name="connsiteX20744" fmla="*/ 2725757 w 4954903"/>
                <a:gd name="connsiteY20744" fmla="*/ 785760 h 4882701"/>
                <a:gd name="connsiteX20745" fmla="*/ 2717907 w 4954903"/>
                <a:gd name="connsiteY20745" fmla="*/ 801966 h 4882701"/>
                <a:gd name="connsiteX20746" fmla="*/ 2674099 w 4954903"/>
                <a:gd name="connsiteY20746" fmla="*/ 784240 h 4882701"/>
                <a:gd name="connsiteX20747" fmla="*/ 2664982 w 4954903"/>
                <a:gd name="connsiteY20747" fmla="*/ 799687 h 4882701"/>
                <a:gd name="connsiteX20748" fmla="*/ 2686507 w 4954903"/>
                <a:gd name="connsiteY20748" fmla="*/ 795636 h 4882701"/>
                <a:gd name="connsiteX20749" fmla="*/ 2674099 w 4954903"/>
                <a:gd name="connsiteY20749" fmla="*/ 784240 h 4882701"/>
                <a:gd name="connsiteX20750" fmla="*/ 2622187 w 4954903"/>
                <a:gd name="connsiteY20750" fmla="*/ 783228 h 4882701"/>
                <a:gd name="connsiteX20751" fmla="*/ 2612565 w 4954903"/>
                <a:gd name="connsiteY20751" fmla="*/ 798674 h 4882701"/>
                <a:gd name="connsiteX20752" fmla="*/ 2634342 w 4954903"/>
                <a:gd name="connsiteY20752" fmla="*/ 794623 h 4882701"/>
                <a:gd name="connsiteX20753" fmla="*/ 2622187 w 4954903"/>
                <a:gd name="connsiteY20753" fmla="*/ 783228 h 4882701"/>
                <a:gd name="connsiteX20754" fmla="*/ 2569770 w 4954903"/>
                <a:gd name="connsiteY20754" fmla="*/ 781961 h 4882701"/>
                <a:gd name="connsiteX20755" fmla="*/ 2559641 w 4954903"/>
                <a:gd name="connsiteY20755" fmla="*/ 797408 h 4882701"/>
                <a:gd name="connsiteX20756" fmla="*/ 2581671 w 4954903"/>
                <a:gd name="connsiteY20756" fmla="*/ 793103 h 4882701"/>
                <a:gd name="connsiteX20757" fmla="*/ 2569770 w 4954903"/>
                <a:gd name="connsiteY20757" fmla="*/ 781961 h 4882701"/>
                <a:gd name="connsiteX20758" fmla="*/ 2506716 w 4954903"/>
                <a:gd name="connsiteY20758" fmla="*/ 796395 h 4882701"/>
                <a:gd name="connsiteX20759" fmla="*/ 2529000 w 4954903"/>
                <a:gd name="connsiteY20759" fmla="*/ 792091 h 4882701"/>
                <a:gd name="connsiteX20760" fmla="*/ 2517099 w 4954903"/>
                <a:gd name="connsiteY20760" fmla="*/ 780695 h 4882701"/>
                <a:gd name="connsiteX20761" fmla="*/ 2506716 w 4954903"/>
                <a:gd name="connsiteY20761" fmla="*/ 796395 h 4882701"/>
                <a:gd name="connsiteX20762" fmla="*/ 1117266 w 4954903"/>
                <a:gd name="connsiteY20762" fmla="*/ 795636 h 4882701"/>
                <a:gd name="connsiteX20763" fmla="*/ 1116759 w 4954903"/>
                <a:gd name="connsiteY20763" fmla="*/ 784747 h 4882701"/>
                <a:gd name="connsiteX20764" fmla="*/ 1099540 w 4954903"/>
                <a:gd name="connsiteY20764" fmla="*/ 802220 h 4882701"/>
                <a:gd name="connsiteX20765" fmla="*/ 1117266 w 4954903"/>
                <a:gd name="connsiteY20765" fmla="*/ 795636 h 4882701"/>
                <a:gd name="connsiteX20766" fmla="*/ 1082827 w 4954903"/>
                <a:gd name="connsiteY20766" fmla="*/ 786013 h 4882701"/>
                <a:gd name="connsiteX20767" fmla="*/ 1065608 w 4954903"/>
                <a:gd name="connsiteY20767" fmla="*/ 803486 h 4882701"/>
                <a:gd name="connsiteX20768" fmla="*/ 1082827 w 4954903"/>
                <a:gd name="connsiteY20768" fmla="*/ 796649 h 4882701"/>
                <a:gd name="connsiteX20769" fmla="*/ 1082827 w 4954903"/>
                <a:gd name="connsiteY20769" fmla="*/ 786013 h 4882701"/>
                <a:gd name="connsiteX20770" fmla="*/ 1049655 w 4954903"/>
                <a:gd name="connsiteY20770" fmla="*/ 798168 h 4882701"/>
                <a:gd name="connsiteX20771" fmla="*/ 1049908 w 4954903"/>
                <a:gd name="connsiteY20771" fmla="*/ 787279 h 4882701"/>
                <a:gd name="connsiteX20772" fmla="*/ 1032688 w 4954903"/>
                <a:gd name="connsiteY20772" fmla="*/ 805511 h 4882701"/>
                <a:gd name="connsiteX20773" fmla="*/ 1049655 w 4954903"/>
                <a:gd name="connsiteY20773" fmla="*/ 798168 h 4882701"/>
                <a:gd name="connsiteX20774" fmla="*/ 1017495 w 4954903"/>
                <a:gd name="connsiteY20774" fmla="*/ 799687 h 4882701"/>
                <a:gd name="connsiteX20775" fmla="*/ 1018255 w 4954903"/>
                <a:gd name="connsiteY20775" fmla="*/ 788799 h 4882701"/>
                <a:gd name="connsiteX20776" fmla="*/ 1000782 w 4954903"/>
                <a:gd name="connsiteY20776" fmla="*/ 807031 h 4882701"/>
                <a:gd name="connsiteX20777" fmla="*/ 1017495 w 4954903"/>
                <a:gd name="connsiteY20777" fmla="*/ 799687 h 4882701"/>
                <a:gd name="connsiteX20778" fmla="*/ 987614 w 4954903"/>
                <a:gd name="connsiteY20778" fmla="*/ 790318 h 4882701"/>
                <a:gd name="connsiteX20779" fmla="*/ 970142 w 4954903"/>
                <a:gd name="connsiteY20779" fmla="*/ 808550 h 4882701"/>
                <a:gd name="connsiteX20780" fmla="*/ 986348 w 4954903"/>
                <a:gd name="connsiteY20780" fmla="*/ 801207 h 4882701"/>
                <a:gd name="connsiteX20781" fmla="*/ 987614 w 4954903"/>
                <a:gd name="connsiteY20781" fmla="*/ 790318 h 4882701"/>
                <a:gd name="connsiteX20782" fmla="*/ 956467 w 4954903"/>
                <a:gd name="connsiteY20782" fmla="*/ 802726 h 4882701"/>
                <a:gd name="connsiteX20783" fmla="*/ 957987 w 4954903"/>
                <a:gd name="connsiteY20783" fmla="*/ 791837 h 4882701"/>
                <a:gd name="connsiteX20784" fmla="*/ 940514 w 4954903"/>
                <a:gd name="connsiteY20784" fmla="*/ 810070 h 4882701"/>
                <a:gd name="connsiteX20785" fmla="*/ 956467 w 4954903"/>
                <a:gd name="connsiteY20785" fmla="*/ 802726 h 4882701"/>
                <a:gd name="connsiteX20786" fmla="*/ 911900 w 4954903"/>
                <a:gd name="connsiteY20786" fmla="*/ 812349 h 4882701"/>
                <a:gd name="connsiteX20787" fmla="*/ 927346 w 4954903"/>
                <a:gd name="connsiteY20787" fmla="*/ 804245 h 4882701"/>
                <a:gd name="connsiteX20788" fmla="*/ 929372 w 4954903"/>
                <a:gd name="connsiteY20788" fmla="*/ 793357 h 4882701"/>
                <a:gd name="connsiteX20789" fmla="*/ 911900 w 4954903"/>
                <a:gd name="connsiteY20789" fmla="*/ 812349 h 4882701"/>
                <a:gd name="connsiteX20790" fmla="*/ 884551 w 4954903"/>
                <a:gd name="connsiteY20790" fmla="*/ 813868 h 4882701"/>
                <a:gd name="connsiteX20791" fmla="*/ 899745 w 4954903"/>
                <a:gd name="connsiteY20791" fmla="*/ 805765 h 4882701"/>
                <a:gd name="connsiteX20792" fmla="*/ 902024 w 4954903"/>
                <a:gd name="connsiteY20792" fmla="*/ 794876 h 4882701"/>
                <a:gd name="connsiteX20793" fmla="*/ 884551 w 4954903"/>
                <a:gd name="connsiteY20793" fmla="*/ 813868 h 4882701"/>
                <a:gd name="connsiteX20794" fmla="*/ 858216 w 4954903"/>
                <a:gd name="connsiteY20794" fmla="*/ 815640 h 4882701"/>
                <a:gd name="connsiteX20795" fmla="*/ 873156 w 4954903"/>
                <a:gd name="connsiteY20795" fmla="*/ 807537 h 4882701"/>
                <a:gd name="connsiteX20796" fmla="*/ 875942 w 4954903"/>
                <a:gd name="connsiteY20796" fmla="*/ 796649 h 4882701"/>
                <a:gd name="connsiteX20797" fmla="*/ 858216 w 4954903"/>
                <a:gd name="connsiteY20797" fmla="*/ 815640 h 4882701"/>
                <a:gd name="connsiteX20798" fmla="*/ 833146 w 4954903"/>
                <a:gd name="connsiteY20798" fmla="*/ 817413 h 4882701"/>
                <a:gd name="connsiteX20799" fmla="*/ 847834 w 4954903"/>
                <a:gd name="connsiteY20799" fmla="*/ 809310 h 4882701"/>
                <a:gd name="connsiteX20800" fmla="*/ 850872 w 4954903"/>
                <a:gd name="connsiteY20800" fmla="*/ 798421 h 4882701"/>
                <a:gd name="connsiteX20801" fmla="*/ 833146 w 4954903"/>
                <a:gd name="connsiteY20801" fmla="*/ 817413 h 4882701"/>
                <a:gd name="connsiteX20802" fmla="*/ 823524 w 4954903"/>
                <a:gd name="connsiteY20802" fmla="*/ 811082 h 4882701"/>
                <a:gd name="connsiteX20803" fmla="*/ 827069 w 4954903"/>
                <a:gd name="connsiteY20803" fmla="*/ 800194 h 4882701"/>
                <a:gd name="connsiteX20804" fmla="*/ 809343 w 4954903"/>
                <a:gd name="connsiteY20804" fmla="*/ 819692 h 4882701"/>
                <a:gd name="connsiteX20805" fmla="*/ 823524 w 4954903"/>
                <a:gd name="connsiteY20805" fmla="*/ 811082 h 4882701"/>
                <a:gd name="connsiteX20806" fmla="*/ 786300 w 4954903"/>
                <a:gd name="connsiteY20806" fmla="*/ 821718 h 4882701"/>
                <a:gd name="connsiteX20807" fmla="*/ 800227 w 4954903"/>
                <a:gd name="connsiteY20807" fmla="*/ 813108 h 4882701"/>
                <a:gd name="connsiteX20808" fmla="*/ 804279 w 4954903"/>
                <a:gd name="connsiteY20808" fmla="*/ 802220 h 4882701"/>
                <a:gd name="connsiteX20809" fmla="*/ 786300 w 4954903"/>
                <a:gd name="connsiteY20809" fmla="*/ 821718 h 4882701"/>
                <a:gd name="connsiteX20810" fmla="*/ 764775 w 4954903"/>
                <a:gd name="connsiteY20810" fmla="*/ 823491 h 4882701"/>
                <a:gd name="connsiteX20811" fmla="*/ 778450 w 4954903"/>
                <a:gd name="connsiteY20811" fmla="*/ 814881 h 4882701"/>
                <a:gd name="connsiteX20812" fmla="*/ 782754 w 4954903"/>
                <a:gd name="connsiteY20812" fmla="*/ 803992 h 4882701"/>
                <a:gd name="connsiteX20813" fmla="*/ 764775 w 4954903"/>
                <a:gd name="connsiteY20813" fmla="*/ 823491 h 4882701"/>
                <a:gd name="connsiteX20814" fmla="*/ 744517 w 4954903"/>
                <a:gd name="connsiteY20814" fmla="*/ 825516 h 4882701"/>
                <a:gd name="connsiteX20815" fmla="*/ 757685 w 4954903"/>
                <a:gd name="connsiteY20815" fmla="*/ 816907 h 4882701"/>
                <a:gd name="connsiteX20816" fmla="*/ 762496 w 4954903"/>
                <a:gd name="connsiteY20816" fmla="*/ 806018 h 4882701"/>
                <a:gd name="connsiteX20817" fmla="*/ 744517 w 4954903"/>
                <a:gd name="connsiteY20817" fmla="*/ 825516 h 4882701"/>
                <a:gd name="connsiteX20818" fmla="*/ 725525 w 4954903"/>
                <a:gd name="connsiteY20818" fmla="*/ 828049 h 4882701"/>
                <a:gd name="connsiteX20819" fmla="*/ 738440 w 4954903"/>
                <a:gd name="connsiteY20819" fmla="*/ 818932 h 4882701"/>
                <a:gd name="connsiteX20820" fmla="*/ 743504 w 4954903"/>
                <a:gd name="connsiteY20820" fmla="*/ 808044 h 4882701"/>
                <a:gd name="connsiteX20821" fmla="*/ 725525 w 4954903"/>
                <a:gd name="connsiteY20821" fmla="*/ 828049 h 4882701"/>
                <a:gd name="connsiteX20822" fmla="*/ 4367927 w 4954903"/>
                <a:gd name="connsiteY20822" fmla="*/ 873882 h 4882701"/>
                <a:gd name="connsiteX20823" fmla="*/ 4357291 w 4954903"/>
                <a:gd name="connsiteY20823" fmla="*/ 861728 h 4882701"/>
                <a:gd name="connsiteX20824" fmla="*/ 4357291 w 4954903"/>
                <a:gd name="connsiteY20824" fmla="*/ 861728 h 4882701"/>
                <a:gd name="connsiteX20825" fmla="*/ 4375270 w 4954903"/>
                <a:gd name="connsiteY20825" fmla="*/ 882745 h 4882701"/>
                <a:gd name="connsiteX20826" fmla="*/ 4367927 w 4954903"/>
                <a:gd name="connsiteY20826" fmla="*/ 873882 h 4882701"/>
                <a:gd name="connsiteX20827" fmla="*/ 4371218 w 4954903"/>
                <a:gd name="connsiteY20827" fmla="*/ 879960 h 4882701"/>
                <a:gd name="connsiteX20828" fmla="*/ 4364128 w 4954903"/>
                <a:gd name="connsiteY20828" fmla="*/ 871097 h 4882701"/>
                <a:gd name="connsiteX20829" fmla="*/ 4353240 w 4954903"/>
                <a:gd name="connsiteY20829" fmla="*/ 858942 h 4882701"/>
                <a:gd name="connsiteX20830" fmla="*/ 4353240 w 4954903"/>
                <a:gd name="connsiteY20830" fmla="*/ 858942 h 4882701"/>
                <a:gd name="connsiteX20831" fmla="*/ 4371218 w 4954903"/>
                <a:gd name="connsiteY20831" fmla="*/ 879960 h 4882701"/>
                <a:gd name="connsiteX20832" fmla="*/ 4365647 w 4954903"/>
                <a:gd name="connsiteY20832" fmla="*/ 877428 h 4882701"/>
                <a:gd name="connsiteX20833" fmla="*/ 4365647 w 4954903"/>
                <a:gd name="connsiteY20833" fmla="*/ 877428 h 4882701"/>
                <a:gd name="connsiteX20834" fmla="*/ 4359064 w 4954903"/>
                <a:gd name="connsiteY20834" fmla="*/ 868565 h 4882701"/>
                <a:gd name="connsiteX20835" fmla="*/ 4347922 w 4954903"/>
                <a:gd name="connsiteY20835" fmla="*/ 856410 h 4882701"/>
                <a:gd name="connsiteX20836" fmla="*/ 4347922 w 4954903"/>
                <a:gd name="connsiteY20836" fmla="*/ 856410 h 4882701"/>
                <a:gd name="connsiteX20837" fmla="*/ 4365647 w 4954903"/>
                <a:gd name="connsiteY20837" fmla="*/ 877428 h 4882701"/>
                <a:gd name="connsiteX20838" fmla="*/ 4332222 w 4954903"/>
                <a:gd name="connsiteY20838" fmla="*/ 850586 h 4882701"/>
                <a:gd name="connsiteX20839" fmla="*/ 4350201 w 4954903"/>
                <a:gd name="connsiteY20839" fmla="*/ 871603 h 4882701"/>
                <a:gd name="connsiteX20840" fmla="*/ 4344123 w 4954903"/>
                <a:gd name="connsiteY20840" fmla="*/ 862741 h 4882701"/>
                <a:gd name="connsiteX20841" fmla="*/ 4332222 w 4954903"/>
                <a:gd name="connsiteY20841" fmla="*/ 850586 h 4882701"/>
                <a:gd name="connsiteX20842" fmla="*/ 4332222 w 4954903"/>
                <a:gd name="connsiteY20842" fmla="*/ 850586 h 4882701"/>
                <a:gd name="connsiteX20843" fmla="*/ 4322346 w 4954903"/>
                <a:gd name="connsiteY20843" fmla="*/ 847800 h 4882701"/>
                <a:gd name="connsiteX20844" fmla="*/ 4322346 w 4954903"/>
                <a:gd name="connsiteY20844" fmla="*/ 847800 h 4882701"/>
                <a:gd name="connsiteX20845" fmla="*/ 4339819 w 4954903"/>
                <a:gd name="connsiteY20845" fmla="*/ 868818 h 4882701"/>
                <a:gd name="connsiteX20846" fmla="*/ 4334501 w 4954903"/>
                <a:gd name="connsiteY20846" fmla="*/ 859955 h 4882701"/>
                <a:gd name="connsiteX20847" fmla="*/ 4322346 w 4954903"/>
                <a:gd name="connsiteY20847" fmla="*/ 847800 h 4882701"/>
                <a:gd name="connsiteX20848" fmla="*/ 4310951 w 4954903"/>
                <a:gd name="connsiteY20848" fmla="*/ 845015 h 4882701"/>
                <a:gd name="connsiteX20849" fmla="*/ 4310444 w 4954903"/>
                <a:gd name="connsiteY20849" fmla="*/ 845015 h 4882701"/>
                <a:gd name="connsiteX20850" fmla="*/ 4328170 w 4954903"/>
                <a:gd name="connsiteY20850" fmla="*/ 865779 h 4882701"/>
                <a:gd name="connsiteX20851" fmla="*/ 4323106 w 4954903"/>
                <a:gd name="connsiteY20851" fmla="*/ 856916 h 4882701"/>
                <a:gd name="connsiteX20852" fmla="*/ 4310951 w 4954903"/>
                <a:gd name="connsiteY20852" fmla="*/ 845015 h 4882701"/>
                <a:gd name="connsiteX20853" fmla="*/ 4298036 w 4954903"/>
                <a:gd name="connsiteY20853" fmla="*/ 841976 h 4882701"/>
                <a:gd name="connsiteX20854" fmla="*/ 4297530 w 4954903"/>
                <a:gd name="connsiteY20854" fmla="*/ 841976 h 4882701"/>
                <a:gd name="connsiteX20855" fmla="*/ 4315256 w 4954903"/>
                <a:gd name="connsiteY20855" fmla="*/ 862741 h 4882701"/>
                <a:gd name="connsiteX20856" fmla="*/ 4310444 w 4954903"/>
                <a:gd name="connsiteY20856" fmla="*/ 853878 h 4882701"/>
                <a:gd name="connsiteX20857" fmla="*/ 4298036 w 4954903"/>
                <a:gd name="connsiteY20857" fmla="*/ 841976 h 4882701"/>
                <a:gd name="connsiteX20858" fmla="*/ 4283855 w 4954903"/>
                <a:gd name="connsiteY20858" fmla="*/ 839190 h 4882701"/>
                <a:gd name="connsiteX20859" fmla="*/ 4283349 w 4954903"/>
                <a:gd name="connsiteY20859" fmla="*/ 839190 h 4882701"/>
                <a:gd name="connsiteX20860" fmla="*/ 4301075 w 4954903"/>
                <a:gd name="connsiteY20860" fmla="*/ 859955 h 4882701"/>
                <a:gd name="connsiteX20861" fmla="*/ 4296770 w 4954903"/>
                <a:gd name="connsiteY20861" fmla="*/ 851092 h 4882701"/>
                <a:gd name="connsiteX20862" fmla="*/ 4283855 w 4954903"/>
                <a:gd name="connsiteY20862" fmla="*/ 839190 h 4882701"/>
                <a:gd name="connsiteX20863" fmla="*/ 4268409 w 4954903"/>
                <a:gd name="connsiteY20863" fmla="*/ 836405 h 4882701"/>
                <a:gd name="connsiteX20864" fmla="*/ 4267902 w 4954903"/>
                <a:gd name="connsiteY20864" fmla="*/ 836405 h 4882701"/>
                <a:gd name="connsiteX20865" fmla="*/ 4285375 w 4954903"/>
                <a:gd name="connsiteY20865" fmla="*/ 857170 h 4882701"/>
                <a:gd name="connsiteX20866" fmla="*/ 4281323 w 4954903"/>
                <a:gd name="connsiteY20866" fmla="*/ 848307 h 4882701"/>
                <a:gd name="connsiteX20867" fmla="*/ 4268409 w 4954903"/>
                <a:gd name="connsiteY20867" fmla="*/ 836405 h 4882701"/>
                <a:gd name="connsiteX20868" fmla="*/ 4251443 w 4954903"/>
                <a:gd name="connsiteY20868" fmla="*/ 833619 h 4882701"/>
                <a:gd name="connsiteX20869" fmla="*/ 4250683 w 4954903"/>
                <a:gd name="connsiteY20869" fmla="*/ 833619 h 4882701"/>
                <a:gd name="connsiteX20870" fmla="*/ 4268156 w 4954903"/>
                <a:gd name="connsiteY20870" fmla="*/ 854384 h 4882701"/>
                <a:gd name="connsiteX20871" fmla="*/ 4264610 w 4954903"/>
                <a:gd name="connsiteY20871" fmla="*/ 845521 h 4882701"/>
                <a:gd name="connsiteX20872" fmla="*/ 4251443 w 4954903"/>
                <a:gd name="connsiteY20872" fmla="*/ 833619 h 4882701"/>
                <a:gd name="connsiteX20873" fmla="*/ 4233463 w 4954903"/>
                <a:gd name="connsiteY20873" fmla="*/ 830834 h 4882701"/>
                <a:gd name="connsiteX20874" fmla="*/ 4232704 w 4954903"/>
                <a:gd name="connsiteY20874" fmla="*/ 830834 h 4882701"/>
                <a:gd name="connsiteX20875" fmla="*/ 4249923 w 4954903"/>
                <a:gd name="connsiteY20875" fmla="*/ 851599 h 4882701"/>
                <a:gd name="connsiteX20876" fmla="*/ 4246631 w 4954903"/>
                <a:gd name="connsiteY20876" fmla="*/ 842736 h 4882701"/>
                <a:gd name="connsiteX20877" fmla="*/ 4233463 w 4954903"/>
                <a:gd name="connsiteY20877" fmla="*/ 830834 h 4882701"/>
                <a:gd name="connsiteX20878" fmla="*/ 4213965 w 4954903"/>
                <a:gd name="connsiteY20878" fmla="*/ 827795 h 4882701"/>
                <a:gd name="connsiteX20879" fmla="*/ 4213206 w 4954903"/>
                <a:gd name="connsiteY20879" fmla="*/ 827795 h 4882701"/>
                <a:gd name="connsiteX20880" fmla="*/ 4230425 w 4954903"/>
                <a:gd name="connsiteY20880" fmla="*/ 848560 h 4882701"/>
                <a:gd name="connsiteX20881" fmla="*/ 4227639 w 4954903"/>
                <a:gd name="connsiteY20881" fmla="*/ 839697 h 4882701"/>
                <a:gd name="connsiteX20882" fmla="*/ 4213965 w 4954903"/>
                <a:gd name="connsiteY20882" fmla="*/ 827795 h 4882701"/>
                <a:gd name="connsiteX20883" fmla="*/ 4192188 w 4954903"/>
                <a:gd name="connsiteY20883" fmla="*/ 825263 h 4882701"/>
                <a:gd name="connsiteX20884" fmla="*/ 4209407 w 4954903"/>
                <a:gd name="connsiteY20884" fmla="*/ 845774 h 4882701"/>
                <a:gd name="connsiteX20885" fmla="*/ 4206875 w 4954903"/>
                <a:gd name="connsiteY20885" fmla="*/ 836911 h 4882701"/>
                <a:gd name="connsiteX20886" fmla="*/ 4193200 w 4954903"/>
                <a:gd name="connsiteY20886" fmla="*/ 825010 h 4882701"/>
                <a:gd name="connsiteX20887" fmla="*/ 4192188 w 4954903"/>
                <a:gd name="connsiteY20887" fmla="*/ 825263 h 4882701"/>
                <a:gd name="connsiteX20888" fmla="*/ 4171423 w 4954903"/>
                <a:gd name="connsiteY20888" fmla="*/ 822224 h 4882701"/>
                <a:gd name="connsiteX20889" fmla="*/ 4170157 w 4954903"/>
                <a:gd name="connsiteY20889" fmla="*/ 822478 h 4882701"/>
                <a:gd name="connsiteX20890" fmla="*/ 4187376 w 4954903"/>
                <a:gd name="connsiteY20890" fmla="*/ 842989 h 4882701"/>
                <a:gd name="connsiteX20891" fmla="*/ 4185351 w 4954903"/>
                <a:gd name="connsiteY20891" fmla="*/ 834126 h 4882701"/>
                <a:gd name="connsiteX20892" fmla="*/ 4171423 w 4954903"/>
                <a:gd name="connsiteY20892" fmla="*/ 822224 h 4882701"/>
                <a:gd name="connsiteX20893" fmla="*/ 4148633 w 4954903"/>
                <a:gd name="connsiteY20893" fmla="*/ 819692 h 4882701"/>
                <a:gd name="connsiteX20894" fmla="*/ 4147367 w 4954903"/>
                <a:gd name="connsiteY20894" fmla="*/ 819945 h 4882701"/>
                <a:gd name="connsiteX20895" fmla="*/ 4164333 w 4954903"/>
                <a:gd name="connsiteY20895" fmla="*/ 840457 h 4882701"/>
                <a:gd name="connsiteX20896" fmla="*/ 4162560 w 4954903"/>
                <a:gd name="connsiteY20896" fmla="*/ 831847 h 4882701"/>
                <a:gd name="connsiteX20897" fmla="*/ 4148633 w 4954903"/>
                <a:gd name="connsiteY20897" fmla="*/ 819692 h 4882701"/>
                <a:gd name="connsiteX20898" fmla="*/ 4124323 w 4954903"/>
                <a:gd name="connsiteY20898" fmla="*/ 816907 h 4882701"/>
                <a:gd name="connsiteX20899" fmla="*/ 4123057 w 4954903"/>
                <a:gd name="connsiteY20899" fmla="*/ 817160 h 4882701"/>
                <a:gd name="connsiteX20900" fmla="*/ 4140023 w 4954903"/>
                <a:gd name="connsiteY20900" fmla="*/ 837418 h 4882701"/>
                <a:gd name="connsiteX20901" fmla="*/ 4138757 w 4954903"/>
                <a:gd name="connsiteY20901" fmla="*/ 828808 h 4882701"/>
                <a:gd name="connsiteX20902" fmla="*/ 4124323 w 4954903"/>
                <a:gd name="connsiteY20902" fmla="*/ 816907 h 4882701"/>
                <a:gd name="connsiteX20903" fmla="*/ 4099000 w 4954903"/>
                <a:gd name="connsiteY20903" fmla="*/ 814121 h 4882701"/>
                <a:gd name="connsiteX20904" fmla="*/ 4097481 w 4954903"/>
                <a:gd name="connsiteY20904" fmla="*/ 814374 h 4882701"/>
                <a:gd name="connsiteX20905" fmla="*/ 4113434 w 4954903"/>
                <a:gd name="connsiteY20905" fmla="*/ 834632 h 4882701"/>
                <a:gd name="connsiteX20906" fmla="*/ 4113181 w 4954903"/>
                <a:gd name="connsiteY20906" fmla="*/ 826023 h 4882701"/>
                <a:gd name="connsiteX20907" fmla="*/ 4099000 w 4954903"/>
                <a:gd name="connsiteY20907" fmla="*/ 814121 h 4882701"/>
                <a:gd name="connsiteX20908" fmla="*/ 4072412 w 4954903"/>
                <a:gd name="connsiteY20908" fmla="*/ 811336 h 4882701"/>
                <a:gd name="connsiteX20909" fmla="*/ 4070892 w 4954903"/>
                <a:gd name="connsiteY20909" fmla="*/ 811589 h 4882701"/>
                <a:gd name="connsiteX20910" fmla="*/ 4086846 w 4954903"/>
                <a:gd name="connsiteY20910" fmla="*/ 831847 h 4882701"/>
                <a:gd name="connsiteX20911" fmla="*/ 4086846 w 4954903"/>
                <a:gd name="connsiteY20911" fmla="*/ 823237 h 4882701"/>
                <a:gd name="connsiteX20912" fmla="*/ 4072412 w 4954903"/>
                <a:gd name="connsiteY20912" fmla="*/ 811336 h 4882701"/>
                <a:gd name="connsiteX20913" fmla="*/ 4044810 w 4954903"/>
                <a:gd name="connsiteY20913" fmla="*/ 808803 h 4882701"/>
                <a:gd name="connsiteX20914" fmla="*/ 4043291 w 4954903"/>
                <a:gd name="connsiteY20914" fmla="*/ 809057 h 4882701"/>
                <a:gd name="connsiteX20915" fmla="*/ 4058991 w 4954903"/>
                <a:gd name="connsiteY20915" fmla="*/ 829315 h 4882701"/>
                <a:gd name="connsiteX20916" fmla="*/ 4059497 w 4954903"/>
                <a:gd name="connsiteY20916" fmla="*/ 820705 h 4882701"/>
                <a:gd name="connsiteX20917" fmla="*/ 4044810 w 4954903"/>
                <a:gd name="connsiteY20917" fmla="*/ 808803 h 4882701"/>
                <a:gd name="connsiteX20918" fmla="*/ 4016196 w 4954903"/>
                <a:gd name="connsiteY20918" fmla="*/ 806018 h 4882701"/>
                <a:gd name="connsiteX20919" fmla="*/ 4014423 w 4954903"/>
                <a:gd name="connsiteY20919" fmla="*/ 806271 h 4882701"/>
                <a:gd name="connsiteX20920" fmla="*/ 4029870 w 4954903"/>
                <a:gd name="connsiteY20920" fmla="*/ 826529 h 4882701"/>
                <a:gd name="connsiteX20921" fmla="*/ 4030883 w 4954903"/>
                <a:gd name="connsiteY20921" fmla="*/ 817920 h 4882701"/>
                <a:gd name="connsiteX20922" fmla="*/ 4016196 w 4954903"/>
                <a:gd name="connsiteY20922" fmla="*/ 806018 h 4882701"/>
                <a:gd name="connsiteX20923" fmla="*/ 3955928 w 4954903"/>
                <a:gd name="connsiteY20923" fmla="*/ 800700 h 4882701"/>
                <a:gd name="connsiteX20924" fmla="*/ 3953649 w 4954903"/>
                <a:gd name="connsiteY20924" fmla="*/ 801207 h 4882701"/>
                <a:gd name="connsiteX20925" fmla="*/ 3969096 w 4954903"/>
                <a:gd name="connsiteY20925" fmla="*/ 820958 h 4882701"/>
                <a:gd name="connsiteX20926" fmla="*/ 3970615 w 4954903"/>
                <a:gd name="connsiteY20926" fmla="*/ 812349 h 4882701"/>
                <a:gd name="connsiteX20927" fmla="*/ 3955928 w 4954903"/>
                <a:gd name="connsiteY20927" fmla="*/ 800700 h 4882701"/>
                <a:gd name="connsiteX20928" fmla="*/ 3938962 w 4954903"/>
                <a:gd name="connsiteY20928" fmla="*/ 810070 h 4882701"/>
                <a:gd name="connsiteX20929" fmla="*/ 3924022 w 4954903"/>
                <a:gd name="connsiteY20929" fmla="*/ 798421 h 4882701"/>
                <a:gd name="connsiteX20930" fmla="*/ 3921742 w 4954903"/>
                <a:gd name="connsiteY20930" fmla="*/ 798928 h 4882701"/>
                <a:gd name="connsiteX20931" fmla="*/ 3936936 w 4954903"/>
                <a:gd name="connsiteY20931" fmla="*/ 818679 h 4882701"/>
                <a:gd name="connsiteX20932" fmla="*/ 3938962 w 4954903"/>
                <a:gd name="connsiteY20932" fmla="*/ 810070 h 4882701"/>
                <a:gd name="connsiteX20933" fmla="*/ 3760184 w 4954903"/>
                <a:gd name="connsiteY20933" fmla="*/ 805511 h 4882701"/>
                <a:gd name="connsiteX20934" fmla="*/ 3766009 w 4954903"/>
                <a:gd name="connsiteY20934" fmla="*/ 797408 h 4882701"/>
                <a:gd name="connsiteX20935" fmla="*/ 3751068 w 4954903"/>
                <a:gd name="connsiteY20935" fmla="*/ 785760 h 4882701"/>
                <a:gd name="connsiteX20936" fmla="*/ 3748789 w 4954903"/>
                <a:gd name="connsiteY20936" fmla="*/ 786013 h 4882701"/>
                <a:gd name="connsiteX20937" fmla="*/ 3760184 w 4954903"/>
                <a:gd name="connsiteY20937" fmla="*/ 805511 h 4882701"/>
                <a:gd name="connsiteX20938" fmla="*/ 2885542 w 4954903"/>
                <a:gd name="connsiteY20938" fmla="*/ 757399 h 4882701"/>
                <a:gd name="connsiteX20939" fmla="*/ 2872374 w 4954903"/>
                <a:gd name="connsiteY20939" fmla="*/ 746257 h 4882701"/>
                <a:gd name="connsiteX20940" fmla="*/ 2871108 w 4954903"/>
                <a:gd name="connsiteY20940" fmla="*/ 746257 h 4882701"/>
                <a:gd name="connsiteX20941" fmla="*/ 2866044 w 4954903"/>
                <a:gd name="connsiteY20941" fmla="*/ 762210 h 4882701"/>
                <a:gd name="connsiteX20942" fmla="*/ 2885542 w 4954903"/>
                <a:gd name="connsiteY20942" fmla="*/ 757399 h 4882701"/>
                <a:gd name="connsiteX20943" fmla="*/ 2821476 w 4954903"/>
                <a:gd name="connsiteY20943" fmla="*/ 744737 h 4882701"/>
                <a:gd name="connsiteX20944" fmla="*/ 2815905 w 4954903"/>
                <a:gd name="connsiteY20944" fmla="*/ 760691 h 4882701"/>
                <a:gd name="connsiteX20945" fmla="*/ 2835403 w 4954903"/>
                <a:gd name="connsiteY20945" fmla="*/ 755879 h 4882701"/>
                <a:gd name="connsiteX20946" fmla="*/ 2822489 w 4954903"/>
                <a:gd name="connsiteY20946" fmla="*/ 744737 h 4882701"/>
                <a:gd name="connsiteX20947" fmla="*/ 2821476 w 4954903"/>
                <a:gd name="connsiteY20947" fmla="*/ 744737 h 4882701"/>
                <a:gd name="connsiteX20948" fmla="*/ 2771590 w 4954903"/>
                <a:gd name="connsiteY20948" fmla="*/ 743218 h 4882701"/>
                <a:gd name="connsiteX20949" fmla="*/ 2765513 w 4954903"/>
                <a:gd name="connsiteY20949" fmla="*/ 759171 h 4882701"/>
                <a:gd name="connsiteX20950" fmla="*/ 2785518 w 4954903"/>
                <a:gd name="connsiteY20950" fmla="*/ 754360 h 4882701"/>
                <a:gd name="connsiteX20951" fmla="*/ 2772857 w 4954903"/>
                <a:gd name="connsiteY20951" fmla="*/ 743218 h 4882701"/>
                <a:gd name="connsiteX20952" fmla="*/ 2771590 w 4954903"/>
                <a:gd name="connsiteY20952" fmla="*/ 743218 h 4882701"/>
                <a:gd name="connsiteX20953" fmla="*/ 2714615 w 4954903"/>
                <a:gd name="connsiteY20953" fmla="*/ 757905 h 4882701"/>
                <a:gd name="connsiteX20954" fmla="*/ 2734873 w 4954903"/>
                <a:gd name="connsiteY20954" fmla="*/ 753094 h 4882701"/>
                <a:gd name="connsiteX20955" fmla="*/ 2722211 w 4954903"/>
                <a:gd name="connsiteY20955" fmla="*/ 741952 h 4882701"/>
                <a:gd name="connsiteX20956" fmla="*/ 2714615 w 4954903"/>
                <a:gd name="connsiteY20956" fmla="*/ 757905 h 4882701"/>
                <a:gd name="connsiteX20957" fmla="*/ 2662703 w 4954903"/>
                <a:gd name="connsiteY20957" fmla="*/ 755879 h 4882701"/>
                <a:gd name="connsiteX20958" fmla="*/ 2683721 w 4954903"/>
                <a:gd name="connsiteY20958" fmla="*/ 751828 h 4882701"/>
                <a:gd name="connsiteX20959" fmla="*/ 2671313 w 4954903"/>
                <a:gd name="connsiteY20959" fmla="*/ 740686 h 4882701"/>
                <a:gd name="connsiteX20960" fmla="*/ 2662703 w 4954903"/>
                <a:gd name="connsiteY20960" fmla="*/ 755879 h 4882701"/>
                <a:gd name="connsiteX20961" fmla="*/ 2620668 w 4954903"/>
                <a:gd name="connsiteY20961" fmla="*/ 739673 h 4882701"/>
                <a:gd name="connsiteX20962" fmla="*/ 2611299 w 4954903"/>
                <a:gd name="connsiteY20962" fmla="*/ 754866 h 4882701"/>
                <a:gd name="connsiteX20963" fmla="*/ 2632570 w 4954903"/>
                <a:gd name="connsiteY20963" fmla="*/ 750815 h 4882701"/>
                <a:gd name="connsiteX20964" fmla="*/ 2620668 w 4954903"/>
                <a:gd name="connsiteY20964" fmla="*/ 739673 h 4882701"/>
                <a:gd name="connsiteX20965" fmla="*/ 2569263 w 4954903"/>
                <a:gd name="connsiteY20965" fmla="*/ 738407 h 4882701"/>
                <a:gd name="connsiteX20966" fmla="*/ 2559387 w 4954903"/>
                <a:gd name="connsiteY20966" fmla="*/ 753600 h 4882701"/>
                <a:gd name="connsiteX20967" fmla="*/ 2581165 w 4954903"/>
                <a:gd name="connsiteY20967" fmla="*/ 749549 h 4882701"/>
                <a:gd name="connsiteX20968" fmla="*/ 2569263 w 4954903"/>
                <a:gd name="connsiteY20968" fmla="*/ 738407 h 4882701"/>
                <a:gd name="connsiteX20969" fmla="*/ 2517605 w 4954903"/>
                <a:gd name="connsiteY20969" fmla="*/ 737394 h 4882701"/>
                <a:gd name="connsiteX20970" fmla="*/ 2507476 w 4954903"/>
                <a:gd name="connsiteY20970" fmla="*/ 752587 h 4882701"/>
                <a:gd name="connsiteX20971" fmla="*/ 2529253 w 4954903"/>
                <a:gd name="connsiteY20971" fmla="*/ 748536 h 4882701"/>
                <a:gd name="connsiteX20972" fmla="*/ 2517605 w 4954903"/>
                <a:gd name="connsiteY20972" fmla="*/ 737394 h 4882701"/>
                <a:gd name="connsiteX20973" fmla="*/ 1181332 w 4954903"/>
                <a:gd name="connsiteY20973" fmla="*/ 750561 h 4882701"/>
                <a:gd name="connsiteX20974" fmla="*/ 1180826 w 4954903"/>
                <a:gd name="connsiteY20974" fmla="*/ 739926 h 4882701"/>
                <a:gd name="connsiteX20975" fmla="*/ 1163606 w 4954903"/>
                <a:gd name="connsiteY20975" fmla="*/ 757145 h 4882701"/>
                <a:gd name="connsiteX20976" fmla="*/ 1181332 w 4954903"/>
                <a:gd name="connsiteY20976" fmla="*/ 750561 h 4882701"/>
                <a:gd name="connsiteX20977" fmla="*/ 1146893 w 4954903"/>
                <a:gd name="connsiteY20977" fmla="*/ 751828 h 4882701"/>
                <a:gd name="connsiteX20978" fmla="*/ 1146893 w 4954903"/>
                <a:gd name="connsiteY20978" fmla="*/ 741192 h 4882701"/>
                <a:gd name="connsiteX20979" fmla="*/ 1129674 w 4954903"/>
                <a:gd name="connsiteY20979" fmla="*/ 758411 h 4882701"/>
                <a:gd name="connsiteX20980" fmla="*/ 1146893 w 4954903"/>
                <a:gd name="connsiteY20980" fmla="*/ 751828 h 4882701"/>
                <a:gd name="connsiteX20981" fmla="*/ 1113468 w 4954903"/>
                <a:gd name="connsiteY20981" fmla="*/ 742458 h 4882701"/>
                <a:gd name="connsiteX20982" fmla="*/ 1096248 w 4954903"/>
                <a:gd name="connsiteY20982" fmla="*/ 760184 h 4882701"/>
                <a:gd name="connsiteX20983" fmla="*/ 1113468 w 4954903"/>
                <a:gd name="connsiteY20983" fmla="*/ 753094 h 4882701"/>
                <a:gd name="connsiteX20984" fmla="*/ 1113468 w 4954903"/>
                <a:gd name="connsiteY20984" fmla="*/ 742458 h 4882701"/>
                <a:gd name="connsiteX20985" fmla="*/ 1080801 w 4954903"/>
                <a:gd name="connsiteY20985" fmla="*/ 754360 h 4882701"/>
                <a:gd name="connsiteX20986" fmla="*/ 1081561 w 4954903"/>
                <a:gd name="connsiteY20986" fmla="*/ 743724 h 4882701"/>
                <a:gd name="connsiteX20987" fmla="*/ 1064088 w 4954903"/>
                <a:gd name="connsiteY20987" fmla="*/ 761450 h 4882701"/>
                <a:gd name="connsiteX20988" fmla="*/ 1080801 w 4954903"/>
                <a:gd name="connsiteY20988" fmla="*/ 754360 h 4882701"/>
                <a:gd name="connsiteX20989" fmla="*/ 1049148 w 4954903"/>
                <a:gd name="connsiteY20989" fmla="*/ 755626 h 4882701"/>
                <a:gd name="connsiteX20990" fmla="*/ 1050161 w 4954903"/>
                <a:gd name="connsiteY20990" fmla="*/ 744990 h 4882701"/>
                <a:gd name="connsiteX20991" fmla="*/ 1032435 w 4954903"/>
                <a:gd name="connsiteY20991" fmla="*/ 762716 h 4882701"/>
                <a:gd name="connsiteX20992" fmla="*/ 1049148 w 4954903"/>
                <a:gd name="connsiteY20992" fmla="*/ 755626 h 4882701"/>
                <a:gd name="connsiteX20993" fmla="*/ 1002555 w 4954903"/>
                <a:gd name="connsiteY20993" fmla="*/ 764489 h 4882701"/>
                <a:gd name="connsiteX20994" fmla="*/ 1018761 w 4954903"/>
                <a:gd name="connsiteY20994" fmla="*/ 757145 h 4882701"/>
                <a:gd name="connsiteX20995" fmla="*/ 1020280 w 4954903"/>
                <a:gd name="connsiteY20995" fmla="*/ 746510 h 4882701"/>
                <a:gd name="connsiteX20996" fmla="*/ 1002555 w 4954903"/>
                <a:gd name="connsiteY20996" fmla="*/ 764489 h 4882701"/>
                <a:gd name="connsiteX20997" fmla="*/ 991159 w 4954903"/>
                <a:gd name="connsiteY20997" fmla="*/ 748029 h 4882701"/>
                <a:gd name="connsiteX20998" fmla="*/ 973434 w 4954903"/>
                <a:gd name="connsiteY20998" fmla="*/ 766008 h 4882701"/>
                <a:gd name="connsiteX20999" fmla="*/ 989387 w 4954903"/>
                <a:gd name="connsiteY20999" fmla="*/ 758665 h 4882701"/>
                <a:gd name="connsiteX21000" fmla="*/ 991159 w 4954903"/>
                <a:gd name="connsiteY21000" fmla="*/ 748029 h 4882701"/>
                <a:gd name="connsiteX21001" fmla="*/ 961026 w 4954903"/>
                <a:gd name="connsiteY21001" fmla="*/ 760184 h 4882701"/>
                <a:gd name="connsiteX21002" fmla="*/ 963305 w 4954903"/>
                <a:gd name="connsiteY21002" fmla="*/ 749549 h 4882701"/>
                <a:gd name="connsiteX21003" fmla="*/ 945579 w 4954903"/>
                <a:gd name="connsiteY21003" fmla="*/ 768034 h 4882701"/>
                <a:gd name="connsiteX21004" fmla="*/ 961026 w 4954903"/>
                <a:gd name="connsiteY21004" fmla="*/ 760184 h 4882701"/>
                <a:gd name="connsiteX21005" fmla="*/ 918737 w 4954903"/>
                <a:gd name="connsiteY21005" fmla="*/ 769553 h 4882701"/>
                <a:gd name="connsiteX21006" fmla="*/ 933930 w 4954903"/>
                <a:gd name="connsiteY21006" fmla="*/ 761703 h 4882701"/>
                <a:gd name="connsiteX21007" fmla="*/ 936716 w 4954903"/>
                <a:gd name="connsiteY21007" fmla="*/ 751068 h 4882701"/>
                <a:gd name="connsiteX21008" fmla="*/ 918737 w 4954903"/>
                <a:gd name="connsiteY21008" fmla="*/ 769553 h 4882701"/>
                <a:gd name="connsiteX21009" fmla="*/ 892908 w 4954903"/>
                <a:gd name="connsiteY21009" fmla="*/ 771326 h 4882701"/>
                <a:gd name="connsiteX21010" fmla="*/ 907848 w 4954903"/>
                <a:gd name="connsiteY21010" fmla="*/ 763476 h 4882701"/>
                <a:gd name="connsiteX21011" fmla="*/ 910887 w 4954903"/>
                <a:gd name="connsiteY21011" fmla="*/ 752840 h 4882701"/>
                <a:gd name="connsiteX21012" fmla="*/ 892908 w 4954903"/>
                <a:gd name="connsiteY21012" fmla="*/ 771326 h 4882701"/>
                <a:gd name="connsiteX21013" fmla="*/ 868345 w 4954903"/>
                <a:gd name="connsiteY21013" fmla="*/ 773099 h 4882701"/>
                <a:gd name="connsiteX21014" fmla="*/ 883032 w 4954903"/>
                <a:gd name="connsiteY21014" fmla="*/ 765249 h 4882701"/>
                <a:gd name="connsiteX21015" fmla="*/ 886324 w 4954903"/>
                <a:gd name="connsiteY21015" fmla="*/ 754613 h 4882701"/>
                <a:gd name="connsiteX21016" fmla="*/ 868345 w 4954903"/>
                <a:gd name="connsiteY21016" fmla="*/ 773099 h 4882701"/>
                <a:gd name="connsiteX21017" fmla="*/ 844795 w 4954903"/>
                <a:gd name="connsiteY21017" fmla="*/ 775378 h 4882701"/>
                <a:gd name="connsiteX21018" fmla="*/ 858975 w 4954903"/>
                <a:gd name="connsiteY21018" fmla="*/ 767021 h 4882701"/>
                <a:gd name="connsiteX21019" fmla="*/ 862774 w 4954903"/>
                <a:gd name="connsiteY21019" fmla="*/ 756386 h 4882701"/>
                <a:gd name="connsiteX21020" fmla="*/ 844795 w 4954903"/>
                <a:gd name="connsiteY21020" fmla="*/ 775378 h 4882701"/>
                <a:gd name="connsiteX21021" fmla="*/ 822511 w 4954903"/>
                <a:gd name="connsiteY21021" fmla="*/ 777150 h 4882701"/>
                <a:gd name="connsiteX21022" fmla="*/ 836438 w 4954903"/>
                <a:gd name="connsiteY21022" fmla="*/ 768541 h 4882701"/>
                <a:gd name="connsiteX21023" fmla="*/ 840743 w 4954903"/>
                <a:gd name="connsiteY21023" fmla="*/ 757905 h 4882701"/>
                <a:gd name="connsiteX21024" fmla="*/ 822511 w 4954903"/>
                <a:gd name="connsiteY21024" fmla="*/ 777150 h 4882701"/>
                <a:gd name="connsiteX21025" fmla="*/ 819725 w 4954903"/>
                <a:gd name="connsiteY21025" fmla="*/ 760184 h 4882701"/>
                <a:gd name="connsiteX21026" fmla="*/ 801493 w 4954903"/>
                <a:gd name="connsiteY21026" fmla="*/ 779176 h 4882701"/>
                <a:gd name="connsiteX21027" fmla="*/ 815167 w 4954903"/>
                <a:gd name="connsiteY21027" fmla="*/ 770566 h 4882701"/>
                <a:gd name="connsiteX21028" fmla="*/ 819725 w 4954903"/>
                <a:gd name="connsiteY21028" fmla="*/ 760184 h 4882701"/>
                <a:gd name="connsiteX21029" fmla="*/ 781488 w 4954903"/>
                <a:gd name="connsiteY21029" fmla="*/ 781455 h 4882701"/>
                <a:gd name="connsiteX21030" fmla="*/ 794656 w 4954903"/>
                <a:gd name="connsiteY21030" fmla="*/ 772592 h 4882701"/>
                <a:gd name="connsiteX21031" fmla="*/ 799721 w 4954903"/>
                <a:gd name="connsiteY21031" fmla="*/ 761957 h 4882701"/>
                <a:gd name="connsiteX21032" fmla="*/ 781488 w 4954903"/>
                <a:gd name="connsiteY21032" fmla="*/ 781455 h 4882701"/>
                <a:gd name="connsiteX21033" fmla="*/ 648038 w 4954903"/>
                <a:gd name="connsiteY21033" fmla="*/ 802220 h 4882701"/>
                <a:gd name="connsiteX21034" fmla="*/ 641961 w 4954903"/>
                <a:gd name="connsiteY21034" fmla="*/ 808803 h 4882701"/>
                <a:gd name="connsiteX21035" fmla="*/ 654369 w 4954903"/>
                <a:gd name="connsiteY21035" fmla="*/ 795129 h 4882701"/>
                <a:gd name="connsiteX21036" fmla="*/ 648038 w 4954903"/>
                <a:gd name="connsiteY21036" fmla="*/ 802220 h 4882701"/>
                <a:gd name="connsiteX21037" fmla="*/ 4328423 w 4954903"/>
                <a:gd name="connsiteY21037" fmla="*/ 828555 h 4882701"/>
                <a:gd name="connsiteX21038" fmla="*/ 4317535 w 4954903"/>
                <a:gd name="connsiteY21038" fmla="*/ 816653 h 4882701"/>
                <a:gd name="connsiteX21039" fmla="*/ 4317535 w 4954903"/>
                <a:gd name="connsiteY21039" fmla="*/ 816653 h 4882701"/>
                <a:gd name="connsiteX21040" fmla="*/ 4335767 w 4954903"/>
                <a:gd name="connsiteY21040" fmla="*/ 837165 h 4882701"/>
                <a:gd name="connsiteX21041" fmla="*/ 4328423 w 4954903"/>
                <a:gd name="connsiteY21041" fmla="*/ 828555 h 4882701"/>
                <a:gd name="connsiteX21042" fmla="*/ 4331969 w 4954903"/>
                <a:gd name="connsiteY21042" fmla="*/ 834379 h 4882701"/>
                <a:gd name="connsiteX21043" fmla="*/ 4324878 w 4954903"/>
                <a:gd name="connsiteY21043" fmla="*/ 825770 h 4882701"/>
                <a:gd name="connsiteX21044" fmla="*/ 4313736 w 4954903"/>
                <a:gd name="connsiteY21044" fmla="*/ 813868 h 4882701"/>
                <a:gd name="connsiteX21045" fmla="*/ 4313736 w 4954903"/>
                <a:gd name="connsiteY21045" fmla="*/ 813868 h 4882701"/>
                <a:gd name="connsiteX21046" fmla="*/ 4331969 w 4954903"/>
                <a:gd name="connsiteY21046" fmla="*/ 834379 h 4882701"/>
                <a:gd name="connsiteX21047" fmla="*/ 4326398 w 4954903"/>
                <a:gd name="connsiteY21047" fmla="*/ 831594 h 4882701"/>
                <a:gd name="connsiteX21048" fmla="*/ 4326398 w 4954903"/>
                <a:gd name="connsiteY21048" fmla="*/ 831594 h 4882701"/>
                <a:gd name="connsiteX21049" fmla="*/ 4319560 w 4954903"/>
                <a:gd name="connsiteY21049" fmla="*/ 822984 h 4882701"/>
                <a:gd name="connsiteX21050" fmla="*/ 4308165 w 4954903"/>
                <a:gd name="connsiteY21050" fmla="*/ 811082 h 4882701"/>
                <a:gd name="connsiteX21051" fmla="*/ 4308165 w 4954903"/>
                <a:gd name="connsiteY21051" fmla="*/ 811082 h 4882701"/>
                <a:gd name="connsiteX21052" fmla="*/ 4326398 w 4954903"/>
                <a:gd name="connsiteY21052" fmla="*/ 831594 h 4882701"/>
                <a:gd name="connsiteX21053" fmla="*/ 4319560 w 4954903"/>
                <a:gd name="connsiteY21053" fmla="*/ 828808 h 4882701"/>
                <a:gd name="connsiteX21054" fmla="*/ 4319560 w 4954903"/>
                <a:gd name="connsiteY21054" fmla="*/ 828808 h 4882701"/>
                <a:gd name="connsiteX21055" fmla="*/ 4313230 w 4954903"/>
                <a:gd name="connsiteY21055" fmla="*/ 820199 h 4882701"/>
                <a:gd name="connsiteX21056" fmla="*/ 4301581 w 4954903"/>
                <a:gd name="connsiteY21056" fmla="*/ 808297 h 4882701"/>
                <a:gd name="connsiteX21057" fmla="*/ 4301328 w 4954903"/>
                <a:gd name="connsiteY21057" fmla="*/ 808297 h 4882701"/>
                <a:gd name="connsiteX21058" fmla="*/ 4319560 w 4954903"/>
                <a:gd name="connsiteY21058" fmla="*/ 828808 h 4882701"/>
                <a:gd name="connsiteX21059" fmla="*/ 4292972 w 4954903"/>
                <a:gd name="connsiteY21059" fmla="*/ 805765 h 4882701"/>
                <a:gd name="connsiteX21060" fmla="*/ 4292972 w 4954903"/>
                <a:gd name="connsiteY21060" fmla="*/ 805765 h 4882701"/>
                <a:gd name="connsiteX21061" fmla="*/ 4311204 w 4954903"/>
                <a:gd name="connsiteY21061" fmla="*/ 826276 h 4882701"/>
                <a:gd name="connsiteX21062" fmla="*/ 4305126 w 4954903"/>
                <a:gd name="connsiteY21062" fmla="*/ 817666 h 4882701"/>
                <a:gd name="connsiteX21063" fmla="*/ 4292972 w 4954903"/>
                <a:gd name="connsiteY21063" fmla="*/ 805765 h 4882701"/>
                <a:gd name="connsiteX21064" fmla="*/ 4292972 w 4954903"/>
                <a:gd name="connsiteY21064" fmla="*/ 805765 h 4882701"/>
                <a:gd name="connsiteX21065" fmla="*/ 4283349 w 4954903"/>
                <a:gd name="connsiteY21065" fmla="*/ 802979 h 4882701"/>
                <a:gd name="connsiteX21066" fmla="*/ 4283096 w 4954903"/>
                <a:gd name="connsiteY21066" fmla="*/ 802979 h 4882701"/>
                <a:gd name="connsiteX21067" fmla="*/ 4301581 w 4954903"/>
                <a:gd name="connsiteY21067" fmla="*/ 823237 h 4882701"/>
                <a:gd name="connsiteX21068" fmla="*/ 4295757 w 4954903"/>
                <a:gd name="connsiteY21068" fmla="*/ 814881 h 4882701"/>
                <a:gd name="connsiteX21069" fmla="*/ 4283349 w 4954903"/>
                <a:gd name="connsiteY21069" fmla="*/ 802979 h 4882701"/>
                <a:gd name="connsiteX21070" fmla="*/ 4272207 w 4954903"/>
                <a:gd name="connsiteY21070" fmla="*/ 799941 h 4882701"/>
                <a:gd name="connsiteX21071" fmla="*/ 4271954 w 4954903"/>
                <a:gd name="connsiteY21071" fmla="*/ 799941 h 4882701"/>
                <a:gd name="connsiteX21072" fmla="*/ 4290186 w 4954903"/>
                <a:gd name="connsiteY21072" fmla="*/ 820199 h 4882701"/>
                <a:gd name="connsiteX21073" fmla="*/ 4284869 w 4954903"/>
                <a:gd name="connsiteY21073" fmla="*/ 811589 h 4882701"/>
                <a:gd name="connsiteX21074" fmla="*/ 4272207 w 4954903"/>
                <a:gd name="connsiteY21074" fmla="*/ 799941 h 4882701"/>
                <a:gd name="connsiteX21075" fmla="*/ 4259546 w 4954903"/>
                <a:gd name="connsiteY21075" fmla="*/ 797155 h 4882701"/>
                <a:gd name="connsiteX21076" fmla="*/ 4259039 w 4954903"/>
                <a:gd name="connsiteY21076" fmla="*/ 797155 h 4882701"/>
                <a:gd name="connsiteX21077" fmla="*/ 4277018 w 4954903"/>
                <a:gd name="connsiteY21077" fmla="*/ 817413 h 4882701"/>
                <a:gd name="connsiteX21078" fmla="*/ 4272207 w 4954903"/>
                <a:gd name="connsiteY21078" fmla="*/ 808803 h 4882701"/>
                <a:gd name="connsiteX21079" fmla="*/ 4259546 w 4954903"/>
                <a:gd name="connsiteY21079" fmla="*/ 797155 h 4882701"/>
                <a:gd name="connsiteX21080" fmla="*/ 4245872 w 4954903"/>
                <a:gd name="connsiteY21080" fmla="*/ 794370 h 4882701"/>
                <a:gd name="connsiteX21081" fmla="*/ 4245365 w 4954903"/>
                <a:gd name="connsiteY21081" fmla="*/ 794370 h 4882701"/>
                <a:gd name="connsiteX21082" fmla="*/ 4263344 w 4954903"/>
                <a:gd name="connsiteY21082" fmla="*/ 814628 h 4882701"/>
                <a:gd name="connsiteX21083" fmla="*/ 4258786 w 4954903"/>
                <a:gd name="connsiteY21083" fmla="*/ 806018 h 4882701"/>
                <a:gd name="connsiteX21084" fmla="*/ 4245872 w 4954903"/>
                <a:gd name="connsiteY21084" fmla="*/ 794370 h 4882701"/>
                <a:gd name="connsiteX21085" fmla="*/ 4230678 w 4954903"/>
                <a:gd name="connsiteY21085" fmla="*/ 791584 h 4882701"/>
                <a:gd name="connsiteX21086" fmla="*/ 4230172 w 4954903"/>
                <a:gd name="connsiteY21086" fmla="*/ 791584 h 4882701"/>
                <a:gd name="connsiteX21087" fmla="*/ 4248151 w 4954903"/>
                <a:gd name="connsiteY21087" fmla="*/ 811842 h 4882701"/>
                <a:gd name="connsiteX21088" fmla="*/ 4244099 w 4954903"/>
                <a:gd name="connsiteY21088" fmla="*/ 803486 h 4882701"/>
                <a:gd name="connsiteX21089" fmla="*/ 4230678 w 4954903"/>
                <a:gd name="connsiteY21089" fmla="*/ 791584 h 4882701"/>
                <a:gd name="connsiteX21090" fmla="*/ 4214218 w 4954903"/>
                <a:gd name="connsiteY21090" fmla="*/ 789052 h 4882701"/>
                <a:gd name="connsiteX21091" fmla="*/ 4213712 w 4954903"/>
                <a:gd name="connsiteY21091" fmla="*/ 789052 h 4882701"/>
                <a:gd name="connsiteX21092" fmla="*/ 4231438 w 4954903"/>
                <a:gd name="connsiteY21092" fmla="*/ 809310 h 4882701"/>
                <a:gd name="connsiteX21093" fmla="*/ 4227639 w 4954903"/>
                <a:gd name="connsiteY21093" fmla="*/ 800953 h 4882701"/>
                <a:gd name="connsiteX21094" fmla="*/ 4214218 w 4954903"/>
                <a:gd name="connsiteY21094" fmla="*/ 789052 h 4882701"/>
                <a:gd name="connsiteX21095" fmla="*/ 4196493 w 4954903"/>
                <a:gd name="connsiteY21095" fmla="*/ 786266 h 4882701"/>
                <a:gd name="connsiteX21096" fmla="*/ 4195733 w 4954903"/>
                <a:gd name="connsiteY21096" fmla="*/ 786266 h 4882701"/>
                <a:gd name="connsiteX21097" fmla="*/ 4213459 w 4954903"/>
                <a:gd name="connsiteY21097" fmla="*/ 806271 h 4882701"/>
                <a:gd name="connsiteX21098" fmla="*/ 4209914 w 4954903"/>
                <a:gd name="connsiteY21098" fmla="*/ 797915 h 4882701"/>
                <a:gd name="connsiteX21099" fmla="*/ 4196493 w 4954903"/>
                <a:gd name="connsiteY21099" fmla="*/ 786266 h 4882701"/>
                <a:gd name="connsiteX21100" fmla="*/ 4177501 w 4954903"/>
                <a:gd name="connsiteY21100" fmla="*/ 783481 h 4882701"/>
                <a:gd name="connsiteX21101" fmla="*/ 4176741 w 4954903"/>
                <a:gd name="connsiteY21101" fmla="*/ 783481 h 4882701"/>
                <a:gd name="connsiteX21102" fmla="*/ 4194214 w 4954903"/>
                <a:gd name="connsiteY21102" fmla="*/ 803486 h 4882701"/>
                <a:gd name="connsiteX21103" fmla="*/ 4191175 w 4954903"/>
                <a:gd name="connsiteY21103" fmla="*/ 795129 h 4882701"/>
                <a:gd name="connsiteX21104" fmla="*/ 4177501 w 4954903"/>
                <a:gd name="connsiteY21104" fmla="*/ 783481 h 4882701"/>
                <a:gd name="connsiteX21105" fmla="*/ 4157242 w 4954903"/>
                <a:gd name="connsiteY21105" fmla="*/ 780695 h 4882701"/>
                <a:gd name="connsiteX21106" fmla="*/ 4156230 w 4954903"/>
                <a:gd name="connsiteY21106" fmla="*/ 780949 h 4882701"/>
                <a:gd name="connsiteX21107" fmla="*/ 4173955 w 4954903"/>
                <a:gd name="connsiteY21107" fmla="*/ 800700 h 4882701"/>
                <a:gd name="connsiteX21108" fmla="*/ 4171170 w 4954903"/>
                <a:gd name="connsiteY21108" fmla="*/ 792344 h 4882701"/>
                <a:gd name="connsiteX21109" fmla="*/ 4157242 w 4954903"/>
                <a:gd name="connsiteY21109" fmla="*/ 780695 h 4882701"/>
                <a:gd name="connsiteX21110" fmla="*/ 4134705 w 4954903"/>
                <a:gd name="connsiteY21110" fmla="*/ 778163 h 4882701"/>
                <a:gd name="connsiteX21111" fmla="*/ 4152178 w 4954903"/>
                <a:gd name="connsiteY21111" fmla="*/ 797915 h 4882701"/>
                <a:gd name="connsiteX21112" fmla="*/ 4149899 w 4954903"/>
                <a:gd name="connsiteY21112" fmla="*/ 789558 h 4882701"/>
                <a:gd name="connsiteX21113" fmla="*/ 4135972 w 4954903"/>
                <a:gd name="connsiteY21113" fmla="*/ 777910 h 4882701"/>
                <a:gd name="connsiteX21114" fmla="*/ 4134705 w 4954903"/>
                <a:gd name="connsiteY21114" fmla="*/ 778163 h 4882701"/>
                <a:gd name="connsiteX21115" fmla="*/ 4113434 w 4954903"/>
                <a:gd name="connsiteY21115" fmla="*/ 775378 h 4882701"/>
                <a:gd name="connsiteX21116" fmla="*/ 4112168 w 4954903"/>
                <a:gd name="connsiteY21116" fmla="*/ 775631 h 4882701"/>
                <a:gd name="connsiteX21117" fmla="*/ 4129641 w 4954903"/>
                <a:gd name="connsiteY21117" fmla="*/ 795382 h 4882701"/>
                <a:gd name="connsiteX21118" fmla="*/ 4127615 w 4954903"/>
                <a:gd name="connsiteY21118" fmla="*/ 787026 h 4882701"/>
                <a:gd name="connsiteX21119" fmla="*/ 4113434 w 4954903"/>
                <a:gd name="connsiteY21119" fmla="*/ 775378 h 4882701"/>
                <a:gd name="connsiteX21120" fmla="*/ 4088365 w 4954903"/>
                <a:gd name="connsiteY21120" fmla="*/ 772845 h 4882701"/>
                <a:gd name="connsiteX21121" fmla="*/ 4105585 w 4954903"/>
                <a:gd name="connsiteY21121" fmla="*/ 792597 h 4882701"/>
                <a:gd name="connsiteX21122" fmla="*/ 4104065 w 4954903"/>
                <a:gd name="connsiteY21122" fmla="*/ 784240 h 4882701"/>
                <a:gd name="connsiteX21123" fmla="*/ 4089631 w 4954903"/>
                <a:gd name="connsiteY21123" fmla="*/ 772592 h 4882701"/>
                <a:gd name="connsiteX21124" fmla="*/ 4088365 w 4954903"/>
                <a:gd name="connsiteY21124" fmla="*/ 772845 h 4882701"/>
                <a:gd name="connsiteX21125" fmla="*/ 4064815 w 4954903"/>
                <a:gd name="connsiteY21125" fmla="*/ 769807 h 4882701"/>
                <a:gd name="connsiteX21126" fmla="*/ 4063549 w 4954903"/>
                <a:gd name="connsiteY21126" fmla="*/ 770060 h 4882701"/>
                <a:gd name="connsiteX21127" fmla="*/ 4080515 w 4954903"/>
                <a:gd name="connsiteY21127" fmla="*/ 789811 h 4882701"/>
                <a:gd name="connsiteX21128" fmla="*/ 4079249 w 4954903"/>
                <a:gd name="connsiteY21128" fmla="*/ 781455 h 4882701"/>
                <a:gd name="connsiteX21129" fmla="*/ 4064815 w 4954903"/>
                <a:gd name="connsiteY21129" fmla="*/ 769807 h 4882701"/>
                <a:gd name="connsiteX21130" fmla="*/ 4038986 w 4954903"/>
                <a:gd name="connsiteY21130" fmla="*/ 767274 h 4882701"/>
                <a:gd name="connsiteX21131" fmla="*/ 4037467 w 4954903"/>
                <a:gd name="connsiteY21131" fmla="*/ 767528 h 4882701"/>
                <a:gd name="connsiteX21132" fmla="*/ 4054180 w 4954903"/>
                <a:gd name="connsiteY21132" fmla="*/ 787279 h 4882701"/>
                <a:gd name="connsiteX21133" fmla="*/ 4053420 w 4954903"/>
                <a:gd name="connsiteY21133" fmla="*/ 778923 h 4882701"/>
                <a:gd name="connsiteX21134" fmla="*/ 4038986 w 4954903"/>
                <a:gd name="connsiteY21134" fmla="*/ 767274 h 4882701"/>
                <a:gd name="connsiteX21135" fmla="*/ 4011891 w 4954903"/>
                <a:gd name="connsiteY21135" fmla="*/ 764742 h 4882701"/>
                <a:gd name="connsiteX21136" fmla="*/ 4010371 w 4954903"/>
                <a:gd name="connsiteY21136" fmla="*/ 764995 h 4882701"/>
                <a:gd name="connsiteX21137" fmla="*/ 4026325 w 4954903"/>
                <a:gd name="connsiteY21137" fmla="*/ 784494 h 4882701"/>
                <a:gd name="connsiteX21138" fmla="*/ 4026578 w 4954903"/>
                <a:gd name="connsiteY21138" fmla="*/ 776137 h 4882701"/>
                <a:gd name="connsiteX21139" fmla="*/ 4011891 w 4954903"/>
                <a:gd name="connsiteY21139" fmla="*/ 764742 h 4882701"/>
                <a:gd name="connsiteX21140" fmla="*/ 3984036 w 4954903"/>
                <a:gd name="connsiteY21140" fmla="*/ 761957 h 4882701"/>
                <a:gd name="connsiteX21141" fmla="*/ 3982517 w 4954903"/>
                <a:gd name="connsiteY21141" fmla="*/ 762210 h 4882701"/>
                <a:gd name="connsiteX21142" fmla="*/ 3998217 w 4954903"/>
                <a:gd name="connsiteY21142" fmla="*/ 781708 h 4882701"/>
                <a:gd name="connsiteX21143" fmla="*/ 3998976 w 4954903"/>
                <a:gd name="connsiteY21143" fmla="*/ 773352 h 4882701"/>
                <a:gd name="connsiteX21144" fmla="*/ 3984036 w 4954903"/>
                <a:gd name="connsiteY21144" fmla="*/ 761957 h 4882701"/>
                <a:gd name="connsiteX21145" fmla="*/ 3893888 w 4954903"/>
                <a:gd name="connsiteY21145" fmla="*/ 754360 h 4882701"/>
                <a:gd name="connsiteX21146" fmla="*/ 3891608 w 4954903"/>
                <a:gd name="connsiteY21146" fmla="*/ 754866 h 4882701"/>
                <a:gd name="connsiteX21147" fmla="*/ 3907055 w 4954903"/>
                <a:gd name="connsiteY21147" fmla="*/ 774111 h 4882701"/>
                <a:gd name="connsiteX21148" fmla="*/ 3908828 w 4954903"/>
                <a:gd name="connsiteY21148" fmla="*/ 765755 h 4882701"/>
                <a:gd name="connsiteX21149" fmla="*/ 3893888 w 4954903"/>
                <a:gd name="connsiteY21149" fmla="*/ 754360 h 4882701"/>
                <a:gd name="connsiteX21150" fmla="*/ 3874642 w 4954903"/>
                <a:gd name="connsiteY21150" fmla="*/ 771579 h 4882701"/>
                <a:gd name="connsiteX21151" fmla="*/ 3876668 w 4954903"/>
                <a:gd name="connsiteY21151" fmla="*/ 763223 h 4882701"/>
                <a:gd name="connsiteX21152" fmla="*/ 3876668 w 4954903"/>
                <a:gd name="connsiteY21152" fmla="*/ 763223 h 4882701"/>
                <a:gd name="connsiteX21153" fmla="*/ 3861728 w 4954903"/>
                <a:gd name="connsiteY21153" fmla="*/ 751828 h 4882701"/>
                <a:gd name="connsiteX21154" fmla="*/ 3859449 w 4954903"/>
                <a:gd name="connsiteY21154" fmla="*/ 752334 h 4882701"/>
                <a:gd name="connsiteX21155" fmla="*/ 3874642 w 4954903"/>
                <a:gd name="connsiteY21155" fmla="*/ 771579 h 4882701"/>
                <a:gd name="connsiteX21156" fmla="*/ 2815399 w 4954903"/>
                <a:gd name="connsiteY21156" fmla="*/ 701942 h 4882701"/>
                <a:gd name="connsiteX21157" fmla="*/ 2810081 w 4954903"/>
                <a:gd name="connsiteY21157" fmla="*/ 717389 h 4882701"/>
                <a:gd name="connsiteX21158" fmla="*/ 2829073 w 4954903"/>
                <a:gd name="connsiteY21158" fmla="*/ 712831 h 4882701"/>
                <a:gd name="connsiteX21159" fmla="*/ 2816412 w 4954903"/>
                <a:gd name="connsiteY21159" fmla="*/ 701942 h 4882701"/>
                <a:gd name="connsiteX21160" fmla="*/ 2815399 w 4954903"/>
                <a:gd name="connsiteY21160" fmla="*/ 701942 h 4882701"/>
                <a:gd name="connsiteX21161" fmla="*/ 2766526 w 4954903"/>
                <a:gd name="connsiteY21161" fmla="*/ 700676 h 4882701"/>
                <a:gd name="connsiteX21162" fmla="*/ 2760702 w 4954903"/>
                <a:gd name="connsiteY21162" fmla="*/ 716123 h 4882701"/>
                <a:gd name="connsiteX21163" fmla="*/ 2780200 w 4954903"/>
                <a:gd name="connsiteY21163" fmla="*/ 711565 h 4882701"/>
                <a:gd name="connsiteX21164" fmla="*/ 2767792 w 4954903"/>
                <a:gd name="connsiteY21164" fmla="*/ 700676 h 4882701"/>
                <a:gd name="connsiteX21165" fmla="*/ 2766526 w 4954903"/>
                <a:gd name="connsiteY21165" fmla="*/ 700676 h 4882701"/>
                <a:gd name="connsiteX21166" fmla="*/ 2660424 w 4954903"/>
                <a:gd name="connsiteY21166" fmla="*/ 713084 h 4882701"/>
                <a:gd name="connsiteX21167" fmla="*/ 2680936 w 4954903"/>
                <a:gd name="connsiteY21167" fmla="*/ 709286 h 4882701"/>
                <a:gd name="connsiteX21168" fmla="*/ 2668781 w 4954903"/>
                <a:gd name="connsiteY21168" fmla="*/ 698397 h 4882701"/>
                <a:gd name="connsiteX21169" fmla="*/ 2660424 w 4954903"/>
                <a:gd name="connsiteY21169" fmla="*/ 713084 h 4882701"/>
                <a:gd name="connsiteX21170" fmla="*/ 1177534 w 4954903"/>
                <a:gd name="connsiteY21170" fmla="*/ 698650 h 4882701"/>
                <a:gd name="connsiteX21171" fmla="*/ 1160061 w 4954903"/>
                <a:gd name="connsiteY21171" fmla="*/ 715363 h 4882701"/>
                <a:gd name="connsiteX21172" fmla="*/ 1177280 w 4954903"/>
                <a:gd name="connsiteY21172" fmla="*/ 709032 h 4882701"/>
                <a:gd name="connsiteX21173" fmla="*/ 1177534 w 4954903"/>
                <a:gd name="connsiteY21173" fmla="*/ 698650 h 4882701"/>
                <a:gd name="connsiteX21174" fmla="*/ 1144361 w 4954903"/>
                <a:gd name="connsiteY21174" fmla="*/ 710299 h 4882701"/>
                <a:gd name="connsiteX21175" fmla="*/ 1144867 w 4954903"/>
                <a:gd name="connsiteY21175" fmla="*/ 699916 h 4882701"/>
                <a:gd name="connsiteX21176" fmla="*/ 1127395 w 4954903"/>
                <a:gd name="connsiteY21176" fmla="*/ 717136 h 4882701"/>
                <a:gd name="connsiteX21177" fmla="*/ 1144361 w 4954903"/>
                <a:gd name="connsiteY21177" fmla="*/ 710299 h 4882701"/>
                <a:gd name="connsiteX21178" fmla="*/ 1112455 w 4954903"/>
                <a:gd name="connsiteY21178" fmla="*/ 711565 h 4882701"/>
                <a:gd name="connsiteX21179" fmla="*/ 1113468 w 4954903"/>
                <a:gd name="connsiteY21179" fmla="*/ 701182 h 4882701"/>
                <a:gd name="connsiteX21180" fmla="*/ 1095742 w 4954903"/>
                <a:gd name="connsiteY21180" fmla="*/ 718402 h 4882701"/>
                <a:gd name="connsiteX21181" fmla="*/ 1112455 w 4954903"/>
                <a:gd name="connsiteY21181" fmla="*/ 711565 h 4882701"/>
                <a:gd name="connsiteX21182" fmla="*/ 1081814 w 4954903"/>
                <a:gd name="connsiteY21182" fmla="*/ 712831 h 4882701"/>
                <a:gd name="connsiteX21183" fmla="*/ 1083334 w 4954903"/>
                <a:gd name="connsiteY21183" fmla="*/ 702449 h 4882701"/>
                <a:gd name="connsiteX21184" fmla="*/ 1065608 w 4954903"/>
                <a:gd name="connsiteY21184" fmla="*/ 719668 h 4882701"/>
                <a:gd name="connsiteX21185" fmla="*/ 1081814 w 4954903"/>
                <a:gd name="connsiteY21185" fmla="*/ 712831 h 4882701"/>
                <a:gd name="connsiteX21186" fmla="*/ 1035980 w 4954903"/>
                <a:gd name="connsiteY21186" fmla="*/ 721187 h 4882701"/>
                <a:gd name="connsiteX21187" fmla="*/ 1051934 w 4954903"/>
                <a:gd name="connsiteY21187" fmla="*/ 714097 h 4882701"/>
                <a:gd name="connsiteX21188" fmla="*/ 1053706 w 4954903"/>
                <a:gd name="connsiteY21188" fmla="*/ 703715 h 4882701"/>
                <a:gd name="connsiteX21189" fmla="*/ 1035980 w 4954903"/>
                <a:gd name="connsiteY21189" fmla="*/ 721187 h 4882701"/>
                <a:gd name="connsiteX21190" fmla="*/ 1025345 w 4954903"/>
                <a:gd name="connsiteY21190" fmla="*/ 705234 h 4882701"/>
                <a:gd name="connsiteX21191" fmla="*/ 1007366 w 4954903"/>
                <a:gd name="connsiteY21191" fmla="*/ 722707 h 4882701"/>
                <a:gd name="connsiteX21192" fmla="*/ 1023066 w 4954903"/>
                <a:gd name="connsiteY21192" fmla="*/ 715616 h 4882701"/>
                <a:gd name="connsiteX21193" fmla="*/ 1025345 w 4954903"/>
                <a:gd name="connsiteY21193" fmla="*/ 705234 h 4882701"/>
                <a:gd name="connsiteX21194" fmla="*/ 998250 w 4954903"/>
                <a:gd name="connsiteY21194" fmla="*/ 706753 h 4882701"/>
                <a:gd name="connsiteX21195" fmla="*/ 980271 w 4954903"/>
                <a:gd name="connsiteY21195" fmla="*/ 724732 h 4882701"/>
                <a:gd name="connsiteX21196" fmla="*/ 995717 w 4954903"/>
                <a:gd name="connsiteY21196" fmla="*/ 717136 h 4882701"/>
                <a:gd name="connsiteX21197" fmla="*/ 998250 w 4954903"/>
                <a:gd name="connsiteY21197" fmla="*/ 706753 h 4882701"/>
                <a:gd name="connsiteX21198" fmla="*/ 971914 w 4954903"/>
                <a:gd name="connsiteY21198" fmla="*/ 708273 h 4882701"/>
                <a:gd name="connsiteX21199" fmla="*/ 953682 w 4954903"/>
                <a:gd name="connsiteY21199" fmla="*/ 726252 h 4882701"/>
                <a:gd name="connsiteX21200" fmla="*/ 968875 w 4954903"/>
                <a:gd name="connsiteY21200" fmla="*/ 718655 h 4882701"/>
                <a:gd name="connsiteX21201" fmla="*/ 971914 w 4954903"/>
                <a:gd name="connsiteY21201" fmla="*/ 708273 h 4882701"/>
                <a:gd name="connsiteX21202" fmla="*/ 928613 w 4954903"/>
                <a:gd name="connsiteY21202" fmla="*/ 728024 h 4882701"/>
                <a:gd name="connsiteX21203" fmla="*/ 943553 w 4954903"/>
                <a:gd name="connsiteY21203" fmla="*/ 720428 h 4882701"/>
                <a:gd name="connsiteX21204" fmla="*/ 946845 w 4954903"/>
                <a:gd name="connsiteY21204" fmla="*/ 710045 h 4882701"/>
                <a:gd name="connsiteX21205" fmla="*/ 928613 w 4954903"/>
                <a:gd name="connsiteY21205" fmla="*/ 728024 h 4882701"/>
                <a:gd name="connsiteX21206" fmla="*/ 904556 w 4954903"/>
                <a:gd name="connsiteY21206" fmla="*/ 729797 h 4882701"/>
                <a:gd name="connsiteX21207" fmla="*/ 918990 w 4954903"/>
                <a:gd name="connsiteY21207" fmla="*/ 722200 h 4882701"/>
                <a:gd name="connsiteX21208" fmla="*/ 922788 w 4954903"/>
                <a:gd name="connsiteY21208" fmla="*/ 711818 h 4882701"/>
                <a:gd name="connsiteX21209" fmla="*/ 904556 w 4954903"/>
                <a:gd name="connsiteY21209" fmla="*/ 729797 h 4882701"/>
                <a:gd name="connsiteX21210" fmla="*/ 881513 w 4954903"/>
                <a:gd name="connsiteY21210" fmla="*/ 731823 h 4882701"/>
                <a:gd name="connsiteX21211" fmla="*/ 895693 w 4954903"/>
                <a:gd name="connsiteY21211" fmla="*/ 723720 h 4882701"/>
                <a:gd name="connsiteX21212" fmla="*/ 899998 w 4954903"/>
                <a:gd name="connsiteY21212" fmla="*/ 713337 h 4882701"/>
                <a:gd name="connsiteX21213" fmla="*/ 881513 w 4954903"/>
                <a:gd name="connsiteY21213" fmla="*/ 731823 h 4882701"/>
                <a:gd name="connsiteX21214" fmla="*/ 859735 w 4954903"/>
                <a:gd name="connsiteY21214" fmla="*/ 733849 h 4882701"/>
                <a:gd name="connsiteX21215" fmla="*/ 873663 w 4954903"/>
                <a:gd name="connsiteY21215" fmla="*/ 725745 h 4882701"/>
                <a:gd name="connsiteX21216" fmla="*/ 878221 w 4954903"/>
                <a:gd name="connsiteY21216" fmla="*/ 715363 h 4882701"/>
                <a:gd name="connsiteX21217" fmla="*/ 859735 w 4954903"/>
                <a:gd name="connsiteY21217" fmla="*/ 733849 h 4882701"/>
                <a:gd name="connsiteX21218" fmla="*/ 838971 w 4954903"/>
                <a:gd name="connsiteY21218" fmla="*/ 735621 h 4882701"/>
                <a:gd name="connsiteX21219" fmla="*/ 852645 w 4954903"/>
                <a:gd name="connsiteY21219" fmla="*/ 727265 h 4882701"/>
                <a:gd name="connsiteX21220" fmla="*/ 857709 w 4954903"/>
                <a:gd name="connsiteY21220" fmla="*/ 716882 h 4882701"/>
                <a:gd name="connsiteX21221" fmla="*/ 838971 w 4954903"/>
                <a:gd name="connsiteY21221" fmla="*/ 735621 h 4882701"/>
                <a:gd name="connsiteX21222" fmla="*/ 832893 w 4954903"/>
                <a:gd name="connsiteY21222" fmla="*/ 729290 h 4882701"/>
                <a:gd name="connsiteX21223" fmla="*/ 838211 w 4954903"/>
                <a:gd name="connsiteY21223" fmla="*/ 718908 h 4882701"/>
                <a:gd name="connsiteX21224" fmla="*/ 819472 w 4954903"/>
                <a:gd name="connsiteY21224" fmla="*/ 737900 h 4882701"/>
                <a:gd name="connsiteX21225" fmla="*/ 832893 w 4954903"/>
                <a:gd name="connsiteY21225" fmla="*/ 729290 h 4882701"/>
                <a:gd name="connsiteX21226" fmla="*/ 801240 w 4954903"/>
                <a:gd name="connsiteY21226" fmla="*/ 739926 h 4882701"/>
                <a:gd name="connsiteX21227" fmla="*/ 814155 w 4954903"/>
                <a:gd name="connsiteY21227" fmla="*/ 731316 h 4882701"/>
                <a:gd name="connsiteX21228" fmla="*/ 819979 w 4954903"/>
                <a:gd name="connsiteY21228" fmla="*/ 720934 h 4882701"/>
                <a:gd name="connsiteX21229" fmla="*/ 801240 w 4954903"/>
                <a:gd name="connsiteY21229" fmla="*/ 739926 h 4882701"/>
                <a:gd name="connsiteX21230" fmla="*/ 796682 w 4954903"/>
                <a:gd name="connsiteY21230" fmla="*/ 733342 h 4882701"/>
                <a:gd name="connsiteX21231" fmla="*/ 802759 w 4954903"/>
                <a:gd name="connsiteY21231" fmla="*/ 722960 h 4882701"/>
                <a:gd name="connsiteX21232" fmla="*/ 784021 w 4954903"/>
                <a:gd name="connsiteY21232" fmla="*/ 741952 h 4882701"/>
                <a:gd name="connsiteX21233" fmla="*/ 796682 w 4954903"/>
                <a:gd name="connsiteY21233" fmla="*/ 733342 h 4882701"/>
                <a:gd name="connsiteX21234" fmla="*/ 4295504 w 4954903"/>
                <a:gd name="connsiteY21234" fmla="*/ 792344 h 4882701"/>
                <a:gd name="connsiteX21235" fmla="*/ 4287654 w 4954903"/>
                <a:gd name="connsiteY21235" fmla="*/ 783987 h 4882701"/>
                <a:gd name="connsiteX21236" fmla="*/ 4276512 w 4954903"/>
                <a:gd name="connsiteY21236" fmla="*/ 772339 h 4882701"/>
                <a:gd name="connsiteX21237" fmla="*/ 4276512 w 4954903"/>
                <a:gd name="connsiteY21237" fmla="*/ 772339 h 4882701"/>
                <a:gd name="connsiteX21238" fmla="*/ 4295504 w 4954903"/>
                <a:gd name="connsiteY21238" fmla="*/ 792344 h 4882701"/>
                <a:gd name="connsiteX21239" fmla="*/ 4291705 w 4954903"/>
                <a:gd name="connsiteY21239" fmla="*/ 789558 h 4882701"/>
                <a:gd name="connsiteX21240" fmla="*/ 4284362 w 4954903"/>
                <a:gd name="connsiteY21240" fmla="*/ 781202 h 4882701"/>
                <a:gd name="connsiteX21241" fmla="*/ 4272967 w 4954903"/>
                <a:gd name="connsiteY21241" fmla="*/ 769553 h 4882701"/>
                <a:gd name="connsiteX21242" fmla="*/ 4272967 w 4954903"/>
                <a:gd name="connsiteY21242" fmla="*/ 769553 h 4882701"/>
                <a:gd name="connsiteX21243" fmla="*/ 4291705 w 4954903"/>
                <a:gd name="connsiteY21243" fmla="*/ 789558 h 4882701"/>
                <a:gd name="connsiteX21244" fmla="*/ 4286388 w 4954903"/>
                <a:gd name="connsiteY21244" fmla="*/ 787026 h 4882701"/>
                <a:gd name="connsiteX21245" fmla="*/ 4286388 w 4954903"/>
                <a:gd name="connsiteY21245" fmla="*/ 787026 h 4882701"/>
                <a:gd name="connsiteX21246" fmla="*/ 4279298 w 4954903"/>
                <a:gd name="connsiteY21246" fmla="*/ 778670 h 4882701"/>
                <a:gd name="connsiteX21247" fmla="*/ 4267649 w 4954903"/>
                <a:gd name="connsiteY21247" fmla="*/ 767021 h 4882701"/>
                <a:gd name="connsiteX21248" fmla="*/ 4267649 w 4954903"/>
                <a:gd name="connsiteY21248" fmla="*/ 767021 h 4882701"/>
                <a:gd name="connsiteX21249" fmla="*/ 4286388 w 4954903"/>
                <a:gd name="connsiteY21249" fmla="*/ 787026 h 4882701"/>
                <a:gd name="connsiteX21250" fmla="*/ 4279551 w 4954903"/>
                <a:gd name="connsiteY21250" fmla="*/ 784240 h 4882701"/>
                <a:gd name="connsiteX21251" fmla="*/ 4279551 w 4954903"/>
                <a:gd name="connsiteY21251" fmla="*/ 784240 h 4882701"/>
                <a:gd name="connsiteX21252" fmla="*/ 4272967 w 4954903"/>
                <a:gd name="connsiteY21252" fmla="*/ 775884 h 4882701"/>
                <a:gd name="connsiteX21253" fmla="*/ 4261065 w 4954903"/>
                <a:gd name="connsiteY21253" fmla="*/ 764236 h 4882701"/>
                <a:gd name="connsiteX21254" fmla="*/ 4260812 w 4954903"/>
                <a:gd name="connsiteY21254" fmla="*/ 764236 h 4882701"/>
                <a:gd name="connsiteX21255" fmla="*/ 4279551 w 4954903"/>
                <a:gd name="connsiteY21255" fmla="*/ 784240 h 4882701"/>
                <a:gd name="connsiteX21256" fmla="*/ 4252709 w 4954903"/>
                <a:gd name="connsiteY21256" fmla="*/ 761703 h 4882701"/>
                <a:gd name="connsiteX21257" fmla="*/ 4252709 w 4954903"/>
                <a:gd name="connsiteY21257" fmla="*/ 761703 h 4882701"/>
                <a:gd name="connsiteX21258" fmla="*/ 4271447 w 4954903"/>
                <a:gd name="connsiteY21258" fmla="*/ 781708 h 4882701"/>
                <a:gd name="connsiteX21259" fmla="*/ 4271447 w 4954903"/>
                <a:gd name="connsiteY21259" fmla="*/ 781708 h 4882701"/>
                <a:gd name="connsiteX21260" fmla="*/ 4264864 w 4954903"/>
                <a:gd name="connsiteY21260" fmla="*/ 773352 h 4882701"/>
                <a:gd name="connsiteX21261" fmla="*/ 4252709 w 4954903"/>
                <a:gd name="connsiteY21261" fmla="*/ 761703 h 4882701"/>
                <a:gd name="connsiteX21262" fmla="*/ 4252709 w 4954903"/>
                <a:gd name="connsiteY21262" fmla="*/ 761703 h 4882701"/>
                <a:gd name="connsiteX21263" fmla="*/ 4243340 w 4954903"/>
                <a:gd name="connsiteY21263" fmla="*/ 758918 h 4882701"/>
                <a:gd name="connsiteX21264" fmla="*/ 4243340 w 4954903"/>
                <a:gd name="connsiteY21264" fmla="*/ 758918 h 4882701"/>
                <a:gd name="connsiteX21265" fmla="*/ 4243086 w 4954903"/>
                <a:gd name="connsiteY21265" fmla="*/ 758918 h 4882701"/>
                <a:gd name="connsiteX21266" fmla="*/ 4261825 w 4954903"/>
                <a:gd name="connsiteY21266" fmla="*/ 778670 h 4882701"/>
                <a:gd name="connsiteX21267" fmla="*/ 4261825 w 4954903"/>
                <a:gd name="connsiteY21267" fmla="*/ 778670 h 4882701"/>
                <a:gd name="connsiteX21268" fmla="*/ 4255747 w 4954903"/>
                <a:gd name="connsiteY21268" fmla="*/ 770313 h 4882701"/>
                <a:gd name="connsiteX21269" fmla="*/ 4243340 w 4954903"/>
                <a:gd name="connsiteY21269" fmla="*/ 758918 h 4882701"/>
                <a:gd name="connsiteX21270" fmla="*/ 4232451 w 4954903"/>
                <a:gd name="connsiteY21270" fmla="*/ 756132 h 4882701"/>
                <a:gd name="connsiteX21271" fmla="*/ 4232198 w 4954903"/>
                <a:gd name="connsiteY21271" fmla="*/ 756132 h 4882701"/>
                <a:gd name="connsiteX21272" fmla="*/ 4251190 w 4954903"/>
                <a:gd name="connsiteY21272" fmla="*/ 775884 h 4882701"/>
                <a:gd name="connsiteX21273" fmla="*/ 4245365 w 4954903"/>
                <a:gd name="connsiteY21273" fmla="*/ 767528 h 4882701"/>
                <a:gd name="connsiteX21274" fmla="*/ 4232451 w 4954903"/>
                <a:gd name="connsiteY21274" fmla="*/ 756132 h 4882701"/>
                <a:gd name="connsiteX21275" fmla="*/ 4220296 w 4954903"/>
                <a:gd name="connsiteY21275" fmla="*/ 753347 h 4882701"/>
                <a:gd name="connsiteX21276" fmla="*/ 4219789 w 4954903"/>
                <a:gd name="connsiteY21276" fmla="*/ 753347 h 4882701"/>
                <a:gd name="connsiteX21277" fmla="*/ 4238275 w 4954903"/>
                <a:gd name="connsiteY21277" fmla="*/ 773099 h 4882701"/>
                <a:gd name="connsiteX21278" fmla="*/ 4233210 w 4954903"/>
                <a:gd name="connsiteY21278" fmla="*/ 764742 h 4882701"/>
                <a:gd name="connsiteX21279" fmla="*/ 4220296 w 4954903"/>
                <a:gd name="connsiteY21279" fmla="*/ 753347 h 4882701"/>
                <a:gd name="connsiteX21280" fmla="*/ 4206622 w 4954903"/>
                <a:gd name="connsiteY21280" fmla="*/ 750815 h 4882701"/>
                <a:gd name="connsiteX21281" fmla="*/ 4206115 w 4954903"/>
                <a:gd name="connsiteY21281" fmla="*/ 750815 h 4882701"/>
                <a:gd name="connsiteX21282" fmla="*/ 4224601 w 4954903"/>
                <a:gd name="connsiteY21282" fmla="*/ 770566 h 4882701"/>
                <a:gd name="connsiteX21283" fmla="*/ 4219789 w 4954903"/>
                <a:gd name="connsiteY21283" fmla="*/ 762210 h 4882701"/>
                <a:gd name="connsiteX21284" fmla="*/ 4206622 w 4954903"/>
                <a:gd name="connsiteY21284" fmla="*/ 750815 h 4882701"/>
                <a:gd name="connsiteX21285" fmla="*/ 4191681 w 4954903"/>
                <a:gd name="connsiteY21285" fmla="*/ 748029 h 4882701"/>
                <a:gd name="connsiteX21286" fmla="*/ 4191175 w 4954903"/>
                <a:gd name="connsiteY21286" fmla="*/ 748029 h 4882701"/>
                <a:gd name="connsiteX21287" fmla="*/ 4209407 w 4954903"/>
                <a:gd name="connsiteY21287" fmla="*/ 767781 h 4882701"/>
                <a:gd name="connsiteX21288" fmla="*/ 4205102 w 4954903"/>
                <a:gd name="connsiteY21288" fmla="*/ 759424 h 4882701"/>
                <a:gd name="connsiteX21289" fmla="*/ 4191681 w 4954903"/>
                <a:gd name="connsiteY21289" fmla="*/ 748029 h 4882701"/>
                <a:gd name="connsiteX21290" fmla="*/ 4175728 w 4954903"/>
                <a:gd name="connsiteY21290" fmla="*/ 745244 h 4882701"/>
                <a:gd name="connsiteX21291" fmla="*/ 4175222 w 4954903"/>
                <a:gd name="connsiteY21291" fmla="*/ 745244 h 4882701"/>
                <a:gd name="connsiteX21292" fmla="*/ 4193454 w 4954903"/>
                <a:gd name="connsiteY21292" fmla="*/ 764995 h 4882701"/>
                <a:gd name="connsiteX21293" fmla="*/ 4189402 w 4954903"/>
                <a:gd name="connsiteY21293" fmla="*/ 756639 h 4882701"/>
                <a:gd name="connsiteX21294" fmla="*/ 4175728 w 4954903"/>
                <a:gd name="connsiteY21294" fmla="*/ 745244 h 4882701"/>
                <a:gd name="connsiteX21295" fmla="*/ 4158509 w 4954903"/>
                <a:gd name="connsiteY21295" fmla="*/ 742711 h 4882701"/>
                <a:gd name="connsiteX21296" fmla="*/ 4157749 w 4954903"/>
                <a:gd name="connsiteY21296" fmla="*/ 742711 h 4882701"/>
                <a:gd name="connsiteX21297" fmla="*/ 4175728 w 4954903"/>
                <a:gd name="connsiteY21297" fmla="*/ 762463 h 4882701"/>
                <a:gd name="connsiteX21298" fmla="*/ 4171930 w 4954903"/>
                <a:gd name="connsiteY21298" fmla="*/ 754107 h 4882701"/>
                <a:gd name="connsiteX21299" fmla="*/ 4158509 w 4954903"/>
                <a:gd name="connsiteY21299" fmla="*/ 742711 h 4882701"/>
                <a:gd name="connsiteX21300" fmla="*/ 4139770 w 4954903"/>
                <a:gd name="connsiteY21300" fmla="*/ 739926 h 4882701"/>
                <a:gd name="connsiteX21301" fmla="*/ 4139010 w 4954903"/>
                <a:gd name="connsiteY21301" fmla="*/ 739926 h 4882701"/>
                <a:gd name="connsiteX21302" fmla="*/ 4156989 w 4954903"/>
                <a:gd name="connsiteY21302" fmla="*/ 759678 h 4882701"/>
                <a:gd name="connsiteX21303" fmla="*/ 4153697 w 4954903"/>
                <a:gd name="connsiteY21303" fmla="*/ 751321 h 4882701"/>
                <a:gd name="connsiteX21304" fmla="*/ 4139770 w 4954903"/>
                <a:gd name="connsiteY21304" fmla="*/ 739926 h 4882701"/>
                <a:gd name="connsiteX21305" fmla="*/ 4120272 w 4954903"/>
                <a:gd name="connsiteY21305" fmla="*/ 737141 h 4882701"/>
                <a:gd name="connsiteX21306" fmla="*/ 4119259 w 4954903"/>
                <a:gd name="connsiteY21306" fmla="*/ 737394 h 4882701"/>
                <a:gd name="connsiteX21307" fmla="*/ 4137238 w 4954903"/>
                <a:gd name="connsiteY21307" fmla="*/ 756892 h 4882701"/>
                <a:gd name="connsiteX21308" fmla="*/ 4134199 w 4954903"/>
                <a:gd name="connsiteY21308" fmla="*/ 748536 h 4882701"/>
                <a:gd name="connsiteX21309" fmla="*/ 4120272 w 4954903"/>
                <a:gd name="connsiteY21309" fmla="*/ 737141 h 4882701"/>
                <a:gd name="connsiteX21310" fmla="*/ 4052914 w 4954903"/>
                <a:gd name="connsiteY21310" fmla="*/ 729544 h 4882701"/>
                <a:gd name="connsiteX21311" fmla="*/ 4070386 w 4954903"/>
                <a:gd name="connsiteY21311" fmla="*/ 748789 h 4882701"/>
                <a:gd name="connsiteX21312" fmla="*/ 4068613 w 4954903"/>
                <a:gd name="connsiteY21312" fmla="*/ 740686 h 4882701"/>
                <a:gd name="connsiteX21313" fmla="*/ 4054180 w 4954903"/>
                <a:gd name="connsiteY21313" fmla="*/ 729290 h 4882701"/>
                <a:gd name="connsiteX21314" fmla="*/ 4052914 w 4954903"/>
                <a:gd name="connsiteY21314" fmla="*/ 729544 h 4882701"/>
                <a:gd name="connsiteX21315" fmla="*/ 4029870 w 4954903"/>
                <a:gd name="connsiteY21315" fmla="*/ 726758 h 4882701"/>
                <a:gd name="connsiteX21316" fmla="*/ 4028604 w 4954903"/>
                <a:gd name="connsiteY21316" fmla="*/ 727011 h 4882701"/>
                <a:gd name="connsiteX21317" fmla="*/ 4046076 w 4954903"/>
                <a:gd name="connsiteY21317" fmla="*/ 746257 h 4882701"/>
                <a:gd name="connsiteX21318" fmla="*/ 4044557 w 4954903"/>
                <a:gd name="connsiteY21318" fmla="*/ 738153 h 4882701"/>
                <a:gd name="connsiteX21319" fmla="*/ 4029870 w 4954903"/>
                <a:gd name="connsiteY21319" fmla="*/ 726758 h 4882701"/>
                <a:gd name="connsiteX21320" fmla="*/ 4003281 w 4954903"/>
                <a:gd name="connsiteY21320" fmla="*/ 724479 h 4882701"/>
                <a:gd name="connsiteX21321" fmla="*/ 4020501 w 4954903"/>
                <a:gd name="connsiteY21321" fmla="*/ 743724 h 4882701"/>
                <a:gd name="connsiteX21322" fmla="*/ 4019234 w 4954903"/>
                <a:gd name="connsiteY21322" fmla="*/ 735621 h 4882701"/>
                <a:gd name="connsiteX21323" fmla="*/ 4004547 w 4954903"/>
                <a:gd name="connsiteY21323" fmla="*/ 724226 h 4882701"/>
                <a:gd name="connsiteX21324" fmla="*/ 4003281 w 4954903"/>
                <a:gd name="connsiteY21324" fmla="*/ 724479 h 4882701"/>
                <a:gd name="connsiteX21325" fmla="*/ 3978212 w 4954903"/>
                <a:gd name="connsiteY21325" fmla="*/ 721694 h 4882701"/>
                <a:gd name="connsiteX21326" fmla="*/ 3976692 w 4954903"/>
                <a:gd name="connsiteY21326" fmla="*/ 721947 h 4882701"/>
                <a:gd name="connsiteX21327" fmla="*/ 3993659 w 4954903"/>
                <a:gd name="connsiteY21327" fmla="*/ 741192 h 4882701"/>
                <a:gd name="connsiteX21328" fmla="*/ 3992899 w 4954903"/>
                <a:gd name="connsiteY21328" fmla="*/ 733089 h 4882701"/>
                <a:gd name="connsiteX21329" fmla="*/ 3978212 w 4954903"/>
                <a:gd name="connsiteY21329" fmla="*/ 721694 h 4882701"/>
                <a:gd name="connsiteX21330" fmla="*/ 3893128 w 4954903"/>
                <a:gd name="connsiteY21330" fmla="*/ 714097 h 4882701"/>
                <a:gd name="connsiteX21331" fmla="*/ 3891355 w 4954903"/>
                <a:gd name="connsiteY21331" fmla="*/ 714350 h 4882701"/>
                <a:gd name="connsiteX21332" fmla="*/ 3906802 w 4954903"/>
                <a:gd name="connsiteY21332" fmla="*/ 733342 h 4882701"/>
                <a:gd name="connsiteX21333" fmla="*/ 3907815 w 4954903"/>
                <a:gd name="connsiteY21333" fmla="*/ 725239 h 4882701"/>
                <a:gd name="connsiteX21334" fmla="*/ 3893128 w 4954903"/>
                <a:gd name="connsiteY21334" fmla="*/ 714097 h 4882701"/>
                <a:gd name="connsiteX21335" fmla="*/ 3862741 w 4954903"/>
                <a:gd name="connsiteY21335" fmla="*/ 711565 h 4882701"/>
                <a:gd name="connsiteX21336" fmla="*/ 3860462 w 4954903"/>
                <a:gd name="connsiteY21336" fmla="*/ 712071 h 4882701"/>
                <a:gd name="connsiteX21337" fmla="*/ 3876162 w 4954903"/>
                <a:gd name="connsiteY21337" fmla="*/ 730810 h 4882701"/>
                <a:gd name="connsiteX21338" fmla="*/ 3877681 w 4954903"/>
                <a:gd name="connsiteY21338" fmla="*/ 722707 h 4882701"/>
                <a:gd name="connsiteX21339" fmla="*/ 3862741 w 4954903"/>
                <a:gd name="connsiteY21339" fmla="*/ 711565 h 4882701"/>
                <a:gd name="connsiteX21340" fmla="*/ 3831594 w 4954903"/>
                <a:gd name="connsiteY21340" fmla="*/ 709032 h 4882701"/>
                <a:gd name="connsiteX21341" fmla="*/ 3829315 w 4954903"/>
                <a:gd name="connsiteY21341" fmla="*/ 709539 h 4882701"/>
                <a:gd name="connsiteX21342" fmla="*/ 3844762 w 4954903"/>
                <a:gd name="connsiteY21342" fmla="*/ 728278 h 4882701"/>
                <a:gd name="connsiteX21343" fmla="*/ 3846534 w 4954903"/>
                <a:gd name="connsiteY21343" fmla="*/ 720174 h 4882701"/>
                <a:gd name="connsiteX21344" fmla="*/ 3831594 w 4954903"/>
                <a:gd name="connsiteY21344" fmla="*/ 709032 h 4882701"/>
                <a:gd name="connsiteX21345" fmla="*/ 1310224 w 4954903"/>
                <a:gd name="connsiteY21345" fmla="*/ 663958 h 4882701"/>
                <a:gd name="connsiteX21346" fmla="*/ 1310224 w 4954903"/>
                <a:gd name="connsiteY21346" fmla="*/ 663958 h 4882701"/>
                <a:gd name="connsiteX21347" fmla="*/ 1309718 w 4954903"/>
                <a:gd name="connsiteY21347" fmla="*/ 653829 h 4882701"/>
                <a:gd name="connsiteX21348" fmla="*/ 1292498 w 4954903"/>
                <a:gd name="connsiteY21348" fmla="*/ 670036 h 4882701"/>
                <a:gd name="connsiteX21349" fmla="*/ 1310224 w 4954903"/>
                <a:gd name="connsiteY21349" fmla="*/ 663958 h 4882701"/>
                <a:gd name="connsiteX21350" fmla="*/ 1241347 w 4954903"/>
                <a:gd name="connsiteY21350" fmla="*/ 665984 h 4882701"/>
                <a:gd name="connsiteX21351" fmla="*/ 1241347 w 4954903"/>
                <a:gd name="connsiteY21351" fmla="*/ 665984 h 4882701"/>
                <a:gd name="connsiteX21352" fmla="*/ 1241600 w 4954903"/>
                <a:gd name="connsiteY21352" fmla="*/ 655855 h 4882701"/>
                <a:gd name="connsiteX21353" fmla="*/ 1224127 w 4954903"/>
                <a:gd name="connsiteY21353" fmla="*/ 672061 h 4882701"/>
                <a:gd name="connsiteX21354" fmla="*/ 1241347 w 4954903"/>
                <a:gd name="connsiteY21354" fmla="*/ 665984 h 4882701"/>
                <a:gd name="connsiteX21355" fmla="*/ 1176268 w 4954903"/>
                <a:gd name="connsiteY21355" fmla="*/ 668263 h 4882701"/>
                <a:gd name="connsiteX21356" fmla="*/ 1177280 w 4954903"/>
                <a:gd name="connsiteY21356" fmla="*/ 658134 h 4882701"/>
                <a:gd name="connsiteX21357" fmla="*/ 1159555 w 4954903"/>
                <a:gd name="connsiteY21357" fmla="*/ 675100 h 4882701"/>
                <a:gd name="connsiteX21358" fmla="*/ 1176268 w 4954903"/>
                <a:gd name="connsiteY21358" fmla="*/ 668263 h 4882701"/>
                <a:gd name="connsiteX21359" fmla="*/ 1145121 w 4954903"/>
                <a:gd name="connsiteY21359" fmla="*/ 669529 h 4882701"/>
                <a:gd name="connsiteX21360" fmla="*/ 1146640 w 4954903"/>
                <a:gd name="connsiteY21360" fmla="*/ 659400 h 4882701"/>
                <a:gd name="connsiteX21361" fmla="*/ 1128661 w 4954903"/>
                <a:gd name="connsiteY21361" fmla="*/ 676366 h 4882701"/>
                <a:gd name="connsiteX21362" fmla="*/ 1145121 w 4954903"/>
                <a:gd name="connsiteY21362" fmla="*/ 669529 h 4882701"/>
                <a:gd name="connsiteX21363" fmla="*/ 1116759 w 4954903"/>
                <a:gd name="connsiteY21363" fmla="*/ 660920 h 4882701"/>
                <a:gd name="connsiteX21364" fmla="*/ 1098780 w 4954903"/>
                <a:gd name="connsiteY21364" fmla="*/ 677886 h 4882701"/>
                <a:gd name="connsiteX21365" fmla="*/ 1114987 w 4954903"/>
                <a:gd name="connsiteY21365" fmla="*/ 671049 h 4882701"/>
                <a:gd name="connsiteX21366" fmla="*/ 1116759 w 4954903"/>
                <a:gd name="connsiteY21366" fmla="*/ 660920 h 4882701"/>
                <a:gd name="connsiteX21367" fmla="*/ 1070166 w 4954903"/>
                <a:gd name="connsiteY21367" fmla="*/ 679152 h 4882701"/>
                <a:gd name="connsiteX21368" fmla="*/ 1086119 w 4954903"/>
                <a:gd name="connsiteY21368" fmla="*/ 672315 h 4882701"/>
                <a:gd name="connsiteX21369" fmla="*/ 1088398 w 4954903"/>
                <a:gd name="connsiteY21369" fmla="*/ 662186 h 4882701"/>
                <a:gd name="connsiteX21370" fmla="*/ 1070166 w 4954903"/>
                <a:gd name="connsiteY21370" fmla="*/ 679152 h 4882701"/>
                <a:gd name="connsiteX21371" fmla="*/ 1042311 w 4954903"/>
                <a:gd name="connsiteY21371" fmla="*/ 681178 h 4882701"/>
                <a:gd name="connsiteX21372" fmla="*/ 1058011 w 4954903"/>
                <a:gd name="connsiteY21372" fmla="*/ 673834 h 4882701"/>
                <a:gd name="connsiteX21373" fmla="*/ 1060543 w 4954903"/>
                <a:gd name="connsiteY21373" fmla="*/ 663705 h 4882701"/>
                <a:gd name="connsiteX21374" fmla="*/ 1042311 w 4954903"/>
                <a:gd name="connsiteY21374" fmla="*/ 681178 h 4882701"/>
                <a:gd name="connsiteX21375" fmla="*/ 1033701 w 4954903"/>
                <a:gd name="connsiteY21375" fmla="*/ 665224 h 4882701"/>
                <a:gd name="connsiteX21376" fmla="*/ 1015469 w 4954903"/>
                <a:gd name="connsiteY21376" fmla="*/ 682697 h 4882701"/>
                <a:gd name="connsiteX21377" fmla="*/ 1030663 w 4954903"/>
                <a:gd name="connsiteY21377" fmla="*/ 675353 h 4882701"/>
                <a:gd name="connsiteX21378" fmla="*/ 1033701 w 4954903"/>
                <a:gd name="connsiteY21378" fmla="*/ 665224 h 4882701"/>
                <a:gd name="connsiteX21379" fmla="*/ 1008126 w 4954903"/>
                <a:gd name="connsiteY21379" fmla="*/ 666744 h 4882701"/>
                <a:gd name="connsiteX21380" fmla="*/ 989640 w 4954903"/>
                <a:gd name="connsiteY21380" fmla="*/ 684216 h 4882701"/>
                <a:gd name="connsiteX21381" fmla="*/ 1004580 w 4954903"/>
                <a:gd name="connsiteY21381" fmla="*/ 676873 h 4882701"/>
                <a:gd name="connsiteX21382" fmla="*/ 1008126 w 4954903"/>
                <a:gd name="connsiteY21382" fmla="*/ 666744 h 4882701"/>
                <a:gd name="connsiteX21383" fmla="*/ 965077 w 4954903"/>
                <a:gd name="connsiteY21383" fmla="*/ 685736 h 4882701"/>
                <a:gd name="connsiteX21384" fmla="*/ 979764 w 4954903"/>
                <a:gd name="connsiteY21384" fmla="*/ 678139 h 4882701"/>
                <a:gd name="connsiteX21385" fmla="*/ 983563 w 4954903"/>
                <a:gd name="connsiteY21385" fmla="*/ 668010 h 4882701"/>
                <a:gd name="connsiteX21386" fmla="*/ 965077 w 4954903"/>
                <a:gd name="connsiteY21386" fmla="*/ 685736 h 4882701"/>
                <a:gd name="connsiteX21387" fmla="*/ 941527 w 4954903"/>
                <a:gd name="connsiteY21387" fmla="*/ 687761 h 4882701"/>
                <a:gd name="connsiteX21388" fmla="*/ 955961 w 4954903"/>
                <a:gd name="connsiteY21388" fmla="*/ 679911 h 4882701"/>
                <a:gd name="connsiteX21389" fmla="*/ 960266 w 4954903"/>
                <a:gd name="connsiteY21389" fmla="*/ 669782 h 4882701"/>
                <a:gd name="connsiteX21390" fmla="*/ 941527 w 4954903"/>
                <a:gd name="connsiteY21390" fmla="*/ 687761 h 4882701"/>
                <a:gd name="connsiteX21391" fmla="*/ 918990 w 4954903"/>
                <a:gd name="connsiteY21391" fmla="*/ 689534 h 4882701"/>
                <a:gd name="connsiteX21392" fmla="*/ 933171 w 4954903"/>
                <a:gd name="connsiteY21392" fmla="*/ 681431 h 4882701"/>
                <a:gd name="connsiteX21393" fmla="*/ 937729 w 4954903"/>
                <a:gd name="connsiteY21393" fmla="*/ 671302 h 4882701"/>
                <a:gd name="connsiteX21394" fmla="*/ 918990 w 4954903"/>
                <a:gd name="connsiteY21394" fmla="*/ 689534 h 4882701"/>
                <a:gd name="connsiteX21395" fmla="*/ 911646 w 4954903"/>
                <a:gd name="connsiteY21395" fmla="*/ 683457 h 4882701"/>
                <a:gd name="connsiteX21396" fmla="*/ 916711 w 4954903"/>
                <a:gd name="connsiteY21396" fmla="*/ 673328 h 4882701"/>
                <a:gd name="connsiteX21397" fmla="*/ 897719 w 4954903"/>
                <a:gd name="connsiteY21397" fmla="*/ 691307 h 4882701"/>
                <a:gd name="connsiteX21398" fmla="*/ 911646 w 4954903"/>
                <a:gd name="connsiteY21398" fmla="*/ 683457 h 4882701"/>
                <a:gd name="connsiteX21399" fmla="*/ 877461 w 4954903"/>
                <a:gd name="connsiteY21399" fmla="*/ 693079 h 4882701"/>
                <a:gd name="connsiteX21400" fmla="*/ 891135 w 4954903"/>
                <a:gd name="connsiteY21400" fmla="*/ 684976 h 4882701"/>
                <a:gd name="connsiteX21401" fmla="*/ 896453 w 4954903"/>
                <a:gd name="connsiteY21401" fmla="*/ 674847 h 4882701"/>
                <a:gd name="connsiteX21402" fmla="*/ 877461 w 4954903"/>
                <a:gd name="connsiteY21402" fmla="*/ 693079 h 4882701"/>
                <a:gd name="connsiteX21403" fmla="*/ 871637 w 4954903"/>
                <a:gd name="connsiteY21403" fmla="*/ 687002 h 4882701"/>
                <a:gd name="connsiteX21404" fmla="*/ 877461 w 4954903"/>
                <a:gd name="connsiteY21404" fmla="*/ 676873 h 4882701"/>
                <a:gd name="connsiteX21405" fmla="*/ 858469 w 4954903"/>
                <a:gd name="connsiteY21405" fmla="*/ 695358 h 4882701"/>
                <a:gd name="connsiteX21406" fmla="*/ 871637 w 4954903"/>
                <a:gd name="connsiteY21406" fmla="*/ 687002 h 4882701"/>
                <a:gd name="connsiteX21407" fmla="*/ 840490 w 4954903"/>
                <a:gd name="connsiteY21407" fmla="*/ 697384 h 4882701"/>
                <a:gd name="connsiteX21408" fmla="*/ 853405 w 4954903"/>
                <a:gd name="connsiteY21408" fmla="*/ 689028 h 4882701"/>
                <a:gd name="connsiteX21409" fmla="*/ 859482 w 4954903"/>
                <a:gd name="connsiteY21409" fmla="*/ 678899 h 4882701"/>
                <a:gd name="connsiteX21410" fmla="*/ 840490 w 4954903"/>
                <a:gd name="connsiteY21410" fmla="*/ 697384 h 4882701"/>
                <a:gd name="connsiteX21411" fmla="*/ 4254228 w 4954903"/>
                <a:gd name="connsiteY21411" fmla="*/ 748789 h 4882701"/>
                <a:gd name="connsiteX21412" fmla="*/ 4246378 w 4954903"/>
                <a:gd name="connsiteY21412" fmla="*/ 740432 h 4882701"/>
                <a:gd name="connsiteX21413" fmla="*/ 4234983 w 4954903"/>
                <a:gd name="connsiteY21413" fmla="*/ 729037 h 4882701"/>
                <a:gd name="connsiteX21414" fmla="*/ 4234983 w 4954903"/>
                <a:gd name="connsiteY21414" fmla="*/ 729037 h 4882701"/>
                <a:gd name="connsiteX21415" fmla="*/ 4254228 w 4954903"/>
                <a:gd name="connsiteY21415" fmla="*/ 748789 h 4882701"/>
                <a:gd name="connsiteX21416" fmla="*/ 4250430 w 4954903"/>
                <a:gd name="connsiteY21416" fmla="*/ 746003 h 4882701"/>
                <a:gd name="connsiteX21417" fmla="*/ 4242833 w 4954903"/>
                <a:gd name="connsiteY21417" fmla="*/ 737647 h 4882701"/>
                <a:gd name="connsiteX21418" fmla="*/ 4231184 w 4954903"/>
                <a:gd name="connsiteY21418" fmla="*/ 726252 h 4882701"/>
                <a:gd name="connsiteX21419" fmla="*/ 4231184 w 4954903"/>
                <a:gd name="connsiteY21419" fmla="*/ 726252 h 4882701"/>
                <a:gd name="connsiteX21420" fmla="*/ 4250430 w 4954903"/>
                <a:gd name="connsiteY21420" fmla="*/ 746003 h 4882701"/>
                <a:gd name="connsiteX21421" fmla="*/ 4245365 w 4954903"/>
                <a:gd name="connsiteY21421" fmla="*/ 743471 h 4882701"/>
                <a:gd name="connsiteX21422" fmla="*/ 4245365 w 4954903"/>
                <a:gd name="connsiteY21422" fmla="*/ 743471 h 4882701"/>
                <a:gd name="connsiteX21423" fmla="*/ 4238022 w 4954903"/>
                <a:gd name="connsiteY21423" fmla="*/ 735368 h 4882701"/>
                <a:gd name="connsiteX21424" fmla="*/ 4226120 w 4954903"/>
                <a:gd name="connsiteY21424" fmla="*/ 723973 h 4882701"/>
                <a:gd name="connsiteX21425" fmla="*/ 4226120 w 4954903"/>
                <a:gd name="connsiteY21425" fmla="*/ 723973 h 4882701"/>
                <a:gd name="connsiteX21426" fmla="*/ 4245365 w 4954903"/>
                <a:gd name="connsiteY21426" fmla="*/ 743471 h 4882701"/>
                <a:gd name="connsiteX21427" fmla="*/ 4238781 w 4954903"/>
                <a:gd name="connsiteY21427" fmla="*/ 740939 h 4882701"/>
                <a:gd name="connsiteX21428" fmla="*/ 4238781 w 4954903"/>
                <a:gd name="connsiteY21428" fmla="*/ 740939 h 4882701"/>
                <a:gd name="connsiteX21429" fmla="*/ 4231944 w 4954903"/>
                <a:gd name="connsiteY21429" fmla="*/ 732836 h 4882701"/>
                <a:gd name="connsiteX21430" fmla="*/ 4219789 w 4954903"/>
                <a:gd name="connsiteY21430" fmla="*/ 721440 h 4882701"/>
                <a:gd name="connsiteX21431" fmla="*/ 4219536 w 4954903"/>
                <a:gd name="connsiteY21431" fmla="*/ 721440 h 4882701"/>
                <a:gd name="connsiteX21432" fmla="*/ 4238781 w 4954903"/>
                <a:gd name="connsiteY21432" fmla="*/ 740939 h 4882701"/>
                <a:gd name="connsiteX21433" fmla="*/ 4211686 w 4954903"/>
                <a:gd name="connsiteY21433" fmla="*/ 718655 h 4882701"/>
                <a:gd name="connsiteX21434" fmla="*/ 4211686 w 4954903"/>
                <a:gd name="connsiteY21434" fmla="*/ 718655 h 4882701"/>
                <a:gd name="connsiteX21435" fmla="*/ 4230931 w 4954903"/>
                <a:gd name="connsiteY21435" fmla="*/ 738153 h 4882701"/>
                <a:gd name="connsiteX21436" fmla="*/ 4230931 w 4954903"/>
                <a:gd name="connsiteY21436" fmla="*/ 738153 h 4882701"/>
                <a:gd name="connsiteX21437" fmla="*/ 4224094 w 4954903"/>
                <a:gd name="connsiteY21437" fmla="*/ 730050 h 4882701"/>
                <a:gd name="connsiteX21438" fmla="*/ 4211686 w 4954903"/>
                <a:gd name="connsiteY21438" fmla="*/ 718655 h 4882701"/>
                <a:gd name="connsiteX21439" fmla="*/ 4202064 w 4954903"/>
                <a:gd name="connsiteY21439" fmla="*/ 715870 h 4882701"/>
                <a:gd name="connsiteX21440" fmla="*/ 4202064 w 4954903"/>
                <a:gd name="connsiteY21440" fmla="*/ 715870 h 4882701"/>
                <a:gd name="connsiteX21441" fmla="*/ 4221309 w 4954903"/>
                <a:gd name="connsiteY21441" fmla="*/ 735368 h 4882701"/>
                <a:gd name="connsiteX21442" fmla="*/ 4221309 w 4954903"/>
                <a:gd name="connsiteY21442" fmla="*/ 735368 h 4882701"/>
                <a:gd name="connsiteX21443" fmla="*/ 4214978 w 4954903"/>
                <a:gd name="connsiteY21443" fmla="*/ 727265 h 4882701"/>
                <a:gd name="connsiteX21444" fmla="*/ 4202064 w 4954903"/>
                <a:gd name="connsiteY21444" fmla="*/ 715870 h 4882701"/>
                <a:gd name="connsiteX21445" fmla="*/ 4202064 w 4954903"/>
                <a:gd name="connsiteY21445" fmla="*/ 715870 h 4882701"/>
                <a:gd name="connsiteX21446" fmla="*/ 4191681 w 4954903"/>
                <a:gd name="connsiteY21446" fmla="*/ 713084 h 4882701"/>
                <a:gd name="connsiteX21447" fmla="*/ 4191428 w 4954903"/>
                <a:gd name="connsiteY21447" fmla="*/ 713084 h 4882701"/>
                <a:gd name="connsiteX21448" fmla="*/ 4210926 w 4954903"/>
                <a:gd name="connsiteY21448" fmla="*/ 732582 h 4882701"/>
                <a:gd name="connsiteX21449" fmla="*/ 4204849 w 4954903"/>
                <a:gd name="connsiteY21449" fmla="*/ 724479 h 4882701"/>
                <a:gd name="connsiteX21450" fmla="*/ 4191681 w 4954903"/>
                <a:gd name="connsiteY21450" fmla="*/ 713084 h 4882701"/>
                <a:gd name="connsiteX21451" fmla="*/ 4179526 w 4954903"/>
                <a:gd name="connsiteY21451" fmla="*/ 710552 h 4882701"/>
                <a:gd name="connsiteX21452" fmla="*/ 4179020 w 4954903"/>
                <a:gd name="connsiteY21452" fmla="*/ 710552 h 4882701"/>
                <a:gd name="connsiteX21453" fmla="*/ 4198265 w 4954903"/>
                <a:gd name="connsiteY21453" fmla="*/ 730050 h 4882701"/>
                <a:gd name="connsiteX21454" fmla="*/ 4192441 w 4954903"/>
                <a:gd name="connsiteY21454" fmla="*/ 721947 h 4882701"/>
                <a:gd name="connsiteX21455" fmla="*/ 4192441 w 4954903"/>
                <a:gd name="connsiteY21455" fmla="*/ 721947 h 4882701"/>
                <a:gd name="connsiteX21456" fmla="*/ 4179526 w 4954903"/>
                <a:gd name="connsiteY21456" fmla="*/ 710552 h 4882701"/>
                <a:gd name="connsiteX21457" fmla="*/ 4166359 w 4954903"/>
                <a:gd name="connsiteY21457" fmla="*/ 707766 h 4882701"/>
                <a:gd name="connsiteX21458" fmla="*/ 4165852 w 4954903"/>
                <a:gd name="connsiteY21458" fmla="*/ 707766 h 4882701"/>
                <a:gd name="connsiteX21459" fmla="*/ 4185097 w 4954903"/>
                <a:gd name="connsiteY21459" fmla="*/ 727265 h 4882701"/>
                <a:gd name="connsiteX21460" fmla="*/ 4179780 w 4954903"/>
                <a:gd name="connsiteY21460" fmla="*/ 719161 h 4882701"/>
                <a:gd name="connsiteX21461" fmla="*/ 4166359 w 4954903"/>
                <a:gd name="connsiteY21461" fmla="*/ 707766 h 4882701"/>
                <a:gd name="connsiteX21462" fmla="*/ 4151925 w 4954903"/>
                <a:gd name="connsiteY21462" fmla="*/ 705234 h 4882701"/>
                <a:gd name="connsiteX21463" fmla="*/ 4151418 w 4954903"/>
                <a:gd name="connsiteY21463" fmla="*/ 705234 h 4882701"/>
                <a:gd name="connsiteX21464" fmla="*/ 4170410 w 4954903"/>
                <a:gd name="connsiteY21464" fmla="*/ 724479 h 4882701"/>
                <a:gd name="connsiteX21465" fmla="*/ 4165599 w 4954903"/>
                <a:gd name="connsiteY21465" fmla="*/ 716376 h 4882701"/>
                <a:gd name="connsiteX21466" fmla="*/ 4151925 w 4954903"/>
                <a:gd name="connsiteY21466" fmla="*/ 705234 h 4882701"/>
                <a:gd name="connsiteX21467" fmla="*/ 4150152 w 4954903"/>
                <a:gd name="connsiteY21467" fmla="*/ 713844 h 4882701"/>
                <a:gd name="connsiteX21468" fmla="*/ 4136478 w 4954903"/>
                <a:gd name="connsiteY21468" fmla="*/ 702449 h 4882701"/>
                <a:gd name="connsiteX21469" fmla="*/ 4135972 w 4954903"/>
                <a:gd name="connsiteY21469" fmla="*/ 702449 h 4882701"/>
                <a:gd name="connsiteX21470" fmla="*/ 4154710 w 4954903"/>
                <a:gd name="connsiteY21470" fmla="*/ 721694 h 4882701"/>
                <a:gd name="connsiteX21471" fmla="*/ 4150152 w 4954903"/>
                <a:gd name="connsiteY21471" fmla="*/ 713844 h 4882701"/>
                <a:gd name="connsiteX21472" fmla="*/ 4150152 w 4954903"/>
                <a:gd name="connsiteY21472" fmla="*/ 713844 h 4882701"/>
                <a:gd name="connsiteX21473" fmla="*/ 4119259 w 4954903"/>
                <a:gd name="connsiteY21473" fmla="*/ 699916 h 4882701"/>
                <a:gd name="connsiteX21474" fmla="*/ 4118752 w 4954903"/>
                <a:gd name="connsiteY21474" fmla="*/ 699916 h 4882701"/>
                <a:gd name="connsiteX21475" fmla="*/ 4137491 w 4954903"/>
                <a:gd name="connsiteY21475" fmla="*/ 719161 h 4882701"/>
                <a:gd name="connsiteX21476" fmla="*/ 4133439 w 4954903"/>
                <a:gd name="connsiteY21476" fmla="*/ 711058 h 4882701"/>
                <a:gd name="connsiteX21477" fmla="*/ 4119259 w 4954903"/>
                <a:gd name="connsiteY21477" fmla="*/ 699916 h 4882701"/>
                <a:gd name="connsiteX21478" fmla="*/ 4101280 w 4954903"/>
                <a:gd name="connsiteY21478" fmla="*/ 697384 h 4882701"/>
                <a:gd name="connsiteX21479" fmla="*/ 4100520 w 4954903"/>
                <a:gd name="connsiteY21479" fmla="*/ 697384 h 4882701"/>
                <a:gd name="connsiteX21480" fmla="*/ 4119005 w 4954903"/>
                <a:gd name="connsiteY21480" fmla="*/ 716629 h 4882701"/>
                <a:gd name="connsiteX21481" fmla="*/ 4115460 w 4954903"/>
                <a:gd name="connsiteY21481" fmla="*/ 708526 h 4882701"/>
                <a:gd name="connsiteX21482" fmla="*/ 4101280 w 4954903"/>
                <a:gd name="connsiteY21482" fmla="*/ 697384 h 4882701"/>
                <a:gd name="connsiteX21483" fmla="*/ 4082034 w 4954903"/>
                <a:gd name="connsiteY21483" fmla="*/ 694852 h 4882701"/>
                <a:gd name="connsiteX21484" fmla="*/ 4081275 w 4954903"/>
                <a:gd name="connsiteY21484" fmla="*/ 694852 h 4882701"/>
                <a:gd name="connsiteX21485" fmla="*/ 4099507 w 4954903"/>
                <a:gd name="connsiteY21485" fmla="*/ 714097 h 4882701"/>
                <a:gd name="connsiteX21486" fmla="*/ 4096215 w 4954903"/>
                <a:gd name="connsiteY21486" fmla="*/ 705994 h 4882701"/>
                <a:gd name="connsiteX21487" fmla="*/ 4082034 w 4954903"/>
                <a:gd name="connsiteY21487" fmla="*/ 694852 h 4882701"/>
                <a:gd name="connsiteX21488" fmla="*/ 4017715 w 4954903"/>
                <a:gd name="connsiteY21488" fmla="*/ 687002 h 4882701"/>
                <a:gd name="connsiteX21489" fmla="*/ 4016449 w 4954903"/>
                <a:gd name="connsiteY21489" fmla="*/ 687255 h 4882701"/>
                <a:gd name="connsiteX21490" fmla="*/ 4034428 w 4954903"/>
                <a:gd name="connsiteY21490" fmla="*/ 706247 h 4882701"/>
                <a:gd name="connsiteX21491" fmla="*/ 4032149 w 4954903"/>
                <a:gd name="connsiteY21491" fmla="*/ 698144 h 4882701"/>
                <a:gd name="connsiteX21492" fmla="*/ 4017715 w 4954903"/>
                <a:gd name="connsiteY21492" fmla="*/ 687002 h 4882701"/>
                <a:gd name="connsiteX21493" fmla="*/ 3993912 w 4954903"/>
                <a:gd name="connsiteY21493" fmla="*/ 684470 h 4882701"/>
                <a:gd name="connsiteX21494" fmla="*/ 3992646 w 4954903"/>
                <a:gd name="connsiteY21494" fmla="*/ 684723 h 4882701"/>
                <a:gd name="connsiteX21495" fmla="*/ 4010371 w 4954903"/>
                <a:gd name="connsiteY21495" fmla="*/ 703715 h 4882701"/>
                <a:gd name="connsiteX21496" fmla="*/ 4008599 w 4954903"/>
                <a:gd name="connsiteY21496" fmla="*/ 695611 h 4882701"/>
                <a:gd name="connsiteX21497" fmla="*/ 3993912 w 4954903"/>
                <a:gd name="connsiteY21497" fmla="*/ 684470 h 4882701"/>
                <a:gd name="connsiteX21498" fmla="*/ 3916931 w 4954903"/>
                <a:gd name="connsiteY21498" fmla="*/ 676873 h 4882701"/>
                <a:gd name="connsiteX21499" fmla="*/ 3915412 w 4954903"/>
                <a:gd name="connsiteY21499" fmla="*/ 677126 h 4882701"/>
                <a:gd name="connsiteX21500" fmla="*/ 3932631 w 4954903"/>
                <a:gd name="connsiteY21500" fmla="*/ 695865 h 4882701"/>
                <a:gd name="connsiteX21501" fmla="*/ 3931872 w 4954903"/>
                <a:gd name="connsiteY21501" fmla="*/ 687761 h 4882701"/>
                <a:gd name="connsiteX21502" fmla="*/ 3916931 w 4954903"/>
                <a:gd name="connsiteY21502" fmla="*/ 676873 h 4882701"/>
                <a:gd name="connsiteX21503" fmla="*/ 3860462 w 4954903"/>
                <a:gd name="connsiteY21503" fmla="*/ 672061 h 4882701"/>
                <a:gd name="connsiteX21504" fmla="*/ 3858689 w 4954903"/>
                <a:gd name="connsiteY21504" fmla="*/ 672315 h 4882701"/>
                <a:gd name="connsiteX21505" fmla="*/ 3874642 w 4954903"/>
                <a:gd name="connsiteY21505" fmla="*/ 691053 h 4882701"/>
                <a:gd name="connsiteX21506" fmla="*/ 3875402 w 4954903"/>
                <a:gd name="connsiteY21506" fmla="*/ 683203 h 4882701"/>
                <a:gd name="connsiteX21507" fmla="*/ 3860462 w 4954903"/>
                <a:gd name="connsiteY21507" fmla="*/ 672061 h 4882701"/>
                <a:gd name="connsiteX21508" fmla="*/ 3830834 w 4954903"/>
                <a:gd name="connsiteY21508" fmla="*/ 669782 h 4882701"/>
                <a:gd name="connsiteX21509" fmla="*/ 3829062 w 4954903"/>
                <a:gd name="connsiteY21509" fmla="*/ 670036 h 4882701"/>
                <a:gd name="connsiteX21510" fmla="*/ 3844762 w 4954903"/>
                <a:gd name="connsiteY21510" fmla="*/ 688774 h 4882701"/>
                <a:gd name="connsiteX21511" fmla="*/ 3846028 w 4954903"/>
                <a:gd name="connsiteY21511" fmla="*/ 680924 h 4882701"/>
                <a:gd name="connsiteX21512" fmla="*/ 3830834 w 4954903"/>
                <a:gd name="connsiteY21512" fmla="*/ 669782 h 4882701"/>
                <a:gd name="connsiteX21513" fmla="*/ 3800447 w 4954903"/>
                <a:gd name="connsiteY21513" fmla="*/ 667250 h 4882701"/>
                <a:gd name="connsiteX21514" fmla="*/ 3798168 w 4954903"/>
                <a:gd name="connsiteY21514" fmla="*/ 667757 h 4882701"/>
                <a:gd name="connsiteX21515" fmla="*/ 3813868 w 4954903"/>
                <a:gd name="connsiteY21515" fmla="*/ 686242 h 4882701"/>
                <a:gd name="connsiteX21516" fmla="*/ 3815388 w 4954903"/>
                <a:gd name="connsiteY21516" fmla="*/ 678392 h 4882701"/>
                <a:gd name="connsiteX21517" fmla="*/ 3800447 w 4954903"/>
                <a:gd name="connsiteY21517" fmla="*/ 667250 h 4882701"/>
                <a:gd name="connsiteX21518" fmla="*/ 3534307 w 4954903"/>
                <a:gd name="connsiteY21518" fmla="*/ 667503 h 4882701"/>
                <a:gd name="connsiteX21519" fmla="*/ 3540638 w 4954903"/>
                <a:gd name="connsiteY21519" fmla="*/ 660160 h 4882701"/>
                <a:gd name="connsiteX21520" fmla="*/ 3525951 w 4954903"/>
                <a:gd name="connsiteY21520" fmla="*/ 649271 h 4882701"/>
                <a:gd name="connsiteX21521" fmla="*/ 3523165 w 4954903"/>
                <a:gd name="connsiteY21521" fmla="*/ 649778 h 4882701"/>
                <a:gd name="connsiteX21522" fmla="*/ 3534307 w 4954903"/>
                <a:gd name="connsiteY21522" fmla="*/ 667503 h 4882701"/>
                <a:gd name="connsiteX21523" fmla="*/ 3488220 w 4954903"/>
                <a:gd name="connsiteY21523" fmla="*/ 647245 h 4882701"/>
                <a:gd name="connsiteX21524" fmla="*/ 3485181 w 4954903"/>
                <a:gd name="connsiteY21524" fmla="*/ 647752 h 4882701"/>
                <a:gd name="connsiteX21525" fmla="*/ 3496070 w 4954903"/>
                <a:gd name="connsiteY21525" fmla="*/ 665478 h 4882701"/>
                <a:gd name="connsiteX21526" fmla="*/ 3502907 w 4954903"/>
                <a:gd name="connsiteY21526" fmla="*/ 658134 h 4882701"/>
                <a:gd name="connsiteX21527" fmla="*/ 3488220 w 4954903"/>
                <a:gd name="connsiteY21527" fmla="*/ 647245 h 4882701"/>
                <a:gd name="connsiteX21528" fmla="*/ 1339851 w 4954903"/>
                <a:gd name="connsiteY21528" fmla="*/ 623442 h 4882701"/>
                <a:gd name="connsiteX21529" fmla="*/ 1339598 w 4954903"/>
                <a:gd name="connsiteY21529" fmla="*/ 613566 h 4882701"/>
                <a:gd name="connsiteX21530" fmla="*/ 1322126 w 4954903"/>
                <a:gd name="connsiteY21530" fmla="*/ 629520 h 4882701"/>
                <a:gd name="connsiteX21531" fmla="*/ 1339851 w 4954903"/>
                <a:gd name="connsiteY21531" fmla="*/ 623442 h 4882701"/>
                <a:gd name="connsiteX21532" fmla="*/ 1272493 w 4954903"/>
                <a:gd name="connsiteY21532" fmla="*/ 625468 h 4882701"/>
                <a:gd name="connsiteX21533" fmla="*/ 1273253 w 4954903"/>
                <a:gd name="connsiteY21533" fmla="*/ 615592 h 4882701"/>
                <a:gd name="connsiteX21534" fmla="*/ 1255527 w 4954903"/>
                <a:gd name="connsiteY21534" fmla="*/ 631545 h 4882701"/>
                <a:gd name="connsiteX21535" fmla="*/ 1272493 w 4954903"/>
                <a:gd name="connsiteY21535" fmla="*/ 625468 h 4882701"/>
                <a:gd name="connsiteX21536" fmla="*/ 1240334 w 4954903"/>
                <a:gd name="connsiteY21536" fmla="*/ 626481 h 4882701"/>
                <a:gd name="connsiteX21537" fmla="*/ 1241347 w 4954903"/>
                <a:gd name="connsiteY21537" fmla="*/ 616605 h 4882701"/>
                <a:gd name="connsiteX21538" fmla="*/ 1223368 w 4954903"/>
                <a:gd name="connsiteY21538" fmla="*/ 632558 h 4882701"/>
                <a:gd name="connsiteX21539" fmla="*/ 1240334 w 4954903"/>
                <a:gd name="connsiteY21539" fmla="*/ 626481 h 4882701"/>
                <a:gd name="connsiteX21540" fmla="*/ 1210453 w 4954903"/>
                <a:gd name="connsiteY21540" fmla="*/ 617618 h 4882701"/>
                <a:gd name="connsiteX21541" fmla="*/ 1192474 w 4954903"/>
                <a:gd name="connsiteY21541" fmla="*/ 634078 h 4882701"/>
                <a:gd name="connsiteX21542" fmla="*/ 1209187 w 4954903"/>
                <a:gd name="connsiteY21542" fmla="*/ 627494 h 4882701"/>
                <a:gd name="connsiteX21543" fmla="*/ 1210453 w 4954903"/>
                <a:gd name="connsiteY21543" fmla="*/ 617618 h 4882701"/>
                <a:gd name="connsiteX21544" fmla="*/ 1178547 w 4954903"/>
                <a:gd name="connsiteY21544" fmla="*/ 628760 h 4882701"/>
                <a:gd name="connsiteX21545" fmla="*/ 1180319 w 4954903"/>
                <a:gd name="connsiteY21545" fmla="*/ 618884 h 4882701"/>
                <a:gd name="connsiteX21546" fmla="*/ 1162087 w 4954903"/>
                <a:gd name="connsiteY21546" fmla="*/ 635344 h 4882701"/>
                <a:gd name="connsiteX21547" fmla="*/ 1178547 w 4954903"/>
                <a:gd name="connsiteY21547" fmla="*/ 628760 h 4882701"/>
                <a:gd name="connsiteX21548" fmla="*/ 1133219 w 4954903"/>
                <a:gd name="connsiteY21548" fmla="*/ 636610 h 4882701"/>
                <a:gd name="connsiteX21549" fmla="*/ 1149172 w 4954903"/>
                <a:gd name="connsiteY21549" fmla="*/ 630026 h 4882701"/>
                <a:gd name="connsiteX21550" fmla="*/ 1151451 w 4954903"/>
                <a:gd name="connsiteY21550" fmla="*/ 620150 h 4882701"/>
                <a:gd name="connsiteX21551" fmla="*/ 1133219 w 4954903"/>
                <a:gd name="connsiteY21551" fmla="*/ 636610 h 4882701"/>
                <a:gd name="connsiteX21552" fmla="*/ 1104858 w 4954903"/>
                <a:gd name="connsiteY21552" fmla="*/ 638129 h 4882701"/>
                <a:gd name="connsiteX21553" fmla="*/ 1120558 w 4954903"/>
                <a:gd name="connsiteY21553" fmla="*/ 631545 h 4882701"/>
                <a:gd name="connsiteX21554" fmla="*/ 1123343 w 4954903"/>
                <a:gd name="connsiteY21554" fmla="*/ 621669 h 4882701"/>
                <a:gd name="connsiteX21555" fmla="*/ 1104858 w 4954903"/>
                <a:gd name="connsiteY21555" fmla="*/ 638129 h 4882701"/>
                <a:gd name="connsiteX21556" fmla="*/ 1077763 w 4954903"/>
                <a:gd name="connsiteY21556" fmla="*/ 639902 h 4882701"/>
                <a:gd name="connsiteX21557" fmla="*/ 1093209 w 4954903"/>
                <a:gd name="connsiteY21557" fmla="*/ 632558 h 4882701"/>
                <a:gd name="connsiteX21558" fmla="*/ 1096248 w 4954903"/>
                <a:gd name="connsiteY21558" fmla="*/ 622682 h 4882701"/>
                <a:gd name="connsiteX21559" fmla="*/ 1077763 w 4954903"/>
                <a:gd name="connsiteY21559" fmla="*/ 639902 h 4882701"/>
                <a:gd name="connsiteX21560" fmla="*/ 1051680 w 4954903"/>
                <a:gd name="connsiteY21560" fmla="*/ 641421 h 4882701"/>
                <a:gd name="connsiteX21561" fmla="*/ 1066874 w 4954903"/>
                <a:gd name="connsiteY21561" fmla="*/ 634078 h 4882701"/>
                <a:gd name="connsiteX21562" fmla="*/ 1070419 w 4954903"/>
                <a:gd name="connsiteY21562" fmla="*/ 624202 h 4882701"/>
                <a:gd name="connsiteX21563" fmla="*/ 1051680 w 4954903"/>
                <a:gd name="connsiteY21563" fmla="*/ 641421 h 4882701"/>
                <a:gd name="connsiteX21564" fmla="*/ 1026611 w 4954903"/>
                <a:gd name="connsiteY21564" fmla="*/ 642940 h 4882701"/>
                <a:gd name="connsiteX21565" fmla="*/ 1041551 w 4954903"/>
                <a:gd name="connsiteY21565" fmla="*/ 635597 h 4882701"/>
                <a:gd name="connsiteX21566" fmla="*/ 1045350 w 4954903"/>
                <a:gd name="connsiteY21566" fmla="*/ 625721 h 4882701"/>
                <a:gd name="connsiteX21567" fmla="*/ 1026611 w 4954903"/>
                <a:gd name="connsiteY21567" fmla="*/ 642940 h 4882701"/>
                <a:gd name="connsiteX21568" fmla="*/ 1002555 w 4954903"/>
                <a:gd name="connsiteY21568" fmla="*/ 644460 h 4882701"/>
                <a:gd name="connsiteX21569" fmla="*/ 1017242 w 4954903"/>
                <a:gd name="connsiteY21569" fmla="*/ 637116 h 4882701"/>
                <a:gd name="connsiteX21570" fmla="*/ 1021546 w 4954903"/>
                <a:gd name="connsiteY21570" fmla="*/ 627240 h 4882701"/>
                <a:gd name="connsiteX21571" fmla="*/ 1002555 w 4954903"/>
                <a:gd name="connsiteY21571" fmla="*/ 644460 h 4882701"/>
                <a:gd name="connsiteX21572" fmla="*/ 979511 w 4954903"/>
                <a:gd name="connsiteY21572" fmla="*/ 646739 h 4882701"/>
                <a:gd name="connsiteX21573" fmla="*/ 993945 w 4954903"/>
                <a:gd name="connsiteY21573" fmla="*/ 638889 h 4882701"/>
                <a:gd name="connsiteX21574" fmla="*/ 998503 w 4954903"/>
                <a:gd name="connsiteY21574" fmla="*/ 629013 h 4882701"/>
                <a:gd name="connsiteX21575" fmla="*/ 979511 w 4954903"/>
                <a:gd name="connsiteY21575" fmla="*/ 646739 h 4882701"/>
                <a:gd name="connsiteX21576" fmla="*/ 957480 w 4954903"/>
                <a:gd name="connsiteY21576" fmla="*/ 648258 h 4882701"/>
                <a:gd name="connsiteX21577" fmla="*/ 971661 w 4954903"/>
                <a:gd name="connsiteY21577" fmla="*/ 640408 h 4882701"/>
                <a:gd name="connsiteX21578" fmla="*/ 976725 w 4954903"/>
                <a:gd name="connsiteY21578" fmla="*/ 630532 h 4882701"/>
                <a:gd name="connsiteX21579" fmla="*/ 957480 w 4954903"/>
                <a:gd name="connsiteY21579" fmla="*/ 648258 h 4882701"/>
                <a:gd name="connsiteX21580" fmla="*/ 950643 w 4954903"/>
                <a:gd name="connsiteY21580" fmla="*/ 642181 h 4882701"/>
                <a:gd name="connsiteX21581" fmla="*/ 955961 w 4954903"/>
                <a:gd name="connsiteY21581" fmla="*/ 632305 h 4882701"/>
                <a:gd name="connsiteX21582" fmla="*/ 936716 w 4954903"/>
                <a:gd name="connsiteY21582" fmla="*/ 650031 h 4882701"/>
                <a:gd name="connsiteX21583" fmla="*/ 950643 w 4954903"/>
                <a:gd name="connsiteY21583" fmla="*/ 642181 h 4882701"/>
                <a:gd name="connsiteX21584" fmla="*/ 916964 w 4954903"/>
                <a:gd name="connsiteY21584" fmla="*/ 651803 h 4882701"/>
                <a:gd name="connsiteX21585" fmla="*/ 930638 w 4954903"/>
                <a:gd name="connsiteY21585" fmla="*/ 643953 h 4882701"/>
                <a:gd name="connsiteX21586" fmla="*/ 930638 w 4954903"/>
                <a:gd name="connsiteY21586" fmla="*/ 643953 h 4882701"/>
                <a:gd name="connsiteX21587" fmla="*/ 936463 w 4954903"/>
                <a:gd name="connsiteY21587" fmla="*/ 634078 h 4882701"/>
                <a:gd name="connsiteX21588" fmla="*/ 916964 w 4954903"/>
                <a:gd name="connsiteY21588" fmla="*/ 651803 h 4882701"/>
                <a:gd name="connsiteX21589" fmla="*/ 898479 w 4954903"/>
                <a:gd name="connsiteY21589" fmla="*/ 654082 h 4882701"/>
                <a:gd name="connsiteX21590" fmla="*/ 911900 w 4954903"/>
                <a:gd name="connsiteY21590" fmla="*/ 645979 h 4882701"/>
                <a:gd name="connsiteX21591" fmla="*/ 917977 w 4954903"/>
                <a:gd name="connsiteY21591" fmla="*/ 636103 h 4882701"/>
                <a:gd name="connsiteX21592" fmla="*/ 898479 w 4954903"/>
                <a:gd name="connsiteY21592" fmla="*/ 654082 h 4882701"/>
                <a:gd name="connsiteX21593" fmla="*/ 881006 w 4954903"/>
                <a:gd name="connsiteY21593" fmla="*/ 655855 h 4882701"/>
                <a:gd name="connsiteX21594" fmla="*/ 893921 w 4954903"/>
                <a:gd name="connsiteY21594" fmla="*/ 647752 h 4882701"/>
                <a:gd name="connsiteX21595" fmla="*/ 900505 w 4954903"/>
                <a:gd name="connsiteY21595" fmla="*/ 637876 h 4882701"/>
                <a:gd name="connsiteX21596" fmla="*/ 881006 w 4954903"/>
                <a:gd name="connsiteY21596" fmla="*/ 655855 h 4882701"/>
                <a:gd name="connsiteX21597" fmla="*/ 864546 w 4954903"/>
                <a:gd name="connsiteY21597" fmla="*/ 657881 h 4882701"/>
                <a:gd name="connsiteX21598" fmla="*/ 877208 w 4954903"/>
                <a:gd name="connsiteY21598" fmla="*/ 649524 h 4882701"/>
                <a:gd name="connsiteX21599" fmla="*/ 878221 w 4954903"/>
                <a:gd name="connsiteY21599" fmla="*/ 648511 h 4882701"/>
                <a:gd name="connsiteX21600" fmla="*/ 884045 w 4954903"/>
                <a:gd name="connsiteY21600" fmla="*/ 639649 h 4882701"/>
                <a:gd name="connsiteX21601" fmla="*/ 864546 w 4954903"/>
                <a:gd name="connsiteY21601" fmla="*/ 657881 h 4882701"/>
                <a:gd name="connsiteX21602" fmla="*/ 4203583 w 4954903"/>
                <a:gd name="connsiteY21602" fmla="*/ 697890 h 4882701"/>
                <a:gd name="connsiteX21603" fmla="*/ 4191934 w 4954903"/>
                <a:gd name="connsiteY21603" fmla="*/ 686749 h 4882701"/>
                <a:gd name="connsiteX21604" fmla="*/ 4191934 w 4954903"/>
                <a:gd name="connsiteY21604" fmla="*/ 686749 h 4882701"/>
                <a:gd name="connsiteX21605" fmla="*/ 4211686 w 4954903"/>
                <a:gd name="connsiteY21605" fmla="*/ 705994 h 4882701"/>
                <a:gd name="connsiteX21606" fmla="*/ 4203583 w 4954903"/>
                <a:gd name="connsiteY21606" fmla="*/ 697890 h 4882701"/>
                <a:gd name="connsiteX21607" fmla="*/ 4208141 w 4954903"/>
                <a:gd name="connsiteY21607" fmla="*/ 703461 h 4882701"/>
                <a:gd name="connsiteX21608" fmla="*/ 4200291 w 4954903"/>
                <a:gd name="connsiteY21608" fmla="*/ 695358 h 4882701"/>
                <a:gd name="connsiteX21609" fmla="*/ 4188389 w 4954903"/>
                <a:gd name="connsiteY21609" fmla="*/ 684216 h 4882701"/>
                <a:gd name="connsiteX21610" fmla="*/ 4188389 w 4954903"/>
                <a:gd name="connsiteY21610" fmla="*/ 684216 h 4882701"/>
                <a:gd name="connsiteX21611" fmla="*/ 4208141 w 4954903"/>
                <a:gd name="connsiteY21611" fmla="*/ 703461 h 4882701"/>
                <a:gd name="connsiteX21612" fmla="*/ 4203076 w 4954903"/>
                <a:gd name="connsiteY21612" fmla="*/ 700929 h 4882701"/>
                <a:gd name="connsiteX21613" fmla="*/ 4203076 w 4954903"/>
                <a:gd name="connsiteY21613" fmla="*/ 700929 h 4882701"/>
                <a:gd name="connsiteX21614" fmla="*/ 4195480 w 4954903"/>
                <a:gd name="connsiteY21614" fmla="*/ 692826 h 4882701"/>
                <a:gd name="connsiteX21615" fmla="*/ 4183325 w 4954903"/>
                <a:gd name="connsiteY21615" fmla="*/ 681684 h 4882701"/>
                <a:gd name="connsiteX21616" fmla="*/ 4183325 w 4954903"/>
                <a:gd name="connsiteY21616" fmla="*/ 681684 h 4882701"/>
                <a:gd name="connsiteX21617" fmla="*/ 4203076 w 4954903"/>
                <a:gd name="connsiteY21617" fmla="*/ 700929 h 4882701"/>
                <a:gd name="connsiteX21618" fmla="*/ 4196746 w 4954903"/>
                <a:gd name="connsiteY21618" fmla="*/ 698397 h 4882701"/>
                <a:gd name="connsiteX21619" fmla="*/ 4196746 w 4954903"/>
                <a:gd name="connsiteY21619" fmla="*/ 698397 h 4882701"/>
                <a:gd name="connsiteX21620" fmla="*/ 4189655 w 4954903"/>
                <a:gd name="connsiteY21620" fmla="*/ 690294 h 4882701"/>
                <a:gd name="connsiteX21621" fmla="*/ 4177247 w 4954903"/>
                <a:gd name="connsiteY21621" fmla="*/ 679152 h 4882701"/>
                <a:gd name="connsiteX21622" fmla="*/ 4177247 w 4954903"/>
                <a:gd name="connsiteY21622" fmla="*/ 679152 h 4882701"/>
                <a:gd name="connsiteX21623" fmla="*/ 4196746 w 4954903"/>
                <a:gd name="connsiteY21623" fmla="*/ 698397 h 4882701"/>
                <a:gd name="connsiteX21624" fmla="*/ 4189149 w 4954903"/>
                <a:gd name="connsiteY21624" fmla="*/ 695611 h 4882701"/>
                <a:gd name="connsiteX21625" fmla="*/ 4182058 w 4954903"/>
                <a:gd name="connsiteY21625" fmla="*/ 687761 h 4882701"/>
                <a:gd name="connsiteX21626" fmla="*/ 4169397 w 4954903"/>
                <a:gd name="connsiteY21626" fmla="*/ 676619 h 4882701"/>
                <a:gd name="connsiteX21627" fmla="*/ 4169144 w 4954903"/>
                <a:gd name="connsiteY21627" fmla="*/ 676619 h 4882701"/>
                <a:gd name="connsiteX21628" fmla="*/ 4189149 w 4954903"/>
                <a:gd name="connsiteY21628" fmla="*/ 695611 h 4882701"/>
                <a:gd name="connsiteX21629" fmla="*/ 4160281 w 4954903"/>
                <a:gd name="connsiteY21629" fmla="*/ 674087 h 4882701"/>
                <a:gd name="connsiteX21630" fmla="*/ 4160281 w 4954903"/>
                <a:gd name="connsiteY21630" fmla="*/ 674087 h 4882701"/>
                <a:gd name="connsiteX21631" fmla="*/ 4160028 w 4954903"/>
                <a:gd name="connsiteY21631" fmla="*/ 674087 h 4882701"/>
                <a:gd name="connsiteX21632" fmla="*/ 4179780 w 4954903"/>
                <a:gd name="connsiteY21632" fmla="*/ 693079 h 4882701"/>
                <a:gd name="connsiteX21633" fmla="*/ 4179780 w 4954903"/>
                <a:gd name="connsiteY21633" fmla="*/ 693079 h 4882701"/>
                <a:gd name="connsiteX21634" fmla="*/ 4173196 w 4954903"/>
                <a:gd name="connsiteY21634" fmla="*/ 685229 h 4882701"/>
                <a:gd name="connsiteX21635" fmla="*/ 4160281 w 4954903"/>
                <a:gd name="connsiteY21635" fmla="*/ 674087 h 4882701"/>
                <a:gd name="connsiteX21636" fmla="*/ 4149392 w 4954903"/>
                <a:gd name="connsiteY21636" fmla="*/ 671555 h 4882701"/>
                <a:gd name="connsiteX21637" fmla="*/ 4169397 w 4954903"/>
                <a:gd name="connsiteY21637" fmla="*/ 690547 h 4882701"/>
                <a:gd name="connsiteX21638" fmla="*/ 4163067 w 4954903"/>
                <a:gd name="connsiteY21638" fmla="*/ 682697 h 4882701"/>
                <a:gd name="connsiteX21639" fmla="*/ 4149899 w 4954903"/>
                <a:gd name="connsiteY21639" fmla="*/ 671555 h 4882701"/>
                <a:gd name="connsiteX21640" fmla="*/ 4149392 w 4954903"/>
                <a:gd name="connsiteY21640" fmla="*/ 671555 h 4882701"/>
                <a:gd name="connsiteX21641" fmla="*/ 4137744 w 4954903"/>
                <a:gd name="connsiteY21641" fmla="*/ 668770 h 4882701"/>
                <a:gd name="connsiteX21642" fmla="*/ 4157749 w 4954903"/>
                <a:gd name="connsiteY21642" fmla="*/ 687761 h 4882701"/>
                <a:gd name="connsiteX21643" fmla="*/ 4151671 w 4954903"/>
                <a:gd name="connsiteY21643" fmla="*/ 679911 h 4882701"/>
                <a:gd name="connsiteX21644" fmla="*/ 4138250 w 4954903"/>
                <a:gd name="connsiteY21644" fmla="*/ 668770 h 4882701"/>
                <a:gd name="connsiteX21645" fmla="*/ 4137744 w 4954903"/>
                <a:gd name="connsiteY21645" fmla="*/ 668770 h 4882701"/>
                <a:gd name="connsiteX21646" fmla="*/ 4124830 w 4954903"/>
                <a:gd name="connsiteY21646" fmla="*/ 666237 h 4882701"/>
                <a:gd name="connsiteX21647" fmla="*/ 4144581 w 4954903"/>
                <a:gd name="connsiteY21647" fmla="*/ 685229 h 4882701"/>
                <a:gd name="connsiteX21648" fmla="*/ 4139010 w 4954903"/>
                <a:gd name="connsiteY21648" fmla="*/ 677379 h 4882701"/>
                <a:gd name="connsiteX21649" fmla="*/ 4125336 w 4954903"/>
                <a:gd name="connsiteY21649" fmla="*/ 666237 h 4882701"/>
                <a:gd name="connsiteX21650" fmla="*/ 4124830 w 4954903"/>
                <a:gd name="connsiteY21650" fmla="*/ 666237 h 4882701"/>
                <a:gd name="connsiteX21651" fmla="*/ 4111156 w 4954903"/>
                <a:gd name="connsiteY21651" fmla="*/ 663705 h 4882701"/>
                <a:gd name="connsiteX21652" fmla="*/ 4110649 w 4954903"/>
                <a:gd name="connsiteY21652" fmla="*/ 663705 h 4882701"/>
                <a:gd name="connsiteX21653" fmla="*/ 4130147 w 4954903"/>
                <a:gd name="connsiteY21653" fmla="*/ 682697 h 4882701"/>
                <a:gd name="connsiteX21654" fmla="*/ 4124830 w 4954903"/>
                <a:gd name="connsiteY21654" fmla="*/ 674847 h 4882701"/>
                <a:gd name="connsiteX21655" fmla="*/ 4111156 w 4954903"/>
                <a:gd name="connsiteY21655" fmla="*/ 663705 h 4882701"/>
                <a:gd name="connsiteX21656" fmla="*/ 4095962 w 4954903"/>
                <a:gd name="connsiteY21656" fmla="*/ 660920 h 4882701"/>
                <a:gd name="connsiteX21657" fmla="*/ 4095455 w 4954903"/>
                <a:gd name="connsiteY21657" fmla="*/ 660920 h 4882701"/>
                <a:gd name="connsiteX21658" fmla="*/ 4114954 w 4954903"/>
                <a:gd name="connsiteY21658" fmla="*/ 679911 h 4882701"/>
                <a:gd name="connsiteX21659" fmla="*/ 4109889 w 4954903"/>
                <a:gd name="connsiteY21659" fmla="*/ 672061 h 4882701"/>
                <a:gd name="connsiteX21660" fmla="*/ 4095962 w 4954903"/>
                <a:gd name="connsiteY21660" fmla="*/ 660920 h 4882701"/>
                <a:gd name="connsiteX21661" fmla="*/ 4079502 w 4954903"/>
                <a:gd name="connsiteY21661" fmla="*/ 658387 h 4882701"/>
                <a:gd name="connsiteX21662" fmla="*/ 4078743 w 4954903"/>
                <a:gd name="connsiteY21662" fmla="*/ 658640 h 4882701"/>
                <a:gd name="connsiteX21663" fmla="*/ 4098241 w 4954903"/>
                <a:gd name="connsiteY21663" fmla="*/ 677379 h 4882701"/>
                <a:gd name="connsiteX21664" fmla="*/ 4093429 w 4954903"/>
                <a:gd name="connsiteY21664" fmla="*/ 669529 h 4882701"/>
                <a:gd name="connsiteX21665" fmla="*/ 4079502 w 4954903"/>
                <a:gd name="connsiteY21665" fmla="*/ 658387 h 4882701"/>
                <a:gd name="connsiteX21666" fmla="*/ 4061776 w 4954903"/>
                <a:gd name="connsiteY21666" fmla="*/ 655855 h 4882701"/>
                <a:gd name="connsiteX21667" fmla="*/ 4061017 w 4954903"/>
                <a:gd name="connsiteY21667" fmla="*/ 655855 h 4882701"/>
                <a:gd name="connsiteX21668" fmla="*/ 4080008 w 4954903"/>
                <a:gd name="connsiteY21668" fmla="*/ 674594 h 4882701"/>
                <a:gd name="connsiteX21669" fmla="*/ 4076210 w 4954903"/>
                <a:gd name="connsiteY21669" fmla="*/ 666744 h 4882701"/>
                <a:gd name="connsiteX21670" fmla="*/ 4061776 w 4954903"/>
                <a:gd name="connsiteY21670" fmla="*/ 655855 h 4882701"/>
                <a:gd name="connsiteX21671" fmla="*/ 4043038 w 4954903"/>
                <a:gd name="connsiteY21671" fmla="*/ 653323 h 4882701"/>
                <a:gd name="connsiteX21672" fmla="*/ 4042278 w 4954903"/>
                <a:gd name="connsiteY21672" fmla="*/ 653323 h 4882701"/>
                <a:gd name="connsiteX21673" fmla="*/ 4061017 w 4954903"/>
                <a:gd name="connsiteY21673" fmla="*/ 672061 h 4882701"/>
                <a:gd name="connsiteX21674" fmla="*/ 4057471 w 4954903"/>
                <a:gd name="connsiteY21674" fmla="*/ 664211 h 4882701"/>
                <a:gd name="connsiteX21675" fmla="*/ 4043038 w 4954903"/>
                <a:gd name="connsiteY21675" fmla="*/ 653323 h 4882701"/>
                <a:gd name="connsiteX21676" fmla="*/ 4023286 w 4954903"/>
                <a:gd name="connsiteY21676" fmla="*/ 650790 h 4882701"/>
                <a:gd name="connsiteX21677" fmla="*/ 4022273 w 4954903"/>
                <a:gd name="connsiteY21677" fmla="*/ 651044 h 4882701"/>
                <a:gd name="connsiteX21678" fmla="*/ 4041012 w 4954903"/>
                <a:gd name="connsiteY21678" fmla="*/ 669529 h 4882701"/>
                <a:gd name="connsiteX21679" fmla="*/ 4037720 w 4954903"/>
                <a:gd name="connsiteY21679" fmla="*/ 661679 h 4882701"/>
                <a:gd name="connsiteX21680" fmla="*/ 4023286 w 4954903"/>
                <a:gd name="connsiteY21680" fmla="*/ 650790 h 4882701"/>
                <a:gd name="connsiteX21681" fmla="*/ 3979225 w 4954903"/>
                <a:gd name="connsiteY21681" fmla="*/ 646232 h 4882701"/>
                <a:gd name="connsiteX21682" fmla="*/ 3997710 w 4954903"/>
                <a:gd name="connsiteY21682" fmla="*/ 664718 h 4882701"/>
                <a:gd name="connsiteX21683" fmla="*/ 3995178 w 4954903"/>
                <a:gd name="connsiteY21683" fmla="*/ 656868 h 4882701"/>
                <a:gd name="connsiteX21684" fmla="*/ 3980491 w 4954903"/>
                <a:gd name="connsiteY21684" fmla="*/ 645979 h 4882701"/>
                <a:gd name="connsiteX21685" fmla="*/ 3979225 w 4954903"/>
                <a:gd name="connsiteY21685" fmla="*/ 646232 h 4882701"/>
                <a:gd name="connsiteX21686" fmla="*/ 3957194 w 4954903"/>
                <a:gd name="connsiteY21686" fmla="*/ 643447 h 4882701"/>
                <a:gd name="connsiteX21687" fmla="*/ 3955928 w 4954903"/>
                <a:gd name="connsiteY21687" fmla="*/ 643700 h 4882701"/>
                <a:gd name="connsiteX21688" fmla="*/ 3974160 w 4954903"/>
                <a:gd name="connsiteY21688" fmla="*/ 662186 h 4882701"/>
                <a:gd name="connsiteX21689" fmla="*/ 3971881 w 4954903"/>
                <a:gd name="connsiteY21689" fmla="*/ 654336 h 4882701"/>
                <a:gd name="connsiteX21690" fmla="*/ 3957194 w 4954903"/>
                <a:gd name="connsiteY21690" fmla="*/ 643447 h 4882701"/>
                <a:gd name="connsiteX21691" fmla="*/ 3827289 w 4954903"/>
                <a:gd name="connsiteY21691" fmla="*/ 631292 h 4882701"/>
                <a:gd name="connsiteX21692" fmla="*/ 3825263 w 4954903"/>
                <a:gd name="connsiteY21692" fmla="*/ 631799 h 4882701"/>
                <a:gd name="connsiteX21693" fmla="*/ 3842483 w 4954903"/>
                <a:gd name="connsiteY21693" fmla="*/ 649778 h 4882701"/>
                <a:gd name="connsiteX21694" fmla="*/ 3842229 w 4954903"/>
                <a:gd name="connsiteY21694" fmla="*/ 641928 h 4882701"/>
                <a:gd name="connsiteX21695" fmla="*/ 3827289 w 4954903"/>
                <a:gd name="connsiteY21695" fmla="*/ 631292 h 4882701"/>
                <a:gd name="connsiteX21696" fmla="*/ 3798168 w 4954903"/>
                <a:gd name="connsiteY21696" fmla="*/ 629013 h 4882701"/>
                <a:gd name="connsiteX21697" fmla="*/ 3796396 w 4954903"/>
                <a:gd name="connsiteY21697" fmla="*/ 629266 h 4882701"/>
                <a:gd name="connsiteX21698" fmla="*/ 3812349 w 4954903"/>
                <a:gd name="connsiteY21698" fmla="*/ 647499 h 4882701"/>
                <a:gd name="connsiteX21699" fmla="*/ 3813109 w 4954903"/>
                <a:gd name="connsiteY21699" fmla="*/ 639902 h 4882701"/>
                <a:gd name="connsiteX21700" fmla="*/ 3798168 w 4954903"/>
                <a:gd name="connsiteY21700" fmla="*/ 629013 h 4882701"/>
                <a:gd name="connsiteX21701" fmla="*/ 3472520 w 4954903"/>
                <a:gd name="connsiteY21701" fmla="*/ 624708 h 4882701"/>
                <a:gd name="connsiteX21702" fmla="*/ 3479104 w 4954903"/>
                <a:gd name="connsiteY21702" fmla="*/ 617618 h 4882701"/>
                <a:gd name="connsiteX21703" fmla="*/ 3464416 w 4954903"/>
                <a:gd name="connsiteY21703" fmla="*/ 606982 h 4882701"/>
                <a:gd name="connsiteX21704" fmla="*/ 3461631 w 4954903"/>
                <a:gd name="connsiteY21704" fmla="*/ 607489 h 4882701"/>
                <a:gd name="connsiteX21705" fmla="*/ 3472520 w 4954903"/>
                <a:gd name="connsiteY21705" fmla="*/ 624708 h 4882701"/>
                <a:gd name="connsiteX21706" fmla="*/ 3423901 w 4954903"/>
                <a:gd name="connsiteY21706" fmla="*/ 605716 h 4882701"/>
                <a:gd name="connsiteX21707" fmla="*/ 3434536 w 4954903"/>
                <a:gd name="connsiteY21707" fmla="*/ 622936 h 4882701"/>
                <a:gd name="connsiteX21708" fmla="*/ 3441373 w 4954903"/>
                <a:gd name="connsiteY21708" fmla="*/ 615845 h 4882701"/>
                <a:gd name="connsiteX21709" fmla="*/ 3426686 w 4954903"/>
                <a:gd name="connsiteY21709" fmla="*/ 605210 h 4882701"/>
                <a:gd name="connsiteX21710" fmla="*/ 3423901 w 4954903"/>
                <a:gd name="connsiteY21710" fmla="*/ 605716 h 4882701"/>
                <a:gd name="connsiteX21711" fmla="*/ 1336559 w 4954903"/>
                <a:gd name="connsiteY21711" fmla="*/ 584699 h 4882701"/>
                <a:gd name="connsiteX21712" fmla="*/ 1337066 w 4954903"/>
                <a:gd name="connsiteY21712" fmla="*/ 575076 h 4882701"/>
                <a:gd name="connsiteX21713" fmla="*/ 1319340 w 4954903"/>
                <a:gd name="connsiteY21713" fmla="*/ 590523 h 4882701"/>
                <a:gd name="connsiteX21714" fmla="*/ 1336559 w 4954903"/>
                <a:gd name="connsiteY21714" fmla="*/ 584699 h 4882701"/>
                <a:gd name="connsiteX21715" fmla="*/ 1304147 w 4954903"/>
                <a:gd name="connsiteY21715" fmla="*/ 585711 h 4882701"/>
                <a:gd name="connsiteX21716" fmla="*/ 1305160 w 4954903"/>
                <a:gd name="connsiteY21716" fmla="*/ 576089 h 4882701"/>
                <a:gd name="connsiteX21717" fmla="*/ 1287434 w 4954903"/>
                <a:gd name="connsiteY21717" fmla="*/ 591536 h 4882701"/>
                <a:gd name="connsiteX21718" fmla="*/ 1304147 w 4954903"/>
                <a:gd name="connsiteY21718" fmla="*/ 585711 h 4882701"/>
                <a:gd name="connsiteX21719" fmla="*/ 1256287 w 4954903"/>
                <a:gd name="connsiteY21719" fmla="*/ 593308 h 4882701"/>
                <a:gd name="connsiteX21720" fmla="*/ 1272747 w 4954903"/>
                <a:gd name="connsiteY21720" fmla="*/ 586978 h 4882701"/>
                <a:gd name="connsiteX21721" fmla="*/ 1274266 w 4954903"/>
                <a:gd name="connsiteY21721" fmla="*/ 577355 h 4882701"/>
                <a:gd name="connsiteX21722" fmla="*/ 1256287 w 4954903"/>
                <a:gd name="connsiteY21722" fmla="*/ 593308 h 4882701"/>
                <a:gd name="connsiteX21723" fmla="*/ 1242359 w 4954903"/>
                <a:gd name="connsiteY21723" fmla="*/ 587990 h 4882701"/>
                <a:gd name="connsiteX21724" fmla="*/ 1244132 w 4954903"/>
                <a:gd name="connsiteY21724" fmla="*/ 578368 h 4882701"/>
                <a:gd name="connsiteX21725" fmla="*/ 1225900 w 4954903"/>
                <a:gd name="connsiteY21725" fmla="*/ 594321 h 4882701"/>
                <a:gd name="connsiteX21726" fmla="*/ 1242359 w 4954903"/>
                <a:gd name="connsiteY21726" fmla="*/ 587990 h 4882701"/>
                <a:gd name="connsiteX21727" fmla="*/ 1215011 w 4954903"/>
                <a:gd name="connsiteY21727" fmla="*/ 579381 h 4882701"/>
                <a:gd name="connsiteX21728" fmla="*/ 1196779 w 4954903"/>
                <a:gd name="connsiteY21728" fmla="*/ 595587 h 4882701"/>
                <a:gd name="connsiteX21729" fmla="*/ 1212985 w 4954903"/>
                <a:gd name="connsiteY21729" fmla="*/ 589257 h 4882701"/>
                <a:gd name="connsiteX21730" fmla="*/ 1215011 w 4954903"/>
                <a:gd name="connsiteY21730" fmla="*/ 579381 h 4882701"/>
                <a:gd name="connsiteX21731" fmla="*/ 1168164 w 4954903"/>
                <a:gd name="connsiteY21731" fmla="*/ 596853 h 4882701"/>
                <a:gd name="connsiteX21732" fmla="*/ 1184117 w 4954903"/>
                <a:gd name="connsiteY21732" fmla="*/ 590269 h 4882701"/>
                <a:gd name="connsiteX21733" fmla="*/ 1186903 w 4954903"/>
                <a:gd name="connsiteY21733" fmla="*/ 580647 h 4882701"/>
                <a:gd name="connsiteX21734" fmla="*/ 1168164 w 4954903"/>
                <a:gd name="connsiteY21734" fmla="*/ 596853 h 4882701"/>
                <a:gd name="connsiteX21735" fmla="*/ 1140816 w 4954903"/>
                <a:gd name="connsiteY21735" fmla="*/ 598120 h 4882701"/>
                <a:gd name="connsiteX21736" fmla="*/ 1156516 w 4954903"/>
                <a:gd name="connsiteY21736" fmla="*/ 591536 h 4882701"/>
                <a:gd name="connsiteX21737" fmla="*/ 1159555 w 4954903"/>
                <a:gd name="connsiteY21737" fmla="*/ 581913 h 4882701"/>
                <a:gd name="connsiteX21738" fmla="*/ 1140816 w 4954903"/>
                <a:gd name="connsiteY21738" fmla="*/ 598120 h 4882701"/>
                <a:gd name="connsiteX21739" fmla="*/ 1114227 w 4954903"/>
                <a:gd name="connsiteY21739" fmla="*/ 599892 h 4882701"/>
                <a:gd name="connsiteX21740" fmla="*/ 1129674 w 4954903"/>
                <a:gd name="connsiteY21740" fmla="*/ 592802 h 4882701"/>
                <a:gd name="connsiteX21741" fmla="*/ 1132966 w 4954903"/>
                <a:gd name="connsiteY21741" fmla="*/ 583179 h 4882701"/>
                <a:gd name="connsiteX21742" fmla="*/ 1114227 w 4954903"/>
                <a:gd name="connsiteY21742" fmla="*/ 599892 h 4882701"/>
                <a:gd name="connsiteX21743" fmla="*/ 1088651 w 4954903"/>
                <a:gd name="connsiteY21743" fmla="*/ 601411 h 4882701"/>
                <a:gd name="connsiteX21744" fmla="*/ 1103845 w 4954903"/>
                <a:gd name="connsiteY21744" fmla="*/ 594321 h 4882701"/>
                <a:gd name="connsiteX21745" fmla="*/ 1107643 w 4954903"/>
                <a:gd name="connsiteY21745" fmla="*/ 584699 h 4882701"/>
                <a:gd name="connsiteX21746" fmla="*/ 1088651 w 4954903"/>
                <a:gd name="connsiteY21746" fmla="*/ 601411 h 4882701"/>
                <a:gd name="connsiteX21747" fmla="*/ 1064342 w 4954903"/>
                <a:gd name="connsiteY21747" fmla="*/ 602931 h 4882701"/>
                <a:gd name="connsiteX21748" fmla="*/ 1079282 w 4954903"/>
                <a:gd name="connsiteY21748" fmla="*/ 595840 h 4882701"/>
                <a:gd name="connsiteX21749" fmla="*/ 1083587 w 4954903"/>
                <a:gd name="connsiteY21749" fmla="*/ 586218 h 4882701"/>
                <a:gd name="connsiteX21750" fmla="*/ 1064342 w 4954903"/>
                <a:gd name="connsiteY21750" fmla="*/ 602931 h 4882701"/>
                <a:gd name="connsiteX21751" fmla="*/ 1040792 w 4954903"/>
                <a:gd name="connsiteY21751" fmla="*/ 604957 h 4882701"/>
                <a:gd name="connsiteX21752" fmla="*/ 1055479 w 4954903"/>
                <a:gd name="connsiteY21752" fmla="*/ 597360 h 4882701"/>
                <a:gd name="connsiteX21753" fmla="*/ 1060037 w 4954903"/>
                <a:gd name="connsiteY21753" fmla="*/ 587737 h 4882701"/>
                <a:gd name="connsiteX21754" fmla="*/ 1040792 w 4954903"/>
                <a:gd name="connsiteY21754" fmla="*/ 604957 h 4882701"/>
                <a:gd name="connsiteX21755" fmla="*/ 1018255 w 4954903"/>
                <a:gd name="connsiteY21755" fmla="*/ 606476 h 4882701"/>
                <a:gd name="connsiteX21756" fmla="*/ 1032688 w 4954903"/>
                <a:gd name="connsiteY21756" fmla="*/ 598879 h 4882701"/>
                <a:gd name="connsiteX21757" fmla="*/ 1037753 w 4954903"/>
                <a:gd name="connsiteY21757" fmla="*/ 589257 h 4882701"/>
                <a:gd name="connsiteX21758" fmla="*/ 1018255 w 4954903"/>
                <a:gd name="connsiteY21758" fmla="*/ 606476 h 4882701"/>
                <a:gd name="connsiteX21759" fmla="*/ 996984 w 4954903"/>
                <a:gd name="connsiteY21759" fmla="*/ 607995 h 4882701"/>
                <a:gd name="connsiteX21760" fmla="*/ 1011164 w 4954903"/>
                <a:gd name="connsiteY21760" fmla="*/ 600399 h 4882701"/>
                <a:gd name="connsiteX21761" fmla="*/ 1016482 w 4954903"/>
                <a:gd name="connsiteY21761" fmla="*/ 590776 h 4882701"/>
                <a:gd name="connsiteX21762" fmla="*/ 996984 w 4954903"/>
                <a:gd name="connsiteY21762" fmla="*/ 607995 h 4882701"/>
                <a:gd name="connsiteX21763" fmla="*/ 990400 w 4954903"/>
                <a:gd name="connsiteY21763" fmla="*/ 602171 h 4882701"/>
                <a:gd name="connsiteX21764" fmla="*/ 991413 w 4954903"/>
                <a:gd name="connsiteY21764" fmla="*/ 601158 h 4882701"/>
                <a:gd name="connsiteX21765" fmla="*/ 996224 w 4954903"/>
                <a:gd name="connsiteY21765" fmla="*/ 592549 h 4882701"/>
                <a:gd name="connsiteX21766" fmla="*/ 976472 w 4954903"/>
                <a:gd name="connsiteY21766" fmla="*/ 609768 h 4882701"/>
                <a:gd name="connsiteX21767" fmla="*/ 990400 w 4954903"/>
                <a:gd name="connsiteY21767" fmla="*/ 602171 h 4882701"/>
                <a:gd name="connsiteX21768" fmla="*/ 957227 w 4954903"/>
                <a:gd name="connsiteY21768" fmla="*/ 611794 h 4882701"/>
                <a:gd name="connsiteX21769" fmla="*/ 970901 w 4954903"/>
                <a:gd name="connsiteY21769" fmla="*/ 603944 h 4882701"/>
                <a:gd name="connsiteX21770" fmla="*/ 971914 w 4954903"/>
                <a:gd name="connsiteY21770" fmla="*/ 602931 h 4882701"/>
                <a:gd name="connsiteX21771" fmla="*/ 976979 w 4954903"/>
                <a:gd name="connsiteY21771" fmla="*/ 594321 h 4882701"/>
                <a:gd name="connsiteX21772" fmla="*/ 957227 w 4954903"/>
                <a:gd name="connsiteY21772" fmla="*/ 611794 h 4882701"/>
                <a:gd name="connsiteX21773" fmla="*/ 939248 w 4954903"/>
                <a:gd name="connsiteY21773" fmla="*/ 613566 h 4882701"/>
                <a:gd name="connsiteX21774" fmla="*/ 952669 w 4954903"/>
                <a:gd name="connsiteY21774" fmla="*/ 605716 h 4882701"/>
                <a:gd name="connsiteX21775" fmla="*/ 953682 w 4954903"/>
                <a:gd name="connsiteY21775" fmla="*/ 604703 h 4882701"/>
                <a:gd name="connsiteX21776" fmla="*/ 959253 w 4954903"/>
                <a:gd name="connsiteY21776" fmla="*/ 596094 h 4882701"/>
                <a:gd name="connsiteX21777" fmla="*/ 939248 w 4954903"/>
                <a:gd name="connsiteY21777" fmla="*/ 613566 h 4882701"/>
                <a:gd name="connsiteX21778" fmla="*/ 922029 w 4954903"/>
                <a:gd name="connsiteY21778" fmla="*/ 615592 h 4882701"/>
                <a:gd name="connsiteX21779" fmla="*/ 935196 w 4954903"/>
                <a:gd name="connsiteY21779" fmla="*/ 607489 h 4882701"/>
                <a:gd name="connsiteX21780" fmla="*/ 937222 w 4954903"/>
                <a:gd name="connsiteY21780" fmla="*/ 605716 h 4882701"/>
                <a:gd name="connsiteX21781" fmla="*/ 942034 w 4954903"/>
                <a:gd name="connsiteY21781" fmla="*/ 597866 h 4882701"/>
                <a:gd name="connsiteX21782" fmla="*/ 922029 w 4954903"/>
                <a:gd name="connsiteY21782" fmla="*/ 615592 h 4882701"/>
                <a:gd name="connsiteX21783" fmla="*/ 906075 w 4954903"/>
                <a:gd name="connsiteY21783" fmla="*/ 617365 h 4882701"/>
                <a:gd name="connsiteX21784" fmla="*/ 918990 w 4954903"/>
                <a:gd name="connsiteY21784" fmla="*/ 609261 h 4882701"/>
                <a:gd name="connsiteX21785" fmla="*/ 921016 w 4954903"/>
                <a:gd name="connsiteY21785" fmla="*/ 607489 h 4882701"/>
                <a:gd name="connsiteX21786" fmla="*/ 926334 w 4954903"/>
                <a:gd name="connsiteY21786" fmla="*/ 599639 h 4882701"/>
                <a:gd name="connsiteX21787" fmla="*/ 906075 w 4954903"/>
                <a:gd name="connsiteY21787" fmla="*/ 617365 h 4882701"/>
                <a:gd name="connsiteX21788" fmla="*/ 877714 w 4954903"/>
                <a:gd name="connsiteY21788" fmla="*/ 621669 h 4882701"/>
                <a:gd name="connsiteX21789" fmla="*/ 889869 w 4954903"/>
                <a:gd name="connsiteY21789" fmla="*/ 613313 h 4882701"/>
                <a:gd name="connsiteX21790" fmla="*/ 892908 w 4954903"/>
                <a:gd name="connsiteY21790" fmla="*/ 610528 h 4882701"/>
                <a:gd name="connsiteX21791" fmla="*/ 897972 w 4954903"/>
                <a:gd name="connsiteY21791" fmla="*/ 603690 h 4882701"/>
                <a:gd name="connsiteX21792" fmla="*/ 877714 w 4954903"/>
                <a:gd name="connsiteY21792" fmla="*/ 621669 h 4882701"/>
                <a:gd name="connsiteX21793" fmla="*/ 4164333 w 4954903"/>
                <a:gd name="connsiteY21793" fmla="*/ 660666 h 4882701"/>
                <a:gd name="connsiteX21794" fmla="*/ 4164333 w 4954903"/>
                <a:gd name="connsiteY21794" fmla="*/ 660666 h 4882701"/>
                <a:gd name="connsiteX21795" fmla="*/ 4164080 w 4954903"/>
                <a:gd name="connsiteY21795" fmla="*/ 660413 h 4882701"/>
                <a:gd name="connsiteX21796" fmla="*/ 4151671 w 4954903"/>
                <a:gd name="connsiteY21796" fmla="*/ 649018 h 4882701"/>
                <a:gd name="connsiteX21797" fmla="*/ 4148126 w 4954903"/>
                <a:gd name="connsiteY21797" fmla="*/ 645726 h 4882701"/>
                <a:gd name="connsiteX21798" fmla="*/ 4148126 w 4954903"/>
                <a:gd name="connsiteY21798" fmla="*/ 645726 h 4882701"/>
                <a:gd name="connsiteX21799" fmla="*/ 4168384 w 4954903"/>
                <a:gd name="connsiteY21799" fmla="*/ 664465 h 4882701"/>
                <a:gd name="connsiteX21800" fmla="*/ 4164333 w 4954903"/>
                <a:gd name="connsiteY21800" fmla="*/ 660666 h 4882701"/>
                <a:gd name="connsiteX21801" fmla="*/ 4164839 w 4954903"/>
                <a:gd name="connsiteY21801" fmla="*/ 661932 h 4882701"/>
                <a:gd name="connsiteX21802" fmla="*/ 4156483 w 4954903"/>
                <a:gd name="connsiteY21802" fmla="*/ 654082 h 4882701"/>
                <a:gd name="connsiteX21803" fmla="*/ 4144328 w 4954903"/>
                <a:gd name="connsiteY21803" fmla="*/ 643194 h 4882701"/>
                <a:gd name="connsiteX21804" fmla="*/ 4164839 w 4954903"/>
                <a:gd name="connsiteY21804" fmla="*/ 661932 h 4882701"/>
                <a:gd name="connsiteX21805" fmla="*/ 4160028 w 4954903"/>
                <a:gd name="connsiteY21805" fmla="*/ 659400 h 4882701"/>
                <a:gd name="connsiteX21806" fmla="*/ 4152178 w 4954903"/>
                <a:gd name="connsiteY21806" fmla="*/ 651550 h 4882701"/>
                <a:gd name="connsiteX21807" fmla="*/ 4139770 w 4954903"/>
                <a:gd name="connsiteY21807" fmla="*/ 640661 h 4882701"/>
                <a:gd name="connsiteX21808" fmla="*/ 4139770 w 4954903"/>
                <a:gd name="connsiteY21808" fmla="*/ 640661 h 4882701"/>
                <a:gd name="connsiteX21809" fmla="*/ 4160028 w 4954903"/>
                <a:gd name="connsiteY21809" fmla="*/ 659400 h 4882701"/>
                <a:gd name="connsiteX21810" fmla="*/ 4153697 w 4954903"/>
                <a:gd name="connsiteY21810" fmla="*/ 656868 h 4882701"/>
                <a:gd name="connsiteX21811" fmla="*/ 4153697 w 4954903"/>
                <a:gd name="connsiteY21811" fmla="*/ 656868 h 4882701"/>
                <a:gd name="connsiteX21812" fmla="*/ 4146100 w 4954903"/>
                <a:gd name="connsiteY21812" fmla="*/ 649018 h 4882701"/>
                <a:gd name="connsiteX21813" fmla="*/ 4133439 w 4954903"/>
                <a:gd name="connsiteY21813" fmla="*/ 638129 h 4882701"/>
                <a:gd name="connsiteX21814" fmla="*/ 4133439 w 4954903"/>
                <a:gd name="connsiteY21814" fmla="*/ 638129 h 4882701"/>
                <a:gd name="connsiteX21815" fmla="*/ 4153697 w 4954903"/>
                <a:gd name="connsiteY21815" fmla="*/ 656868 h 4882701"/>
                <a:gd name="connsiteX21816" fmla="*/ 4130147 w 4954903"/>
                <a:gd name="connsiteY21816" fmla="*/ 643953 h 4882701"/>
                <a:gd name="connsiteX21817" fmla="*/ 4116980 w 4954903"/>
                <a:gd name="connsiteY21817" fmla="*/ 633318 h 4882701"/>
                <a:gd name="connsiteX21818" fmla="*/ 4116727 w 4954903"/>
                <a:gd name="connsiteY21818" fmla="*/ 633318 h 4882701"/>
                <a:gd name="connsiteX21819" fmla="*/ 4116727 w 4954903"/>
                <a:gd name="connsiteY21819" fmla="*/ 633318 h 4882701"/>
                <a:gd name="connsiteX21820" fmla="*/ 4136984 w 4954903"/>
                <a:gd name="connsiteY21820" fmla="*/ 651803 h 4882701"/>
                <a:gd name="connsiteX21821" fmla="*/ 4136984 w 4954903"/>
                <a:gd name="connsiteY21821" fmla="*/ 651803 h 4882701"/>
                <a:gd name="connsiteX21822" fmla="*/ 4130147 w 4954903"/>
                <a:gd name="connsiteY21822" fmla="*/ 643953 h 4882701"/>
                <a:gd name="connsiteX21823" fmla="*/ 4106850 w 4954903"/>
                <a:gd name="connsiteY21823" fmla="*/ 630786 h 4882701"/>
                <a:gd name="connsiteX21824" fmla="*/ 4127108 w 4954903"/>
                <a:gd name="connsiteY21824" fmla="*/ 649271 h 4882701"/>
                <a:gd name="connsiteX21825" fmla="*/ 4120272 w 4954903"/>
                <a:gd name="connsiteY21825" fmla="*/ 641421 h 4882701"/>
                <a:gd name="connsiteX21826" fmla="*/ 4106850 w 4954903"/>
                <a:gd name="connsiteY21826" fmla="*/ 630786 h 4882701"/>
                <a:gd name="connsiteX21827" fmla="*/ 4106850 w 4954903"/>
                <a:gd name="connsiteY21827" fmla="*/ 630786 h 4882701"/>
                <a:gd name="connsiteX21828" fmla="*/ 4095455 w 4954903"/>
                <a:gd name="connsiteY21828" fmla="*/ 628253 h 4882701"/>
                <a:gd name="connsiteX21829" fmla="*/ 4115713 w 4954903"/>
                <a:gd name="connsiteY21829" fmla="*/ 646739 h 4882701"/>
                <a:gd name="connsiteX21830" fmla="*/ 4109130 w 4954903"/>
                <a:gd name="connsiteY21830" fmla="*/ 638889 h 4882701"/>
                <a:gd name="connsiteX21831" fmla="*/ 4095709 w 4954903"/>
                <a:gd name="connsiteY21831" fmla="*/ 628253 h 4882701"/>
                <a:gd name="connsiteX21832" fmla="*/ 4095455 w 4954903"/>
                <a:gd name="connsiteY21832" fmla="*/ 628253 h 4882701"/>
                <a:gd name="connsiteX21833" fmla="*/ 4082794 w 4954903"/>
                <a:gd name="connsiteY21833" fmla="*/ 625721 h 4882701"/>
                <a:gd name="connsiteX21834" fmla="*/ 4103052 w 4954903"/>
                <a:gd name="connsiteY21834" fmla="*/ 643953 h 4882701"/>
                <a:gd name="connsiteX21835" fmla="*/ 4096975 w 4954903"/>
                <a:gd name="connsiteY21835" fmla="*/ 636103 h 4882701"/>
                <a:gd name="connsiteX21836" fmla="*/ 4083301 w 4954903"/>
                <a:gd name="connsiteY21836" fmla="*/ 625468 h 4882701"/>
                <a:gd name="connsiteX21837" fmla="*/ 4082794 w 4954903"/>
                <a:gd name="connsiteY21837" fmla="*/ 625721 h 4882701"/>
                <a:gd name="connsiteX21838" fmla="*/ 4069373 w 4954903"/>
                <a:gd name="connsiteY21838" fmla="*/ 622936 h 4882701"/>
                <a:gd name="connsiteX21839" fmla="*/ 4068866 w 4954903"/>
                <a:gd name="connsiteY21839" fmla="*/ 622936 h 4882701"/>
                <a:gd name="connsiteX21840" fmla="*/ 4088872 w 4954903"/>
                <a:gd name="connsiteY21840" fmla="*/ 641421 h 4882701"/>
                <a:gd name="connsiteX21841" fmla="*/ 4083301 w 4954903"/>
                <a:gd name="connsiteY21841" fmla="*/ 633571 h 4882701"/>
                <a:gd name="connsiteX21842" fmla="*/ 4069373 w 4954903"/>
                <a:gd name="connsiteY21842" fmla="*/ 622936 h 4882701"/>
                <a:gd name="connsiteX21843" fmla="*/ 4054433 w 4954903"/>
                <a:gd name="connsiteY21843" fmla="*/ 620657 h 4882701"/>
                <a:gd name="connsiteX21844" fmla="*/ 4053926 w 4954903"/>
                <a:gd name="connsiteY21844" fmla="*/ 620657 h 4882701"/>
                <a:gd name="connsiteX21845" fmla="*/ 4073931 w 4954903"/>
                <a:gd name="connsiteY21845" fmla="*/ 639142 h 4882701"/>
                <a:gd name="connsiteX21846" fmla="*/ 4068613 w 4954903"/>
                <a:gd name="connsiteY21846" fmla="*/ 631292 h 4882701"/>
                <a:gd name="connsiteX21847" fmla="*/ 4054433 w 4954903"/>
                <a:gd name="connsiteY21847" fmla="*/ 620657 h 4882701"/>
                <a:gd name="connsiteX21848" fmla="*/ 4038479 w 4954903"/>
                <a:gd name="connsiteY21848" fmla="*/ 618124 h 4882701"/>
                <a:gd name="connsiteX21849" fmla="*/ 4037720 w 4954903"/>
                <a:gd name="connsiteY21849" fmla="*/ 618378 h 4882701"/>
                <a:gd name="connsiteX21850" fmla="*/ 4057725 w 4954903"/>
                <a:gd name="connsiteY21850" fmla="*/ 636610 h 4882701"/>
                <a:gd name="connsiteX21851" fmla="*/ 4052660 w 4954903"/>
                <a:gd name="connsiteY21851" fmla="*/ 628760 h 4882701"/>
                <a:gd name="connsiteX21852" fmla="*/ 4038479 w 4954903"/>
                <a:gd name="connsiteY21852" fmla="*/ 618124 h 4882701"/>
                <a:gd name="connsiteX21853" fmla="*/ 4021260 w 4954903"/>
                <a:gd name="connsiteY21853" fmla="*/ 615592 h 4882701"/>
                <a:gd name="connsiteX21854" fmla="*/ 4020501 w 4954903"/>
                <a:gd name="connsiteY21854" fmla="*/ 615845 h 4882701"/>
                <a:gd name="connsiteX21855" fmla="*/ 4040252 w 4954903"/>
                <a:gd name="connsiteY21855" fmla="*/ 634078 h 4882701"/>
                <a:gd name="connsiteX21856" fmla="*/ 4035441 w 4954903"/>
                <a:gd name="connsiteY21856" fmla="*/ 626228 h 4882701"/>
                <a:gd name="connsiteX21857" fmla="*/ 4021260 w 4954903"/>
                <a:gd name="connsiteY21857" fmla="*/ 615592 h 4882701"/>
                <a:gd name="connsiteX21858" fmla="*/ 4003028 w 4954903"/>
                <a:gd name="connsiteY21858" fmla="*/ 613060 h 4882701"/>
                <a:gd name="connsiteX21859" fmla="*/ 4002268 w 4954903"/>
                <a:gd name="connsiteY21859" fmla="*/ 613313 h 4882701"/>
                <a:gd name="connsiteX21860" fmla="*/ 4022020 w 4954903"/>
                <a:gd name="connsiteY21860" fmla="*/ 631545 h 4882701"/>
                <a:gd name="connsiteX21861" fmla="*/ 4017715 w 4954903"/>
                <a:gd name="connsiteY21861" fmla="*/ 623695 h 4882701"/>
                <a:gd name="connsiteX21862" fmla="*/ 4003028 w 4954903"/>
                <a:gd name="connsiteY21862" fmla="*/ 613060 h 4882701"/>
                <a:gd name="connsiteX21863" fmla="*/ 3983783 w 4954903"/>
                <a:gd name="connsiteY21863" fmla="*/ 610528 h 4882701"/>
                <a:gd name="connsiteX21864" fmla="*/ 3982770 w 4954903"/>
                <a:gd name="connsiteY21864" fmla="*/ 610781 h 4882701"/>
                <a:gd name="connsiteX21865" fmla="*/ 4002015 w 4954903"/>
                <a:gd name="connsiteY21865" fmla="*/ 628760 h 4882701"/>
                <a:gd name="connsiteX21866" fmla="*/ 3998217 w 4954903"/>
                <a:gd name="connsiteY21866" fmla="*/ 620910 h 4882701"/>
                <a:gd name="connsiteX21867" fmla="*/ 3983783 w 4954903"/>
                <a:gd name="connsiteY21867" fmla="*/ 610528 h 4882701"/>
                <a:gd name="connsiteX21868" fmla="*/ 3963525 w 4954903"/>
                <a:gd name="connsiteY21868" fmla="*/ 608249 h 4882701"/>
                <a:gd name="connsiteX21869" fmla="*/ 3962512 w 4954903"/>
                <a:gd name="connsiteY21869" fmla="*/ 608502 h 4882701"/>
                <a:gd name="connsiteX21870" fmla="*/ 3981504 w 4954903"/>
                <a:gd name="connsiteY21870" fmla="*/ 626481 h 4882701"/>
                <a:gd name="connsiteX21871" fmla="*/ 3978212 w 4954903"/>
                <a:gd name="connsiteY21871" fmla="*/ 618631 h 4882701"/>
                <a:gd name="connsiteX21872" fmla="*/ 3963525 w 4954903"/>
                <a:gd name="connsiteY21872" fmla="*/ 608249 h 4882701"/>
                <a:gd name="connsiteX21873" fmla="*/ 3793104 w 4954903"/>
                <a:gd name="connsiteY21873" fmla="*/ 591536 h 4882701"/>
                <a:gd name="connsiteX21874" fmla="*/ 3791331 w 4954903"/>
                <a:gd name="connsiteY21874" fmla="*/ 592042 h 4882701"/>
                <a:gd name="connsiteX21875" fmla="*/ 3809057 w 4954903"/>
                <a:gd name="connsiteY21875" fmla="*/ 609515 h 4882701"/>
                <a:gd name="connsiteX21876" fmla="*/ 3808297 w 4954903"/>
                <a:gd name="connsiteY21876" fmla="*/ 601918 h 4882701"/>
                <a:gd name="connsiteX21877" fmla="*/ 3793104 w 4954903"/>
                <a:gd name="connsiteY21877" fmla="*/ 591536 h 4882701"/>
                <a:gd name="connsiteX21878" fmla="*/ 3780189 w 4954903"/>
                <a:gd name="connsiteY21878" fmla="*/ 607236 h 4882701"/>
                <a:gd name="connsiteX21879" fmla="*/ 3779936 w 4954903"/>
                <a:gd name="connsiteY21879" fmla="*/ 599639 h 4882701"/>
                <a:gd name="connsiteX21880" fmla="*/ 3779936 w 4954903"/>
                <a:gd name="connsiteY21880" fmla="*/ 599639 h 4882701"/>
                <a:gd name="connsiteX21881" fmla="*/ 3764995 w 4954903"/>
                <a:gd name="connsiteY21881" fmla="*/ 589257 h 4882701"/>
                <a:gd name="connsiteX21882" fmla="*/ 3762970 w 4954903"/>
                <a:gd name="connsiteY21882" fmla="*/ 589763 h 4882701"/>
                <a:gd name="connsiteX21883" fmla="*/ 3780189 w 4954903"/>
                <a:gd name="connsiteY21883" fmla="*/ 607236 h 4882701"/>
                <a:gd name="connsiteX21884" fmla="*/ 3439600 w 4954903"/>
                <a:gd name="connsiteY21884" fmla="*/ 567986 h 4882701"/>
                <a:gd name="connsiteX21885" fmla="*/ 3436815 w 4954903"/>
                <a:gd name="connsiteY21885" fmla="*/ 568492 h 4882701"/>
                <a:gd name="connsiteX21886" fmla="*/ 3448210 w 4954903"/>
                <a:gd name="connsiteY21886" fmla="*/ 585205 h 4882701"/>
                <a:gd name="connsiteX21887" fmla="*/ 3454288 w 4954903"/>
                <a:gd name="connsiteY21887" fmla="*/ 578115 h 4882701"/>
                <a:gd name="connsiteX21888" fmla="*/ 3439600 w 4954903"/>
                <a:gd name="connsiteY21888" fmla="*/ 567986 h 4882701"/>
                <a:gd name="connsiteX21889" fmla="*/ 1320353 w 4954903"/>
                <a:gd name="connsiteY21889" fmla="*/ 553299 h 4882701"/>
                <a:gd name="connsiteX21890" fmla="*/ 1337066 w 4954903"/>
                <a:gd name="connsiteY21890" fmla="*/ 546968 h 4882701"/>
                <a:gd name="connsiteX21891" fmla="*/ 1338332 w 4954903"/>
                <a:gd name="connsiteY21891" fmla="*/ 537599 h 4882701"/>
                <a:gd name="connsiteX21892" fmla="*/ 1320353 w 4954903"/>
                <a:gd name="connsiteY21892" fmla="*/ 553299 h 4882701"/>
                <a:gd name="connsiteX21893" fmla="*/ 1307945 w 4954903"/>
                <a:gd name="connsiteY21893" fmla="*/ 538865 h 4882701"/>
                <a:gd name="connsiteX21894" fmla="*/ 1289713 w 4954903"/>
                <a:gd name="connsiteY21894" fmla="*/ 554311 h 4882701"/>
                <a:gd name="connsiteX21895" fmla="*/ 1306172 w 4954903"/>
                <a:gd name="connsiteY21895" fmla="*/ 547981 h 4882701"/>
                <a:gd name="connsiteX21896" fmla="*/ 1306172 w 4954903"/>
                <a:gd name="connsiteY21896" fmla="*/ 547981 h 4882701"/>
                <a:gd name="connsiteX21897" fmla="*/ 1307945 w 4954903"/>
                <a:gd name="connsiteY21897" fmla="*/ 538865 h 4882701"/>
                <a:gd name="connsiteX21898" fmla="*/ 1278571 w 4954903"/>
                <a:gd name="connsiteY21898" fmla="*/ 539878 h 4882701"/>
                <a:gd name="connsiteX21899" fmla="*/ 1260339 w 4954903"/>
                <a:gd name="connsiteY21899" fmla="*/ 555324 h 4882701"/>
                <a:gd name="connsiteX21900" fmla="*/ 1276545 w 4954903"/>
                <a:gd name="connsiteY21900" fmla="*/ 548994 h 4882701"/>
                <a:gd name="connsiteX21901" fmla="*/ 1278571 w 4954903"/>
                <a:gd name="connsiteY21901" fmla="*/ 539878 h 4882701"/>
                <a:gd name="connsiteX21902" fmla="*/ 1250209 w 4954903"/>
                <a:gd name="connsiteY21902" fmla="*/ 541144 h 4882701"/>
                <a:gd name="connsiteX21903" fmla="*/ 1231724 w 4954903"/>
                <a:gd name="connsiteY21903" fmla="*/ 556844 h 4882701"/>
                <a:gd name="connsiteX21904" fmla="*/ 1247677 w 4954903"/>
                <a:gd name="connsiteY21904" fmla="*/ 550513 h 4882701"/>
                <a:gd name="connsiteX21905" fmla="*/ 1250209 w 4954903"/>
                <a:gd name="connsiteY21905" fmla="*/ 541144 h 4882701"/>
                <a:gd name="connsiteX21906" fmla="*/ 1222608 w 4954903"/>
                <a:gd name="connsiteY21906" fmla="*/ 542410 h 4882701"/>
                <a:gd name="connsiteX21907" fmla="*/ 1203869 w 4954903"/>
                <a:gd name="connsiteY21907" fmla="*/ 558110 h 4882701"/>
                <a:gd name="connsiteX21908" fmla="*/ 1219569 w 4954903"/>
                <a:gd name="connsiteY21908" fmla="*/ 551779 h 4882701"/>
                <a:gd name="connsiteX21909" fmla="*/ 1222608 w 4954903"/>
                <a:gd name="connsiteY21909" fmla="*/ 542410 h 4882701"/>
                <a:gd name="connsiteX21910" fmla="*/ 1177280 w 4954903"/>
                <a:gd name="connsiteY21910" fmla="*/ 559629 h 4882701"/>
                <a:gd name="connsiteX21911" fmla="*/ 1192980 w 4954903"/>
                <a:gd name="connsiteY21911" fmla="*/ 552792 h 4882701"/>
                <a:gd name="connsiteX21912" fmla="*/ 1196272 w 4954903"/>
                <a:gd name="connsiteY21912" fmla="*/ 543423 h 4882701"/>
                <a:gd name="connsiteX21913" fmla="*/ 1177280 w 4954903"/>
                <a:gd name="connsiteY21913" fmla="*/ 559629 h 4882701"/>
                <a:gd name="connsiteX21914" fmla="*/ 1151451 w 4954903"/>
                <a:gd name="connsiteY21914" fmla="*/ 561149 h 4882701"/>
                <a:gd name="connsiteX21915" fmla="*/ 1166898 w 4954903"/>
                <a:gd name="connsiteY21915" fmla="*/ 554311 h 4882701"/>
                <a:gd name="connsiteX21916" fmla="*/ 1170443 w 4954903"/>
                <a:gd name="connsiteY21916" fmla="*/ 544942 h 4882701"/>
                <a:gd name="connsiteX21917" fmla="*/ 1151451 w 4954903"/>
                <a:gd name="connsiteY21917" fmla="*/ 561149 h 4882701"/>
                <a:gd name="connsiteX21918" fmla="*/ 1126635 w 4954903"/>
                <a:gd name="connsiteY21918" fmla="*/ 562415 h 4882701"/>
                <a:gd name="connsiteX21919" fmla="*/ 1141829 w 4954903"/>
                <a:gd name="connsiteY21919" fmla="*/ 555578 h 4882701"/>
                <a:gd name="connsiteX21920" fmla="*/ 1145880 w 4954903"/>
                <a:gd name="connsiteY21920" fmla="*/ 546208 h 4882701"/>
                <a:gd name="connsiteX21921" fmla="*/ 1126635 w 4954903"/>
                <a:gd name="connsiteY21921" fmla="*/ 562415 h 4882701"/>
                <a:gd name="connsiteX21922" fmla="*/ 1102832 w 4954903"/>
                <a:gd name="connsiteY21922" fmla="*/ 563934 h 4882701"/>
                <a:gd name="connsiteX21923" fmla="*/ 1117772 w 4954903"/>
                <a:gd name="connsiteY21923" fmla="*/ 557097 h 4882701"/>
                <a:gd name="connsiteX21924" fmla="*/ 1118785 w 4954903"/>
                <a:gd name="connsiteY21924" fmla="*/ 556084 h 4882701"/>
                <a:gd name="connsiteX21925" fmla="*/ 1122330 w 4954903"/>
                <a:gd name="connsiteY21925" fmla="*/ 547728 h 4882701"/>
                <a:gd name="connsiteX21926" fmla="*/ 1102832 w 4954903"/>
                <a:gd name="connsiteY21926" fmla="*/ 563934 h 4882701"/>
                <a:gd name="connsiteX21927" fmla="*/ 1079788 w 4954903"/>
                <a:gd name="connsiteY21927" fmla="*/ 565707 h 4882701"/>
                <a:gd name="connsiteX21928" fmla="*/ 1094476 w 4954903"/>
                <a:gd name="connsiteY21928" fmla="*/ 558363 h 4882701"/>
                <a:gd name="connsiteX21929" fmla="*/ 1095488 w 4954903"/>
                <a:gd name="connsiteY21929" fmla="*/ 557350 h 4882701"/>
                <a:gd name="connsiteX21930" fmla="*/ 1099287 w 4954903"/>
                <a:gd name="connsiteY21930" fmla="*/ 548994 h 4882701"/>
                <a:gd name="connsiteX21931" fmla="*/ 1079788 w 4954903"/>
                <a:gd name="connsiteY21931" fmla="*/ 565707 h 4882701"/>
                <a:gd name="connsiteX21932" fmla="*/ 1058011 w 4954903"/>
                <a:gd name="connsiteY21932" fmla="*/ 567479 h 4882701"/>
                <a:gd name="connsiteX21933" fmla="*/ 1072445 w 4954903"/>
                <a:gd name="connsiteY21933" fmla="*/ 560136 h 4882701"/>
                <a:gd name="connsiteX21934" fmla="*/ 1073458 w 4954903"/>
                <a:gd name="connsiteY21934" fmla="*/ 559123 h 4882701"/>
                <a:gd name="connsiteX21935" fmla="*/ 1077763 w 4954903"/>
                <a:gd name="connsiteY21935" fmla="*/ 550766 h 4882701"/>
                <a:gd name="connsiteX21936" fmla="*/ 1058011 w 4954903"/>
                <a:gd name="connsiteY21936" fmla="*/ 567479 h 4882701"/>
                <a:gd name="connsiteX21937" fmla="*/ 1037246 w 4954903"/>
                <a:gd name="connsiteY21937" fmla="*/ 568999 h 4882701"/>
                <a:gd name="connsiteX21938" fmla="*/ 1051427 w 4954903"/>
                <a:gd name="connsiteY21938" fmla="*/ 561655 h 4882701"/>
                <a:gd name="connsiteX21939" fmla="*/ 1053453 w 4954903"/>
                <a:gd name="connsiteY21939" fmla="*/ 559882 h 4882701"/>
                <a:gd name="connsiteX21940" fmla="*/ 1057251 w 4954903"/>
                <a:gd name="connsiteY21940" fmla="*/ 552539 h 4882701"/>
                <a:gd name="connsiteX21941" fmla="*/ 1037246 w 4954903"/>
                <a:gd name="connsiteY21941" fmla="*/ 568999 h 4882701"/>
                <a:gd name="connsiteX21942" fmla="*/ 1017495 w 4954903"/>
                <a:gd name="connsiteY21942" fmla="*/ 570518 h 4882701"/>
                <a:gd name="connsiteX21943" fmla="*/ 1031422 w 4954903"/>
                <a:gd name="connsiteY21943" fmla="*/ 563174 h 4882701"/>
                <a:gd name="connsiteX21944" fmla="*/ 1033448 w 4954903"/>
                <a:gd name="connsiteY21944" fmla="*/ 561402 h 4882701"/>
                <a:gd name="connsiteX21945" fmla="*/ 1037500 w 4954903"/>
                <a:gd name="connsiteY21945" fmla="*/ 554058 h 4882701"/>
                <a:gd name="connsiteX21946" fmla="*/ 1017495 w 4954903"/>
                <a:gd name="connsiteY21946" fmla="*/ 570518 h 4882701"/>
                <a:gd name="connsiteX21947" fmla="*/ 998503 w 4954903"/>
                <a:gd name="connsiteY21947" fmla="*/ 572544 h 4882701"/>
                <a:gd name="connsiteX21948" fmla="*/ 1012177 w 4954903"/>
                <a:gd name="connsiteY21948" fmla="*/ 564694 h 4882701"/>
                <a:gd name="connsiteX21949" fmla="*/ 1014203 w 4954903"/>
                <a:gd name="connsiteY21949" fmla="*/ 562921 h 4882701"/>
                <a:gd name="connsiteX21950" fmla="*/ 1018508 w 4954903"/>
                <a:gd name="connsiteY21950" fmla="*/ 555578 h 4882701"/>
                <a:gd name="connsiteX21951" fmla="*/ 998503 w 4954903"/>
                <a:gd name="connsiteY21951" fmla="*/ 572544 h 4882701"/>
                <a:gd name="connsiteX21952" fmla="*/ 981030 w 4954903"/>
                <a:gd name="connsiteY21952" fmla="*/ 574316 h 4882701"/>
                <a:gd name="connsiteX21953" fmla="*/ 994451 w 4954903"/>
                <a:gd name="connsiteY21953" fmla="*/ 566466 h 4882701"/>
                <a:gd name="connsiteX21954" fmla="*/ 997237 w 4954903"/>
                <a:gd name="connsiteY21954" fmla="*/ 563681 h 4882701"/>
                <a:gd name="connsiteX21955" fmla="*/ 1001035 w 4954903"/>
                <a:gd name="connsiteY21955" fmla="*/ 557097 h 4882701"/>
                <a:gd name="connsiteX21956" fmla="*/ 981030 w 4954903"/>
                <a:gd name="connsiteY21956" fmla="*/ 574316 h 4882701"/>
                <a:gd name="connsiteX21957" fmla="*/ 964317 w 4954903"/>
                <a:gd name="connsiteY21957" fmla="*/ 576089 h 4882701"/>
                <a:gd name="connsiteX21958" fmla="*/ 977485 w 4954903"/>
                <a:gd name="connsiteY21958" fmla="*/ 568239 h 4882701"/>
                <a:gd name="connsiteX21959" fmla="*/ 980271 w 4954903"/>
                <a:gd name="connsiteY21959" fmla="*/ 565453 h 4882701"/>
                <a:gd name="connsiteX21960" fmla="*/ 984576 w 4954903"/>
                <a:gd name="connsiteY21960" fmla="*/ 558869 h 4882701"/>
                <a:gd name="connsiteX21961" fmla="*/ 964317 w 4954903"/>
                <a:gd name="connsiteY21961" fmla="*/ 576089 h 4882701"/>
                <a:gd name="connsiteX21962" fmla="*/ 948871 w 4954903"/>
                <a:gd name="connsiteY21962" fmla="*/ 578368 h 4882701"/>
                <a:gd name="connsiteX21963" fmla="*/ 961785 w 4954903"/>
                <a:gd name="connsiteY21963" fmla="*/ 570265 h 4882701"/>
                <a:gd name="connsiteX21964" fmla="*/ 965584 w 4954903"/>
                <a:gd name="connsiteY21964" fmla="*/ 566719 h 4882701"/>
                <a:gd name="connsiteX21965" fmla="*/ 969129 w 4954903"/>
                <a:gd name="connsiteY21965" fmla="*/ 560895 h 4882701"/>
                <a:gd name="connsiteX21966" fmla="*/ 948871 w 4954903"/>
                <a:gd name="connsiteY21966" fmla="*/ 578368 h 4882701"/>
                <a:gd name="connsiteX21967" fmla="*/ 934437 w 4954903"/>
                <a:gd name="connsiteY21967" fmla="*/ 580140 h 4882701"/>
                <a:gd name="connsiteX21968" fmla="*/ 947098 w 4954903"/>
                <a:gd name="connsiteY21968" fmla="*/ 572037 h 4882701"/>
                <a:gd name="connsiteX21969" fmla="*/ 951656 w 4954903"/>
                <a:gd name="connsiteY21969" fmla="*/ 567732 h 4882701"/>
                <a:gd name="connsiteX21970" fmla="*/ 954695 w 4954903"/>
                <a:gd name="connsiteY21970" fmla="*/ 562668 h 4882701"/>
                <a:gd name="connsiteX21971" fmla="*/ 934437 w 4954903"/>
                <a:gd name="connsiteY21971" fmla="*/ 580140 h 4882701"/>
                <a:gd name="connsiteX21972" fmla="*/ 4120525 w 4954903"/>
                <a:gd name="connsiteY21972" fmla="*/ 621416 h 4882701"/>
                <a:gd name="connsiteX21973" fmla="*/ 4112168 w 4954903"/>
                <a:gd name="connsiteY21973" fmla="*/ 613566 h 4882701"/>
                <a:gd name="connsiteX21974" fmla="*/ 4100014 w 4954903"/>
                <a:gd name="connsiteY21974" fmla="*/ 602931 h 4882701"/>
                <a:gd name="connsiteX21975" fmla="*/ 4120525 w 4954903"/>
                <a:gd name="connsiteY21975" fmla="*/ 621416 h 4882701"/>
                <a:gd name="connsiteX21976" fmla="*/ 4107610 w 4954903"/>
                <a:gd name="connsiteY21976" fmla="*/ 611287 h 4882701"/>
                <a:gd name="connsiteX21977" fmla="*/ 4095202 w 4954903"/>
                <a:gd name="connsiteY21977" fmla="*/ 600652 h 4882701"/>
                <a:gd name="connsiteX21978" fmla="*/ 4095202 w 4954903"/>
                <a:gd name="connsiteY21978" fmla="*/ 600652 h 4882701"/>
                <a:gd name="connsiteX21979" fmla="*/ 4115966 w 4954903"/>
                <a:gd name="connsiteY21979" fmla="*/ 618631 h 4882701"/>
                <a:gd name="connsiteX21980" fmla="*/ 4107610 w 4954903"/>
                <a:gd name="connsiteY21980" fmla="*/ 611287 h 4882701"/>
                <a:gd name="connsiteX21981" fmla="*/ 4109636 w 4954903"/>
                <a:gd name="connsiteY21981" fmla="*/ 616352 h 4882701"/>
                <a:gd name="connsiteX21982" fmla="*/ 4109636 w 4954903"/>
                <a:gd name="connsiteY21982" fmla="*/ 616352 h 4882701"/>
                <a:gd name="connsiteX21983" fmla="*/ 4101786 w 4954903"/>
                <a:gd name="connsiteY21983" fmla="*/ 608755 h 4882701"/>
                <a:gd name="connsiteX21984" fmla="*/ 4101786 w 4954903"/>
                <a:gd name="connsiteY21984" fmla="*/ 608755 h 4882701"/>
                <a:gd name="connsiteX21985" fmla="*/ 4089125 w 4954903"/>
                <a:gd name="connsiteY21985" fmla="*/ 598373 h 4882701"/>
                <a:gd name="connsiteX21986" fmla="*/ 4089125 w 4954903"/>
                <a:gd name="connsiteY21986" fmla="*/ 598373 h 4882701"/>
                <a:gd name="connsiteX21987" fmla="*/ 4109636 w 4954903"/>
                <a:gd name="connsiteY21987" fmla="*/ 616352 h 4882701"/>
                <a:gd name="connsiteX21988" fmla="*/ 4102292 w 4954903"/>
                <a:gd name="connsiteY21988" fmla="*/ 614073 h 4882701"/>
                <a:gd name="connsiteX21989" fmla="*/ 4102292 w 4954903"/>
                <a:gd name="connsiteY21989" fmla="*/ 614073 h 4882701"/>
                <a:gd name="connsiteX21990" fmla="*/ 4094949 w 4954903"/>
                <a:gd name="connsiteY21990" fmla="*/ 606476 h 4882701"/>
                <a:gd name="connsiteX21991" fmla="*/ 4082034 w 4954903"/>
                <a:gd name="connsiteY21991" fmla="*/ 596094 h 4882701"/>
                <a:gd name="connsiteX21992" fmla="*/ 4081781 w 4954903"/>
                <a:gd name="connsiteY21992" fmla="*/ 596094 h 4882701"/>
                <a:gd name="connsiteX21993" fmla="*/ 4102292 w 4954903"/>
                <a:gd name="connsiteY21993" fmla="*/ 614073 h 4882701"/>
                <a:gd name="connsiteX21994" fmla="*/ 4086339 w 4954903"/>
                <a:gd name="connsiteY21994" fmla="*/ 603944 h 4882701"/>
                <a:gd name="connsiteX21995" fmla="*/ 4073172 w 4954903"/>
                <a:gd name="connsiteY21995" fmla="*/ 593561 h 4882701"/>
                <a:gd name="connsiteX21996" fmla="*/ 4072918 w 4954903"/>
                <a:gd name="connsiteY21996" fmla="*/ 593561 h 4882701"/>
                <a:gd name="connsiteX21997" fmla="*/ 4093683 w 4954903"/>
                <a:gd name="connsiteY21997" fmla="*/ 611540 h 4882701"/>
                <a:gd name="connsiteX21998" fmla="*/ 4086339 w 4954903"/>
                <a:gd name="connsiteY21998" fmla="*/ 603944 h 4882701"/>
                <a:gd name="connsiteX21999" fmla="*/ 4063042 w 4954903"/>
                <a:gd name="connsiteY21999" fmla="*/ 590776 h 4882701"/>
                <a:gd name="connsiteX22000" fmla="*/ 4063042 w 4954903"/>
                <a:gd name="connsiteY22000" fmla="*/ 590776 h 4882701"/>
                <a:gd name="connsiteX22001" fmla="*/ 4083554 w 4954903"/>
                <a:gd name="connsiteY22001" fmla="*/ 608755 h 4882701"/>
                <a:gd name="connsiteX22002" fmla="*/ 4083554 w 4954903"/>
                <a:gd name="connsiteY22002" fmla="*/ 608755 h 4882701"/>
                <a:gd name="connsiteX22003" fmla="*/ 4076463 w 4954903"/>
                <a:gd name="connsiteY22003" fmla="*/ 601158 h 4882701"/>
                <a:gd name="connsiteX22004" fmla="*/ 4063042 w 4954903"/>
                <a:gd name="connsiteY22004" fmla="*/ 590776 h 4882701"/>
                <a:gd name="connsiteX22005" fmla="*/ 4063042 w 4954903"/>
                <a:gd name="connsiteY22005" fmla="*/ 590776 h 4882701"/>
                <a:gd name="connsiteX22006" fmla="*/ 4051900 w 4954903"/>
                <a:gd name="connsiteY22006" fmla="*/ 588497 h 4882701"/>
                <a:gd name="connsiteX22007" fmla="*/ 4072665 w 4954903"/>
                <a:gd name="connsiteY22007" fmla="*/ 606476 h 4882701"/>
                <a:gd name="connsiteX22008" fmla="*/ 4065828 w 4954903"/>
                <a:gd name="connsiteY22008" fmla="*/ 598879 h 4882701"/>
                <a:gd name="connsiteX22009" fmla="*/ 4052154 w 4954903"/>
                <a:gd name="connsiteY22009" fmla="*/ 588497 h 4882701"/>
                <a:gd name="connsiteX22010" fmla="*/ 4051900 w 4954903"/>
                <a:gd name="connsiteY22010" fmla="*/ 588497 h 4882701"/>
                <a:gd name="connsiteX22011" fmla="*/ 4039746 w 4954903"/>
                <a:gd name="connsiteY22011" fmla="*/ 585965 h 4882701"/>
                <a:gd name="connsiteX22012" fmla="*/ 4060510 w 4954903"/>
                <a:gd name="connsiteY22012" fmla="*/ 603944 h 4882701"/>
                <a:gd name="connsiteX22013" fmla="*/ 4054180 w 4954903"/>
                <a:gd name="connsiteY22013" fmla="*/ 596347 h 4882701"/>
                <a:gd name="connsiteX22014" fmla="*/ 4040252 w 4954903"/>
                <a:gd name="connsiteY22014" fmla="*/ 585965 h 4882701"/>
                <a:gd name="connsiteX22015" fmla="*/ 4039746 w 4954903"/>
                <a:gd name="connsiteY22015" fmla="*/ 585965 h 4882701"/>
                <a:gd name="connsiteX22016" fmla="*/ 4026831 w 4954903"/>
                <a:gd name="connsiteY22016" fmla="*/ 583432 h 4882701"/>
                <a:gd name="connsiteX22017" fmla="*/ 4026325 w 4954903"/>
                <a:gd name="connsiteY22017" fmla="*/ 583432 h 4882701"/>
                <a:gd name="connsiteX22018" fmla="*/ 4046836 w 4954903"/>
                <a:gd name="connsiteY22018" fmla="*/ 601411 h 4882701"/>
                <a:gd name="connsiteX22019" fmla="*/ 4040759 w 4954903"/>
                <a:gd name="connsiteY22019" fmla="*/ 593815 h 4882701"/>
                <a:gd name="connsiteX22020" fmla="*/ 4026831 w 4954903"/>
                <a:gd name="connsiteY22020" fmla="*/ 583432 h 4882701"/>
                <a:gd name="connsiteX22021" fmla="*/ 4011891 w 4954903"/>
                <a:gd name="connsiteY22021" fmla="*/ 581153 h 4882701"/>
                <a:gd name="connsiteX22022" fmla="*/ 4032149 w 4954903"/>
                <a:gd name="connsiteY22022" fmla="*/ 599132 h 4882701"/>
                <a:gd name="connsiteX22023" fmla="*/ 4026578 w 4954903"/>
                <a:gd name="connsiteY22023" fmla="*/ 591536 h 4882701"/>
                <a:gd name="connsiteX22024" fmla="*/ 4012397 w 4954903"/>
                <a:gd name="connsiteY22024" fmla="*/ 581153 h 4882701"/>
                <a:gd name="connsiteX22025" fmla="*/ 4011891 w 4954903"/>
                <a:gd name="connsiteY22025" fmla="*/ 581153 h 4882701"/>
                <a:gd name="connsiteX22026" fmla="*/ 3996697 w 4954903"/>
                <a:gd name="connsiteY22026" fmla="*/ 578621 h 4882701"/>
                <a:gd name="connsiteX22027" fmla="*/ 3995938 w 4954903"/>
                <a:gd name="connsiteY22027" fmla="*/ 578874 h 4882701"/>
                <a:gd name="connsiteX22028" fmla="*/ 4016196 w 4954903"/>
                <a:gd name="connsiteY22028" fmla="*/ 596600 h 4882701"/>
                <a:gd name="connsiteX22029" fmla="*/ 4010878 w 4954903"/>
                <a:gd name="connsiteY22029" fmla="*/ 589003 h 4882701"/>
                <a:gd name="connsiteX22030" fmla="*/ 3996697 w 4954903"/>
                <a:gd name="connsiteY22030" fmla="*/ 578621 h 4882701"/>
                <a:gd name="connsiteX22031" fmla="*/ 3979984 w 4954903"/>
                <a:gd name="connsiteY22031" fmla="*/ 576342 h 4882701"/>
                <a:gd name="connsiteX22032" fmla="*/ 3979225 w 4954903"/>
                <a:gd name="connsiteY22032" fmla="*/ 576595 h 4882701"/>
                <a:gd name="connsiteX22033" fmla="*/ 3999483 w 4954903"/>
                <a:gd name="connsiteY22033" fmla="*/ 594321 h 4882701"/>
                <a:gd name="connsiteX22034" fmla="*/ 3994418 w 4954903"/>
                <a:gd name="connsiteY22034" fmla="*/ 586724 h 4882701"/>
                <a:gd name="connsiteX22035" fmla="*/ 3979984 w 4954903"/>
                <a:gd name="connsiteY22035" fmla="*/ 576342 h 4882701"/>
                <a:gd name="connsiteX22036" fmla="*/ 3962259 w 4954903"/>
                <a:gd name="connsiteY22036" fmla="*/ 573810 h 4882701"/>
                <a:gd name="connsiteX22037" fmla="*/ 3961499 w 4954903"/>
                <a:gd name="connsiteY22037" fmla="*/ 574063 h 4882701"/>
                <a:gd name="connsiteX22038" fmla="*/ 3981504 w 4954903"/>
                <a:gd name="connsiteY22038" fmla="*/ 591789 h 4882701"/>
                <a:gd name="connsiteX22039" fmla="*/ 3976692 w 4954903"/>
                <a:gd name="connsiteY22039" fmla="*/ 584192 h 4882701"/>
                <a:gd name="connsiteX22040" fmla="*/ 3962259 w 4954903"/>
                <a:gd name="connsiteY22040" fmla="*/ 573810 h 4882701"/>
                <a:gd name="connsiteX22041" fmla="*/ 3943520 w 4954903"/>
                <a:gd name="connsiteY22041" fmla="*/ 571531 h 4882701"/>
                <a:gd name="connsiteX22042" fmla="*/ 3942507 w 4954903"/>
                <a:gd name="connsiteY22042" fmla="*/ 571784 h 4882701"/>
                <a:gd name="connsiteX22043" fmla="*/ 3962512 w 4954903"/>
                <a:gd name="connsiteY22043" fmla="*/ 589510 h 4882701"/>
                <a:gd name="connsiteX22044" fmla="*/ 3958207 w 4954903"/>
                <a:gd name="connsiteY22044" fmla="*/ 581913 h 4882701"/>
                <a:gd name="connsiteX22045" fmla="*/ 3943520 w 4954903"/>
                <a:gd name="connsiteY22045" fmla="*/ 571531 h 4882701"/>
                <a:gd name="connsiteX22046" fmla="*/ 3923768 w 4954903"/>
                <a:gd name="connsiteY22046" fmla="*/ 568999 h 4882701"/>
                <a:gd name="connsiteX22047" fmla="*/ 3922755 w 4954903"/>
                <a:gd name="connsiteY22047" fmla="*/ 569252 h 4882701"/>
                <a:gd name="connsiteX22048" fmla="*/ 3942507 w 4954903"/>
                <a:gd name="connsiteY22048" fmla="*/ 586724 h 4882701"/>
                <a:gd name="connsiteX22049" fmla="*/ 3938455 w 4954903"/>
                <a:gd name="connsiteY22049" fmla="*/ 579128 h 4882701"/>
                <a:gd name="connsiteX22050" fmla="*/ 3923768 w 4954903"/>
                <a:gd name="connsiteY22050" fmla="*/ 568999 h 4882701"/>
                <a:gd name="connsiteX22051" fmla="*/ 3446944 w 4954903"/>
                <a:gd name="connsiteY22051" fmla="*/ 532534 h 4882701"/>
                <a:gd name="connsiteX22052" fmla="*/ 3459859 w 4954903"/>
                <a:gd name="connsiteY22052" fmla="*/ 548994 h 4882701"/>
                <a:gd name="connsiteX22053" fmla="*/ 3464163 w 4954903"/>
                <a:gd name="connsiteY22053" fmla="*/ 541903 h 4882701"/>
                <a:gd name="connsiteX22054" fmla="*/ 3449729 w 4954903"/>
                <a:gd name="connsiteY22054" fmla="*/ 532028 h 4882701"/>
                <a:gd name="connsiteX22055" fmla="*/ 3446944 w 4954903"/>
                <a:gd name="connsiteY22055" fmla="*/ 532534 h 4882701"/>
                <a:gd name="connsiteX22056" fmla="*/ 3424407 w 4954903"/>
                <a:gd name="connsiteY22056" fmla="*/ 546968 h 4882701"/>
                <a:gd name="connsiteX22057" fmla="*/ 3428965 w 4954903"/>
                <a:gd name="connsiteY22057" fmla="*/ 539878 h 4882701"/>
                <a:gd name="connsiteX22058" fmla="*/ 3414531 w 4954903"/>
                <a:gd name="connsiteY22058" fmla="*/ 530002 h 4882701"/>
                <a:gd name="connsiteX22059" fmla="*/ 3411745 w 4954903"/>
                <a:gd name="connsiteY22059" fmla="*/ 530508 h 4882701"/>
                <a:gd name="connsiteX22060" fmla="*/ 3424407 w 4954903"/>
                <a:gd name="connsiteY22060" fmla="*/ 546968 h 4882701"/>
                <a:gd name="connsiteX22061" fmla="*/ 1342384 w 4954903"/>
                <a:gd name="connsiteY22061" fmla="*/ 501640 h 4882701"/>
                <a:gd name="connsiteX22062" fmla="*/ 1324151 w 4954903"/>
                <a:gd name="connsiteY22062" fmla="*/ 516834 h 4882701"/>
                <a:gd name="connsiteX22063" fmla="*/ 1340358 w 4954903"/>
                <a:gd name="connsiteY22063" fmla="*/ 510757 h 4882701"/>
                <a:gd name="connsiteX22064" fmla="*/ 1342384 w 4954903"/>
                <a:gd name="connsiteY22064" fmla="*/ 501640 h 4882701"/>
                <a:gd name="connsiteX22065" fmla="*/ 1313769 w 4954903"/>
                <a:gd name="connsiteY22065" fmla="*/ 502907 h 4882701"/>
                <a:gd name="connsiteX22066" fmla="*/ 1295284 w 4954903"/>
                <a:gd name="connsiteY22066" fmla="*/ 518100 h 4882701"/>
                <a:gd name="connsiteX22067" fmla="*/ 1311490 w 4954903"/>
                <a:gd name="connsiteY22067" fmla="*/ 512023 h 4882701"/>
                <a:gd name="connsiteX22068" fmla="*/ 1313769 w 4954903"/>
                <a:gd name="connsiteY22068" fmla="*/ 502907 h 4882701"/>
                <a:gd name="connsiteX22069" fmla="*/ 1286168 w 4954903"/>
                <a:gd name="connsiteY22069" fmla="*/ 503919 h 4882701"/>
                <a:gd name="connsiteX22070" fmla="*/ 1267429 w 4954903"/>
                <a:gd name="connsiteY22070" fmla="*/ 519113 h 4882701"/>
                <a:gd name="connsiteX22071" fmla="*/ 1283129 w 4954903"/>
                <a:gd name="connsiteY22071" fmla="*/ 513036 h 4882701"/>
                <a:gd name="connsiteX22072" fmla="*/ 1286168 w 4954903"/>
                <a:gd name="connsiteY22072" fmla="*/ 503919 h 4882701"/>
                <a:gd name="connsiteX22073" fmla="*/ 1259579 w 4954903"/>
                <a:gd name="connsiteY22073" fmla="*/ 505186 h 4882701"/>
                <a:gd name="connsiteX22074" fmla="*/ 1240587 w 4954903"/>
                <a:gd name="connsiteY22074" fmla="*/ 520886 h 4882701"/>
                <a:gd name="connsiteX22075" fmla="*/ 1256287 w 4954903"/>
                <a:gd name="connsiteY22075" fmla="*/ 514302 h 4882701"/>
                <a:gd name="connsiteX22076" fmla="*/ 1259579 w 4954903"/>
                <a:gd name="connsiteY22076" fmla="*/ 505186 h 4882701"/>
                <a:gd name="connsiteX22077" fmla="*/ 1214505 w 4954903"/>
                <a:gd name="connsiteY22077" fmla="*/ 521899 h 4882701"/>
                <a:gd name="connsiteX22078" fmla="*/ 1229951 w 4954903"/>
                <a:gd name="connsiteY22078" fmla="*/ 515315 h 4882701"/>
                <a:gd name="connsiteX22079" fmla="*/ 1233497 w 4954903"/>
                <a:gd name="connsiteY22079" fmla="*/ 506452 h 4882701"/>
                <a:gd name="connsiteX22080" fmla="*/ 1214505 w 4954903"/>
                <a:gd name="connsiteY22080" fmla="*/ 521899 h 4882701"/>
                <a:gd name="connsiteX22081" fmla="*/ 1204629 w 4954903"/>
                <a:gd name="connsiteY22081" fmla="*/ 516581 h 4882701"/>
                <a:gd name="connsiteX22082" fmla="*/ 1205642 w 4954903"/>
                <a:gd name="connsiteY22082" fmla="*/ 515821 h 4882701"/>
                <a:gd name="connsiteX22083" fmla="*/ 1208680 w 4954903"/>
                <a:gd name="connsiteY22083" fmla="*/ 507718 h 4882701"/>
                <a:gd name="connsiteX22084" fmla="*/ 1189435 w 4954903"/>
                <a:gd name="connsiteY22084" fmla="*/ 523418 h 4882701"/>
                <a:gd name="connsiteX22085" fmla="*/ 1204629 w 4954903"/>
                <a:gd name="connsiteY22085" fmla="*/ 516581 h 4882701"/>
                <a:gd name="connsiteX22086" fmla="*/ 1165379 w 4954903"/>
                <a:gd name="connsiteY22086" fmla="*/ 524684 h 4882701"/>
                <a:gd name="connsiteX22087" fmla="*/ 1180319 w 4954903"/>
                <a:gd name="connsiteY22087" fmla="*/ 517847 h 4882701"/>
                <a:gd name="connsiteX22088" fmla="*/ 1181332 w 4954903"/>
                <a:gd name="connsiteY22088" fmla="*/ 517087 h 4882701"/>
                <a:gd name="connsiteX22089" fmla="*/ 1184877 w 4954903"/>
                <a:gd name="connsiteY22089" fmla="*/ 508984 h 4882701"/>
                <a:gd name="connsiteX22090" fmla="*/ 1165379 w 4954903"/>
                <a:gd name="connsiteY22090" fmla="*/ 524684 h 4882701"/>
                <a:gd name="connsiteX22091" fmla="*/ 1142082 w 4954903"/>
                <a:gd name="connsiteY22091" fmla="*/ 526457 h 4882701"/>
                <a:gd name="connsiteX22092" fmla="*/ 1156769 w 4954903"/>
                <a:gd name="connsiteY22092" fmla="*/ 519366 h 4882701"/>
                <a:gd name="connsiteX22093" fmla="*/ 1157782 w 4954903"/>
                <a:gd name="connsiteY22093" fmla="*/ 518607 h 4882701"/>
                <a:gd name="connsiteX22094" fmla="*/ 1161580 w 4954903"/>
                <a:gd name="connsiteY22094" fmla="*/ 510503 h 4882701"/>
                <a:gd name="connsiteX22095" fmla="*/ 1142082 w 4954903"/>
                <a:gd name="connsiteY22095" fmla="*/ 526457 h 4882701"/>
                <a:gd name="connsiteX22096" fmla="*/ 1134485 w 4954903"/>
                <a:gd name="connsiteY22096" fmla="*/ 520632 h 4882701"/>
                <a:gd name="connsiteX22097" fmla="*/ 1136258 w 4954903"/>
                <a:gd name="connsiteY22097" fmla="*/ 518860 h 4882701"/>
                <a:gd name="connsiteX22098" fmla="*/ 1139550 w 4954903"/>
                <a:gd name="connsiteY22098" fmla="*/ 511516 h 4882701"/>
                <a:gd name="connsiteX22099" fmla="*/ 1119798 w 4954903"/>
                <a:gd name="connsiteY22099" fmla="*/ 527723 h 4882701"/>
                <a:gd name="connsiteX22100" fmla="*/ 1134485 w 4954903"/>
                <a:gd name="connsiteY22100" fmla="*/ 520632 h 4882701"/>
                <a:gd name="connsiteX22101" fmla="*/ 1098527 w 4954903"/>
                <a:gd name="connsiteY22101" fmla="*/ 529495 h 4882701"/>
                <a:gd name="connsiteX22102" fmla="*/ 1112961 w 4954903"/>
                <a:gd name="connsiteY22102" fmla="*/ 522405 h 4882701"/>
                <a:gd name="connsiteX22103" fmla="*/ 1114987 w 4954903"/>
                <a:gd name="connsiteY22103" fmla="*/ 520632 h 4882701"/>
                <a:gd name="connsiteX22104" fmla="*/ 1118785 w 4954903"/>
                <a:gd name="connsiteY22104" fmla="*/ 513289 h 4882701"/>
                <a:gd name="connsiteX22105" fmla="*/ 1098527 w 4954903"/>
                <a:gd name="connsiteY22105" fmla="*/ 529495 h 4882701"/>
                <a:gd name="connsiteX22106" fmla="*/ 1078269 w 4954903"/>
                <a:gd name="connsiteY22106" fmla="*/ 531015 h 4882701"/>
                <a:gd name="connsiteX22107" fmla="*/ 1092450 w 4954903"/>
                <a:gd name="connsiteY22107" fmla="*/ 523671 h 4882701"/>
                <a:gd name="connsiteX22108" fmla="*/ 1095235 w 4954903"/>
                <a:gd name="connsiteY22108" fmla="*/ 521139 h 4882701"/>
                <a:gd name="connsiteX22109" fmla="*/ 1098274 w 4954903"/>
                <a:gd name="connsiteY22109" fmla="*/ 514808 h 4882701"/>
                <a:gd name="connsiteX22110" fmla="*/ 1078269 w 4954903"/>
                <a:gd name="connsiteY22110" fmla="*/ 531015 h 4882701"/>
                <a:gd name="connsiteX22111" fmla="*/ 1059024 w 4954903"/>
                <a:gd name="connsiteY22111" fmla="*/ 532787 h 4882701"/>
                <a:gd name="connsiteX22112" fmla="*/ 1072951 w 4954903"/>
                <a:gd name="connsiteY22112" fmla="*/ 525190 h 4882701"/>
                <a:gd name="connsiteX22113" fmla="*/ 1075737 w 4954903"/>
                <a:gd name="connsiteY22113" fmla="*/ 522658 h 4882701"/>
                <a:gd name="connsiteX22114" fmla="*/ 1079282 w 4954903"/>
                <a:gd name="connsiteY22114" fmla="*/ 516328 h 4882701"/>
                <a:gd name="connsiteX22115" fmla="*/ 1059024 w 4954903"/>
                <a:gd name="connsiteY22115" fmla="*/ 532787 h 4882701"/>
                <a:gd name="connsiteX22116" fmla="*/ 1040792 w 4954903"/>
                <a:gd name="connsiteY22116" fmla="*/ 534560 h 4882701"/>
                <a:gd name="connsiteX22117" fmla="*/ 1054466 w 4954903"/>
                <a:gd name="connsiteY22117" fmla="*/ 526963 h 4882701"/>
                <a:gd name="connsiteX22118" fmla="*/ 1058264 w 4954903"/>
                <a:gd name="connsiteY22118" fmla="*/ 523671 h 4882701"/>
                <a:gd name="connsiteX22119" fmla="*/ 1061303 w 4954903"/>
                <a:gd name="connsiteY22119" fmla="*/ 518100 h 4882701"/>
                <a:gd name="connsiteX22120" fmla="*/ 1040792 w 4954903"/>
                <a:gd name="connsiteY22120" fmla="*/ 534560 h 4882701"/>
                <a:gd name="connsiteX22121" fmla="*/ 1023572 w 4954903"/>
                <a:gd name="connsiteY22121" fmla="*/ 536332 h 4882701"/>
                <a:gd name="connsiteX22122" fmla="*/ 1036993 w 4954903"/>
                <a:gd name="connsiteY22122" fmla="*/ 528736 h 4882701"/>
                <a:gd name="connsiteX22123" fmla="*/ 1040792 w 4954903"/>
                <a:gd name="connsiteY22123" fmla="*/ 525444 h 4882701"/>
                <a:gd name="connsiteX22124" fmla="*/ 1044084 w 4954903"/>
                <a:gd name="connsiteY22124" fmla="*/ 519873 h 4882701"/>
                <a:gd name="connsiteX22125" fmla="*/ 1023572 w 4954903"/>
                <a:gd name="connsiteY22125" fmla="*/ 536332 h 4882701"/>
                <a:gd name="connsiteX22126" fmla="*/ 1007366 w 4954903"/>
                <a:gd name="connsiteY22126" fmla="*/ 537852 h 4882701"/>
                <a:gd name="connsiteX22127" fmla="*/ 1020534 w 4954903"/>
                <a:gd name="connsiteY22127" fmla="*/ 530255 h 4882701"/>
                <a:gd name="connsiteX22128" fmla="*/ 1020534 w 4954903"/>
                <a:gd name="connsiteY22128" fmla="*/ 530255 h 4882701"/>
                <a:gd name="connsiteX22129" fmla="*/ 1025092 w 4954903"/>
                <a:gd name="connsiteY22129" fmla="*/ 526203 h 4882701"/>
                <a:gd name="connsiteX22130" fmla="*/ 1027877 w 4954903"/>
                <a:gd name="connsiteY22130" fmla="*/ 521392 h 4882701"/>
                <a:gd name="connsiteX22131" fmla="*/ 1007366 w 4954903"/>
                <a:gd name="connsiteY22131" fmla="*/ 537852 h 4882701"/>
                <a:gd name="connsiteX22132" fmla="*/ 992172 w 4954903"/>
                <a:gd name="connsiteY22132" fmla="*/ 540131 h 4882701"/>
                <a:gd name="connsiteX22133" fmla="*/ 1005087 w 4954903"/>
                <a:gd name="connsiteY22133" fmla="*/ 532281 h 4882701"/>
                <a:gd name="connsiteX22134" fmla="*/ 1009898 w 4954903"/>
                <a:gd name="connsiteY22134" fmla="*/ 528229 h 4882701"/>
                <a:gd name="connsiteX22135" fmla="*/ 1012937 w 4954903"/>
                <a:gd name="connsiteY22135" fmla="*/ 523418 h 4882701"/>
                <a:gd name="connsiteX22136" fmla="*/ 992172 w 4954903"/>
                <a:gd name="connsiteY22136" fmla="*/ 540131 h 4882701"/>
                <a:gd name="connsiteX22137" fmla="*/ 978245 w 4954903"/>
                <a:gd name="connsiteY22137" fmla="*/ 541903 h 4882701"/>
                <a:gd name="connsiteX22138" fmla="*/ 990906 w 4954903"/>
                <a:gd name="connsiteY22138" fmla="*/ 533800 h 4882701"/>
                <a:gd name="connsiteX22139" fmla="*/ 999516 w 4954903"/>
                <a:gd name="connsiteY22139" fmla="*/ 524937 h 4882701"/>
                <a:gd name="connsiteX22140" fmla="*/ 999009 w 4954903"/>
                <a:gd name="connsiteY22140" fmla="*/ 524937 h 4882701"/>
                <a:gd name="connsiteX22141" fmla="*/ 978245 w 4954903"/>
                <a:gd name="connsiteY22141" fmla="*/ 541903 h 4882701"/>
                <a:gd name="connsiteX22142" fmla="*/ 4078489 w 4954903"/>
                <a:gd name="connsiteY22142" fmla="*/ 584192 h 4882701"/>
                <a:gd name="connsiteX22143" fmla="*/ 4057471 w 4954903"/>
                <a:gd name="connsiteY22143" fmla="*/ 566466 h 4882701"/>
                <a:gd name="connsiteX22144" fmla="*/ 4078489 w 4954903"/>
                <a:gd name="connsiteY22144" fmla="*/ 584192 h 4882701"/>
                <a:gd name="connsiteX22145" fmla="*/ 4078489 w 4954903"/>
                <a:gd name="connsiteY22145" fmla="*/ 584192 h 4882701"/>
                <a:gd name="connsiteX22146" fmla="*/ 4066588 w 4954903"/>
                <a:gd name="connsiteY22146" fmla="*/ 574316 h 4882701"/>
                <a:gd name="connsiteX22147" fmla="*/ 4054180 w 4954903"/>
                <a:gd name="connsiteY22147" fmla="*/ 564187 h 4882701"/>
                <a:gd name="connsiteX22148" fmla="*/ 4075197 w 4954903"/>
                <a:gd name="connsiteY22148" fmla="*/ 581913 h 4882701"/>
                <a:gd name="connsiteX22149" fmla="*/ 4066588 w 4954903"/>
                <a:gd name="connsiteY22149" fmla="*/ 574316 h 4882701"/>
                <a:gd name="connsiteX22150" fmla="*/ 4062283 w 4954903"/>
                <a:gd name="connsiteY22150" fmla="*/ 572037 h 4882701"/>
                <a:gd name="connsiteX22151" fmla="*/ 4049621 w 4954903"/>
                <a:gd name="connsiteY22151" fmla="*/ 561908 h 4882701"/>
                <a:gd name="connsiteX22152" fmla="*/ 4049621 w 4954903"/>
                <a:gd name="connsiteY22152" fmla="*/ 561908 h 4882701"/>
                <a:gd name="connsiteX22153" fmla="*/ 4070639 w 4954903"/>
                <a:gd name="connsiteY22153" fmla="*/ 579381 h 4882701"/>
                <a:gd name="connsiteX22154" fmla="*/ 4062283 w 4954903"/>
                <a:gd name="connsiteY22154" fmla="*/ 572037 h 4882701"/>
                <a:gd name="connsiteX22155" fmla="*/ 4064562 w 4954903"/>
                <a:gd name="connsiteY22155" fmla="*/ 577102 h 4882701"/>
                <a:gd name="connsiteX22156" fmla="*/ 4064562 w 4954903"/>
                <a:gd name="connsiteY22156" fmla="*/ 577102 h 4882701"/>
                <a:gd name="connsiteX22157" fmla="*/ 4056459 w 4954903"/>
                <a:gd name="connsiteY22157" fmla="*/ 569505 h 4882701"/>
                <a:gd name="connsiteX22158" fmla="*/ 4043544 w 4954903"/>
                <a:gd name="connsiteY22158" fmla="*/ 559376 h 4882701"/>
                <a:gd name="connsiteX22159" fmla="*/ 4043544 w 4954903"/>
                <a:gd name="connsiteY22159" fmla="*/ 559376 h 4882701"/>
                <a:gd name="connsiteX22160" fmla="*/ 4064562 w 4954903"/>
                <a:gd name="connsiteY22160" fmla="*/ 577102 h 4882701"/>
                <a:gd name="connsiteX22161" fmla="*/ 4057471 w 4954903"/>
                <a:gd name="connsiteY22161" fmla="*/ 574823 h 4882701"/>
                <a:gd name="connsiteX22162" fmla="*/ 4057471 w 4954903"/>
                <a:gd name="connsiteY22162" fmla="*/ 574823 h 4882701"/>
                <a:gd name="connsiteX22163" fmla="*/ 4049875 w 4954903"/>
                <a:gd name="connsiteY22163" fmla="*/ 567479 h 4882701"/>
                <a:gd name="connsiteX22164" fmla="*/ 4036707 w 4954903"/>
                <a:gd name="connsiteY22164" fmla="*/ 557350 h 4882701"/>
                <a:gd name="connsiteX22165" fmla="*/ 4036454 w 4954903"/>
                <a:gd name="connsiteY22165" fmla="*/ 557350 h 4882701"/>
                <a:gd name="connsiteX22166" fmla="*/ 4057471 w 4954903"/>
                <a:gd name="connsiteY22166" fmla="*/ 574823 h 4882701"/>
                <a:gd name="connsiteX22167" fmla="*/ 4041518 w 4954903"/>
                <a:gd name="connsiteY22167" fmla="*/ 564947 h 4882701"/>
                <a:gd name="connsiteX22168" fmla="*/ 4028097 w 4954903"/>
                <a:gd name="connsiteY22168" fmla="*/ 554818 h 4882701"/>
                <a:gd name="connsiteX22169" fmla="*/ 4027844 w 4954903"/>
                <a:gd name="connsiteY22169" fmla="*/ 554818 h 4882701"/>
                <a:gd name="connsiteX22170" fmla="*/ 4049115 w 4954903"/>
                <a:gd name="connsiteY22170" fmla="*/ 572290 h 4882701"/>
                <a:gd name="connsiteX22171" fmla="*/ 4041518 w 4954903"/>
                <a:gd name="connsiteY22171" fmla="*/ 564947 h 4882701"/>
                <a:gd name="connsiteX22172" fmla="*/ 4018475 w 4954903"/>
                <a:gd name="connsiteY22172" fmla="*/ 552286 h 4882701"/>
                <a:gd name="connsiteX22173" fmla="*/ 4018475 w 4954903"/>
                <a:gd name="connsiteY22173" fmla="*/ 552286 h 4882701"/>
                <a:gd name="connsiteX22174" fmla="*/ 4039493 w 4954903"/>
                <a:gd name="connsiteY22174" fmla="*/ 569758 h 4882701"/>
                <a:gd name="connsiteX22175" fmla="*/ 4039493 w 4954903"/>
                <a:gd name="connsiteY22175" fmla="*/ 569758 h 4882701"/>
                <a:gd name="connsiteX22176" fmla="*/ 4032149 w 4954903"/>
                <a:gd name="connsiteY22176" fmla="*/ 562415 h 4882701"/>
                <a:gd name="connsiteX22177" fmla="*/ 4018475 w 4954903"/>
                <a:gd name="connsiteY22177" fmla="*/ 552286 h 4882701"/>
                <a:gd name="connsiteX22178" fmla="*/ 4018475 w 4954903"/>
                <a:gd name="connsiteY22178" fmla="*/ 552286 h 4882701"/>
                <a:gd name="connsiteX22179" fmla="*/ 4007586 w 4954903"/>
                <a:gd name="connsiteY22179" fmla="*/ 550007 h 4882701"/>
                <a:gd name="connsiteX22180" fmla="*/ 4028604 w 4954903"/>
                <a:gd name="connsiteY22180" fmla="*/ 567479 h 4882701"/>
                <a:gd name="connsiteX22181" fmla="*/ 4021513 w 4954903"/>
                <a:gd name="connsiteY22181" fmla="*/ 560136 h 4882701"/>
                <a:gd name="connsiteX22182" fmla="*/ 4007839 w 4954903"/>
                <a:gd name="connsiteY22182" fmla="*/ 550007 h 4882701"/>
                <a:gd name="connsiteX22183" fmla="*/ 4007586 w 4954903"/>
                <a:gd name="connsiteY22183" fmla="*/ 550007 h 4882701"/>
                <a:gd name="connsiteX22184" fmla="*/ 3995684 w 4954903"/>
                <a:gd name="connsiteY22184" fmla="*/ 547728 h 4882701"/>
                <a:gd name="connsiteX22185" fmla="*/ 4016702 w 4954903"/>
                <a:gd name="connsiteY22185" fmla="*/ 565200 h 4882701"/>
                <a:gd name="connsiteX22186" fmla="*/ 4009865 w 4954903"/>
                <a:gd name="connsiteY22186" fmla="*/ 557857 h 4882701"/>
                <a:gd name="connsiteX22187" fmla="*/ 3995938 w 4954903"/>
                <a:gd name="connsiteY22187" fmla="*/ 547728 h 4882701"/>
                <a:gd name="connsiteX22188" fmla="*/ 3995684 w 4954903"/>
                <a:gd name="connsiteY22188" fmla="*/ 547728 h 4882701"/>
                <a:gd name="connsiteX22189" fmla="*/ 3982770 w 4954903"/>
                <a:gd name="connsiteY22189" fmla="*/ 545195 h 4882701"/>
                <a:gd name="connsiteX22190" fmla="*/ 4003788 w 4954903"/>
                <a:gd name="connsiteY22190" fmla="*/ 562415 h 4882701"/>
                <a:gd name="connsiteX22191" fmla="*/ 3997457 w 4954903"/>
                <a:gd name="connsiteY22191" fmla="*/ 555071 h 4882701"/>
                <a:gd name="connsiteX22192" fmla="*/ 3983276 w 4954903"/>
                <a:gd name="connsiteY22192" fmla="*/ 544942 h 4882701"/>
                <a:gd name="connsiteX22193" fmla="*/ 3982770 w 4954903"/>
                <a:gd name="connsiteY22193" fmla="*/ 545195 h 4882701"/>
                <a:gd name="connsiteX22194" fmla="*/ 3969096 w 4954903"/>
                <a:gd name="connsiteY22194" fmla="*/ 542916 h 4882701"/>
                <a:gd name="connsiteX22195" fmla="*/ 3968589 w 4954903"/>
                <a:gd name="connsiteY22195" fmla="*/ 542916 h 4882701"/>
                <a:gd name="connsiteX22196" fmla="*/ 3989354 w 4954903"/>
                <a:gd name="connsiteY22196" fmla="*/ 560389 h 4882701"/>
                <a:gd name="connsiteX22197" fmla="*/ 3983276 w 4954903"/>
                <a:gd name="connsiteY22197" fmla="*/ 553045 h 4882701"/>
                <a:gd name="connsiteX22198" fmla="*/ 3969096 w 4954903"/>
                <a:gd name="connsiteY22198" fmla="*/ 542916 h 4882701"/>
                <a:gd name="connsiteX22199" fmla="*/ 3953902 w 4954903"/>
                <a:gd name="connsiteY22199" fmla="*/ 540384 h 4882701"/>
                <a:gd name="connsiteX22200" fmla="*/ 3953396 w 4954903"/>
                <a:gd name="connsiteY22200" fmla="*/ 540384 h 4882701"/>
                <a:gd name="connsiteX22201" fmla="*/ 3973907 w 4954903"/>
                <a:gd name="connsiteY22201" fmla="*/ 557857 h 4882701"/>
                <a:gd name="connsiteX22202" fmla="*/ 3968336 w 4954903"/>
                <a:gd name="connsiteY22202" fmla="*/ 550513 h 4882701"/>
                <a:gd name="connsiteX22203" fmla="*/ 3953902 w 4954903"/>
                <a:gd name="connsiteY22203" fmla="*/ 540384 h 4882701"/>
                <a:gd name="connsiteX22204" fmla="*/ 3937696 w 4954903"/>
                <a:gd name="connsiteY22204" fmla="*/ 538105 h 4882701"/>
                <a:gd name="connsiteX22205" fmla="*/ 3936936 w 4954903"/>
                <a:gd name="connsiteY22205" fmla="*/ 538358 h 4882701"/>
                <a:gd name="connsiteX22206" fmla="*/ 3957447 w 4954903"/>
                <a:gd name="connsiteY22206" fmla="*/ 555578 h 4882701"/>
                <a:gd name="connsiteX22207" fmla="*/ 3952130 w 4954903"/>
                <a:gd name="connsiteY22207" fmla="*/ 548234 h 4882701"/>
                <a:gd name="connsiteX22208" fmla="*/ 3937696 w 4954903"/>
                <a:gd name="connsiteY22208" fmla="*/ 538105 h 4882701"/>
                <a:gd name="connsiteX22209" fmla="*/ 3920476 w 4954903"/>
                <a:gd name="connsiteY22209" fmla="*/ 535826 h 4882701"/>
                <a:gd name="connsiteX22210" fmla="*/ 3919716 w 4954903"/>
                <a:gd name="connsiteY22210" fmla="*/ 536079 h 4882701"/>
                <a:gd name="connsiteX22211" fmla="*/ 3940228 w 4954903"/>
                <a:gd name="connsiteY22211" fmla="*/ 553299 h 4882701"/>
                <a:gd name="connsiteX22212" fmla="*/ 3935163 w 4954903"/>
                <a:gd name="connsiteY22212" fmla="*/ 545955 h 4882701"/>
                <a:gd name="connsiteX22213" fmla="*/ 3920476 w 4954903"/>
                <a:gd name="connsiteY22213" fmla="*/ 535826 h 4882701"/>
                <a:gd name="connsiteX22214" fmla="*/ 3420355 w 4954903"/>
                <a:gd name="connsiteY22214" fmla="*/ 495563 h 4882701"/>
                <a:gd name="connsiteX22215" fmla="*/ 3433523 w 4954903"/>
                <a:gd name="connsiteY22215" fmla="*/ 511516 h 4882701"/>
                <a:gd name="connsiteX22216" fmla="*/ 3437321 w 4954903"/>
                <a:gd name="connsiteY22216" fmla="*/ 504679 h 4882701"/>
                <a:gd name="connsiteX22217" fmla="*/ 3422887 w 4954903"/>
                <a:gd name="connsiteY22217" fmla="*/ 495057 h 4882701"/>
                <a:gd name="connsiteX22218" fmla="*/ 3420355 w 4954903"/>
                <a:gd name="connsiteY22218" fmla="*/ 495563 h 4882701"/>
                <a:gd name="connsiteX22219" fmla="*/ 1495585 w 4954903"/>
                <a:gd name="connsiteY22219" fmla="*/ 470747 h 4882701"/>
                <a:gd name="connsiteX22220" fmla="*/ 1496345 w 4954903"/>
                <a:gd name="connsiteY22220" fmla="*/ 462137 h 4882701"/>
                <a:gd name="connsiteX22221" fmla="*/ 1478872 w 4954903"/>
                <a:gd name="connsiteY22221" fmla="*/ 476065 h 4882701"/>
                <a:gd name="connsiteX22222" fmla="*/ 1495585 w 4954903"/>
                <a:gd name="connsiteY22222" fmla="*/ 470747 h 4882701"/>
                <a:gd name="connsiteX22223" fmla="*/ 1405943 w 4954903"/>
                <a:gd name="connsiteY22223" fmla="*/ 464669 h 4882701"/>
                <a:gd name="connsiteX22224" fmla="*/ 1387711 w 4954903"/>
                <a:gd name="connsiteY22224" fmla="*/ 479357 h 4882701"/>
                <a:gd name="connsiteX22225" fmla="*/ 1403918 w 4954903"/>
                <a:gd name="connsiteY22225" fmla="*/ 473532 h 4882701"/>
                <a:gd name="connsiteX22226" fmla="*/ 1405943 w 4954903"/>
                <a:gd name="connsiteY22226" fmla="*/ 464669 h 4882701"/>
                <a:gd name="connsiteX22227" fmla="*/ 1377329 w 4954903"/>
                <a:gd name="connsiteY22227" fmla="*/ 465682 h 4882701"/>
                <a:gd name="connsiteX22228" fmla="*/ 1358843 w 4954903"/>
                <a:gd name="connsiteY22228" fmla="*/ 480369 h 4882701"/>
                <a:gd name="connsiteX22229" fmla="*/ 1374797 w 4954903"/>
                <a:gd name="connsiteY22229" fmla="*/ 474545 h 4882701"/>
                <a:gd name="connsiteX22230" fmla="*/ 1377329 w 4954903"/>
                <a:gd name="connsiteY22230" fmla="*/ 465682 h 4882701"/>
                <a:gd name="connsiteX22231" fmla="*/ 1349727 w 4954903"/>
                <a:gd name="connsiteY22231" fmla="*/ 466695 h 4882701"/>
                <a:gd name="connsiteX22232" fmla="*/ 1330989 w 4954903"/>
                <a:gd name="connsiteY22232" fmla="*/ 481382 h 4882701"/>
                <a:gd name="connsiteX22233" fmla="*/ 1346942 w 4954903"/>
                <a:gd name="connsiteY22233" fmla="*/ 475558 h 4882701"/>
                <a:gd name="connsiteX22234" fmla="*/ 1349727 w 4954903"/>
                <a:gd name="connsiteY22234" fmla="*/ 466695 h 4882701"/>
                <a:gd name="connsiteX22235" fmla="*/ 1320606 w 4954903"/>
                <a:gd name="connsiteY22235" fmla="*/ 475811 h 4882701"/>
                <a:gd name="connsiteX22236" fmla="*/ 1322885 w 4954903"/>
                <a:gd name="connsiteY22236" fmla="*/ 467961 h 4882701"/>
                <a:gd name="connsiteX22237" fmla="*/ 1303893 w 4954903"/>
                <a:gd name="connsiteY22237" fmla="*/ 483155 h 4882701"/>
                <a:gd name="connsiteX22238" fmla="*/ 1319593 w 4954903"/>
                <a:gd name="connsiteY22238" fmla="*/ 476824 h 4882701"/>
                <a:gd name="connsiteX22239" fmla="*/ 1320606 w 4954903"/>
                <a:gd name="connsiteY22239" fmla="*/ 475811 h 4882701"/>
                <a:gd name="connsiteX22240" fmla="*/ 1277811 w 4954903"/>
                <a:gd name="connsiteY22240" fmla="*/ 484168 h 4882701"/>
                <a:gd name="connsiteX22241" fmla="*/ 1293258 w 4954903"/>
                <a:gd name="connsiteY22241" fmla="*/ 477837 h 4882701"/>
                <a:gd name="connsiteX22242" fmla="*/ 1294271 w 4954903"/>
                <a:gd name="connsiteY22242" fmla="*/ 477078 h 4882701"/>
                <a:gd name="connsiteX22243" fmla="*/ 1297056 w 4954903"/>
                <a:gd name="connsiteY22243" fmla="*/ 469228 h 4882701"/>
                <a:gd name="connsiteX22244" fmla="*/ 1277811 w 4954903"/>
                <a:gd name="connsiteY22244" fmla="*/ 484168 h 4882701"/>
                <a:gd name="connsiteX22245" fmla="*/ 1252488 w 4954903"/>
                <a:gd name="connsiteY22245" fmla="*/ 485434 h 4882701"/>
                <a:gd name="connsiteX22246" fmla="*/ 1267682 w 4954903"/>
                <a:gd name="connsiteY22246" fmla="*/ 478850 h 4882701"/>
                <a:gd name="connsiteX22247" fmla="*/ 1268695 w 4954903"/>
                <a:gd name="connsiteY22247" fmla="*/ 478090 h 4882701"/>
                <a:gd name="connsiteX22248" fmla="*/ 1271734 w 4954903"/>
                <a:gd name="connsiteY22248" fmla="*/ 470240 h 4882701"/>
                <a:gd name="connsiteX22249" fmla="*/ 1252488 w 4954903"/>
                <a:gd name="connsiteY22249" fmla="*/ 485434 h 4882701"/>
                <a:gd name="connsiteX22250" fmla="*/ 1228179 w 4954903"/>
                <a:gd name="connsiteY22250" fmla="*/ 486700 h 4882701"/>
                <a:gd name="connsiteX22251" fmla="*/ 1243372 w 4954903"/>
                <a:gd name="connsiteY22251" fmla="*/ 480116 h 4882701"/>
                <a:gd name="connsiteX22252" fmla="*/ 1245145 w 4954903"/>
                <a:gd name="connsiteY22252" fmla="*/ 478344 h 4882701"/>
                <a:gd name="connsiteX22253" fmla="*/ 1247677 w 4954903"/>
                <a:gd name="connsiteY22253" fmla="*/ 471253 h 4882701"/>
                <a:gd name="connsiteX22254" fmla="*/ 1228179 w 4954903"/>
                <a:gd name="connsiteY22254" fmla="*/ 486700 h 4882701"/>
                <a:gd name="connsiteX22255" fmla="*/ 1204882 w 4954903"/>
                <a:gd name="connsiteY22255" fmla="*/ 487966 h 4882701"/>
                <a:gd name="connsiteX22256" fmla="*/ 1219822 w 4954903"/>
                <a:gd name="connsiteY22256" fmla="*/ 481382 h 4882701"/>
                <a:gd name="connsiteX22257" fmla="*/ 1221595 w 4954903"/>
                <a:gd name="connsiteY22257" fmla="*/ 479610 h 4882701"/>
                <a:gd name="connsiteX22258" fmla="*/ 1224634 w 4954903"/>
                <a:gd name="connsiteY22258" fmla="*/ 472519 h 4882701"/>
                <a:gd name="connsiteX22259" fmla="*/ 1204882 w 4954903"/>
                <a:gd name="connsiteY22259" fmla="*/ 487966 h 4882701"/>
                <a:gd name="connsiteX22260" fmla="*/ 1198805 w 4954903"/>
                <a:gd name="connsiteY22260" fmla="*/ 481129 h 4882701"/>
                <a:gd name="connsiteX22261" fmla="*/ 1202097 w 4954903"/>
                <a:gd name="connsiteY22261" fmla="*/ 474039 h 4882701"/>
                <a:gd name="connsiteX22262" fmla="*/ 1182092 w 4954903"/>
                <a:gd name="connsiteY22262" fmla="*/ 489739 h 4882701"/>
                <a:gd name="connsiteX22263" fmla="*/ 1196779 w 4954903"/>
                <a:gd name="connsiteY22263" fmla="*/ 482902 h 4882701"/>
                <a:gd name="connsiteX22264" fmla="*/ 1198805 w 4954903"/>
                <a:gd name="connsiteY22264" fmla="*/ 481129 h 4882701"/>
                <a:gd name="connsiteX22265" fmla="*/ 1160568 w 4954903"/>
                <a:gd name="connsiteY22265" fmla="*/ 491005 h 4882701"/>
                <a:gd name="connsiteX22266" fmla="*/ 1175255 w 4954903"/>
                <a:gd name="connsiteY22266" fmla="*/ 484168 h 4882701"/>
                <a:gd name="connsiteX22267" fmla="*/ 1178040 w 4954903"/>
                <a:gd name="connsiteY22267" fmla="*/ 481636 h 4882701"/>
                <a:gd name="connsiteX22268" fmla="*/ 1180826 w 4954903"/>
                <a:gd name="connsiteY22268" fmla="*/ 475558 h 4882701"/>
                <a:gd name="connsiteX22269" fmla="*/ 1160568 w 4954903"/>
                <a:gd name="connsiteY22269" fmla="*/ 491005 h 4882701"/>
                <a:gd name="connsiteX22270" fmla="*/ 1139803 w 4954903"/>
                <a:gd name="connsiteY22270" fmla="*/ 492524 h 4882701"/>
                <a:gd name="connsiteX22271" fmla="*/ 1153984 w 4954903"/>
                <a:gd name="connsiteY22271" fmla="*/ 485434 h 4882701"/>
                <a:gd name="connsiteX22272" fmla="*/ 1156769 w 4954903"/>
                <a:gd name="connsiteY22272" fmla="*/ 482902 h 4882701"/>
                <a:gd name="connsiteX22273" fmla="*/ 1159808 w 4954903"/>
                <a:gd name="connsiteY22273" fmla="*/ 476824 h 4882701"/>
                <a:gd name="connsiteX22274" fmla="*/ 1139803 w 4954903"/>
                <a:gd name="connsiteY22274" fmla="*/ 492524 h 4882701"/>
                <a:gd name="connsiteX22275" fmla="*/ 1120305 w 4954903"/>
                <a:gd name="connsiteY22275" fmla="*/ 494044 h 4882701"/>
                <a:gd name="connsiteX22276" fmla="*/ 1134485 w 4954903"/>
                <a:gd name="connsiteY22276" fmla="*/ 486953 h 4882701"/>
                <a:gd name="connsiteX22277" fmla="*/ 1138284 w 4954903"/>
                <a:gd name="connsiteY22277" fmla="*/ 483661 h 4882701"/>
                <a:gd name="connsiteX22278" fmla="*/ 1140816 w 4954903"/>
                <a:gd name="connsiteY22278" fmla="*/ 478344 h 4882701"/>
                <a:gd name="connsiteX22279" fmla="*/ 1120305 w 4954903"/>
                <a:gd name="connsiteY22279" fmla="*/ 494044 h 4882701"/>
                <a:gd name="connsiteX22280" fmla="*/ 1101566 w 4954903"/>
                <a:gd name="connsiteY22280" fmla="*/ 496069 h 4882701"/>
                <a:gd name="connsiteX22281" fmla="*/ 1115493 w 4954903"/>
                <a:gd name="connsiteY22281" fmla="*/ 488726 h 4882701"/>
                <a:gd name="connsiteX22282" fmla="*/ 1119292 w 4954903"/>
                <a:gd name="connsiteY22282" fmla="*/ 485434 h 4882701"/>
                <a:gd name="connsiteX22283" fmla="*/ 1122330 w 4954903"/>
                <a:gd name="connsiteY22283" fmla="*/ 480116 h 4882701"/>
                <a:gd name="connsiteX22284" fmla="*/ 1101566 w 4954903"/>
                <a:gd name="connsiteY22284" fmla="*/ 496069 h 4882701"/>
                <a:gd name="connsiteX22285" fmla="*/ 1083587 w 4954903"/>
                <a:gd name="connsiteY22285" fmla="*/ 497589 h 4882701"/>
                <a:gd name="connsiteX22286" fmla="*/ 1097261 w 4954903"/>
                <a:gd name="connsiteY22286" fmla="*/ 490245 h 4882701"/>
                <a:gd name="connsiteX22287" fmla="*/ 1101819 w 4954903"/>
                <a:gd name="connsiteY22287" fmla="*/ 486194 h 4882701"/>
                <a:gd name="connsiteX22288" fmla="*/ 1104098 w 4954903"/>
                <a:gd name="connsiteY22288" fmla="*/ 481636 h 4882701"/>
                <a:gd name="connsiteX22289" fmla="*/ 1083587 w 4954903"/>
                <a:gd name="connsiteY22289" fmla="*/ 497589 h 4882701"/>
                <a:gd name="connsiteX22290" fmla="*/ 1067127 w 4954903"/>
                <a:gd name="connsiteY22290" fmla="*/ 499108 h 4882701"/>
                <a:gd name="connsiteX22291" fmla="*/ 1080548 w 4954903"/>
                <a:gd name="connsiteY22291" fmla="*/ 491765 h 4882701"/>
                <a:gd name="connsiteX22292" fmla="*/ 1085866 w 4954903"/>
                <a:gd name="connsiteY22292" fmla="*/ 486953 h 4882701"/>
                <a:gd name="connsiteX22293" fmla="*/ 1087892 w 4954903"/>
                <a:gd name="connsiteY22293" fmla="*/ 482902 h 4882701"/>
                <a:gd name="connsiteX22294" fmla="*/ 1067127 w 4954903"/>
                <a:gd name="connsiteY22294" fmla="*/ 499108 h 4882701"/>
                <a:gd name="connsiteX22295" fmla="*/ 1051427 w 4954903"/>
                <a:gd name="connsiteY22295" fmla="*/ 500881 h 4882701"/>
                <a:gd name="connsiteX22296" fmla="*/ 1064595 w 4954903"/>
                <a:gd name="connsiteY22296" fmla="*/ 493537 h 4882701"/>
                <a:gd name="connsiteX22297" fmla="*/ 1070166 w 4954903"/>
                <a:gd name="connsiteY22297" fmla="*/ 488726 h 4882701"/>
                <a:gd name="connsiteX22298" fmla="*/ 1072445 w 4954903"/>
                <a:gd name="connsiteY22298" fmla="*/ 484674 h 4882701"/>
                <a:gd name="connsiteX22299" fmla="*/ 1051427 w 4954903"/>
                <a:gd name="connsiteY22299" fmla="*/ 500881 h 4882701"/>
                <a:gd name="connsiteX22300" fmla="*/ 1057758 w 4954903"/>
                <a:gd name="connsiteY22300" fmla="*/ 486447 h 4882701"/>
                <a:gd name="connsiteX22301" fmla="*/ 1036740 w 4954903"/>
                <a:gd name="connsiteY22301" fmla="*/ 502907 h 4882701"/>
                <a:gd name="connsiteX22302" fmla="*/ 1049908 w 4954903"/>
                <a:gd name="connsiteY22302" fmla="*/ 495310 h 4882701"/>
                <a:gd name="connsiteX22303" fmla="*/ 1056238 w 4954903"/>
                <a:gd name="connsiteY22303" fmla="*/ 489992 h 4882701"/>
                <a:gd name="connsiteX22304" fmla="*/ 1057758 w 4954903"/>
                <a:gd name="connsiteY22304" fmla="*/ 486447 h 4882701"/>
                <a:gd name="connsiteX22305" fmla="*/ 1023066 w 4954903"/>
                <a:gd name="connsiteY22305" fmla="*/ 504932 h 4882701"/>
                <a:gd name="connsiteX22306" fmla="*/ 1035727 w 4954903"/>
                <a:gd name="connsiteY22306" fmla="*/ 497082 h 4882701"/>
                <a:gd name="connsiteX22307" fmla="*/ 1044590 w 4954903"/>
                <a:gd name="connsiteY22307" fmla="*/ 488473 h 4882701"/>
                <a:gd name="connsiteX22308" fmla="*/ 1044084 w 4954903"/>
                <a:gd name="connsiteY22308" fmla="*/ 488473 h 4882701"/>
                <a:gd name="connsiteX22309" fmla="*/ 1023066 w 4954903"/>
                <a:gd name="connsiteY22309" fmla="*/ 504932 h 4882701"/>
                <a:gd name="connsiteX22310" fmla="*/ 1010405 w 4954903"/>
                <a:gd name="connsiteY22310" fmla="*/ 506705 h 4882701"/>
                <a:gd name="connsiteX22311" fmla="*/ 1023066 w 4954903"/>
                <a:gd name="connsiteY22311" fmla="*/ 498855 h 4882701"/>
                <a:gd name="connsiteX22312" fmla="*/ 1032182 w 4954903"/>
                <a:gd name="connsiteY22312" fmla="*/ 490245 h 4882701"/>
                <a:gd name="connsiteX22313" fmla="*/ 1031929 w 4954903"/>
                <a:gd name="connsiteY22313" fmla="*/ 490245 h 4882701"/>
                <a:gd name="connsiteX22314" fmla="*/ 1010405 w 4954903"/>
                <a:gd name="connsiteY22314" fmla="*/ 506705 h 4882701"/>
                <a:gd name="connsiteX22315" fmla="*/ 4030376 w 4954903"/>
                <a:gd name="connsiteY22315" fmla="*/ 544436 h 4882701"/>
                <a:gd name="connsiteX22316" fmla="*/ 4012904 w 4954903"/>
                <a:gd name="connsiteY22316" fmla="*/ 530255 h 4882701"/>
                <a:gd name="connsiteX22317" fmla="*/ 4029870 w 4954903"/>
                <a:gd name="connsiteY22317" fmla="*/ 543929 h 4882701"/>
                <a:gd name="connsiteX22318" fmla="*/ 4030376 w 4954903"/>
                <a:gd name="connsiteY22318" fmla="*/ 544436 h 4882701"/>
                <a:gd name="connsiteX22319" fmla="*/ 4019994 w 4954903"/>
                <a:gd name="connsiteY22319" fmla="*/ 536079 h 4882701"/>
                <a:gd name="connsiteX22320" fmla="*/ 4007333 w 4954903"/>
                <a:gd name="connsiteY22320" fmla="*/ 526203 h 4882701"/>
                <a:gd name="connsiteX22321" fmla="*/ 4028857 w 4954903"/>
                <a:gd name="connsiteY22321" fmla="*/ 543423 h 4882701"/>
                <a:gd name="connsiteX22322" fmla="*/ 4019994 w 4954903"/>
                <a:gd name="connsiteY22322" fmla="*/ 536079 h 4882701"/>
                <a:gd name="connsiteX22323" fmla="*/ 4011638 w 4954903"/>
                <a:gd name="connsiteY22323" fmla="*/ 536586 h 4882701"/>
                <a:gd name="connsiteX22324" fmla="*/ 4011638 w 4954903"/>
                <a:gd name="connsiteY22324" fmla="*/ 536586 h 4882701"/>
                <a:gd name="connsiteX22325" fmla="*/ 4003788 w 4954903"/>
                <a:gd name="connsiteY22325" fmla="*/ 529495 h 4882701"/>
                <a:gd name="connsiteX22326" fmla="*/ 3990367 w 4954903"/>
                <a:gd name="connsiteY22326" fmla="*/ 519619 h 4882701"/>
                <a:gd name="connsiteX22327" fmla="*/ 3990114 w 4954903"/>
                <a:gd name="connsiteY22327" fmla="*/ 519619 h 4882701"/>
                <a:gd name="connsiteX22328" fmla="*/ 4011638 w 4954903"/>
                <a:gd name="connsiteY22328" fmla="*/ 536586 h 4882701"/>
                <a:gd name="connsiteX22329" fmla="*/ 4003535 w 4954903"/>
                <a:gd name="connsiteY22329" fmla="*/ 534053 h 4882701"/>
                <a:gd name="connsiteX22330" fmla="*/ 3995938 w 4954903"/>
                <a:gd name="connsiteY22330" fmla="*/ 526963 h 4882701"/>
                <a:gd name="connsiteX22331" fmla="*/ 3982263 w 4954903"/>
                <a:gd name="connsiteY22331" fmla="*/ 517087 h 4882701"/>
                <a:gd name="connsiteX22332" fmla="*/ 3982010 w 4954903"/>
                <a:gd name="connsiteY22332" fmla="*/ 517087 h 4882701"/>
                <a:gd name="connsiteX22333" fmla="*/ 4003535 w 4954903"/>
                <a:gd name="connsiteY22333" fmla="*/ 534053 h 4882701"/>
                <a:gd name="connsiteX22334" fmla="*/ 3986822 w 4954903"/>
                <a:gd name="connsiteY22334" fmla="*/ 524684 h 4882701"/>
                <a:gd name="connsiteX22335" fmla="*/ 3972894 w 4954903"/>
                <a:gd name="connsiteY22335" fmla="*/ 514808 h 4882701"/>
                <a:gd name="connsiteX22336" fmla="*/ 3972641 w 4954903"/>
                <a:gd name="connsiteY22336" fmla="*/ 514808 h 4882701"/>
                <a:gd name="connsiteX22337" fmla="*/ 3994165 w 4954903"/>
                <a:gd name="connsiteY22337" fmla="*/ 531521 h 4882701"/>
                <a:gd name="connsiteX22338" fmla="*/ 3986822 w 4954903"/>
                <a:gd name="connsiteY22338" fmla="*/ 524684 h 4882701"/>
                <a:gd name="connsiteX22339" fmla="*/ 3962259 w 4954903"/>
                <a:gd name="connsiteY22339" fmla="*/ 512529 h 4882701"/>
                <a:gd name="connsiteX22340" fmla="*/ 3983529 w 4954903"/>
                <a:gd name="connsiteY22340" fmla="*/ 529242 h 4882701"/>
                <a:gd name="connsiteX22341" fmla="*/ 3976439 w 4954903"/>
                <a:gd name="connsiteY22341" fmla="*/ 522152 h 4882701"/>
                <a:gd name="connsiteX22342" fmla="*/ 3962512 w 4954903"/>
                <a:gd name="connsiteY22342" fmla="*/ 512276 h 4882701"/>
                <a:gd name="connsiteX22343" fmla="*/ 3962259 w 4954903"/>
                <a:gd name="connsiteY22343" fmla="*/ 512529 h 4882701"/>
                <a:gd name="connsiteX22344" fmla="*/ 3950864 w 4954903"/>
                <a:gd name="connsiteY22344" fmla="*/ 510250 h 4882701"/>
                <a:gd name="connsiteX22345" fmla="*/ 3972134 w 4954903"/>
                <a:gd name="connsiteY22345" fmla="*/ 526963 h 4882701"/>
                <a:gd name="connsiteX22346" fmla="*/ 3965297 w 4954903"/>
                <a:gd name="connsiteY22346" fmla="*/ 519873 h 4882701"/>
                <a:gd name="connsiteX22347" fmla="*/ 3951117 w 4954903"/>
                <a:gd name="connsiteY22347" fmla="*/ 509997 h 4882701"/>
                <a:gd name="connsiteX22348" fmla="*/ 3950864 w 4954903"/>
                <a:gd name="connsiteY22348" fmla="*/ 510250 h 4882701"/>
                <a:gd name="connsiteX22349" fmla="*/ 3938202 w 4954903"/>
                <a:gd name="connsiteY22349" fmla="*/ 507971 h 4882701"/>
                <a:gd name="connsiteX22350" fmla="*/ 3959473 w 4954903"/>
                <a:gd name="connsiteY22350" fmla="*/ 524684 h 4882701"/>
                <a:gd name="connsiteX22351" fmla="*/ 3952889 w 4954903"/>
                <a:gd name="connsiteY22351" fmla="*/ 517594 h 4882701"/>
                <a:gd name="connsiteX22352" fmla="*/ 3938708 w 4954903"/>
                <a:gd name="connsiteY22352" fmla="*/ 507718 h 4882701"/>
                <a:gd name="connsiteX22353" fmla="*/ 3938202 w 4954903"/>
                <a:gd name="connsiteY22353" fmla="*/ 507971 h 4882701"/>
                <a:gd name="connsiteX22354" fmla="*/ 3939468 w 4954903"/>
                <a:gd name="connsiteY22354" fmla="*/ 515315 h 4882701"/>
                <a:gd name="connsiteX22355" fmla="*/ 3925034 w 4954903"/>
                <a:gd name="connsiteY22355" fmla="*/ 505439 h 4882701"/>
                <a:gd name="connsiteX22356" fmla="*/ 3924528 w 4954903"/>
                <a:gd name="connsiteY22356" fmla="*/ 505439 h 4882701"/>
                <a:gd name="connsiteX22357" fmla="*/ 3945546 w 4954903"/>
                <a:gd name="connsiteY22357" fmla="*/ 522152 h 4882701"/>
                <a:gd name="connsiteX22358" fmla="*/ 3939468 w 4954903"/>
                <a:gd name="connsiteY22358" fmla="*/ 515315 h 4882701"/>
                <a:gd name="connsiteX22359" fmla="*/ 3909841 w 4954903"/>
                <a:gd name="connsiteY22359" fmla="*/ 503413 h 4882701"/>
                <a:gd name="connsiteX22360" fmla="*/ 3930605 w 4954903"/>
                <a:gd name="connsiteY22360" fmla="*/ 520126 h 4882701"/>
                <a:gd name="connsiteX22361" fmla="*/ 3924781 w 4954903"/>
                <a:gd name="connsiteY22361" fmla="*/ 513036 h 4882701"/>
                <a:gd name="connsiteX22362" fmla="*/ 3910347 w 4954903"/>
                <a:gd name="connsiteY22362" fmla="*/ 503160 h 4882701"/>
                <a:gd name="connsiteX22363" fmla="*/ 3909841 w 4954903"/>
                <a:gd name="connsiteY22363" fmla="*/ 503413 h 4882701"/>
                <a:gd name="connsiteX22364" fmla="*/ 3427699 w 4954903"/>
                <a:gd name="connsiteY22364" fmla="*/ 461124 h 4882701"/>
                <a:gd name="connsiteX22365" fmla="*/ 3425420 w 4954903"/>
                <a:gd name="connsiteY22365" fmla="*/ 461631 h 4882701"/>
                <a:gd name="connsiteX22366" fmla="*/ 3439854 w 4954903"/>
                <a:gd name="connsiteY22366" fmla="*/ 477331 h 4882701"/>
                <a:gd name="connsiteX22367" fmla="*/ 3442132 w 4954903"/>
                <a:gd name="connsiteY22367" fmla="*/ 470494 h 4882701"/>
                <a:gd name="connsiteX22368" fmla="*/ 3427699 w 4954903"/>
                <a:gd name="connsiteY22368" fmla="*/ 461124 h 4882701"/>
                <a:gd name="connsiteX22369" fmla="*/ 1528251 w 4954903"/>
                <a:gd name="connsiteY22369" fmla="*/ 427445 h 4882701"/>
                <a:gd name="connsiteX22370" fmla="*/ 1510779 w 4954903"/>
                <a:gd name="connsiteY22370" fmla="*/ 440866 h 4882701"/>
                <a:gd name="connsiteX22371" fmla="*/ 1527239 w 4954903"/>
                <a:gd name="connsiteY22371" fmla="*/ 435802 h 4882701"/>
                <a:gd name="connsiteX22372" fmla="*/ 1528251 w 4954903"/>
                <a:gd name="connsiteY22372" fmla="*/ 427445 h 4882701"/>
                <a:gd name="connsiteX22373" fmla="*/ 1480645 w 4954903"/>
                <a:gd name="connsiteY22373" fmla="*/ 441626 h 4882701"/>
                <a:gd name="connsiteX22374" fmla="*/ 1496851 w 4954903"/>
                <a:gd name="connsiteY22374" fmla="*/ 436561 h 4882701"/>
                <a:gd name="connsiteX22375" fmla="*/ 1498371 w 4954903"/>
                <a:gd name="connsiteY22375" fmla="*/ 428205 h 4882701"/>
                <a:gd name="connsiteX22376" fmla="*/ 1480645 w 4954903"/>
                <a:gd name="connsiteY22376" fmla="*/ 441626 h 4882701"/>
                <a:gd name="connsiteX22377" fmla="*/ 1469250 w 4954903"/>
                <a:gd name="connsiteY22377" fmla="*/ 428965 h 4882701"/>
                <a:gd name="connsiteX22378" fmla="*/ 1451271 w 4954903"/>
                <a:gd name="connsiteY22378" fmla="*/ 442892 h 4882701"/>
                <a:gd name="connsiteX22379" fmla="*/ 1467477 w 4954903"/>
                <a:gd name="connsiteY22379" fmla="*/ 437321 h 4882701"/>
                <a:gd name="connsiteX22380" fmla="*/ 1469250 w 4954903"/>
                <a:gd name="connsiteY22380" fmla="*/ 428965 h 4882701"/>
                <a:gd name="connsiteX22381" fmla="*/ 1440889 w 4954903"/>
                <a:gd name="connsiteY22381" fmla="*/ 429978 h 4882701"/>
                <a:gd name="connsiteX22382" fmla="*/ 1422656 w 4954903"/>
                <a:gd name="connsiteY22382" fmla="*/ 444158 h 4882701"/>
                <a:gd name="connsiteX22383" fmla="*/ 1438610 w 4954903"/>
                <a:gd name="connsiteY22383" fmla="*/ 438587 h 4882701"/>
                <a:gd name="connsiteX22384" fmla="*/ 1440889 w 4954903"/>
                <a:gd name="connsiteY22384" fmla="*/ 429978 h 4882701"/>
                <a:gd name="connsiteX22385" fmla="*/ 1411261 w 4954903"/>
                <a:gd name="connsiteY22385" fmla="*/ 438587 h 4882701"/>
                <a:gd name="connsiteX22386" fmla="*/ 1413287 w 4954903"/>
                <a:gd name="connsiteY22386" fmla="*/ 430990 h 4882701"/>
                <a:gd name="connsiteX22387" fmla="*/ 1394801 w 4954903"/>
                <a:gd name="connsiteY22387" fmla="*/ 445171 h 4882701"/>
                <a:gd name="connsiteX22388" fmla="*/ 1410501 w 4954903"/>
                <a:gd name="connsiteY22388" fmla="*/ 439600 h 4882701"/>
                <a:gd name="connsiteX22389" fmla="*/ 1411261 w 4954903"/>
                <a:gd name="connsiteY22389" fmla="*/ 438587 h 4882701"/>
                <a:gd name="connsiteX22390" fmla="*/ 1384166 w 4954903"/>
                <a:gd name="connsiteY22390" fmla="*/ 439600 h 4882701"/>
                <a:gd name="connsiteX22391" fmla="*/ 1386445 w 4954903"/>
                <a:gd name="connsiteY22391" fmla="*/ 432003 h 4882701"/>
                <a:gd name="connsiteX22392" fmla="*/ 1367706 w 4954903"/>
                <a:gd name="connsiteY22392" fmla="*/ 446184 h 4882701"/>
                <a:gd name="connsiteX22393" fmla="*/ 1383406 w 4954903"/>
                <a:gd name="connsiteY22393" fmla="*/ 440613 h 4882701"/>
                <a:gd name="connsiteX22394" fmla="*/ 1384166 w 4954903"/>
                <a:gd name="connsiteY22394" fmla="*/ 439600 h 4882701"/>
                <a:gd name="connsiteX22395" fmla="*/ 1360363 w 4954903"/>
                <a:gd name="connsiteY22395" fmla="*/ 433016 h 4882701"/>
                <a:gd name="connsiteX22396" fmla="*/ 1341371 w 4954903"/>
                <a:gd name="connsiteY22396" fmla="*/ 447450 h 4882701"/>
                <a:gd name="connsiteX22397" fmla="*/ 1356818 w 4954903"/>
                <a:gd name="connsiteY22397" fmla="*/ 441373 h 4882701"/>
                <a:gd name="connsiteX22398" fmla="*/ 1357830 w 4954903"/>
                <a:gd name="connsiteY22398" fmla="*/ 440613 h 4882701"/>
                <a:gd name="connsiteX22399" fmla="*/ 1360363 w 4954903"/>
                <a:gd name="connsiteY22399" fmla="*/ 433016 h 4882701"/>
                <a:gd name="connsiteX22400" fmla="*/ 1316048 w 4954903"/>
                <a:gd name="connsiteY22400" fmla="*/ 448716 h 4882701"/>
                <a:gd name="connsiteX22401" fmla="*/ 1331242 w 4954903"/>
                <a:gd name="connsiteY22401" fmla="*/ 442639 h 4882701"/>
                <a:gd name="connsiteX22402" fmla="*/ 1331242 w 4954903"/>
                <a:gd name="connsiteY22402" fmla="*/ 442639 h 4882701"/>
                <a:gd name="connsiteX22403" fmla="*/ 1333014 w 4954903"/>
                <a:gd name="connsiteY22403" fmla="*/ 441119 h 4882701"/>
                <a:gd name="connsiteX22404" fmla="*/ 1335293 w 4954903"/>
                <a:gd name="connsiteY22404" fmla="*/ 434282 h 4882701"/>
                <a:gd name="connsiteX22405" fmla="*/ 1316048 w 4954903"/>
                <a:gd name="connsiteY22405" fmla="*/ 448716 h 4882701"/>
                <a:gd name="connsiteX22406" fmla="*/ 1291485 w 4954903"/>
                <a:gd name="connsiteY22406" fmla="*/ 449729 h 4882701"/>
                <a:gd name="connsiteX22407" fmla="*/ 1306679 w 4954903"/>
                <a:gd name="connsiteY22407" fmla="*/ 443652 h 4882701"/>
                <a:gd name="connsiteX22408" fmla="*/ 1308451 w 4954903"/>
                <a:gd name="connsiteY22408" fmla="*/ 442132 h 4882701"/>
                <a:gd name="connsiteX22409" fmla="*/ 1310984 w 4954903"/>
                <a:gd name="connsiteY22409" fmla="*/ 435295 h 4882701"/>
                <a:gd name="connsiteX22410" fmla="*/ 1291485 w 4954903"/>
                <a:gd name="connsiteY22410" fmla="*/ 449729 h 4882701"/>
                <a:gd name="connsiteX22411" fmla="*/ 1267682 w 4954903"/>
                <a:gd name="connsiteY22411" fmla="*/ 450995 h 4882701"/>
                <a:gd name="connsiteX22412" fmla="*/ 1282622 w 4954903"/>
                <a:gd name="connsiteY22412" fmla="*/ 444665 h 4882701"/>
                <a:gd name="connsiteX22413" fmla="*/ 1285408 w 4954903"/>
                <a:gd name="connsiteY22413" fmla="*/ 442386 h 4882701"/>
                <a:gd name="connsiteX22414" fmla="*/ 1287434 w 4954903"/>
                <a:gd name="connsiteY22414" fmla="*/ 436308 h 4882701"/>
                <a:gd name="connsiteX22415" fmla="*/ 1267682 w 4954903"/>
                <a:gd name="connsiteY22415" fmla="*/ 450995 h 4882701"/>
                <a:gd name="connsiteX22416" fmla="*/ 1244892 w 4954903"/>
                <a:gd name="connsiteY22416" fmla="*/ 452768 h 4882701"/>
                <a:gd name="connsiteX22417" fmla="*/ 1259579 w 4954903"/>
                <a:gd name="connsiteY22417" fmla="*/ 446184 h 4882701"/>
                <a:gd name="connsiteX22418" fmla="*/ 1262364 w 4954903"/>
                <a:gd name="connsiteY22418" fmla="*/ 443905 h 4882701"/>
                <a:gd name="connsiteX22419" fmla="*/ 1264897 w 4954903"/>
                <a:gd name="connsiteY22419" fmla="*/ 437828 h 4882701"/>
                <a:gd name="connsiteX22420" fmla="*/ 1244892 w 4954903"/>
                <a:gd name="connsiteY22420" fmla="*/ 452768 h 4882701"/>
                <a:gd name="connsiteX22421" fmla="*/ 1237801 w 4954903"/>
                <a:gd name="connsiteY22421" fmla="*/ 447450 h 4882701"/>
                <a:gd name="connsiteX22422" fmla="*/ 1240587 w 4954903"/>
                <a:gd name="connsiteY22422" fmla="*/ 444918 h 4882701"/>
                <a:gd name="connsiteX22423" fmla="*/ 1243372 w 4954903"/>
                <a:gd name="connsiteY22423" fmla="*/ 438840 h 4882701"/>
                <a:gd name="connsiteX22424" fmla="*/ 1223368 w 4954903"/>
                <a:gd name="connsiteY22424" fmla="*/ 453781 h 4882701"/>
                <a:gd name="connsiteX22425" fmla="*/ 1237801 w 4954903"/>
                <a:gd name="connsiteY22425" fmla="*/ 447450 h 4882701"/>
                <a:gd name="connsiteX22426" fmla="*/ 1202097 w 4954903"/>
                <a:gd name="connsiteY22426" fmla="*/ 455300 h 4882701"/>
                <a:gd name="connsiteX22427" fmla="*/ 1216530 w 4954903"/>
                <a:gd name="connsiteY22427" fmla="*/ 448716 h 4882701"/>
                <a:gd name="connsiteX22428" fmla="*/ 1220076 w 4954903"/>
                <a:gd name="connsiteY22428" fmla="*/ 445678 h 4882701"/>
                <a:gd name="connsiteX22429" fmla="*/ 1222355 w 4954903"/>
                <a:gd name="connsiteY22429" fmla="*/ 440360 h 4882701"/>
                <a:gd name="connsiteX22430" fmla="*/ 1202097 w 4954903"/>
                <a:gd name="connsiteY22430" fmla="*/ 455300 h 4882701"/>
                <a:gd name="connsiteX22431" fmla="*/ 1182092 w 4954903"/>
                <a:gd name="connsiteY22431" fmla="*/ 456819 h 4882701"/>
                <a:gd name="connsiteX22432" fmla="*/ 1196272 w 4954903"/>
                <a:gd name="connsiteY22432" fmla="*/ 450236 h 4882701"/>
                <a:gd name="connsiteX22433" fmla="*/ 1200071 w 4954903"/>
                <a:gd name="connsiteY22433" fmla="*/ 446944 h 4882701"/>
                <a:gd name="connsiteX22434" fmla="*/ 1202603 w 4954903"/>
                <a:gd name="connsiteY22434" fmla="*/ 441626 h 4882701"/>
                <a:gd name="connsiteX22435" fmla="*/ 1182092 w 4954903"/>
                <a:gd name="connsiteY22435" fmla="*/ 456819 h 4882701"/>
                <a:gd name="connsiteX22436" fmla="*/ 1163100 w 4954903"/>
                <a:gd name="connsiteY22436" fmla="*/ 458339 h 4882701"/>
                <a:gd name="connsiteX22437" fmla="*/ 1177027 w 4954903"/>
                <a:gd name="connsiteY22437" fmla="*/ 451755 h 4882701"/>
                <a:gd name="connsiteX22438" fmla="*/ 1181585 w 4954903"/>
                <a:gd name="connsiteY22438" fmla="*/ 447957 h 4882701"/>
                <a:gd name="connsiteX22439" fmla="*/ 1183611 w 4954903"/>
                <a:gd name="connsiteY22439" fmla="*/ 443398 h 4882701"/>
                <a:gd name="connsiteX22440" fmla="*/ 1163100 w 4954903"/>
                <a:gd name="connsiteY22440" fmla="*/ 458339 h 4882701"/>
                <a:gd name="connsiteX22441" fmla="*/ 1144867 w 4954903"/>
                <a:gd name="connsiteY22441" fmla="*/ 460111 h 4882701"/>
                <a:gd name="connsiteX22442" fmla="*/ 1158795 w 4954903"/>
                <a:gd name="connsiteY22442" fmla="*/ 453021 h 4882701"/>
                <a:gd name="connsiteX22443" fmla="*/ 1164113 w 4954903"/>
                <a:gd name="connsiteY22443" fmla="*/ 448463 h 4882701"/>
                <a:gd name="connsiteX22444" fmla="*/ 1165885 w 4954903"/>
                <a:gd name="connsiteY22444" fmla="*/ 444665 h 4882701"/>
                <a:gd name="connsiteX22445" fmla="*/ 1144867 w 4954903"/>
                <a:gd name="connsiteY22445" fmla="*/ 460111 h 4882701"/>
                <a:gd name="connsiteX22446" fmla="*/ 1127648 w 4954903"/>
                <a:gd name="connsiteY22446" fmla="*/ 461631 h 4882701"/>
                <a:gd name="connsiteX22447" fmla="*/ 1141322 w 4954903"/>
                <a:gd name="connsiteY22447" fmla="*/ 454540 h 4882701"/>
                <a:gd name="connsiteX22448" fmla="*/ 1141322 w 4954903"/>
                <a:gd name="connsiteY22448" fmla="*/ 454540 h 4882701"/>
                <a:gd name="connsiteX22449" fmla="*/ 1146640 w 4954903"/>
                <a:gd name="connsiteY22449" fmla="*/ 449982 h 4882701"/>
                <a:gd name="connsiteX22450" fmla="*/ 1148666 w 4954903"/>
                <a:gd name="connsiteY22450" fmla="*/ 446184 h 4882701"/>
                <a:gd name="connsiteX22451" fmla="*/ 1127648 w 4954903"/>
                <a:gd name="connsiteY22451" fmla="*/ 461631 h 4882701"/>
                <a:gd name="connsiteX22452" fmla="*/ 1132459 w 4954903"/>
                <a:gd name="connsiteY22452" fmla="*/ 447703 h 4882701"/>
                <a:gd name="connsiteX22453" fmla="*/ 1111442 w 4954903"/>
                <a:gd name="connsiteY22453" fmla="*/ 463150 h 4882701"/>
                <a:gd name="connsiteX22454" fmla="*/ 1124863 w 4954903"/>
                <a:gd name="connsiteY22454" fmla="*/ 456060 h 4882701"/>
                <a:gd name="connsiteX22455" fmla="*/ 1130940 w 4954903"/>
                <a:gd name="connsiteY22455" fmla="*/ 450742 h 4882701"/>
                <a:gd name="connsiteX22456" fmla="*/ 1132459 w 4954903"/>
                <a:gd name="connsiteY22456" fmla="*/ 447703 h 4882701"/>
                <a:gd name="connsiteX22457" fmla="*/ 1096248 w 4954903"/>
                <a:gd name="connsiteY22457" fmla="*/ 465176 h 4882701"/>
                <a:gd name="connsiteX22458" fmla="*/ 1109416 w 4954903"/>
                <a:gd name="connsiteY22458" fmla="*/ 457832 h 4882701"/>
                <a:gd name="connsiteX22459" fmla="*/ 1116253 w 4954903"/>
                <a:gd name="connsiteY22459" fmla="*/ 452008 h 4882701"/>
                <a:gd name="connsiteX22460" fmla="*/ 1117519 w 4954903"/>
                <a:gd name="connsiteY22460" fmla="*/ 449476 h 4882701"/>
                <a:gd name="connsiteX22461" fmla="*/ 1096248 w 4954903"/>
                <a:gd name="connsiteY22461" fmla="*/ 465176 h 4882701"/>
                <a:gd name="connsiteX22462" fmla="*/ 1082067 w 4954903"/>
                <a:gd name="connsiteY22462" fmla="*/ 466949 h 4882701"/>
                <a:gd name="connsiteX22463" fmla="*/ 1094982 w 4954903"/>
                <a:gd name="connsiteY22463" fmla="*/ 459352 h 4882701"/>
                <a:gd name="connsiteX22464" fmla="*/ 1103845 w 4954903"/>
                <a:gd name="connsiteY22464" fmla="*/ 450995 h 4882701"/>
                <a:gd name="connsiteX22465" fmla="*/ 1103338 w 4954903"/>
                <a:gd name="connsiteY22465" fmla="*/ 450995 h 4882701"/>
                <a:gd name="connsiteX22466" fmla="*/ 1082067 w 4954903"/>
                <a:gd name="connsiteY22466" fmla="*/ 466949 h 4882701"/>
                <a:gd name="connsiteX22467" fmla="*/ 1068900 w 4954903"/>
                <a:gd name="connsiteY22467" fmla="*/ 468721 h 4882701"/>
                <a:gd name="connsiteX22468" fmla="*/ 1081561 w 4954903"/>
                <a:gd name="connsiteY22468" fmla="*/ 461124 h 4882701"/>
                <a:gd name="connsiteX22469" fmla="*/ 1090677 w 4954903"/>
                <a:gd name="connsiteY22469" fmla="*/ 452768 h 4882701"/>
                <a:gd name="connsiteX22470" fmla="*/ 1090424 w 4954903"/>
                <a:gd name="connsiteY22470" fmla="*/ 452768 h 4882701"/>
                <a:gd name="connsiteX22471" fmla="*/ 1068900 w 4954903"/>
                <a:gd name="connsiteY22471" fmla="*/ 468721 h 4882701"/>
                <a:gd name="connsiteX22472" fmla="*/ 1056492 w 4954903"/>
                <a:gd name="connsiteY22472" fmla="*/ 470494 h 4882701"/>
                <a:gd name="connsiteX22473" fmla="*/ 1068900 w 4954903"/>
                <a:gd name="connsiteY22473" fmla="*/ 462897 h 4882701"/>
                <a:gd name="connsiteX22474" fmla="*/ 1078269 w 4954903"/>
                <a:gd name="connsiteY22474" fmla="*/ 454540 h 4882701"/>
                <a:gd name="connsiteX22475" fmla="*/ 1078016 w 4954903"/>
                <a:gd name="connsiteY22475" fmla="*/ 454540 h 4882701"/>
                <a:gd name="connsiteX22476" fmla="*/ 1056492 w 4954903"/>
                <a:gd name="connsiteY22476" fmla="*/ 470494 h 4882701"/>
                <a:gd name="connsiteX22477" fmla="*/ 1067380 w 4954903"/>
                <a:gd name="connsiteY22477" fmla="*/ 456313 h 4882701"/>
                <a:gd name="connsiteX22478" fmla="*/ 1067380 w 4954903"/>
                <a:gd name="connsiteY22478" fmla="*/ 456313 h 4882701"/>
                <a:gd name="connsiteX22479" fmla="*/ 1067127 w 4954903"/>
                <a:gd name="connsiteY22479" fmla="*/ 456313 h 4882701"/>
                <a:gd name="connsiteX22480" fmla="*/ 1045350 w 4954903"/>
                <a:gd name="connsiteY22480" fmla="*/ 472266 h 4882701"/>
                <a:gd name="connsiteX22481" fmla="*/ 1057758 w 4954903"/>
                <a:gd name="connsiteY22481" fmla="*/ 464669 h 4882701"/>
                <a:gd name="connsiteX22482" fmla="*/ 1067380 w 4954903"/>
                <a:gd name="connsiteY22482" fmla="*/ 456313 h 4882701"/>
                <a:gd name="connsiteX22483" fmla="*/ 3968589 w 4954903"/>
                <a:gd name="connsiteY22483" fmla="*/ 497082 h 4882701"/>
                <a:gd name="connsiteX22484" fmla="*/ 3955421 w 4954903"/>
                <a:gd name="connsiteY22484" fmla="*/ 487460 h 4882701"/>
                <a:gd name="connsiteX22485" fmla="*/ 3955421 w 4954903"/>
                <a:gd name="connsiteY22485" fmla="*/ 487460 h 4882701"/>
                <a:gd name="connsiteX22486" fmla="*/ 3977199 w 4954903"/>
                <a:gd name="connsiteY22486" fmla="*/ 503919 h 4882701"/>
                <a:gd name="connsiteX22487" fmla="*/ 3968589 w 4954903"/>
                <a:gd name="connsiteY22487" fmla="*/ 497082 h 4882701"/>
                <a:gd name="connsiteX22488" fmla="*/ 3963271 w 4954903"/>
                <a:gd name="connsiteY22488" fmla="*/ 494803 h 4882701"/>
                <a:gd name="connsiteX22489" fmla="*/ 3949850 w 4954903"/>
                <a:gd name="connsiteY22489" fmla="*/ 485181 h 4882701"/>
                <a:gd name="connsiteX22490" fmla="*/ 3949850 w 4954903"/>
                <a:gd name="connsiteY22490" fmla="*/ 485181 h 4882701"/>
                <a:gd name="connsiteX22491" fmla="*/ 3971628 w 4954903"/>
                <a:gd name="connsiteY22491" fmla="*/ 501640 h 4882701"/>
                <a:gd name="connsiteX22492" fmla="*/ 3963271 w 4954903"/>
                <a:gd name="connsiteY22492" fmla="*/ 494803 h 4882701"/>
                <a:gd name="connsiteX22493" fmla="*/ 3965044 w 4954903"/>
                <a:gd name="connsiteY22493" fmla="*/ 499361 h 4882701"/>
                <a:gd name="connsiteX22494" fmla="*/ 3956941 w 4954903"/>
                <a:gd name="connsiteY22494" fmla="*/ 492524 h 4882701"/>
                <a:gd name="connsiteX22495" fmla="*/ 3943267 w 4954903"/>
                <a:gd name="connsiteY22495" fmla="*/ 482902 h 4882701"/>
                <a:gd name="connsiteX22496" fmla="*/ 3943014 w 4954903"/>
                <a:gd name="connsiteY22496" fmla="*/ 482902 h 4882701"/>
                <a:gd name="connsiteX22497" fmla="*/ 3965044 w 4954903"/>
                <a:gd name="connsiteY22497" fmla="*/ 499361 h 4882701"/>
                <a:gd name="connsiteX22498" fmla="*/ 3965044 w 4954903"/>
                <a:gd name="connsiteY22498" fmla="*/ 499361 h 4882701"/>
                <a:gd name="connsiteX22499" fmla="*/ 3956941 w 4954903"/>
                <a:gd name="connsiteY22499" fmla="*/ 497082 h 4882701"/>
                <a:gd name="connsiteX22500" fmla="*/ 3949091 w 4954903"/>
                <a:gd name="connsiteY22500" fmla="*/ 490245 h 4882701"/>
                <a:gd name="connsiteX22501" fmla="*/ 3935417 w 4954903"/>
                <a:gd name="connsiteY22501" fmla="*/ 480623 h 4882701"/>
                <a:gd name="connsiteX22502" fmla="*/ 3935163 w 4954903"/>
                <a:gd name="connsiteY22502" fmla="*/ 480623 h 4882701"/>
                <a:gd name="connsiteX22503" fmla="*/ 3956941 w 4954903"/>
                <a:gd name="connsiteY22503" fmla="*/ 497082 h 4882701"/>
                <a:gd name="connsiteX22504" fmla="*/ 3940481 w 4954903"/>
                <a:gd name="connsiteY22504" fmla="*/ 487966 h 4882701"/>
                <a:gd name="connsiteX22505" fmla="*/ 3926554 w 4954903"/>
                <a:gd name="connsiteY22505" fmla="*/ 478344 h 4882701"/>
                <a:gd name="connsiteX22506" fmla="*/ 3926301 w 4954903"/>
                <a:gd name="connsiteY22506" fmla="*/ 478344 h 4882701"/>
                <a:gd name="connsiteX22507" fmla="*/ 3948078 w 4954903"/>
                <a:gd name="connsiteY22507" fmla="*/ 494550 h 4882701"/>
                <a:gd name="connsiteX22508" fmla="*/ 3940481 w 4954903"/>
                <a:gd name="connsiteY22508" fmla="*/ 487966 h 4882701"/>
                <a:gd name="connsiteX22509" fmla="*/ 3916171 w 4954903"/>
                <a:gd name="connsiteY22509" fmla="*/ 476318 h 4882701"/>
                <a:gd name="connsiteX22510" fmla="*/ 3937949 w 4954903"/>
                <a:gd name="connsiteY22510" fmla="*/ 492524 h 4882701"/>
                <a:gd name="connsiteX22511" fmla="*/ 3930605 w 4954903"/>
                <a:gd name="connsiteY22511" fmla="*/ 485687 h 4882701"/>
                <a:gd name="connsiteX22512" fmla="*/ 3916425 w 4954903"/>
                <a:gd name="connsiteY22512" fmla="*/ 476065 h 4882701"/>
                <a:gd name="connsiteX22513" fmla="*/ 3916171 w 4954903"/>
                <a:gd name="connsiteY22513" fmla="*/ 476318 h 4882701"/>
                <a:gd name="connsiteX22514" fmla="*/ 3905030 w 4954903"/>
                <a:gd name="connsiteY22514" fmla="*/ 474039 h 4882701"/>
                <a:gd name="connsiteX22515" fmla="*/ 3926807 w 4954903"/>
                <a:gd name="connsiteY22515" fmla="*/ 490245 h 4882701"/>
                <a:gd name="connsiteX22516" fmla="*/ 3919716 w 4954903"/>
                <a:gd name="connsiteY22516" fmla="*/ 483408 h 4882701"/>
                <a:gd name="connsiteX22517" fmla="*/ 3905536 w 4954903"/>
                <a:gd name="connsiteY22517" fmla="*/ 473786 h 4882701"/>
                <a:gd name="connsiteX22518" fmla="*/ 3905030 w 4954903"/>
                <a:gd name="connsiteY22518" fmla="*/ 474039 h 4882701"/>
                <a:gd name="connsiteX22519" fmla="*/ 3892875 w 4954903"/>
                <a:gd name="connsiteY22519" fmla="*/ 471760 h 4882701"/>
                <a:gd name="connsiteX22520" fmla="*/ 3914399 w 4954903"/>
                <a:gd name="connsiteY22520" fmla="*/ 487966 h 4882701"/>
                <a:gd name="connsiteX22521" fmla="*/ 3907562 w 4954903"/>
                <a:gd name="connsiteY22521" fmla="*/ 481129 h 4882701"/>
                <a:gd name="connsiteX22522" fmla="*/ 3893128 w 4954903"/>
                <a:gd name="connsiteY22522" fmla="*/ 471760 h 4882701"/>
                <a:gd name="connsiteX22523" fmla="*/ 3892875 w 4954903"/>
                <a:gd name="connsiteY22523" fmla="*/ 471760 h 4882701"/>
                <a:gd name="connsiteX22524" fmla="*/ 3894394 w 4954903"/>
                <a:gd name="connsiteY22524" fmla="*/ 479103 h 4882701"/>
                <a:gd name="connsiteX22525" fmla="*/ 3879960 w 4954903"/>
                <a:gd name="connsiteY22525" fmla="*/ 469734 h 4882701"/>
                <a:gd name="connsiteX22526" fmla="*/ 3879454 w 4954903"/>
                <a:gd name="connsiteY22526" fmla="*/ 469734 h 4882701"/>
                <a:gd name="connsiteX22527" fmla="*/ 3900978 w 4954903"/>
                <a:gd name="connsiteY22527" fmla="*/ 485940 h 4882701"/>
                <a:gd name="connsiteX22528" fmla="*/ 3894394 w 4954903"/>
                <a:gd name="connsiteY22528" fmla="*/ 479103 h 4882701"/>
                <a:gd name="connsiteX22529" fmla="*/ 3865273 w 4954903"/>
                <a:gd name="connsiteY22529" fmla="*/ 467455 h 4882701"/>
                <a:gd name="connsiteX22530" fmla="*/ 3886544 w 4954903"/>
                <a:gd name="connsiteY22530" fmla="*/ 483661 h 4882701"/>
                <a:gd name="connsiteX22531" fmla="*/ 3880467 w 4954903"/>
                <a:gd name="connsiteY22531" fmla="*/ 476824 h 4882701"/>
                <a:gd name="connsiteX22532" fmla="*/ 3865780 w 4954903"/>
                <a:gd name="connsiteY22532" fmla="*/ 467455 h 4882701"/>
                <a:gd name="connsiteX22533" fmla="*/ 3865273 w 4954903"/>
                <a:gd name="connsiteY22533" fmla="*/ 467455 h 4882701"/>
                <a:gd name="connsiteX22534" fmla="*/ 3429218 w 4954903"/>
                <a:gd name="connsiteY22534" fmla="*/ 428458 h 4882701"/>
                <a:gd name="connsiteX22535" fmla="*/ 3426939 w 4954903"/>
                <a:gd name="connsiteY22535" fmla="*/ 428965 h 4882701"/>
                <a:gd name="connsiteX22536" fmla="*/ 3442132 w 4954903"/>
                <a:gd name="connsiteY22536" fmla="*/ 444158 h 4882701"/>
                <a:gd name="connsiteX22537" fmla="*/ 3443652 w 4954903"/>
                <a:gd name="connsiteY22537" fmla="*/ 437574 h 4882701"/>
                <a:gd name="connsiteX22538" fmla="*/ 3429218 w 4954903"/>
                <a:gd name="connsiteY22538" fmla="*/ 428458 h 4882701"/>
                <a:gd name="connsiteX22539" fmla="*/ 3411239 w 4954903"/>
                <a:gd name="connsiteY22539" fmla="*/ 442132 h 4882701"/>
                <a:gd name="connsiteX22540" fmla="*/ 3413012 w 4954903"/>
                <a:gd name="connsiteY22540" fmla="*/ 435549 h 4882701"/>
                <a:gd name="connsiteX22541" fmla="*/ 3398578 w 4954903"/>
                <a:gd name="connsiteY22541" fmla="*/ 426432 h 4882701"/>
                <a:gd name="connsiteX22542" fmla="*/ 3396299 w 4954903"/>
                <a:gd name="connsiteY22542" fmla="*/ 426939 h 4882701"/>
                <a:gd name="connsiteX22543" fmla="*/ 3411239 w 4954903"/>
                <a:gd name="connsiteY22543" fmla="*/ 442132 h 4882701"/>
                <a:gd name="connsiteX22544" fmla="*/ 1543445 w 4954903"/>
                <a:gd name="connsiteY22544" fmla="*/ 406934 h 4882701"/>
                <a:gd name="connsiteX22545" fmla="*/ 1559651 w 4954903"/>
                <a:gd name="connsiteY22545" fmla="*/ 402123 h 4882701"/>
                <a:gd name="connsiteX22546" fmla="*/ 1561171 w 4954903"/>
                <a:gd name="connsiteY22546" fmla="*/ 394019 h 4882701"/>
                <a:gd name="connsiteX22547" fmla="*/ 1543445 w 4954903"/>
                <a:gd name="connsiteY22547" fmla="*/ 406934 h 4882701"/>
                <a:gd name="connsiteX22548" fmla="*/ 1532050 w 4954903"/>
                <a:gd name="connsiteY22548" fmla="*/ 394779 h 4882701"/>
                <a:gd name="connsiteX22549" fmla="*/ 1514071 w 4954903"/>
                <a:gd name="connsiteY22549" fmla="*/ 408200 h 4882701"/>
                <a:gd name="connsiteX22550" fmla="*/ 1530024 w 4954903"/>
                <a:gd name="connsiteY22550" fmla="*/ 402882 h 4882701"/>
                <a:gd name="connsiteX22551" fmla="*/ 1532050 w 4954903"/>
                <a:gd name="connsiteY22551" fmla="*/ 394779 h 4882701"/>
                <a:gd name="connsiteX22552" fmla="*/ 1502422 w 4954903"/>
                <a:gd name="connsiteY22552" fmla="*/ 402882 h 4882701"/>
                <a:gd name="connsiteX22553" fmla="*/ 1503942 w 4954903"/>
                <a:gd name="connsiteY22553" fmla="*/ 395539 h 4882701"/>
                <a:gd name="connsiteX22554" fmla="*/ 1485709 w 4954903"/>
                <a:gd name="connsiteY22554" fmla="*/ 408960 h 4882701"/>
                <a:gd name="connsiteX22555" fmla="*/ 1501663 w 4954903"/>
                <a:gd name="connsiteY22555" fmla="*/ 403642 h 4882701"/>
                <a:gd name="connsiteX22556" fmla="*/ 1502422 w 4954903"/>
                <a:gd name="connsiteY22556" fmla="*/ 402882 h 4882701"/>
                <a:gd name="connsiteX22557" fmla="*/ 1474314 w 4954903"/>
                <a:gd name="connsiteY22557" fmla="*/ 403642 h 4882701"/>
                <a:gd name="connsiteX22558" fmla="*/ 1476087 w 4954903"/>
                <a:gd name="connsiteY22558" fmla="*/ 396298 h 4882701"/>
                <a:gd name="connsiteX22559" fmla="*/ 1457601 w 4954903"/>
                <a:gd name="connsiteY22559" fmla="*/ 409973 h 4882701"/>
                <a:gd name="connsiteX22560" fmla="*/ 1473301 w 4954903"/>
                <a:gd name="connsiteY22560" fmla="*/ 404655 h 4882701"/>
                <a:gd name="connsiteX22561" fmla="*/ 1474314 w 4954903"/>
                <a:gd name="connsiteY22561" fmla="*/ 403642 h 4882701"/>
                <a:gd name="connsiteX22562" fmla="*/ 1447219 w 4954903"/>
                <a:gd name="connsiteY22562" fmla="*/ 404655 h 4882701"/>
                <a:gd name="connsiteX22563" fmla="*/ 1449498 w 4954903"/>
                <a:gd name="connsiteY22563" fmla="*/ 397311 h 4882701"/>
                <a:gd name="connsiteX22564" fmla="*/ 1430760 w 4954903"/>
                <a:gd name="connsiteY22564" fmla="*/ 410986 h 4882701"/>
                <a:gd name="connsiteX22565" fmla="*/ 1446206 w 4954903"/>
                <a:gd name="connsiteY22565" fmla="*/ 405415 h 4882701"/>
                <a:gd name="connsiteX22566" fmla="*/ 1447219 w 4954903"/>
                <a:gd name="connsiteY22566" fmla="*/ 404655 h 4882701"/>
                <a:gd name="connsiteX22567" fmla="*/ 1421897 w 4954903"/>
                <a:gd name="connsiteY22567" fmla="*/ 404908 h 4882701"/>
                <a:gd name="connsiteX22568" fmla="*/ 1423669 w 4954903"/>
                <a:gd name="connsiteY22568" fmla="*/ 398324 h 4882701"/>
                <a:gd name="connsiteX22569" fmla="*/ 1404677 w 4954903"/>
                <a:gd name="connsiteY22569" fmla="*/ 412252 h 4882701"/>
                <a:gd name="connsiteX22570" fmla="*/ 1420124 w 4954903"/>
                <a:gd name="connsiteY22570" fmla="*/ 406427 h 4882701"/>
                <a:gd name="connsiteX22571" fmla="*/ 1421897 w 4954903"/>
                <a:gd name="connsiteY22571" fmla="*/ 404908 h 4882701"/>
                <a:gd name="connsiteX22572" fmla="*/ 1379355 w 4954903"/>
                <a:gd name="connsiteY22572" fmla="*/ 413265 h 4882701"/>
                <a:gd name="connsiteX22573" fmla="*/ 1394548 w 4954903"/>
                <a:gd name="connsiteY22573" fmla="*/ 407440 h 4882701"/>
                <a:gd name="connsiteX22574" fmla="*/ 1396321 w 4954903"/>
                <a:gd name="connsiteY22574" fmla="*/ 405921 h 4882701"/>
                <a:gd name="connsiteX22575" fmla="*/ 1398600 w 4954903"/>
                <a:gd name="connsiteY22575" fmla="*/ 399337 h 4882701"/>
                <a:gd name="connsiteX22576" fmla="*/ 1379355 w 4954903"/>
                <a:gd name="connsiteY22576" fmla="*/ 413265 h 4882701"/>
                <a:gd name="connsiteX22577" fmla="*/ 1354792 w 4954903"/>
                <a:gd name="connsiteY22577" fmla="*/ 414531 h 4882701"/>
                <a:gd name="connsiteX22578" fmla="*/ 1369985 w 4954903"/>
                <a:gd name="connsiteY22578" fmla="*/ 408453 h 4882701"/>
                <a:gd name="connsiteX22579" fmla="*/ 1369985 w 4954903"/>
                <a:gd name="connsiteY22579" fmla="*/ 408453 h 4882701"/>
                <a:gd name="connsiteX22580" fmla="*/ 1372518 w 4954903"/>
                <a:gd name="connsiteY22580" fmla="*/ 406174 h 4882701"/>
                <a:gd name="connsiteX22581" fmla="*/ 1374290 w 4954903"/>
                <a:gd name="connsiteY22581" fmla="*/ 400350 h 4882701"/>
                <a:gd name="connsiteX22582" fmla="*/ 1354792 w 4954903"/>
                <a:gd name="connsiteY22582" fmla="*/ 414531 h 4882701"/>
                <a:gd name="connsiteX22583" fmla="*/ 1330989 w 4954903"/>
                <a:gd name="connsiteY22583" fmla="*/ 415544 h 4882701"/>
                <a:gd name="connsiteX22584" fmla="*/ 1345929 w 4954903"/>
                <a:gd name="connsiteY22584" fmla="*/ 409466 h 4882701"/>
                <a:gd name="connsiteX22585" fmla="*/ 1348714 w 4954903"/>
                <a:gd name="connsiteY22585" fmla="*/ 407187 h 4882701"/>
                <a:gd name="connsiteX22586" fmla="*/ 1350740 w 4954903"/>
                <a:gd name="connsiteY22586" fmla="*/ 401363 h 4882701"/>
                <a:gd name="connsiteX22587" fmla="*/ 1330989 w 4954903"/>
                <a:gd name="connsiteY22587" fmla="*/ 415544 h 4882701"/>
                <a:gd name="connsiteX22588" fmla="*/ 1307945 w 4954903"/>
                <a:gd name="connsiteY22588" fmla="*/ 416810 h 4882701"/>
                <a:gd name="connsiteX22589" fmla="*/ 1322632 w 4954903"/>
                <a:gd name="connsiteY22589" fmla="*/ 410732 h 4882701"/>
                <a:gd name="connsiteX22590" fmla="*/ 1325418 w 4954903"/>
                <a:gd name="connsiteY22590" fmla="*/ 408453 h 4882701"/>
                <a:gd name="connsiteX22591" fmla="*/ 1327697 w 4954903"/>
                <a:gd name="connsiteY22591" fmla="*/ 402629 h 4882701"/>
                <a:gd name="connsiteX22592" fmla="*/ 1307945 w 4954903"/>
                <a:gd name="connsiteY22592" fmla="*/ 416810 h 4882701"/>
                <a:gd name="connsiteX22593" fmla="*/ 1300601 w 4954903"/>
                <a:gd name="connsiteY22593" fmla="*/ 411998 h 4882701"/>
                <a:gd name="connsiteX22594" fmla="*/ 1304147 w 4954903"/>
                <a:gd name="connsiteY22594" fmla="*/ 408960 h 4882701"/>
                <a:gd name="connsiteX22595" fmla="*/ 1306172 w 4954903"/>
                <a:gd name="connsiteY22595" fmla="*/ 403895 h 4882701"/>
                <a:gd name="connsiteX22596" fmla="*/ 1286168 w 4954903"/>
                <a:gd name="connsiteY22596" fmla="*/ 418329 h 4882701"/>
                <a:gd name="connsiteX22597" fmla="*/ 1300601 w 4954903"/>
                <a:gd name="connsiteY22597" fmla="*/ 411998 h 4882701"/>
                <a:gd name="connsiteX22598" fmla="*/ 1264897 w 4954903"/>
                <a:gd name="connsiteY22598" fmla="*/ 419595 h 4882701"/>
                <a:gd name="connsiteX22599" fmla="*/ 1279330 w 4954903"/>
                <a:gd name="connsiteY22599" fmla="*/ 413265 h 4882701"/>
                <a:gd name="connsiteX22600" fmla="*/ 1282876 w 4954903"/>
                <a:gd name="connsiteY22600" fmla="*/ 410226 h 4882701"/>
                <a:gd name="connsiteX22601" fmla="*/ 1285155 w 4954903"/>
                <a:gd name="connsiteY22601" fmla="*/ 405161 h 4882701"/>
                <a:gd name="connsiteX22602" fmla="*/ 1264897 w 4954903"/>
                <a:gd name="connsiteY22602" fmla="*/ 419595 h 4882701"/>
                <a:gd name="connsiteX22603" fmla="*/ 1244385 w 4954903"/>
                <a:gd name="connsiteY22603" fmla="*/ 420861 h 4882701"/>
                <a:gd name="connsiteX22604" fmla="*/ 1258819 w 4954903"/>
                <a:gd name="connsiteY22604" fmla="*/ 414531 h 4882701"/>
                <a:gd name="connsiteX22605" fmla="*/ 1263377 w 4954903"/>
                <a:gd name="connsiteY22605" fmla="*/ 410732 h 4882701"/>
                <a:gd name="connsiteX22606" fmla="*/ 1265150 w 4954903"/>
                <a:gd name="connsiteY22606" fmla="*/ 406427 h 4882701"/>
                <a:gd name="connsiteX22607" fmla="*/ 1244385 w 4954903"/>
                <a:gd name="connsiteY22607" fmla="*/ 420861 h 4882701"/>
                <a:gd name="connsiteX22608" fmla="*/ 1225140 w 4954903"/>
                <a:gd name="connsiteY22608" fmla="*/ 422381 h 4882701"/>
                <a:gd name="connsiteX22609" fmla="*/ 1239321 w 4954903"/>
                <a:gd name="connsiteY22609" fmla="*/ 416050 h 4882701"/>
                <a:gd name="connsiteX22610" fmla="*/ 1244639 w 4954903"/>
                <a:gd name="connsiteY22610" fmla="*/ 411745 h 4882701"/>
                <a:gd name="connsiteX22611" fmla="*/ 1245905 w 4954903"/>
                <a:gd name="connsiteY22611" fmla="*/ 407947 h 4882701"/>
                <a:gd name="connsiteX22612" fmla="*/ 1225140 w 4954903"/>
                <a:gd name="connsiteY22612" fmla="*/ 422381 h 4882701"/>
                <a:gd name="connsiteX22613" fmla="*/ 1206655 w 4954903"/>
                <a:gd name="connsiteY22613" fmla="*/ 424153 h 4882701"/>
                <a:gd name="connsiteX22614" fmla="*/ 1220582 w 4954903"/>
                <a:gd name="connsiteY22614" fmla="*/ 417316 h 4882701"/>
                <a:gd name="connsiteX22615" fmla="*/ 1225900 w 4954903"/>
                <a:gd name="connsiteY22615" fmla="*/ 413011 h 4882701"/>
                <a:gd name="connsiteX22616" fmla="*/ 1227419 w 4954903"/>
                <a:gd name="connsiteY22616" fmla="*/ 409213 h 4882701"/>
                <a:gd name="connsiteX22617" fmla="*/ 1206655 w 4954903"/>
                <a:gd name="connsiteY22617" fmla="*/ 424153 h 4882701"/>
                <a:gd name="connsiteX22618" fmla="*/ 1209947 w 4954903"/>
                <a:gd name="connsiteY22618" fmla="*/ 410479 h 4882701"/>
                <a:gd name="connsiteX22619" fmla="*/ 1188929 w 4954903"/>
                <a:gd name="connsiteY22619" fmla="*/ 425419 h 4882701"/>
                <a:gd name="connsiteX22620" fmla="*/ 1202603 w 4954903"/>
                <a:gd name="connsiteY22620" fmla="*/ 418582 h 4882701"/>
                <a:gd name="connsiteX22621" fmla="*/ 1208680 w 4954903"/>
                <a:gd name="connsiteY22621" fmla="*/ 413518 h 4882701"/>
                <a:gd name="connsiteX22622" fmla="*/ 1209947 w 4954903"/>
                <a:gd name="connsiteY22622" fmla="*/ 410479 h 4882701"/>
                <a:gd name="connsiteX22623" fmla="*/ 1193487 w 4954903"/>
                <a:gd name="connsiteY22623" fmla="*/ 411998 h 4882701"/>
                <a:gd name="connsiteX22624" fmla="*/ 1172216 w 4954903"/>
                <a:gd name="connsiteY22624" fmla="*/ 426939 h 4882701"/>
                <a:gd name="connsiteX22625" fmla="*/ 1185890 w 4954903"/>
                <a:gd name="connsiteY22625" fmla="*/ 420102 h 4882701"/>
                <a:gd name="connsiteX22626" fmla="*/ 1191968 w 4954903"/>
                <a:gd name="connsiteY22626" fmla="*/ 415037 h 4882701"/>
                <a:gd name="connsiteX22627" fmla="*/ 1193487 w 4954903"/>
                <a:gd name="connsiteY22627" fmla="*/ 411998 h 4882701"/>
                <a:gd name="connsiteX22628" fmla="*/ 1156516 w 4954903"/>
                <a:gd name="connsiteY22628" fmla="*/ 428458 h 4882701"/>
                <a:gd name="connsiteX22629" fmla="*/ 1169937 w 4954903"/>
                <a:gd name="connsiteY22629" fmla="*/ 421621 h 4882701"/>
                <a:gd name="connsiteX22630" fmla="*/ 1176774 w 4954903"/>
                <a:gd name="connsiteY22630" fmla="*/ 416050 h 4882701"/>
                <a:gd name="connsiteX22631" fmla="*/ 1177787 w 4954903"/>
                <a:gd name="connsiteY22631" fmla="*/ 413518 h 4882701"/>
                <a:gd name="connsiteX22632" fmla="*/ 1156516 w 4954903"/>
                <a:gd name="connsiteY22632" fmla="*/ 428458 h 4882701"/>
                <a:gd name="connsiteX22633" fmla="*/ 1141829 w 4954903"/>
                <a:gd name="connsiteY22633" fmla="*/ 430484 h 4882701"/>
                <a:gd name="connsiteX22634" fmla="*/ 1154997 w 4954903"/>
                <a:gd name="connsiteY22634" fmla="*/ 423394 h 4882701"/>
                <a:gd name="connsiteX22635" fmla="*/ 1163859 w 4954903"/>
                <a:gd name="connsiteY22635" fmla="*/ 415290 h 4882701"/>
                <a:gd name="connsiteX22636" fmla="*/ 1163353 w 4954903"/>
                <a:gd name="connsiteY22636" fmla="*/ 415290 h 4882701"/>
                <a:gd name="connsiteX22637" fmla="*/ 1141829 w 4954903"/>
                <a:gd name="connsiteY22637" fmla="*/ 430484 h 4882701"/>
                <a:gd name="connsiteX22638" fmla="*/ 1128155 w 4954903"/>
                <a:gd name="connsiteY22638" fmla="*/ 432257 h 4882701"/>
                <a:gd name="connsiteX22639" fmla="*/ 1141069 w 4954903"/>
                <a:gd name="connsiteY22639" fmla="*/ 424913 h 4882701"/>
                <a:gd name="connsiteX22640" fmla="*/ 1150185 w 4954903"/>
                <a:gd name="connsiteY22640" fmla="*/ 416810 h 4882701"/>
                <a:gd name="connsiteX22641" fmla="*/ 1149679 w 4954903"/>
                <a:gd name="connsiteY22641" fmla="*/ 416810 h 4882701"/>
                <a:gd name="connsiteX22642" fmla="*/ 1128155 w 4954903"/>
                <a:gd name="connsiteY22642" fmla="*/ 432257 h 4882701"/>
                <a:gd name="connsiteX22643" fmla="*/ 1115240 w 4954903"/>
                <a:gd name="connsiteY22643" fmla="*/ 433776 h 4882701"/>
                <a:gd name="connsiteX22644" fmla="*/ 1127901 w 4954903"/>
                <a:gd name="connsiteY22644" fmla="*/ 426432 h 4882701"/>
                <a:gd name="connsiteX22645" fmla="*/ 1137271 w 4954903"/>
                <a:gd name="connsiteY22645" fmla="*/ 418329 h 4882701"/>
                <a:gd name="connsiteX22646" fmla="*/ 1137018 w 4954903"/>
                <a:gd name="connsiteY22646" fmla="*/ 418329 h 4882701"/>
                <a:gd name="connsiteX22647" fmla="*/ 1115240 w 4954903"/>
                <a:gd name="connsiteY22647" fmla="*/ 433776 h 4882701"/>
                <a:gd name="connsiteX22648" fmla="*/ 1103338 w 4954903"/>
                <a:gd name="connsiteY22648" fmla="*/ 435549 h 4882701"/>
                <a:gd name="connsiteX22649" fmla="*/ 1116000 w 4954903"/>
                <a:gd name="connsiteY22649" fmla="*/ 428205 h 4882701"/>
                <a:gd name="connsiteX22650" fmla="*/ 1125622 w 4954903"/>
                <a:gd name="connsiteY22650" fmla="*/ 420102 h 4882701"/>
                <a:gd name="connsiteX22651" fmla="*/ 1125369 w 4954903"/>
                <a:gd name="connsiteY22651" fmla="*/ 420102 h 4882701"/>
                <a:gd name="connsiteX22652" fmla="*/ 1103338 w 4954903"/>
                <a:gd name="connsiteY22652" fmla="*/ 435549 h 4882701"/>
                <a:gd name="connsiteX22653" fmla="*/ 1092703 w 4954903"/>
                <a:gd name="connsiteY22653" fmla="*/ 437321 h 4882701"/>
                <a:gd name="connsiteX22654" fmla="*/ 1105111 w 4954903"/>
                <a:gd name="connsiteY22654" fmla="*/ 429978 h 4882701"/>
                <a:gd name="connsiteX22655" fmla="*/ 1114987 w 4954903"/>
                <a:gd name="connsiteY22655" fmla="*/ 421874 h 4882701"/>
                <a:gd name="connsiteX22656" fmla="*/ 1114734 w 4954903"/>
                <a:gd name="connsiteY22656" fmla="*/ 421874 h 4882701"/>
                <a:gd name="connsiteX22657" fmla="*/ 1092703 w 4954903"/>
                <a:gd name="connsiteY22657" fmla="*/ 437321 h 4882701"/>
                <a:gd name="connsiteX22658" fmla="*/ 3924275 w 4954903"/>
                <a:gd name="connsiteY22658" fmla="*/ 463403 h 4882701"/>
                <a:gd name="connsiteX22659" fmla="*/ 3911107 w 4954903"/>
                <a:gd name="connsiteY22659" fmla="*/ 454034 h 4882701"/>
                <a:gd name="connsiteX22660" fmla="*/ 3911107 w 4954903"/>
                <a:gd name="connsiteY22660" fmla="*/ 454034 h 4882701"/>
                <a:gd name="connsiteX22661" fmla="*/ 3933644 w 4954903"/>
                <a:gd name="connsiteY22661" fmla="*/ 470240 h 4882701"/>
                <a:gd name="connsiteX22662" fmla="*/ 3924275 w 4954903"/>
                <a:gd name="connsiteY22662" fmla="*/ 463403 h 4882701"/>
                <a:gd name="connsiteX22663" fmla="*/ 3920223 w 4954903"/>
                <a:gd name="connsiteY22663" fmla="*/ 461124 h 4882701"/>
                <a:gd name="connsiteX22664" fmla="*/ 3906802 w 4954903"/>
                <a:gd name="connsiteY22664" fmla="*/ 451755 h 4882701"/>
                <a:gd name="connsiteX22665" fmla="*/ 3929086 w 4954903"/>
                <a:gd name="connsiteY22665" fmla="*/ 467961 h 4882701"/>
                <a:gd name="connsiteX22666" fmla="*/ 3920223 w 4954903"/>
                <a:gd name="connsiteY22666" fmla="*/ 461124 h 4882701"/>
                <a:gd name="connsiteX22667" fmla="*/ 3915159 w 4954903"/>
                <a:gd name="connsiteY22667" fmla="*/ 459098 h 4882701"/>
                <a:gd name="connsiteX22668" fmla="*/ 3901485 w 4954903"/>
                <a:gd name="connsiteY22668" fmla="*/ 449729 h 4882701"/>
                <a:gd name="connsiteX22669" fmla="*/ 3901485 w 4954903"/>
                <a:gd name="connsiteY22669" fmla="*/ 449729 h 4882701"/>
                <a:gd name="connsiteX22670" fmla="*/ 3923768 w 4954903"/>
                <a:gd name="connsiteY22670" fmla="*/ 465682 h 4882701"/>
                <a:gd name="connsiteX22671" fmla="*/ 3915159 w 4954903"/>
                <a:gd name="connsiteY22671" fmla="*/ 459098 h 4882701"/>
                <a:gd name="connsiteX22672" fmla="*/ 3917438 w 4954903"/>
                <a:gd name="connsiteY22672" fmla="*/ 463403 h 4882701"/>
                <a:gd name="connsiteX22673" fmla="*/ 3909081 w 4954903"/>
                <a:gd name="connsiteY22673" fmla="*/ 456819 h 4882701"/>
                <a:gd name="connsiteX22674" fmla="*/ 3895154 w 4954903"/>
                <a:gd name="connsiteY22674" fmla="*/ 447450 h 4882701"/>
                <a:gd name="connsiteX22675" fmla="*/ 3895154 w 4954903"/>
                <a:gd name="connsiteY22675" fmla="*/ 447450 h 4882701"/>
                <a:gd name="connsiteX22676" fmla="*/ 3917438 w 4954903"/>
                <a:gd name="connsiteY22676" fmla="*/ 463403 h 4882701"/>
                <a:gd name="connsiteX22677" fmla="*/ 3917438 w 4954903"/>
                <a:gd name="connsiteY22677" fmla="*/ 463403 h 4882701"/>
                <a:gd name="connsiteX22678" fmla="*/ 3901738 w 4954903"/>
                <a:gd name="connsiteY22678" fmla="*/ 454794 h 4882701"/>
                <a:gd name="connsiteX22679" fmla="*/ 3887557 w 4954903"/>
                <a:gd name="connsiteY22679" fmla="*/ 445424 h 4882701"/>
                <a:gd name="connsiteX22680" fmla="*/ 3887304 w 4954903"/>
                <a:gd name="connsiteY22680" fmla="*/ 445424 h 4882701"/>
                <a:gd name="connsiteX22681" fmla="*/ 3909588 w 4954903"/>
                <a:gd name="connsiteY22681" fmla="*/ 461378 h 4882701"/>
                <a:gd name="connsiteX22682" fmla="*/ 3901738 w 4954903"/>
                <a:gd name="connsiteY22682" fmla="*/ 454794 h 4882701"/>
                <a:gd name="connsiteX22683" fmla="*/ 3893128 w 4954903"/>
                <a:gd name="connsiteY22683" fmla="*/ 452515 h 4882701"/>
                <a:gd name="connsiteX22684" fmla="*/ 3878947 w 4954903"/>
                <a:gd name="connsiteY22684" fmla="*/ 443145 h 4882701"/>
                <a:gd name="connsiteX22685" fmla="*/ 3878694 w 4954903"/>
                <a:gd name="connsiteY22685" fmla="*/ 443145 h 4882701"/>
                <a:gd name="connsiteX22686" fmla="*/ 3900978 w 4954903"/>
                <a:gd name="connsiteY22686" fmla="*/ 459098 h 4882701"/>
                <a:gd name="connsiteX22687" fmla="*/ 3893128 w 4954903"/>
                <a:gd name="connsiteY22687" fmla="*/ 452515 h 4882701"/>
                <a:gd name="connsiteX22688" fmla="*/ 3869071 w 4954903"/>
                <a:gd name="connsiteY22688" fmla="*/ 441119 h 4882701"/>
                <a:gd name="connsiteX22689" fmla="*/ 3891355 w 4954903"/>
                <a:gd name="connsiteY22689" fmla="*/ 457073 h 4882701"/>
                <a:gd name="connsiteX22690" fmla="*/ 3883758 w 4954903"/>
                <a:gd name="connsiteY22690" fmla="*/ 450489 h 4882701"/>
                <a:gd name="connsiteX22691" fmla="*/ 3869071 w 4954903"/>
                <a:gd name="connsiteY22691" fmla="*/ 441119 h 4882701"/>
                <a:gd name="connsiteX22692" fmla="*/ 3869071 w 4954903"/>
                <a:gd name="connsiteY22692" fmla="*/ 441119 h 4882701"/>
                <a:gd name="connsiteX22693" fmla="*/ 3858183 w 4954903"/>
                <a:gd name="connsiteY22693" fmla="*/ 438840 h 4882701"/>
                <a:gd name="connsiteX22694" fmla="*/ 3880467 w 4954903"/>
                <a:gd name="connsiteY22694" fmla="*/ 454540 h 4882701"/>
                <a:gd name="connsiteX22695" fmla="*/ 3873123 w 4954903"/>
                <a:gd name="connsiteY22695" fmla="*/ 447957 h 4882701"/>
                <a:gd name="connsiteX22696" fmla="*/ 3858689 w 4954903"/>
                <a:gd name="connsiteY22696" fmla="*/ 438587 h 4882701"/>
                <a:gd name="connsiteX22697" fmla="*/ 3858183 w 4954903"/>
                <a:gd name="connsiteY22697" fmla="*/ 438840 h 4882701"/>
                <a:gd name="connsiteX22698" fmla="*/ 3846281 w 4954903"/>
                <a:gd name="connsiteY22698" fmla="*/ 436815 h 4882701"/>
                <a:gd name="connsiteX22699" fmla="*/ 3868312 w 4954903"/>
                <a:gd name="connsiteY22699" fmla="*/ 452515 h 4882701"/>
                <a:gd name="connsiteX22700" fmla="*/ 3861221 w 4954903"/>
                <a:gd name="connsiteY22700" fmla="*/ 445931 h 4882701"/>
                <a:gd name="connsiteX22701" fmla="*/ 3846534 w 4954903"/>
                <a:gd name="connsiteY22701" fmla="*/ 436561 h 4882701"/>
                <a:gd name="connsiteX22702" fmla="*/ 3846281 w 4954903"/>
                <a:gd name="connsiteY22702" fmla="*/ 436815 h 4882701"/>
                <a:gd name="connsiteX22703" fmla="*/ 3848814 w 4954903"/>
                <a:gd name="connsiteY22703" fmla="*/ 443905 h 4882701"/>
                <a:gd name="connsiteX22704" fmla="*/ 3834126 w 4954903"/>
                <a:gd name="connsiteY22704" fmla="*/ 434536 h 4882701"/>
                <a:gd name="connsiteX22705" fmla="*/ 3833620 w 4954903"/>
                <a:gd name="connsiteY22705" fmla="*/ 434536 h 4882701"/>
                <a:gd name="connsiteX22706" fmla="*/ 3855650 w 4954903"/>
                <a:gd name="connsiteY22706" fmla="*/ 450236 h 4882701"/>
                <a:gd name="connsiteX22707" fmla="*/ 3848814 w 4954903"/>
                <a:gd name="connsiteY22707" fmla="*/ 443905 h 4882701"/>
                <a:gd name="connsiteX22708" fmla="*/ 3427446 w 4954903"/>
                <a:gd name="connsiteY22708" fmla="*/ 396552 h 4882701"/>
                <a:gd name="connsiteX22709" fmla="*/ 3425420 w 4954903"/>
                <a:gd name="connsiteY22709" fmla="*/ 397058 h 4882701"/>
                <a:gd name="connsiteX22710" fmla="*/ 3441879 w 4954903"/>
                <a:gd name="connsiteY22710" fmla="*/ 411745 h 4882701"/>
                <a:gd name="connsiteX22711" fmla="*/ 3441879 w 4954903"/>
                <a:gd name="connsiteY22711" fmla="*/ 405415 h 4882701"/>
                <a:gd name="connsiteX22712" fmla="*/ 3427446 w 4954903"/>
                <a:gd name="connsiteY22712" fmla="*/ 396552 h 4882701"/>
                <a:gd name="connsiteX22713" fmla="*/ 3396552 w 4954903"/>
                <a:gd name="connsiteY22713" fmla="*/ 395286 h 4882701"/>
                <a:gd name="connsiteX22714" fmla="*/ 3412759 w 4954903"/>
                <a:gd name="connsiteY22714" fmla="*/ 409973 h 4882701"/>
                <a:gd name="connsiteX22715" fmla="*/ 3413265 w 4954903"/>
                <a:gd name="connsiteY22715" fmla="*/ 403642 h 4882701"/>
                <a:gd name="connsiteX22716" fmla="*/ 3398831 w 4954903"/>
                <a:gd name="connsiteY22716" fmla="*/ 394779 h 4882701"/>
                <a:gd name="connsiteX22717" fmla="*/ 3396552 w 4954903"/>
                <a:gd name="connsiteY22717" fmla="*/ 395286 h 4882701"/>
                <a:gd name="connsiteX22718" fmla="*/ 1594343 w 4954903"/>
                <a:gd name="connsiteY22718" fmla="*/ 361607 h 4882701"/>
                <a:gd name="connsiteX22719" fmla="*/ 1576618 w 4954903"/>
                <a:gd name="connsiteY22719" fmla="*/ 374268 h 4882701"/>
                <a:gd name="connsiteX22720" fmla="*/ 1592318 w 4954903"/>
                <a:gd name="connsiteY22720" fmla="*/ 369457 h 4882701"/>
                <a:gd name="connsiteX22721" fmla="*/ 1593077 w 4954903"/>
                <a:gd name="connsiteY22721" fmla="*/ 368697 h 4882701"/>
                <a:gd name="connsiteX22722" fmla="*/ 1594343 w 4954903"/>
                <a:gd name="connsiteY22722" fmla="*/ 361607 h 4882701"/>
                <a:gd name="connsiteX22723" fmla="*/ 1564716 w 4954903"/>
                <a:gd name="connsiteY22723" fmla="*/ 369457 h 4882701"/>
                <a:gd name="connsiteX22724" fmla="*/ 1566235 w 4954903"/>
                <a:gd name="connsiteY22724" fmla="*/ 362366 h 4882701"/>
                <a:gd name="connsiteX22725" fmla="*/ 1548003 w 4954903"/>
                <a:gd name="connsiteY22725" fmla="*/ 375534 h 4882701"/>
                <a:gd name="connsiteX22726" fmla="*/ 1563703 w 4954903"/>
                <a:gd name="connsiteY22726" fmla="*/ 370216 h 4882701"/>
                <a:gd name="connsiteX22727" fmla="*/ 1564716 w 4954903"/>
                <a:gd name="connsiteY22727" fmla="*/ 369457 h 4882701"/>
                <a:gd name="connsiteX22728" fmla="*/ 1537114 w 4954903"/>
                <a:gd name="connsiteY22728" fmla="*/ 370216 h 4882701"/>
                <a:gd name="connsiteX22729" fmla="*/ 1538887 w 4954903"/>
                <a:gd name="connsiteY22729" fmla="*/ 363126 h 4882701"/>
                <a:gd name="connsiteX22730" fmla="*/ 1520401 w 4954903"/>
                <a:gd name="connsiteY22730" fmla="*/ 376294 h 4882701"/>
                <a:gd name="connsiteX22731" fmla="*/ 1536101 w 4954903"/>
                <a:gd name="connsiteY22731" fmla="*/ 370976 h 4882701"/>
                <a:gd name="connsiteX22732" fmla="*/ 1537114 w 4954903"/>
                <a:gd name="connsiteY22732" fmla="*/ 370216 h 4882701"/>
                <a:gd name="connsiteX22733" fmla="*/ 1512551 w 4954903"/>
                <a:gd name="connsiteY22733" fmla="*/ 363886 h 4882701"/>
                <a:gd name="connsiteX22734" fmla="*/ 1493813 w 4954903"/>
                <a:gd name="connsiteY22734" fmla="*/ 377053 h 4882701"/>
                <a:gd name="connsiteX22735" fmla="*/ 1509259 w 4954903"/>
                <a:gd name="connsiteY22735" fmla="*/ 371736 h 4882701"/>
                <a:gd name="connsiteX22736" fmla="*/ 1509259 w 4954903"/>
                <a:gd name="connsiteY22736" fmla="*/ 371736 h 4882701"/>
                <a:gd name="connsiteX22737" fmla="*/ 1511032 w 4954903"/>
                <a:gd name="connsiteY22737" fmla="*/ 370216 h 4882701"/>
                <a:gd name="connsiteX22738" fmla="*/ 1512551 w 4954903"/>
                <a:gd name="connsiteY22738" fmla="*/ 363886 h 4882701"/>
                <a:gd name="connsiteX22739" fmla="*/ 1484697 w 4954903"/>
                <a:gd name="connsiteY22739" fmla="*/ 371229 h 4882701"/>
                <a:gd name="connsiteX22740" fmla="*/ 1486469 w 4954903"/>
                <a:gd name="connsiteY22740" fmla="*/ 364898 h 4882701"/>
                <a:gd name="connsiteX22741" fmla="*/ 1467477 w 4954903"/>
                <a:gd name="connsiteY22741" fmla="*/ 378066 h 4882701"/>
                <a:gd name="connsiteX22742" fmla="*/ 1482671 w 4954903"/>
                <a:gd name="connsiteY22742" fmla="*/ 372748 h 4882701"/>
                <a:gd name="connsiteX22743" fmla="*/ 1484697 w 4954903"/>
                <a:gd name="connsiteY22743" fmla="*/ 371229 h 4882701"/>
                <a:gd name="connsiteX22744" fmla="*/ 1460134 w 4954903"/>
                <a:gd name="connsiteY22744" fmla="*/ 371482 h 4882701"/>
                <a:gd name="connsiteX22745" fmla="*/ 1461653 w 4954903"/>
                <a:gd name="connsiteY22745" fmla="*/ 365911 h 4882701"/>
                <a:gd name="connsiteX22746" fmla="*/ 1442408 w 4954903"/>
                <a:gd name="connsiteY22746" fmla="*/ 379586 h 4882701"/>
                <a:gd name="connsiteX22747" fmla="*/ 1457601 w 4954903"/>
                <a:gd name="connsiteY22747" fmla="*/ 374015 h 4882701"/>
                <a:gd name="connsiteX22748" fmla="*/ 1460134 w 4954903"/>
                <a:gd name="connsiteY22748" fmla="*/ 371482 h 4882701"/>
                <a:gd name="connsiteX22749" fmla="*/ 1417845 w 4954903"/>
                <a:gd name="connsiteY22749" fmla="*/ 380345 h 4882701"/>
                <a:gd name="connsiteX22750" fmla="*/ 1432785 w 4954903"/>
                <a:gd name="connsiteY22750" fmla="*/ 374521 h 4882701"/>
                <a:gd name="connsiteX22751" fmla="*/ 1435318 w 4954903"/>
                <a:gd name="connsiteY22751" fmla="*/ 372242 h 4882701"/>
                <a:gd name="connsiteX22752" fmla="*/ 1437090 w 4954903"/>
                <a:gd name="connsiteY22752" fmla="*/ 366671 h 4882701"/>
                <a:gd name="connsiteX22753" fmla="*/ 1417845 w 4954903"/>
                <a:gd name="connsiteY22753" fmla="*/ 380345 h 4882701"/>
                <a:gd name="connsiteX22754" fmla="*/ 1394042 w 4954903"/>
                <a:gd name="connsiteY22754" fmla="*/ 381358 h 4882701"/>
                <a:gd name="connsiteX22755" fmla="*/ 1408982 w 4954903"/>
                <a:gd name="connsiteY22755" fmla="*/ 375534 h 4882701"/>
                <a:gd name="connsiteX22756" fmla="*/ 1412274 w 4954903"/>
                <a:gd name="connsiteY22756" fmla="*/ 372495 h 4882701"/>
                <a:gd name="connsiteX22757" fmla="*/ 1413793 w 4954903"/>
                <a:gd name="connsiteY22757" fmla="*/ 367431 h 4882701"/>
                <a:gd name="connsiteX22758" fmla="*/ 1394042 w 4954903"/>
                <a:gd name="connsiteY22758" fmla="*/ 381358 h 4882701"/>
                <a:gd name="connsiteX22759" fmla="*/ 1371251 w 4954903"/>
                <a:gd name="connsiteY22759" fmla="*/ 382371 h 4882701"/>
                <a:gd name="connsiteX22760" fmla="*/ 1385939 w 4954903"/>
                <a:gd name="connsiteY22760" fmla="*/ 376547 h 4882701"/>
                <a:gd name="connsiteX22761" fmla="*/ 1389484 w 4954903"/>
                <a:gd name="connsiteY22761" fmla="*/ 373508 h 4882701"/>
                <a:gd name="connsiteX22762" fmla="*/ 1391256 w 4954903"/>
                <a:gd name="connsiteY22762" fmla="*/ 368444 h 4882701"/>
                <a:gd name="connsiteX22763" fmla="*/ 1371251 w 4954903"/>
                <a:gd name="connsiteY22763" fmla="*/ 382371 h 4882701"/>
                <a:gd name="connsiteX22764" fmla="*/ 1348968 w 4954903"/>
                <a:gd name="connsiteY22764" fmla="*/ 383890 h 4882701"/>
                <a:gd name="connsiteX22765" fmla="*/ 1363655 w 4954903"/>
                <a:gd name="connsiteY22765" fmla="*/ 377813 h 4882701"/>
                <a:gd name="connsiteX22766" fmla="*/ 1367200 w 4954903"/>
                <a:gd name="connsiteY22766" fmla="*/ 374774 h 4882701"/>
                <a:gd name="connsiteX22767" fmla="*/ 1369226 w 4954903"/>
                <a:gd name="connsiteY22767" fmla="*/ 369710 h 4882701"/>
                <a:gd name="connsiteX22768" fmla="*/ 1348968 w 4954903"/>
                <a:gd name="connsiteY22768" fmla="*/ 383890 h 4882701"/>
                <a:gd name="connsiteX22769" fmla="*/ 1327697 w 4954903"/>
                <a:gd name="connsiteY22769" fmla="*/ 385157 h 4882701"/>
                <a:gd name="connsiteX22770" fmla="*/ 1342130 w 4954903"/>
                <a:gd name="connsiteY22770" fmla="*/ 379079 h 4882701"/>
                <a:gd name="connsiteX22771" fmla="*/ 1346435 w 4954903"/>
                <a:gd name="connsiteY22771" fmla="*/ 375534 h 4882701"/>
                <a:gd name="connsiteX22772" fmla="*/ 1347955 w 4954903"/>
                <a:gd name="connsiteY22772" fmla="*/ 371229 h 4882701"/>
                <a:gd name="connsiteX22773" fmla="*/ 1327697 w 4954903"/>
                <a:gd name="connsiteY22773" fmla="*/ 385157 h 4882701"/>
                <a:gd name="connsiteX22774" fmla="*/ 1307185 w 4954903"/>
                <a:gd name="connsiteY22774" fmla="*/ 386423 h 4882701"/>
                <a:gd name="connsiteX22775" fmla="*/ 1321619 w 4954903"/>
                <a:gd name="connsiteY22775" fmla="*/ 380345 h 4882701"/>
                <a:gd name="connsiteX22776" fmla="*/ 1326684 w 4954903"/>
                <a:gd name="connsiteY22776" fmla="*/ 376040 h 4882701"/>
                <a:gd name="connsiteX22777" fmla="*/ 1327950 w 4954903"/>
                <a:gd name="connsiteY22777" fmla="*/ 372495 h 4882701"/>
                <a:gd name="connsiteX22778" fmla="*/ 1307185 w 4954903"/>
                <a:gd name="connsiteY22778" fmla="*/ 386423 h 4882701"/>
                <a:gd name="connsiteX22779" fmla="*/ 1287434 w 4954903"/>
                <a:gd name="connsiteY22779" fmla="*/ 387689 h 4882701"/>
                <a:gd name="connsiteX22780" fmla="*/ 1301614 w 4954903"/>
                <a:gd name="connsiteY22780" fmla="*/ 381358 h 4882701"/>
                <a:gd name="connsiteX22781" fmla="*/ 1306932 w 4954903"/>
                <a:gd name="connsiteY22781" fmla="*/ 377053 h 4882701"/>
                <a:gd name="connsiteX22782" fmla="*/ 1308451 w 4954903"/>
                <a:gd name="connsiteY22782" fmla="*/ 373508 h 4882701"/>
                <a:gd name="connsiteX22783" fmla="*/ 1287434 w 4954903"/>
                <a:gd name="connsiteY22783" fmla="*/ 387689 h 4882701"/>
                <a:gd name="connsiteX22784" fmla="*/ 1268695 w 4954903"/>
                <a:gd name="connsiteY22784" fmla="*/ 389208 h 4882701"/>
                <a:gd name="connsiteX22785" fmla="*/ 1282876 w 4954903"/>
                <a:gd name="connsiteY22785" fmla="*/ 382624 h 4882701"/>
                <a:gd name="connsiteX22786" fmla="*/ 1288953 w 4954903"/>
                <a:gd name="connsiteY22786" fmla="*/ 377813 h 4882701"/>
                <a:gd name="connsiteX22787" fmla="*/ 1289966 w 4954903"/>
                <a:gd name="connsiteY22787" fmla="*/ 374774 h 4882701"/>
                <a:gd name="connsiteX22788" fmla="*/ 1268695 w 4954903"/>
                <a:gd name="connsiteY22788" fmla="*/ 389208 h 4882701"/>
                <a:gd name="connsiteX22789" fmla="*/ 1272240 w 4954903"/>
                <a:gd name="connsiteY22789" fmla="*/ 376294 h 4882701"/>
                <a:gd name="connsiteX22790" fmla="*/ 1250969 w 4954903"/>
                <a:gd name="connsiteY22790" fmla="*/ 390728 h 4882701"/>
                <a:gd name="connsiteX22791" fmla="*/ 1264897 w 4954903"/>
                <a:gd name="connsiteY22791" fmla="*/ 384144 h 4882701"/>
                <a:gd name="connsiteX22792" fmla="*/ 1270974 w 4954903"/>
                <a:gd name="connsiteY22792" fmla="*/ 379332 h 4882701"/>
                <a:gd name="connsiteX22793" fmla="*/ 1272240 w 4954903"/>
                <a:gd name="connsiteY22793" fmla="*/ 376294 h 4882701"/>
                <a:gd name="connsiteX22794" fmla="*/ 1233750 w 4954903"/>
                <a:gd name="connsiteY22794" fmla="*/ 391994 h 4882701"/>
                <a:gd name="connsiteX22795" fmla="*/ 1247424 w 4954903"/>
                <a:gd name="connsiteY22795" fmla="*/ 385410 h 4882701"/>
                <a:gd name="connsiteX22796" fmla="*/ 1254261 w 4954903"/>
                <a:gd name="connsiteY22796" fmla="*/ 380092 h 4882701"/>
                <a:gd name="connsiteX22797" fmla="*/ 1255274 w 4954903"/>
                <a:gd name="connsiteY22797" fmla="*/ 377560 h 4882701"/>
                <a:gd name="connsiteX22798" fmla="*/ 1233750 w 4954903"/>
                <a:gd name="connsiteY22798" fmla="*/ 391994 h 4882701"/>
                <a:gd name="connsiteX22799" fmla="*/ 1217797 w 4954903"/>
                <a:gd name="connsiteY22799" fmla="*/ 393513 h 4882701"/>
                <a:gd name="connsiteX22800" fmla="*/ 1231471 w 4954903"/>
                <a:gd name="connsiteY22800" fmla="*/ 386929 h 4882701"/>
                <a:gd name="connsiteX22801" fmla="*/ 1238561 w 4954903"/>
                <a:gd name="connsiteY22801" fmla="*/ 381358 h 4882701"/>
                <a:gd name="connsiteX22802" fmla="*/ 1239574 w 4954903"/>
                <a:gd name="connsiteY22802" fmla="*/ 378826 h 4882701"/>
                <a:gd name="connsiteX22803" fmla="*/ 1217797 w 4954903"/>
                <a:gd name="connsiteY22803" fmla="*/ 393513 h 4882701"/>
                <a:gd name="connsiteX22804" fmla="*/ 1202603 w 4954903"/>
                <a:gd name="connsiteY22804" fmla="*/ 395286 h 4882701"/>
                <a:gd name="connsiteX22805" fmla="*/ 1216024 w 4954903"/>
                <a:gd name="connsiteY22805" fmla="*/ 388448 h 4882701"/>
                <a:gd name="connsiteX22806" fmla="*/ 1224887 w 4954903"/>
                <a:gd name="connsiteY22806" fmla="*/ 380598 h 4882701"/>
                <a:gd name="connsiteX22807" fmla="*/ 1224380 w 4954903"/>
                <a:gd name="connsiteY22807" fmla="*/ 380598 h 4882701"/>
                <a:gd name="connsiteX22808" fmla="*/ 1202603 w 4954903"/>
                <a:gd name="connsiteY22808" fmla="*/ 395286 h 4882701"/>
                <a:gd name="connsiteX22809" fmla="*/ 1188422 w 4954903"/>
                <a:gd name="connsiteY22809" fmla="*/ 397058 h 4882701"/>
                <a:gd name="connsiteX22810" fmla="*/ 1201590 w 4954903"/>
                <a:gd name="connsiteY22810" fmla="*/ 389968 h 4882701"/>
                <a:gd name="connsiteX22811" fmla="*/ 1210706 w 4954903"/>
                <a:gd name="connsiteY22811" fmla="*/ 382118 h 4882701"/>
                <a:gd name="connsiteX22812" fmla="*/ 1210200 w 4954903"/>
                <a:gd name="connsiteY22812" fmla="*/ 382118 h 4882701"/>
                <a:gd name="connsiteX22813" fmla="*/ 1188422 w 4954903"/>
                <a:gd name="connsiteY22813" fmla="*/ 397058 h 4882701"/>
                <a:gd name="connsiteX22814" fmla="*/ 1175001 w 4954903"/>
                <a:gd name="connsiteY22814" fmla="*/ 398578 h 4882701"/>
                <a:gd name="connsiteX22815" fmla="*/ 1188169 w 4954903"/>
                <a:gd name="connsiteY22815" fmla="*/ 391487 h 4882701"/>
                <a:gd name="connsiteX22816" fmla="*/ 1197539 w 4954903"/>
                <a:gd name="connsiteY22816" fmla="*/ 383637 h 4882701"/>
                <a:gd name="connsiteX22817" fmla="*/ 1197285 w 4954903"/>
                <a:gd name="connsiteY22817" fmla="*/ 383637 h 4882701"/>
                <a:gd name="connsiteX22818" fmla="*/ 1175001 w 4954903"/>
                <a:gd name="connsiteY22818" fmla="*/ 398578 h 4882701"/>
                <a:gd name="connsiteX22819" fmla="*/ 1162593 w 4954903"/>
                <a:gd name="connsiteY22819" fmla="*/ 400097 h 4882701"/>
                <a:gd name="connsiteX22820" fmla="*/ 1175508 w 4954903"/>
                <a:gd name="connsiteY22820" fmla="*/ 393007 h 4882701"/>
                <a:gd name="connsiteX22821" fmla="*/ 1185384 w 4954903"/>
                <a:gd name="connsiteY22821" fmla="*/ 385157 h 4882701"/>
                <a:gd name="connsiteX22822" fmla="*/ 1185130 w 4954903"/>
                <a:gd name="connsiteY22822" fmla="*/ 385157 h 4882701"/>
                <a:gd name="connsiteX22823" fmla="*/ 1162593 w 4954903"/>
                <a:gd name="connsiteY22823" fmla="*/ 400097 h 4882701"/>
                <a:gd name="connsiteX22824" fmla="*/ 1151198 w 4954903"/>
                <a:gd name="connsiteY22824" fmla="*/ 401616 h 4882701"/>
                <a:gd name="connsiteX22825" fmla="*/ 1151198 w 4954903"/>
                <a:gd name="connsiteY22825" fmla="*/ 401616 h 4882701"/>
                <a:gd name="connsiteX22826" fmla="*/ 1163859 w 4954903"/>
                <a:gd name="connsiteY22826" fmla="*/ 394779 h 4882701"/>
                <a:gd name="connsiteX22827" fmla="*/ 1173735 w 4954903"/>
                <a:gd name="connsiteY22827" fmla="*/ 386929 h 4882701"/>
                <a:gd name="connsiteX22828" fmla="*/ 1173482 w 4954903"/>
                <a:gd name="connsiteY22828" fmla="*/ 386929 h 4882701"/>
                <a:gd name="connsiteX22829" fmla="*/ 1151198 w 4954903"/>
                <a:gd name="connsiteY22829" fmla="*/ 401616 h 4882701"/>
                <a:gd name="connsiteX22830" fmla="*/ 1140816 w 4954903"/>
                <a:gd name="connsiteY22830" fmla="*/ 403642 h 4882701"/>
                <a:gd name="connsiteX22831" fmla="*/ 1153224 w 4954903"/>
                <a:gd name="connsiteY22831" fmla="*/ 396552 h 4882701"/>
                <a:gd name="connsiteX22832" fmla="*/ 1163606 w 4954903"/>
                <a:gd name="connsiteY22832" fmla="*/ 388702 h 4882701"/>
                <a:gd name="connsiteX22833" fmla="*/ 1163353 w 4954903"/>
                <a:gd name="connsiteY22833" fmla="*/ 388702 h 4882701"/>
                <a:gd name="connsiteX22834" fmla="*/ 1140816 w 4954903"/>
                <a:gd name="connsiteY22834" fmla="*/ 403642 h 4882701"/>
                <a:gd name="connsiteX22835" fmla="*/ 1154237 w 4954903"/>
                <a:gd name="connsiteY22835" fmla="*/ 390221 h 4882701"/>
                <a:gd name="connsiteX22836" fmla="*/ 1154237 w 4954903"/>
                <a:gd name="connsiteY22836" fmla="*/ 390221 h 4882701"/>
                <a:gd name="connsiteX22837" fmla="*/ 1131447 w 4954903"/>
                <a:gd name="connsiteY22837" fmla="*/ 405415 h 4882701"/>
                <a:gd name="connsiteX22838" fmla="*/ 1143601 w 4954903"/>
                <a:gd name="connsiteY22838" fmla="*/ 398324 h 4882701"/>
                <a:gd name="connsiteX22839" fmla="*/ 1154237 w 4954903"/>
                <a:gd name="connsiteY22839" fmla="*/ 390221 h 4882701"/>
                <a:gd name="connsiteX22840" fmla="*/ 3874896 w 4954903"/>
                <a:gd name="connsiteY22840" fmla="*/ 428458 h 4882701"/>
                <a:gd name="connsiteX22841" fmla="*/ 3861475 w 4954903"/>
                <a:gd name="connsiteY22841" fmla="*/ 419342 h 4882701"/>
                <a:gd name="connsiteX22842" fmla="*/ 3861475 w 4954903"/>
                <a:gd name="connsiteY22842" fmla="*/ 419342 h 4882701"/>
                <a:gd name="connsiteX22843" fmla="*/ 3884265 w 4954903"/>
                <a:gd name="connsiteY22843" fmla="*/ 435042 h 4882701"/>
                <a:gd name="connsiteX22844" fmla="*/ 3874896 w 4954903"/>
                <a:gd name="connsiteY22844" fmla="*/ 428458 h 4882701"/>
                <a:gd name="connsiteX22845" fmla="*/ 3871097 w 4954903"/>
                <a:gd name="connsiteY22845" fmla="*/ 426432 h 4882701"/>
                <a:gd name="connsiteX22846" fmla="*/ 3857423 w 4954903"/>
                <a:gd name="connsiteY22846" fmla="*/ 417316 h 4882701"/>
                <a:gd name="connsiteX22847" fmla="*/ 3880213 w 4954903"/>
                <a:gd name="connsiteY22847" fmla="*/ 432763 h 4882701"/>
                <a:gd name="connsiteX22848" fmla="*/ 3871097 w 4954903"/>
                <a:gd name="connsiteY22848" fmla="*/ 426432 h 4882701"/>
                <a:gd name="connsiteX22849" fmla="*/ 3866286 w 4954903"/>
                <a:gd name="connsiteY22849" fmla="*/ 424407 h 4882701"/>
                <a:gd name="connsiteX22850" fmla="*/ 3852359 w 4954903"/>
                <a:gd name="connsiteY22850" fmla="*/ 415290 h 4882701"/>
                <a:gd name="connsiteX22851" fmla="*/ 3852359 w 4954903"/>
                <a:gd name="connsiteY22851" fmla="*/ 415290 h 4882701"/>
                <a:gd name="connsiteX22852" fmla="*/ 3875149 w 4954903"/>
                <a:gd name="connsiteY22852" fmla="*/ 430737 h 4882701"/>
                <a:gd name="connsiteX22853" fmla="*/ 3866286 w 4954903"/>
                <a:gd name="connsiteY22853" fmla="*/ 424407 h 4882701"/>
                <a:gd name="connsiteX22854" fmla="*/ 3860209 w 4954903"/>
                <a:gd name="connsiteY22854" fmla="*/ 422381 h 4882701"/>
                <a:gd name="connsiteX22855" fmla="*/ 3846281 w 4954903"/>
                <a:gd name="connsiteY22855" fmla="*/ 413265 h 4882701"/>
                <a:gd name="connsiteX22856" fmla="*/ 3846281 w 4954903"/>
                <a:gd name="connsiteY22856" fmla="*/ 413265 h 4882701"/>
                <a:gd name="connsiteX22857" fmla="*/ 3869071 w 4954903"/>
                <a:gd name="connsiteY22857" fmla="*/ 428711 h 4882701"/>
                <a:gd name="connsiteX22858" fmla="*/ 3860209 w 4954903"/>
                <a:gd name="connsiteY22858" fmla="*/ 422381 h 4882701"/>
                <a:gd name="connsiteX22859" fmla="*/ 3853118 w 4954903"/>
                <a:gd name="connsiteY22859" fmla="*/ 420355 h 4882701"/>
                <a:gd name="connsiteX22860" fmla="*/ 3838938 w 4954903"/>
                <a:gd name="connsiteY22860" fmla="*/ 411239 h 4882701"/>
                <a:gd name="connsiteX22861" fmla="*/ 3838938 w 4954903"/>
                <a:gd name="connsiteY22861" fmla="*/ 411239 h 4882701"/>
                <a:gd name="connsiteX22862" fmla="*/ 3861728 w 4954903"/>
                <a:gd name="connsiteY22862" fmla="*/ 426686 h 4882701"/>
                <a:gd name="connsiteX22863" fmla="*/ 3853118 w 4954903"/>
                <a:gd name="connsiteY22863" fmla="*/ 420355 h 4882701"/>
                <a:gd name="connsiteX22864" fmla="*/ 3845015 w 4954903"/>
                <a:gd name="connsiteY22864" fmla="*/ 418076 h 4882701"/>
                <a:gd name="connsiteX22865" fmla="*/ 3830581 w 4954903"/>
                <a:gd name="connsiteY22865" fmla="*/ 408960 h 4882701"/>
                <a:gd name="connsiteX22866" fmla="*/ 3830328 w 4954903"/>
                <a:gd name="connsiteY22866" fmla="*/ 408960 h 4882701"/>
                <a:gd name="connsiteX22867" fmla="*/ 3852865 w 4954903"/>
                <a:gd name="connsiteY22867" fmla="*/ 424407 h 4882701"/>
                <a:gd name="connsiteX22868" fmla="*/ 3845015 w 4954903"/>
                <a:gd name="connsiteY22868" fmla="*/ 418076 h 4882701"/>
                <a:gd name="connsiteX22869" fmla="*/ 3820959 w 4954903"/>
                <a:gd name="connsiteY22869" fmla="*/ 407187 h 4882701"/>
                <a:gd name="connsiteX22870" fmla="*/ 3843496 w 4954903"/>
                <a:gd name="connsiteY22870" fmla="*/ 422381 h 4882701"/>
                <a:gd name="connsiteX22871" fmla="*/ 3835646 w 4954903"/>
                <a:gd name="connsiteY22871" fmla="*/ 416050 h 4882701"/>
                <a:gd name="connsiteX22872" fmla="*/ 3820959 w 4954903"/>
                <a:gd name="connsiteY22872" fmla="*/ 407187 h 4882701"/>
                <a:gd name="connsiteX22873" fmla="*/ 3820959 w 4954903"/>
                <a:gd name="connsiteY22873" fmla="*/ 407187 h 4882701"/>
                <a:gd name="connsiteX22874" fmla="*/ 3422634 w 4954903"/>
                <a:gd name="connsiteY22874" fmla="*/ 365911 h 4882701"/>
                <a:gd name="connsiteX22875" fmla="*/ 3420862 w 4954903"/>
                <a:gd name="connsiteY22875" fmla="*/ 366418 h 4882701"/>
                <a:gd name="connsiteX22876" fmla="*/ 3437828 w 4954903"/>
                <a:gd name="connsiteY22876" fmla="*/ 380598 h 4882701"/>
                <a:gd name="connsiteX22877" fmla="*/ 3437068 w 4954903"/>
                <a:gd name="connsiteY22877" fmla="*/ 374521 h 4882701"/>
                <a:gd name="connsiteX22878" fmla="*/ 3422634 w 4954903"/>
                <a:gd name="connsiteY22878" fmla="*/ 365911 h 4882701"/>
                <a:gd name="connsiteX22879" fmla="*/ 3393513 w 4954903"/>
                <a:gd name="connsiteY22879" fmla="*/ 364645 h 4882701"/>
                <a:gd name="connsiteX22880" fmla="*/ 3410226 w 4954903"/>
                <a:gd name="connsiteY22880" fmla="*/ 378826 h 4882701"/>
                <a:gd name="connsiteX22881" fmla="*/ 3409973 w 4954903"/>
                <a:gd name="connsiteY22881" fmla="*/ 372748 h 4882701"/>
                <a:gd name="connsiteX22882" fmla="*/ 3395539 w 4954903"/>
                <a:gd name="connsiteY22882" fmla="*/ 364139 h 4882701"/>
                <a:gd name="connsiteX22883" fmla="*/ 3393513 w 4954903"/>
                <a:gd name="connsiteY22883" fmla="*/ 364645 h 4882701"/>
                <a:gd name="connsiteX22884" fmla="*/ 1610297 w 4954903"/>
                <a:gd name="connsiteY22884" fmla="*/ 343121 h 4882701"/>
                <a:gd name="connsiteX22885" fmla="*/ 1625743 w 4954903"/>
                <a:gd name="connsiteY22885" fmla="*/ 338057 h 4882701"/>
                <a:gd name="connsiteX22886" fmla="*/ 1626503 w 4954903"/>
                <a:gd name="connsiteY22886" fmla="*/ 337297 h 4882701"/>
                <a:gd name="connsiteX22887" fmla="*/ 1628022 w 4954903"/>
                <a:gd name="connsiteY22887" fmla="*/ 330460 h 4882701"/>
                <a:gd name="connsiteX22888" fmla="*/ 1610297 w 4954903"/>
                <a:gd name="connsiteY22888" fmla="*/ 343121 h 4882701"/>
                <a:gd name="connsiteX22889" fmla="*/ 1599914 w 4954903"/>
                <a:gd name="connsiteY22889" fmla="*/ 337297 h 4882701"/>
                <a:gd name="connsiteX22890" fmla="*/ 1600927 w 4954903"/>
                <a:gd name="connsiteY22890" fmla="*/ 331219 h 4882701"/>
                <a:gd name="connsiteX22891" fmla="*/ 1582695 w 4954903"/>
                <a:gd name="connsiteY22891" fmla="*/ 343881 h 4882701"/>
                <a:gd name="connsiteX22892" fmla="*/ 1598142 w 4954903"/>
                <a:gd name="connsiteY22892" fmla="*/ 338816 h 4882701"/>
                <a:gd name="connsiteX22893" fmla="*/ 1599914 w 4954903"/>
                <a:gd name="connsiteY22893" fmla="*/ 337297 h 4882701"/>
                <a:gd name="connsiteX22894" fmla="*/ 1574845 w 4954903"/>
                <a:gd name="connsiteY22894" fmla="*/ 331979 h 4882701"/>
                <a:gd name="connsiteX22895" fmla="*/ 1556360 w 4954903"/>
                <a:gd name="connsiteY22895" fmla="*/ 344640 h 4882701"/>
                <a:gd name="connsiteX22896" fmla="*/ 1571806 w 4954903"/>
                <a:gd name="connsiteY22896" fmla="*/ 339576 h 4882701"/>
                <a:gd name="connsiteX22897" fmla="*/ 1573579 w 4954903"/>
                <a:gd name="connsiteY22897" fmla="*/ 338057 h 4882701"/>
                <a:gd name="connsiteX22898" fmla="*/ 1574845 w 4954903"/>
                <a:gd name="connsiteY22898" fmla="*/ 331979 h 4882701"/>
                <a:gd name="connsiteX22899" fmla="*/ 1548003 w 4954903"/>
                <a:gd name="connsiteY22899" fmla="*/ 338057 h 4882701"/>
                <a:gd name="connsiteX22900" fmla="*/ 1549016 w 4954903"/>
                <a:gd name="connsiteY22900" fmla="*/ 332486 h 4882701"/>
                <a:gd name="connsiteX22901" fmla="*/ 1530277 w 4954903"/>
                <a:gd name="connsiteY22901" fmla="*/ 345147 h 4882701"/>
                <a:gd name="connsiteX22902" fmla="*/ 1545471 w 4954903"/>
                <a:gd name="connsiteY22902" fmla="*/ 340082 h 4882701"/>
                <a:gd name="connsiteX22903" fmla="*/ 1548003 w 4954903"/>
                <a:gd name="connsiteY22903" fmla="*/ 338057 h 4882701"/>
                <a:gd name="connsiteX22904" fmla="*/ 1522934 w 4954903"/>
                <a:gd name="connsiteY22904" fmla="*/ 339069 h 4882701"/>
                <a:gd name="connsiteX22905" fmla="*/ 1524453 w 4954903"/>
                <a:gd name="connsiteY22905" fmla="*/ 333498 h 4882701"/>
                <a:gd name="connsiteX22906" fmla="*/ 1505461 w 4954903"/>
                <a:gd name="connsiteY22906" fmla="*/ 346666 h 4882701"/>
                <a:gd name="connsiteX22907" fmla="*/ 1520655 w 4954903"/>
                <a:gd name="connsiteY22907" fmla="*/ 341095 h 4882701"/>
                <a:gd name="connsiteX22908" fmla="*/ 1522934 w 4954903"/>
                <a:gd name="connsiteY22908" fmla="*/ 339069 h 4882701"/>
                <a:gd name="connsiteX22909" fmla="*/ 1495839 w 4954903"/>
                <a:gd name="connsiteY22909" fmla="*/ 342108 h 4882701"/>
                <a:gd name="connsiteX22910" fmla="*/ 1498371 w 4954903"/>
                <a:gd name="connsiteY22910" fmla="*/ 340082 h 4882701"/>
                <a:gd name="connsiteX22911" fmla="*/ 1500143 w 4954903"/>
                <a:gd name="connsiteY22911" fmla="*/ 334511 h 4882701"/>
                <a:gd name="connsiteX22912" fmla="*/ 1480898 w 4954903"/>
                <a:gd name="connsiteY22912" fmla="*/ 347679 h 4882701"/>
                <a:gd name="connsiteX22913" fmla="*/ 1495839 w 4954903"/>
                <a:gd name="connsiteY22913" fmla="*/ 342108 h 4882701"/>
                <a:gd name="connsiteX22914" fmla="*/ 1475327 w 4954903"/>
                <a:gd name="connsiteY22914" fmla="*/ 340082 h 4882701"/>
                <a:gd name="connsiteX22915" fmla="*/ 1476593 w 4954903"/>
                <a:gd name="connsiteY22915" fmla="*/ 335271 h 4882701"/>
                <a:gd name="connsiteX22916" fmla="*/ 1457095 w 4954903"/>
                <a:gd name="connsiteY22916" fmla="*/ 348439 h 4882701"/>
                <a:gd name="connsiteX22917" fmla="*/ 1472035 w 4954903"/>
                <a:gd name="connsiteY22917" fmla="*/ 342868 h 4882701"/>
                <a:gd name="connsiteX22918" fmla="*/ 1475327 w 4954903"/>
                <a:gd name="connsiteY22918" fmla="*/ 340082 h 4882701"/>
                <a:gd name="connsiteX22919" fmla="*/ 1434305 w 4954903"/>
                <a:gd name="connsiteY22919" fmla="*/ 349452 h 4882701"/>
                <a:gd name="connsiteX22920" fmla="*/ 1448992 w 4954903"/>
                <a:gd name="connsiteY22920" fmla="*/ 343881 h 4882701"/>
                <a:gd name="connsiteX22921" fmla="*/ 1452537 w 4954903"/>
                <a:gd name="connsiteY22921" fmla="*/ 341095 h 4882701"/>
                <a:gd name="connsiteX22922" fmla="*/ 1454310 w 4954903"/>
                <a:gd name="connsiteY22922" fmla="*/ 336284 h 4882701"/>
                <a:gd name="connsiteX22923" fmla="*/ 1434305 w 4954903"/>
                <a:gd name="connsiteY22923" fmla="*/ 349452 h 4882701"/>
                <a:gd name="connsiteX22924" fmla="*/ 1412021 w 4954903"/>
                <a:gd name="connsiteY22924" fmla="*/ 350971 h 4882701"/>
                <a:gd name="connsiteX22925" fmla="*/ 1426708 w 4954903"/>
                <a:gd name="connsiteY22925" fmla="*/ 345147 h 4882701"/>
                <a:gd name="connsiteX22926" fmla="*/ 1431013 w 4954903"/>
                <a:gd name="connsiteY22926" fmla="*/ 341602 h 4882701"/>
                <a:gd name="connsiteX22927" fmla="*/ 1432279 w 4954903"/>
                <a:gd name="connsiteY22927" fmla="*/ 337550 h 4882701"/>
                <a:gd name="connsiteX22928" fmla="*/ 1412021 w 4954903"/>
                <a:gd name="connsiteY22928" fmla="*/ 350971 h 4882701"/>
                <a:gd name="connsiteX22929" fmla="*/ 1390497 w 4954903"/>
                <a:gd name="connsiteY22929" fmla="*/ 351984 h 4882701"/>
                <a:gd name="connsiteX22930" fmla="*/ 1405184 w 4954903"/>
                <a:gd name="connsiteY22930" fmla="*/ 346160 h 4882701"/>
                <a:gd name="connsiteX22931" fmla="*/ 1409489 w 4954903"/>
                <a:gd name="connsiteY22931" fmla="*/ 342615 h 4882701"/>
                <a:gd name="connsiteX22932" fmla="*/ 1411008 w 4954903"/>
                <a:gd name="connsiteY22932" fmla="*/ 338563 h 4882701"/>
                <a:gd name="connsiteX22933" fmla="*/ 1390497 w 4954903"/>
                <a:gd name="connsiteY22933" fmla="*/ 351984 h 4882701"/>
                <a:gd name="connsiteX22934" fmla="*/ 1369985 w 4954903"/>
                <a:gd name="connsiteY22934" fmla="*/ 353250 h 4882701"/>
                <a:gd name="connsiteX22935" fmla="*/ 1384419 w 4954903"/>
                <a:gd name="connsiteY22935" fmla="*/ 347426 h 4882701"/>
                <a:gd name="connsiteX22936" fmla="*/ 1389484 w 4954903"/>
                <a:gd name="connsiteY22936" fmla="*/ 343374 h 4882701"/>
                <a:gd name="connsiteX22937" fmla="*/ 1390750 w 4954903"/>
                <a:gd name="connsiteY22937" fmla="*/ 339829 h 4882701"/>
                <a:gd name="connsiteX22938" fmla="*/ 1369985 w 4954903"/>
                <a:gd name="connsiteY22938" fmla="*/ 353250 h 4882701"/>
                <a:gd name="connsiteX22939" fmla="*/ 1350234 w 4954903"/>
                <a:gd name="connsiteY22939" fmla="*/ 354516 h 4882701"/>
                <a:gd name="connsiteX22940" fmla="*/ 1364414 w 4954903"/>
                <a:gd name="connsiteY22940" fmla="*/ 348692 h 4882701"/>
                <a:gd name="connsiteX22941" fmla="*/ 1370239 w 4954903"/>
                <a:gd name="connsiteY22941" fmla="*/ 344134 h 4882701"/>
                <a:gd name="connsiteX22942" fmla="*/ 1370998 w 4954903"/>
                <a:gd name="connsiteY22942" fmla="*/ 341095 h 4882701"/>
                <a:gd name="connsiteX22943" fmla="*/ 1350234 w 4954903"/>
                <a:gd name="connsiteY22943" fmla="*/ 354516 h 4882701"/>
                <a:gd name="connsiteX22944" fmla="*/ 1331242 w 4954903"/>
                <a:gd name="connsiteY22944" fmla="*/ 356036 h 4882701"/>
                <a:gd name="connsiteX22945" fmla="*/ 1345422 w 4954903"/>
                <a:gd name="connsiteY22945" fmla="*/ 349705 h 4882701"/>
                <a:gd name="connsiteX22946" fmla="*/ 1351500 w 4954903"/>
                <a:gd name="connsiteY22946" fmla="*/ 345147 h 4882701"/>
                <a:gd name="connsiteX22947" fmla="*/ 1352513 w 4954903"/>
                <a:gd name="connsiteY22947" fmla="*/ 342108 h 4882701"/>
                <a:gd name="connsiteX22948" fmla="*/ 1331242 w 4954903"/>
                <a:gd name="connsiteY22948" fmla="*/ 356036 h 4882701"/>
                <a:gd name="connsiteX22949" fmla="*/ 1313263 w 4954903"/>
                <a:gd name="connsiteY22949" fmla="*/ 357302 h 4882701"/>
                <a:gd name="connsiteX22950" fmla="*/ 1327190 w 4954903"/>
                <a:gd name="connsiteY22950" fmla="*/ 350971 h 4882701"/>
                <a:gd name="connsiteX22951" fmla="*/ 1333774 w 4954903"/>
                <a:gd name="connsiteY22951" fmla="*/ 345653 h 4882701"/>
                <a:gd name="connsiteX22952" fmla="*/ 1334534 w 4954903"/>
                <a:gd name="connsiteY22952" fmla="*/ 343374 h 4882701"/>
                <a:gd name="connsiteX22953" fmla="*/ 1313263 w 4954903"/>
                <a:gd name="connsiteY22953" fmla="*/ 357302 h 4882701"/>
                <a:gd name="connsiteX22954" fmla="*/ 1296043 w 4954903"/>
                <a:gd name="connsiteY22954" fmla="*/ 358568 h 4882701"/>
                <a:gd name="connsiteX22955" fmla="*/ 1309971 w 4954903"/>
                <a:gd name="connsiteY22955" fmla="*/ 352237 h 4882701"/>
                <a:gd name="connsiteX22956" fmla="*/ 1316808 w 4954903"/>
                <a:gd name="connsiteY22956" fmla="*/ 346919 h 4882701"/>
                <a:gd name="connsiteX22957" fmla="*/ 1317821 w 4954903"/>
                <a:gd name="connsiteY22957" fmla="*/ 344640 h 4882701"/>
                <a:gd name="connsiteX22958" fmla="*/ 1296043 w 4954903"/>
                <a:gd name="connsiteY22958" fmla="*/ 358568 h 4882701"/>
                <a:gd name="connsiteX22959" fmla="*/ 1279584 w 4954903"/>
                <a:gd name="connsiteY22959" fmla="*/ 359834 h 4882701"/>
                <a:gd name="connsiteX22960" fmla="*/ 1293258 w 4954903"/>
                <a:gd name="connsiteY22960" fmla="*/ 353503 h 4882701"/>
                <a:gd name="connsiteX22961" fmla="*/ 1300855 w 4954903"/>
                <a:gd name="connsiteY22961" fmla="*/ 347679 h 4882701"/>
                <a:gd name="connsiteX22962" fmla="*/ 1301361 w 4954903"/>
                <a:gd name="connsiteY22962" fmla="*/ 345907 h 4882701"/>
                <a:gd name="connsiteX22963" fmla="*/ 1279584 w 4954903"/>
                <a:gd name="connsiteY22963" fmla="*/ 359834 h 4882701"/>
                <a:gd name="connsiteX22964" fmla="*/ 1263884 w 4954903"/>
                <a:gd name="connsiteY22964" fmla="*/ 361353 h 4882701"/>
                <a:gd name="connsiteX22965" fmla="*/ 1277558 w 4954903"/>
                <a:gd name="connsiteY22965" fmla="*/ 355023 h 4882701"/>
                <a:gd name="connsiteX22966" fmla="*/ 1285155 w 4954903"/>
                <a:gd name="connsiteY22966" fmla="*/ 349198 h 4882701"/>
                <a:gd name="connsiteX22967" fmla="*/ 1285914 w 4954903"/>
                <a:gd name="connsiteY22967" fmla="*/ 347426 h 4882701"/>
                <a:gd name="connsiteX22968" fmla="*/ 1263884 w 4954903"/>
                <a:gd name="connsiteY22968" fmla="*/ 361353 h 4882701"/>
                <a:gd name="connsiteX22969" fmla="*/ 1249450 w 4954903"/>
                <a:gd name="connsiteY22969" fmla="*/ 363126 h 4882701"/>
                <a:gd name="connsiteX22970" fmla="*/ 1262871 w 4954903"/>
                <a:gd name="connsiteY22970" fmla="*/ 356289 h 4882701"/>
                <a:gd name="connsiteX22971" fmla="*/ 1271987 w 4954903"/>
                <a:gd name="connsiteY22971" fmla="*/ 348692 h 4882701"/>
                <a:gd name="connsiteX22972" fmla="*/ 1271480 w 4954903"/>
                <a:gd name="connsiteY22972" fmla="*/ 348692 h 4882701"/>
                <a:gd name="connsiteX22973" fmla="*/ 1249450 w 4954903"/>
                <a:gd name="connsiteY22973" fmla="*/ 363126 h 4882701"/>
                <a:gd name="connsiteX22974" fmla="*/ 1235522 w 4954903"/>
                <a:gd name="connsiteY22974" fmla="*/ 364645 h 4882701"/>
                <a:gd name="connsiteX22975" fmla="*/ 1248690 w 4954903"/>
                <a:gd name="connsiteY22975" fmla="*/ 357808 h 4882701"/>
                <a:gd name="connsiteX22976" fmla="*/ 1258313 w 4954903"/>
                <a:gd name="connsiteY22976" fmla="*/ 350211 h 4882701"/>
                <a:gd name="connsiteX22977" fmla="*/ 1257806 w 4954903"/>
                <a:gd name="connsiteY22977" fmla="*/ 350211 h 4882701"/>
                <a:gd name="connsiteX22978" fmla="*/ 1235522 w 4954903"/>
                <a:gd name="connsiteY22978" fmla="*/ 364645 h 4882701"/>
                <a:gd name="connsiteX22979" fmla="*/ 1222608 w 4954903"/>
                <a:gd name="connsiteY22979" fmla="*/ 366165 h 4882701"/>
                <a:gd name="connsiteX22980" fmla="*/ 1235776 w 4954903"/>
                <a:gd name="connsiteY22980" fmla="*/ 359327 h 4882701"/>
                <a:gd name="connsiteX22981" fmla="*/ 1245651 w 4954903"/>
                <a:gd name="connsiteY22981" fmla="*/ 351731 h 4882701"/>
                <a:gd name="connsiteX22982" fmla="*/ 1245398 w 4954903"/>
                <a:gd name="connsiteY22982" fmla="*/ 351731 h 4882701"/>
                <a:gd name="connsiteX22983" fmla="*/ 1222608 w 4954903"/>
                <a:gd name="connsiteY22983" fmla="*/ 366165 h 4882701"/>
                <a:gd name="connsiteX22984" fmla="*/ 1210706 w 4954903"/>
                <a:gd name="connsiteY22984" fmla="*/ 367684 h 4882701"/>
                <a:gd name="connsiteX22985" fmla="*/ 1223621 w 4954903"/>
                <a:gd name="connsiteY22985" fmla="*/ 360847 h 4882701"/>
                <a:gd name="connsiteX22986" fmla="*/ 1233750 w 4954903"/>
                <a:gd name="connsiteY22986" fmla="*/ 353503 h 4882701"/>
                <a:gd name="connsiteX22987" fmla="*/ 1233750 w 4954903"/>
                <a:gd name="connsiteY22987" fmla="*/ 353250 h 4882701"/>
                <a:gd name="connsiteX22988" fmla="*/ 1233497 w 4954903"/>
                <a:gd name="connsiteY22988" fmla="*/ 353250 h 4882701"/>
                <a:gd name="connsiteX22989" fmla="*/ 1210706 w 4954903"/>
                <a:gd name="connsiteY22989" fmla="*/ 367684 h 4882701"/>
                <a:gd name="connsiteX22990" fmla="*/ 1199818 w 4954903"/>
                <a:gd name="connsiteY22990" fmla="*/ 369203 h 4882701"/>
                <a:gd name="connsiteX22991" fmla="*/ 1212479 w 4954903"/>
                <a:gd name="connsiteY22991" fmla="*/ 362366 h 4882701"/>
                <a:gd name="connsiteX22992" fmla="*/ 1222861 w 4954903"/>
                <a:gd name="connsiteY22992" fmla="*/ 354769 h 4882701"/>
                <a:gd name="connsiteX22993" fmla="*/ 1222608 w 4954903"/>
                <a:gd name="connsiteY22993" fmla="*/ 354769 h 4882701"/>
                <a:gd name="connsiteX22994" fmla="*/ 1199818 w 4954903"/>
                <a:gd name="connsiteY22994" fmla="*/ 369203 h 4882701"/>
                <a:gd name="connsiteX22995" fmla="*/ 1189688 w 4954903"/>
                <a:gd name="connsiteY22995" fmla="*/ 370976 h 4882701"/>
                <a:gd name="connsiteX22996" fmla="*/ 1202097 w 4954903"/>
                <a:gd name="connsiteY22996" fmla="*/ 364139 h 4882701"/>
                <a:gd name="connsiteX22997" fmla="*/ 1212732 w 4954903"/>
                <a:gd name="connsiteY22997" fmla="*/ 356542 h 4882701"/>
                <a:gd name="connsiteX22998" fmla="*/ 1212479 w 4954903"/>
                <a:gd name="connsiteY22998" fmla="*/ 356542 h 4882701"/>
                <a:gd name="connsiteX22999" fmla="*/ 1189688 w 4954903"/>
                <a:gd name="connsiteY22999" fmla="*/ 370976 h 4882701"/>
                <a:gd name="connsiteX23000" fmla="*/ 1180572 w 4954903"/>
                <a:gd name="connsiteY23000" fmla="*/ 372495 h 4882701"/>
                <a:gd name="connsiteX23001" fmla="*/ 1192980 w 4954903"/>
                <a:gd name="connsiteY23001" fmla="*/ 365658 h 4882701"/>
                <a:gd name="connsiteX23002" fmla="*/ 1203869 w 4954903"/>
                <a:gd name="connsiteY23002" fmla="*/ 358061 h 4882701"/>
                <a:gd name="connsiteX23003" fmla="*/ 1203616 w 4954903"/>
                <a:gd name="connsiteY23003" fmla="*/ 358061 h 4882701"/>
                <a:gd name="connsiteX23004" fmla="*/ 1180572 w 4954903"/>
                <a:gd name="connsiteY23004" fmla="*/ 372495 h 4882701"/>
                <a:gd name="connsiteX23005" fmla="*/ 3824757 w 4954903"/>
                <a:gd name="connsiteY23005" fmla="*/ 395032 h 4882701"/>
                <a:gd name="connsiteX23006" fmla="*/ 3811336 w 4954903"/>
                <a:gd name="connsiteY23006" fmla="*/ 386423 h 4882701"/>
                <a:gd name="connsiteX23007" fmla="*/ 3811336 w 4954903"/>
                <a:gd name="connsiteY23007" fmla="*/ 386423 h 4882701"/>
                <a:gd name="connsiteX23008" fmla="*/ 3834633 w 4954903"/>
                <a:gd name="connsiteY23008" fmla="*/ 401616 h 4882701"/>
                <a:gd name="connsiteX23009" fmla="*/ 3824757 w 4954903"/>
                <a:gd name="connsiteY23009" fmla="*/ 395032 h 4882701"/>
                <a:gd name="connsiteX23010" fmla="*/ 3821212 w 4954903"/>
                <a:gd name="connsiteY23010" fmla="*/ 393007 h 4882701"/>
                <a:gd name="connsiteX23011" fmla="*/ 3807538 w 4954903"/>
                <a:gd name="connsiteY23011" fmla="*/ 384397 h 4882701"/>
                <a:gd name="connsiteX23012" fmla="*/ 3830581 w 4954903"/>
                <a:gd name="connsiteY23012" fmla="*/ 399337 h 4882701"/>
                <a:gd name="connsiteX23013" fmla="*/ 3821212 w 4954903"/>
                <a:gd name="connsiteY23013" fmla="*/ 393007 h 4882701"/>
                <a:gd name="connsiteX23014" fmla="*/ 3816401 w 4954903"/>
                <a:gd name="connsiteY23014" fmla="*/ 390981 h 4882701"/>
                <a:gd name="connsiteX23015" fmla="*/ 3802473 w 4954903"/>
                <a:gd name="connsiteY23015" fmla="*/ 382371 h 4882701"/>
                <a:gd name="connsiteX23016" fmla="*/ 3802473 w 4954903"/>
                <a:gd name="connsiteY23016" fmla="*/ 382371 h 4882701"/>
                <a:gd name="connsiteX23017" fmla="*/ 3825517 w 4954903"/>
                <a:gd name="connsiteY23017" fmla="*/ 397311 h 4882701"/>
                <a:gd name="connsiteX23018" fmla="*/ 3816401 w 4954903"/>
                <a:gd name="connsiteY23018" fmla="*/ 390981 h 4882701"/>
                <a:gd name="connsiteX23019" fmla="*/ 3810576 w 4954903"/>
                <a:gd name="connsiteY23019" fmla="*/ 388955 h 4882701"/>
                <a:gd name="connsiteX23020" fmla="*/ 3796396 w 4954903"/>
                <a:gd name="connsiteY23020" fmla="*/ 380345 h 4882701"/>
                <a:gd name="connsiteX23021" fmla="*/ 3796396 w 4954903"/>
                <a:gd name="connsiteY23021" fmla="*/ 380345 h 4882701"/>
                <a:gd name="connsiteX23022" fmla="*/ 3819439 w 4954903"/>
                <a:gd name="connsiteY23022" fmla="*/ 395286 h 4882701"/>
                <a:gd name="connsiteX23023" fmla="*/ 3810576 w 4954903"/>
                <a:gd name="connsiteY23023" fmla="*/ 388955 h 4882701"/>
                <a:gd name="connsiteX23024" fmla="*/ 3463657 w 4954903"/>
                <a:gd name="connsiteY23024" fmla="*/ 340082 h 4882701"/>
                <a:gd name="connsiteX23025" fmla="*/ 3462138 w 4954903"/>
                <a:gd name="connsiteY23025" fmla="*/ 340589 h 4882701"/>
                <a:gd name="connsiteX23026" fmla="*/ 3481129 w 4954903"/>
                <a:gd name="connsiteY23026" fmla="*/ 354516 h 4882701"/>
                <a:gd name="connsiteX23027" fmla="*/ 3478597 w 4954903"/>
                <a:gd name="connsiteY23027" fmla="*/ 348439 h 4882701"/>
                <a:gd name="connsiteX23028" fmla="*/ 3463657 w 4954903"/>
                <a:gd name="connsiteY23028" fmla="*/ 340082 h 4882701"/>
                <a:gd name="connsiteX23029" fmla="*/ 1635872 w 4954903"/>
                <a:gd name="connsiteY23029" fmla="*/ 306403 h 4882701"/>
                <a:gd name="connsiteX23030" fmla="*/ 1636632 w 4954903"/>
                <a:gd name="connsiteY23030" fmla="*/ 301339 h 4882701"/>
                <a:gd name="connsiteX23031" fmla="*/ 1618400 w 4954903"/>
                <a:gd name="connsiteY23031" fmla="*/ 313494 h 4882701"/>
                <a:gd name="connsiteX23032" fmla="*/ 1633593 w 4954903"/>
                <a:gd name="connsiteY23032" fmla="*/ 308682 h 4882701"/>
                <a:gd name="connsiteX23033" fmla="*/ 1635872 w 4954903"/>
                <a:gd name="connsiteY23033" fmla="*/ 306403 h 4882701"/>
                <a:gd name="connsiteX23034" fmla="*/ 1610297 w 4954903"/>
                <a:gd name="connsiteY23034" fmla="*/ 307163 h 4882701"/>
                <a:gd name="connsiteX23035" fmla="*/ 1611310 w 4954903"/>
                <a:gd name="connsiteY23035" fmla="*/ 302098 h 4882701"/>
                <a:gd name="connsiteX23036" fmla="*/ 1592824 w 4954903"/>
                <a:gd name="connsiteY23036" fmla="*/ 314253 h 4882701"/>
                <a:gd name="connsiteX23037" fmla="*/ 1608018 w 4954903"/>
                <a:gd name="connsiteY23037" fmla="*/ 309442 h 4882701"/>
                <a:gd name="connsiteX23038" fmla="*/ 1610297 w 4954903"/>
                <a:gd name="connsiteY23038" fmla="*/ 307163 h 4882701"/>
                <a:gd name="connsiteX23039" fmla="*/ 1585227 w 4954903"/>
                <a:gd name="connsiteY23039" fmla="*/ 307923 h 4882701"/>
                <a:gd name="connsiteX23040" fmla="*/ 1586493 w 4954903"/>
                <a:gd name="connsiteY23040" fmla="*/ 302858 h 4882701"/>
                <a:gd name="connsiteX23041" fmla="*/ 1567502 w 4954903"/>
                <a:gd name="connsiteY23041" fmla="*/ 315266 h 4882701"/>
                <a:gd name="connsiteX23042" fmla="*/ 1582442 w 4954903"/>
                <a:gd name="connsiteY23042" fmla="*/ 309948 h 4882701"/>
                <a:gd name="connsiteX23043" fmla="*/ 1585227 w 4954903"/>
                <a:gd name="connsiteY23043" fmla="*/ 307923 h 4882701"/>
                <a:gd name="connsiteX23044" fmla="*/ 1558385 w 4954903"/>
                <a:gd name="connsiteY23044" fmla="*/ 310961 h 4882701"/>
                <a:gd name="connsiteX23045" fmla="*/ 1561677 w 4954903"/>
                <a:gd name="connsiteY23045" fmla="*/ 308176 h 4882701"/>
                <a:gd name="connsiteX23046" fmla="*/ 1562690 w 4954903"/>
                <a:gd name="connsiteY23046" fmla="*/ 303618 h 4882701"/>
                <a:gd name="connsiteX23047" fmla="*/ 1543445 w 4954903"/>
                <a:gd name="connsiteY23047" fmla="*/ 316026 h 4882701"/>
                <a:gd name="connsiteX23048" fmla="*/ 1558385 w 4954903"/>
                <a:gd name="connsiteY23048" fmla="*/ 310961 h 4882701"/>
                <a:gd name="connsiteX23049" fmla="*/ 1538127 w 4954903"/>
                <a:gd name="connsiteY23049" fmla="*/ 308936 h 4882701"/>
                <a:gd name="connsiteX23050" fmla="*/ 1539393 w 4954903"/>
                <a:gd name="connsiteY23050" fmla="*/ 304378 h 4882701"/>
                <a:gd name="connsiteX23051" fmla="*/ 1519895 w 4954903"/>
                <a:gd name="connsiteY23051" fmla="*/ 317039 h 4882701"/>
                <a:gd name="connsiteX23052" fmla="*/ 1534835 w 4954903"/>
                <a:gd name="connsiteY23052" fmla="*/ 311721 h 4882701"/>
                <a:gd name="connsiteX23053" fmla="*/ 1538127 w 4954903"/>
                <a:gd name="connsiteY23053" fmla="*/ 308936 h 4882701"/>
                <a:gd name="connsiteX23054" fmla="*/ 1497105 w 4954903"/>
                <a:gd name="connsiteY23054" fmla="*/ 318052 h 4882701"/>
                <a:gd name="connsiteX23055" fmla="*/ 1511792 w 4954903"/>
                <a:gd name="connsiteY23055" fmla="*/ 312734 h 4882701"/>
                <a:gd name="connsiteX23056" fmla="*/ 1515843 w 4954903"/>
                <a:gd name="connsiteY23056" fmla="*/ 309442 h 4882701"/>
                <a:gd name="connsiteX23057" fmla="*/ 1516856 w 4954903"/>
                <a:gd name="connsiteY23057" fmla="*/ 305644 h 4882701"/>
                <a:gd name="connsiteX23058" fmla="*/ 1497105 w 4954903"/>
                <a:gd name="connsiteY23058" fmla="*/ 318052 h 4882701"/>
                <a:gd name="connsiteX23059" fmla="*/ 1493813 w 4954903"/>
                <a:gd name="connsiteY23059" fmla="*/ 310202 h 4882701"/>
                <a:gd name="connsiteX23060" fmla="*/ 1495079 w 4954903"/>
                <a:gd name="connsiteY23060" fmla="*/ 306403 h 4882701"/>
                <a:gd name="connsiteX23061" fmla="*/ 1475074 w 4954903"/>
                <a:gd name="connsiteY23061" fmla="*/ 319065 h 4882701"/>
                <a:gd name="connsiteX23062" fmla="*/ 1489761 w 4954903"/>
                <a:gd name="connsiteY23062" fmla="*/ 313747 h 4882701"/>
                <a:gd name="connsiteX23063" fmla="*/ 1493813 w 4954903"/>
                <a:gd name="connsiteY23063" fmla="*/ 310202 h 4882701"/>
                <a:gd name="connsiteX23064" fmla="*/ 1468237 w 4954903"/>
                <a:gd name="connsiteY23064" fmla="*/ 314507 h 4882701"/>
                <a:gd name="connsiteX23065" fmla="*/ 1473301 w 4954903"/>
                <a:gd name="connsiteY23065" fmla="*/ 310708 h 4882701"/>
                <a:gd name="connsiteX23066" fmla="*/ 1474061 w 4954903"/>
                <a:gd name="connsiteY23066" fmla="*/ 307416 h 4882701"/>
                <a:gd name="connsiteX23067" fmla="*/ 1453550 w 4954903"/>
                <a:gd name="connsiteY23067" fmla="*/ 320331 h 4882701"/>
                <a:gd name="connsiteX23068" fmla="*/ 1468237 w 4954903"/>
                <a:gd name="connsiteY23068" fmla="*/ 314507 h 4882701"/>
                <a:gd name="connsiteX23069" fmla="*/ 1433039 w 4954903"/>
                <a:gd name="connsiteY23069" fmla="*/ 321344 h 4882701"/>
                <a:gd name="connsiteX23070" fmla="*/ 1447472 w 4954903"/>
                <a:gd name="connsiteY23070" fmla="*/ 315519 h 4882701"/>
                <a:gd name="connsiteX23071" fmla="*/ 1452537 w 4954903"/>
                <a:gd name="connsiteY23071" fmla="*/ 311721 h 4882701"/>
                <a:gd name="connsiteX23072" fmla="*/ 1453550 w 4954903"/>
                <a:gd name="connsiteY23072" fmla="*/ 308429 h 4882701"/>
                <a:gd name="connsiteX23073" fmla="*/ 1433039 w 4954903"/>
                <a:gd name="connsiteY23073" fmla="*/ 321344 h 4882701"/>
                <a:gd name="connsiteX23074" fmla="*/ 1413287 w 4954903"/>
                <a:gd name="connsiteY23074" fmla="*/ 322357 h 4882701"/>
                <a:gd name="connsiteX23075" fmla="*/ 1427721 w 4954903"/>
                <a:gd name="connsiteY23075" fmla="*/ 316532 h 4882701"/>
                <a:gd name="connsiteX23076" fmla="*/ 1433545 w 4954903"/>
                <a:gd name="connsiteY23076" fmla="*/ 311974 h 4882701"/>
                <a:gd name="connsiteX23077" fmla="*/ 1434305 w 4954903"/>
                <a:gd name="connsiteY23077" fmla="*/ 309189 h 4882701"/>
                <a:gd name="connsiteX23078" fmla="*/ 1413287 w 4954903"/>
                <a:gd name="connsiteY23078" fmla="*/ 322357 h 4882701"/>
                <a:gd name="connsiteX23079" fmla="*/ 1394042 w 4954903"/>
                <a:gd name="connsiteY23079" fmla="*/ 323623 h 4882701"/>
                <a:gd name="connsiteX23080" fmla="*/ 1408222 w 4954903"/>
                <a:gd name="connsiteY23080" fmla="*/ 317798 h 4882701"/>
                <a:gd name="connsiteX23081" fmla="*/ 1414806 w 4954903"/>
                <a:gd name="connsiteY23081" fmla="*/ 312734 h 4882701"/>
                <a:gd name="connsiteX23082" fmla="*/ 1415313 w 4954903"/>
                <a:gd name="connsiteY23082" fmla="*/ 310455 h 4882701"/>
                <a:gd name="connsiteX23083" fmla="*/ 1394042 w 4954903"/>
                <a:gd name="connsiteY23083" fmla="*/ 323623 h 4882701"/>
                <a:gd name="connsiteX23084" fmla="*/ 1375810 w 4954903"/>
                <a:gd name="connsiteY23084" fmla="*/ 325142 h 4882701"/>
                <a:gd name="connsiteX23085" fmla="*/ 1389990 w 4954903"/>
                <a:gd name="connsiteY23085" fmla="*/ 319065 h 4882701"/>
                <a:gd name="connsiteX23086" fmla="*/ 1396574 w 4954903"/>
                <a:gd name="connsiteY23086" fmla="*/ 314000 h 4882701"/>
                <a:gd name="connsiteX23087" fmla="*/ 1397080 w 4954903"/>
                <a:gd name="connsiteY23087" fmla="*/ 311721 h 4882701"/>
                <a:gd name="connsiteX23088" fmla="*/ 1375810 w 4954903"/>
                <a:gd name="connsiteY23088" fmla="*/ 325142 h 4882701"/>
                <a:gd name="connsiteX23089" fmla="*/ 1358337 w 4954903"/>
                <a:gd name="connsiteY23089" fmla="*/ 326408 h 4882701"/>
                <a:gd name="connsiteX23090" fmla="*/ 1372264 w 4954903"/>
                <a:gd name="connsiteY23090" fmla="*/ 320331 h 4882701"/>
                <a:gd name="connsiteX23091" fmla="*/ 1379608 w 4954903"/>
                <a:gd name="connsiteY23091" fmla="*/ 314760 h 4882701"/>
                <a:gd name="connsiteX23092" fmla="*/ 1379861 w 4954903"/>
                <a:gd name="connsiteY23092" fmla="*/ 312987 h 4882701"/>
                <a:gd name="connsiteX23093" fmla="*/ 1358337 w 4954903"/>
                <a:gd name="connsiteY23093" fmla="*/ 326408 h 4882701"/>
                <a:gd name="connsiteX23094" fmla="*/ 1341877 w 4954903"/>
                <a:gd name="connsiteY23094" fmla="*/ 327674 h 4882701"/>
                <a:gd name="connsiteX23095" fmla="*/ 1355805 w 4954903"/>
                <a:gd name="connsiteY23095" fmla="*/ 321597 h 4882701"/>
                <a:gd name="connsiteX23096" fmla="*/ 1363401 w 4954903"/>
                <a:gd name="connsiteY23096" fmla="*/ 316026 h 4882701"/>
                <a:gd name="connsiteX23097" fmla="*/ 1363908 w 4954903"/>
                <a:gd name="connsiteY23097" fmla="*/ 314253 h 4882701"/>
                <a:gd name="connsiteX23098" fmla="*/ 1341877 w 4954903"/>
                <a:gd name="connsiteY23098" fmla="*/ 327674 h 4882701"/>
                <a:gd name="connsiteX23099" fmla="*/ 1325924 w 4954903"/>
                <a:gd name="connsiteY23099" fmla="*/ 328940 h 4882701"/>
                <a:gd name="connsiteX23100" fmla="*/ 1339598 w 4954903"/>
                <a:gd name="connsiteY23100" fmla="*/ 322863 h 4882701"/>
                <a:gd name="connsiteX23101" fmla="*/ 1347701 w 4954903"/>
                <a:gd name="connsiteY23101" fmla="*/ 317039 h 4882701"/>
                <a:gd name="connsiteX23102" fmla="*/ 1347955 w 4954903"/>
                <a:gd name="connsiteY23102" fmla="*/ 315773 h 4882701"/>
                <a:gd name="connsiteX23103" fmla="*/ 1325924 w 4954903"/>
                <a:gd name="connsiteY23103" fmla="*/ 328940 h 4882701"/>
                <a:gd name="connsiteX23104" fmla="*/ 1310984 w 4954903"/>
                <a:gd name="connsiteY23104" fmla="*/ 330713 h 4882701"/>
                <a:gd name="connsiteX23105" fmla="*/ 1324658 w 4954903"/>
                <a:gd name="connsiteY23105" fmla="*/ 324129 h 4882701"/>
                <a:gd name="connsiteX23106" fmla="*/ 1333774 w 4954903"/>
                <a:gd name="connsiteY23106" fmla="*/ 317039 h 4882701"/>
                <a:gd name="connsiteX23107" fmla="*/ 1333268 w 4954903"/>
                <a:gd name="connsiteY23107" fmla="*/ 317039 h 4882701"/>
                <a:gd name="connsiteX23108" fmla="*/ 1310984 w 4954903"/>
                <a:gd name="connsiteY23108" fmla="*/ 330713 h 4882701"/>
                <a:gd name="connsiteX23109" fmla="*/ 1296803 w 4954903"/>
                <a:gd name="connsiteY23109" fmla="*/ 331979 h 4882701"/>
                <a:gd name="connsiteX23110" fmla="*/ 1310224 w 4954903"/>
                <a:gd name="connsiteY23110" fmla="*/ 325395 h 4882701"/>
                <a:gd name="connsiteX23111" fmla="*/ 1319593 w 4954903"/>
                <a:gd name="connsiteY23111" fmla="*/ 318305 h 4882701"/>
                <a:gd name="connsiteX23112" fmla="*/ 1319087 w 4954903"/>
                <a:gd name="connsiteY23112" fmla="*/ 318305 h 4882701"/>
                <a:gd name="connsiteX23113" fmla="*/ 1296803 w 4954903"/>
                <a:gd name="connsiteY23113" fmla="*/ 331979 h 4882701"/>
                <a:gd name="connsiteX23114" fmla="*/ 1283635 w 4954903"/>
                <a:gd name="connsiteY23114" fmla="*/ 333498 h 4882701"/>
                <a:gd name="connsiteX23115" fmla="*/ 1297056 w 4954903"/>
                <a:gd name="connsiteY23115" fmla="*/ 326915 h 4882701"/>
                <a:gd name="connsiteX23116" fmla="*/ 1306679 w 4954903"/>
                <a:gd name="connsiteY23116" fmla="*/ 319824 h 4882701"/>
                <a:gd name="connsiteX23117" fmla="*/ 1306426 w 4954903"/>
                <a:gd name="connsiteY23117" fmla="*/ 319824 h 4882701"/>
                <a:gd name="connsiteX23118" fmla="*/ 1283635 w 4954903"/>
                <a:gd name="connsiteY23118" fmla="*/ 333498 h 4882701"/>
                <a:gd name="connsiteX23119" fmla="*/ 1271227 w 4954903"/>
                <a:gd name="connsiteY23119" fmla="*/ 334765 h 4882701"/>
                <a:gd name="connsiteX23120" fmla="*/ 1284395 w 4954903"/>
                <a:gd name="connsiteY23120" fmla="*/ 328181 h 4882701"/>
                <a:gd name="connsiteX23121" fmla="*/ 1294271 w 4954903"/>
                <a:gd name="connsiteY23121" fmla="*/ 321090 h 4882701"/>
                <a:gd name="connsiteX23122" fmla="*/ 1294018 w 4954903"/>
                <a:gd name="connsiteY23122" fmla="*/ 321090 h 4882701"/>
                <a:gd name="connsiteX23123" fmla="*/ 1271227 w 4954903"/>
                <a:gd name="connsiteY23123" fmla="*/ 334765 h 4882701"/>
                <a:gd name="connsiteX23124" fmla="*/ 1282622 w 4954903"/>
                <a:gd name="connsiteY23124" fmla="*/ 322610 h 4882701"/>
                <a:gd name="connsiteX23125" fmla="*/ 1259579 w 4954903"/>
                <a:gd name="connsiteY23125" fmla="*/ 336284 h 4882701"/>
                <a:gd name="connsiteX23126" fmla="*/ 1259579 w 4954903"/>
                <a:gd name="connsiteY23126" fmla="*/ 336537 h 4882701"/>
                <a:gd name="connsiteX23127" fmla="*/ 1272493 w 4954903"/>
                <a:gd name="connsiteY23127" fmla="*/ 329953 h 4882701"/>
                <a:gd name="connsiteX23128" fmla="*/ 1282622 w 4954903"/>
                <a:gd name="connsiteY23128" fmla="*/ 322610 h 4882701"/>
                <a:gd name="connsiteX23129" fmla="*/ 1282622 w 4954903"/>
                <a:gd name="connsiteY23129" fmla="*/ 322610 h 4882701"/>
                <a:gd name="connsiteX23130" fmla="*/ 1282622 w 4954903"/>
                <a:gd name="connsiteY23130" fmla="*/ 322610 h 4882701"/>
                <a:gd name="connsiteX23131" fmla="*/ 1249197 w 4954903"/>
                <a:gd name="connsiteY23131" fmla="*/ 338057 h 4882701"/>
                <a:gd name="connsiteX23132" fmla="*/ 1262111 w 4954903"/>
                <a:gd name="connsiteY23132" fmla="*/ 331473 h 4882701"/>
                <a:gd name="connsiteX23133" fmla="*/ 1272493 w 4954903"/>
                <a:gd name="connsiteY23133" fmla="*/ 324129 h 4882701"/>
                <a:gd name="connsiteX23134" fmla="*/ 1272240 w 4954903"/>
                <a:gd name="connsiteY23134" fmla="*/ 324129 h 4882701"/>
                <a:gd name="connsiteX23135" fmla="*/ 1249197 w 4954903"/>
                <a:gd name="connsiteY23135" fmla="*/ 338057 h 4882701"/>
                <a:gd name="connsiteX23136" fmla="*/ 1239321 w 4954903"/>
                <a:gd name="connsiteY23136" fmla="*/ 339576 h 4882701"/>
                <a:gd name="connsiteX23137" fmla="*/ 1251982 w 4954903"/>
                <a:gd name="connsiteY23137" fmla="*/ 332992 h 4882701"/>
                <a:gd name="connsiteX23138" fmla="*/ 1262618 w 4954903"/>
                <a:gd name="connsiteY23138" fmla="*/ 325648 h 4882701"/>
                <a:gd name="connsiteX23139" fmla="*/ 1262364 w 4954903"/>
                <a:gd name="connsiteY23139" fmla="*/ 325648 h 4882701"/>
                <a:gd name="connsiteX23140" fmla="*/ 1239321 w 4954903"/>
                <a:gd name="connsiteY23140" fmla="*/ 339576 h 4882701"/>
                <a:gd name="connsiteX23141" fmla="*/ 1230711 w 4954903"/>
                <a:gd name="connsiteY23141" fmla="*/ 341095 h 4882701"/>
                <a:gd name="connsiteX23142" fmla="*/ 1243119 w 4954903"/>
                <a:gd name="connsiteY23142" fmla="*/ 334258 h 4882701"/>
                <a:gd name="connsiteX23143" fmla="*/ 1254008 w 4954903"/>
                <a:gd name="connsiteY23143" fmla="*/ 326915 h 4882701"/>
                <a:gd name="connsiteX23144" fmla="*/ 1253755 w 4954903"/>
                <a:gd name="connsiteY23144" fmla="*/ 326915 h 4882701"/>
                <a:gd name="connsiteX23145" fmla="*/ 1230711 w 4954903"/>
                <a:gd name="connsiteY23145" fmla="*/ 341095 h 4882701"/>
                <a:gd name="connsiteX23146" fmla="*/ 1222861 w 4954903"/>
                <a:gd name="connsiteY23146" fmla="*/ 342868 h 4882701"/>
                <a:gd name="connsiteX23147" fmla="*/ 1235016 w 4954903"/>
                <a:gd name="connsiteY23147" fmla="*/ 336031 h 4882701"/>
                <a:gd name="connsiteX23148" fmla="*/ 1246158 w 4954903"/>
                <a:gd name="connsiteY23148" fmla="*/ 328687 h 4882701"/>
                <a:gd name="connsiteX23149" fmla="*/ 1246158 w 4954903"/>
                <a:gd name="connsiteY23149" fmla="*/ 328687 h 4882701"/>
                <a:gd name="connsiteX23150" fmla="*/ 1222861 w 4954903"/>
                <a:gd name="connsiteY23150" fmla="*/ 342868 h 4882701"/>
                <a:gd name="connsiteX23151" fmla="*/ 1222861 w 4954903"/>
                <a:gd name="connsiteY23151" fmla="*/ 342868 h 4882701"/>
                <a:gd name="connsiteX23152" fmla="*/ 3760184 w 4954903"/>
                <a:gd name="connsiteY23152" fmla="*/ 354263 h 4882701"/>
                <a:gd name="connsiteX23153" fmla="*/ 3760184 w 4954903"/>
                <a:gd name="connsiteY23153" fmla="*/ 354263 h 4882701"/>
                <a:gd name="connsiteX23154" fmla="*/ 3760184 w 4954903"/>
                <a:gd name="connsiteY23154" fmla="*/ 354263 h 4882701"/>
                <a:gd name="connsiteX23155" fmla="*/ 3760184 w 4954903"/>
                <a:gd name="connsiteY23155" fmla="*/ 354263 h 4882701"/>
                <a:gd name="connsiteX23156" fmla="*/ 3781962 w 4954903"/>
                <a:gd name="connsiteY23156" fmla="*/ 367684 h 4882701"/>
                <a:gd name="connsiteX23157" fmla="*/ 3781455 w 4954903"/>
                <a:gd name="connsiteY23157" fmla="*/ 367431 h 4882701"/>
                <a:gd name="connsiteX23158" fmla="*/ 3760944 w 4954903"/>
                <a:gd name="connsiteY23158" fmla="*/ 354769 h 4882701"/>
                <a:gd name="connsiteX23159" fmla="*/ 3760184 w 4954903"/>
                <a:gd name="connsiteY23159" fmla="*/ 354263 h 4882701"/>
                <a:gd name="connsiteX23160" fmla="*/ 3783734 w 4954903"/>
                <a:gd name="connsiteY23160" fmla="*/ 368697 h 4882701"/>
                <a:gd name="connsiteX23161" fmla="*/ 3781962 w 4954903"/>
                <a:gd name="connsiteY23161" fmla="*/ 367684 h 4882701"/>
                <a:gd name="connsiteX23162" fmla="*/ 3770313 w 4954903"/>
                <a:gd name="connsiteY23162" fmla="*/ 360847 h 4882701"/>
                <a:gd name="connsiteX23163" fmla="*/ 3756386 w 4954903"/>
                <a:gd name="connsiteY23163" fmla="*/ 352490 h 4882701"/>
                <a:gd name="connsiteX23164" fmla="*/ 3779936 w 4954903"/>
                <a:gd name="connsiteY23164" fmla="*/ 366924 h 4882701"/>
                <a:gd name="connsiteX23165" fmla="*/ 3770313 w 4954903"/>
                <a:gd name="connsiteY23165" fmla="*/ 360847 h 4882701"/>
                <a:gd name="connsiteX23166" fmla="*/ 3447703 w 4954903"/>
                <a:gd name="connsiteY23166" fmla="*/ 311974 h 4882701"/>
                <a:gd name="connsiteX23167" fmla="*/ 3467202 w 4954903"/>
                <a:gd name="connsiteY23167" fmla="*/ 325395 h 4882701"/>
                <a:gd name="connsiteX23168" fmla="*/ 3463910 w 4954903"/>
                <a:gd name="connsiteY23168" fmla="*/ 319571 h 4882701"/>
                <a:gd name="connsiteX23169" fmla="*/ 3449223 w 4954903"/>
                <a:gd name="connsiteY23169" fmla="*/ 311721 h 4882701"/>
                <a:gd name="connsiteX23170" fmla="*/ 3447703 w 4954903"/>
                <a:gd name="connsiteY23170" fmla="*/ 311974 h 4882701"/>
                <a:gd name="connsiteX23171" fmla="*/ 1671324 w 4954903"/>
                <a:gd name="connsiteY23171" fmla="*/ 277536 h 4882701"/>
                <a:gd name="connsiteX23172" fmla="*/ 1672337 w 4954903"/>
                <a:gd name="connsiteY23172" fmla="*/ 272471 h 4882701"/>
                <a:gd name="connsiteX23173" fmla="*/ 1654105 w 4954903"/>
                <a:gd name="connsiteY23173" fmla="*/ 284119 h 4882701"/>
                <a:gd name="connsiteX23174" fmla="*/ 1669045 w 4954903"/>
                <a:gd name="connsiteY23174" fmla="*/ 279561 h 4882701"/>
                <a:gd name="connsiteX23175" fmla="*/ 1671324 w 4954903"/>
                <a:gd name="connsiteY23175" fmla="*/ 277536 h 4882701"/>
                <a:gd name="connsiteX23176" fmla="*/ 1647521 w 4954903"/>
                <a:gd name="connsiteY23176" fmla="*/ 277789 h 4882701"/>
                <a:gd name="connsiteX23177" fmla="*/ 1648027 w 4954903"/>
                <a:gd name="connsiteY23177" fmla="*/ 273484 h 4882701"/>
                <a:gd name="connsiteX23178" fmla="*/ 1629288 w 4954903"/>
                <a:gd name="connsiteY23178" fmla="*/ 285386 h 4882701"/>
                <a:gd name="connsiteX23179" fmla="*/ 1644229 w 4954903"/>
                <a:gd name="connsiteY23179" fmla="*/ 280321 h 4882701"/>
                <a:gd name="connsiteX23180" fmla="*/ 1647521 w 4954903"/>
                <a:gd name="connsiteY23180" fmla="*/ 277789 h 4882701"/>
                <a:gd name="connsiteX23181" fmla="*/ 1620172 w 4954903"/>
                <a:gd name="connsiteY23181" fmla="*/ 281081 h 4882701"/>
                <a:gd name="connsiteX23182" fmla="*/ 1623464 w 4954903"/>
                <a:gd name="connsiteY23182" fmla="*/ 278548 h 4882701"/>
                <a:gd name="connsiteX23183" fmla="*/ 1624477 w 4954903"/>
                <a:gd name="connsiteY23183" fmla="*/ 274244 h 4882701"/>
                <a:gd name="connsiteX23184" fmla="*/ 1605485 w 4954903"/>
                <a:gd name="connsiteY23184" fmla="*/ 286145 h 4882701"/>
                <a:gd name="connsiteX23185" fmla="*/ 1620172 w 4954903"/>
                <a:gd name="connsiteY23185" fmla="*/ 281081 h 4882701"/>
                <a:gd name="connsiteX23186" fmla="*/ 1600927 w 4954903"/>
                <a:gd name="connsiteY23186" fmla="*/ 278548 h 4882701"/>
                <a:gd name="connsiteX23187" fmla="*/ 1601434 w 4954903"/>
                <a:gd name="connsiteY23187" fmla="*/ 274750 h 4882701"/>
                <a:gd name="connsiteX23188" fmla="*/ 1582189 w 4954903"/>
                <a:gd name="connsiteY23188" fmla="*/ 286652 h 4882701"/>
                <a:gd name="connsiteX23189" fmla="*/ 1596876 w 4954903"/>
                <a:gd name="connsiteY23189" fmla="*/ 281587 h 4882701"/>
                <a:gd name="connsiteX23190" fmla="*/ 1600927 w 4954903"/>
                <a:gd name="connsiteY23190" fmla="*/ 278548 h 4882701"/>
                <a:gd name="connsiteX23191" fmla="*/ 1559398 w 4954903"/>
                <a:gd name="connsiteY23191" fmla="*/ 287665 h 4882701"/>
                <a:gd name="connsiteX23192" fmla="*/ 1574085 w 4954903"/>
                <a:gd name="connsiteY23192" fmla="*/ 282600 h 4882701"/>
                <a:gd name="connsiteX23193" fmla="*/ 1578137 w 4954903"/>
                <a:gd name="connsiteY23193" fmla="*/ 279561 h 4882701"/>
                <a:gd name="connsiteX23194" fmla="*/ 1578897 w 4954903"/>
                <a:gd name="connsiteY23194" fmla="*/ 275763 h 4882701"/>
                <a:gd name="connsiteX23195" fmla="*/ 1559398 w 4954903"/>
                <a:gd name="connsiteY23195" fmla="*/ 287665 h 4882701"/>
                <a:gd name="connsiteX23196" fmla="*/ 1556866 w 4954903"/>
                <a:gd name="connsiteY23196" fmla="*/ 279815 h 4882701"/>
                <a:gd name="connsiteX23197" fmla="*/ 1557372 w 4954903"/>
                <a:gd name="connsiteY23197" fmla="*/ 276523 h 4882701"/>
                <a:gd name="connsiteX23198" fmla="*/ 1537368 w 4954903"/>
                <a:gd name="connsiteY23198" fmla="*/ 288931 h 4882701"/>
                <a:gd name="connsiteX23199" fmla="*/ 1552055 w 4954903"/>
                <a:gd name="connsiteY23199" fmla="*/ 283613 h 4882701"/>
                <a:gd name="connsiteX23200" fmla="*/ 1556866 w 4954903"/>
                <a:gd name="connsiteY23200" fmla="*/ 279815 h 4882701"/>
                <a:gd name="connsiteX23201" fmla="*/ 1530784 w 4954903"/>
                <a:gd name="connsiteY23201" fmla="*/ 284373 h 4882701"/>
                <a:gd name="connsiteX23202" fmla="*/ 1535848 w 4954903"/>
                <a:gd name="connsiteY23202" fmla="*/ 280574 h 4882701"/>
                <a:gd name="connsiteX23203" fmla="*/ 1536608 w 4954903"/>
                <a:gd name="connsiteY23203" fmla="*/ 277282 h 4882701"/>
                <a:gd name="connsiteX23204" fmla="*/ 1516350 w 4954903"/>
                <a:gd name="connsiteY23204" fmla="*/ 289690 h 4882701"/>
                <a:gd name="connsiteX23205" fmla="*/ 1530784 w 4954903"/>
                <a:gd name="connsiteY23205" fmla="*/ 284373 h 4882701"/>
                <a:gd name="connsiteX23206" fmla="*/ 1495839 w 4954903"/>
                <a:gd name="connsiteY23206" fmla="*/ 290957 h 4882701"/>
                <a:gd name="connsiteX23207" fmla="*/ 1510272 w 4954903"/>
                <a:gd name="connsiteY23207" fmla="*/ 285386 h 4882701"/>
                <a:gd name="connsiteX23208" fmla="*/ 1510272 w 4954903"/>
                <a:gd name="connsiteY23208" fmla="*/ 285386 h 4882701"/>
                <a:gd name="connsiteX23209" fmla="*/ 1515843 w 4954903"/>
                <a:gd name="connsiteY23209" fmla="*/ 281081 h 4882701"/>
                <a:gd name="connsiteX23210" fmla="*/ 1516350 w 4954903"/>
                <a:gd name="connsiteY23210" fmla="*/ 278548 h 4882701"/>
                <a:gd name="connsiteX23211" fmla="*/ 1495839 w 4954903"/>
                <a:gd name="connsiteY23211" fmla="*/ 290957 h 4882701"/>
                <a:gd name="connsiteX23212" fmla="*/ 1476087 w 4954903"/>
                <a:gd name="connsiteY23212" fmla="*/ 291969 h 4882701"/>
                <a:gd name="connsiteX23213" fmla="*/ 1490521 w 4954903"/>
                <a:gd name="connsiteY23213" fmla="*/ 286398 h 4882701"/>
                <a:gd name="connsiteX23214" fmla="*/ 1496345 w 4954903"/>
                <a:gd name="connsiteY23214" fmla="*/ 282094 h 4882701"/>
                <a:gd name="connsiteX23215" fmla="*/ 1497105 w 4954903"/>
                <a:gd name="connsiteY23215" fmla="*/ 279561 h 4882701"/>
                <a:gd name="connsiteX23216" fmla="*/ 1476087 w 4954903"/>
                <a:gd name="connsiteY23216" fmla="*/ 291969 h 4882701"/>
                <a:gd name="connsiteX23217" fmla="*/ 1457095 w 4954903"/>
                <a:gd name="connsiteY23217" fmla="*/ 292982 h 4882701"/>
                <a:gd name="connsiteX23218" fmla="*/ 1471276 w 4954903"/>
                <a:gd name="connsiteY23218" fmla="*/ 287411 h 4882701"/>
                <a:gd name="connsiteX23219" fmla="*/ 1477860 w 4954903"/>
                <a:gd name="connsiteY23219" fmla="*/ 282600 h 4882701"/>
                <a:gd name="connsiteX23220" fmla="*/ 1478366 w 4954903"/>
                <a:gd name="connsiteY23220" fmla="*/ 280321 h 4882701"/>
                <a:gd name="connsiteX23221" fmla="*/ 1457095 w 4954903"/>
                <a:gd name="connsiteY23221" fmla="*/ 292982 h 4882701"/>
                <a:gd name="connsiteX23222" fmla="*/ 1438610 w 4954903"/>
                <a:gd name="connsiteY23222" fmla="*/ 294248 h 4882701"/>
                <a:gd name="connsiteX23223" fmla="*/ 1452790 w 4954903"/>
                <a:gd name="connsiteY23223" fmla="*/ 288424 h 4882701"/>
                <a:gd name="connsiteX23224" fmla="*/ 1459881 w 4954903"/>
                <a:gd name="connsiteY23224" fmla="*/ 283107 h 4882701"/>
                <a:gd name="connsiteX23225" fmla="*/ 1459881 w 4954903"/>
                <a:gd name="connsiteY23225" fmla="*/ 281334 h 4882701"/>
                <a:gd name="connsiteX23226" fmla="*/ 1438610 w 4954903"/>
                <a:gd name="connsiteY23226" fmla="*/ 294248 h 4882701"/>
                <a:gd name="connsiteX23227" fmla="*/ 1421137 w 4954903"/>
                <a:gd name="connsiteY23227" fmla="*/ 295515 h 4882701"/>
                <a:gd name="connsiteX23228" fmla="*/ 1435318 w 4954903"/>
                <a:gd name="connsiteY23228" fmla="*/ 289690 h 4882701"/>
                <a:gd name="connsiteX23229" fmla="*/ 1442661 w 4954903"/>
                <a:gd name="connsiteY23229" fmla="*/ 284373 h 4882701"/>
                <a:gd name="connsiteX23230" fmla="*/ 1442914 w 4954903"/>
                <a:gd name="connsiteY23230" fmla="*/ 282600 h 4882701"/>
                <a:gd name="connsiteX23231" fmla="*/ 1421137 w 4954903"/>
                <a:gd name="connsiteY23231" fmla="*/ 295515 h 4882701"/>
                <a:gd name="connsiteX23232" fmla="*/ 1404424 w 4954903"/>
                <a:gd name="connsiteY23232" fmla="*/ 296781 h 4882701"/>
                <a:gd name="connsiteX23233" fmla="*/ 1418351 w 4954903"/>
                <a:gd name="connsiteY23233" fmla="*/ 290957 h 4882701"/>
                <a:gd name="connsiteX23234" fmla="*/ 1426201 w 4954903"/>
                <a:gd name="connsiteY23234" fmla="*/ 285386 h 4882701"/>
                <a:gd name="connsiteX23235" fmla="*/ 1426201 w 4954903"/>
                <a:gd name="connsiteY23235" fmla="*/ 284119 h 4882701"/>
                <a:gd name="connsiteX23236" fmla="*/ 1404424 w 4954903"/>
                <a:gd name="connsiteY23236" fmla="*/ 296781 h 4882701"/>
                <a:gd name="connsiteX23237" fmla="*/ 1388471 w 4954903"/>
                <a:gd name="connsiteY23237" fmla="*/ 297794 h 4882701"/>
                <a:gd name="connsiteX23238" fmla="*/ 1402398 w 4954903"/>
                <a:gd name="connsiteY23238" fmla="*/ 291969 h 4882701"/>
                <a:gd name="connsiteX23239" fmla="*/ 1410501 w 4954903"/>
                <a:gd name="connsiteY23239" fmla="*/ 286398 h 4882701"/>
                <a:gd name="connsiteX23240" fmla="*/ 1410755 w 4954903"/>
                <a:gd name="connsiteY23240" fmla="*/ 285132 h 4882701"/>
                <a:gd name="connsiteX23241" fmla="*/ 1388471 w 4954903"/>
                <a:gd name="connsiteY23241" fmla="*/ 297794 h 4882701"/>
                <a:gd name="connsiteX23242" fmla="*/ 1373024 w 4954903"/>
                <a:gd name="connsiteY23242" fmla="*/ 299313 h 4882701"/>
                <a:gd name="connsiteX23243" fmla="*/ 1386698 w 4954903"/>
                <a:gd name="connsiteY23243" fmla="*/ 293236 h 4882701"/>
                <a:gd name="connsiteX23244" fmla="*/ 1386698 w 4954903"/>
                <a:gd name="connsiteY23244" fmla="*/ 293236 h 4882701"/>
                <a:gd name="connsiteX23245" fmla="*/ 1395814 w 4954903"/>
                <a:gd name="connsiteY23245" fmla="*/ 286398 h 4882701"/>
                <a:gd name="connsiteX23246" fmla="*/ 1395308 w 4954903"/>
                <a:gd name="connsiteY23246" fmla="*/ 286398 h 4882701"/>
                <a:gd name="connsiteX23247" fmla="*/ 1373024 w 4954903"/>
                <a:gd name="connsiteY23247" fmla="*/ 299313 h 4882701"/>
                <a:gd name="connsiteX23248" fmla="*/ 1358843 w 4954903"/>
                <a:gd name="connsiteY23248" fmla="*/ 300832 h 4882701"/>
                <a:gd name="connsiteX23249" fmla="*/ 1372518 w 4954903"/>
                <a:gd name="connsiteY23249" fmla="*/ 294502 h 4882701"/>
                <a:gd name="connsiteX23250" fmla="*/ 1381887 w 4954903"/>
                <a:gd name="connsiteY23250" fmla="*/ 287665 h 4882701"/>
                <a:gd name="connsiteX23251" fmla="*/ 1381380 w 4954903"/>
                <a:gd name="connsiteY23251" fmla="*/ 287665 h 4882701"/>
                <a:gd name="connsiteX23252" fmla="*/ 1358843 w 4954903"/>
                <a:gd name="connsiteY23252" fmla="*/ 300832 h 4882701"/>
                <a:gd name="connsiteX23253" fmla="*/ 1345169 w 4954903"/>
                <a:gd name="connsiteY23253" fmla="*/ 302098 h 4882701"/>
                <a:gd name="connsiteX23254" fmla="*/ 1358590 w 4954903"/>
                <a:gd name="connsiteY23254" fmla="*/ 295768 h 4882701"/>
                <a:gd name="connsiteX23255" fmla="*/ 1368213 w 4954903"/>
                <a:gd name="connsiteY23255" fmla="*/ 288931 h 4882701"/>
                <a:gd name="connsiteX23256" fmla="*/ 1367960 w 4954903"/>
                <a:gd name="connsiteY23256" fmla="*/ 288931 h 4882701"/>
                <a:gd name="connsiteX23257" fmla="*/ 1345169 w 4954903"/>
                <a:gd name="connsiteY23257" fmla="*/ 302098 h 4882701"/>
                <a:gd name="connsiteX23258" fmla="*/ 1332508 w 4954903"/>
                <a:gd name="connsiteY23258" fmla="*/ 303618 h 4882701"/>
                <a:gd name="connsiteX23259" fmla="*/ 1345929 w 4954903"/>
                <a:gd name="connsiteY23259" fmla="*/ 297287 h 4882701"/>
                <a:gd name="connsiteX23260" fmla="*/ 1355805 w 4954903"/>
                <a:gd name="connsiteY23260" fmla="*/ 290450 h 4882701"/>
                <a:gd name="connsiteX23261" fmla="*/ 1355551 w 4954903"/>
                <a:gd name="connsiteY23261" fmla="*/ 290450 h 4882701"/>
                <a:gd name="connsiteX23262" fmla="*/ 1332508 w 4954903"/>
                <a:gd name="connsiteY23262" fmla="*/ 303618 h 4882701"/>
                <a:gd name="connsiteX23263" fmla="*/ 1320606 w 4954903"/>
                <a:gd name="connsiteY23263" fmla="*/ 304884 h 4882701"/>
                <a:gd name="connsiteX23264" fmla="*/ 1333774 w 4954903"/>
                <a:gd name="connsiteY23264" fmla="*/ 298553 h 4882701"/>
                <a:gd name="connsiteX23265" fmla="*/ 1343903 w 4954903"/>
                <a:gd name="connsiteY23265" fmla="*/ 291716 h 4882701"/>
                <a:gd name="connsiteX23266" fmla="*/ 1343903 w 4954903"/>
                <a:gd name="connsiteY23266" fmla="*/ 291463 h 4882701"/>
                <a:gd name="connsiteX23267" fmla="*/ 1343650 w 4954903"/>
                <a:gd name="connsiteY23267" fmla="*/ 291463 h 4882701"/>
                <a:gd name="connsiteX23268" fmla="*/ 1320606 w 4954903"/>
                <a:gd name="connsiteY23268" fmla="*/ 304884 h 4882701"/>
                <a:gd name="connsiteX23269" fmla="*/ 1320606 w 4954903"/>
                <a:gd name="connsiteY23269" fmla="*/ 304884 h 4882701"/>
                <a:gd name="connsiteX23270" fmla="*/ 1309464 w 4954903"/>
                <a:gd name="connsiteY23270" fmla="*/ 306403 h 4882701"/>
                <a:gd name="connsiteX23271" fmla="*/ 1322379 w 4954903"/>
                <a:gd name="connsiteY23271" fmla="*/ 300073 h 4882701"/>
                <a:gd name="connsiteX23272" fmla="*/ 1332761 w 4954903"/>
                <a:gd name="connsiteY23272" fmla="*/ 293236 h 4882701"/>
                <a:gd name="connsiteX23273" fmla="*/ 1332508 w 4954903"/>
                <a:gd name="connsiteY23273" fmla="*/ 293236 h 4882701"/>
                <a:gd name="connsiteX23274" fmla="*/ 1309464 w 4954903"/>
                <a:gd name="connsiteY23274" fmla="*/ 306403 h 4882701"/>
                <a:gd name="connsiteX23275" fmla="*/ 1299335 w 4954903"/>
                <a:gd name="connsiteY23275" fmla="*/ 307923 h 4882701"/>
                <a:gd name="connsiteX23276" fmla="*/ 1312250 w 4954903"/>
                <a:gd name="connsiteY23276" fmla="*/ 301592 h 4882701"/>
                <a:gd name="connsiteX23277" fmla="*/ 1322885 w 4954903"/>
                <a:gd name="connsiteY23277" fmla="*/ 294502 h 4882701"/>
                <a:gd name="connsiteX23278" fmla="*/ 1322632 w 4954903"/>
                <a:gd name="connsiteY23278" fmla="*/ 294502 h 4882701"/>
                <a:gd name="connsiteX23279" fmla="*/ 1299335 w 4954903"/>
                <a:gd name="connsiteY23279" fmla="*/ 307923 h 4882701"/>
                <a:gd name="connsiteX23280" fmla="*/ 1289966 w 4954903"/>
                <a:gd name="connsiteY23280" fmla="*/ 309442 h 4882701"/>
                <a:gd name="connsiteX23281" fmla="*/ 1302627 w 4954903"/>
                <a:gd name="connsiteY23281" fmla="*/ 303111 h 4882701"/>
                <a:gd name="connsiteX23282" fmla="*/ 1313516 w 4954903"/>
                <a:gd name="connsiteY23282" fmla="*/ 296021 h 4882701"/>
                <a:gd name="connsiteX23283" fmla="*/ 1313263 w 4954903"/>
                <a:gd name="connsiteY23283" fmla="*/ 296021 h 4882701"/>
                <a:gd name="connsiteX23284" fmla="*/ 1289966 w 4954903"/>
                <a:gd name="connsiteY23284" fmla="*/ 309442 h 4882701"/>
                <a:gd name="connsiteX23285" fmla="*/ 1294018 w 4954903"/>
                <a:gd name="connsiteY23285" fmla="*/ 304378 h 4882701"/>
                <a:gd name="connsiteX23286" fmla="*/ 1305160 w 4954903"/>
                <a:gd name="connsiteY23286" fmla="*/ 297287 h 4882701"/>
                <a:gd name="connsiteX23287" fmla="*/ 1305160 w 4954903"/>
                <a:gd name="connsiteY23287" fmla="*/ 297287 h 4882701"/>
                <a:gd name="connsiteX23288" fmla="*/ 1281356 w 4954903"/>
                <a:gd name="connsiteY23288" fmla="*/ 310708 h 4882701"/>
                <a:gd name="connsiteX23289" fmla="*/ 1294018 w 4954903"/>
                <a:gd name="connsiteY23289" fmla="*/ 304378 h 4882701"/>
                <a:gd name="connsiteX23290" fmla="*/ 1286421 w 4954903"/>
                <a:gd name="connsiteY23290" fmla="*/ 306150 h 4882701"/>
                <a:gd name="connsiteX23291" fmla="*/ 1297816 w 4954903"/>
                <a:gd name="connsiteY23291" fmla="*/ 299060 h 4882701"/>
                <a:gd name="connsiteX23292" fmla="*/ 1274013 w 4954903"/>
                <a:gd name="connsiteY23292" fmla="*/ 312481 h 4882701"/>
                <a:gd name="connsiteX23293" fmla="*/ 1286421 w 4954903"/>
                <a:gd name="connsiteY23293" fmla="*/ 306150 h 4882701"/>
                <a:gd name="connsiteX23294" fmla="*/ 1279584 w 4954903"/>
                <a:gd name="connsiteY23294" fmla="*/ 307669 h 4882701"/>
                <a:gd name="connsiteX23295" fmla="*/ 1291232 w 4954903"/>
                <a:gd name="connsiteY23295" fmla="*/ 300579 h 4882701"/>
                <a:gd name="connsiteX23296" fmla="*/ 1267429 w 4954903"/>
                <a:gd name="connsiteY23296" fmla="*/ 314000 h 4882701"/>
                <a:gd name="connsiteX23297" fmla="*/ 1279584 w 4954903"/>
                <a:gd name="connsiteY23297" fmla="*/ 307669 h 4882701"/>
                <a:gd name="connsiteX23298" fmla="*/ 1273759 w 4954903"/>
                <a:gd name="connsiteY23298" fmla="*/ 309189 h 4882701"/>
                <a:gd name="connsiteX23299" fmla="*/ 1285661 w 4954903"/>
                <a:gd name="connsiteY23299" fmla="*/ 302098 h 4882701"/>
                <a:gd name="connsiteX23300" fmla="*/ 1261605 w 4954903"/>
                <a:gd name="connsiteY23300" fmla="*/ 315519 h 4882701"/>
                <a:gd name="connsiteX23301" fmla="*/ 1273759 w 4954903"/>
                <a:gd name="connsiteY23301" fmla="*/ 309189 h 4882701"/>
                <a:gd name="connsiteX23302" fmla="*/ 1268695 w 4954903"/>
                <a:gd name="connsiteY23302" fmla="*/ 310961 h 4882701"/>
                <a:gd name="connsiteX23303" fmla="*/ 1280850 w 4954903"/>
                <a:gd name="connsiteY23303" fmla="*/ 303871 h 4882701"/>
                <a:gd name="connsiteX23304" fmla="*/ 1256793 w 4954903"/>
                <a:gd name="connsiteY23304" fmla="*/ 317545 h 4882701"/>
                <a:gd name="connsiteX23305" fmla="*/ 1268695 w 4954903"/>
                <a:gd name="connsiteY23305" fmla="*/ 310961 h 4882701"/>
                <a:gd name="connsiteX23306" fmla="*/ 1277051 w 4954903"/>
                <a:gd name="connsiteY23306" fmla="*/ 305390 h 4882701"/>
                <a:gd name="connsiteX23307" fmla="*/ 1252995 w 4954903"/>
                <a:gd name="connsiteY23307" fmla="*/ 319065 h 4882701"/>
                <a:gd name="connsiteX23308" fmla="*/ 1264643 w 4954903"/>
                <a:gd name="connsiteY23308" fmla="*/ 312481 h 4882701"/>
                <a:gd name="connsiteX23309" fmla="*/ 1277051 w 4954903"/>
                <a:gd name="connsiteY23309" fmla="*/ 305390 h 4882701"/>
                <a:gd name="connsiteX23310" fmla="*/ 3718402 w 4954903"/>
                <a:gd name="connsiteY23310" fmla="*/ 329700 h 4882701"/>
                <a:gd name="connsiteX23311" fmla="*/ 3704474 w 4954903"/>
                <a:gd name="connsiteY23311" fmla="*/ 321597 h 4882701"/>
                <a:gd name="connsiteX23312" fmla="*/ 3728278 w 4954903"/>
                <a:gd name="connsiteY23312" fmla="*/ 335524 h 4882701"/>
                <a:gd name="connsiteX23313" fmla="*/ 3718402 w 4954903"/>
                <a:gd name="connsiteY23313" fmla="*/ 329700 h 4882701"/>
                <a:gd name="connsiteX23314" fmla="*/ 1765018 w 4954903"/>
                <a:gd name="connsiteY23314" fmla="*/ 254492 h 4882701"/>
                <a:gd name="connsiteX23315" fmla="*/ 1779705 w 4954903"/>
                <a:gd name="connsiteY23315" fmla="*/ 250187 h 4882701"/>
                <a:gd name="connsiteX23316" fmla="*/ 1781984 w 4954903"/>
                <a:gd name="connsiteY23316" fmla="*/ 248415 h 4882701"/>
                <a:gd name="connsiteX23317" fmla="*/ 1782237 w 4954903"/>
                <a:gd name="connsiteY23317" fmla="*/ 243603 h 4882701"/>
                <a:gd name="connsiteX23318" fmla="*/ 1765018 w 4954903"/>
                <a:gd name="connsiteY23318" fmla="*/ 254492 h 4882701"/>
                <a:gd name="connsiteX23319" fmla="*/ 1754129 w 4954903"/>
                <a:gd name="connsiteY23319" fmla="*/ 250694 h 4882701"/>
                <a:gd name="connsiteX23320" fmla="*/ 1756408 w 4954903"/>
                <a:gd name="connsiteY23320" fmla="*/ 248921 h 4882701"/>
                <a:gd name="connsiteX23321" fmla="*/ 1757168 w 4954903"/>
                <a:gd name="connsiteY23321" fmla="*/ 244110 h 4882701"/>
                <a:gd name="connsiteX23322" fmla="*/ 1739442 w 4954903"/>
                <a:gd name="connsiteY23322" fmla="*/ 254998 h 4882701"/>
                <a:gd name="connsiteX23323" fmla="*/ 1754129 w 4954903"/>
                <a:gd name="connsiteY23323" fmla="*/ 250694 h 4882701"/>
                <a:gd name="connsiteX23324" fmla="*/ 1732352 w 4954903"/>
                <a:gd name="connsiteY23324" fmla="*/ 248921 h 4882701"/>
                <a:gd name="connsiteX23325" fmla="*/ 1732605 w 4954903"/>
                <a:gd name="connsiteY23325" fmla="*/ 244869 h 4882701"/>
                <a:gd name="connsiteX23326" fmla="*/ 1714626 w 4954903"/>
                <a:gd name="connsiteY23326" fmla="*/ 255758 h 4882701"/>
                <a:gd name="connsiteX23327" fmla="*/ 1729313 w 4954903"/>
                <a:gd name="connsiteY23327" fmla="*/ 251453 h 4882701"/>
                <a:gd name="connsiteX23328" fmla="*/ 1732352 w 4954903"/>
                <a:gd name="connsiteY23328" fmla="*/ 248921 h 4882701"/>
                <a:gd name="connsiteX23329" fmla="*/ 1690316 w 4954903"/>
                <a:gd name="connsiteY23329" fmla="*/ 256771 h 4882701"/>
                <a:gd name="connsiteX23330" fmla="*/ 1705003 w 4954903"/>
                <a:gd name="connsiteY23330" fmla="*/ 251960 h 4882701"/>
                <a:gd name="connsiteX23331" fmla="*/ 1708042 w 4954903"/>
                <a:gd name="connsiteY23331" fmla="*/ 249427 h 4882701"/>
                <a:gd name="connsiteX23332" fmla="*/ 1708802 w 4954903"/>
                <a:gd name="connsiteY23332" fmla="*/ 245376 h 4882701"/>
                <a:gd name="connsiteX23333" fmla="*/ 1690316 w 4954903"/>
                <a:gd name="connsiteY23333" fmla="*/ 256771 h 4882701"/>
                <a:gd name="connsiteX23334" fmla="*/ 1685252 w 4954903"/>
                <a:gd name="connsiteY23334" fmla="*/ 249681 h 4882701"/>
                <a:gd name="connsiteX23335" fmla="*/ 1685505 w 4954903"/>
                <a:gd name="connsiteY23335" fmla="*/ 246136 h 4882701"/>
                <a:gd name="connsiteX23336" fmla="*/ 1666766 w 4954903"/>
                <a:gd name="connsiteY23336" fmla="*/ 257531 h 4882701"/>
                <a:gd name="connsiteX23337" fmla="*/ 1681453 w 4954903"/>
                <a:gd name="connsiteY23337" fmla="*/ 252719 h 4882701"/>
                <a:gd name="connsiteX23338" fmla="*/ 1685252 w 4954903"/>
                <a:gd name="connsiteY23338" fmla="*/ 249681 h 4882701"/>
                <a:gd name="connsiteX23339" fmla="*/ 1662208 w 4954903"/>
                <a:gd name="connsiteY23339" fmla="*/ 250440 h 4882701"/>
                <a:gd name="connsiteX23340" fmla="*/ 1662714 w 4954903"/>
                <a:gd name="connsiteY23340" fmla="*/ 246895 h 4882701"/>
                <a:gd name="connsiteX23341" fmla="*/ 1643723 w 4954903"/>
                <a:gd name="connsiteY23341" fmla="*/ 258290 h 4882701"/>
                <a:gd name="connsiteX23342" fmla="*/ 1658156 w 4954903"/>
                <a:gd name="connsiteY23342" fmla="*/ 253479 h 4882701"/>
                <a:gd name="connsiteX23343" fmla="*/ 1662208 w 4954903"/>
                <a:gd name="connsiteY23343" fmla="*/ 250440 h 4882701"/>
                <a:gd name="connsiteX23344" fmla="*/ 1621439 w 4954903"/>
                <a:gd name="connsiteY23344" fmla="*/ 259050 h 4882701"/>
                <a:gd name="connsiteX23345" fmla="*/ 1635872 w 4954903"/>
                <a:gd name="connsiteY23345" fmla="*/ 254239 h 4882701"/>
                <a:gd name="connsiteX23346" fmla="*/ 1640430 w 4954903"/>
                <a:gd name="connsiteY23346" fmla="*/ 250694 h 4882701"/>
                <a:gd name="connsiteX23347" fmla="*/ 1640684 w 4954903"/>
                <a:gd name="connsiteY23347" fmla="*/ 247655 h 4882701"/>
                <a:gd name="connsiteX23348" fmla="*/ 1621439 w 4954903"/>
                <a:gd name="connsiteY23348" fmla="*/ 259050 h 4882701"/>
                <a:gd name="connsiteX23349" fmla="*/ 1618906 w 4954903"/>
                <a:gd name="connsiteY23349" fmla="*/ 251453 h 4882701"/>
                <a:gd name="connsiteX23350" fmla="*/ 1619413 w 4954903"/>
                <a:gd name="connsiteY23350" fmla="*/ 248415 h 4882701"/>
                <a:gd name="connsiteX23351" fmla="*/ 1599661 w 4954903"/>
                <a:gd name="connsiteY23351" fmla="*/ 260063 h 4882701"/>
                <a:gd name="connsiteX23352" fmla="*/ 1614095 w 4954903"/>
                <a:gd name="connsiteY23352" fmla="*/ 254998 h 4882701"/>
                <a:gd name="connsiteX23353" fmla="*/ 1618906 w 4954903"/>
                <a:gd name="connsiteY23353" fmla="*/ 251453 h 4882701"/>
                <a:gd name="connsiteX23354" fmla="*/ 1598648 w 4954903"/>
                <a:gd name="connsiteY23354" fmla="*/ 249174 h 4882701"/>
                <a:gd name="connsiteX23355" fmla="*/ 1578643 w 4954903"/>
                <a:gd name="connsiteY23355" fmla="*/ 260823 h 4882701"/>
                <a:gd name="connsiteX23356" fmla="*/ 1593077 w 4954903"/>
                <a:gd name="connsiteY23356" fmla="*/ 255758 h 4882701"/>
                <a:gd name="connsiteX23357" fmla="*/ 1593077 w 4954903"/>
                <a:gd name="connsiteY23357" fmla="*/ 255758 h 4882701"/>
                <a:gd name="connsiteX23358" fmla="*/ 1598648 w 4954903"/>
                <a:gd name="connsiteY23358" fmla="*/ 251706 h 4882701"/>
                <a:gd name="connsiteX23359" fmla="*/ 1598648 w 4954903"/>
                <a:gd name="connsiteY23359" fmla="*/ 249174 h 4882701"/>
                <a:gd name="connsiteX23360" fmla="*/ 1558385 w 4954903"/>
                <a:gd name="connsiteY23360" fmla="*/ 261836 h 4882701"/>
                <a:gd name="connsiteX23361" fmla="*/ 1572819 w 4954903"/>
                <a:gd name="connsiteY23361" fmla="*/ 256518 h 4882701"/>
                <a:gd name="connsiteX23362" fmla="*/ 1578390 w 4954903"/>
                <a:gd name="connsiteY23362" fmla="*/ 252466 h 4882701"/>
                <a:gd name="connsiteX23363" fmla="*/ 1578897 w 4954903"/>
                <a:gd name="connsiteY23363" fmla="*/ 249934 h 4882701"/>
                <a:gd name="connsiteX23364" fmla="*/ 1558385 w 4954903"/>
                <a:gd name="connsiteY23364" fmla="*/ 261836 h 4882701"/>
                <a:gd name="connsiteX23365" fmla="*/ 1538634 w 4954903"/>
                <a:gd name="connsiteY23365" fmla="*/ 262848 h 4882701"/>
                <a:gd name="connsiteX23366" fmla="*/ 1552814 w 4954903"/>
                <a:gd name="connsiteY23366" fmla="*/ 257531 h 4882701"/>
                <a:gd name="connsiteX23367" fmla="*/ 1559145 w 4954903"/>
                <a:gd name="connsiteY23367" fmla="*/ 252973 h 4882701"/>
                <a:gd name="connsiteX23368" fmla="*/ 1559398 w 4954903"/>
                <a:gd name="connsiteY23368" fmla="*/ 250947 h 4882701"/>
                <a:gd name="connsiteX23369" fmla="*/ 1538634 w 4954903"/>
                <a:gd name="connsiteY23369" fmla="*/ 262848 h 4882701"/>
                <a:gd name="connsiteX23370" fmla="*/ 1519642 w 4954903"/>
                <a:gd name="connsiteY23370" fmla="*/ 263861 h 4882701"/>
                <a:gd name="connsiteX23371" fmla="*/ 1533822 w 4954903"/>
                <a:gd name="connsiteY23371" fmla="*/ 258544 h 4882701"/>
                <a:gd name="connsiteX23372" fmla="*/ 1540153 w 4954903"/>
                <a:gd name="connsiteY23372" fmla="*/ 253986 h 4882701"/>
                <a:gd name="connsiteX23373" fmla="*/ 1540406 w 4954903"/>
                <a:gd name="connsiteY23373" fmla="*/ 251960 h 4882701"/>
                <a:gd name="connsiteX23374" fmla="*/ 1519642 w 4954903"/>
                <a:gd name="connsiteY23374" fmla="*/ 263861 h 4882701"/>
                <a:gd name="connsiteX23375" fmla="*/ 1501410 w 4954903"/>
                <a:gd name="connsiteY23375" fmla="*/ 265127 h 4882701"/>
                <a:gd name="connsiteX23376" fmla="*/ 1515590 w 4954903"/>
                <a:gd name="connsiteY23376" fmla="*/ 259557 h 4882701"/>
                <a:gd name="connsiteX23377" fmla="*/ 1522681 w 4954903"/>
                <a:gd name="connsiteY23377" fmla="*/ 254492 h 4882701"/>
                <a:gd name="connsiteX23378" fmla="*/ 1522681 w 4954903"/>
                <a:gd name="connsiteY23378" fmla="*/ 252973 h 4882701"/>
                <a:gd name="connsiteX23379" fmla="*/ 1501410 w 4954903"/>
                <a:gd name="connsiteY23379" fmla="*/ 265127 h 4882701"/>
                <a:gd name="connsiteX23380" fmla="*/ 1483937 w 4954903"/>
                <a:gd name="connsiteY23380" fmla="*/ 266140 h 4882701"/>
                <a:gd name="connsiteX23381" fmla="*/ 1498118 w 4954903"/>
                <a:gd name="connsiteY23381" fmla="*/ 260569 h 4882701"/>
                <a:gd name="connsiteX23382" fmla="*/ 1505461 w 4954903"/>
                <a:gd name="connsiteY23382" fmla="*/ 255505 h 4882701"/>
                <a:gd name="connsiteX23383" fmla="*/ 1505714 w 4954903"/>
                <a:gd name="connsiteY23383" fmla="*/ 253986 h 4882701"/>
                <a:gd name="connsiteX23384" fmla="*/ 1483937 w 4954903"/>
                <a:gd name="connsiteY23384" fmla="*/ 266140 h 4882701"/>
                <a:gd name="connsiteX23385" fmla="*/ 1466971 w 4954903"/>
                <a:gd name="connsiteY23385" fmla="*/ 267153 h 4882701"/>
                <a:gd name="connsiteX23386" fmla="*/ 1480898 w 4954903"/>
                <a:gd name="connsiteY23386" fmla="*/ 261582 h 4882701"/>
                <a:gd name="connsiteX23387" fmla="*/ 1488748 w 4954903"/>
                <a:gd name="connsiteY23387" fmla="*/ 256265 h 4882701"/>
                <a:gd name="connsiteX23388" fmla="*/ 1488748 w 4954903"/>
                <a:gd name="connsiteY23388" fmla="*/ 254998 h 4882701"/>
                <a:gd name="connsiteX23389" fmla="*/ 1466971 w 4954903"/>
                <a:gd name="connsiteY23389" fmla="*/ 267153 h 4882701"/>
                <a:gd name="connsiteX23390" fmla="*/ 1451018 w 4954903"/>
                <a:gd name="connsiteY23390" fmla="*/ 268419 h 4882701"/>
                <a:gd name="connsiteX23391" fmla="*/ 1464945 w 4954903"/>
                <a:gd name="connsiteY23391" fmla="*/ 262848 h 4882701"/>
                <a:gd name="connsiteX23392" fmla="*/ 1473048 w 4954903"/>
                <a:gd name="connsiteY23392" fmla="*/ 257531 h 4882701"/>
                <a:gd name="connsiteX23393" fmla="*/ 1473301 w 4954903"/>
                <a:gd name="connsiteY23393" fmla="*/ 256265 h 4882701"/>
                <a:gd name="connsiteX23394" fmla="*/ 1451018 w 4954903"/>
                <a:gd name="connsiteY23394" fmla="*/ 268419 h 4882701"/>
                <a:gd name="connsiteX23395" fmla="*/ 1435571 w 4954903"/>
                <a:gd name="connsiteY23395" fmla="*/ 269686 h 4882701"/>
                <a:gd name="connsiteX23396" fmla="*/ 1449498 w 4954903"/>
                <a:gd name="connsiteY23396" fmla="*/ 263861 h 4882701"/>
                <a:gd name="connsiteX23397" fmla="*/ 1458108 w 4954903"/>
                <a:gd name="connsiteY23397" fmla="*/ 258037 h 4882701"/>
                <a:gd name="connsiteX23398" fmla="*/ 1458108 w 4954903"/>
                <a:gd name="connsiteY23398" fmla="*/ 257024 h 4882701"/>
                <a:gd name="connsiteX23399" fmla="*/ 1435571 w 4954903"/>
                <a:gd name="connsiteY23399" fmla="*/ 269686 h 4882701"/>
                <a:gd name="connsiteX23400" fmla="*/ 1421137 w 4954903"/>
                <a:gd name="connsiteY23400" fmla="*/ 270952 h 4882701"/>
                <a:gd name="connsiteX23401" fmla="*/ 1434811 w 4954903"/>
                <a:gd name="connsiteY23401" fmla="*/ 265127 h 4882701"/>
                <a:gd name="connsiteX23402" fmla="*/ 1444180 w 4954903"/>
                <a:gd name="connsiteY23402" fmla="*/ 258544 h 4882701"/>
                <a:gd name="connsiteX23403" fmla="*/ 1443674 w 4954903"/>
                <a:gd name="connsiteY23403" fmla="*/ 258544 h 4882701"/>
                <a:gd name="connsiteX23404" fmla="*/ 1421137 w 4954903"/>
                <a:gd name="connsiteY23404" fmla="*/ 270952 h 4882701"/>
                <a:gd name="connsiteX23405" fmla="*/ 1407209 w 4954903"/>
                <a:gd name="connsiteY23405" fmla="*/ 272218 h 4882701"/>
                <a:gd name="connsiteX23406" fmla="*/ 1420884 w 4954903"/>
                <a:gd name="connsiteY23406" fmla="*/ 266140 h 4882701"/>
                <a:gd name="connsiteX23407" fmla="*/ 1430506 w 4954903"/>
                <a:gd name="connsiteY23407" fmla="*/ 259557 h 4882701"/>
                <a:gd name="connsiteX23408" fmla="*/ 1430253 w 4954903"/>
                <a:gd name="connsiteY23408" fmla="*/ 259557 h 4882701"/>
                <a:gd name="connsiteX23409" fmla="*/ 1407209 w 4954903"/>
                <a:gd name="connsiteY23409" fmla="*/ 272218 h 4882701"/>
                <a:gd name="connsiteX23410" fmla="*/ 1394042 w 4954903"/>
                <a:gd name="connsiteY23410" fmla="*/ 273484 h 4882701"/>
                <a:gd name="connsiteX23411" fmla="*/ 1407463 w 4954903"/>
                <a:gd name="connsiteY23411" fmla="*/ 267407 h 4882701"/>
                <a:gd name="connsiteX23412" fmla="*/ 1417339 w 4954903"/>
                <a:gd name="connsiteY23412" fmla="*/ 260823 h 4882701"/>
                <a:gd name="connsiteX23413" fmla="*/ 1417085 w 4954903"/>
                <a:gd name="connsiteY23413" fmla="*/ 260823 h 4882701"/>
                <a:gd name="connsiteX23414" fmla="*/ 1394042 w 4954903"/>
                <a:gd name="connsiteY23414" fmla="*/ 273484 h 4882701"/>
                <a:gd name="connsiteX23415" fmla="*/ 1405184 w 4954903"/>
                <a:gd name="connsiteY23415" fmla="*/ 262342 h 4882701"/>
                <a:gd name="connsiteX23416" fmla="*/ 1381887 w 4954903"/>
                <a:gd name="connsiteY23416" fmla="*/ 274750 h 4882701"/>
                <a:gd name="connsiteX23417" fmla="*/ 1381887 w 4954903"/>
                <a:gd name="connsiteY23417" fmla="*/ 275003 h 4882701"/>
                <a:gd name="connsiteX23418" fmla="*/ 1395055 w 4954903"/>
                <a:gd name="connsiteY23418" fmla="*/ 268926 h 4882701"/>
                <a:gd name="connsiteX23419" fmla="*/ 1405184 w 4954903"/>
                <a:gd name="connsiteY23419" fmla="*/ 262595 h 4882701"/>
                <a:gd name="connsiteX23420" fmla="*/ 1405184 w 4954903"/>
                <a:gd name="connsiteY23420" fmla="*/ 262342 h 4882701"/>
                <a:gd name="connsiteX23421" fmla="*/ 1405184 w 4954903"/>
                <a:gd name="connsiteY23421" fmla="*/ 262342 h 4882701"/>
                <a:gd name="connsiteX23422" fmla="*/ 1370492 w 4954903"/>
                <a:gd name="connsiteY23422" fmla="*/ 276269 h 4882701"/>
                <a:gd name="connsiteX23423" fmla="*/ 1383659 w 4954903"/>
                <a:gd name="connsiteY23423" fmla="*/ 270192 h 4882701"/>
                <a:gd name="connsiteX23424" fmla="*/ 1394042 w 4954903"/>
                <a:gd name="connsiteY23424" fmla="*/ 263861 h 4882701"/>
                <a:gd name="connsiteX23425" fmla="*/ 1394042 w 4954903"/>
                <a:gd name="connsiteY23425" fmla="*/ 263608 h 4882701"/>
                <a:gd name="connsiteX23426" fmla="*/ 1393789 w 4954903"/>
                <a:gd name="connsiteY23426" fmla="*/ 263608 h 4882701"/>
                <a:gd name="connsiteX23427" fmla="*/ 1370492 w 4954903"/>
                <a:gd name="connsiteY23427" fmla="*/ 276269 h 4882701"/>
                <a:gd name="connsiteX23428" fmla="*/ 1370492 w 4954903"/>
                <a:gd name="connsiteY23428" fmla="*/ 276269 h 4882701"/>
                <a:gd name="connsiteX23429" fmla="*/ 1359856 w 4954903"/>
                <a:gd name="connsiteY23429" fmla="*/ 277789 h 4882701"/>
                <a:gd name="connsiteX23430" fmla="*/ 1373024 w 4954903"/>
                <a:gd name="connsiteY23430" fmla="*/ 271711 h 4882701"/>
                <a:gd name="connsiteX23431" fmla="*/ 1383659 w 4954903"/>
                <a:gd name="connsiteY23431" fmla="*/ 265127 h 4882701"/>
                <a:gd name="connsiteX23432" fmla="*/ 1383406 w 4954903"/>
                <a:gd name="connsiteY23432" fmla="*/ 265127 h 4882701"/>
                <a:gd name="connsiteX23433" fmla="*/ 1359856 w 4954903"/>
                <a:gd name="connsiteY23433" fmla="*/ 277789 h 4882701"/>
                <a:gd name="connsiteX23434" fmla="*/ 1350234 w 4954903"/>
                <a:gd name="connsiteY23434" fmla="*/ 279055 h 4882701"/>
                <a:gd name="connsiteX23435" fmla="*/ 1363148 w 4954903"/>
                <a:gd name="connsiteY23435" fmla="*/ 272977 h 4882701"/>
                <a:gd name="connsiteX23436" fmla="*/ 1374037 w 4954903"/>
                <a:gd name="connsiteY23436" fmla="*/ 266394 h 4882701"/>
                <a:gd name="connsiteX23437" fmla="*/ 1373784 w 4954903"/>
                <a:gd name="connsiteY23437" fmla="*/ 266394 h 4882701"/>
                <a:gd name="connsiteX23438" fmla="*/ 1350234 w 4954903"/>
                <a:gd name="connsiteY23438" fmla="*/ 279055 h 4882701"/>
                <a:gd name="connsiteX23439" fmla="*/ 1365174 w 4954903"/>
                <a:gd name="connsiteY23439" fmla="*/ 267660 h 4882701"/>
                <a:gd name="connsiteX23440" fmla="*/ 1341371 w 4954903"/>
                <a:gd name="connsiteY23440" fmla="*/ 280574 h 4882701"/>
                <a:gd name="connsiteX23441" fmla="*/ 1354285 w 4954903"/>
                <a:gd name="connsiteY23441" fmla="*/ 274497 h 4882701"/>
                <a:gd name="connsiteX23442" fmla="*/ 1354285 w 4954903"/>
                <a:gd name="connsiteY23442" fmla="*/ 274497 h 4882701"/>
                <a:gd name="connsiteX23443" fmla="*/ 1365174 w 4954903"/>
                <a:gd name="connsiteY23443" fmla="*/ 267660 h 4882701"/>
                <a:gd name="connsiteX23444" fmla="*/ 1365174 w 4954903"/>
                <a:gd name="connsiteY23444" fmla="*/ 267660 h 4882701"/>
                <a:gd name="connsiteX23445" fmla="*/ 1333268 w 4954903"/>
                <a:gd name="connsiteY23445" fmla="*/ 282094 h 4882701"/>
                <a:gd name="connsiteX23446" fmla="*/ 1345929 w 4954903"/>
                <a:gd name="connsiteY23446" fmla="*/ 276016 h 4882701"/>
                <a:gd name="connsiteX23447" fmla="*/ 1357324 w 4954903"/>
                <a:gd name="connsiteY23447" fmla="*/ 269432 h 4882701"/>
                <a:gd name="connsiteX23448" fmla="*/ 1357324 w 4954903"/>
                <a:gd name="connsiteY23448" fmla="*/ 269432 h 4882701"/>
                <a:gd name="connsiteX23449" fmla="*/ 1333268 w 4954903"/>
                <a:gd name="connsiteY23449" fmla="*/ 282094 h 4882701"/>
                <a:gd name="connsiteX23450" fmla="*/ 1333268 w 4954903"/>
                <a:gd name="connsiteY23450" fmla="*/ 282094 h 4882701"/>
                <a:gd name="connsiteX23451" fmla="*/ 1338332 w 4954903"/>
                <a:gd name="connsiteY23451" fmla="*/ 277282 h 4882701"/>
                <a:gd name="connsiteX23452" fmla="*/ 1349980 w 4954903"/>
                <a:gd name="connsiteY23452" fmla="*/ 270698 h 4882701"/>
                <a:gd name="connsiteX23453" fmla="*/ 1325924 w 4954903"/>
                <a:gd name="connsiteY23453" fmla="*/ 283613 h 4882701"/>
                <a:gd name="connsiteX23454" fmla="*/ 1338332 w 4954903"/>
                <a:gd name="connsiteY23454" fmla="*/ 277282 h 4882701"/>
                <a:gd name="connsiteX23455" fmla="*/ 1331748 w 4954903"/>
                <a:gd name="connsiteY23455" fmla="*/ 278802 h 4882701"/>
                <a:gd name="connsiteX23456" fmla="*/ 1343650 w 4954903"/>
                <a:gd name="connsiteY23456" fmla="*/ 272218 h 4882701"/>
                <a:gd name="connsiteX23457" fmla="*/ 1319340 w 4954903"/>
                <a:gd name="connsiteY23457" fmla="*/ 285132 h 4882701"/>
                <a:gd name="connsiteX23458" fmla="*/ 1331748 w 4954903"/>
                <a:gd name="connsiteY23458" fmla="*/ 278802 h 4882701"/>
                <a:gd name="connsiteX23459" fmla="*/ 1326177 w 4954903"/>
                <a:gd name="connsiteY23459" fmla="*/ 280321 h 4882701"/>
                <a:gd name="connsiteX23460" fmla="*/ 1338332 w 4954903"/>
                <a:gd name="connsiteY23460" fmla="*/ 273737 h 4882701"/>
                <a:gd name="connsiteX23461" fmla="*/ 1314022 w 4954903"/>
                <a:gd name="connsiteY23461" fmla="*/ 286652 h 4882701"/>
                <a:gd name="connsiteX23462" fmla="*/ 1326177 w 4954903"/>
                <a:gd name="connsiteY23462" fmla="*/ 280321 h 4882701"/>
                <a:gd name="connsiteX23463" fmla="*/ 1321366 w 4954903"/>
                <a:gd name="connsiteY23463" fmla="*/ 281840 h 4882701"/>
                <a:gd name="connsiteX23464" fmla="*/ 1333774 w 4954903"/>
                <a:gd name="connsiteY23464" fmla="*/ 275003 h 4882701"/>
                <a:gd name="connsiteX23465" fmla="*/ 1309464 w 4954903"/>
                <a:gd name="connsiteY23465" fmla="*/ 287918 h 4882701"/>
                <a:gd name="connsiteX23466" fmla="*/ 1321366 w 4954903"/>
                <a:gd name="connsiteY23466" fmla="*/ 281840 h 4882701"/>
                <a:gd name="connsiteX23467" fmla="*/ 1330229 w 4954903"/>
                <a:gd name="connsiteY23467" fmla="*/ 276776 h 4882701"/>
                <a:gd name="connsiteX23468" fmla="*/ 1328963 w 4954903"/>
                <a:gd name="connsiteY23468" fmla="*/ 277536 h 4882701"/>
                <a:gd name="connsiteX23469" fmla="*/ 1308705 w 4954903"/>
                <a:gd name="connsiteY23469" fmla="*/ 288424 h 4882701"/>
                <a:gd name="connsiteX23470" fmla="*/ 1305919 w 4954903"/>
                <a:gd name="connsiteY23470" fmla="*/ 289944 h 4882701"/>
                <a:gd name="connsiteX23471" fmla="*/ 1317821 w 4954903"/>
                <a:gd name="connsiteY23471" fmla="*/ 283613 h 4882701"/>
                <a:gd name="connsiteX23472" fmla="*/ 1330229 w 4954903"/>
                <a:gd name="connsiteY23472" fmla="*/ 276776 h 4882701"/>
                <a:gd name="connsiteX23473" fmla="*/ 3672568 w 4954903"/>
                <a:gd name="connsiteY23473" fmla="*/ 303365 h 4882701"/>
                <a:gd name="connsiteX23474" fmla="*/ 3663452 w 4954903"/>
                <a:gd name="connsiteY23474" fmla="*/ 298300 h 4882701"/>
                <a:gd name="connsiteX23475" fmla="*/ 3673581 w 4954903"/>
                <a:gd name="connsiteY23475" fmla="*/ 303871 h 4882701"/>
                <a:gd name="connsiteX23476" fmla="*/ 3672568 w 4954903"/>
                <a:gd name="connsiteY23476" fmla="*/ 303365 h 4882701"/>
                <a:gd name="connsiteX23477" fmla="*/ 2453539 w 4954903"/>
                <a:gd name="connsiteY23477" fmla="*/ 226384 h 4882701"/>
                <a:gd name="connsiteX23478" fmla="*/ 2467719 w 4954903"/>
                <a:gd name="connsiteY23478" fmla="*/ 224358 h 4882701"/>
                <a:gd name="connsiteX23479" fmla="*/ 2461136 w 4954903"/>
                <a:gd name="connsiteY23479" fmla="*/ 217774 h 4882701"/>
                <a:gd name="connsiteX23480" fmla="*/ 2453539 w 4954903"/>
                <a:gd name="connsiteY23480" fmla="*/ 226384 h 4882701"/>
                <a:gd name="connsiteX23481" fmla="*/ 1768563 w 4954903"/>
                <a:gd name="connsiteY23481" fmla="*/ 218787 h 4882701"/>
                <a:gd name="connsiteX23482" fmla="*/ 1750584 w 4954903"/>
                <a:gd name="connsiteY23482" fmla="*/ 229169 h 4882701"/>
                <a:gd name="connsiteX23483" fmla="*/ 1764764 w 4954903"/>
                <a:gd name="connsiteY23483" fmla="*/ 225118 h 4882701"/>
                <a:gd name="connsiteX23484" fmla="*/ 1768310 w 4954903"/>
                <a:gd name="connsiteY23484" fmla="*/ 222332 h 4882701"/>
                <a:gd name="connsiteX23485" fmla="*/ 1768563 w 4954903"/>
                <a:gd name="connsiteY23485" fmla="*/ 218787 h 4882701"/>
                <a:gd name="connsiteX23486" fmla="*/ 1745266 w 4954903"/>
                <a:gd name="connsiteY23486" fmla="*/ 222839 h 4882701"/>
                <a:gd name="connsiteX23487" fmla="*/ 1745773 w 4954903"/>
                <a:gd name="connsiteY23487" fmla="*/ 219547 h 4882701"/>
                <a:gd name="connsiteX23488" fmla="*/ 1727287 w 4954903"/>
                <a:gd name="connsiteY23488" fmla="*/ 230436 h 4882701"/>
                <a:gd name="connsiteX23489" fmla="*/ 1741721 w 4954903"/>
                <a:gd name="connsiteY23489" fmla="*/ 225877 h 4882701"/>
                <a:gd name="connsiteX23490" fmla="*/ 1745266 w 4954903"/>
                <a:gd name="connsiteY23490" fmla="*/ 222839 h 4882701"/>
                <a:gd name="connsiteX23491" fmla="*/ 1723489 w 4954903"/>
                <a:gd name="connsiteY23491" fmla="*/ 222839 h 4882701"/>
                <a:gd name="connsiteX23492" fmla="*/ 1723489 w 4954903"/>
                <a:gd name="connsiteY23492" fmla="*/ 220053 h 4882701"/>
                <a:gd name="connsiteX23493" fmla="*/ 1704750 w 4954903"/>
                <a:gd name="connsiteY23493" fmla="*/ 230689 h 4882701"/>
                <a:gd name="connsiteX23494" fmla="*/ 1718930 w 4954903"/>
                <a:gd name="connsiteY23494" fmla="*/ 226131 h 4882701"/>
                <a:gd name="connsiteX23495" fmla="*/ 1723489 w 4954903"/>
                <a:gd name="connsiteY23495" fmla="*/ 222839 h 4882701"/>
                <a:gd name="connsiteX23496" fmla="*/ 1696900 w 4954903"/>
                <a:gd name="connsiteY23496" fmla="*/ 226890 h 4882701"/>
                <a:gd name="connsiteX23497" fmla="*/ 1701458 w 4954903"/>
                <a:gd name="connsiteY23497" fmla="*/ 223598 h 4882701"/>
                <a:gd name="connsiteX23498" fmla="*/ 1701711 w 4954903"/>
                <a:gd name="connsiteY23498" fmla="*/ 220813 h 4882701"/>
                <a:gd name="connsiteX23499" fmla="*/ 1682719 w 4954903"/>
                <a:gd name="connsiteY23499" fmla="*/ 231702 h 4882701"/>
                <a:gd name="connsiteX23500" fmla="*/ 1696900 w 4954903"/>
                <a:gd name="connsiteY23500" fmla="*/ 226890 h 4882701"/>
                <a:gd name="connsiteX23501" fmla="*/ 1680694 w 4954903"/>
                <a:gd name="connsiteY23501" fmla="*/ 223852 h 4882701"/>
                <a:gd name="connsiteX23502" fmla="*/ 1680694 w 4954903"/>
                <a:gd name="connsiteY23502" fmla="*/ 221319 h 4882701"/>
                <a:gd name="connsiteX23503" fmla="*/ 1661195 w 4954903"/>
                <a:gd name="connsiteY23503" fmla="*/ 232208 h 4882701"/>
                <a:gd name="connsiteX23504" fmla="*/ 1675376 w 4954903"/>
                <a:gd name="connsiteY23504" fmla="*/ 227650 h 4882701"/>
                <a:gd name="connsiteX23505" fmla="*/ 1680694 w 4954903"/>
                <a:gd name="connsiteY23505" fmla="*/ 223852 h 4882701"/>
                <a:gd name="connsiteX23506" fmla="*/ 1654864 w 4954903"/>
                <a:gd name="connsiteY23506" fmla="*/ 228410 h 4882701"/>
                <a:gd name="connsiteX23507" fmla="*/ 1660182 w 4954903"/>
                <a:gd name="connsiteY23507" fmla="*/ 224611 h 4882701"/>
                <a:gd name="connsiteX23508" fmla="*/ 1660435 w 4954903"/>
                <a:gd name="connsiteY23508" fmla="*/ 222079 h 4882701"/>
                <a:gd name="connsiteX23509" fmla="*/ 1640684 w 4954903"/>
                <a:gd name="connsiteY23509" fmla="*/ 233221 h 4882701"/>
                <a:gd name="connsiteX23510" fmla="*/ 1654864 w 4954903"/>
                <a:gd name="connsiteY23510" fmla="*/ 228410 h 4882701"/>
                <a:gd name="connsiteX23511" fmla="*/ 1620426 w 4954903"/>
                <a:gd name="connsiteY23511" fmla="*/ 234234 h 4882701"/>
                <a:gd name="connsiteX23512" fmla="*/ 1634606 w 4954903"/>
                <a:gd name="connsiteY23512" fmla="*/ 229423 h 4882701"/>
                <a:gd name="connsiteX23513" fmla="*/ 1640684 w 4954903"/>
                <a:gd name="connsiteY23513" fmla="*/ 225118 h 4882701"/>
                <a:gd name="connsiteX23514" fmla="*/ 1640684 w 4954903"/>
                <a:gd name="connsiteY23514" fmla="*/ 223092 h 4882701"/>
                <a:gd name="connsiteX23515" fmla="*/ 1620426 w 4954903"/>
                <a:gd name="connsiteY23515" fmla="*/ 234234 h 4882701"/>
                <a:gd name="connsiteX23516" fmla="*/ 1600927 w 4954903"/>
                <a:gd name="connsiteY23516" fmla="*/ 234994 h 4882701"/>
                <a:gd name="connsiteX23517" fmla="*/ 1614855 w 4954903"/>
                <a:gd name="connsiteY23517" fmla="*/ 230182 h 4882701"/>
                <a:gd name="connsiteX23518" fmla="*/ 1621185 w 4954903"/>
                <a:gd name="connsiteY23518" fmla="*/ 225877 h 4882701"/>
                <a:gd name="connsiteX23519" fmla="*/ 1621439 w 4954903"/>
                <a:gd name="connsiteY23519" fmla="*/ 223852 h 4882701"/>
                <a:gd name="connsiteX23520" fmla="*/ 1600927 w 4954903"/>
                <a:gd name="connsiteY23520" fmla="*/ 234994 h 4882701"/>
                <a:gd name="connsiteX23521" fmla="*/ 1582189 w 4954903"/>
                <a:gd name="connsiteY23521" fmla="*/ 236006 h 4882701"/>
                <a:gd name="connsiteX23522" fmla="*/ 1596116 w 4954903"/>
                <a:gd name="connsiteY23522" fmla="*/ 231195 h 4882701"/>
                <a:gd name="connsiteX23523" fmla="*/ 1602953 w 4954903"/>
                <a:gd name="connsiteY23523" fmla="*/ 226384 h 4882701"/>
                <a:gd name="connsiteX23524" fmla="*/ 1602953 w 4954903"/>
                <a:gd name="connsiteY23524" fmla="*/ 224865 h 4882701"/>
                <a:gd name="connsiteX23525" fmla="*/ 1582189 w 4954903"/>
                <a:gd name="connsiteY23525" fmla="*/ 236006 h 4882701"/>
                <a:gd name="connsiteX23526" fmla="*/ 1563956 w 4954903"/>
                <a:gd name="connsiteY23526" fmla="*/ 237019 h 4882701"/>
                <a:gd name="connsiteX23527" fmla="*/ 1577884 w 4954903"/>
                <a:gd name="connsiteY23527" fmla="*/ 231955 h 4882701"/>
                <a:gd name="connsiteX23528" fmla="*/ 1584974 w 4954903"/>
                <a:gd name="connsiteY23528" fmla="*/ 227144 h 4882701"/>
                <a:gd name="connsiteX23529" fmla="*/ 1584974 w 4954903"/>
                <a:gd name="connsiteY23529" fmla="*/ 225624 h 4882701"/>
                <a:gd name="connsiteX23530" fmla="*/ 1563956 w 4954903"/>
                <a:gd name="connsiteY23530" fmla="*/ 237019 h 4882701"/>
                <a:gd name="connsiteX23531" fmla="*/ 1546484 w 4954903"/>
                <a:gd name="connsiteY23531" fmla="*/ 238032 h 4882701"/>
                <a:gd name="connsiteX23532" fmla="*/ 1560411 w 4954903"/>
                <a:gd name="connsiteY23532" fmla="*/ 232715 h 4882701"/>
                <a:gd name="connsiteX23533" fmla="*/ 1568008 w 4954903"/>
                <a:gd name="connsiteY23533" fmla="*/ 227650 h 4882701"/>
                <a:gd name="connsiteX23534" fmla="*/ 1568008 w 4954903"/>
                <a:gd name="connsiteY23534" fmla="*/ 226384 h 4882701"/>
                <a:gd name="connsiteX23535" fmla="*/ 1546484 w 4954903"/>
                <a:gd name="connsiteY23535" fmla="*/ 238032 h 4882701"/>
                <a:gd name="connsiteX23536" fmla="*/ 1529771 w 4954903"/>
                <a:gd name="connsiteY23536" fmla="*/ 239045 h 4882701"/>
                <a:gd name="connsiteX23537" fmla="*/ 1543698 w 4954903"/>
                <a:gd name="connsiteY23537" fmla="*/ 233727 h 4882701"/>
                <a:gd name="connsiteX23538" fmla="*/ 1551548 w 4954903"/>
                <a:gd name="connsiteY23538" fmla="*/ 228663 h 4882701"/>
                <a:gd name="connsiteX23539" fmla="*/ 1551548 w 4954903"/>
                <a:gd name="connsiteY23539" fmla="*/ 227397 h 4882701"/>
                <a:gd name="connsiteX23540" fmla="*/ 1529771 w 4954903"/>
                <a:gd name="connsiteY23540" fmla="*/ 239045 h 4882701"/>
                <a:gd name="connsiteX23541" fmla="*/ 1513564 w 4954903"/>
                <a:gd name="connsiteY23541" fmla="*/ 240058 h 4882701"/>
                <a:gd name="connsiteX23542" fmla="*/ 1527239 w 4954903"/>
                <a:gd name="connsiteY23542" fmla="*/ 234740 h 4882701"/>
                <a:gd name="connsiteX23543" fmla="*/ 1535595 w 4954903"/>
                <a:gd name="connsiteY23543" fmla="*/ 229423 h 4882701"/>
                <a:gd name="connsiteX23544" fmla="*/ 1535342 w 4954903"/>
                <a:gd name="connsiteY23544" fmla="*/ 228663 h 4882701"/>
                <a:gd name="connsiteX23545" fmla="*/ 1513564 w 4954903"/>
                <a:gd name="connsiteY23545" fmla="*/ 240058 h 4882701"/>
                <a:gd name="connsiteX23546" fmla="*/ 1498371 w 4954903"/>
                <a:gd name="connsiteY23546" fmla="*/ 241324 h 4882701"/>
                <a:gd name="connsiteX23547" fmla="*/ 1512045 w 4954903"/>
                <a:gd name="connsiteY23547" fmla="*/ 236006 h 4882701"/>
                <a:gd name="connsiteX23548" fmla="*/ 1520655 w 4954903"/>
                <a:gd name="connsiteY23548" fmla="*/ 230689 h 4882701"/>
                <a:gd name="connsiteX23549" fmla="*/ 1520655 w 4954903"/>
                <a:gd name="connsiteY23549" fmla="*/ 229929 h 4882701"/>
                <a:gd name="connsiteX23550" fmla="*/ 1498371 w 4954903"/>
                <a:gd name="connsiteY23550" fmla="*/ 241324 h 4882701"/>
                <a:gd name="connsiteX23551" fmla="*/ 1483684 w 4954903"/>
                <a:gd name="connsiteY23551" fmla="*/ 242590 h 4882701"/>
                <a:gd name="connsiteX23552" fmla="*/ 1497358 w 4954903"/>
                <a:gd name="connsiteY23552" fmla="*/ 237019 h 4882701"/>
                <a:gd name="connsiteX23553" fmla="*/ 1506727 w 4954903"/>
                <a:gd name="connsiteY23553" fmla="*/ 230689 h 4882701"/>
                <a:gd name="connsiteX23554" fmla="*/ 1506221 w 4954903"/>
                <a:gd name="connsiteY23554" fmla="*/ 230689 h 4882701"/>
                <a:gd name="connsiteX23555" fmla="*/ 1483684 w 4954903"/>
                <a:gd name="connsiteY23555" fmla="*/ 242590 h 4882701"/>
                <a:gd name="connsiteX23556" fmla="*/ 1469756 w 4954903"/>
                <a:gd name="connsiteY23556" fmla="*/ 243857 h 4882701"/>
                <a:gd name="connsiteX23557" fmla="*/ 1483177 w 4954903"/>
                <a:gd name="connsiteY23557" fmla="*/ 238286 h 4882701"/>
                <a:gd name="connsiteX23558" fmla="*/ 1492800 w 4954903"/>
                <a:gd name="connsiteY23558" fmla="*/ 231955 h 4882701"/>
                <a:gd name="connsiteX23559" fmla="*/ 1492293 w 4954903"/>
                <a:gd name="connsiteY23559" fmla="*/ 231955 h 4882701"/>
                <a:gd name="connsiteX23560" fmla="*/ 1469756 w 4954903"/>
                <a:gd name="connsiteY23560" fmla="*/ 243857 h 4882701"/>
                <a:gd name="connsiteX23561" fmla="*/ 1456589 w 4954903"/>
                <a:gd name="connsiteY23561" fmla="*/ 244869 h 4882701"/>
                <a:gd name="connsiteX23562" fmla="*/ 1470009 w 4954903"/>
                <a:gd name="connsiteY23562" fmla="*/ 239298 h 4882701"/>
                <a:gd name="connsiteX23563" fmla="*/ 1479885 w 4954903"/>
                <a:gd name="connsiteY23563" fmla="*/ 232968 h 4882701"/>
                <a:gd name="connsiteX23564" fmla="*/ 1479632 w 4954903"/>
                <a:gd name="connsiteY23564" fmla="*/ 232968 h 4882701"/>
                <a:gd name="connsiteX23565" fmla="*/ 1456589 w 4954903"/>
                <a:gd name="connsiteY23565" fmla="*/ 244869 h 4882701"/>
                <a:gd name="connsiteX23566" fmla="*/ 1467224 w 4954903"/>
                <a:gd name="connsiteY23566" fmla="*/ 234234 h 4882701"/>
                <a:gd name="connsiteX23567" fmla="*/ 1443927 w 4954903"/>
                <a:gd name="connsiteY23567" fmla="*/ 246136 h 4882701"/>
                <a:gd name="connsiteX23568" fmla="*/ 1457348 w 4954903"/>
                <a:gd name="connsiteY23568" fmla="*/ 240565 h 4882701"/>
                <a:gd name="connsiteX23569" fmla="*/ 1467477 w 4954903"/>
                <a:gd name="connsiteY23569" fmla="*/ 234487 h 4882701"/>
                <a:gd name="connsiteX23570" fmla="*/ 1467224 w 4954903"/>
                <a:gd name="connsiteY23570" fmla="*/ 234234 h 4882701"/>
                <a:gd name="connsiteX23571" fmla="*/ 1467224 w 4954903"/>
                <a:gd name="connsiteY23571" fmla="*/ 234234 h 4882701"/>
                <a:gd name="connsiteX23572" fmla="*/ 1432532 w 4954903"/>
                <a:gd name="connsiteY23572" fmla="*/ 247402 h 4882701"/>
                <a:gd name="connsiteX23573" fmla="*/ 1445700 w 4954903"/>
                <a:gd name="connsiteY23573" fmla="*/ 241577 h 4882701"/>
                <a:gd name="connsiteX23574" fmla="*/ 1456082 w 4954903"/>
                <a:gd name="connsiteY23574" fmla="*/ 235500 h 4882701"/>
                <a:gd name="connsiteX23575" fmla="*/ 1456082 w 4954903"/>
                <a:gd name="connsiteY23575" fmla="*/ 235247 h 4882701"/>
                <a:gd name="connsiteX23576" fmla="*/ 1455829 w 4954903"/>
                <a:gd name="connsiteY23576" fmla="*/ 235247 h 4882701"/>
                <a:gd name="connsiteX23577" fmla="*/ 1432532 w 4954903"/>
                <a:gd name="connsiteY23577" fmla="*/ 247402 h 4882701"/>
                <a:gd name="connsiteX23578" fmla="*/ 1432532 w 4954903"/>
                <a:gd name="connsiteY23578" fmla="*/ 247402 h 4882701"/>
                <a:gd name="connsiteX23579" fmla="*/ 1421390 w 4954903"/>
                <a:gd name="connsiteY23579" fmla="*/ 248668 h 4882701"/>
                <a:gd name="connsiteX23580" fmla="*/ 1421390 w 4954903"/>
                <a:gd name="connsiteY23580" fmla="*/ 248668 h 4882701"/>
                <a:gd name="connsiteX23581" fmla="*/ 1434558 w 4954903"/>
                <a:gd name="connsiteY23581" fmla="*/ 243097 h 4882701"/>
                <a:gd name="connsiteX23582" fmla="*/ 1445193 w 4954903"/>
                <a:gd name="connsiteY23582" fmla="*/ 237019 h 4882701"/>
                <a:gd name="connsiteX23583" fmla="*/ 1445193 w 4954903"/>
                <a:gd name="connsiteY23583" fmla="*/ 236766 h 4882701"/>
                <a:gd name="connsiteX23584" fmla="*/ 1444940 w 4954903"/>
                <a:gd name="connsiteY23584" fmla="*/ 236766 h 4882701"/>
                <a:gd name="connsiteX23585" fmla="*/ 1421390 w 4954903"/>
                <a:gd name="connsiteY23585" fmla="*/ 248668 h 4882701"/>
                <a:gd name="connsiteX23586" fmla="*/ 1411261 w 4954903"/>
                <a:gd name="connsiteY23586" fmla="*/ 250187 h 4882701"/>
                <a:gd name="connsiteX23587" fmla="*/ 1424176 w 4954903"/>
                <a:gd name="connsiteY23587" fmla="*/ 244363 h 4882701"/>
                <a:gd name="connsiteX23588" fmla="*/ 1435064 w 4954903"/>
                <a:gd name="connsiteY23588" fmla="*/ 238032 h 4882701"/>
                <a:gd name="connsiteX23589" fmla="*/ 1434811 w 4954903"/>
                <a:gd name="connsiteY23589" fmla="*/ 238032 h 4882701"/>
                <a:gd name="connsiteX23590" fmla="*/ 1411261 w 4954903"/>
                <a:gd name="connsiteY23590" fmla="*/ 250187 h 4882701"/>
                <a:gd name="connsiteX23591" fmla="*/ 1401892 w 4954903"/>
                <a:gd name="connsiteY23591" fmla="*/ 251453 h 4882701"/>
                <a:gd name="connsiteX23592" fmla="*/ 1414806 w 4954903"/>
                <a:gd name="connsiteY23592" fmla="*/ 245629 h 4882701"/>
                <a:gd name="connsiteX23593" fmla="*/ 1425948 w 4954903"/>
                <a:gd name="connsiteY23593" fmla="*/ 239298 h 4882701"/>
                <a:gd name="connsiteX23594" fmla="*/ 1425695 w 4954903"/>
                <a:gd name="connsiteY23594" fmla="*/ 239298 h 4882701"/>
                <a:gd name="connsiteX23595" fmla="*/ 1401892 w 4954903"/>
                <a:gd name="connsiteY23595" fmla="*/ 251453 h 4882701"/>
                <a:gd name="connsiteX23596" fmla="*/ 1393282 w 4954903"/>
                <a:gd name="connsiteY23596" fmla="*/ 252719 h 4882701"/>
                <a:gd name="connsiteX23597" fmla="*/ 1405943 w 4954903"/>
                <a:gd name="connsiteY23597" fmla="*/ 246895 h 4882701"/>
                <a:gd name="connsiteX23598" fmla="*/ 1417339 w 4954903"/>
                <a:gd name="connsiteY23598" fmla="*/ 240565 h 4882701"/>
                <a:gd name="connsiteX23599" fmla="*/ 1417339 w 4954903"/>
                <a:gd name="connsiteY23599" fmla="*/ 240565 h 4882701"/>
                <a:gd name="connsiteX23600" fmla="*/ 1393282 w 4954903"/>
                <a:gd name="connsiteY23600" fmla="*/ 252719 h 4882701"/>
                <a:gd name="connsiteX23601" fmla="*/ 1398347 w 4954903"/>
                <a:gd name="connsiteY23601" fmla="*/ 248415 h 4882701"/>
                <a:gd name="connsiteX23602" fmla="*/ 1409995 w 4954903"/>
                <a:gd name="connsiteY23602" fmla="*/ 242084 h 4882701"/>
                <a:gd name="connsiteX23603" fmla="*/ 1385939 w 4954903"/>
                <a:gd name="connsiteY23603" fmla="*/ 254239 h 4882701"/>
                <a:gd name="connsiteX23604" fmla="*/ 1398347 w 4954903"/>
                <a:gd name="connsiteY23604" fmla="*/ 248415 h 4882701"/>
                <a:gd name="connsiteX23605" fmla="*/ 1391256 w 4954903"/>
                <a:gd name="connsiteY23605" fmla="*/ 249934 h 4882701"/>
                <a:gd name="connsiteX23606" fmla="*/ 1403158 w 4954903"/>
                <a:gd name="connsiteY23606" fmla="*/ 243603 h 4882701"/>
                <a:gd name="connsiteX23607" fmla="*/ 1378848 w 4954903"/>
                <a:gd name="connsiteY23607" fmla="*/ 255758 h 4882701"/>
                <a:gd name="connsiteX23608" fmla="*/ 1391256 w 4954903"/>
                <a:gd name="connsiteY23608" fmla="*/ 249934 h 4882701"/>
                <a:gd name="connsiteX23609" fmla="*/ 1384926 w 4954903"/>
                <a:gd name="connsiteY23609" fmla="*/ 251200 h 4882701"/>
                <a:gd name="connsiteX23610" fmla="*/ 1397080 w 4954903"/>
                <a:gd name="connsiteY23610" fmla="*/ 244869 h 4882701"/>
                <a:gd name="connsiteX23611" fmla="*/ 1372771 w 4954903"/>
                <a:gd name="connsiteY23611" fmla="*/ 257024 h 4882701"/>
                <a:gd name="connsiteX23612" fmla="*/ 1384926 w 4954903"/>
                <a:gd name="connsiteY23612" fmla="*/ 251200 h 4882701"/>
                <a:gd name="connsiteX23613" fmla="*/ 1379608 w 4954903"/>
                <a:gd name="connsiteY23613" fmla="*/ 252719 h 4882701"/>
                <a:gd name="connsiteX23614" fmla="*/ 1392016 w 4954903"/>
                <a:gd name="connsiteY23614" fmla="*/ 246389 h 4882701"/>
                <a:gd name="connsiteX23615" fmla="*/ 1367453 w 4954903"/>
                <a:gd name="connsiteY23615" fmla="*/ 258544 h 4882701"/>
                <a:gd name="connsiteX23616" fmla="*/ 1379608 w 4954903"/>
                <a:gd name="connsiteY23616" fmla="*/ 252719 h 4882701"/>
                <a:gd name="connsiteX23617" fmla="*/ 1375050 w 4954903"/>
                <a:gd name="connsiteY23617" fmla="*/ 254239 h 4882701"/>
                <a:gd name="connsiteX23618" fmla="*/ 1387711 w 4954903"/>
                <a:gd name="connsiteY23618" fmla="*/ 247908 h 4882701"/>
                <a:gd name="connsiteX23619" fmla="*/ 1363148 w 4954903"/>
                <a:gd name="connsiteY23619" fmla="*/ 260316 h 4882701"/>
                <a:gd name="connsiteX23620" fmla="*/ 1375050 w 4954903"/>
                <a:gd name="connsiteY23620" fmla="*/ 254239 h 4882701"/>
                <a:gd name="connsiteX23621" fmla="*/ 2585469 w 4954903"/>
                <a:gd name="connsiteY23621" fmla="*/ 195744 h 4882701"/>
                <a:gd name="connsiteX23622" fmla="*/ 2580658 w 4954903"/>
                <a:gd name="connsiteY23622" fmla="*/ 204353 h 4882701"/>
                <a:gd name="connsiteX23623" fmla="*/ 2593066 w 4954903"/>
                <a:gd name="connsiteY23623" fmla="*/ 202074 h 4882701"/>
                <a:gd name="connsiteX23624" fmla="*/ 2585469 w 4954903"/>
                <a:gd name="connsiteY23624" fmla="*/ 195744 h 4882701"/>
                <a:gd name="connsiteX23625" fmla="*/ 2501399 w 4954903"/>
                <a:gd name="connsiteY23625" fmla="*/ 200048 h 4882701"/>
                <a:gd name="connsiteX23626" fmla="*/ 2494815 w 4954903"/>
                <a:gd name="connsiteY23626" fmla="*/ 193971 h 4882701"/>
                <a:gd name="connsiteX23627" fmla="*/ 2488231 w 4954903"/>
                <a:gd name="connsiteY23627" fmla="*/ 202581 h 4882701"/>
                <a:gd name="connsiteX23628" fmla="*/ 2501399 w 4954903"/>
                <a:gd name="connsiteY23628" fmla="*/ 200048 h 4882701"/>
                <a:gd name="connsiteX23629" fmla="*/ 2425937 w 4954903"/>
                <a:gd name="connsiteY23629" fmla="*/ 200808 h 4882701"/>
                <a:gd name="connsiteX23630" fmla="*/ 2439865 w 4954903"/>
                <a:gd name="connsiteY23630" fmla="*/ 199036 h 4882701"/>
                <a:gd name="connsiteX23631" fmla="*/ 2434041 w 4954903"/>
                <a:gd name="connsiteY23631" fmla="*/ 192958 h 4882701"/>
                <a:gd name="connsiteX23632" fmla="*/ 2425937 w 4954903"/>
                <a:gd name="connsiteY23632" fmla="*/ 200808 h 4882701"/>
                <a:gd name="connsiteX23633" fmla="*/ 1782997 w 4954903"/>
                <a:gd name="connsiteY23633" fmla="*/ 197516 h 4882701"/>
                <a:gd name="connsiteX23634" fmla="*/ 1783250 w 4954903"/>
                <a:gd name="connsiteY23634" fmla="*/ 194731 h 4882701"/>
                <a:gd name="connsiteX23635" fmla="*/ 1764764 w 4954903"/>
                <a:gd name="connsiteY23635" fmla="*/ 204860 h 4882701"/>
                <a:gd name="connsiteX23636" fmla="*/ 1778692 w 4954903"/>
                <a:gd name="connsiteY23636" fmla="*/ 200555 h 4882701"/>
                <a:gd name="connsiteX23637" fmla="*/ 1782997 w 4954903"/>
                <a:gd name="connsiteY23637" fmla="*/ 197516 h 4882701"/>
                <a:gd name="connsiteX23638" fmla="*/ 1757168 w 4954903"/>
                <a:gd name="connsiteY23638" fmla="*/ 201315 h 4882701"/>
                <a:gd name="connsiteX23639" fmla="*/ 1762232 w 4954903"/>
                <a:gd name="connsiteY23639" fmla="*/ 197769 h 4882701"/>
                <a:gd name="connsiteX23640" fmla="*/ 1761979 w 4954903"/>
                <a:gd name="connsiteY23640" fmla="*/ 195490 h 4882701"/>
                <a:gd name="connsiteX23641" fmla="*/ 1743240 w 4954903"/>
                <a:gd name="connsiteY23641" fmla="*/ 205619 h 4882701"/>
                <a:gd name="connsiteX23642" fmla="*/ 1757168 w 4954903"/>
                <a:gd name="connsiteY23642" fmla="*/ 201315 h 4882701"/>
                <a:gd name="connsiteX23643" fmla="*/ 1741214 w 4954903"/>
                <a:gd name="connsiteY23643" fmla="*/ 198276 h 4882701"/>
                <a:gd name="connsiteX23644" fmla="*/ 1741214 w 4954903"/>
                <a:gd name="connsiteY23644" fmla="*/ 195997 h 4882701"/>
                <a:gd name="connsiteX23645" fmla="*/ 1721969 w 4954903"/>
                <a:gd name="connsiteY23645" fmla="*/ 206126 h 4882701"/>
                <a:gd name="connsiteX23646" fmla="*/ 1735897 w 4954903"/>
                <a:gd name="connsiteY23646" fmla="*/ 201821 h 4882701"/>
                <a:gd name="connsiteX23647" fmla="*/ 1741214 w 4954903"/>
                <a:gd name="connsiteY23647" fmla="*/ 198276 h 4882701"/>
                <a:gd name="connsiteX23648" fmla="*/ 1721463 w 4954903"/>
                <a:gd name="connsiteY23648" fmla="*/ 198529 h 4882701"/>
                <a:gd name="connsiteX23649" fmla="*/ 1721463 w 4954903"/>
                <a:gd name="connsiteY23649" fmla="*/ 196756 h 4882701"/>
                <a:gd name="connsiteX23650" fmla="*/ 1701711 w 4954903"/>
                <a:gd name="connsiteY23650" fmla="*/ 207392 h 4882701"/>
                <a:gd name="connsiteX23651" fmla="*/ 1715639 w 4954903"/>
                <a:gd name="connsiteY23651" fmla="*/ 202581 h 4882701"/>
                <a:gd name="connsiteX23652" fmla="*/ 1721463 w 4954903"/>
                <a:gd name="connsiteY23652" fmla="*/ 198529 h 4882701"/>
                <a:gd name="connsiteX23653" fmla="*/ 1695887 w 4954903"/>
                <a:gd name="connsiteY23653" fmla="*/ 203340 h 4882701"/>
                <a:gd name="connsiteX23654" fmla="*/ 1701964 w 4954903"/>
                <a:gd name="connsiteY23654" fmla="*/ 199289 h 4882701"/>
                <a:gd name="connsiteX23655" fmla="*/ 1701964 w 4954903"/>
                <a:gd name="connsiteY23655" fmla="*/ 197516 h 4882701"/>
                <a:gd name="connsiteX23656" fmla="*/ 1681960 w 4954903"/>
                <a:gd name="connsiteY23656" fmla="*/ 208152 h 4882701"/>
                <a:gd name="connsiteX23657" fmla="*/ 1695887 w 4954903"/>
                <a:gd name="connsiteY23657" fmla="*/ 203340 h 4882701"/>
                <a:gd name="connsiteX23658" fmla="*/ 1676642 w 4954903"/>
                <a:gd name="connsiteY23658" fmla="*/ 204100 h 4882701"/>
                <a:gd name="connsiteX23659" fmla="*/ 1683226 w 4954903"/>
                <a:gd name="connsiteY23659" fmla="*/ 199542 h 4882701"/>
                <a:gd name="connsiteX23660" fmla="*/ 1682972 w 4954903"/>
                <a:gd name="connsiteY23660" fmla="*/ 198023 h 4882701"/>
                <a:gd name="connsiteX23661" fmla="*/ 1662714 w 4954903"/>
                <a:gd name="connsiteY23661" fmla="*/ 208658 h 4882701"/>
                <a:gd name="connsiteX23662" fmla="*/ 1676642 w 4954903"/>
                <a:gd name="connsiteY23662" fmla="*/ 204100 h 4882701"/>
                <a:gd name="connsiteX23663" fmla="*/ 1644229 w 4954903"/>
                <a:gd name="connsiteY23663" fmla="*/ 209418 h 4882701"/>
                <a:gd name="connsiteX23664" fmla="*/ 1658156 w 4954903"/>
                <a:gd name="connsiteY23664" fmla="*/ 204860 h 4882701"/>
                <a:gd name="connsiteX23665" fmla="*/ 1664993 w 4954903"/>
                <a:gd name="connsiteY23665" fmla="*/ 200302 h 4882701"/>
                <a:gd name="connsiteX23666" fmla="*/ 1664993 w 4954903"/>
                <a:gd name="connsiteY23666" fmla="*/ 198782 h 4882701"/>
                <a:gd name="connsiteX23667" fmla="*/ 1644229 w 4954903"/>
                <a:gd name="connsiteY23667" fmla="*/ 209418 h 4882701"/>
                <a:gd name="connsiteX23668" fmla="*/ 1626250 w 4954903"/>
                <a:gd name="connsiteY23668" fmla="*/ 210684 h 4882701"/>
                <a:gd name="connsiteX23669" fmla="*/ 1640177 w 4954903"/>
                <a:gd name="connsiteY23669" fmla="*/ 205873 h 4882701"/>
                <a:gd name="connsiteX23670" fmla="*/ 1647521 w 4954903"/>
                <a:gd name="connsiteY23670" fmla="*/ 201061 h 4882701"/>
                <a:gd name="connsiteX23671" fmla="*/ 1647268 w 4954903"/>
                <a:gd name="connsiteY23671" fmla="*/ 200048 h 4882701"/>
                <a:gd name="connsiteX23672" fmla="*/ 1626250 w 4954903"/>
                <a:gd name="connsiteY23672" fmla="*/ 210684 h 4882701"/>
                <a:gd name="connsiteX23673" fmla="*/ 1608777 w 4954903"/>
                <a:gd name="connsiteY23673" fmla="*/ 211444 h 4882701"/>
                <a:gd name="connsiteX23674" fmla="*/ 1622705 w 4954903"/>
                <a:gd name="connsiteY23674" fmla="*/ 206632 h 4882701"/>
                <a:gd name="connsiteX23675" fmla="*/ 1630301 w 4954903"/>
                <a:gd name="connsiteY23675" fmla="*/ 201821 h 4882701"/>
                <a:gd name="connsiteX23676" fmla="*/ 1630301 w 4954903"/>
                <a:gd name="connsiteY23676" fmla="*/ 200808 h 4882701"/>
                <a:gd name="connsiteX23677" fmla="*/ 1608777 w 4954903"/>
                <a:gd name="connsiteY23677" fmla="*/ 211444 h 4882701"/>
                <a:gd name="connsiteX23678" fmla="*/ 1592318 w 4954903"/>
                <a:gd name="connsiteY23678" fmla="*/ 212457 h 4882701"/>
                <a:gd name="connsiteX23679" fmla="*/ 1605992 w 4954903"/>
                <a:gd name="connsiteY23679" fmla="*/ 207645 h 4882701"/>
                <a:gd name="connsiteX23680" fmla="*/ 1614095 w 4954903"/>
                <a:gd name="connsiteY23680" fmla="*/ 202581 h 4882701"/>
                <a:gd name="connsiteX23681" fmla="*/ 1613842 w 4954903"/>
                <a:gd name="connsiteY23681" fmla="*/ 201821 h 4882701"/>
                <a:gd name="connsiteX23682" fmla="*/ 1592318 w 4954903"/>
                <a:gd name="connsiteY23682" fmla="*/ 212457 h 4882701"/>
                <a:gd name="connsiteX23683" fmla="*/ 1576364 w 4954903"/>
                <a:gd name="connsiteY23683" fmla="*/ 213469 h 4882701"/>
                <a:gd name="connsiteX23684" fmla="*/ 1590039 w 4954903"/>
                <a:gd name="connsiteY23684" fmla="*/ 208405 h 4882701"/>
                <a:gd name="connsiteX23685" fmla="*/ 1598395 w 4954903"/>
                <a:gd name="connsiteY23685" fmla="*/ 203340 h 4882701"/>
                <a:gd name="connsiteX23686" fmla="*/ 1598142 w 4954903"/>
                <a:gd name="connsiteY23686" fmla="*/ 202581 h 4882701"/>
                <a:gd name="connsiteX23687" fmla="*/ 1576364 w 4954903"/>
                <a:gd name="connsiteY23687" fmla="*/ 213469 h 4882701"/>
                <a:gd name="connsiteX23688" fmla="*/ 1560918 w 4954903"/>
                <a:gd name="connsiteY23688" fmla="*/ 214482 h 4882701"/>
                <a:gd name="connsiteX23689" fmla="*/ 1574592 w 4954903"/>
                <a:gd name="connsiteY23689" fmla="*/ 209418 h 4882701"/>
                <a:gd name="connsiteX23690" fmla="*/ 1583201 w 4954903"/>
                <a:gd name="connsiteY23690" fmla="*/ 204353 h 4882701"/>
                <a:gd name="connsiteX23691" fmla="*/ 1583201 w 4954903"/>
                <a:gd name="connsiteY23691" fmla="*/ 203594 h 4882701"/>
                <a:gd name="connsiteX23692" fmla="*/ 1560918 w 4954903"/>
                <a:gd name="connsiteY23692" fmla="*/ 214482 h 4882701"/>
                <a:gd name="connsiteX23693" fmla="*/ 1546231 w 4954903"/>
                <a:gd name="connsiteY23693" fmla="*/ 215748 h 4882701"/>
                <a:gd name="connsiteX23694" fmla="*/ 1559905 w 4954903"/>
                <a:gd name="connsiteY23694" fmla="*/ 210431 h 4882701"/>
                <a:gd name="connsiteX23695" fmla="*/ 1569274 w 4954903"/>
                <a:gd name="connsiteY23695" fmla="*/ 204606 h 4882701"/>
                <a:gd name="connsiteX23696" fmla="*/ 1568768 w 4954903"/>
                <a:gd name="connsiteY23696" fmla="*/ 204606 h 4882701"/>
                <a:gd name="connsiteX23697" fmla="*/ 1546231 w 4954903"/>
                <a:gd name="connsiteY23697" fmla="*/ 215748 h 4882701"/>
                <a:gd name="connsiteX23698" fmla="*/ 1532303 w 4954903"/>
                <a:gd name="connsiteY23698" fmla="*/ 216761 h 4882701"/>
                <a:gd name="connsiteX23699" fmla="*/ 1545724 w 4954903"/>
                <a:gd name="connsiteY23699" fmla="*/ 211444 h 4882701"/>
                <a:gd name="connsiteX23700" fmla="*/ 1555347 w 4954903"/>
                <a:gd name="connsiteY23700" fmla="*/ 205619 h 4882701"/>
                <a:gd name="connsiteX23701" fmla="*/ 1554840 w 4954903"/>
                <a:gd name="connsiteY23701" fmla="*/ 205619 h 4882701"/>
                <a:gd name="connsiteX23702" fmla="*/ 1532303 w 4954903"/>
                <a:gd name="connsiteY23702" fmla="*/ 216761 h 4882701"/>
                <a:gd name="connsiteX23703" fmla="*/ 1518882 w 4954903"/>
                <a:gd name="connsiteY23703" fmla="*/ 218027 h 4882701"/>
                <a:gd name="connsiteX23704" fmla="*/ 1532303 w 4954903"/>
                <a:gd name="connsiteY23704" fmla="*/ 212710 h 4882701"/>
                <a:gd name="connsiteX23705" fmla="*/ 1542179 w 4954903"/>
                <a:gd name="connsiteY23705" fmla="*/ 206886 h 4882701"/>
                <a:gd name="connsiteX23706" fmla="*/ 1541926 w 4954903"/>
                <a:gd name="connsiteY23706" fmla="*/ 206886 h 4882701"/>
                <a:gd name="connsiteX23707" fmla="*/ 1518882 w 4954903"/>
                <a:gd name="connsiteY23707" fmla="*/ 218027 h 4882701"/>
                <a:gd name="connsiteX23708" fmla="*/ 1529518 w 4954903"/>
                <a:gd name="connsiteY23708" fmla="*/ 207645 h 4882701"/>
                <a:gd name="connsiteX23709" fmla="*/ 1506221 w 4954903"/>
                <a:gd name="connsiteY23709" fmla="*/ 219040 h 4882701"/>
                <a:gd name="connsiteX23710" fmla="*/ 1519642 w 4954903"/>
                <a:gd name="connsiteY23710" fmla="*/ 213723 h 4882701"/>
                <a:gd name="connsiteX23711" fmla="*/ 1529771 w 4954903"/>
                <a:gd name="connsiteY23711" fmla="*/ 207898 h 4882701"/>
                <a:gd name="connsiteX23712" fmla="*/ 1529518 w 4954903"/>
                <a:gd name="connsiteY23712" fmla="*/ 207645 h 4882701"/>
                <a:gd name="connsiteX23713" fmla="*/ 1529518 w 4954903"/>
                <a:gd name="connsiteY23713" fmla="*/ 207645 h 4882701"/>
                <a:gd name="connsiteX23714" fmla="*/ 1494572 w 4954903"/>
                <a:gd name="connsiteY23714" fmla="*/ 220306 h 4882701"/>
                <a:gd name="connsiteX23715" fmla="*/ 1507740 w 4954903"/>
                <a:gd name="connsiteY23715" fmla="*/ 214989 h 4882701"/>
                <a:gd name="connsiteX23716" fmla="*/ 1518122 w 4954903"/>
                <a:gd name="connsiteY23716" fmla="*/ 209165 h 4882701"/>
                <a:gd name="connsiteX23717" fmla="*/ 1518122 w 4954903"/>
                <a:gd name="connsiteY23717" fmla="*/ 208911 h 4882701"/>
                <a:gd name="connsiteX23718" fmla="*/ 1517869 w 4954903"/>
                <a:gd name="connsiteY23718" fmla="*/ 208911 h 4882701"/>
                <a:gd name="connsiteX23719" fmla="*/ 1494572 w 4954903"/>
                <a:gd name="connsiteY23719" fmla="*/ 220306 h 4882701"/>
                <a:gd name="connsiteX23720" fmla="*/ 1494572 w 4954903"/>
                <a:gd name="connsiteY23720" fmla="*/ 220306 h 4882701"/>
                <a:gd name="connsiteX23721" fmla="*/ 1506980 w 4954903"/>
                <a:gd name="connsiteY23721" fmla="*/ 209924 h 4882701"/>
                <a:gd name="connsiteX23722" fmla="*/ 1483177 w 4954903"/>
                <a:gd name="connsiteY23722" fmla="*/ 221066 h 4882701"/>
                <a:gd name="connsiteX23723" fmla="*/ 1483177 w 4954903"/>
                <a:gd name="connsiteY23723" fmla="*/ 221319 h 4882701"/>
                <a:gd name="connsiteX23724" fmla="*/ 1496345 w 4954903"/>
                <a:gd name="connsiteY23724" fmla="*/ 216002 h 4882701"/>
                <a:gd name="connsiteX23725" fmla="*/ 1496345 w 4954903"/>
                <a:gd name="connsiteY23725" fmla="*/ 216002 h 4882701"/>
                <a:gd name="connsiteX23726" fmla="*/ 1506980 w 4954903"/>
                <a:gd name="connsiteY23726" fmla="*/ 209924 h 4882701"/>
                <a:gd name="connsiteX23727" fmla="*/ 1506980 w 4954903"/>
                <a:gd name="connsiteY23727" fmla="*/ 209924 h 4882701"/>
                <a:gd name="connsiteX23728" fmla="*/ 1506980 w 4954903"/>
                <a:gd name="connsiteY23728" fmla="*/ 209924 h 4882701"/>
                <a:gd name="connsiteX23729" fmla="*/ 1472795 w 4954903"/>
                <a:gd name="connsiteY23729" fmla="*/ 222586 h 4882701"/>
                <a:gd name="connsiteX23730" fmla="*/ 1485963 w 4954903"/>
                <a:gd name="connsiteY23730" fmla="*/ 217015 h 4882701"/>
                <a:gd name="connsiteX23731" fmla="*/ 1496851 w 4954903"/>
                <a:gd name="connsiteY23731" fmla="*/ 210937 h 4882701"/>
                <a:gd name="connsiteX23732" fmla="*/ 1496598 w 4954903"/>
                <a:gd name="connsiteY23732" fmla="*/ 210937 h 4882701"/>
                <a:gd name="connsiteX23733" fmla="*/ 1472795 w 4954903"/>
                <a:gd name="connsiteY23733" fmla="*/ 222586 h 4882701"/>
                <a:gd name="connsiteX23734" fmla="*/ 1463172 w 4954903"/>
                <a:gd name="connsiteY23734" fmla="*/ 223852 h 4882701"/>
                <a:gd name="connsiteX23735" fmla="*/ 1476087 w 4954903"/>
                <a:gd name="connsiteY23735" fmla="*/ 218281 h 4882701"/>
                <a:gd name="connsiteX23736" fmla="*/ 1487229 w 4954903"/>
                <a:gd name="connsiteY23736" fmla="*/ 212203 h 4882701"/>
                <a:gd name="connsiteX23737" fmla="*/ 1486976 w 4954903"/>
                <a:gd name="connsiteY23737" fmla="*/ 212203 h 4882701"/>
                <a:gd name="connsiteX23738" fmla="*/ 1463172 w 4954903"/>
                <a:gd name="connsiteY23738" fmla="*/ 223852 h 4882701"/>
                <a:gd name="connsiteX23739" fmla="*/ 1454310 w 4954903"/>
                <a:gd name="connsiteY23739" fmla="*/ 225118 h 4882701"/>
                <a:gd name="connsiteX23740" fmla="*/ 1467224 w 4954903"/>
                <a:gd name="connsiteY23740" fmla="*/ 219547 h 4882701"/>
                <a:gd name="connsiteX23741" fmla="*/ 1478619 w 4954903"/>
                <a:gd name="connsiteY23741" fmla="*/ 213469 h 4882701"/>
                <a:gd name="connsiteX23742" fmla="*/ 1478366 w 4954903"/>
                <a:gd name="connsiteY23742" fmla="*/ 213469 h 4882701"/>
                <a:gd name="connsiteX23743" fmla="*/ 1454310 w 4954903"/>
                <a:gd name="connsiteY23743" fmla="*/ 225118 h 4882701"/>
                <a:gd name="connsiteX23744" fmla="*/ 1458868 w 4954903"/>
                <a:gd name="connsiteY23744" fmla="*/ 221066 h 4882701"/>
                <a:gd name="connsiteX23745" fmla="*/ 1470516 w 4954903"/>
                <a:gd name="connsiteY23745" fmla="*/ 215242 h 4882701"/>
                <a:gd name="connsiteX23746" fmla="*/ 1470516 w 4954903"/>
                <a:gd name="connsiteY23746" fmla="*/ 214989 h 4882701"/>
                <a:gd name="connsiteX23747" fmla="*/ 1446206 w 4954903"/>
                <a:gd name="connsiteY23747" fmla="*/ 226384 h 4882701"/>
                <a:gd name="connsiteX23748" fmla="*/ 1458868 w 4954903"/>
                <a:gd name="connsiteY23748" fmla="*/ 221066 h 4882701"/>
                <a:gd name="connsiteX23749" fmla="*/ 1451524 w 4954903"/>
                <a:gd name="connsiteY23749" fmla="*/ 222332 h 4882701"/>
                <a:gd name="connsiteX23750" fmla="*/ 1463426 w 4954903"/>
                <a:gd name="connsiteY23750" fmla="*/ 216255 h 4882701"/>
                <a:gd name="connsiteX23751" fmla="*/ 1438863 w 4954903"/>
                <a:gd name="connsiteY23751" fmla="*/ 227903 h 4882701"/>
                <a:gd name="connsiteX23752" fmla="*/ 1451524 w 4954903"/>
                <a:gd name="connsiteY23752" fmla="*/ 222332 h 4882701"/>
                <a:gd name="connsiteX23753" fmla="*/ 1444687 w 4954903"/>
                <a:gd name="connsiteY23753" fmla="*/ 223598 h 4882701"/>
                <a:gd name="connsiteX23754" fmla="*/ 1456842 w 4954903"/>
                <a:gd name="connsiteY23754" fmla="*/ 217521 h 4882701"/>
                <a:gd name="connsiteX23755" fmla="*/ 1432279 w 4954903"/>
                <a:gd name="connsiteY23755" fmla="*/ 229169 h 4882701"/>
                <a:gd name="connsiteX23756" fmla="*/ 1444687 w 4954903"/>
                <a:gd name="connsiteY23756" fmla="*/ 223598 h 4882701"/>
                <a:gd name="connsiteX23757" fmla="*/ 1438610 w 4954903"/>
                <a:gd name="connsiteY23757" fmla="*/ 225118 h 4882701"/>
                <a:gd name="connsiteX23758" fmla="*/ 1451018 w 4954903"/>
                <a:gd name="connsiteY23758" fmla="*/ 219040 h 4882701"/>
                <a:gd name="connsiteX23759" fmla="*/ 1426201 w 4954903"/>
                <a:gd name="connsiteY23759" fmla="*/ 230689 h 4882701"/>
                <a:gd name="connsiteX23760" fmla="*/ 1438610 w 4954903"/>
                <a:gd name="connsiteY23760" fmla="*/ 225118 h 4882701"/>
                <a:gd name="connsiteX23761" fmla="*/ 1433545 w 4954903"/>
                <a:gd name="connsiteY23761" fmla="*/ 226384 h 4882701"/>
                <a:gd name="connsiteX23762" fmla="*/ 1446206 w 4954903"/>
                <a:gd name="connsiteY23762" fmla="*/ 220306 h 4882701"/>
                <a:gd name="connsiteX23763" fmla="*/ 1421390 w 4954903"/>
                <a:gd name="connsiteY23763" fmla="*/ 231955 h 4882701"/>
                <a:gd name="connsiteX23764" fmla="*/ 1433545 w 4954903"/>
                <a:gd name="connsiteY23764" fmla="*/ 226384 h 4882701"/>
                <a:gd name="connsiteX23765" fmla="*/ 1442155 w 4954903"/>
                <a:gd name="connsiteY23765" fmla="*/ 221826 h 4882701"/>
                <a:gd name="connsiteX23766" fmla="*/ 1417085 w 4954903"/>
                <a:gd name="connsiteY23766" fmla="*/ 233474 h 4882701"/>
                <a:gd name="connsiteX23767" fmla="*/ 1429240 w 4954903"/>
                <a:gd name="connsiteY23767" fmla="*/ 227903 h 4882701"/>
                <a:gd name="connsiteX23768" fmla="*/ 1442155 w 4954903"/>
                <a:gd name="connsiteY23768" fmla="*/ 221826 h 4882701"/>
                <a:gd name="connsiteX23769" fmla="*/ 3564947 w 4954903"/>
                <a:gd name="connsiteY23769" fmla="*/ 247402 h 4882701"/>
                <a:gd name="connsiteX23770" fmla="*/ 3564947 w 4954903"/>
                <a:gd name="connsiteY23770" fmla="*/ 247402 h 4882701"/>
                <a:gd name="connsiteX23771" fmla="*/ 3544183 w 4954903"/>
                <a:gd name="connsiteY23771" fmla="*/ 237273 h 4882701"/>
                <a:gd name="connsiteX23772" fmla="*/ 3543929 w 4954903"/>
                <a:gd name="connsiteY23772" fmla="*/ 237019 h 4882701"/>
                <a:gd name="connsiteX23773" fmla="*/ 3568745 w 4954903"/>
                <a:gd name="connsiteY23773" fmla="*/ 249174 h 4882701"/>
                <a:gd name="connsiteX23774" fmla="*/ 3564947 w 4954903"/>
                <a:gd name="connsiteY23774" fmla="*/ 247402 h 4882701"/>
                <a:gd name="connsiteX23775" fmla="*/ 3543929 w 4954903"/>
                <a:gd name="connsiteY23775" fmla="*/ 237273 h 4882701"/>
                <a:gd name="connsiteX23776" fmla="*/ 3543929 w 4954903"/>
                <a:gd name="connsiteY23776" fmla="*/ 237273 h 4882701"/>
                <a:gd name="connsiteX23777" fmla="*/ 3543929 w 4954903"/>
                <a:gd name="connsiteY23777" fmla="*/ 237273 h 4882701"/>
                <a:gd name="connsiteX23778" fmla="*/ 3543929 w 4954903"/>
                <a:gd name="connsiteY23778" fmla="*/ 237273 h 4882701"/>
                <a:gd name="connsiteX23779" fmla="*/ 3554818 w 4954903"/>
                <a:gd name="connsiteY23779" fmla="*/ 242590 h 4882701"/>
                <a:gd name="connsiteX23780" fmla="*/ 3540131 w 4954903"/>
                <a:gd name="connsiteY23780" fmla="*/ 235500 h 4882701"/>
                <a:gd name="connsiteX23781" fmla="*/ 3564947 w 4954903"/>
                <a:gd name="connsiteY23781" fmla="*/ 247655 h 4882701"/>
                <a:gd name="connsiteX23782" fmla="*/ 3554818 w 4954903"/>
                <a:gd name="connsiteY23782" fmla="*/ 242590 h 4882701"/>
                <a:gd name="connsiteX23783" fmla="*/ 1841745 w 4954903"/>
                <a:gd name="connsiteY23783" fmla="*/ 170674 h 4882701"/>
                <a:gd name="connsiteX23784" fmla="*/ 1823513 w 4954903"/>
                <a:gd name="connsiteY23784" fmla="*/ 180297 h 4882701"/>
                <a:gd name="connsiteX23785" fmla="*/ 1837187 w 4954903"/>
                <a:gd name="connsiteY23785" fmla="*/ 176245 h 4882701"/>
                <a:gd name="connsiteX23786" fmla="*/ 1841998 w 4954903"/>
                <a:gd name="connsiteY23786" fmla="*/ 172700 h 4882701"/>
                <a:gd name="connsiteX23787" fmla="*/ 1841745 w 4954903"/>
                <a:gd name="connsiteY23787" fmla="*/ 170674 h 4882701"/>
                <a:gd name="connsiteX23788" fmla="*/ 1816169 w 4954903"/>
                <a:gd name="connsiteY23788" fmla="*/ 177005 h 4882701"/>
                <a:gd name="connsiteX23789" fmla="*/ 1821234 w 4954903"/>
                <a:gd name="connsiteY23789" fmla="*/ 173460 h 4882701"/>
                <a:gd name="connsiteX23790" fmla="*/ 1821234 w 4954903"/>
                <a:gd name="connsiteY23790" fmla="*/ 171181 h 4882701"/>
                <a:gd name="connsiteX23791" fmla="*/ 1802495 w 4954903"/>
                <a:gd name="connsiteY23791" fmla="*/ 180803 h 4882701"/>
                <a:gd name="connsiteX23792" fmla="*/ 1816169 w 4954903"/>
                <a:gd name="connsiteY23792" fmla="*/ 177005 h 4882701"/>
                <a:gd name="connsiteX23793" fmla="*/ 1801229 w 4954903"/>
                <a:gd name="connsiteY23793" fmla="*/ 173713 h 4882701"/>
                <a:gd name="connsiteX23794" fmla="*/ 1800976 w 4954903"/>
                <a:gd name="connsiteY23794" fmla="*/ 171940 h 4882701"/>
                <a:gd name="connsiteX23795" fmla="*/ 1781984 w 4954903"/>
                <a:gd name="connsiteY23795" fmla="*/ 181563 h 4882701"/>
                <a:gd name="connsiteX23796" fmla="*/ 1795658 w 4954903"/>
                <a:gd name="connsiteY23796" fmla="*/ 177511 h 4882701"/>
                <a:gd name="connsiteX23797" fmla="*/ 1801229 w 4954903"/>
                <a:gd name="connsiteY23797" fmla="*/ 173713 h 4882701"/>
                <a:gd name="connsiteX23798" fmla="*/ 1775653 w 4954903"/>
                <a:gd name="connsiteY23798" fmla="*/ 178271 h 4882701"/>
                <a:gd name="connsiteX23799" fmla="*/ 1781477 w 4954903"/>
                <a:gd name="connsiteY23799" fmla="*/ 174473 h 4882701"/>
                <a:gd name="connsiteX23800" fmla="*/ 1781477 w 4954903"/>
                <a:gd name="connsiteY23800" fmla="*/ 172700 h 4882701"/>
                <a:gd name="connsiteX23801" fmla="*/ 1761979 w 4954903"/>
                <a:gd name="connsiteY23801" fmla="*/ 182576 h 4882701"/>
                <a:gd name="connsiteX23802" fmla="*/ 1775653 w 4954903"/>
                <a:gd name="connsiteY23802" fmla="*/ 178271 h 4882701"/>
                <a:gd name="connsiteX23803" fmla="*/ 1756408 w 4954903"/>
                <a:gd name="connsiteY23803" fmla="*/ 178777 h 4882701"/>
                <a:gd name="connsiteX23804" fmla="*/ 1762739 w 4954903"/>
                <a:gd name="connsiteY23804" fmla="*/ 174473 h 4882701"/>
                <a:gd name="connsiteX23805" fmla="*/ 1762485 w 4954903"/>
                <a:gd name="connsiteY23805" fmla="*/ 172953 h 4882701"/>
                <a:gd name="connsiteX23806" fmla="*/ 1742734 w 4954903"/>
                <a:gd name="connsiteY23806" fmla="*/ 183082 h 4882701"/>
                <a:gd name="connsiteX23807" fmla="*/ 1756408 w 4954903"/>
                <a:gd name="connsiteY23807" fmla="*/ 178777 h 4882701"/>
                <a:gd name="connsiteX23808" fmla="*/ 1744000 w 4954903"/>
                <a:gd name="connsiteY23808" fmla="*/ 173966 h 4882701"/>
                <a:gd name="connsiteX23809" fmla="*/ 1723742 w 4954903"/>
                <a:gd name="connsiteY23809" fmla="*/ 184095 h 4882701"/>
                <a:gd name="connsiteX23810" fmla="*/ 1737416 w 4954903"/>
                <a:gd name="connsiteY23810" fmla="*/ 179790 h 4882701"/>
                <a:gd name="connsiteX23811" fmla="*/ 1744000 w 4954903"/>
                <a:gd name="connsiteY23811" fmla="*/ 175486 h 4882701"/>
                <a:gd name="connsiteX23812" fmla="*/ 1744000 w 4954903"/>
                <a:gd name="connsiteY23812" fmla="*/ 173966 h 4882701"/>
                <a:gd name="connsiteX23813" fmla="*/ 1726274 w 4954903"/>
                <a:gd name="connsiteY23813" fmla="*/ 174473 h 4882701"/>
                <a:gd name="connsiteX23814" fmla="*/ 1705763 w 4954903"/>
                <a:gd name="connsiteY23814" fmla="*/ 184602 h 4882701"/>
                <a:gd name="connsiteX23815" fmla="*/ 1719437 w 4954903"/>
                <a:gd name="connsiteY23815" fmla="*/ 180297 h 4882701"/>
                <a:gd name="connsiteX23816" fmla="*/ 1726527 w 4954903"/>
                <a:gd name="connsiteY23816" fmla="*/ 175739 h 4882701"/>
                <a:gd name="connsiteX23817" fmla="*/ 1726274 w 4954903"/>
                <a:gd name="connsiteY23817" fmla="*/ 174473 h 4882701"/>
                <a:gd name="connsiteX23818" fmla="*/ 1687784 w 4954903"/>
                <a:gd name="connsiteY23818" fmla="*/ 185615 h 4882701"/>
                <a:gd name="connsiteX23819" fmla="*/ 1701458 w 4954903"/>
                <a:gd name="connsiteY23819" fmla="*/ 181056 h 4882701"/>
                <a:gd name="connsiteX23820" fmla="*/ 1708802 w 4954903"/>
                <a:gd name="connsiteY23820" fmla="*/ 176498 h 4882701"/>
                <a:gd name="connsiteX23821" fmla="*/ 1708548 w 4954903"/>
                <a:gd name="connsiteY23821" fmla="*/ 175486 h 4882701"/>
                <a:gd name="connsiteX23822" fmla="*/ 1687784 w 4954903"/>
                <a:gd name="connsiteY23822" fmla="*/ 185615 h 4882701"/>
                <a:gd name="connsiteX23823" fmla="*/ 1670818 w 4954903"/>
                <a:gd name="connsiteY23823" fmla="*/ 186374 h 4882701"/>
                <a:gd name="connsiteX23824" fmla="*/ 1684492 w 4954903"/>
                <a:gd name="connsiteY23824" fmla="*/ 181816 h 4882701"/>
                <a:gd name="connsiteX23825" fmla="*/ 1692342 w 4954903"/>
                <a:gd name="connsiteY23825" fmla="*/ 177005 h 4882701"/>
                <a:gd name="connsiteX23826" fmla="*/ 1692089 w 4954903"/>
                <a:gd name="connsiteY23826" fmla="*/ 176245 h 4882701"/>
                <a:gd name="connsiteX23827" fmla="*/ 1670818 w 4954903"/>
                <a:gd name="connsiteY23827" fmla="*/ 186374 h 4882701"/>
                <a:gd name="connsiteX23828" fmla="*/ 1654358 w 4954903"/>
                <a:gd name="connsiteY23828" fmla="*/ 187387 h 4882701"/>
                <a:gd name="connsiteX23829" fmla="*/ 1668032 w 4954903"/>
                <a:gd name="connsiteY23829" fmla="*/ 182829 h 4882701"/>
                <a:gd name="connsiteX23830" fmla="*/ 1676642 w 4954903"/>
                <a:gd name="connsiteY23830" fmla="*/ 177258 h 4882701"/>
                <a:gd name="connsiteX23831" fmla="*/ 1676135 w 4954903"/>
                <a:gd name="connsiteY23831" fmla="*/ 177005 h 4882701"/>
                <a:gd name="connsiteX23832" fmla="*/ 1654358 w 4954903"/>
                <a:gd name="connsiteY23832" fmla="*/ 187387 h 4882701"/>
                <a:gd name="connsiteX23833" fmla="*/ 1638405 w 4954903"/>
                <a:gd name="connsiteY23833" fmla="*/ 188400 h 4882701"/>
                <a:gd name="connsiteX23834" fmla="*/ 1652079 w 4954903"/>
                <a:gd name="connsiteY23834" fmla="*/ 183589 h 4882701"/>
                <a:gd name="connsiteX23835" fmla="*/ 1660942 w 4954903"/>
                <a:gd name="connsiteY23835" fmla="*/ 178018 h 4882701"/>
                <a:gd name="connsiteX23836" fmla="*/ 1660435 w 4954903"/>
                <a:gd name="connsiteY23836" fmla="*/ 177765 h 4882701"/>
                <a:gd name="connsiteX23837" fmla="*/ 1638405 w 4954903"/>
                <a:gd name="connsiteY23837" fmla="*/ 188400 h 4882701"/>
                <a:gd name="connsiteX23838" fmla="*/ 1623211 w 4954903"/>
                <a:gd name="connsiteY23838" fmla="*/ 189160 h 4882701"/>
                <a:gd name="connsiteX23839" fmla="*/ 1636885 w 4954903"/>
                <a:gd name="connsiteY23839" fmla="*/ 184348 h 4882701"/>
                <a:gd name="connsiteX23840" fmla="*/ 1646001 w 4954903"/>
                <a:gd name="connsiteY23840" fmla="*/ 178777 h 4882701"/>
                <a:gd name="connsiteX23841" fmla="*/ 1645495 w 4954903"/>
                <a:gd name="connsiteY23841" fmla="*/ 178777 h 4882701"/>
                <a:gd name="connsiteX23842" fmla="*/ 1623211 w 4954903"/>
                <a:gd name="connsiteY23842" fmla="*/ 189160 h 4882701"/>
                <a:gd name="connsiteX23843" fmla="*/ 1608777 w 4954903"/>
                <a:gd name="connsiteY23843" fmla="*/ 190426 h 4882701"/>
                <a:gd name="connsiteX23844" fmla="*/ 1622451 w 4954903"/>
                <a:gd name="connsiteY23844" fmla="*/ 185361 h 4882701"/>
                <a:gd name="connsiteX23845" fmla="*/ 1631821 w 4954903"/>
                <a:gd name="connsiteY23845" fmla="*/ 179790 h 4882701"/>
                <a:gd name="connsiteX23846" fmla="*/ 1631314 w 4954903"/>
                <a:gd name="connsiteY23846" fmla="*/ 179790 h 4882701"/>
                <a:gd name="connsiteX23847" fmla="*/ 1608777 w 4954903"/>
                <a:gd name="connsiteY23847" fmla="*/ 190426 h 4882701"/>
                <a:gd name="connsiteX23848" fmla="*/ 1594850 w 4954903"/>
                <a:gd name="connsiteY23848" fmla="*/ 191186 h 4882701"/>
                <a:gd name="connsiteX23849" fmla="*/ 1608271 w 4954903"/>
                <a:gd name="connsiteY23849" fmla="*/ 186121 h 4882701"/>
                <a:gd name="connsiteX23850" fmla="*/ 1618147 w 4954903"/>
                <a:gd name="connsiteY23850" fmla="*/ 180550 h 4882701"/>
                <a:gd name="connsiteX23851" fmla="*/ 1617640 w 4954903"/>
                <a:gd name="connsiteY23851" fmla="*/ 180550 h 4882701"/>
                <a:gd name="connsiteX23852" fmla="*/ 1594850 w 4954903"/>
                <a:gd name="connsiteY23852" fmla="*/ 191186 h 4882701"/>
                <a:gd name="connsiteX23853" fmla="*/ 1581429 w 4954903"/>
                <a:gd name="connsiteY23853" fmla="*/ 192198 h 4882701"/>
                <a:gd name="connsiteX23854" fmla="*/ 1594850 w 4954903"/>
                <a:gd name="connsiteY23854" fmla="*/ 187134 h 4882701"/>
                <a:gd name="connsiteX23855" fmla="*/ 1594850 w 4954903"/>
                <a:gd name="connsiteY23855" fmla="*/ 187134 h 4882701"/>
                <a:gd name="connsiteX23856" fmla="*/ 1604979 w 4954903"/>
                <a:gd name="connsiteY23856" fmla="*/ 181563 h 4882701"/>
                <a:gd name="connsiteX23857" fmla="*/ 1604726 w 4954903"/>
                <a:gd name="connsiteY23857" fmla="*/ 181563 h 4882701"/>
                <a:gd name="connsiteX23858" fmla="*/ 1581429 w 4954903"/>
                <a:gd name="connsiteY23858" fmla="*/ 192198 h 4882701"/>
                <a:gd name="connsiteX23859" fmla="*/ 1592318 w 4954903"/>
                <a:gd name="connsiteY23859" fmla="*/ 182576 h 4882701"/>
                <a:gd name="connsiteX23860" fmla="*/ 1568768 w 4954903"/>
                <a:gd name="connsiteY23860" fmla="*/ 193211 h 4882701"/>
                <a:gd name="connsiteX23861" fmla="*/ 1582189 w 4954903"/>
                <a:gd name="connsiteY23861" fmla="*/ 188147 h 4882701"/>
                <a:gd name="connsiteX23862" fmla="*/ 1592571 w 4954903"/>
                <a:gd name="connsiteY23862" fmla="*/ 182576 h 4882701"/>
                <a:gd name="connsiteX23863" fmla="*/ 1592318 w 4954903"/>
                <a:gd name="connsiteY23863" fmla="*/ 182576 h 4882701"/>
                <a:gd name="connsiteX23864" fmla="*/ 1592318 w 4954903"/>
                <a:gd name="connsiteY23864" fmla="*/ 182576 h 4882701"/>
                <a:gd name="connsiteX23865" fmla="*/ 1580416 w 4954903"/>
                <a:gd name="connsiteY23865" fmla="*/ 183589 h 4882701"/>
                <a:gd name="connsiteX23866" fmla="*/ 1556866 w 4954903"/>
                <a:gd name="connsiteY23866" fmla="*/ 194224 h 4882701"/>
                <a:gd name="connsiteX23867" fmla="*/ 1556866 w 4954903"/>
                <a:gd name="connsiteY23867" fmla="*/ 194477 h 4882701"/>
                <a:gd name="connsiteX23868" fmla="*/ 1570034 w 4954903"/>
                <a:gd name="connsiteY23868" fmla="*/ 189413 h 4882701"/>
                <a:gd name="connsiteX23869" fmla="*/ 1580416 w 4954903"/>
                <a:gd name="connsiteY23869" fmla="*/ 183589 h 4882701"/>
                <a:gd name="connsiteX23870" fmla="*/ 1580416 w 4954903"/>
                <a:gd name="connsiteY23870" fmla="*/ 183589 h 4882701"/>
                <a:gd name="connsiteX23871" fmla="*/ 1580416 w 4954903"/>
                <a:gd name="connsiteY23871" fmla="*/ 183589 h 4882701"/>
                <a:gd name="connsiteX23872" fmla="*/ 1545724 w 4954903"/>
                <a:gd name="connsiteY23872" fmla="*/ 195490 h 4882701"/>
                <a:gd name="connsiteX23873" fmla="*/ 1558892 w 4954903"/>
                <a:gd name="connsiteY23873" fmla="*/ 190426 h 4882701"/>
                <a:gd name="connsiteX23874" fmla="*/ 1569781 w 4954903"/>
                <a:gd name="connsiteY23874" fmla="*/ 184855 h 4882701"/>
                <a:gd name="connsiteX23875" fmla="*/ 1569781 w 4954903"/>
                <a:gd name="connsiteY23875" fmla="*/ 184855 h 4882701"/>
                <a:gd name="connsiteX23876" fmla="*/ 1569527 w 4954903"/>
                <a:gd name="connsiteY23876" fmla="*/ 184855 h 4882701"/>
                <a:gd name="connsiteX23877" fmla="*/ 1545724 w 4954903"/>
                <a:gd name="connsiteY23877" fmla="*/ 195490 h 4882701"/>
                <a:gd name="connsiteX23878" fmla="*/ 1545724 w 4954903"/>
                <a:gd name="connsiteY23878" fmla="*/ 195490 h 4882701"/>
                <a:gd name="connsiteX23879" fmla="*/ 1535089 w 4954903"/>
                <a:gd name="connsiteY23879" fmla="*/ 196503 h 4882701"/>
                <a:gd name="connsiteX23880" fmla="*/ 1535089 w 4954903"/>
                <a:gd name="connsiteY23880" fmla="*/ 196503 h 4882701"/>
                <a:gd name="connsiteX23881" fmla="*/ 1548256 w 4954903"/>
                <a:gd name="connsiteY23881" fmla="*/ 191439 h 4882701"/>
                <a:gd name="connsiteX23882" fmla="*/ 1559398 w 4954903"/>
                <a:gd name="connsiteY23882" fmla="*/ 185615 h 4882701"/>
                <a:gd name="connsiteX23883" fmla="*/ 1559145 w 4954903"/>
                <a:gd name="connsiteY23883" fmla="*/ 185615 h 4882701"/>
                <a:gd name="connsiteX23884" fmla="*/ 1535089 w 4954903"/>
                <a:gd name="connsiteY23884" fmla="*/ 196503 h 4882701"/>
                <a:gd name="connsiteX23885" fmla="*/ 1524960 w 4954903"/>
                <a:gd name="connsiteY23885" fmla="*/ 198023 h 4882701"/>
                <a:gd name="connsiteX23886" fmla="*/ 1538127 w 4954903"/>
                <a:gd name="connsiteY23886" fmla="*/ 192958 h 4882701"/>
                <a:gd name="connsiteX23887" fmla="*/ 1549522 w 4954903"/>
                <a:gd name="connsiteY23887" fmla="*/ 187134 h 4882701"/>
                <a:gd name="connsiteX23888" fmla="*/ 1549269 w 4954903"/>
                <a:gd name="connsiteY23888" fmla="*/ 187134 h 4882701"/>
                <a:gd name="connsiteX23889" fmla="*/ 1524960 w 4954903"/>
                <a:gd name="connsiteY23889" fmla="*/ 198023 h 4882701"/>
                <a:gd name="connsiteX23890" fmla="*/ 1515843 w 4954903"/>
                <a:gd name="connsiteY23890" fmla="*/ 199036 h 4882701"/>
                <a:gd name="connsiteX23891" fmla="*/ 1528758 w 4954903"/>
                <a:gd name="connsiteY23891" fmla="*/ 193971 h 4882701"/>
                <a:gd name="connsiteX23892" fmla="*/ 1540406 w 4954903"/>
                <a:gd name="connsiteY23892" fmla="*/ 188147 h 4882701"/>
                <a:gd name="connsiteX23893" fmla="*/ 1540153 w 4954903"/>
                <a:gd name="connsiteY23893" fmla="*/ 188147 h 4882701"/>
                <a:gd name="connsiteX23894" fmla="*/ 1515843 w 4954903"/>
                <a:gd name="connsiteY23894" fmla="*/ 199036 h 4882701"/>
                <a:gd name="connsiteX23895" fmla="*/ 1507487 w 4954903"/>
                <a:gd name="connsiteY23895" fmla="*/ 200302 h 4882701"/>
                <a:gd name="connsiteX23896" fmla="*/ 1520401 w 4954903"/>
                <a:gd name="connsiteY23896" fmla="*/ 194984 h 4882701"/>
                <a:gd name="connsiteX23897" fmla="*/ 1532303 w 4954903"/>
                <a:gd name="connsiteY23897" fmla="*/ 189160 h 4882701"/>
                <a:gd name="connsiteX23898" fmla="*/ 1532303 w 4954903"/>
                <a:gd name="connsiteY23898" fmla="*/ 189160 h 4882701"/>
                <a:gd name="connsiteX23899" fmla="*/ 1507487 w 4954903"/>
                <a:gd name="connsiteY23899" fmla="*/ 200302 h 4882701"/>
                <a:gd name="connsiteX23900" fmla="*/ 1512551 w 4954903"/>
                <a:gd name="connsiteY23900" fmla="*/ 196250 h 4882701"/>
                <a:gd name="connsiteX23901" fmla="*/ 1524706 w 4954903"/>
                <a:gd name="connsiteY23901" fmla="*/ 190426 h 4882701"/>
                <a:gd name="connsiteX23902" fmla="*/ 1499890 w 4954903"/>
                <a:gd name="connsiteY23902" fmla="*/ 201315 h 4882701"/>
                <a:gd name="connsiteX23903" fmla="*/ 1512551 w 4954903"/>
                <a:gd name="connsiteY23903" fmla="*/ 196250 h 4882701"/>
                <a:gd name="connsiteX23904" fmla="*/ 1505208 w 4954903"/>
                <a:gd name="connsiteY23904" fmla="*/ 197516 h 4882701"/>
                <a:gd name="connsiteX23905" fmla="*/ 1517616 w 4954903"/>
                <a:gd name="connsiteY23905" fmla="*/ 191692 h 4882701"/>
                <a:gd name="connsiteX23906" fmla="*/ 1492800 w 4954903"/>
                <a:gd name="connsiteY23906" fmla="*/ 202834 h 4882701"/>
                <a:gd name="connsiteX23907" fmla="*/ 1505208 w 4954903"/>
                <a:gd name="connsiteY23907" fmla="*/ 197516 h 4882701"/>
                <a:gd name="connsiteX23908" fmla="*/ 1498877 w 4954903"/>
                <a:gd name="connsiteY23908" fmla="*/ 198782 h 4882701"/>
                <a:gd name="connsiteX23909" fmla="*/ 1511539 w 4954903"/>
                <a:gd name="connsiteY23909" fmla="*/ 192958 h 4882701"/>
                <a:gd name="connsiteX23910" fmla="*/ 1486469 w 4954903"/>
                <a:gd name="connsiteY23910" fmla="*/ 204100 h 4882701"/>
                <a:gd name="connsiteX23911" fmla="*/ 1498877 w 4954903"/>
                <a:gd name="connsiteY23911" fmla="*/ 198782 h 4882701"/>
                <a:gd name="connsiteX23912" fmla="*/ 1493306 w 4954903"/>
                <a:gd name="connsiteY23912" fmla="*/ 200302 h 4882701"/>
                <a:gd name="connsiteX23913" fmla="*/ 1506221 w 4954903"/>
                <a:gd name="connsiteY23913" fmla="*/ 194477 h 4882701"/>
                <a:gd name="connsiteX23914" fmla="*/ 1480898 w 4954903"/>
                <a:gd name="connsiteY23914" fmla="*/ 205619 h 4882701"/>
                <a:gd name="connsiteX23915" fmla="*/ 1493306 w 4954903"/>
                <a:gd name="connsiteY23915" fmla="*/ 200302 h 4882701"/>
                <a:gd name="connsiteX23916" fmla="*/ 1488495 w 4954903"/>
                <a:gd name="connsiteY23916" fmla="*/ 201568 h 4882701"/>
                <a:gd name="connsiteX23917" fmla="*/ 1501410 w 4954903"/>
                <a:gd name="connsiteY23917" fmla="*/ 195744 h 4882701"/>
                <a:gd name="connsiteX23918" fmla="*/ 1476087 w 4954903"/>
                <a:gd name="connsiteY23918" fmla="*/ 206886 h 4882701"/>
                <a:gd name="connsiteX23919" fmla="*/ 1488495 w 4954903"/>
                <a:gd name="connsiteY23919" fmla="*/ 201568 h 4882701"/>
                <a:gd name="connsiteX23920" fmla="*/ 1497611 w 4954903"/>
                <a:gd name="connsiteY23920" fmla="*/ 197010 h 4882701"/>
                <a:gd name="connsiteX23921" fmla="*/ 1472289 w 4954903"/>
                <a:gd name="connsiteY23921" fmla="*/ 208152 h 4882701"/>
                <a:gd name="connsiteX23922" fmla="*/ 1484443 w 4954903"/>
                <a:gd name="connsiteY23922" fmla="*/ 202834 h 4882701"/>
                <a:gd name="connsiteX23923" fmla="*/ 1497611 w 4954903"/>
                <a:gd name="connsiteY23923" fmla="*/ 197010 h 4882701"/>
                <a:gd name="connsiteX23924" fmla="*/ 3508731 w 4954903"/>
                <a:gd name="connsiteY23924" fmla="*/ 220560 h 4882701"/>
                <a:gd name="connsiteX23925" fmla="*/ 3501388 w 4954903"/>
                <a:gd name="connsiteY23925" fmla="*/ 217268 h 4882701"/>
                <a:gd name="connsiteX23926" fmla="*/ 3508224 w 4954903"/>
                <a:gd name="connsiteY23926" fmla="*/ 220306 h 4882701"/>
                <a:gd name="connsiteX23927" fmla="*/ 3508731 w 4954903"/>
                <a:gd name="connsiteY23927" fmla="*/ 220560 h 4882701"/>
                <a:gd name="connsiteX23928" fmla="*/ 3500121 w 4954903"/>
                <a:gd name="connsiteY23928" fmla="*/ 216761 h 4882701"/>
                <a:gd name="connsiteX23929" fmla="*/ 3485181 w 4954903"/>
                <a:gd name="connsiteY23929" fmla="*/ 210177 h 4882701"/>
                <a:gd name="connsiteX23930" fmla="*/ 3510250 w 4954903"/>
                <a:gd name="connsiteY23930" fmla="*/ 221573 h 4882701"/>
                <a:gd name="connsiteX23931" fmla="*/ 3500121 w 4954903"/>
                <a:gd name="connsiteY23931" fmla="*/ 216761 h 4882701"/>
                <a:gd name="connsiteX23932" fmla="*/ 2532039 w 4954903"/>
                <a:gd name="connsiteY23932" fmla="*/ 154721 h 4882701"/>
                <a:gd name="connsiteX23933" fmla="*/ 2525708 w 4954903"/>
                <a:gd name="connsiteY23933" fmla="*/ 149150 h 4882701"/>
                <a:gd name="connsiteX23934" fmla="*/ 2520390 w 4954903"/>
                <a:gd name="connsiteY23934" fmla="*/ 156747 h 4882701"/>
                <a:gd name="connsiteX23935" fmla="*/ 2532039 w 4954903"/>
                <a:gd name="connsiteY23935" fmla="*/ 154721 h 4882701"/>
                <a:gd name="connsiteX23936" fmla="*/ 2504184 w 4954903"/>
                <a:gd name="connsiteY23936" fmla="*/ 154215 h 4882701"/>
                <a:gd name="connsiteX23937" fmla="*/ 2498360 w 4954903"/>
                <a:gd name="connsiteY23937" fmla="*/ 148644 h 4882701"/>
                <a:gd name="connsiteX23938" fmla="*/ 2492282 w 4954903"/>
                <a:gd name="connsiteY23938" fmla="*/ 155734 h 4882701"/>
                <a:gd name="connsiteX23939" fmla="*/ 2504184 w 4954903"/>
                <a:gd name="connsiteY23939" fmla="*/ 154215 h 4882701"/>
                <a:gd name="connsiteX23940" fmla="*/ 2476582 w 4954903"/>
                <a:gd name="connsiteY23940" fmla="*/ 153708 h 4882701"/>
                <a:gd name="connsiteX23941" fmla="*/ 2471011 w 4954903"/>
                <a:gd name="connsiteY23941" fmla="*/ 148137 h 4882701"/>
                <a:gd name="connsiteX23942" fmla="*/ 2464174 w 4954903"/>
                <a:gd name="connsiteY23942" fmla="*/ 155227 h 4882701"/>
                <a:gd name="connsiteX23943" fmla="*/ 2476582 w 4954903"/>
                <a:gd name="connsiteY23943" fmla="*/ 153708 h 4882701"/>
                <a:gd name="connsiteX23944" fmla="*/ 2443663 w 4954903"/>
                <a:gd name="connsiteY23944" fmla="*/ 147631 h 4882701"/>
                <a:gd name="connsiteX23945" fmla="*/ 2436319 w 4954903"/>
                <a:gd name="connsiteY23945" fmla="*/ 154721 h 4882701"/>
                <a:gd name="connsiteX23946" fmla="*/ 2448727 w 4954903"/>
                <a:gd name="connsiteY23946" fmla="*/ 152948 h 4882701"/>
                <a:gd name="connsiteX23947" fmla="*/ 2443663 w 4954903"/>
                <a:gd name="connsiteY23947" fmla="*/ 147631 h 4882701"/>
                <a:gd name="connsiteX23948" fmla="*/ 2408211 w 4954903"/>
                <a:gd name="connsiteY23948" fmla="*/ 154468 h 4882701"/>
                <a:gd name="connsiteX23949" fmla="*/ 2420873 w 4954903"/>
                <a:gd name="connsiteY23949" fmla="*/ 152695 h 4882701"/>
                <a:gd name="connsiteX23950" fmla="*/ 2416062 w 4954903"/>
                <a:gd name="connsiteY23950" fmla="*/ 147124 h 4882701"/>
                <a:gd name="connsiteX23951" fmla="*/ 2408211 w 4954903"/>
                <a:gd name="connsiteY23951" fmla="*/ 154468 h 4882701"/>
                <a:gd name="connsiteX23952" fmla="*/ 1878969 w 4954903"/>
                <a:gd name="connsiteY23952" fmla="*/ 148897 h 4882701"/>
                <a:gd name="connsiteX23953" fmla="*/ 1860737 w 4954903"/>
                <a:gd name="connsiteY23953" fmla="*/ 158013 h 4882701"/>
                <a:gd name="connsiteX23954" fmla="*/ 1874158 w 4954903"/>
                <a:gd name="connsiteY23954" fmla="*/ 154215 h 4882701"/>
                <a:gd name="connsiteX23955" fmla="*/ 1879476 w 4954903"/>
                <a:gd name="connsiteY23955" fmla="*/ 150669 h 4882701"/>
                <a:gd name="connsiteX23956" fmla="*/ 1878969 w 4954903"/>
                <a:gd name="connsiteY23956" fmla="*/ 148897 h 4882701"/>
                <a:gd name="connsiteX23957" fmla="*/ 1859471 w 4954903"/>
                <a:gd name="connsiteY23957" fmla="*/ 149403 h 4882701"/>
                <a:gd name="connsiteX23958" fmla="*/ 1840732 w 4954903"/>
                <a:gd name="connsiteY23958" fmla="*/ 158519 h 4882701"/>
                <a:gd name="connsiteX23959" fmla="*/ 1854153 w 4954903"/>
                <a:gd name="connsiteY23959" fmla="*/ 154721 h 4882701"/>
                <a:gd name="connsiteX23960" fmla="*/ 1859724 w 4954903"/>
                <a:gd name="connsiteY23960" fmla="*/ 151176 h 4882701"/>
                <a:gd name="connsiteX23961" fmla="*/ 1859471 w 4954903"/>
                <a:gd name="connsiteY23961" fmla="*/ 149403 h 4882701"/>
                <a:gd name="connsiteX23962" fmla="*/ 1840985 w 4954903"/>
                <a:gd name="connsiteY23962" fmla="*/ 151176 h 4882701"/>
                <a:gd name="connsiteX23963" fmla="*/ 1840732 w 4954903"/>
                <a:gd name="connsiteY23963" fmla="*/ 149910 h 4882701"/>
                <a:gd name="connsiteX23964" fmla="*/ 1821487 w 4954903"/>
                <a:gd name="connsiteY23964" fmla="*/ 159279 h 4882701"/>
                <a:gd name="connsiteX23965" fmla="*/ 1834908 w 4954903"/>
                <a:gd name="connsiteY23965" fmla="*/ 155227 h 4882701"/>
                <a:gd name="connsiteX23966" fmla="*/ 1840985 w 4954903"/>
                <a:gd name="connsiteY23966" fmla="*/ 151176 h 4882701"/>
                <a:gd name="connsiteX23967" fmla="*/ 1815916 w 4954903"/>
                <a:gd name="connsiteY23967" fmla="*/ 155734 h 4882701"/>
                <a:gd name="connsiteX23968" fmla="*/ 1822247 w 4954903"/>
                <a:gd name="connsiteY23968" fmla="*/ 151682 h 4882701"/>
                <a:gd name="connsiteX23969" fmla="*/ 1821993 w 4954903"/>
                <a:gd name="connsiteY23969" fmla="*/ 150416 h 4882701"/>
                <a:gd name="connsiteX23970" fmla="*/ 1802495 w 4954903"/>
                <a:gd name="connsiteY23970" fmla="*/ 159786 h 4882701"/>
                <a:gd name="connsiteX23971" fmla="*/ 1815916 w 4954903"/>
                <a:gd name="connsiteY23971" fmla="*/ 155734 h 4882701"/>
                <a:gd name="connsiteX23972" fmla="*/ 1804014 w 4954903"/>
                <a:gd name="connsiteY23972" fmla="*/ 151176 h 4882701"/>
                <a:gd name="connsiteX23973" fmla="*/ 1784010 w 4954903"/>
                <a:gd name="connsiteY23973" fmla="*/ 160545 h 4882701"/>
                <a:gd name="connsiteX23974" fmla="*/ 1797431 w 4954903"/>
                <a:gd name="connsiteY23974" fmla="*/ 156494 h 4882701"/>
                <a:gd name="connsiteX23975" fmla="*/ 1804268 w 4954903"/>
                <a:gd name="connsiteY23975" fmla="*/ 152189 h 4882701"/>
                <a:gd name="connsiteX23976" fmla="*/ 1804014 w 4954903"/>
                <a:gd name="connsiteY23976" fmla="*/ 151176 h 4882701"/>
                <a:gd name="connsiteX23977" fmla="*/ 1786542 w 4954903"/>
                <a:gd name="connsiteY23977" fmla="*/ 151682 h 4882701"/>
                <a:gd name="connsiteX23978" fmla="*/ 1766284 w 4954903"/>
                <a:gd name="connsiteY23978" fmla="*/ 161052 h 4882701"/>
                <a:gd name="connsiteX23979" fmla="*/ 1779705 w 4954903"/>
                <a:gd name="connsiteY23979" fmla="*/ 157000 h 4882701"/>
                <a:gd name="connsiteX23980" fmla="*/ 1786795 w 4954903"/>
                <a:gd name="connsiteY23980" fmla="*/ 152695 h 4882701"/>
                <a:gd name="connsiteX23981" fmla="*/ 1786542 w 4954903"/>
                <a:gd name="connsiteY23981" fmla="*/ 151682 h 4882701"/>
                <a:gd name="connsiteX23982" fmla="*/ 1762485 w 4954903"/>
                <a:gd name="connsiteY23982" fmla="*/ 157760 h 4882701"/>
                <a:gd name="connsiteX23983" fmla="*/ 1769829 w 4954903"/>
                <a:gd name="connsiteY23983" fmla="*/ 153455 h 4882701"/>
                <a:gd name="connsiteX23984" fmla="*/ 1769829 w 4954903"/>
                <a:gd name="connsiteY23984" fmla="*/ 152442 h 4882701"/>
                <a:gd name="connsiteX23985" fmla="*/ 1749064 w 4954903"/>
                <a:gd name="connsiteY23985" fmla="*/ 162065 h 4882701"/>
                <a:gd name="connsiteX23986" fmla="*/ 1762485 w 4954903"/>
                <a:gd name="connsiteY23986" fmla="*/ 157760 h 4882701"/>
                <a:gd name="connsiteX23987" fmla="*/ 1732098 w 4954903"/>
                <a:gd name="connsiteY23987" fmla="*/ 162824 h 4882701"/>
                <a:gd name="connsiteX23988" fmla="*/ 1745519 w 4954903"/>
                <a:gd name="connsiteY23988" fmla="*/ 158519 h 4882701"/>
                <a:gd name="connsiteX23989" fmla="*/ 1753876 w 4954903"/>
                <a:gd name="connsiteY23989" fmla="*/ 153455 h 4882701"/>
                <a:gd name="connsiteX23990" fmla="*/ 1753369 w 4954903"/>
                <a:gd name="connsiteY23990" fmla="*/ 153202 h 4882701"/>
                <a:gd name="connsiteX23991" fmla="*/ 1732098 w 4954903"/>
                <a:gd name="connsiteY23991" fmla="*/ 162824 h 4882701"/>
                <a:gd name="connsiteX23992" fmla="*/ 1716145 w 4954903"/>
                <a:gd name="connsiteY23992" fmla="*/ 163837 h 4882701"/>
                <a:gd name="connsiteX23993" fmla="*/ 1729566 w 4954903"/>
                <a:gd name="connsiteY23993" fmla="*/ 159279 h 4882701"/>
                <a:gd name="connsiteX23994" fmla="*/ 1738176 w 4954903"/>
                <a:gd name="connsiteY23994" fmla="*/ 154215 h 4882701"/>
                <a:gd name="connsiteX23995" fmla="*/ 1737669 w 4954903"/>
                <a:gd name="connsiteY23995" fmla="*/ 153961 h 4882701"/>
                <a:gd name="connsiteX23996" fmla="*/ 1716145 w 4954903"/>
                <a:gd name="connsiteY23996" fmla="*/ 163837 h 4882701"/>
                <a:gd name="connsiteX23997" fmla="*/ 1700445 w 4954903"/>
                <a:gd name="connsiteY23997" fmla="*/ 164597 h 4882701"/>
                <a:gd name="connsiteX23998" fmla="*/ 1714119 w 4954903"/>
                <a:gd name="connsiteY23998" fmla="*/ 160039 h 4882701"/>
                <a:gd name="connsiteX23999" fmla="*/ 1722982 w 4954903"/>
                <a:gd name="connsiteY23999" fmla="*/ 154974 h 4882701"/>
                <a:gd name="connsiteX24000" fmla="*/ 1722476 w 4954903"/>
                <a:gd name="connsiteY24000" fmla="*/ 154721 h 4882701"/>
                <a:gd name="connsiteX24001" fmla="*/ 1700445 w 4954903"/>
                <a:gd name="connsiteY24001" fmla="*/ 164597 h 4882701"/>
                <a:gd name="connsiteX24002" fmla="*/ 1707535 w 4954903"/>
                <a:gd name="connsiteY24002" fmla="*/ 155481 h 4882701"/>
                <a:gd name="connsiteX24003" fmla="*/ 1685252 w 4954903"/>
                <a:gd name="connsiteY24003" fmla="*/ 165356 h 4882701"/>
                <a:gd name="connsiteX24004" fmla="*/ 1698673 w 4954903"/>
                <a:gd name="connsiteY24004" fmla="*/ 160798 h 4882701"/>
                <a:gd name="connsiteX24005" fmla="*/ 1707789 w 4954903"/>
                <a:gd name="connsiteY24005" fmla="*/ 155734 h 4882701"/>
                <a:gd name="connsiteX24006" fmla="*/ 1707789 w 4954903"/>
                <a:gd name="connsiteY24006" fmla="*/ 155734 h 4882701"/>
                <a:gd name="connsiteX24007" fmla="*/ 1707535 w 4954903"/>
                <a:gd name="connsiteY24007" fmla="*/ 155481 h 4882701"/>
                <a:gd name="connsiteX24008" fmla="*/ 1671071 w 4954903"/>
                <a:gd name="connsiteY24008" fmla="*/ 166369 h 4882701"/>
                <a:gd name="connsiteX24009" fmla="*/ 1684492 w 4954903"/>
                <a:gd name="connsiteY24009" fmla="*/ 161811 h 4882701"/>
                <a:gd name="connsiteX24010" fmla="*/ 1693861 w 4954903"/>
                <a:gd name="connsiteY24010" fmla="*/ 156494 h 4882701"/>
                <a:gd name="connsiteX24011" fmla="*/ 1693355 w 4954903"/>
                <a:gd name="connsiteY24011" fmla="*/ 156494 h 4882701"/>
                <a:gd name="connsiteX24012" fmla="*/ 1671071 w 4954903"/>
                <a:gd name="connsiteY24012" fmla="*/ 166369 h 4882701"/>
                <a:gd name="connsiteX24013" fmla="*/ 1670564 w 4954903"/>
                <a:gd name="connsiteY24013" fmla="*/ 162571 h 4882701"/>
                <a:gd name="connsiteX24014" fmla="*/ 1680187 w 4954903"/>
                <a:gd name="connsiteY24014" fmla="*/ 157253 h 4882701"/>
                <a:gd name="connsiteX24015" fmla="*/ 1679934 w 4954903"/>
                <a:gd name="connsiteY24015" fmla="*/ 157253 h 4882701"/>
                <a:gd name="connsiteX24016" fmla="*/ 1657143 w 4954903"/>
                <a:gd name="connsiteY24016" fmla="*/ 167382 h 4882701"/>
                <a:gd name="connsiteX24017" fmla="*/ 1670564 w 4954903"/>
                <a:gd name="connsiteY24017" fmla="*/ 162571 h 4882701"/>
                <a:gd name="connsiteX24018" fmla="*/ 1643976 w 4954903"/>
                <a:gd name="connsiteY24018" fmla="*/ 168142 h 4882701"/>
                <a:gd name="connsiteX24019" fmla="*/ 1657397 w 4954903"/>
                <a:gd name="connsiteY24019" fmla="*/ 163331 h 4882701"/>
                <a:gd name="connsiteX24020" fmla="*/ 1667526 w 4954903"/>
                <a:gd name="connsiteY24020" fmla="*/ 158013 h 4882701"/>
                <a:gd name="connsiteX24021" fmla="*/ 1667272 w 4954903"/>
                <a:gd name="connsiteY24021" fmla="*/ 158013 h 4882701"/>
                <a:gd name="connsiteX24022" fmla="*/ 1643976 w 4954903"/>
                <a:gd name="connsiteY24022" fmla="*/ 168142 h 4882701"/>
                <a:gd name="connsiteX24023" fmla="*/ 1654864 w 4954903"/>
                <a:gd name="connsiteY24023" fmla="*/ 159026 h 4882701"/>
                <a:gd name="connsiteX24024" fmla="*/ 1631568 w 4954903"/>
                <a:gd name="connsiteY24024" fmla="*/ 169155 h 4882701"/>
                <a:gd name="connsiteX24025" fmla="*/ 1644989 w 4954903"/>
                <a:gd name="connsiteY24025" fmla="*/ 164344 h 4882701"/>
                <a:gd name="connsiteX24026" fmla="*/ 1655371 w 4954903"/>
                <a:gd name="connsiteY24026" fmla="*/ 159026 h 4882701"/>
                <a:gd name="connsiteX24027" fmla="*/ 1654864 w 4954903"/>
                <a:gd name="connsiteY24027" fmla="*/ 159026 h 4882701"/>
                <a:gd name="connsiteX24028" fmla="*/ 1654864 w 4954903"/>
                <a:gd name="connsiteY24028" fmla="*/ 159026 h 4882701"/>
                <a:gd name="connsiteX24029" fmla="*/ 1642963 w 4954903"/>
                <a:gd name="connsiteY24029" fmla="*/ 160039 h 4882701"/>
                <a:gd name="connsiteX24030" fmla="*/ 1619413 w 4954903"/>
                <a:gd name="connsiteY24030" fmla="*/ 170168 h 4882701"/>
                <a:gd name="connsiteX24031" fmla="*/ 1619413 w 4954903"/>
                <a:gd name="connsiteY24031" fmla="*/ 170421 h 4882701"/>
                <a:gd name="connsiteX24032" fmla="*/ 1632581 w 4954903"/>
                <a:gd name="connsiteY24032" fmla="*/ 165610 h 4882701"/>
                <a:gd name="connsiteX24033" fmla="*/ 1642963 w 4954903"/>
                <a:gd name="connsiteY24033" fmla="*/ 160039 h 4882701"/>
                <a:gd name="connsiteX24034" fmla="*/ 1642963 w 4954903"/>
                <a:gd name="connsiteY24034" fmla="*/ 160039 h 4882701"/>
                <a:gd name="connsiteX24035" fmla="*/ 1642963 w 4954903"/>
                <a:gd name="connsiteY24035" fmla="*/ 160039 h 4882701"/>
                <a:gd name="connsiteX24036" fmla="*/ 1608018 w 4954903"/>
                <a:gd name="connsiteY24036" fmla="*/ 171181 h 4882701"/>
                <a:gd name="connsiteX24037" fmla="*/ 1621185 w 4954903"/>
                <a:gd name="connsiteY24037" fmla="*/ 166369 h 4882701"/>
                <a:gd name="connsiteX24038" fmla="*/ 1632074 w 4954903"/>
                <a:gd name="connsiteY24038" fmla="*/ 161052 h 4882701"/>
                <a:gd name="connsiteX24039" fmla="*/ 1632074 w 4954903"/>
                <a:gd name="connsiteY24039" fmla="*/ 160798 h 4882701"/>
                <a:gd name="connsiteX24040" fmla="*/ 1631821 w 4954903"/>
                <a:gd name="connsiteY24040" fmla="*/ 160798 h 4882701"/>
                <a:gd name="connsiteX24041" fmla="*/ 1608018 w 4954903"/>
                <a:gd name="connsiteY24041" fmla="*/ 171181 h 4882701"/>
                <a:gd name="connsiteX24042" fmla="*/ 1608018 w 4954903"/>
                <a:gd name="connsiteY24042" fmla="*/ 171181 h 4882701"/>
                <a:gd name="connsiteX24043" fmla="*/ 1597382 w 4954903"/>
                <a:gd name="connsiteY24043" fmla="*/ 172194 h 4882701"/>
                <a:gd name="connsiteX24044" fmla="*/ 1597382 w 4954903"/>
                <a:gd name="connsiteY24044" fmla="*/ 172194 h 4882701"/>
                <a:gd name="connsiteX24045" fmla="*/ 1610550 w 4954903"/>
                <a:gd name="connsiteY24045" fmla="*/ 167382 h 4882701"/>
                <a:gd name="connsiteX24046" fmla="*/ 1621692 w 4954903"/>
                <a:gd name="connsiteY24046" fmla="*/ 162065 h 4882701"/>
                <a:gd name="connsiteX24047" fmla="*/ 1621439 w 4954903"/>
                <a:gd name="connsiteY24047" fmla="*/ 162065 h 4882701"/>
                <a:gd name="connsiteX24048" fmla="*/ 1597382 w 4954903"/>
                <a:gd name="connsiteY24048" fmla="*/ 172194 h 4882701"/>
                <a:gd name="connsiteX24049" fmla="*/ 1587253 w 4954903"/>
                <a:gd name="connsiteY24049" fmla="*/ 173460 h 4882701"/>
                <a:gd name="connsiteX24050" fmla="*/ 1600421 w 4954903"/>
                <a:gd name="connsiteY24050" fmla="*/ 168648 h 4882701"/>
                <a:gd name="connsiteX24051" fmla="*/ 1611816 w 4954903"/>
                <a:gd name="connsiteY24051" fmla="*/ 163331 h 4882701"/>
                <a:gd name="connsiteX24052" fmla="*/ 1611563 w 4954903"/>
                <a:gd name="connsiteY24052" fmla="*/ 163331 h 4882701"/>
                <a:gd name="connsiteX24053" fmla="*/ 1587253 w 4954903"/>
                <a:gd name="connsiteY24053" fmla="*/ 173460 h 4882701"/>
                <a:gd name="connsiteX24054" fmla="*/ 1577884 w 4954903"/>
                <a:gd name="connsiteY24054" fmla="*/ 174473 h 4882701"/>
                <a:gd name="connsiteX24055" fmla="*/ 1591052 w 4954903"/>
                <a:gd name="connsiteY24055" fmla="*/ 169661 h 4882701"/>
                <a:gd name="connsiteX24056" fmla="*/ 1591052 w 4954903"/>
                <a:gd name="connsiteY24056" fmla="*/ 169661 h 4882701"/>
                <a:gd name="connsiteX24057" fmla="*/ 1602700 w 4954903"/>
                <a:gd name="connsiteY24057" fmla="*/ 164344 h 4882701"/>
                <a:gd name="connsiteX24058" fmla="*/ 1602447 w 4954903"/>
                <a:gd name="connsiteY24058" fmla="*/ 164344 h 4882701"/>
                <a:gd name="connsiteX24059" fmla="*/ 1577884 w 4954903"/>
                <a:gd name="connsiteY24059" fmla="*/ 174473 h 4882701"/>
                <a:gd name="connsiteX24060" fmla="*/ 1569274 w 4954903"/>
                <a:gd name="connsiteY24060" fmla="*/ 175486 h 4882701"/>
                <a:gd name="connsiteX24061" fmla="*/ 1582189 w 4954903"/>
                <a:gd name="connsiteY24061" fmla="*/ 170674 h 4882701"/>
                <a:gd name="connsiteX24062" fmla="*/ 1594090 w 4954903"/>
                <a:gd name="connsiteY24062" fmla="*/ 165356 h 4882701"/>
                <a:gd name="connsiteX24063" fmla="*/ 1593837 w 4954903"/>
                <a:gd name="connsiteY24063" fmla="*/ 165356 h 4882701"/>
                <a:gd name="connsiteX24064" fmla="*/ 1569274 w 4954903"/>
                <a:gd name="connsiteY24064" fmla="*/ 175486 h 4882701"/>
                <a:gd name="connsiteX24065" fmla="*/ 1561171 w 4954903"/>
                <a:gd name="connsiteY24065" fmla="*/ 176752 h 4882701"/>
                <a:gd name="connsiteX24066" fmla="*/ 1574085 w 4954903"/>
                <a:gd name="connsiteY24066" fmla="*/ 171940 h 4882701"/>
                <a:gd name="connsiteX24067" fmla="*/ 1586240 w 4954903"/>
                <a:gd name="connsiteY24067" fmla="*/ 166623 h 4882701"/>
                <a:gd name="connsiteX24068" fmla="*/ 1561171 w 4954903"/>
                <a:gd name="connsiteY24068" fmla="*/ 176752 h 4882701"/>
                <a:gd name="connsiteX24069" fmla="*/ 1561171 w 4954903"/>
                <a:gd name="connsiteY24069" fmla="*/ 176752 h 4882701"/>
                <a:gd name="connsiteX24070" fmla="*/ 1566742 w 4954903"/>
                <a:gd name="connsiteY24070" fmla="*/ 172953 h 4882701"/>
                <a:gd name="connsiteX24071" fmla="*/ 1579150 w 4954903"/>
                <a:gd name="connsiteY24071" fmla="*/ 167382 h 4882701"/>
                <a:gd name="connsiteX24072" fmla="*/ 1554080 w 4954903"/>
                <a:gd name="connsiteY24072" fmla="*/ 177765 h 4882701"/>
                <a:gd name="connsiteX24073" fmla="*/ 1566742 w 4954903"/>
                <a:gd name="connsiteY24073" fmla="*/ 172953 h 4882701"/>
                <a:gd name="connsiteX24074" fmla="*/ 1559905 w 4954903"/>
                <a:gd name="connsiteY24074" fmla="*/ 174219 h 4882701"/>
                <a:gd name="connsiteX24075" fmla="*/ 1572566 w 4954903"/>
                <a:gd name="connsiteY24075" fmla="*/ 168648 h 4882701"/>
                <a:gd name="connsiteX24076" fmla="*/ 1547243 w 4954903"/>
                <a:gd name="connsiteY24076" fmla="*/ 179031 h 4882701"/>
                <a:gd name="connsiteX24077" fmla="*/ 1559905 w 4954903"/>
                <a:gd name="connsiteY24077" fmla="*/ 174219 h 4882701"/>
                <a:gd name="connsiteX24078" fmla="*/ 1553827 w 4954903"/>
                <a:gd name="connsiteY24078" fmla="*/ 175486 h 4882701"/>
                <a:gd name="connsiteX24079" fmla="*/ 1566742 w 4954903"/>
                <a:gd name="connsiteY24079" fmla="*/ 169915 h 4882701"/>
                <a:gd name="connsiteX24080" fmla="*/ 1541419 w 4954903"/>
                <a:gd name="connsiteY24080" fmla="*/ 180297 h 4882701"/>
                <a:gd name="connsiteX24081" fmla="*/ 1553827 w 4954903"/>
                <a:gd name="connsiteY24081" fmla="*/ 175486 h 4882701"/>
                <a:gd name="connsiteX24082" fmla="*/ 1548510 w 4954903"/>
                <a:gd name="connsiteY24082" fmla="*/ 176752 h 4882701"/>
                <a:gd name="connsiteX24083" fmla="*/ 1561677 w 4954903"/>
                <a:gd name="connsiteY24083" fmla="*/ 171181 h 4882701"/>
                <a:gd name="connsiteX24084" fmla="*/ 1536101 w 4954903"/>
                <a:gd name="connsiteY24084" fmla="*/ 181563 h 4882701"/>
                <a:gd name="connsiteX24085" fmla="*/ 1548510 w 4954903"/>
                <a:gd name="connsiteY24085" fmla="*/ 176752 h 4882701"/>
                <a:gd name="connsiteX24086" fmla="*/ 1543952 w 4954903"/>
                <a:gd name="connsiteY24086" fmla="*/ 178018 h 4882701"/>
                <a:gd name="connsiteX24087" fmla="*/ 1557119 w 4954903"/>
                <a:gd name="connsiteY24087" fmla="*/ 172447 h 4882701"/>
                <a:gd name="connsiteX24088" fmla="*/ 1531543 w 4954903"/>
                <a:gd name="connsiteY24088" fmla="*/ 183082 h 4882701"/>
                <a:gd name="connsiteX24089" fmla="*/ 1543952 w 4954903"/>
                <a:gd name="connsiteY24089" fmla="*/ 178018 h 4882701"/>
                <a:gd name="connsiteX24090" fmla="*/ 1529011 w 4954903"/>
                <a:gd name="connsiteY24090" fmla="*/ 183589 h 4882701"/>
                <a:gd name="connsiteX24091" fmla="*/ 1527492 w 4954903"/>
                <a:gd name="connsiteY24091" fmla="*/ 184095 h 4882701"/>
                <a:gd name="connsiteX24092" fmla="*/ 1536355 w 4954903"/>
                <a:gd name="connsiteY24092" fmla="*/ 180297 h 4882701"/>
                <a:gd name="connsiteX24093" fmla="*/ 1529011 w 4954903"/>
                <a:gd name="connsiteY24093" fmla="*/ 183589 h 4882701"/>
                <a:gd name="connsiteX24094" fmla="*/ 1539900 w 4954903"/>
                <a:gd name="connsiteY24094" fmla="*/ 179284 h 4882701"/>
                <a:gd name="connsiteX24095" fmla="*/ 1536608 w 4954903"/>
                <a:gd name="connsiteY24095" fmla="*/ 180550 h 4882701"/>
                <a:gd name="connsiteX24096" fmla="*/ 1553321 w 4954903"/>
                <a:gd name="connsiteY24096" fmla="*/ 173713 h 4882701"/>
                <a:gd name="connsiteX24097" fmla="*/ 1539900 w 4954903"/>
                <a:gd name="connsiteY24097" fmla="*/ 179284 h 4882701"/>
                <a:gd name="connsiteX24098" fmla="*/ 3445931 w 4954903"/>
                <a:gd name="connsiteY24098" fmla="*/ 193971 h 4882701"/>
                <a:gd name="connsiteX24099" fmla="*/ 3435802 w 4954903"/>
                <a:gd name="connsiteY24099" fmla="*/ 189413 h 4882701"/>
                <a:gd name="connsiteX24100" fmla="*/ 3420608 w 4954903"/>
                <a:gd name="connsiteY24100" fmla="*/ 183082 h 4882701"/>
                <a:gd name="connsiteX24101" fmla="*/ 3420608 w 4954903"/>
                <a:gd name="connsiteY24101" fmla="*/ 183082 h 4882701"/>
                <a:gd name="connsiteX24102" fmla="*/ 3445931 w 4954903"/>
                <a:gd name="connsiteY24102" fmla="*/ 193971 h 4882701"/>
                <a:gd name="connsiteX24103" fmla="*/ 3429978 w 4954903"/>
                <a:gd name="connsiteY24103" fmla="*/ 187894 h 4882701"/>
                <a:gd name="connsiteX24104" fmla="*/ 3414784 w 4954903"/>
                <a:gd name="connsiteY24104" fmla="*/ 181816 h 4882701"/>
                <a:gd name="connsiteX24105" fmla="*/ 3414784 w 4954903"/>
                <a:gd name="connsiteY24105" fmla="*/ 181816 h 4882701"/>
                <a:gd name="connsiteX24106" fmla="*/ 3439854 w 4954903"/>
                <a:gd name="connsiteY24106" fmla="*/ 192452 h 4882701"/>
                <a:gd name="connsiteX24107" fmla="*/ 3429978 w 4954903"/>
                <a:gd name="connsiteY24107" fmla="*/ 187894 h 4882701"/>
                <a:gd name="connsiteX24108" fmla="*/ 2505703 w 4954903"/>
                <a:gd name="connsiteY24108" fmla="*/ 133197 h 4882701"/>
                <a:gd name="connsiteX24109" fmla="*/ 2500132 w 4954903"/>
                <a:gd name="connsiteY24109" fmla="*/ 128132 h 4882701"/>
                <a:gd name="connsiteX24110" fmla="*/ 2494561 w 4954903"/>
                <a:gd name="connsiteY24110" fmla="*/ 135223 h 4882701"/>
                <a:gd name="connsiteX24111" fmla="*/ 2505703 w 4954903"/>
                <a:gd name="connsiteY24111" fmla="*/ 133197 h 4882701"/>
                <a:gd name="connsiteX24112" fmla="*/ 2453286 w 4954903"/>
                <a:gd name="connsiteY24112" fmla="*/ 132184 h 4882701"/>
                <a:gd name="connsiteX24113" fmla="*/ 2448474 w 4954903"/>
                <a:gd name="connsiteY24113" fmla="*/ 127119 h 4882701"/>
                <a:gd name="connsiteX24114" fmla="*/ 2441384 w 4954903"/>
                <a:gd name="connsiteY24114" fmla="*/ 133703 h 4882701"/>
                <a:gd name="connsiteX24115" fmla="*/ 2453286 w 4954903"/>
                <a:gd name="connsiteY24115" fmla="*/ 132184 h 4882701"/>
                <a:gd name="connsiteX24116" fmla="*/ 2422645 w 4954903"/>
                <a:gd name="connsiteY24116" fmla="*/ 126866 h 4882701"/>
                <a:gd name="connsiteX24117" fmla="*/ 2415049 w 4954903"/>
                <a:gd name="connsiteY24117" fmla="*/ 133450 h 4882701"/>
                <a:gd name="connsiteX24118" fmla="*/ 2426950 w 4954903"/>
                <a:gd name="connsiteY24118" fmla="*/ 131931 h 4882701"/>
                <a:gd name="connsiteX24119" fmla="*/ 2426950 w 4954903"/>
                <a:gd name="connsiteY24119" fmla="*/ 131931 h 4882701"/>
                <a:gd name="connsiteX24120" fmla="*/ 2422645 w 4954903"/>
                <a:gd name="connsiteY24120" fmla="*/ 126866 h 4882701"/>
                <a:gd name="connsiteX24121" fmla="*/ 1935945 w 4954903"/>
                <a:gd name="connsiteY24121" fmla="*/ 129398 h 4882701"/>
                <a:gd name="connsiteX24122" fmla="*/ 1935692 w 4954903"/>
                <a:gd name="connsiteY24122" fmla="*/ 127879 h 4882701"/>
                <a:gd name="connsiteX24123" fmla="*/ 1917713 w 4954903"/>
                <a:gd name="connsiteY24123" fmla="*/ 136489 h 4882701"/>
                <a:gd name="connsiteX24124" fmla="*/ 1930881 w 4954903"/>
                <a:gd name="connsiteY24124" fmla="*/ 132944 h 4882701"/>
                <a:gd name="connsiteX24125" fmla="*/ 1935945 w 4954903"/>
                <a:gd name="connsiteY24125" fmla="*/ 129398 h 4882701"/>
                <a:gd name="connsiteX24126" fmla="*/ 1916953 w 4954903"/>
                <a:gd name="connsiteY24126" fmla="*/ 129905 h 4882701"/>
                <a:gd name="connsiteX24127" fmla="*/ 1916700 w 4954903"/>
                <a:gd name="connsiteY24127" fmla="*/ 128386 h 4882701"/>
                <a:gd name="connsiteX24128" fmla="*/ 1898214 w 4954903"/>
                <a:gd name="connsiteY24128" fmla="*/ 136995 h 4882701"/>
                <a:gd name="connsiteX24129" fmla="*/ 1911382 w 4954903"/>
                <a:gd name="connsiteY24129" fmla="*/ 133197 h 4882701"/>
                <a:gd name="connsiteX24130" fmla="*/ 1916953 w 4954903"/>
                <a:gd name="connsiteY24130" fmla="*/ 129905 h 4882701"/>
                <a:gd name="connsiteX24131" fmla="*/ 1892897 w 4954903"/>
                <a:gd name="connsiteY24131" fmla="*/ 133703 h 4882701"/>
                <a:gd name="connsiteX24132" fmla="*/ 1898974 w 4954903"/>
                <a:gd name="connsiteY24132" fmla="*/ 129905 h 4882701"/>
                <a:gd name="connsiteX24133" fmla="*/ 1898721 w 4954903"/>
                <a:gd name="connsiteY24133" fmla="*/ 128639 h 4882701"/>
                <a:gd name="connsiteX24134" fmla="*/ 1879982 w 4954903"/>
                <a:gd name="connsiteY24134" fmla="*/ 137502 h 4882701"/>
                <a:gd name="connsiteX24135" fmla="*/ 1892897 w 4954903"/>
                <a:gd name="connsiteY24135" fmla="*/ 133703 h 4882701"/>
                <a:gd name="connsiteX24136" fmla="*/ 1874411 w 4954903"/>
                <a:gd name="connsiteY24136" fmla="*/ 134210 h 4882701"/>
                <a:gd name="connsiteX24137" fmla="*/ 1880489 w 4954903"/>
                <a:gd name="connsiteY24137" fmla="*/ 130411 h 4882701"/>
                <a:gd name="connsiteX24138" fmla="*/ 1880235 w 4954903"/>
                <a:gd name="connsiteY24138" fmla="*/ 129145 h 4882701"/>
                <a:gd name="connsiteX24139" fmla="*/ 1860990 w 4954903"/>
                <a:gd name="connsiteY24139" fmla="*/ 138008 h 4882701"/>
                <a:gd name="connsiteX24140" fmla="*/ 1874411 w 4954903"/>
                <a:gd name="connsiteY24140" fmla="*/ 134210 h 4882701"/>
                <a:gd name="connsiteX24141" fmla="*/ 1856685 w 4954903"/>
                <a:gd name="connsiteY24141" fmla="*/ 134716 h 4882701"/>
                <a:gd name="connsiteX24142" fmla="*/ 1863522 w 4954903"/>
                <a:gd name="connsiteY24142" fmla="*/ 130665 h 4882701"/>
                <a:gd name="connsiteX24143" fmla="*/ 1863269 w 4954903"/>
                <a:gd name="connsiteY24143" fmla="*/ 129652 h 4882701"/>
                <a:gd name="connsiteX24144" fmla="*/ 1843518 w 4954903"/>
                <a:gd name="connsiteY24144" fmla="*/ 138515 h 4882701"/>
                <a:gd name="connsiteX24145" fmla="*/ 1856685 w 4954903"/>
                <a:gd name="connsiteY24145" fmla="*/ 134716 h 4882701"/>
                <a:gd name="connsiteX24146" fmla="*/ 1846050 w 4954903"/>
                <a:gd name="connsiteY24146" fmla="*/ 130411 h 4882701"/>
                <a:gd name="connsiteX24147" fmla="*/ 1826045 w 4954903"/>
                <a:gd name="connsiteY24147" fmla="*/ 139274 h 4882701"/>
                <a:gd name="connsiteX24148" fmla="*/ 1839213 w 4954903"/>
                <a:gd name="connsiteY24148" fmla="*/ 135476 h 4882701"/>
                <a:gd name="connsiteX24149" fmla="*/ 1846303 w 4954903"/>
                <a:gd name="connsiteY24149" fmla="*/ 131424 h 4882701"/>
                <a:gd name="connsiteX24150" fmla="*/ 1846050 w 4954903"/>
                <a:gd name="connsiteY24150" fmla="*/ 130411 h 4882701"/>
                <a:gd name="connsiteX24151" fmla="*/ 1822500 w 4954903"/>
                <a:gd name="connsiteY24151" fmla="*/ 135982 h 4882701"/>
                <a:gd name="connsiteX24152" fmla="*/ 1830097 w 4954903"/>
                <a:gd name="connsiteY24152" fmla="*/ 131677 h 4882701"/>
                <a:gd name="connsiteX24153" fmla="*/ 1829590 w 4954903"/>
                <a:gd name="connsiteY24153" fmla="*/ 130918 h 4882701"/>
                <a:gd name="connsiteX24154" fmla="*/ 1809079 w 4954903"/>
                <a:gd name="connsiteY24154" fmla="*/ 140034 h 4882701"/>
                <a:gd name="connsiteX24155" fmla="*/ 1822500 w 4954903"/>
                <a:gd name="connsiteY24155" fmla="*/ 135982 h 4882701"/>
                <a:gd name="connsiteX24156" fmla="*/ 1814397 w 4954903"/>
                <a:gd name="connsiteY24156" fmla="*/ 131931 h 4882701"/>
                <a:gd name="connsiteX24157" fmla="*/ 1813637 w 4954903"/>
                <a:gd name="connsiteY24157" fmla="*/ 131677 h 4882701"/>
                <a:gd name="connsiteX24158" fmla="*/ 1792619 w 4954903"/>
                <a:gd name="connsiteY24158" fmla="*/ 140794 h 4882701"/>
                <a:gd name="connsiteX24159" fmla="*/ 1806040 w 4954903"/>
                <a:gd name="connsiteY24159" fmla="*/ 136489 h 4882701"/>
                <a:gd name="connsiteX24160" fmla="*/ 1806040 w 4954903"/>
                <a:gd name="connsiteY24160" fmla="*/ 136489 h 4882701"/>
                <a:gd name="connsiteX24161" fmla="*/ 1814397 w 4954903"/>
                <a:gd name="connsiteY24161" fmla="*/ 131931 h 4882701"/>
                <a:gd name="connsiteX24162" fmla="*/ 1777173 w 4954903"/>
                <a:gd name="connsiteY24162" fmla="*/ 141553 h 4882701"/>
                <a:gd name="connsiteX24163" fmla="*/ 1790593 w 4954903"/>
                <a:gd name="connsiteY24163" fmla="*/ 137248 h 4882701"/>
                <a:gd name="connsiteX24164" fmla="*/ 1798950 w 4954903"/>
                <a:gd name="connsiteY24164" fmla="*/ 132437 h 4882701"/>
                <a:gd name="connsiteX24165" fmla="*/ 1798443 w 4954903"/>
                <a:gd name="connsiteY24165" fmla="*/ 132184 h 4882701"/>
                <a:gd name="connsiteX24166" fmla="*/ 1777173 w 4954903"/>
                <a:gd name="connsiteY24166" fmla="*/ 141553 h 4882701"/>
                <a:gd name="connsiteX24167" fmla="*/ 1761726 w 4954903"/>
                <a:gd name="connsiteY24167" fmla="*/ 142313 h 4882701"/>
                <a:gd name="connsiteX24168" fmla="*/ 1775147 w 4954903"/>
                <a:gd name="connsiteY24168" fmla="*/ 138008 h 4882701"/>
                <a:gd name="connsiteX24169" fmla="*/ 1783756 w 4954903"/>
                <a:gd name="connsiteY24169" fmla="*/ 133197 h 4882701"/>
                <a:gd name="connsiteX24170" fmla="*/ 1783250 w 4954903"/>
                <a:gd name="connsiteY24170" fmla="*/ 132944 h 4882701"/>
                <a:gd name="connsiteX24171" fmla="*/ 1761726 w 4954903"/>
                <a:gd name="connsiteY24171" fmla="*/ 142313 h 4882701"/>
                <a:gd name="connsiteX24172" fmla="*/ 1747039 w 4954903"/>
                <a:gd name="connsiteY24172" fmla="*/ 143073 h 4882701"/>
                <a:gd name="connsiteX24173" fmla="*/ 1747039 w 4954903"/>
                <a:gd name="connsiteY24173" fmla="*/ 143073 h 4882701"/>
                <a:gd name="connsiteX24174" fmla="*/ 1760460 w 4954903"/>
                <a:gd name="connsiteY24174" fmla="*/ 138768 h 4882701"/>
                <a:gd name="connsiteX24175" fmla="*/ 1769323 w 4954903"/>
                <a:gd name="connsiteY24175" fmla="*/ 133956 h 4882701"/>
                <a:gd name="connsiteX24176" fmla="*/ 1768816 w 4954903"/>
                <a:gd name="connsiteY24176" fmla="*/ 133956 h 4882701"/>
                <a:gd name="connsiteX24177" fmla="*/ 1747039 w 4954903"/>
                <a:gd name="connsiteY24177" fmla="*/ 143073 h 4882701"/>
                <a:gd name="connsiteX24178" fmla="*/ 1732858 w 4954903"/>
                <a:gd name="connsiteY24178" fmla="*/ 143832 h 4882701"/>
                <a:gd name="connsiteX24179" fmla="*/ 1746279 w 4954903"/>
                <a:gd name="connsiteY24179" fmla="*/ 139527 h 4882701"/>
                <a:gd name="connsiteX24180" fmla="*/ 1755648 w 4954903"/>
                <a:gd name="connsiteY24180" fmla="*/ 134716 h 4882701"/>
                <a:gd name="connsiteX24181" fmla="*/ 1755142 w 4954903"/>
                <a:gd name="connsiteY24181" fmla="*/ 134716 h 4882701"/>
                <a:gd name="connsiteX24182" fmla="*/ 1732858 w 4954903"/>
                <a:gd name="connsiteY24182" fmla="*/ 143832 h 4882701"/>
                <a:gd name="connsiteX24183" fmla="*/ 1732858 w 4954903"/>
                <a:gd name="connsiteY24183" fmla="*/ 140287 h 4882701"/>
                <a:gd name="connsiteX24184" fmla="*/ 1742480 w 4954903"/>
                <a:gd name="connsiteY24184" fmla="*/ 135476 h 4882701"/>
                <a:gd name="connsiteX24185" fmla="*/ 1742227 w 4954903"/>
                <a:gd name="connsiteY24185" fmla="*/ 135476 h 4882701"/>
                <a:gd name="connsiteX24186" fmla="*/ 1719437 w 4954903"/>
                <a:gd name="connsiteY24186" fmla="*/ 144845 h 4882701"/>
                <a:gd name="connsiteX24187" fmla="*/ 1732858 w 4954903"/>
                <a:gd name="connsiteY24187" fmla="*/ 140287 h 4882701"/>
                <a:gd name="connsiteX24188" fmla="*/ 1706269 w 4954903"/>
                <a:gd name="connsiteY24188" fmla="*/ 145605 h 4882701"/>
                <a:gd name="connsiteX24189" fmla="*/ 1719690 w 4954903"/>
                <a:gd name="connsiteY24189" fmla="*/ 141047 h 4882701"/>
                <a:gd name="connsiteX24190" fmla="*/ 1729566 w 4954903"/>
                <a:gd name="connsiteY24190" fmla="*/ 136236 h 4882701"/>
                <a:gd name="connsiteX24191" fmla="*/ 1729313 w 4954903"/>
                <a:gd name="connsiteY24191" fmla="*/ 136236 h 4882701"/>
                <a:gd name="connsiteX24192" fmla="*/ 1706269 w 4954903"/>
                <a:gd name="connsiteY24192" fmla="*/ 145605 h 4882701"/>
                <a:gd name="connsiteX24193" fmla="*/ 1717158 w 4954903"/>
                <a:gd name="connsiteY24193" fmla="*/ 136995 h 4882701"/>
                <a:gd name="connsiteX24194" fmla="*/ 1693861 w 4954903"/>
                <a:gd name="connsiteY24194" fmla="*/ 146365 h 4882701"/>
                <a:gd name="connsiteX24195" fmla="*/ 1693861 w 4954903"/>
                <a:gd name="connsiteY24195" fmla="*/ 146618 h 4882701"/>
                <a:gd name="connsiteX24196" fmla="*/ 1707282 w 4954903"/>
                <a:gd name="connsiteY24196" fmla="*/ 142060 h 4882701"/>
                <a:gd name="connsiteX24197" fmla="*/ 1707282 w 4954903"/>
                <a:gd name="connsiteY24197" fmla="*/ 142060 h 4882701"/>
                <a:gd name="connsiteX24198" fmla="*/ 1717411 w 4954903"/>
                <a:gd name="connsiteY24198" fmla="*/ 137248 h 4882701"/>
                <a:gd name="connsiteX24199" fmla="*/ 1717158 w 4954903"/>
                <a:gd name="connsiteY24199" fmla="*/ 136995 h 4882701"/>
                <a:gd name="connsiteX24200" fmla="*/ 1717158 w 4954903"/>
                <a:gd name="connsiteY24200" fmla="*/ 136995 h 4882701"/>
                <a:gd name="connsiteX24201" fmla="*/ 1705510 w 4954903"/>
                <a:gd name="connsiteY24201" fmla="*/ 138008 h 4882701"/>
                <a:gd name="connsiteX24202" fmla="*/ 1681960 w 4954903"/>
                <a:gd name="connsiteY24202" fmla="*/ 147377 h 4882701"/>
                <a:gd name="connsiteX24203" fmla="*/ 1681960 w 4954903"/>
                <a:gd name="connsiteY24203" fmla="*/ 147631 h 4882701"/>
                <a:gd name="connsiteX24204" fmla="*/ 1695380 w 4954903"/>
                <a:gd name="connsiteY24204" fmla="*/ 143073 h 4882701"/>
                <a:gd name="connsiteX24205" fmla="*/ 1705763 w 4954903"/>
                <a:gd name="connsiteY24205" fmla="*/ 138261 h 4882701"/>
                <a:gd name="connsiteX24206" fmla="*/ 1705510 w 4954903"/>
                <a:gd name="connsiteY24206" fmla="*/ 138008 h 4882701"/>
                <a:gd name="connsiteX24207" fmla="*/ 1705510 w 4954903"/>
                <a:gd name="connsiteY24207" fmla="*/ 138008 h 4882701"/>
                <a:gd name="connsiteX24208" fmla="*/ 1694368 w 4954903"/>
                <a:gd name="connsiteY24208" fmla="*/ 138768 h 4882701"/>
                <a:gd name="connsiteX24209" fmla="*/ 1670564 w 4954903"/>
                <a:gd name="connsiteY24209" fmla="*/ 148137 h 4882701"/>
                <a:gd name="connsiteX24210" fmla="*/ 1670564 w 4954903"/>
                <a:gd name="connsiteY24210" fmla="*/ 148390 h 4882701"/>
                <a:gd name="connsiteX24211" fmla="*/ 1683985 w 4954903"/>
                <a:gd name="connsiteY24211" fmla="*/ 143832 h 4882701"/>
                <a:gd name="connsiteX24212" fmla="*/ 1694368 w 4954903"/>
                <a:gd name="connsiteY24212" fmla="*/ 138768 h 4882701"/>
                <a:gd name="connsiteX24213" fmla="*/ 1694368 w 4954903"/>
                <a:gd name="connsiteY24213" fmla="*/ 138768 h 4882701"/>
                <a:gd name="connsiteX24214" fmla="*/ 1694368 w 4954903"/>
                <a:gd name="connsiteY24214" fmla="*/ 138768 h 4882701"/>
                <a:gd name="connsiteX24215" fmla="*/ 1659929 w 4954903"/>
                <a:gd name="connsiteY24215" fmla="*/ 149403 h 4882701"/>
                <a:gd name="connsiteX24216" fmla="*/ 1673350 w 4954903"/>
                <a:gd name="connsiteY24216" fmla="*/ 144845 h 4882701"/>
                <a:gd name="connsiteX24217" fmla="*/ 1684239 w 4954903"/>
                <a:gd name="connsiteY24217" fmla="*/ 140034 h 4882701"/>
                <a:gd name="connsiteX24218" fmla="*/ 1684239 w 4954903"/>
                <a:gd name="connsiteY24218" fmla="*/ 139781 h 4882701"/>
                <a:gd name="connsiteX24219" fmla="*/ 1683985 w 4954903"/>
                <a:gd name="connsiteY24219" fmla="*/ 139781 h 4882701"/>
                <a:gd name="connsiteX24220" fmla="*/ 1659929 w 4954903"/>
                <a:gd name="connsiteY24220" fmla="*/ 149403 h 4882701"/>
                <a:gd name="connsiteX24221" fmla="*/ 1659929 w 4954903"/>
                <a:gd name="connsiteY24221" fmla="*/ 149403 h 4882701"/>
                <a:gd name="connsiteX24222" fmla="*/ 1649800 w 4954903"/>
                <a:gd name="connsiteY24222" fmla="*/ 150416 h 4882701"/>
                <a:gd name="connsiteX24223" fmla="*/ 1663221 w 4954903"/>
                <a:gd name="connsiteY24223" fmla="*/ 145858 h 4882701"/>
                <a:gd name="connsiteX24224" fmla="*/ 1674363 w 4954903"/>
                <a:gd name="connsiteY24224" fmla="*/ 140794 h 4882701"/>
                <a:gd name="connsiteX24225" fmla="*/ 1674110 w 4954903"/>
                <a:gd name="connsiteY24225" fmla="*/ 140794 h 4882701"/>
                <a:gd name="connsiteX24226" fmla="*/ 1649800 w 4954903"/>
                <a:gd name="connsiteY24226" fmla="*/ 150416 h 4882701"/>
                <a:gd name="connsiteX24227" fmla="*/ 1640177 w 4954903"/>
                <a:gd name="connsiteY24227" fmla="*/ 151429 h 4882701"/>
                <a:gd name="connsiteX24228" fmla="*/ 1653345 w 4954903"/>
                <a:gd name="connsiteY24228" fmla="*/ 146871 h 4882701"/>
                <a:gd name="connsiteX24229" fmla="*/ 1664740 w 4954903"/>
                <a:gd name="connsiteY24229" fmla="*/ 141806 h 4882701"/>
                <a:gd name="connsiteX24230" fmla="*/ 1664487 w 4954903"/>
                <a:gd name="connsiteY24230" fmla="*/ 141806 h 4882701"/>
                <a:gd name="connsiteX24231" fmla="*/ 1640177 w 4954903"/>
                <a:gd name="connsiteY24231" fmla="*/ 151429 h 4882701"/>
                <a:gd name="connsiteX24232" fmla="*/ 1631314 w 4954903"/>
                <a:gd name="connsiteY24232" fmla="*/ 152442 h 4882701"/>
                <a:gd name="connsiteX24233" fmla="*/ 1644482 w 4954903"/>
                <a:gd name="connsiteY24233" fmla="*/ 147884 h 4882701"/>
                <a:gd name="connsiteX24234" fmla="*/ 1656131 w 4954903"/>
                <a:gd name="connsiteY24234" fmla="*/ 142819 h 4882701"/>
                <a:gd name="connsiteX24235" fmla="*/ 1656131 w 4954903"/>
                <a:gd name="connsiteY24235" fmla="*/ 142819 h 4882701"/>
                <a:gd name="connsiteX24236" fmla="*/ 1631314 w 4954903"/>
                <a:gd name="connsiteY24236" fmla="*/ 152442 h 4882701"/>
                <a:gd name="connsiteX24237" fmla="*/ 1623211 w 4954903"/>
                <a:gd name="connsiteY24237" fmla="*/ 153455 h 4882701"/>
                <a:gd name="connsiteX24238" fmla="*/ 1636379 w 4954903"/>
                <a:gd name="connsiteY24238" fmla="*/ 148897 h 4882701"/>
                <a:gd name="connsiteX24239" fmla="*/ 1648280 w 4954903"/>
                <a:gd name="connsiteY24239" fmla="*/ 144086 h 4882701"/>
                <a:gd name="connsiteX24240" fmla="*/ 1648280 w 4954903"/>
                <a:gd name="connsiteY24240" fmla="*/ 143832 h 4882701"/>
                <a:gd name="connsiteX24241" fmla="*/ 1623211 w 4954903"/>
                <a:gd name="connsiteY24241" fmla="*/ 153455 h 4882701"/>
                <a:gd name="connsiteX24242" fmla="*/ 1623211 w 4954903"/>
                <a:gd name="connsiteY24242" fmla="*/ 153455 h 4882701"/>
                <a:gd name="connsiteX24243" fmla="*/ 1628782 w 4954903"/>
                <a:gd name="connsiteY24243" fmla="*/ 149910 h 4882701"/>
                <a:gd name="connsiteX24244" fmla="*/ 1640937 w 4954903"/>
                <a:gd name="connsiteY24244" fmla="*/ 144845 h 4882701"/>
                <a:gd name="connsiteX24245" fmla="*/ 1615868 w 4954903"/>
                <a:gd name="connsiteY24245" fmla="*/ 154468 h 4882701"/>
                <a:gd name="connsiteX24246" fmla="*/ 1628782 w 4954903"/>
                <a:gd name="connsiteY24246" fmla="*/ 149910 h 4882701"/>
                <a:gd name="connsiteX24247" fmla="*/ 1621692 w 4954903"/>
                <a:gd name="connsiteY24247" fmla="*/ 150923 h 4882701"/>
                <a:gd name="connsiteX24248" fmla="*/ 1621692 w 4954903"/>
                <a:gd name="connsiteY24248" fmla="*/ 150923 h 4882701"/>
                <a:gd name="connsiteX24249" fmla="*/ 1634100 w 4954903"/>
                <a:gd name="connsiteY24249" fmla="*/ 145858 h 4882701"/>
                <a:gd name="connsiteX24250" fmla="*/ 1608777 w 4954903"/>
                <a:gd name="connsiteY24250" fmla="*/ 155734 h 4882701"/>
                <a:gd name="connsiteX24251" fmla="*/ 1621692 w 4954903"/>
                <a:gd name="connsiteY24251" fmla="*/ 150923 h 4882701"/>
                <a:gd name="connsiteX24252" fmla="*/ 1615361 w 4954903"/>
                <a:gd name="connsiteY24252" fmla="*/ 152189 h 4882701"/>
                <a:gd name="connsiteX24253" fmla="*/ 1628022 w 4954903"/>
                <a:gd name="connsiteY24253" fmla="*/ 147124 h 4882701"/>
                <a:gd name="connsiteX24254" fmla="*/ 1602447 w 4954903"/>
                <a:gd name="connsiteY24254" fmla="*/ 157000 h 4882701"/>
                <a:gd name="connsiteX24255" fmla="*/ 1615361 w 4954903"/>
                <a:gd name="connsiteY24255" fmla="*/ 152189 h 4882701"/>
                <a:gd name="connsiteX24256" fmla="*/ 1609537 w 4954903"/>
                <a:gd name="connsiteY24256" fmla="*/ 153202 h 4882701"/>
                <a:gd name="connsiteX24257" fmla="*/ 1622451 w 4954903"/>
                <a:gd name="connsiteY24257" fmla="*/ 148137 h 4882701"/>
                <a:gd name="connsiteX24258" fmla="*/ 1596876 w 4954903"/>
                <a:gd name="connsiteY24258" fmla="*/ 158013 h 4882701"/>
                <a:gd name="connsiteX24259" fmla="*/ 1609537 w 4954903"/>
                <a:gd name="connsiteY24259" fmla="*/ 153202 h 4882701"/>
                <a:gd name="connsiteX24260" fmla="*/ 1604472 w 4954903"/>
                <a:gd name="connsiteY24260" fmla="*/ 154468 h 4882701"/>
                <a:gd name="connsiteX24261" fmla="*/ 1617640 w 4954903"/>
                <a:gd name="connsiteY24261" fmla="*/ 149403 h 4882701"/>
                <a:gd name="connsiteX24262" fmla="*/ 1591811 w 4954903"/>
                <a:gd name="connsiteY24262" fmla="*/ 159279 h 4882701"/>
                <a:gd name="connsiteX24263" fmla="*/ 1604472 w 4954903"/>
                <a:gd name="connsiteY24263" fmla="*/ 154468 h 4882701"/>
                <a:gd name="connsiteX24264" fmla="*/ 1613589 w 4954903"/>
                <a:gd name="connsiteY24264" fmla="*/ 150416 h 4882701"/>
                <a:gd name="connsiteX24265" fmla="*/ 1587760 w 4954903"/>
                <a:gd name="connsiteY24265" fmla="*/ 160292 h 4882701"/>
                <a:gd name="connsiteX24266" fmla="*/ 1600421 w 4954903"/>
                <a:gd name="connsiteY24266" fmla="*/ 155481 h 4882701"/>
                <a:gd name="connsiteX24267" fmla="*/ 1613589 w 4954903"/>
                <a:gd name="connsiteY24267" fmla="*/ 150416 h 4882701"/>
                <a:gd name="connsiteX24268" fmla="*/ 3374775 w 4954903"/>
                <a:gd name="connsiteY24268" fmla="*/ 165103 h 4882701"/>
                <a:gd name="connsiteX24269" fmla="*/ 3359581 w 4954903"/>
                <a:gd name="connsiteY24269" fmla="*/ 159279 h 4882701"/>
                <a:gd name="connsiteX24270" fmla="*/ 3359581 w 4954903"/>
                <a:gd name="connsiteY24270" fmla="*/ 159279 h 4882701"/>
                <a:gd name="connsiteX24271" fmla="*/ 3385157 w 4954903"/>
                <a:gd name="connsiteY24271" fmla="*/ 169408 h 4882701"/>
                <a:gd name="connsiteX24272" fmla="*/ 3374775 w 4954903"/>
                <a:gd name="connsiteY24272" fmla="*/ 165103 h 4882701"/>
                <a:gd name="connsiteX24273" fmla="*/ 3368950 w 4954903"/>
                <a:gd name="connsiteY24273" fmla="*/ 163837 h 4882701"/>
                <a:gd name="connsiteX24274" fmla="*/ 3353757 w 4954903"/>
                <a:gd name="connsiteY24274" fmla="*/ 158013 h 4882701"/>
                <a:gd name="connsiteX24275" fmla="*/ 3353757 w 4954903"/>
                <a:gd name="connsiteY24275" fmla="*/ 158013 h 4882701"/>
                <a:gd name="connsiteX24276" fmla="*/ 3379079 w 4954903"/>
                <a:gd name="connsiteY24276" fmla="*/ 168142 h 4882701"/>
                <a:gd name="connsiteX24277" fmla="*/ 3368950 w 4954903"/>
                <a:gd name="connsiteY24277" fmla="*/ 163837 h 4882701"/>
                <a:gd name="connsiteX24278" fmla="*/ 2596358 w 4954903"/>
                <a:gd name="connsiteY24278" fmla="*/ 110913 h 4882701"/>
                <a:gd name="connsiteX24279" fmla="*/ 2594839 w 4954903"/>
                <a:gd name="connsiteY24279" fmla="*/ 117750 h 4882701"/>
                <a:gd name="connsiteX24280" fmla="*/ 2603955 w 4954903"/>
                <a:gd name="connsiteY24280" fmla="*/ 115724 h 4882701"/>
                <a:gd name="connsiteX24281" fmla="*/ 2597371 w 4954903"/>
                <a:gd name="connsiteY24281" fmla="*/ 110913 h 4882701"/>
                <a:gd name="connsiteX24282" fmla="*/ 2596358 w 4954903"/>
                <a:gd name="connsiteY24282" fmla="*/ 110913 h 4882701"/>
                <a:gd name="connsiteX24283" fmla="*/ 2573315 w 4954903"/>
                <a:gd name="connsiteY24283" fmla="*/ 110406 h 4882701"/>
                <a:gd name="connsiteX24284" fmla="*/ 2570782 w 4954903"/>
                <a:gd name="connsiteY24284" fmla="*/ 117244 h 4882701"/>
                <a:gd name="connsiteX24285" fmla="*/ 2580152 w 4954903"/>
                <a:gd name="connsiteY24285" fmla="*/ 115218 h 4882701"/>
                <a:gd name="connsiteX24286" fmla="*/ 2573821 w 4954903"/>
                <a:gd name="connsiteY24286" fmla="*/ 110406 h 4882701"/>
                <a:gd name="connsiteX24287" fmla="*/ 2573315 w 4954903"/>
                <a:gd name="connsiteY24287" fmla="*/ 110406 h 4882701"/>
                <a:gd name="connsiteX24288" fmla="*/ 2507223 w 4954903"/>
                <a:gd name="connsiteY24288" fmla="*/ 113698 h 4882701"/>
                <a:gd name="connsiteX24289" fmla="*/ 2502158 w 4954903"/>
                <a:gd name="connsiteY24289" fmla="*/ 108887 h 4882701"/>
                <a:gd name="connsiteX24290" fmla="*/ 2496587 w 4954903"/>
                <a:gd name="connsiteY24290" fmla="*/ 115218 h 4882701"/>
                <a:gd name="connsiteX24291" fmla="*/ 2507223 w 4954903"/>
                <a:gd name="connsiteY24291" fmla="*/ 113698 h 4882701"/>
                <a:gd name="connsiteX24292" fmla="*/ 2482660 w 4954903"/>
                <a:gd name="connsiteY24292" fmla="*/ 113192 h 4882701"/>
                <a:gd name="connsiteX24293" fmla="*/ 2477848 w 4954903"/>
                <a:gd name="connsiteY24293" fmla="*/ 108381 h 4882701"/>
                <a:gd name="connsiteX24294" fmla="*/ 2471771 w 4954903"/>
                <a:gd name="connsiteY24294" fmla="*/ 114711 h 4882701"/>
                <a:gd name="connsiteX24295" fmla="*/ 2482660 w 4954903"/>
                <a:gd name="connsiteY24295" fmla="*/ 113192 h 4882701"/>
                <a:gd name="connsiteX24296" fmla="*/ 2457844 w 4954903"/>
                <a:gd name="connsiteY24296" fmla="*/ 112939 h 4882701"/>
                <a:gd name="connsiteX24297" fmla="*/ 2453286 w 4954903"/>
                <a:gd name="connsiteY24297" fmla="*/ 108127 h 4882701"/>
                <a:gd name="connsiteX24298" fmla="*/ 2446702 w 4954903"/>
                <a:gd name="connsiteY24298" fmla="*/ 114205 h 4882701"/>
                <a:gd name="connsiteX24299" fmla="*/ 2457844 w 4954903"/>
                <a:gd name="connsiteY24299" fmla="*/ 112939 h 4882701"/>
                <a:gd name="connsiteX24300" fmla="*/ 2408465 w 4954903"/>
                <a:gd name="connsiteY24300" fmla="*/ 112179 h 4882701"/>
                <a:gd name="connsiteX24301" fmla="*/ 2404920 w 4954903"/>
                <a:gd name="connsiteY24301" fmla="*/ 107368 h 4882701"/>
                <a:gd name="connsiteX24302" fmla="*/ 2397070 w 4954903"/>
                <a:gd name="connsiteY24302" fmla="*/ 113445 h 4882701"/>
                <a:gd name="connsiteX24303" fmla="*/ 2408465 w 4954903"/>
                <a:gd name="connsiteY24303" fmla="*/ 112179 h 4882701"/>
                <a:gd name="connsiteX24304" fmla="*/ 1949366 w 4954903"/>
                <a:gd name="connsiteY24304" fmla="*/ 113698 h 4882701"/>
                <a:gd name="connsiteX24305" fmla="*/ 1955190 w 4954903"/>
                <a:gd name="connsiteY24305" fmla="*/ 110406 h 4882701"/>
                <a:gd name="connsiteX24306" fmla="*/ 1954937 w 4954903"/>
                <a:gd name="connsiteY24306" fmla="*/ 109140 h 4882701"/>
                <a:gd name="connsiteX24307" fmla="*/ 1936452 w 4954903"/>
                <a:gd name="connsiteY24307" fmla="*/ 117244 h 4882701"/>
                <a:gd name="connsiteX24308" fmla="*/ 1949366 w 4954903"/>
                <a:gd name="connsiteY24308" fmla="*/ 113698 h 4882701"/>
                <a:gd name="connsiteX24309" fmla="*/ 1931640 w 4954903"/>
                <a:gd name="connsiteY24309" fmla="*/ 114205 h 4882701"/>
                <a:gd name="connsiteX24310" fmla="*/ 1937971 w 4954903"/>
                <a:gd name="connsiteY24310" fmla="*/ 110406 h 4882701"/>
                <a:gd name="connsiteX24311" fmla="*/ 1937465 w 4954903"/>
                <a:gd name="connsiteY24311" fmla="*/ 109394 h 4882701"/>
                <a:gd name="connsiteX24312" fmla="*/ 1918473 w 4954903"/>
                <a:gd name="connsiteY24312" fmla="*/ 117497 h 4882701"/>
                <a:gd name="connsiteX24313" fmla="*/ 1931640 w 4954903"/>
                <a:gd name="connsiteY24313" fmla="*/ 114205 h 4882701"/>
                <a:gd name="connsiteX24314" fmla="*/ 1914421 w 4954903"/>
                <a:gd name="connsiteY24314" fmla="*/ 114711 h 4882701"/>
                <a:gd name="connsiteX24315" fmla="*/ 1921005 w 4954903"/>
                <a:gd name="connsiteY24315" fmla="*/ 110913 h 4882701"/>
                <a:gd name="connsiteX24316" fmla="*/ 1920752 w 4954903"/>
                <a:gd name="connsiteY24316" fmla="*/ 109900 h 4882701"/>
                <a:gd name="connsiteX24317" fmla="*/ 1901506 w 4954903"/>
                <a:gd name="connsiteY24317" fmla="*/ 118003 h 4882701"/>
                <a:gd name="connsiteX24318" fmla="*/ 1914421 w 4954903"/>
                <a:gd name="connsiteY24318" fmla="*/ 114711 h 4882701"/>
                <a:gd name="connsiteX24319" fmla="*/ 1897708 w 4954903"/>
                <a:gd name="connsiteY24319" fmla="*/ 115218 h 4882701"/>
                <a:gd name="connsiteX24320" fmla="*/ 1904798 w 4954903"/>
                <a:gd name="connsiteY24320" fmla="*/ 111166 h 4882701"/>
                <a:gd name="connsiteX24321" fmla="*/ 1904292 w 4954903"/>
                <a:gd name="connsiteY24321" fmla="*/ 110406 h 4882701"/>
                <a:gd name="connsiteX24322" fmla="*/ 1884793 w 4954903"/>
                <a:gd name="connsiteY24322" fmla="*/ 119016 h 4882701"/>
                <a:gd name="connsiteX24323" fmla="*/ 1897708 w 4954903"/>
                <a:gd name="connsiteY24323" fmla="*/ 115218 h 4882701"/>
                <a:gd name="connsiteX24324" fmla="*/ 1889352 w 4954903"/>
                <a:gd name="connsiteY24324" fmla="*/ 111166 h 4882701"/>
                <a:gd name="connsiteX24325" fmla="*/ 1888845 w 4954903"/>
                <a:gd name="connsiteY24325" fmla="*/ 110913 h 4882701"/>
                <a:gd name="connsiteX24326" fmla="*/ 1868587 w 4954903"/>
                <a:gd name="connsiteY24326" fmla="*/ 119523 h 4882701"/>
                <a:gd name="connsiteX24327" fmla="*/ 1881755 w 4954903"/>
                <a:gd name="connsiteY24327" fmla="*/ 115724 h 4882701"/>
                <a:gd name="connsiteX24328" fmla="*/ 1889352 w 4954903"/>
                <a:gd name="connsiteY24328" fmla="*/ 111166 h 4882701"/>
                <a:gd name="connsiteX24329" fmla="*/ 1873905 w 4954903"/>
                <a:gd name="connsiteY24329" fmla="*/ 111926 h 4882701"/>
                <a:gd name="connsiteX24330" fmla="*/ 1873398 w 4954903"/>
                <a:gd name="connsiteY24330" fmla="*/ 111673 h 4882701"/>
                <a:gd name="connsiteX24331" fmla="*/ 1852634 w 4954903"/>
                <a:gd name="connsiteY24331" fmla="*/ 120282 h 4882701"/>
                <a:gd name="connsiteX24332" fmla="*/ 1865802 w 4954903"/>
                <a:gd name="connsiteY24332" fmla="*/ 116231 h 4882701"/>
                <a:gd name="connsiteX24333" fmla="*/ 1865802 w 4954903"/>
                <a:gd name="connsiteY24333" fmla="*/ 116231 h 4882701"/>
                <a:gd name="connsiteX24334" fmla="*/ 1873905 w 4954903"/>
                <a:gd name="connsiteY24334" fmla="*/ 111926 h 4882701"/>
                <a:gd name="connsiteX24335" fmla="*/ 1850355 w 4954903"/>
                <a:gd name="connsiteY24335" fmla="*/ 116990 h 4882701"/>
                <a:gd name="connsiteX24336" fmla="*/ 1858711 w 4954903"/>
                <a:gd name="connsiteY24336" fmla="*/ 112432 h 4882701"/>
                <a:gd name="connsiteX24337" fmla="*/ 1858205 w 4954903"/>
                <a:gd name="connsiteY24337" fmla="*/ 112179 h 4882701"/>
                <a:gd name="connsiteX24338" fmla="*/ 1837187 w 4954903"/>
                <a:gd name="connsiteY24338" fmla="*/ 120789 h 4882701"/>
                <a:gd name="connsiteX24339" fmla="*/ 1850355 w 4954903"/>
                <a:gd name="connsiteY24339" fmla="*/ 116990 h 4882701"/>
                <a:gd name="connsiteX24340" fmla="*/ 1822500 w 4954903"/>
                <a:gd name="connsiteY24340" fmla="*/ 121548 h 4882701"/>
                <a:gd name="connsiteX24341" fmla="*/ 1835668 w 4954903"/>
                <a:gd name="connsiteY24341" fmla="*/ 117497 h 4882701"/>
                <a:gd name="connsiteX24342" fmla="*/ 1844277 w 4954903"/>
                <a:gd name="connsiteY24342" fmla="*/ 112939 h 4882701"/>
                <a:gd name="connsiteX24343" fmla="*/ 1843771 w 4954903"/>
                <a:gd name="connsiteY24343" fmla="*/ 112939 h 4882701"/>
                <a:gd name="connsiteX24344" fmla="*/ 1822500 w 4954903"/>
                <a:gd name="connsiteY24344" fmla="*/ 121548 h 4882701"/>
                <a:gd name="connsiteX24345" fmla="*/ 1808066 w 4954903"/>
                <a:gd name="connsiteY24345" fmla="*/ 122308 h 4882701"/>
                <a:gd name="connsiteX24346" fmla="*/ 1821234 w 4954903"/>
                <a:gd name="connsiteY24346" fmla="*/ 118256 h 4882701"/>
                <a:gd name="connsiteX24347" fmla="*/ 1830097 w 4954903"/>
                <a:gd name="connsiteY24347" fmla="*/ 113698 h 4882701"/>
                <a:gd name="connsiteX24348" fmla="*/ 1829590 w 4954903"/>
                <a:gd name="connsiteY24348" fmla="*/ 113698 h 4882701"/>
                <a:gd name="connsiteX24349" fmla="*/ 1808066 w 4954903"/>
                <a:gd name="connsiteY24349" fmla="*/ 122308 h 4882701"/>
                <a:gd name="connsiteX24350" fmla="*/ 1794139 w 4954903"/>
                <a:gd name="connsiteY24350" fmla="*/ 123068 h 4882701"/>
                <a:gd name="connsiteX24351" fmla="*/ 1807560 w 4954903"/>
                <a:gd name="connsiteY24351" fmla="*/ 119016 h 4882701"/>
                <a:gd name="connsiteX24352" fmla="*/ 1816676 w 4954903"/>
                <a:gd name="connsiteY24352" fmla="*/ 114458 h 4882701"/>
                <a:gd name="connsiteX24353" fmla="*/ 1816169 w 4954903"/>
                <a:gd name="connsiteY24353" fmla="*/ 114458 h 4882701"/>
                <a:gd name="connsiteX24354" fmla="*/ 1794139 w 4954903"/>
                <a:gd name="connsiteY24354" fmla="*/ 123068 h 4882701"/>
                <a:gd name="connsiteX24355" fmla="*/ 1794139 w 4954903"/>
                <a:gd name="connsiteY24355" fmla="*/ 119523 h 4882701"/>
                <a:gd name="connsiteX24356" fmla="*/ 1803761 w 4954903"/>
                <a:gd name="connsiteY24356" fmla="*/ 114965 h 4882701"/>
                <a:gd name="connsiteX24357" fmla="*/ 1803508 w 4954903"/>
                <a:gd name="connsiteY24357" fmla="*/ 114965 h 4882701"/>
                <a:gd name="connsiteX24358" fmla="*/ 1780971 w 4954903"/>
                <a:gd name="connsiteY24358" fmla="*/ 123827 h 4882701"/>
                <a:gd name="connsiteX24359" fmla="*/ 1794139 w 4954903"/>
                <a:gd name="connsiteY24359" fmla="*/ 119523 h 4882701"/>
                <a:gd name="connsiteX24360" fmla="*/ 1768056 w 4954903"/>
                <a:gd name="connsiteY24360" fmla="*/ 124587 h 4882701"/>
                <a:gd name="connsiteX24361" fmla="*/ 1781477 w 4954903"/>
                <a:gd name="connsiteY24361" fmla="*/ 120536 h 4882701"/>
                <a:gd name="connsiteX24362" fmla="*/ 1791353 w 4954903"/>
                <a:gd name="connsiteY24362" fmla="*/ 115977 h 4882701"/>
                <a:gd name="connsiteX24363" fmla="*/ 1791100 w 4954903"/>
                <a:gd name="connsiteY24363" fmla="*/ 115977 h 4882701"/>
                <a:gd name="connsiteX24364" fmla="*/ 1768056 w 4954903"/>
                <a:gd name="connsiteY24364" fmla="*/ 124587 h 4882701"/>
                <a:gd name="connsiteX24365" fmla="*/ 1778945 w 4954903"/>
                <a:gd name="connsiteY24365" fmla="*/ 116484 h 4882701"/>
                <a:gd name="connsiteX24366" fmla="*/ 1755648 w 4954903"/>
                <a:gd name="connsiteY24366" fmla="*/ 125094 h 4882701"/>
                <a:gd name="connsiteX24367" fmla="*/ 1755648 w 4954903"/>
                <a:gd name="connsiteY24367" fmla="*/ 125347 h 4882701"/>
                <a:gd name="connsiteX24368" fmla="*/ 1769069 w 4954903"/>
                <a:gd name="connsiteY24368" fmla="*/ 121042 h 4882701"/>
                <a:gd name="connsiteX24369" fmla="*/ 1779198 w 4954903"/>
                <a:gd name="connsiteY24369" fmla="*/ 116484 h 4882701"/>
                <a:gd name="connsiteX24370" fmla="*/ 1778945 w 4954903"/>
                <a:gd name="connsiteY24370" fmla="*/ 116484 h 4882701"/>
                <a:gd name="connsiteX24371" fmla="*/ 1778945 w 4954903"/>
                <a:gd name="connsiteY24371" fmla="*/ 116484 h 4882701"/>
                <a:gd name="connsiteX24372" fmla="*/ 1767550 w 4954903"/>
                <a:gd name="connsiteY24372" fmla="*/ 117244 h 4882701"/>
                <a:gd name="connsiteX24373" fmla="*/ 1744000 w 4954903"/>
                <a:gd name="connsiteY24373" fmla="*/ 125853 h 4882701"/>
                <a:gd name="connsiteX24374" fmla="*/ 1744000 w 4954903"/>
                <a:gd name="connsiteY24374" fmla="*/ 126106 h 4882701"/>
                <a:gd name="connsiteX24375" fmla="*/ 1757421 w 4954903"/>
                <a:gd name="connsiteY24375" fmla="*/ 121802 h 4882701"/>
                <a:gd name="connsiteX24376" fmla="*/ 1767550 w 4954903"/>
                <a:gd name="connsiteY24376" fmla="*/ 117244 h 4882701"/>
                <a:gd name="connsiteX24377" fmla="*/ 1767550 w 4954903"/>
                <a:gd name="connsiteY24377" fmla="*/ 117244 h 4882701"/>
                <a:gd name="connsiteX24378" fmla="*/ 1767550 w 4954903"/>
                <a:gd name="connsiteY24378" fmla="*/ 117244 h 4882701"/>
                <a:gd name="connsiteX24379" fmla="*/ 1756661 w 4954903"/>
                <a:gd name="connsiteY24379" fmla="*/ 118256 h 4882701"/>
                <a:gd name="connsiteX24380" fmla="*/ 1732858 w 4954903"/>
                <a:gd name="connsiteY24380" fmla="*/ 127119 h 4882701"/>
                <a:gd name="connsiteX24381" fmla="*/ 1732858 w 4954903"/>
                <a:gd name="connsiteY24381" fmla="*/ 127373 h 4882701"/>
                <a:gd name="connsiteX24382" fmla="*/ 1746279 w 4954903"/>
                <a:gd name="connsiteY24382" fmla="*/ 123068 h 4882701"/>
                <a:gd name="connsiteX24383" fmla="*/ 1756661 w 4954903"/>
                <a:gd name="connsiteY24383" fmla="*/ 118256 h 4882701"/>
                <a:gd name="connsiteX24384" fmla="*/ 1756661 w 4954903"/>
                <a:gd name="connsiteY24384" fmla="*/ 118256 h 4882701"/>
                <a:gd name="connsiteX24385" fmla="*/ 1756661 w 4954903"/>
                <a:gd name="connsiteY24385" fmla="*/ 118256 h 4882701"/>
                <a:gd name="connsiteX24386" fmla="*/ 1722223 w 4954903"/>
                <a:gd name="connsiteY24386" fmla="*/ 127879 h 4882701"/>
                <a:gd name="connsiteX24387" fmla="*/ 1735643 w 4954903"/>
                <a:gd name="connsiteY24387" fmla="*/ 123574 h 4882701"/>
                <a:gd name="connsiteX24388" fmla="*/ 1746532 w 4954903"/>
                <a:gd name="connsiteY24388" fmla="*/ 119016 h 4882701"/>
                <a:gd name="connsiteX24389" fmla="*/ 1746532 w 4954903"/>
                <a:gd name="connsiteY24389" fmla="*/ 118763 h 4882701"/>
                <a:gd name="connsiteX24390" fmla="*/ 1746279 w 4954903"/>
                <a:gd name="connsiteY24390" fmla="*/ 118763 h 4882701"/>
                <a:gd name="connsiteX24391" fmla="*/ 1722223 w 4954903"/>
                <a:gd name="connsiteY24391" fmla="*/ 127879 h 4882701"/>
                <a:gd name="connsiteX24392" fmla="*/ 1722223 w 4954903"/>
                <a:gd name="connsiteY24392" fmla="*/ 127879 h 4882701"/>
                <a:gd name="connsiteX24393" fmla="*/ 1712347 w 4954903"/>
                <a:gd name="connsiteY24393" fmla="*/ 128892 h 4882701"/>
                <a:gd name="connsiteX24394" fmla="*/ 1725768 w 4954903"/>
                <a:gd name="connsiteY24394" fmla="*/ 124587 h 4882701"/>
                <a:gd name="connsiteX24395" fmla="*/ 1736909 w 4954903"/>
                <a:gd name="connsiteY24395" fmla="*/ 120029 h 4882701"/>
                <a:gd name="connsiteX24396" fmla="*/ 1736656 w 4954903"/>
                <a:gd name="connsiteY24396" fmla="*/ 120029 h 4882701"/>
                <a:gd name="connsiteX24397" fmla="*/ 1712347 w 4954903"/>
                <a:gd name="connsiteY24397" fmla="*/ 128892 h 4882701"/>
                <a:gd name="connsiteX24398" fmla="*/ 1702724 w 4954903"/>
                <a:gd name="connsiteY24398" fmla="*/ 129652 h 4882701"/>
                <a:gd name="connsiteX24399" fmla="*/ 1716145 w 4954903"/>
                <a:gd name="connsiteY24399" fmla="*/ 125347 h 4882701"/>
                <a:gd name="connsiteX24400" fmla="*/ 1727540 w 4954903"/>
                <a:gd name="connsiteY24400" fmla="*/ 120789 h 4882701"/>
                <a:gd name="connsiteX24401" fmla="*/ 1727287 w 4954903"/>
                <a:gd name="connsiteY24401" fmla="*/ 120789 h 4882701"/>
                <a:gd name="connsiteX24402" fmla="*/ 1702724 w 4954903"/>
                <a:gd name="connsiteY24402" fmla="*/ 129652 h 4882701"/>
                <a:gd name="connsiteX24403" fmla="*/ 1693861 w 4954903"/>
                <a:gd name="connsiteY24403" fmla="*/ 130665 h 4882701"/>
                <a:gd name="connsiteX24404" fmla="*/ 1707029 w 4954903"/>
                <a:gd name="connsiteY24404" fmla="*/ 126360 h 4882701"/>
                <a:gd name="connsiteX24405" fmla="*/ 1718677 w 4954903"/>
                <a:gd name="connsiteY24405" fmla="*/ 121802 h 4882701"/>
                <a:gd name="connsiteX24406" fmla="*/ 1718424 w 4954903"/>
                <a:gd name="connsiteY24406" fmla="*/ 121802 h 4882701"/>
                <a:gd name="connsiteX24407" fmla="*/ 1693861 w 4954903"/>
                <a:gd name="connsiteY24407" fmla="*/ 130665 h 4882701"/>
                <a:gd name="connsiteX24408" fmla="*/ 1685505 w 4954903"/>
                <a:gd name="connsiteY24408" fmla="*/ 131677 h 4882701"/>
                <a:gd name="connsiteX24409" fmla="*/ 1698673 w 4954903"/>
                <a:gd name="connsiteY24409" fmla="*/ 127373 h 4882701"/>
                <a:gd name="connsiteX24410" fmla="*/ 1710574 w 4954903"/>
                <a:gd name="connsiteY24410" fmla="*/ 122815 h 4882701"/>
                <a:gd name="connsiteX24411" fmla="*/ 1710574 w 4954903"/>
                <a:gd name="connsiteY24411" fmla="*/ 122561 h 4882701"/>
                <a:gd name="connsiteX24412" fmla="*/ 1685505 w 4954903"/>
                <a:gd name="connsiteY24412" fmla="*/ 131677 h 4882701"/>
                <a:gd name="connsiteX24413" fmla="*/ 1685505 w 4954903"/>
                <a:gd name="connsiteY24413" fmla="*/ 131677 h 4882701"/>
                <a:gd name="connsiteX24414" fmla="*/ 1691076 w 4954903"/>
                <a:gd name="connsiteY24414" fmla="*/ 128386 h 4882701"/>
                <a:gd name="connsiteX24415" fmla="*/ 1691076 w 4954903"/>
                <a:gd name="connsiteY24415" fmla="*/ 128386 h 4882701"/>
                <a:gd name="connsiteX24416" fmla="*/ 1703231 w 4954903"/>
                <a:gd name="connsiteY24416" fmla="*/ 123574 h 4882701"/>
                <a:gd name="connsiteX24417" fmla="*/ 1677908 w 4954903"/>
                <a:gd name="connsiteY24417" fmla="*/ 132690 h 4882701"/>
                <a:gd name="connsiteX24418" fmla="*/ 1691076 w 4954903"/>
                <a:gd name="connsiteY24418" fmla="*/ 128386 h 4882701"/>
                <a:gd name="connsiteX24419" fmla="*/ 1683732 w 4954903"/>
                <a:gd name="connsiteY24419" fmla="*/ 129398 h 4882701"/>
                <a:gd name="connsiteX24420" fmla="*/ 1696140 w 4954903"/>
                <a:gd name="connsiteY24420" fmla="*/ 124587 h 4882701"/>
                <a:gd name="connsiteX24421" fmla="*/ 1670564 w 4954903"/>
                <a:gd name="connsiteY24421" fmla="*/ 133703 h 4882701"/>
                <a:gd name="connsiteX24422" fmla="*/ 1683732 w 4954903"/>
                <a:gd name="connsiteY24422" fmla="*/ 129398 h 4882701"/>
                <a:gd name="connsiteX24423" fmla="*/ 1677148 w 4954903"/>
                <a:gd name="connsiteY24423" fmla="*/ 130411 h 4882701"/>
                <a:gd name="connsiteX24424" fmla="*/ 1689810 w 4954903"/>
                <a:gd name="connsiteY24424" fmla="*/ 125600 h 4882701"/>
                <a:gd name="connsiteX24425" fmla="*/ 1664234 w 4954903"/>
                <a:gd name="connsiteY24425" fmla="*/ 134716 h 4882701"/>
                <a:gd name="connsiteX24426" fmla="*/ 1677148 w 4954903"/>
                <a:gd name="connsiteY24426" fmla="*/ 130411 h 4882701"/>
                <a:gd name="connsiteX24427" fmla="*/ 1671324 w 4954903"/>
                <a:gd name="connsiteY24427" fmla="*/ 131424 h 4882701"/>
                <a:gd name="connsiteX24428" fmla="*/ 1683985 w 4954903"/>
                <a:gd name="connsiteY24428" fmla="*/ 126613 h 4882701"/>
                <a:gd name="connsiteX24429" fmla="*/ 1658156 w 4954903"/>
                <a:gd name="connsiteY24429" fmla="*/ 135729 h 4882701"/>
                <a:gd name="connsiteX24430" fmla="*/ 1671324 w 4954903"/>
                <a:gd name="connsiteY24430" fmla="*/ 131424 h 4882701"/>
                <a:gd name="connsiteX24431" fmla="*/ 1665753 w 4954903"/>
                <a:gd name="connsiteY24431" fmla="*/ 132437 h 4882701"/>
                <a:gd name="connsiteX24432" fmla="*/ 1678921 w 4954903"/>
                <a:gd name="connsiteY24432" fmla="*/ 127626 h 4882701"/>
                <a:gd name="connsiteX24433" fmla="*/ 1652839 w 4954903"/>
                <a:gd name="connsiteY24433" fmla="*/ 136742 h 4882701"/>
                <a:gd name="connsiteX24434" fmla="*/ 1665753 w 4954903"/>
                <a:gd name="connsiteY24434" fmla="*/ 132437 h 4882701"/>
                <a:gd name="connsiteX24435" fmla="*/ 1661195 w 4954903"/>
                <a:gd name="connsiteY24435" fmla="*/ 133703 h 4882701"/>
                <a:gd name="connsiteX24436" fmla="*/ 1674616 w 4954903"/>
                <a:gd name="connsiteY24436" fmla="*/ 128892 h 4882701"/>
                <a:gd name="connsiteX24437" fmla="*/ 1648534 w 4954903"/>
                <a:gd name="connsiteY24437" fmla="*/ 138008 h 4882701"/>
                <a:gd name="connsiteX24438" fmla="*/ 1661195 w 4954903"/>
                <a:gd name="connsiteY24438" fmla="*/ 133703 h 4882701"/>
                <a:gd name="connsiteX24439" fmla="*/ 1670564 w 4954903"/>
                <a:gd name="connsiteY24439" fmla="*/ 129905 h 4882701"/>
                <a:gd name="connsiteX24440" fmla="*/ 1644229 w 4954903"/>
                <a:gd name="connsiteY24440" fmla="*/ 139274 h 4882701"/>
                <a:gd name="connsiteX24441" fmla="*/ 1656890 w 4954903"/>
                <a:gd name="connsiteY24441" fmla="*/ 134716 h 4882701"/>
                <a:gd name="connsiteX24442" fmla="*/ 1670564 w 4954903"/>
                <a:gd name="connsiteY24442" fmla="*/ 129905 h 4882701"/>
                <a:gd name="connsiteX24443" fmla="*/ 3318812 w 4954903"/>
                <a:gd name="connsiteY24443" fmla="*/ 143579 h 4882701"/>
                <a:gd name="connsiteX24444" fmla="*/ 3303365 w 4954903"/>
                <a:gd name="connsiteY24444" fmla="*/ 138008 h 4882701"/>
                <a:gd name="connsiteX24445" fmla="*/ 3328941 w 4954903"/>
                <a:gd name="connsiteY24445" fmla="*/ 147377 h 4882701"/>
                <a:gd name="connsiteX24446" fmla="*/ 3318812 w 4954903"/>
                <a:gd name="connsiteY24446" fmla="*/ 143579 h 4882701"/>
                <a:gd name="connsiteX24447" fmla="*/ 3313494 w 4954903"/>
                <a:gd name="connsiteY24447" fmla="*/ 142313 h 4882701"/>
                <a:gd name="connsiteX24448" fmla="*/ 3298047 w 4954903"/>
                <a:gd name="connsiteY24448" fmla="*/ 136995 h 4882701"/>
                <a:gd name="connsiteX24449" fmla="*/ 3298047 w 4954903"/>
                <a:gd name="connsiteY24449" fmla="*/ 136995 h 4882701"/>
                <a:gd name="connsiteX24450" fmla="*/ 3323623 w 4954903"/>
                <a:gd name="connsiteY24450" fmla="*/ 146365 h 4882701"/>
                <a:gd name="connsiteX24451" fmla="*/ 3313494 w 4954903"/>
                <a:gd name="connsiteY24451" fmla="*/ 142313 h 4882701"/>
                <a:gd name="connsiteX24452" fmla="*/ 3307163 w 4954903"/>
                <a:gd name="connsiteY24452" fmla="*/ 141047 h 4882701"/>
                <a:gd name="connsiteX24453" fmla="*/ 3291717 w 4954903"/>
                <a:gd name="connsiteY24453" fmla="*/ 135729 h 4882701"/>
                <a:gd name="connsiteX24454" fmla="*/ 3291717 w 4954903"/>
                <a:gd name="connsiteY24454" fmla="*/ 135729 h 4882701"/>
                <a:gd name="connsiteX24455" fmla="*/ 3317039 w 4954903"/>
                <a:gd name="connsiteY24455" fmla="*/ 145098 h 4882701"/>
                <a:gd name="connsiteX24456" fmla="*/ 3307163 w 4954903"/>
                <a:gd name="connsiteY24456" fmla="*/ 141047 h 4882701"/>
                <a:gd name="connsiteX24457" fmla="*/ 2613578 w 4954903"/>
                <a:gd name="connsiteY24457" fmla="*/ 100277 h 4882701"/>
                <a:gd name="connsiteX24458" fmla="*/ 2621428 w 4954903"/>
                <a:gd name="connsiteY24458" fmla="*/ 97998 h 4882701"/>
                <a:gd name="connsiteX24459" fmla="*/ 2614591 w 4954903"/>
                <a:gd name="connsiteY24459" fmla="*/ 93440 h 4882701"/>
                <a:gd name="connsiteX24460" fmla="*/ 2613071 w 4954903"/>
                <a:gd name="connsiteY24460" fmla="*/ 93694 h 4882701"/>
                <a:gd name="connsiteX24461" fmla="*/ 2613578 w 4954903"/>
                <a:gd name="connsiteY24461" fmla="*/ 100277 h 4882701"/>
                <a:gd name="connsiteX24462" fmla="*/ 2591294 w 4954903"/>
                <a:gd name="connsiteY24462" fmla="*/ 93187 h 4882701"/>
                <a:gd name="connsiteX24463" fmla="*/ 2591040 w 4954903"/>
                <a:gd name="connsiteY24463" fmla="*/ 99771 h 4882701"/>
                <a:gd name="connsiteX24464" fmla="*/ 2599144 w 4954903"/>
                <a:gd name="connsiteY24464" fmla="*/ 97492 h 4882701"/>
                <a:gd name="connsiteX24465" fmla="*/ 2592813 w 4954903"/>
                <a:gd name="connsiteY24465" fmla="*/ 92934 h 4882701"/>
                <a:gd name="connsiteX24466" fmla="*/ 2591294 w 4954903"/>
                <a:gd name="connsiteY24466" fmla="*/ 93187 h 4882701"/>
                <a:gd name="connsiteX24467" fmla="*/ 2569770 w 4954903"/>
                <a:gd name="connsiteY24467" fmla="*/ 92681 h 4882701"/>
                <a:gd name="connsiteX24468" fmla="*/ 2567997 w 4954903"/>
                <a:gd name="connsiteY24468" fmla="*/ 99011 h 4882701"/>
                <a:gd name="connsiteX24469" fmla="*/ 2576860 w 4954903"/>
                <a:gd name="connsiteY24469" fmla="*/ 96986 h 4882701"/>
                <a:gd name="connsiteX24470" fmla="*/ 2571036 w 4954903"/>
                <a:gd name="connsiteY24470" fmla="*/ 92427 h 4882701"/>
                <a:gd name="connsiteX24471" fmla="*/ 2569770 w 4954903"/>
                <a:gd name="connsiteY24471" fmla="*/ 92681 h 4882701"/>
                <a:gd name="connsiteX24472" fmla="*/ 2531279 w 4954903"/>
                <a:gd name="connsiteY24472" fmla="*/ 95973 h 4882701"/>
                <a:gd name="connsiteX24473" fmla="*/ 2525961 w 4954903"/>
                <a:gd name="connsiteY24473" fmla="*/ 91668 h 4882701"/>
                <a:gd name="connsiteX24474" fmla="*/ 2521657 w 4954903"/>
                <a:gd name="connsiteY24474" fmla="*/ 97745 h 4882701"/>
                <a:gd name="connsiteX24475" fmla="*/ 2531279 w 4954903"/>
                <a:gd name="connsiteY24475" fmla="*/ 95973 h 4882701"/>
                <a:gd name="connsiteX24476" fmla="*/ 2485445 w 4954903"/>
                <a:gd name="connsiteY24476" fmla="*/ 95213 h 4882701"/>
                <a:gd name="connsiteX24477" fmla="*/ 2481141 w 4954903"/>
                <a:gd name="connsiteY24477" fmla="*/ 90908 h 4882701"/>
                <a:gd name="connsiteX24478" fmla="*/ 2475316 w 4954903"/>
                <a:gd name="connsiteY24478" fmla="*/ 96732 h 4882701"/>
                <a:gd name="connsiteX24479" fmla="*/ 2485445 w 4954903"/>
                <a:gd name="connsiteY24479" fmla="*/ 95213 h 4882701"/>
                <a:gd name="connsiteX24480" fmla="*/ 2021536 w 4954903"/>
                <a:gd name="connsiteY24480" fmla="*/ 94960 h 4882701"/>
                <a:gd name="connsiteX24481" fmla="*/ 2027107 w 4954903"/>
                <a:gd name="connsiteY24481" fmla="*/ 91921 h 4882701"/>
                <a:gd name="connsiteX24482" fmla="*/ 2026600 w 4954903"/>
                <a:gd name="connsiteY24482" fmla="*/ 90908 h 4882701"/>
                <a:gd name="connsiteX24483" fmla="*/ 2009127 w 4954903"/>
                <a:gd name="connsiteY24483" fmla="*/ 98252 h 4882701"/>
                <a:gd name="connsiteX24484" fmla="*/ 2021536 w 4954903"/>
                <a:gd name="connsiteY24484" fmla="*/ 94960 h 4882701"/>
                <a:gd name="connsiteX24485" fmla="*/ 1993427 w 4954903"/>
                <a:gd name="connsiteY24485" fmla="*/ 91415 h 4882701"/>
                <a:gd name="connsiteX24486" fmla="*/ 1974942 w 4954903"/>
                <a:gd name="connsiteY24486" fmla="*/ 98758 h 4882701"/>
                <a:gd name="connsiteX24487" fmla="*/ 1987350 w 4954903"/>
                <a:gd name="connsiteY24487" fmla="*/ 95466 h 4882701"/>
                <a:gd name="connsiteX24488" fmla="*/ 1993681 w 4954903"/>
                <a:gd name="connsiteY24488" fmla="*/ 92174 h 4882701"/>
                <a:gd name="connsiteX24489" fmla="*/ 1993427 w 4954903"/>
                <a:gd name="connsiteY24489" fmla="*/ 91415 h 4882701"/>
                <a:gd name="connsiteX24490" fmla="*/ 1977474 w 4954903"/>
                <a:gd name="connsiteY24490" fmla="*/ 91921 h 4882701"/>
                <a:gd name="connsiteX24491" fmla="*/ 1958482 w 4954903"/>
                <a:gd name="connsiteY24491" fmla="*/ 99518 h 4882701"/>
                <a:gd name="connsiteX24492" fmla="*/ 1971143 w 4954903"/>
                <a:gd name="connsiteY24492" fmla="*/ 96226 h 4882701"/>
                <a:gd name="connsiteX24493" fmla="*/ 1977981 w 4954903"/>
                <a:gd name="connsiteY24493" fmla="*/ 92681 h 4882701"/>
                <a:gd name="connsiteX24494" fmla="*/ 1977474 w 4954903"/>
                <a:gd name="connsiteY24494" fmla="*/ 91921 h 4882701"/>
                <a:gd name="connsiteX24495" fmla="*/ 1954937 w 4954903"/>
                <a:gd name="connsiteY24495" fmla="*/ 96479 h 4882701"/>
                <a:gd name="connsiteX24496" fmla="*/ 1962281 w 4954903"/>
                <a:gd name="connsiteY24496" fmla="*/ 92427 h 4882701"/>
                <a:gd name="connsiteX24497" fmla="*/ 1961521 w 4954903"/>
                <a:gd name="connsiteY24497" fmla="*/ 92174 h 4882701"/>
                <a:gd name="connsiteX24498" fmla="*/ 1942023 w 4954903"/>
                <a:gd name="connsiteY24498" fmla="*/ 99771 h 4882701"/>
                <a:gd name="connsiteX24499" fmla="*/ 1954937 w 4954903"/>
                <a:gd name="connsiteY24499" fmla="*/ 96479 h 4882701"/>
                <a:gd name="connsiteX24500" fmla="*/ 1947087 w 4954903"/>
                <a:gd name="connsiteY24500" fmla="*/ 92934 h 4882701"/>
                <a:gd name="connsiteX24501" fmla="*/ 1946581 w 4954903"/>
                <a:gd name="connsiteY24501" fmla="*/ 92681 h 4882701"/>
                <a:gd name="connsiteX24502" fmla="*/ 1926829 w 4954903"/>
                <a:gd name="connsiteY24502" fmla="*/ 100531 h 4882701"/>
                <a:gd name="connsiteX24503" fmla="*/ 1939490 w 4954903"/>
                <a:gd name="connsiteY24503" fmla="*/ 96986 h 4882701"/>
                <a:gd name="connsiteX24504" fmla="*/ 1947087 w 4954903"/>
                <a:gd name="connsiteY24504" fmla="*/ 92934 h 4882701"/>
                <a:gd name="connsiteX24505" fmla="*/ 1911382 w 4954903"/>
                <a:gd name="connsiteY24505" fmla="*/ 101037 h 4882701"/>
                <a:gd name="connsiteX24506" fmla="*/ 1924297 w 4954903"/>
                <a:gd name="connsiteY24506" fmla="*/ 97492 h 4882701"/>
                <a:gd name="connsiteX24507" fmla="*/ 1932400 w 4954903"/>
                <a:gd name="connsiteY24507" fmla="*/ 93440 h 4882701"/>
                <a:gd name="connsiteX24508" fmla="*/ 1931894 w 4954903"/>
                <a:gd name="connsiteY24508" fmla="*/ 93187 h 4882701"/>
                <a:gd name="connsiteX24509" fmla="*/ 1911382 w 4954903"/>
                <a:gd name="connsiteY24509" fmla="*/ 101037 h 4882701"/>
                <a:gd name="connsiteX24510" fmla="*/ 1909610 w 4954903"/>
                <a:gd name="connsiteY24510" fmla="*/ 97998 h 4882701"/>
                <a:gd name="connsiteX24511" fmla="*/ 1909610 w 4954903"/>
                <a:gd name="connsiteY24511" fmla="*/ 97998 h 4882701"/>
                <a:gd name="connsiteX24512" fmla="*/ 1917966 w 4954903"/>
                <a:gd name="connsiteY24512" fmla="*/ 93947 h 4882701"/>
                <a:gd name="connsiteX24513" fmla="*/ 1917460 w 4954903"/>
                <a:gd name="connsiteY24513" fmla="*/ 93694 h 4882701"/>
                <a:gd name="connsiteX24514" fmla="*/ 1896695 w 4954903"/>
                <a:gd name="connsiteY24514" fmla="*/ 101544 h 4882701"/>
                <a:gd name="connsiteX24515" fmla="*/ 1909610 w 4954903"/>
                <a:gd name="connsiteY24515" fmla="*/ 97998 h 4882701"/>
                <a:gd name="connsiteX24516" fmla="*/ 1882261 w 4954903"/>
                <a:gd name="connsiteY24516" fmla="*/ 102050 h 4882701"/>
                <a:gd name="connsiteX24517" fmla="*/ 1882261 w 4954903"/>
                <a:gd name="connsiteY24517" fmla="*/ 102050 h 4882701"/>
                <a:gd name="connsiteX24518" fmla="*/ 1895176 w 4954903"/>
                <a:gd name="connsiteY24518" fmla="*/ 98505 h 4882701"/>
                <a:gd name="connsiteX24519" fmla="*/ 1903785 w 4954903"/>
                <a:gd name="connsiteY24519" fmla="*/ 94200 h 4882701"/>
                <a:gd name="connsiteX24520" fmla="*/ 1903279 w 4954903"/>
                <a:gd name="connsiteY24520" fmla="*/ 94200 h 4882701"/>
                <a:gd name="connsiteX24521" fmla="*/ 1882261 w 4954903"/>
                <a:gd name="connsiteY24521" fmla="*/ 102050 h 4882701"/>
                <a:gd name="connsiteX24522" fmla="*/ 1868334 w 4954903"/>
                <a:gd name="connsiteY24522" fmla="*/ 102810 h 4882701"/>
                <a:gd name="connsiteX24523" fmla="*/ 1881248 w 4954903"/>
                <a:gd name="connsiteY24523" fmla="*/ 99011 h 4882701"/>
                <a:gd name="connsiteX24524" fmla="*/ 1890111 w 4954903"/>
                <a:gd name="connsiteY24524" fmla="*/ 94706 h 4882701"/>
                <a:gd name="connsiteX24525" fmla="*/ 1889605 w 4954903"/>
                <a:gd name="connsiteY24525" fmla="*/ 94706 h 4882701"/>
                <a:gd name="connsiteX24526" fmla="*/ 1868334 w 4954903"/>
                <a:gd name="connsiteY24526" fmla="*/ 102810 h 4882701"/>
                <a:gd name="connsiteX24527" fmla="*/ 1854913 w 4954903"/>
                <a:gd name="connsiteY24527" fmla="*/ 103569 h 4882701"/>
                <a:gd name="connsiteX24528" fmla="*/ 1867827 w 4954903"/>
                <a:gd name="connsiteY24528" fmla="*/ 99771 h 4882701"/>
                <a:gd name="connsiteX24529" fmla="*/ 1877197 w 4954903"/>
                <a:gd name="connsiteY24529" fmla="*/ 95466 h 4882701"/>
                <a:gd name="connsiteX24530" fmla="*/ 1876944 w 4954903"/>
                <a:gd name="connsiteY24530" fmla="*/ 95466 h 4882701"/>
                <a:gd name="connsiteX24531" fmla="*/ 1854913 w 4954903"/>
                <a:gd name="connsiteY24531" fmla="*/ 103569 h 4882701"/>
                <a:gd name="connsiteX24532" fmla="*/ 1855166 w 4954903"/>
                <a:gd name="connsiteY24532" fmla="*/ 100531 h 4882701"/>
                <a:gd name="connsiteX24533" fmla="*/ 1864789 w 4954903"/>
                <a:gd name="connsiteY24533" fmla="*/ 96226 h 4882701"/>
                <a:gd name="connsiteX24534" fmla="*/ 1864535 w 4954903"/>
                <a:gd name="connsiteY24534" fmla="*/ 96226 h 4882701"/>
                <a:gd name="connsiteX24535" fmla="*/ 1842252 w 4954903"/>
                <a:gd name="connsiteY24535" fmla="*/ 104329 h 4882701"/>
                <a:gd name="connsiteX24536" fmla="*/ 1855166 w 4954903"/>
                <a:gd name="connsiteY24536" fmla="*/ 100531 h 4882701"/>
                <a:gd name="connsiteX24537" fmla="*/ 1852127 w 4954903"/>
                <a:gd name="connsiteY24537" fmla="*/ 96986 h 4882701"/>
                <a:gd name="connsiteX24538" fmla="*/ 1829590 w 4954903"/>
                <a:gd name="connsiteY24538" fmla="*/ 104836 h 4882701"/>
                <a:gd name="connsiteX24539" fmla="*/ 1842758 w 4954903"/>
                <a:gd name="connsiteY24539" fmla="*/ 101037 h 4882701"/>
                <a:gd name="connsiteX24540" fmla="*/ 1852634 w 4954903"/>
                <a:gd name="connsiteY24540" fmla="*/ 96986 h 4882701"/>
                <a:gd name="connsiteX24541" fmla="*/ 1852127 w 4954903"/>
                <a:gd name="connsiteY24541" fmla="*/ 96986 h 4882701"/>
                <a:gd name="connsiteX24542" fmla="*/ 1852127 w 4954903"/>
                <a:gd name="connsiteY24542" fmla="*/ 96986 h 4882701"/>
                <a:gd name="connsiteX24543" fmla="*/ 1840479 w 4954903"/>
                <a:gd name="connsiteY24543" fmla="*/ 97492 h 4882701"/>
                <a:gd name="connsiteX24544" fmla="*/ 1817435 w 4954903"/>
                <a:gd name="connsiteY24544" fmla="*/ 105595 h 4882701"/>
                <a:gd name="connsiteX24545" fmla="*/ 1817435 w 4954903"/>
                <a:gd name="connsiteY24545" fmla="*/ 105848 h 4882701"/>
                <a:gd name="connsiteX24546" fmla="*/ 1830350 w 4954903"/>
                <a:gd name="connsiteY24546" fmla="*/ 102050 h 4882701"/>
                <a:gd name="connsiteX24547" fmla="*/ 1840985 w 4954903"/>
                <a:gd name="connsiteY24547" fmla="*/ 97745 h 4882701"/>
                <a:gd name="connsiteX24548" fmla="*/ 1840479 w 4954903"/>
                <a:gd name="connsiteY24548" fmla="*/ 97492 h 4882701"/>
                <a:gd name="connsiteX24549" fmla="*/ 1840479 w 4954903"/>
                <a:gd name="connsiteY24549" fmla="*/ 97492 h 4882701"/>
                <a:gd name="connsiteX24550" fmla="*/ 1829337 w 4954903"/>
                <a:gd name="connsiteY24550" fmla="*/ 98252 h 4882701"/>
                <a:gd name="connsiteX24551" fmla="*/ 1806040 w 4954903"/>
                <a:gd name="connsiteY24551" fmla="*/ 106355 h 4882701"/>
                <a:gd name="connsiteX24552" fmla="*/ 1806040 w 4954903"/>
                <a:gd name="connsiteY24552" fmla="*/ 106608 h 4882701"/>
                <a:gd name="connsiteX24553" fmla="*/ 1819208 w 4954903"/>
                <a:gd name="connsiteY24553" fmla="*/ 102810 h 4882701"/>
                <a:gd name="connsiteX24554" fmla="*/ 1829337 w 4954903"/>
                <a:gd name="connsiteY24554" fmla="*/ 98252 h 4882701"/>
                <a:gd name="connsiteX24555" fmla="*/ 1829337 w 4954903"/>
                <a:gd name="connsiteY24555" fmla="*/ 98252 h 4882701"/>
                <a:gd name="connsiteX24556" fmla="*/ 1829337 w 4954903"/>
                <a:gd name="connsiteY24556" fmla="*/ 98252 h 4882701"/>
                <a:gd name="connsiteX24557" fmla="*/ 1795152 w 4954903"/>
                <a:gd name="connsiteY24557" fmla="*/ 107115 h 4882701"/>
                <a:gd name="connsiteX24558" fmla="*/ 1795152 w 4954903"/>
                <a:gd name="connsiteY24558" fmla="*/ 107115 h 4882701"/>
                <a:gd name="connsiteX24559" fmla="*/ 1808319 w 4954903"/>
                <a:gd name="connsiteY24559" fmla="*/ 103316 h 4882701"/>
                <a:gd name="connsiteX24560" fmla="*/ 1818955 w 4954903"/>
                <a:gd name="connsiteY24560" fmla="*/ 99265 h 4882701"/>
                <a:gd name="connsiteX24561" fmla="*/ 1818955 w 4954903"/>
                <a:gd name="connsiteY24561" fmla="*/ 99265 h 4882701"/>
                <a:gd name="connsiteX24562" fmla="*/ 1818702 w 4954903"/>
                <a:gd name="connsiteY24562" fmla="*/ 99265 h 4882701"/>
                <a:gd name="connsiteX24563" fmla="*/ 1795152 w 4954903"/>
                <a:gd name="connsiteY24563" fmla="*/ 107115 h 4882701"/>
                <a:gd name="connsiteX24564" fmla="*/ 1784769 w 4954903"/>
                <a:gd name="connsiteY24564" fmla="*/ 108127 h 4882701"/>
                <a:gd name="connsiteX24565" fmla="*/ 1797937 w 4954903"/>
                <a:gd name="connsiteY24565" fmla="*/ 104329 h 4882701"/>
                <a:gd name="connsiteX24566" fmla="*/ 1808826 w 4954903"/>
                <a:gd name="connsiteY24566" fmla="*/ 100277 h 4882701"/>
                <a:gd name="connsiteX24567" fmla="*/ 1808826 w 4954903"/>
                <a:gd name="connsiteY24567" fmla="*/ 100277 h 4882701"/>
                <a:gd name="connsiteX24568" fmla="*/ 1808572 w 4954903"/>
                <a:gd name="connsiteY24568" fmla="*/ 100277 h 4882701"/>
                <a:gd name="connsiteX24569" fmla="*/ 1784769 w 4954903"/>
                <a:gd name="connsiteY24569" fmla="*/ 108127 h 4882701"/>
                <a:gd name="connsiteX24570" fmla="*/ 1784769 w 4954903"/>
                <a:gd name="connsiteY24570" fmla="*/ 108127 h 4882701"/>
                <a:gd name="connsiteX24571" fmla="*/ 1774893 w 4954903"/>
                <a:gd name="connsiteY24571" fmla="*/ 108887 h 4882701"/>
                <a:gd name="connsiteX24572" fmla="*/ 1788061 w 4954903"/>
                <a:gd name="connsiteY24572" fmla="*/ 105089 h 4882701"/>
                <a:gd name="connsiteX24573" fmla="*/ 1799203 w 4954903"/>
                <a:gd name="connsiteY24573" fmla="*/ 100784 h 4882701"/>
                <a:gd name="connsiteX24574" fmla="*/ 1798950 w 4954903"/>
                <a:gd name="connsiteY24574" fmla="*/ 100784 h 4882701"/>
                <a:gd name="connsiteX24575" fmla="*/ 1774893 w 4954903"/>
                <a:gd name="connsiteY24575" fmla="*/ 108887 h 4882701"/>
                <a:gd name="connsiteX24576" fmla="*/ 1765271 w 4954903"/>
                <a:gd name="connsiteY24576" fmla="*/ 109647 h 4882701"/>
                <a:gd name="connsiteX24577" fmla="*/ 1778439 w 4954903"/>
                <a:gd name="connsiteY24577" fmla="*/ 105595 h 4882701"/>
                <a:gd name="connsiteX24578" fmla="*/ 1789834 w 4954903"/>
                <a:gd name="connsiteY24578" fmla="*/ 101290 h 4882701"/>
                <a:gd name="connsiteX24579" fmla="*/ 1789581 w 4954903"/>
                <a:gd name="connsiteY24579" fmla="*/ 101290 h 4882701"/>
                <a:gd name="connsiteX24580" fmla="*/ 1765271 w 4954903"/>
                <a:gd name="connsiteY24580" fmla="*/ 109647 h 4882701"/>
                <a:gd name="connsiteX24581" fmla="*/ 1756408 w 4954903"/>
                <a:gd name="connsiteY24581" fmla="*/ 110660 h 4882701"/>
                <a:gd name="connsiteX24582" fmla="*/ 1769576 w 4954903"/>
                <a:gd name="connsiteY24582" fmla="*/ 106608 h 4882701"/>
                <a:gd name="connsiteX24583" fmla="*/ 1781477 w 4954903"/>
                <a:gd name="connsiteY24583" fmla="*/ 102303 h 4882701"/>
                <a:gd name="connsiteX24584" fmla="*/ 1781224 w 4954903"/>
                <a:gd name="connsiteY24584" fmla="*/ 102303 h 4882701"/>
                <a:gd name="connsiteX24585" fmla="*/ 1756408 w 4954903"/>
                <a:gd name="connsiteY24585" fmla="*/ 110660 h 4882701"/>
                <a:gd name="connsiteX24586" fmla="*/ 1761219 w 4954903"/>
                <a:gd name="connsiteY24586" fmla="*/ 107368 h 4882701"/>
                <a:gd name="connsiteX24587" fmla="*/ 1773121 w 4954903"/>
                <a:gd name="connsiteY24587" fmla="*/ 103063 h 4882701"/>
                <a:gd name="connsiteX24588" fmla="*/ 1748051 w 4954903"/>
                <a:gd name="connsiteY24588" fmla="*/ 111419 h 4882701"/>
                <a:gd name="connsiteX24589" fmla="*/ 1761219 w 4954903"/>
                <a:gd name="connsiteY24589" fmla="*/ 107368 h 4882701"/>
                <a:gd name="connsiteX24590" fmla="*/ 1753369 w 4954903"/>
                <a:gd name="connsiteY24590" fmla="*/ 108381 h 4882701"/>
                <a:gd name="connsiteX24591" fmla="*/ 1765524 w 4954903"/>
                <a:gd name="connsiteY24591" fmla="*/ 104076 h 4882701"/>
                <a:gd name="connsiteX24592" fmla="*/ 1740455 w 4954903"/>
                <a:gd name="connsiteY24592" fmla="*/ 112432 h 4882701"/>
                <a:gd name="connsiteX24593" fmla="*/ 1753369 w 4954903"/>
                <a:gd name="connsiteY24593" fmla="*/ 108381 h 4882701"/>
                <a:gd name="connsiteX24594" fmla="*/ 1746279 w 4954903"/>
                <a:gd name="connsiteY24594" fmla="*/ 109394 h 4882701"/>
                <a:gd name="connsiteX24595" fmla="*/ 1758687 w 4954903"/>
                <a:gd name="connsiteY24595" fmla="*/ 105089 h 4882701"/>
                <a:gd name="connsiteX24596" fmla="*/ 1733364 w 4954903"/>
                <a:gd name="connsiteY24596" fmla="*/ 113445 h 4882701"/>
                <a:gd name="connsiteX24597" fmla="*/ 1746279 w 4954903"/>
                <a:gd name="connsiteY24597" fmla="*/ 109394 h 4882701"/>
                <a:gd name="connsiteX24598" fmla="*/ 1739442 w 4954903"/>
                <a:gd name="connsiteY24598" fmla="*/ 110153 h 4882701"/>
                <a:gd name="connsiteX24599" fmla="*/ 1752103 w 4954903"/>
                <a:gd name="connsiteY24599" fmla="*/ 105848 h 4882701"/>
                <a:gd name="connsiteX24600" fmla="*/ 1726527 w 4954903"/>
                <a:gd name="connsiteY24600" fmla="*/ 114205 h 4882701"/>
                <a:gd name="connsiteX24601" fmla="*/ 1739442 w 4954903"/>
                <a:gd name="connsiteY24601" fmla="*/ 110153 h 4882701"/>
                <a:gd name="connsiteX24602" fmla="*/ 1733364 w 4954903"/>
                <a:gd name="connsiteY24602" fmla="*/ 111166 h 4882701"/>
                <a:gd name="connsiteX24603" fmla="*/ 1746279 w 4954903"/>
                <a:gd name="connsiteY24603" fmla="*/ 106861 h 4882701"/>
                <a:gd name="connsiteX24604" fmla="*/ 1720450 w 4954903"/>
                <a:gd name="connsiteY24604" fmla="*/ 115218 h 4882701"/>
                <a:gd name="connsiteX24605" fmla="*/ 1733364 w 4954903"/>
                <a:gd name="connsiteY24605" fmla="*/ 111166 h 4882701"/>
                <a:gd name="connsiteX24606" fmla="*/ 1727794 w 4954903"/>
                <a:gd name="connsiteY24606" fmla="*/ 112179 h 4882701"/>
                <a:gd name="connsiteX24607" fmla="*/ 1740961 w 4954903"/>
                <a:gd name="connsiteY24607" fmla="*/ 107874 h 4882701"/>
                <a:gd name="connsiteX24608" fmla="*/ 1714879 w 4954903"/>
                <a:gd name="connsiteY24608" fmla="*/ 116231 h 4882701"/>
                <a:gd name="connsiteX24609" fmla="*/ 1727794 w 4954903"/>
                <a:gd name="connsiteY24609" fmla="*/ 112179 h 4882701"/>
                <a:gd name="connsiteX24610" fmla="*/ 1722729 w 4954903"/>
                <a:gd name="connsiteY24610" fmla="*/ 113192 h 4882701"/>
                <a:gd name="connsiteX24611" fmla="*/ 1736150 w 4954903"/>
                <a:gd name="connsiteY24611" fmla="*/ 108887 h 4882701"/>
                <a:gd name="connsiteX24612" fmla="*/ 1710068 w 4954903"/>
                <a:gd name="connsiteY24612" fmla="*/ 117244 h 4882701"/>
                <a:gd name="connsiteX24613" fmla="*/ 1722729 w 4954903"/>
                <a:gd name="connsiteY24613" fmla="*/ 113192 h 4882701"/>
                <a:gd name="connsiteX24614" fmla="*/ 1718424 w 4954903"/>
                <a:gd name="connsiteY24614" fmla="*/ 114205 h 4882701"/>
                <a:gd name="connsiteX24615" fmla="*/ 1732098 w 4954903"/>
                <a:gd name="connsiteY24615" fmla="*/ 109900 h 4882701"/>
                <a:gd name="connsiteX24616" fmla="*/ 1705763 w 4954903"/>
                <a:gd name="connsiteY24616" fmla="*/ 118510 h 4882701"/>
                <a:gd name="connsiteX24617" fmla="*/ 1718424 w 4954903"/>
                <a:gd name="connsiteY24617" fmla="*/ 114205 h 4882701"/>
                <a:gd name="connsiteX24618" fmla="*/ 1714372 w 4954903"/>
                <a:gd name="connsiteY24618" fmla="*/ 115218 h 4882701"/>
                <a:gd name="connsiteX24619" fmla="*/ 1710321 w 4954903"/>
                <a:gd name="connsiteY24619" fmla="*/ 116484 h 4882701"/>
                <a:gd name="connsiteX24620" fmla="*/ 1725261 w 4954903"/>
                <a:gd name="connsiteY24620" fmla="*/ 111673 h 4882701"/>
                <a:gd name="connsiteX24621" fmla="*/ 1714372 w 4954903"/>
                <a:gd name="connsiteY24621" fmla="*/ 115218 h 4882701"/>
                <a:gd name="connsiteX24622" fmla="*/ 1728047 w 4954903"/>
                <a:gd name="connsiteY24622" fmla="*/ 110913 h 4882701"/>
                <a:gd name="connsiteX24623" fmla="*/ 1725514 w 4954903"/>
                <a:gd name="connsiteY24623" fmla="*/ 111673 h 4882701"/>
                <a:gd name="connsiteX24624" fmla="*/ 1728300 w 4954903"/>
                <a:gd name="connsiteY24624" fmla="*/ 110660 h 4882701"/>
                <a:gd name="connsiteX24625" fmla="*/ 1728047 w 4954903"/>
                <a:gd name="connsiteY24625" fmla="*/ 110913 h 4882701"/>
                <a:gd name="connsiteX24626" fmla="*/ 1705003 w 4954903"/>
                <a:gd name="connsiteY24626" fmla="*/ 118256 h 4882701"/>
                <a:gd name="connsiteX24627" fmla="*/ 1701964 w 4954903"/>
                <a:gd name="connsiteY24627" fmla="*/ 119269 h 4882701"/>
                <a:gd name="connsiteX24628" fmla="*/ 1710574 w 4954903"/>
                <a:gd name="connsiteY24628" fmla="*/ 116484 h 4882701"/>
                <a:gd name="connsiteX24629" fmla="*/ 1705003 w 4954903"/>
                <a:gd name="connsiteY24629" fmla="*/ 118256 h 4882701"/>
                <a:gd name="connsiteX24630" fmla="*/ 2543434 w 4954903"/>
                <a:gd name="connsiteY24630" fmla="*/ 81286 h 4882701"/>
                <a:gd name="connsiteX24631" fmla="*/ 2552044 w 4954903"/>
                <a:gd name="connsiteY24631" fmla="*/ 79766 h 4882701"/>
                <a:gd name="connsiteX24632" fmla="*/ 2546979 w 4954903"/>
                <a:gd name="connsiteY24632" fmla="*/ 75715 h 4882701"/>
                <a:gd name="connsiteX24633" fmla="*/ 2543434 w 4954903"/>
                <a:gd name="connsiteY24633" fmla="*/ 81286 h 4882701"/>
                <a:gd name="connsiteX24634" fmla="*/ 2026094 w 4954903"/>
                <a:gd name="connsiteY24634" fmla="*/ 79006 h 4882701"/>
                <a:gd name="connsiteX24635" fmla="*/ 2032931 w 4954903"/>
                <a:gd name="connsiteY24635" fmla="*/ 75208 h 4882701"/>
                <a:gd name="connsiteX24636" fmla="*/ 2032424 w 4954903"/>
                <a:gd name="connsiteY24636" fmla="*/ 74955 h 4882701"/>
                <a:gd name="connsiteX24637" fmla="*/ 2013939 w 4954903"/>
                <a:gd name="connsiteY24637" fmla="*/ 81792 h 4882701"/>
                <a:gd name="connsiteX24638" fmla="*/ 2026094 w 4954903"/>
                <a:gd name="connsiteY24638" fmla="*/ 79006 h 4882701"/>
                <a:gd name="connsiteX24639" fmla="*/ 2010900 w 4954903"/>
                <a:gd name="connsiteY24639" fmla="*/ 79260 h 4882701"/>
                <a:gd name="connsiteX24640" fmla="*/ 2018243 w 4954903"/>
                <a:gd name="connsiteY24640" fmla="*/ 75461 h 4882701"/>
                <a:gd name="connsiteX24641" fmla="*/ 2017737 w 4954903"/>
                <a:gd name="connsiteY24641" fmla="*/ 75208 h 4882701"/>
                <a:gd name="connsiteX24642" fmla="*/ 1998745 w 4954903"/>
                <a:gd name="connsiteY24642" fmla="*/ 82298 h 4882701"/>
                <a:gd name="connsiteX24643" fmla="*/ 2010900 w 4954903"/>
                <a:gd name="connsiteY24643" fmla="*/ 79260 h 4882701"/>
                <a:gd name="connsiteX24644" fmla="*/ 1995960 w 4954903"/>
                <a:gd name="connsiteY24644" fmla="*/ 79766 h 4882701"/>
                <a:gd name="connsiteX24645" fmla="*/ 2003556 w 4954903"/>
                <a:gd name="connsiteY24645" fmla="*/ 75968 h 4882701"/>
                <a:gd name="connsiteX24646" fmla="*/ 2003050 w 4954903"/>
                <a:gd name="connsiteY24646" fmla="*/ 75968 h 4882701"/>
                <a:gd name="connsiteX24647" fmla="*/ 1983552 w 4954903"/>
                <a:gd name="connsiteY24647" fmla="*/ 83058 h 4882701"/>
                <a:gd name="connsiteX24648" fmla="*/ 1995960 w 4954903"/>
                <a:gd name="connsiteY24648" fmla="*/ 79766 h 4882701"/>
                <a:gd name="connsiteX24649" fmla="*/ 1989376 w 4954903"/>
                <a:gd name="connsiteY24649" fmla="*/ 76474 h 4882701"/>
                <a:gd name="connsiteX24650" fmla="*/ 1988869 w 4954903"/>
                <a:gd name="connsiteY24650" fmla="*/ 76221 h 4882701"/>
                <a:gd name="connsiteX24651" fmla="*/ 1968864 w 4954903"/>
                <a:gd name="connsiteY24651" fmla="*/ 83311 h 4882701"/>
                <a:gd name="connsiteX24652" fmla="*/ 1981272 w 4954903"/>
                <a:gd name="connsiteY24652" fmla="*/ 80019 h 4882701"/>
                <a:gd name="connsiteX24653" fmla="*/ 1989376 w 4954903"/>
                <a:gd name="connsiteY24653" fmla="*/ 76474 h 4882701"/>
                <a:gd name="connsiteX24654" fmla="*/ 1954937 w 4954903"/>
                <a:gd name="connsiteY24654" fmla="*/ 84071 h 4882701"/>
                <a:gd name="connsiteX24655" fmla="*/ 1967345 w 4954903"/>
                <a:gd name="connsiteY24655" fmla="*/ 80779 h 4882701"/>
                <a:gd name="connsiteX24656" fmla="*/ 1975701 w 4954903"/>
                <a:gd name="connsiteY24656" fmla="*/ 77234 h 4882701"/>
                <a:gd name="connsiteX24657" fmla="*/ 1975701 w 4954903"/>
                <a:gd name="connsiteY24657" fmla="*/ 76981 h 4882701"/>
                <a:gd name="connsiteX24658" fmla="*/ 1975195 w 4954903"/>
                <a:gd name="connsiteY24658" fmla="*/ 76981 h 4882701"/>
                <a:gd name="connsiteX24659" fmla="*/ 1954937 w 4954903"/>
                <a:gd name="connsiteY24659" fmla="*/ 84071 h 4882701"/>
                <a:gd name="connsiteX24660" fmla="*/ 1954937 w 4954903"/>
                <a:gd name="connsiteY24660" fmla="*/ 84071 h 4882701"/>
                <a:gd name="connsiteX24661" fmla="*/ 1941010 w 4954903"/>
                <a:gd name="connsiteY24661" fmla="*/ 84577 h 4882701"/>
                <a:gd name="connsiteX24662" fmla="*/ 1953671 w 4954903"/>
                <a:gd name="connsiteY24662" fmla="*/ 81286 h 4882701"/>
                <a:gd name="connsiteX24663" fmla="*/ 1962281 w 4954903"/>
                <a:gd name="connsiteY24663" fmla="*/ 77487 h 4882701"/>
                <a:gd name="connsiteX24664" fmla="*/ 1961774 w 4954903"/>
                <a:gd name="connsiteY24664" fmla="*/ 77487 h 4882701"/>
                <a:gd name="connsiteX24665" fmla="*/ 1941010 w 4954903"/>
                <a:gd name="connsiteY24665" fmla="*/ 84577 h 4882701"/>
                <a:gd name="connsiteX24666" fmla="*/ 1927589 w 4954903"/>
                <a:gd name="connsiteY24666" fmla="*/ 85084 h 4882701"/>
                <a:gd name="connsiteX24667" fmla="*/ 1940250 w 4954903"/>
                <a:gd name="connsiteY24667" fmla="*/ 81792 h 4882701"/>
                <a:gd name="connsiteX24668" fmla="*/ 1949113 w 4954903"/>
                <a:gd name="connsiteY24668" fmla="*/ 77994 h 4882701"/>
                <a:gd name="connsiteX24669" fmla="*/ 1948606 w 4954903"/>
                <a:gd name="connsiteY24669" fmla="*/ 77994 h 4882701"/>
                <a:gd name="connsiteX24670" fmla="*/ 1927589 w 4954903"/>
                <a:gd name="connsiteY24670" fmla="*/ 85084 h 4882701"/>
                <a:gd name="connsiteX24671" fmla="*/ 1914674 w 4954903"/>
                <a:gd name="connsiteY24671" fmla="*/ 85844 h 4882701"/>
                <a:gd name="connsiteX24672" fmla="*/ 1927335 w 4954903"/>
                <a:gd name="connsiteY24672" fmla="*/ 82298 h 4882701"/>
                <a:gd name="connsiteX24673" fmla="*/ 1936452 w 4954903"/>
                <a:gd name="connsiteY24673" fmla="*/ 78500 h 4882701"/>
                <a:gd name="connsiteX24674" fmla="*/ 1936198 w 4954903"/>
                <a:gd name="connsiteY24674" fmla="*/ 78500 h 4882701"/>
                <a:gd name="connsiteX24675" fmla="*/ 1914674 w 4954903"/>
                <a:gd name="connsiteY24675" fmla="*/ 85844 h 4882701"/>
                <a:gd name="connsiteX24676" fmla="*/ 1915181 w 4954903"/>
                <a:gd name="connsiteY24676" fmla="*/ 82805 h 4882701"/>
                <a:gd name="connsiteX24677" fmla="*/ 1924803 w 4954903"/>
                <a:gd name="connsiteY24677" fmla="*/ 79006 h 4882701"/>
                <a:gd name="connsiteX24678" fmla="*/ 1924550 w 4954903"/>
                <a:gd name="connsiteY24678" fmla="*/ 79006 h 4882701"/>
                <a:gd name="connsiteX24679" fmla="*/ 1902519 w 4954903"/>
                <a:gd name="connsiteY24679" fmla="*/ 86350 h 4882701"/>
                <a:gd name="connsiteX24680" fmla="*/ 1915181 w 4954903"/>
                <a:gd name="connsiteY24680" fmla="*/ 82805 h 4882701"/>
                <a:gd name="connsiteX24681" fmla="*/ 1912648 w 4954903"/>
                <a:gd name="connsiteY24681" fmla="*/ 79513 h 4882701"/>
                <a:gd name="connsiteX24682" fmla="*/ 1890111 w 4954903"/>
                <a:gd name="connsiteY24682" fmla="*/ 86856 h 4882701"/>
                <a:gd name="connsiteX24683" fmla="*/ 1890111 w 4954903"/>
                <a:gd name="connsiteY24683" fmla="*/ 86856 h 4882701"/>
                <a:gd name="connsiteX24684" fmla="*/ 1903026 w 4954903"/>
                <a:gd name="connsiteY24684" fmla="*/ 83311 h 4882701"/>
                <a:gd name="connsiteX24685" fmla="*/ 1912902 w 4954903"/>
                <a:gd name="connsiteY24685" fmla="*/ 79513 h 4882701"/>
                <a:gd name="connsiteX24686" fmla="*/ 1912648 w 4954903"/>
                <a:gd name="connsiteY24686" fmla="*/ 79513 h 4882701"/>
                <a:gd name="connsiteX24687" fmla="*/ 1912648 w 4954903"/>
                <a:gd name="connsiteY24687" fmla="*/ 79513 h 4882701"/>
                <a:gd name="connsiteX24688" fmla="*/ 1901506 w 4954903"/>
                <a:gd name="connsiteY24688" fmla="*/ 80273 h 4882701"/>
                <a:gd name="connsiteX24689" fmla="*/ 1878716 w 4954903"/>
                <a:gd name="connsiteY24689" fmla="*/ 87616 h 4882701"/>
                <a:gd name="connsiteX24690" fmla="*/ 1878716 w 4954903"/>
                <a:gd name="connsiteY24690" fmla="*/ 87616 h 4882701"/>
                <a:gd name="connsiteX24691" fmla="*/ 1891631 w 4954903"/>
                <a:gd name="connsiteY24691" fmla="*/ 84071 h 4882701"/>
                <a:gd name="connsiteX24692" fmla="*/ 1901506 w 4954903"/>
                <a:gd name="connsiteY24692" fmla="*/ 80273 h 4882701"/>
                <a:gd name="connsiteX24693" fmla="*/ 1901506 w 4954903"/>
                <a:gd name="connsiteY24693" fmla="*/ 80273 h 4882701"/>
                <a:gd name="connsiteX24694" fmla="*/ 1901506 w 4954903"/>
                <a:gd name="connsiteY24694" fmla="*/ 80273 h 4882701"/>
                <a:gd name="connsiteX24695" fmla="*/ 1867574 w 4954903"/>
                <a:gd name="connsiteY24695" fmla="*/ 88123 h 4882701"/>
                <a:gd name="connsiteX24696" fmla="*/ 1867574 w 4954903"/>
                <a:gd name="connsiteY24696" fmla="*/ 88123 h 4882701"/>
                <a:gd name="connsiteX24697" fmla="*/ 1880489 w 4954903"/>
                <a:gd name="connsiteY24697" fmla="*/ 84831 h 4882701"/>
                <a:gd name="connsiteX24698" fmla="*/ 1890871 w 4954903"/>
                <a:gd name="connsiteY24698" fmla="*/ 81032 h 4882701"/>
                <a:gd name="connsiteX24699" fmla="*/ 1890618 w 4954903"/>
                <a:gd name="connsiteY24699" fmla="*/ 81032 h 4882701"/>
                <a:gd name="connsiteX24700" fmla="*/ 1867574 w 4954903"/>
                <a:gd name="connsiteY24700" fmla="*/ 88123 h 4882701"/>
                <a:gd name="connsiteX24701" fmla="*/ 1856939 w 4954903"/>
                <a:gd name="connsiteY24701" fmla="*/ 88882 h 4882701"/>
                <a:gd name="connsiteX24702" fmla="*/ 1856939 w 4954903"/>
                <a:gd name="connsiteY24702" fmla="*/ 88882 h 4882701"/>
                <a:gd name="connsiteX24703" fmla="*/ 1869853 w 4954903"/>
                <a:gd name="connsiteY24703" fmla="*/ 85337 h 4882701"/>
                <a:gd name="connsiteX24704" fmla="*/ 1880489 w 4954903"/>
                <a:gd name="connsiteY24704" fmla="*/ 81286 h 4882701"/>
                <a:gd name="connsiteX24705" fmla="*/ 1880235 w 4954903"/>
                <a:gd name="connsiteY24705" fmla="*/ 81286 h 4882701"/>
                <a:gd name="connsiteX24706" fmla="*/ 1856939 w 4954903"/>
                <a:gd name="connsiteY24706" fmla="*/ 88882 h 4882701"/>
                <a:gd name="connsiteX24707" fmla="*/ 1846556 w 4954903"/>
                <a:gd name="connsiteY24707" fmla="*/ 89642 h 4882701"/>
                <a:gd name="connsiteX24708" fmla="*/ 1859471 w 4954903"/>
                <a:gd name="connsiteY24708" fmla="*/ 86097 h 4882701"/>
                <a:gd name="connsiteX24709" fmla="*/ 1870360 w 4954903"/>
                <a:gd name="connsiteY24709" fmla="*/ 82045 h 4882701"/>
                <a:gd name="connsiteX24710" fmla="*/ 1870106 w 4954903"/>
                <a:gd name="connsiteY24710" fmla="*/ 82045 h 4882701"/>
                <a:gd name="connsiteX24711" fmla="*/ 1846556 w 4954903"/>
                <a:gd name="connsiteY24711" fmla="*/ 89642 h 4882701"/>
                <a:gd name="connsiteX24712" fmla="*/ 1846556 w 4954903"/>
                <a:gd name="connsiteY24712" fmla="*/ 89642 h 4882701"/>
                <a:gd name="connsiteX24713" fmla="*/ 1836934 w 4954903"/>
                <a:gd name="connsiteY24713" fmla="*/ 90402 h 4882701"/>
                <a:gd name="connsiteX24714" fmla="*/ 1850101 w 4954903"/>
                <a:gd name="connsiteY24714" fmla="*/ 86856 h 4882701"/>
                <a:gd name="connsiteX24715" fmla="*/ 1861243 w 4954903"/>
                <a:gd name="connsiteY24715" fmla="*/ 82805 h 4882701"/>
                <a:gd name="connsiteX24716" fmla="*/ 1860990 w 4954903"/>
                <a:gd name="connsiteY24716" fmla="*/ 82805 h 4882701"/>
                <a:gd name="connsiteX24717" fmla="*/ 1836934 w 4954903"/>
                <a:gd name="connsiteY24717" fmla="*/ 90402 h 4882701"/>
                <a:gd name="connsiteX24718" fmla="*/ 1827818 w 4954903"/>
                <a:gd name="connsiteY24718" fmla="*/ 91161 h 4882701"/>
                <a:gd name="connsiteX24719" fmla="*/ 1840985 w 4954903"/>
                <a:gd name="connsiteY24719" fmla="*/ 87616 h 4882701"/>
                <a:gd name="connsiteX24720" fmla="*/ 1852381 w 4954903"/>
                <a:gd name="connsiteY24720" fmla="*/ 83565 h 4882701"/>
                <a:gd name="connsiteX24721" fmla="*/ 1852127 w 4954903"/>
                <a:gd name="connsiteY24721" fmla="*/ 83565 h 4882701"/>
                <a:gd name="connsiteX24722" fmla="*/ 1827818 w 4954903"/>
                <a:gd name="connsiteY24722" fmla="*/ 91161 h 4882701"/>
                <a:gd name="connsiteX24723" fmla="*/ 1818955 w 4954903"/>
                <a:gd name="connsiteY24723" fmla="*/ 91921 h 4882701"/>
                <a:gd name="connsiteX24724" fmla="*/ 1832122 w 4954903"/>
                <a:gd name="connsiteY24724" fmla="*/ 88376 h 4882701"/>
                <a:gd name="connsiteX24725" fmla="*/ 1843771 w 4954903"/>
                <a:gd name="connsiteY24725" fmla="*/ 84324 h 4882701"/>
                <a:gd name="connsiteX24726" fmla="*/ 1843518 w 4954903"/>
                <a:gd name="connsiteY24726" fmla="*/ 84324 h 4882701"/>
                <a:gd name="connsiteX24727" fmla="*/ 1818955 w 4954903"/>
                <a:gd name="connsiteY24727" fmla="*/ 91921 h 4882701"/>
                <a:gd name="connsiteX24728" fmla="*/ 1823766 w 4954903"/>
                <a:gd name="connsiteY24728" fmla="*/ 89136 h 4882701"/>
                <a:gd name="connsiteX24729" fmla="*/ 1835668 w 4954903"/>
                <a:gd name="connsiteY24729" fmla="*/ 85084 h 4882701"/>
                <a:gd name="connsiteX24730" fmla="*/ 1810852 w 4954903"/>
                <a:gd name="connsiteY24730" fmla="*/ 92681 h 4882701"/>
                <a:gd name="connsiteX24731" fmla="*/ 1823766 w 4954903"/>
                <a:gd name="connsiteY24731" fmla="*/ 89136 h 4882701"/>
                <a:gd name="connsiteX24732" fmla="*/ 1815916 w 4954903"/>
                <a:gd name="connsiteY24732" fmla="*/ 89895 h 4882701"/>
                <a:gd name="connsiteX24733" fmla="*/ 1828071 w 4954903"/>
                <a:gd name="connsiteY24733" fmla="*/ 85844 h 4882701"/>
                <a:gd name="connsiteX24734" fmla="*/ 1803001 w 4954903"/>
                <a:gd name="connsiteY24734" fmla="*/ 93440 h 4882701"/>
                <a:gd name="connsiteX24735" fmla="*/ 1815916 w 4954903"/>
                <a:gd name="connsiteY24735" fmla="*/ 89895 h 4882701"/>
                <a:gd name="connsiteX24736" fmla="*/ 1808826 w 4954903"/>
                <a:gd name="connsiteY24736" fmla="*/ 90908 h 4882701"/>
                <a:gd name="connsiteX24737" fmla="*/ 1821234 w 4954903"/>
                <a:gd name="connsiteY24737" fmla="*/ 86856 h 4882701"/>
                <a:gd name="connsiteX24738" fmla="*/ 1795911 w 4954903"/>
                <a:gd name="connsiteY24738" fmla="*/ 94453 h 4882701"/>
                <a:gd name="connsiteX24739" fmla="*/ 1808826 w 4954903"/>
                <a:gd name="connsiteY24739" fmla="*/ 90908 h 4882701"/>
                <a:gd name="connsiteX24740" fmla="*/ 1801989 w 4954903"/>
                <a:gd name="connsiteY24740" fmla="*/ 91668 h 4882701"/>
                <a:gd name="connsiteX24741" fmla="*/ 1801989 w 4954903"/>
                <a:gd name="connsiteY24741" fmla="*/ 91668 h 4882701"/>
                <a:gd name="connsiteX24742" fmla="*/ 1814650 w 4954903"/>
                <a:gd name="connsiteY24742" fmla="*/ 87616 h 4882701"/>
                <a:gd name="connsiteX24743" fmla="*/ 1789074 w 4954903"/>
                <a:gd name="connsiteY24743" fmla="*/ 95213 h 4882701"/>
                <a:gd name="connsiteX24744" fmla="*/ 1801989 w 4954903"/>
                <a:gd name="connsiteY24744" fmla="*/ 91668 h 4882701"/>
                <a:gd name="connsiteX24745" fmla="*/ 1795658 w 4954903"/>
                <a:gd name="connsiteY24745" fmla="*/ 92427 h 4882701"/>
                <a:gd name="connsiteX24746" fmla="*/ 1808572 w 4954903"/>
                <a:gd name="connsiteY24746" fmla="*/ 88376 h 4882701"/>
                <a:gd name="connsiteX24747" fmla="*/ 1782744 w 4954903"/>
                <a:gd name="connsiteY24747" fmla="*/ 96226 h 4882701"/>
                <a:gd name="connsiteX24748" fmla="*/ 1795658 w 4954903"/>
                <a:gd name="connsiteY24748" fmla="*/ 92427 h 4882701"/>
                <a:gd name="connsiteX24749" fmla="*/ 1790087 w 4954903"/>
                <a:gd name="connsiteY24749" fmla="*/ 93440 h 4882701"/>
                <a:gd name="connsiteX24750" fmla="*/ 1803255 w 4954903"/>
                <a:gd name="connsiteY24750" fmla="*/ 89389 h 4882701"/>
                <a:gd name="connsiteX24751" fmla="*/ 1777173 w 4954903"/>
                <a:gd name="connsiteY24751" fmla="*/ 97239 h 4882701"/>
                <a:gd name="connsiteX24752" fmla="*/ 1790087 w 4954903"/>
                <a:gd name="connsiteY24752" fmla="*/ 93440 h 4882701"/>
                <a:gd name="connsiteX24753" fmla="*/ 1784769 w 4954903"/>
                <a:gd name="connsiteY24753" fmla="*/ 94453 h 4882701"/>
                <a:gd name="connsiteX24754" fmla="*/ 1798190 w 4954903"/>
                <a:gd name="connsiteY24754" fmla="*/ 90402 h 4882701"/>
                <a:gd name="connsiteX24755" fmla="*/ 1771855 w 4954903"/>
                <a:gd name="connsiteY24755" fmla="*/ 98252 h 4882701"/>
                <a:gd name="connsiteX24756" fmla="*/ 1784769 w 4954903"/>
                <a:gd name="connsiteY24756" fmla="*/ 94453 h 4882701"/>
                <a:gd name="connsiteX24757" fmla="*/ 1780211 w 4954903"/>
                <a:gd name="connsiteY24757" fmla="*/ 95213 h 4882701"/>
                <a:gd name="connsiteX24758" fmla="*/ 1793885 w 4954903"/>
                <a:gd name="connsiteY24758" fmla="*/ 91161 h 4882701"/>
                <a:gd name="connsiteX24759" fmla="*/ 1767550 w 4954903"/>
                <a:gd name="connsiteY24759" fmla="*/ 99011 h 4882701"/>
                <a:gd name="connsiteX24760" fmla="*/ 1780211 w 4954903"/>
                <a:gd name="connsiteY24760" fmla="*/ 95213 h 4882701"/>
                <a:gd name="connsiteX24761" fmla="*/ 1789834 w 4954903"/>
                <a:gd name="connsiteY24761" fmla="*/ 92174 h 4882701"/>
                <a:gd name="connsiteX24762" fmla="*/ 1763245 w 4954903"/>
                <a:gd name="connsiteY24762" fmla="*/ 100024 h 4882701"/>
                <a:gd name="connsiteX24763" fmla="*/ 1775906 w 4954903"/>
                <a:gd name="connsiteY24763" fmla="*/ 96226 h 4882701"/>
                <a:gd name="connsiteX24764" fmla="*/ 1789834 w 4954903"/>
                <a:gd name="connsiteY24764" fmla="*/ 92174 h 4882701"/>
                <a:gd name="connsiteX24765" fmla="*/ 3205113 w 4954903"/>
                <a:gd name="connsiteY24765" fmla="*/ 104836 h 4882701"/>
                <a:gd name="connsiteX24766" fmla="*/ 3189666 w 4954903"/>
                <a:gd name="connsiteY24766" fmla="*/ 100024 h 4882701"/>
                <a:gd name="connsiteX24767" fmla="*/ 3215749 w 4954903"/>
                <a:gd name="connsiteY24767" fmla="*/ 108127 h 4882701"/>
                <a:gd name="connsiteX24768" fmla="*/ 3205113 w 4954903"/>
                <a:gd name="connsiteY24768" fmla="*/ 104836 h 4882701"/>
                <a:gd name="connsiteX24769" fmla="*/ 3200302 w 4954903"/>
                <a:gd name="connsiteY24769" fmla="*/ 103823 h 4882701"/>
                <a:gd name="connsiteX24770" fmla="*/ 3184855 w 4954903"/>
                <a:gd name="connsiteY24770" fmla="*/ 99265 h 4882701"/>
                <a:gd name="connsiteX24771" fmla="*/ 3210937 w 4954903"/>
                <a:gd name="connsiteY24771" fmla="*/ 107368 h 4882701"/>
                <a:gd name="connsiteX24772" fmla="*/ 3200302 w 4954903"/>
                <a:gd name="connsiteY24772" fmla="*/ 103823 h 4882701"/>
                <a:gd name="connsiteX24773" fmla="*/ 2065090 w 4954903"/>
                <a:gd name="connsiteY24773" fmla="*/ 63813 h 4882701"/>
                <a:gd name="connsiteX24774" fmla="*/ 2072434 w 4954903"/>
                <a:gd name="connsiteY24774" fmla="*/ 60521 h 4882701"/>
                <a:gd name="connsiteX24775" fmla="*/ 2071927 w 4954903"/>
                <a:gd name="connsiteY24775" fmla="*/ 60521 h 4882701"/>
                <a:gd name="connsiteX24776" fmla="*/ 2053442 w 4954903"/>
                <a:gd name="connsiteY24776" fmla="*/ 66852 h 4882701"/>
                <a:gd name="connsiteX24777" fmla="*/ 2065090 w 4954903"/>
                <a:gd name="connsiteY24777" fmla="*/ 63813 h 4882701"/>
                <a:gd name="connsiteX24778" fmla="*/ 2050910 w 4954903"/>
                <a:gd name="connsiteY24778" fmla="*/ 64066 h 4882701"/>
                <a:gd name="connsiteX24779" fmla="*/ 2058506 w 4954903"/>
                <a:gd name="connsiteY24779" fmla="*/ 60774 h 4882701"/>
                <a:gd name="connsiteX24780" fmla="*/ 2058000 w 4954903"/>
                <a:gd name="connsiteY24780" fmla="*/ 60774 h 4882701"/>
                <a:gd name="connsiteX24781" fmla="*/ 2039008 w 4954903"/>
                <a:gd name="connsiteY24781" fmla="*/ 67358 h 4882701"/>
                <a:gd name="connsiteX24782" fmla="*/ 2050910 w 4954903"/>
                <a:gd name="connsiteY24782" fmla="*/ 64066 h 4882701"/>
                <a:gd name="connsiteX24783" fmla="*/ 2044579 w 4954903"/>
                <a:gd name="connsiteY24783" fmla="*/ 61027 h 4882701"/>
                <a:gd name="connsiteX24784" fmla="*/ 2025081 w 4954903"/>
                <a:gd name="connsiteY24784" fmla="*/ 67358 h 4882701"/>
                <a:gd name="connsiteX24785" fmla="*/ 2025081 w 4954903"/>
                <a:gd name="connsiteY24785" fmla="*/ 67611 h 4882701"/>
                <a:gd name="connsiteX24786" fmla="*/ 2037235 w 4954903"/>
                <a:gd name="connsiteY24786" fmla="*/ 64573 h 4882701"/>
                <a:gd name="connsiteX24787" fmla="*/ 2045086 w 4954903"/>
                <a:gd name="connsiteY24787" fmla="*/ 61281 h 4882701"/>
                <a:gd name="connsiteX24788" fmla="*/ 2045086 w 4954903"/>
                <a:gd name="connsiteY24788" fmla="*/ 61027 h 4882701"/>
                <a:gd name="connsiteX24789" fmla="*/ 2044579 w 4954903"/>
                <a:gd name="connsiteY24789" fmla="*/ 61027 h 4882701"/>
                <a:gd name="connsiteX24790" fmla="*/ 2011660 w 4954903"/>
                <a:gd name="connsiteY24790" fmla="*/ 68118 h 4882701"/>
                <a:gd name="connsiteX24791" fmla="*/ 2023814 w 4954903"/>
                <a:gd name="connsiteY24791" fmla="*/ 65079 h 4882701"/>
                <a:gd name="connsiteX24792" fmla="*/ 2031918 w 4954903"/>
                <a:gd name="connsiteY24792" fmla="*/ 61534 h 4882701"/>
                <a:gd name="connsiteX24793" fmla="*/ 2031411 w 4954903"/>
                <a:gd name="connsiteY24793" fmla="*/ 61534 h 4882701"/>
                <a:gd name="connsiteX24794" fmla="*/ 2011660 w 4954903"/>
                <a:gd name="connsiteY24794" fmla="*/ 68118 h 4882701"/>
                <a:gd name="connsiteX24795" fmla="*/ 2011660 w 4954903"/>
                <a:gd name="connsiteY24795" fmla="*/ 68118 h 4882701"/>
                <a:gd name="connsiteX24796" fmla="*/ 1998492 w 4954903"/>
                <a:gd name="connsiteY24796" fmla="*/ 68371 h 4882701"/>
                <a:gd name="connsiteX24797" fmla="*/ 2010900 w 4954903"/>
                <a:gd name="connsiteY24797" fmla="*/ 65332 h 4882701"/>
                <a:gd name="connsiteX24798" fmla="*/ 2019510 w 4954903"/>
                <a:gd name="connsiteY24798" fmla="*/ 61787 h 4882701"/>
                <a:gd name="connsiteX24799" fmla="*/ 2019256 w 4954903"/>
                <a:gd name="connsiteY24799" fmla="*/ 61787 h 4882701"/>
                <a:gd name="connsiteX24800" fmla="*/ 1998492 w 4954903"/>
                <a:gd name="connsiteY24800" fmla="*/ 68371 h 4882701"/>
                <a:gd name="connsiteX24801" fmla="*/ 1985831 w 4954903"/>
                <a:gd name="connsiteY24801" fmla="*/ 68877 h 4882701"/>
                <a:gd name="connsiteX24802" fmla="*/ 1998239 w 4954903"/>
                <a:gd name="connsiteY24802" fmla="*/ 65839 h 4882701"/>
                <a:gd name="connsiteX24803" fmla="*/ 2007102 w 4954903"/>
                <a:gd name="connsiteY24803" fmla="*/ 62294 h 4882701"/>
                <a:gd name="connsiteX24804" fmla="*/ 2006848 w 4954903"/>
                <a:gd name="connsiteY24804" fmla="*/ 62294 h 4882701"/>
                <a:gd name="connsiteX24805" fmla="*/ 1985831 w 4954903"/>
                <a:gd name="connsiteY24805" fmla="*/ 68877 h 4882701"/>
                <a:gd name="connsiteX24806" fmla="*/ 1973423 w 4954903"/>
                <a:gd name="connsiteY24806" fmla="*/ 69384 h 4882701"/>
                <a:gd name="connsiteX24807" fmla="*/ 1985831 w 4954903"/>
                <a:gd name="connsiteY24807" fmla="*/ 66345 h 4882701"/>
                <a:gd name="connsiteX24808" fmla="*/ 1994947 w 4954903"/>
                <a:gd name="connsiteY24808" fmla="*/ 62800 h 4882701"/>
                <a:gd name="connsiteX24809" fmla="*/ 1994693 w 4954903"/>
                <a:gd name="connsiteY24809" fmla="*/ 62800 h 4882701"/>
                <a:gd name="connsiteX24810" fmla="*/ 1973423 w 4954903"/>
                <a:gd name="connsiteY24810" fmla="*/ 69384 h 4882701"/>
                <a:gd name="connsiteX24811" fmla="*/ 1974182 w 4954903"/>
                <a:gd name="connsiteY24811" fmla="*/ 66852 h 4882701"/>
                <a:gd name="connsiteX24812" fmla="*/ 1983805 w 4954903"/>
                <a:gd name="connsiteY24812" fmla="*/ 63306 h 4882701"/>
                <a:gd name="connsiteX24813" fmla="*/ 1983805 w 4954903"/>
                <a:gd name="connsiteY24813" fmla="*/ 63306 h 4882701"/>
                <a:gd name="connsiteX24814" fmla="*/ 1983552 w 4954903"/>
                <a:gd name="connsiteY24814" fmla="*/ 63306 h 4882701"/>
                <a:gd name="connsiteX24815" fmla="*/ 1961774 w 4954903"/>
                <a:gd name="connsiteY24815" fmla="*/ 69890 h 4882701"/>
                <a:gd name="connsiteX24816" fmla="*/ 1974182 w 4954903"/>
                <a:gd name="connsiteY24816" fmla="*/ 66852 h 4882701"/>
                <a:gd name="connsiteX24817" fmla="*/ 1972156 w 4954903"/>
                <a:gd name="connsiteY24817" fmla="*/ 63813 h 4882701"/>
                <a:gd name="connsiteX24818" fmla="*/ 1949873 w 4954903"/>
                <a:gd name="connsiteY24818" fmla="*/ 70397 h 4882701"/>
                <a:gd name="connsiteX24819" fmla="*/ 1949873 w 4954903"/>
                <a:gd name="connsiteY24819" fmla="*/ 70397 h 4882701"/>
                <a:gd name="connsiteX24820" fmla="*/ 1962534 w 4954903"/>
                <a:gd name="connsiteY24820" fmla="*/ 67105 h 4882701"/>
                <a:gd name="connsiteX24821" fmla="*/ 1972156 w 4954903"/>
                <a:gd name="connsiteY24821" fmla="*/ 63813 h 4882701"/>
                <a:gd name="connsiteX24822" fmla="*/ 1972156 w 4954903"/>
                <a:gd name="connsiteY24822" fmla="*/ 63813 h 4882701"/>
                <a:gd name="connsiteX24823" fmla="*/ 1972156 w 4954903"/>
                <a:gd name="connsiteY24823" fmla="*/ 63813 h 4882701"/>
                <a:gd name="connsiteX24824" fmla="*/ 1938984 w 4954903"/>
                <a:gd name="connsiteY24824" fmla="*/ 70903 h 4882701"/>
                <a:gd name="connsiteX24825" fmla="*/ 1938984 w 4954903"/>
                <a:gd name="connsiteY24825" fmla="*/ 70903 h 4882701"/>
                <a:gd name="connsiteX24826" fmla="*/ 1951645 w 4954903"/>
                <a:gd name="connsiteY24826" fmla="*/ 67865 h 4882701"/>
                <a:gd name="connsiteX24827" fmla="*/ 1961774 w 4954903"/>
                <a:gd name="connsiteY24827" fmla="*/ 64319 h 4882701"/>
                <a:gd name="connsiteX24828" fmla="*/ 1961521 w 4954903"/>
                <a:gd name="connsiteY24828" fmla="*/ 64319 h 4882701"/>
                <a:gd name="connsiteX24829" fmla="*/ 1938984 w 4954903"/>
                <a:gd name="connsiteY24829" fmla="*/ 70903 h 4882701"/>
                <a:gd name="connsiteX24830" fmla="*/ 1928348 w 4954903"/>
                <a:gd name="connsiteY24830" fmla="*/ 71663 h 4882701"/>
                <a:gd name="connsiteX24831" fmla="*/ 1941010 w 4954903"/>
                <a:gd name="connsiteY24831" fmla="*/ 68371 h 4882701"/>
                <a:gd name="connsiteX24832" fmla="*/ 1951392 w 4954903"/>
                <a:gd name="connsiteY24832" fmla="*/ 64826 h 4882701"/>
                <a:gd name="connsiteX24833" fmla="*/ 1951139 w 4954903"/>
                <a:gd name="connsiteY24833" fmla="*/ 64826 h 4882701"/>
                <a:gd name="connsiteX24834" fmla="*/ 1928348 w 4954903"/>
                <a:gd name="connsiteY24834" fmla="*/ 71663 h 4882701"/>
                <a:gd name="connsiteX24835" fmla="*/ 1917966 w 4954903"/>
                <a:gd name="connsiteY24835" fmla="*/ 72423 h 4882701"/>
                <a:gd name="connsiteX24836" fmla="*/ 1930881 w 4954903"/>
                <a:gd name="connsiteY24836" fmla="*/ 69131 h 4882701"/>
                <a:gd name="connsiteX24837" fmla="*/ 1941516 w 4954903"/>
                <a:gd name="connsiteY24837" fmla="*/ 65585 h 4882701"/>
                <a:gd name="connsiteX24838" fmla="*/ 1941263 w 4954903"/>
                <a:gd name="connsiteY24838" fmla="*/ 65585 h 4882701"/>
                <a:gd name="connsiteX24839" fmla="*/ 1917966 w 4954903"/>
                <a:gd name="connsiteY24839" fmla="*/ 72423 h 4882701"/>
                <a:gd name="connsiteX24840" fmla="*/ 1921005 w 4954903"/>
                <a:gd name="connsiteY24840" fmla="*/ 69637 h 4882701"/>
                <a:gd name="connsiteX24841" fmla="*/ 1931894 w 4954903"/>
                <a:gd name="connsiteY24841" fmla="*/ 66092 h 4882701"/>
                <a:gd name="connsiteX24842" fmla="*/ 1931640 w 4954903"/>
                <a:gd name="connsiteY24842" fmla="*/ 66092 h 4882701"/>
                <a:gd name="connsiteX24843" fmla="*/ 1908090 w 4954903"/>
                <a:gd name="connsiteY24843" fmla="*/ 72929 h 4882701"/>
                <a:gd name="connsiteX24844" fmla="*/ 1921005 w 4954903"/>
                <a:gd name="connsiteY24844" fmla="*/ 69637 h 4882701"/>
                <a:gd name="connsiteX24845" fmla="*/ 1898721 w 4954903"/>
                <a:gd name="connsiteY24845" fmla="*/ 73689 h 4882701"/>
                <a:gd name="connsiteX24846" fmla="*/ 1911635 w 4954903"/>
                <a:gd name="connsiteY24846" fmla="*/ 70397 h 4882701"/>
                <a:gd name="connsiteX24847" fmla="*/ 1922777 w 4954903"/>
                <a:gd name="connsiteY24847" fmla="*/ 66852 h 4882701"/>
                <a:gd name="connsiteX24848" fmla="*/ 1922524 w 4954903"/>
                <a:gd name="connsiteY24848" fmla="*/ 66852 h 4882701"/>
                <a:gd name="connsiteX24849" fmla="*/ 1898721 w 4954903"/>
                <a:gd name="connsiteY24849" fmla="*/ 73689 h 4882701"/>
                <a:gd name="connsiteX24850" fmla="*/ 1889605 w 4954903"/>
                <a:gd name="connsiteY24850" fmla="*/ 74448 h 4882701"/>
                <a:gd name="connsiteX24851" fmla="*/ 1902519 w 4954903"/>
                <a:gd name="connsiteY24851" fmla="*/ 71156 h 4882701"/>
                <a:gd name="connsiteX24852" fmla="*/ 1914168 w 4954903"/>
                <a:gd name="connsiteY24852" fmla="*/ 67611 h 4882701"/>
                <a:gd name="connsiteX24853" fmla="*/ 1913915 w 4954903"/>
                <a:gd name="connsiteY24853" fmla="*/ 67611 h 4882701"/>
                <a:gd name="connsiteX24854" fmla="*/ 1889605 w 4954903"/>
                <a:gd name="connsiteY24854" fmla="*/ 74448 h 4882701"/>
                <a:gd name="connsiteX24855" fmla="*/ 1881248 w 4954903"/>
                <a:gd name="connsiteY24855" fmla="*/ 74955 h 4882701"/>
                <a:gd name="connsiteX24856" fmla="*/ 1894163 w 4954903"/>
                <a:gd name="connsiteY24856" fmla="*/ 71663 h 4882701"/>
                <a:gd name="connsiteX24857" fmla="*/ 1906064 w 4954903"/>
                <a:gd name="connsiteY24857" fmla="*/ 68118 h 4882701"/>
                <a:gd name="connsiteX24858" fmla="*/ 1906064 w 4954903"/>
                <a:gd name="connsiteY24858" fmla="*/ 68118 h 4882701"/>
                <a:gd name="connsiteX24859" fmla="*/ 1881248 w 4954903"/>
                <a:gd name="connsiteY24859" fmla="*/ 74955 h 4882701"/>
                <a:gd name="connsiteX24860" fmla="*/ 1886060 w 4954903"/>
                <a:gd name="connsiteY24860" fmla="*/ 72423 h 4882701"/>
                <a:gd name="connsiteX24861" fmla="*/ 1897961 w 4954903"/>
                <a:gd name="connsiteY24861" fmla="*/ 68877 h 4882701"/>
                <a:gd name="connsiteX24862" fmla="*/ 1873145 w 4954903"/>
                <a:gd name="connsiteY24862" fmla="*/ 75715 h 4882701"/>
                <a:gd name="connsiteX24863" fmla="*/ 1886060 w 4954903"/>
                <a:gd name="connsiteY24863" fmla="*/ 72423 h 4882701"/>
                <a:gd name="connsiteX24864" fmla="*/ 1878463 w 4954903"/>
                <a:gd name="connsiteY24864" fmla="*/ 73182 h 4882701"/>
                <a:gd name="connsiteX24865" fmla="*/ 1890618 w 4954903"/>
                <a:gd name="connsiteY24865" fmla="*/ 69637 h 4882701"/>
                <a:gd name="connsiteX24866" fmla="*/ 1865548 w 4954903"/>
                <a:gd name="connsiteY24866" fmla="*/ 76474 h 4882701"/>
                <a:gd name="connsiteX24867" fmla="*/ 1878463 w 4954903"/>
                <a:gd name="connsiteY24867" fmla="*/ 73182 h 4882701"/>
                <a:gd name="connsiteX24868" fmla="*/ 1871373 w 4954903"/>
                <a:gd name="connsiteY24868" fmla="*/ 73942 h 4882701"/>
                <a:gd name="connsiteX24869" fmla="*/ 1883781 w 4954903"/>
                <a:gd name="connsiteY24869" fmla="*/ 70397 h 4882701"/>
                <a:gd name="connsiteX24870" fmla="*/ 1858458 w 4954903"/>
                <a:gd name="connsiteY24870" fmla="*/ 77487 h 4882701"/>
                <a:gd name="connsiteX24871" fmla="*/ 1871373 w 4954903"/>
                <a:gd name="connsiteY24871" fmla="*/ 73942 h 4882701"/>
                <a:gd name="connsiteX24872" fmla="*/ 1864535 w 4954903"/>
                <a:gd name="connsiteY24872" fmla="*/ 74702 h 4882701"/>
                <a:gd name="connsiteX24873" fmla="*/ 1877197 w 4954903"/>
                <a:gd name="connsiteY24873" fmla="*/ 71156 h 4882701"/>
                <a:gd name="connsiteX24874" fmla="*/ 1851621 w 4954903"/>
                <a:gd name="connsiteY24874" fmla="*/ 78247 h 4882701"/>
                <a:gd name="connsiteX24875" fmla="*/ 1864535 w 4954903"/>
                <a:gd name="connsiteY24875" fmla="*/ 74702 h 4882701"/>
                <a:gd name="connsiteX24876" fmla="*/ 1858458 w 4954903"/>
                <a:gd name="connsiteY24876" fmla="*/ 75461 h 4882701"/>
                <a:gd name="connsiteX24877" fmla="*/ 1871373 w 4954903"/>
                <a:gd name="connsiteY24877" fmla="*/ 71916 h 4882701"/>
                <a:gd name="connsiteX24878" fmla="*/ 1845543 w 4954903"/>
                <a:gd name="connsiteY24878" fmla="*/ 79006 h 4882701"/>
                <a:gd name="connsiteX24879" fmla="*/ 1858458 w 4954903"/>
                <a:gd name="connsiteY24879" fmla="*/ 75461 h 4882701"/>
                <a:gd name="connsiteX24880" fmla="*/ 1852634 w 4954903"/>
                <a:gd name="connsiteY24880" fmla="*/ 76221 h 4882701"/>
                <a:gd name="connsiteX24881" fmla="*/ 1865802 w 4954903"/>
                <a:gd name="connsiteY24881" fmla="*/ 72423 h 4882701"/>
                <a:gd name="connsiteX24882" fmla="*/ 1839719 w 4954903"/>
                <a:gd name="connsiteY24882" fmla="*/ 79513 h 4882701"/>
                <a:gd name="connsiteX24883" fmla="*/ 1852634 w 4954903"/>
                <a:gd name="connsiteY24883" fmla="*/ 76221 h 4882701"/>
                <a:gd name="connsiteX24884" fmla="*/ 1847316 w 4954903"/>
                <a:gd name="connsiteY24884" fmla="*/ 77234 h 4882701"/>
                <a:gd name="connsiteX24885" fmla="*/ 1860737 w 4954903"/>
                <a:gd name="connsiteY24885" fmla="*/ 73436 h 4882701"/>
                <a:gd name="connsiteX24886" fmla="*/ 1834402 w 4954903"/>
                <a:gd name="connsiteY24886" fmla="*/ 80526 h 4882701"/>
                <a:gd name="connsiteX24887" fmla="*/ 1847316 w 4954903"/>
                <a:gd name="connsiteY24887" fmla="*/ 77234 h 4882701"/>
                <a:gd name="connsiteX24888" fmla="*/ 1842505 w 4954903"/>
                <a:gd name="connsiteY24888" fmla="*/ 77994 h 4882701"/>
                <a:gd name="connsiteX24889" fmla="*/ 1856179 w 4954903"/>
                <a:gd name="connsiteY24889" fmla="*/ 74195 h 4882701"/>
                <a:gd name="connsiteX24890" fmla="*/ 1829590 w 4954903"/>
                <a:gd name="connsiteY24890" fmla="*/ 81286 h 4882701"/>
                <a:gd name="connsiteX24891" fmla="*/ 1842505 w 4954903"/>
                <a:gd name="connsiteY24891" fmla="*/ 77994 h 4882701"/>
                <a:gd name="connsiteX24892" fmla="*/ 1852127 w 4954903"/>
                <a:gd name="connsiteY24892" fmla="*/ 75208 h 4882701"/>
                <a:gd name="connsiteX24893" fmla="*/ 1825539 w 4954903"/>
                <a:gd name="connsiteY24893" fmla="*/ 82298 h 4882701"/>
                <a:gd name="connsiteX24894" fmla="*/ 1838453 w 4954903"/>
                <a:gd name="connsiteY24894" fmla="*/ 78753 h 4882701"/>
                <a:gd name="connsiteX24895" fmla="*/ 1852127 w 4954903"/>
                <a:gd name="connsiteY24895" fmla="*/ 75208 h 4882701"/>
                <a:gd name="connsiteX24896" fmla="*/ 3147378 w 4954903"/>
                <a:gd name="connsiteY24896" fmla="*/ 87616 h 4882701"/>
                <a:gd name="connsiteX24897" fmla="*/ 3131678 w 4954903"/>
                <a:gd name="connsiteY24897" fmla="*/ 83311 h 4882701"/>
                <a:gd name="connsiteX24898" fmla="*/ 3158266 w 4954903"/>
                <a:gd name="connsiteY24898" fmla="*/ 90908 h 4882701"/>
                <a:gd name="connsiteX24899" fmla="*/ 3147378 w 4954903"/>
                <a:gd name="connsiteY24899" fmla="*/ 87616 h 4882701"/>
                <a:gd name="connsiteX24900" fmla="*/ 3143073 w 4954903"/>
                <a:gd name="connsiteY24900" fmla="*/ 86603 h 4882701"/>
                <a:gd name="connsiteX24901" fmla="*/ 3127373 w 4954903"/>
                <a:gd name="connsiteY24901" fmla="*/ 82298 h 4882701"/>
                <a:gd name="connsiteX24902" fmla="*/ 3153708 w 4954903"/>
                <a:gd name="connsiteY24902" fmla="*/ 89642 h 4882701"/>
                <a:gd name="connsiteX24903" fmla="*/ 3143073 w 4954903"/>
                <a:gd name="connsiteY24903" fmla="*/ 86603 h 4882701"/>
                <a:gd name="connsiteX24904" fmla="*/ 2968347 w 4954903"/>
                <a:gd name="connsiteY24904" fmla="*/ 68118 h 4882701"/>
                <a:gd name="connsiteX24905" fmla="*/ 2954926 w 4954903"/>
                <a:gd name="connsiteY24905" fmla="*/ 64319 h 4882701"/>
                <a:gd name="connsiteX24906" fmla="*/ 2954420 w 4954903"/>
                <a:gd name="connsiteY24906" fmla="*/ 64319 h 4882701"/>
                <a:gd name="connsiteX24907" fmla="*/ 2974171 w 4954903"/>
                <a:gd name="connsiteY24907" fmla="*/ 70903 h 4882701"/>
                <a:gd name="connsiteX24908" fmla="*/ 2968347 w 4954903"/>
                <a:gd name="connsiteY24908" fmla="*/ 68118 h 4882701"/>
                <a:gd name="connsiteX24909" fmla="*/ 2916436 w 4954903"/>
                <a:gd name="connsiteY24909" fmla="*/ 64826 h 4882701"/>
                <a:gd name="connsiteX24910" fmla="*/ 2904028 w 4954903"/>
                <a:gd name="connsiteY24910" fmla="*/ 61027 h 4882701"/>
                <a:gd name="connsiteX24911" fmla="*/ 2903521 w 4954903"/>
                <a:gd name="connsiteY24911" fmla="*/ 61027 h 4882701"/>
                <a:gd name="connsiteX24912" fmla="*/ 2921247 w 4954903"/>
                <a:gd name="connsiteY24912" fmla="*/ 67358 h 4882701"/>
                <a:gd name="connsiteX24913" fmla="*/ 2916436 w 4954903"/>
                <a:gd name="connsiteY24913" fmla="*/ 64826 h 4882701"/>
                <a:gd name="connsiteX24914" fmla="*/ 2916436 w 4954903"/>
                <a:gd name="connsiteY24914" fmla="*/ 64826 h 4882701"/>
                <a:gd name="connsiteX24915" fmla="*/ 2144856 w 4954903"/>
                <a:gd name="connsiteY24915" fmla="*/ 49126 h 4882701"/>
                <a:gd name="connsiteX24916" fmla="*/ 2151440 w 4954903"/>
                <a:gd name="connsiteY24916" fmla="*/ 46087 h 4882701"/>
                <a:gd name="connsiteX24917" fmla="*/ 2150934 w 4954903"/>
                <a:gd name="connsiteY24917" fmla="*/ 46087 h 4882701"/>
                <a:gd name="connsiteX24918" fmla="*/ 2133715 w 4954903"/>
                <a:gd name="connsiteY24918" fmla="*/ 51658 h 4882701"/>
                <a:gd name="connsiteX24919" fmla="*/ 2144856 w 4954903"/>
                <a:gd name="connsiteY24919" fmla="*/ 49126 h 4882701"/>
                <a:gd name="connsiteX24920" fmla="*/ 2138019 w 4954903"/>
                <a:gd name="connsiteY24920" fmla="*/ 46340 h 4882701"/>
                <a:gd name="connsiteX24921" fmla="*/ 2137513 w 4954903"/>
                <a:gd name="connsiteY24921" fmla="*/ 46340 h 4882701"/>
                <a:gd name="connsiteX24922" fmla="*/ 2119787 w 4954903"/>
                <a:gd name="connsiteY24922" fmla="*/ 52165 h 4882701"/>
                <a:gd name="connsiteX24923" fmla="*/ 2131182 w 4954903"/>
                <a:gd name="connsiteY24923" fmla="*/ 49632 h 4882701"/>
                <a:gd name="connsiteX24924" fmla="*/ 2138019 w 4954903"/>
                <a:gd name="connsiteY24924" fmla="*/ 46340 h 4882701"/>
                <a:gd name="connsiteX24925" fmla="*/ 2124852 w 4954903"/>
                <a:gd name="connsiteY24925" fmla="*/ 46847 h 4882701"/>
                <a:gd name="connsiteX24926" fmla="*/ 2124852 w 4954903"/>
                <a:gd name="connsiteY24926" fmla="*/ 46847 h 4882701"/>
                <a:gd name="connsiteX24927" fmla="*/ 2124345 w 4954903"/>
                <a:gd name="connsiteY24927" fmla="*/ 46594 h 4882701"/>
                <a:gd name="connsiteX24928" fmla="*/ 2106113 w 4954903"/>
                <a:gd name="connsiteY24928" fmla="*/ 52418 h 4882701"/>
                <a:gd name="connsiteX24929" fmla="*/ 2117508 w 4954903"/>
                <a:gd name="connsiteY24929" fmla="*/ 49885 h 4882701"/>
                <a:gd name="connsiteX24930" fmla="*/ 2124852 w 4954903"/>
                <a:gd name="connsiteY24930" fmla="*/ 46847 h 4882701"/>
                <a:gd name="connsiteX24931" fmla="*/ 2092692 w 4954903"/>
                <a:gd name="connsiteY24931" fmla="*/ 52671 h 4882701"/>
                <a:gd name="connsiteX24932" fmla="*/ 2092692 w 4954903"/>
                <a:gd name="connsiteY24932" fmla="*/ 52671 h 4882701"/>
                <a:gd name="connsiteX24933" fmla="*/ 2104340 w 4954903"/>
                <a:gd name="connsiteY24933" fmla="*/ 50139 h 4882701"/>
                <a:gd name="connsiteX24934" fmla="*/ 2111937 w 4954903"/>
                <a:gd name="connsiteY24934" fmla="*/ 47100 h 4882701"/>
                <a:gd name="connsiteX24935" fmla="*/ 2111937 w 4954903"/>
                <a:gd name="connsiteY24935" fmla="*/ 46847 h 4882701"/>
                <a:gd name="connsiteX24936" fmla="*/ 2111431 w 4954903"/>
                <a:gd name="connsiteY24936" fmla="*/ 46847 h 4882701"/>
                <a:gd name="connsiteX24937" fmla="*/ 2092692 w 4954903"/>
                <a:gd name="connsiteY24937" fmla="*/ 52671 h 4882701"/>
                <a:gd name="connsiteX24938" fmla="*/ 2067116 w 4954903"/>
                <a:gd name="connsiteY24938" fmla="*/ 53431 h 4882701"/>
                <a:gd name="connsiteX24939" fmla="*/ 2079018 w 4954903"/>
                <a:gd name="connsiteY24939" fmla="*/ 50645 h 4882701"/>
                <a:gd name="connsiteX24940" fmla="*/ 2087374 w 4954903"/>
                <a:gd name="connsiteY24940" fmla="*/ 47606 h 4882701"/>
                <a:gd name="connsiteX24941" fmla="*/ 2087121 w 4954903"/>
                <a:gd name="connsiteY24941" fmla="*/ 47606 h 4882701"/>
                <a:gd name="connsiteX24942" fmla="*/ 2067116 w 4954903"/>
                <a:gd name="connsiteY24942" fmla="*/ 53431 h 4882701"/>
                <a:gd name="connsiteX24943" fmla="*/ 2054708 w 4954903"/>
                <a:gd name="connsiteY24943" fmla="*/ 53937 h 4882701"/>
                <a:gd name="connsiteX24944" fmla="*/ 2066610 w 4954903"/>
                <a:gd name="connsiteY24944" fmla="*/ 51152 h 4882701"/>
                <a:gd name="connsiteX24945" fmla="*/ 2075219 w 4954903"/>
                <a:gd name="connsiteY24945" fmla="*/ 48113 h 4882701"/>
                <a:gd name="connsiteX24946" fmla="*/ 2074966 w 4954903"/>
                <a:gd name="connsiteY24946" fmla="*/ 48113 h 4882701"/>
                <a:gd name="connsiteX24947" fmla="*/ 2054708 w 4954903"/>
                <a:gd name="connsiteY24947" fmla="*/ 53937 h 4882701"/>
                <a:gd name="connsiteX24948" fmla="*/ 2042806 w 4954903"/>
                <a:gd name="connsiteY24948" fmla="*/ 54190 h 4882701"/>
                <a:gd name="connsiteX24949" fmla="*/ 2054961 w 4954903"/>
                <a:gd name="connsiteY24949" fmla="*/ 51405 h 4882701"/>
                <a:gd name="connsiteX24950" fmla="*/ 2063824 w 4954903"/>
                <a:gd name="connsiteY24950" fmla="*/ 48366 h 4882701"/>
                <a:gd name="connsiteX24951" fmla="*/ 2063571 w 4954903"/>
                <a:gd name="connsiteY24951" fmla="*/ 48366 h 4882701"/>
                <a:gd name="connsiteX24952" fmla="*/ 2042806 w 4954903"/>
                <a:gd name="connsiteY24952" fmla="*/ 54190 h 4882701"/>
                <a:gd name="connsiteX24953" fmla="*/ 2052176 w 4954903"/>
                <a:gd name="connsiteY24953" fmla="*/ 48873 h 4882701"/>
                <a:gd name="connsiteX24954" fmla="*/ 2030905 w 4954903"/>
                <a:gd name="connsiteY24954" fmla="*/ 54950 h 4882701"/>
                <a:gd name="connsiteX24955" fmla="*/ 2043060 w 4954903"/>
                <a:gd name="connsiteY24955" fmla="*/ 52165 h 4882701"/>
                <a:gd name="connsiteX24956" fmla="*/ 2052429 w 4954903"/>
                <a:gd name="connsiteY24956" fmla="*/ 49126 h 4882701"/>
                <a:gd name="connsiteX24957" fmla="*/ 2052176 w 4954903"/>
                <a:gd name="connsiteY24957" fmla="*/ 48873 h 4882701"/>
                <a:gd name="connsiteX24958" fmla="*/ 2052176 w 4954903"/>
                <a:gd name="connsiteY24958" fmla="*/ 48873 h 4882701"/>
                <a:gd name="connsiteX24959" fmla="*/ 2019763 w 4954903"/>
                <a:gd name="connsiteY24959" fmla="*/ 55203 h 4882701"/>
                <a:gd name="connsiteX24960" fmla="*/ 2031918 w 4954903"/>
                <a:gd name="connsiteY24960" fmla="*/ 52418 h 4882701"/>
                <a:gd name="connsiteX24961" fmla="*/ 2041540 w 4954903"/>
                <a:gd name="connsiteY24961" fmla="*/ 49126 h 4882701"/>
                <a:gd name="connsiteX24962" fmla="*/ 2041287 w 4954903"/>
                <a:gd name="connsiteY24962" fmla="*/ 49126 h 4882701"/>
                <a:gd name="connsiteX24963" fmla="*/ 2019763 w 4954903"/>
                <a:gd name="connsiteY24963" fmla="*/ 55203 h 4882701"/>
                <a:gd name="connsiteX24964" fmla="*/ 2019763 w 4954903"/>
                <a:gd name="connsiteY24964" fmla="*/ 55203 h 4882701"/>
                <a:gd name="connsiteX24965" fmla="*/ 2008874 w 4954903"/>
                <a:gd name="connsiteY24965" fmla="*/ 55710 h 4882701"/>
                <a:gd name="connsiteX24966" fmla="*/ 2008874 w 4954903"/>
                <a:gd name="connsiteY24966" fmla="*/ 55710 h 4882701"/>
                <a:gd name="connsiteX24967" fmla="*/ 2021282 w 4954903"/>
                <a:gd name="connsiteY24967" fmla="*/ 52924 h 4882701"/>
                <a:gd name="connsiteX24968" fmla="*/ 2031158 w 4954903"/>
                <a:gd name="connsiteY24968" fmla="*/ 49632 h 4882701"/>
                <a:gd name="connsiteX24969" fmla="*/ 2030905 w 4954903"/>
                <a:gd name="connsiteY24969" fmla="*/ 49632 h 4882701"/>
                <a:gd name="connsiteX24970" fmla="*/ 2008874 w 4954903"/>
                <a:gd name="connsiteY24970" fmla="*/ 55710 h 4882701"/>
                <a:gd name="connsiteX24971" fmla="*/ 1998239 w 4954903"/>
                <a:gd name="connsiteY24971" fmla="*/ 56216 h 4882701"/>
                <a:gd name="connsiteX24972" fmla="*/ 2010647 w 4954903"/>
                <a:gd name="connsiteY24972" fmla="*/ 53431 h 4882701"/>
                <a:gd name="connsiteX24973" fmla="*/ 2020776 w 4954903"/>
                <a:gd name="connsiteY24973" fmla="*/ 50139 h 4882701"/>
                <a:gd name="connsiteX24974" fmla="*/ 2020523 w 4954903"/>
                <a:gd name="connsiteY24974" fmla="*/ 50139 h 4882701"/>
                <a:gd name="connsiteX24975" fmla="*/ 1998239 w 4954903"/>
                <a:gd name="connsiteY24975" fmla="*/ 56216 h 4882701"/>
                <a:gd name="connsiteX24976" fmla="*/ 1988110 w 4954903"/>
                <a:gd name="connsiteY24976" fmla="*/ 56723 h 4882701"/>
                <a:gd name="connsiteX24977" fmla="*/ 2000771 w 4954903"/>
                <a:gd name="connsiteY24977" fmla="*/ 53937 h 4882701"/>
                <a:gd name="connsiteX24978" fmla="*/ 2011153 w 4954903"/>
                <a:gd name="connsiteY24978" fmla="*/ 50645 h 4882701"/>
                <a:gd name="connsiteX24979" fmla="*/ 2010900 w 4954903"/>
                <a:gd name="connsiteY24979" fmla="*/ 50645 h 4882701"/>
                <a:gd name="connsiteX24980" fmla="*/ 1988110 w 4954903"/>
                <a:gd name="connsiteY24980" fmla="*/ 56723 h 4882701"/>
                <a:gd name="connsiteX24981" fmla="*/ 1978234 w 4954903"/>
                <a:gd name="connsiteY24981" fmla="*/ 57229 h 4882701"/>
                <a:gd name="connsiteX24982" fmla="*/ 1990895 w 4954903"/>
                <a:gd name="connsiteY24982" fmla="*/ 54444 h 4882701"/>
                <a:gd name="connsiteX24983" fmla="*/ 2001784 w 4954903"/>
                <a:gd name="connsiteY24983" fmla="*/ 51152 h 4882701"/>
                <a:gd name="connsiteX24984" fmla="*/ 2001531 w 4954903"/>
                <a:gd name="connsiteY24984" fmla="*/ 51152 h 4882701"/>
                <a:gd name="connsiteX24985" fmla="*/ 1978234 w 4954903"/>
                <a:gd name="connsiteY24985" fmla="*/ 57229 h 4882701"/>
                <a:gd name="connsiteX24986" fmla="*/ 1981526 w 4954903"/>
                <a:gd name="connsiteY24986" fmla="*/ 54950 h 4882701"/>
                <a:gd name="connsiteX24987" fmla="*/ 1992668 w 4954903"/>
                <a:gd name="connsiteY24987" fmla="*/ 51658 h 4882701"/>
                <a:gd name="connsiteX24988" fmla="*/ 1992414 w 4954903"/>
                <a:gd name="connsiteY24988" fmla="*/ 51658 h 4882701"/>
                <a:gd name="connsiteX24989" fmla="*/ 1968864 w 4954903"/>
                <a:gd name="connsiteY24989" fmla="*/ 57735 h 4882701"/>
                <a:gd name="connsiteX24990" fmla="*/ 1981526 w 4954903"/>
                <a:gd name="connsiteY24990" fmla="*/ 54950 h 4882701"/>
                <a:gd name="connsiteX24991" fmla="*/ 1959748 w 4954903"/>
                <a:gd name="connsiteY24991" fmla="*/ 58495 h 4882701"/>
                <a:gd name="connsiteX24992" fmla="*/ 1972663 w 4954903"/>
                <a:gd name="connsiteY24992" fmla="*/ 55456 h 4882701"/>
                <a:gd name="connsiteX24993" fmla="*/ 1984058 w 4954903"/>
                <a:gd name="connsiteY24993" fmla="*/ 52165 h 4882701"/>
                <a:gd name="connsiteX24994" fmla="*/ 1983805 w 4954903"/>
                <a:gd name="connsiteY24994" fmla="*/ 52165 h 4882701"/>
                <a:gd name="connsiteX24995" fmla="*/ 1959748 w 4954903"/>
                <a:gd name="connsiteY24995" fmla="*/ 58495 h 4882701"/>
                <a:gd name="connsiteX24996" fmla="*/ 1951139 w 4954903"/>
                <a:gd name="connsiteY24996" fmla="*/ 59002 h 4882701"/>
                <a:gd name="connsiteX24997" fmla="*/ 1964053 w 4954903"/>
                <a:gd name="connsiteY24997" fmla="*/ 55963 h 4882701"/>
                <a:gd name="connsiteX24998" fmla="*/ 1975701 w 4954903"/>
                <a:gd name="connsiteY24998" fmla="*/ 52924 h 4882701"/>
                <a:gd name="connsiteX24999" fmla="*/ 1975448 w 4954903"/>
                <a:gd name="connsiteY24999" fmla="*/ 52924 h 4882701"/>
                <a:gd name="connsiteX25000" fmla="*/ 1951139 w 4954903"/>
                <a:gd name="connsiteY25000" fmla="*/ 59002 h 4882701"/>
                <a:gd name="connsiteX25001" fmla="*/ 1955950 w 4954903"/>
                <a:gd name="connsiteY25001" fmla="*/ 56723 h 4882701"/>
                <a:gd name="connsiteX25002" fmla="*/ 1967852 w 4954903"/>
                <a:gd name="connsiteY25002" fmla="*/ 53431 h 4882701"/>
                <a:gd name="connsiteX25003" fmla="*/ 1943036 w 4954903"/>
                <a:gd name="connsiteY25003" fmla="*/ 59761 h 4882701"/>
                <a:gd name="connsiteX25004" fmla="*/ 1955950 w 4954903"/>
                <a:gd name="connsiteY25004" fmla="*/ 56723 h 4882701"/>
                <a:gd name="connsiteX25005" fmla="*/ 1948100 w 4954903"/>
                <a:gd name="connsiteY25005" fmla="*/ 57482 h 4882701"/>
                <a:gd name="connsiteX25006" fmla="*/ 1960255 w 4954903"/>
                <a:gd name="connsiteY25006" fmla="*/ 54190 h 4882701"/>
                <a:gd name="connsiteX25007" fmla="*/ 1935439 w 4954903"/>
                <a:gd name="connsiteY25007" fmla="*/ 60521 h 4882701"/>
                <a:gd name="connsiteX25008" fmla="*/ 1948100 w 4954903"/>
                <a:gd name="connsiteY25008" fmla="*/ 57482 h 4882701"/>
                <a:gd name="connsiteX25009" fmla="*/ 1940756 w 4954903"/>
                <a:gd name="connsiteY25009" fmla="*/ 57989 h 4882701"/>
                <a:gd name="connsiteX25010" fmla="*/ 1953164 w 4954903"/>
                <a:gd name="connsiteY25010" fmla="*/ 54697 h 4882701"/>
                <a:gd name="connsiteX25011" fmla="*/ 1927842 w 4954903"/>
                <a:gd name="connsiteY25011" fmla="*/ 61027 h 4882701"/>
                <a:gd name="connsiteX25012" fmla="*/ 1940756 w 4954903"/>
                <a:gd name="connsiteY25012" fmla="*/ 57989 h 4882701"/>
                <a:gd name="connsiteX25013" fmla="*/ 1933666 w 4954903"/>
                <a:gd name="connsiteY25013" fmla="*/ 58748 h 4882701"/>
                <a:gd name="connsiteX25014" fmla="*/ 1946327 w 4954903"/>
                <a:gd name="connsiteY25014" fmla="*/ 55456 h 4882701"/>
                <a:gd name="connsiteX25015" fmla="*/ 1920752 w 4954903"/>
                <a:gd name="connsiteY25015" fmla="*/ 61787 h 4882701"/>
                <a:gd name="connsiteX25016" fmla="*/ 1933666 w 4954903"/>
                <a:gd name="connsiteY25016" fmla="*/ 58748 h 4882701"/>
                <a:gd name="connsiteX25017" fmla="*/ 1927082 w 4954903"/>
                <a:gd name="connsiteY25017" fmla="*/ 59255 h 4882701"/>
                <a:gd name="connsiteX25018" fmla="*/ 1939997 w 4954903"/>
                <a:gd name="connsiteY25018" fmla="*/ 55963 h 4882701"/>
                <a:gd name="connsiteX25019" fmla="*/ 1914168 w 4954903"/>
                <a:gd name="connsiteY25019" fmla="*/ 62294 h 4882701"/>
                <a:gd name="connsiteX25020" fmla="*/ 1927082 w 4954903"/>
                <a:gd name="connsiteY25020" fmla="*/ 59255 h 4882701"/>
                <a:gd name="connsiteX25021" fmla="*/ 1921005 w 4954903"/>
                <a:gd name="connsiteY25021" fmla="*/ 60015 h 4882701"/>
                <a:gd name="connsiteX25022" fmla="*/ 1934172 w 4954903"/>
                <a:gd name="connsiteY25022" fmla="*/ 56723 h 4882701"/>
                <a:gd name="connsiteX25023" fmla="*/ 1908090 w 4954903"/>
                <a:gd name="connsiteY25023" fmla="*/ 63053 h 4882701"/>
                <a:gd name="connsiteX25024" fmla="*/ 1921005 w 4954903"/>
                <a:gd name="connsiteY25024" fmla="*/ 60015 h 4882701"/>
                <a:gd name="connsiteX25025" fmla="*/ 1915434 w 4954903"/>
                <a:gd name="connsiteY25025" fmla="*/ 60774 h 4882701"/>
                <a:gd name="connsiteX25026" fmla="*/ 1928855 w 4954903"/>
                <a:gd name="connsiteY25026" fmla="*/ 57482 h 4882701"/>
                <a:gd name="connsiteX25027" fmla="*/ 1902519 w 4954903"/>
                <a:gd name="connsiteY25027" fmla="*/ 63813 h 4882701"/>
                <a:gd name="connsiteX25028" fmla="*/ 1915434 w 4954903"/>
                <a:gd name="connsiteY25028" fmla="*/ 60774 h 4882701"/>
                <a:gd name="connsiteX25029" fmla="*/ 1910116 w 4954903"/>
                <a:gd name="connsiteY25029" fmla="*/ 61534 h 4882701"/>
                <a:gd name="connsiteX25030" fmla="*/ 1923790 w 4954903"/>
                <a:gd name="connsiteY25030" fmla="*/ 58242 h 4882701"/>
                <a:gd name="connsiteX25031" fmla="*/ 1897202 w 4954903"/>
                <a:gd name="connsiteY25031" fmla="*/ 64573 h 4882701"/>
                <a:gd name="connsiteX25032" fmla="*/ 1910116 w 4954903"/>
                <a:gd name="connsiteY25032" fmla="*/ 61534 h 4882701"/>
                <a:gd name="connsiteX25033" fmla="*/ 1905305 w 4954903"/>
                <a:gd name="connsiteY25033" fmla="*/ 62294 h 4882701"/>
                <a:gd name="connsiteX25034" fmla="*/ 1905305 w 4954903"/>
                <a:gd name="connsiteY25034" fmla="*/ 62294 h 4882701"/>
                <a:gd name="connsiteX25035" fmla="*/ 1918979 w 4954903"/>
                <a:gd name="connsiteY25035" fmla="*/ 59002 h 4882701"/>
                <a:gd name="connsiteX25036" fmla="*/ 1892137 w 4954903"/>
                <a:gd name="connsiteY25036" fmla="*/ 65585 h 4882701"/>
                <a:gd name="connsiteX25037" fmla="*/ 1905305 w 4954903"/>
                <a:gd name="connsiteY25037" fmla="*/ 62294 h 4882701"/>
                <a:gd name="connsiteX25038" fmla="*/ 1914927 w 4954903"/>
                <a:gd name="connsiteY25038" fmla="*/ 59761 h 4882701"/>
                <a:gd name="connsiteX25039" fmla="*/ 1888085 w 4954903"/>
                <a:gd name="connsiteY25039" fmla="*/ 66345 h 4882701"/>
                <a:gd name="connsiteX25040" fmla="*/ 1901000 w 4954903"/>
                <a:gd name="connsiteY25040" fmla="*/ 63306 h 4882701"/>
                <a:gd name="connsiteX25041" fmla="*/ 1914927 w 4954903"/>
                <a:gd name="connsiteY25041" fmla="*/ 59761 h 4882701"/>
                <a:gd name="connsiteX25042" fmla="*/ 3097492 w 4954903"/>
                <a:gd name="connsiteY25042" fmla="*/ 74195 h 4882701"/>
                <a:gd name="connsiteX25043" fmla="*/ 3097239 w 4954903"/>
                <a:gd name="connsiteY25043" fmla="*/ 74195 h 4882701"/>
                <a:gd name="connsiteX25044" fmla="*/ 3078500 w 4954903"/>
                <a:gd name="connsiteY25044" fmla="*/ 69384 h 4882701"/>
                <a:gd name="connsiteX25045" fmla="*/ 3100024 w 4954903"/>
                <a:gd name="connsiteY25045" fmla="*/ 74955 h 4882701"/>
                <a:gd name="connsiteX25046" fmla="*/ 3097492 w 4954903"/>
                <a:gd name="connsiteY25046" fmla="*/ 74195 h 4882701"/>
                <a:gd name="connsiteX25047" fmla="*/ 2206644 w 4954903"/>
                <a:gd name="connsiteY25047" fmla="*/ 36718 h 4882701"/>
                <a:gd name="connsiteX25048" fmla="*/ 2212721 w 4954903"/>
                <a:gd name="connsiteY25048" fmla="*/ 33932 h 4882701"/>
                <a:gd name="connsiteX25049" fmla="*/ 2212215 w 4954903"/>
                <a:gd name="connsiteY25049" fmla="*/ 33932 h 4882701"/>
                <a:gd name="connsiteX25050" fmla="*/ 2196261 w 4954903"/>
                <a:gd name="connsiteY25050" fmla="*/ 38997 h 4882701"/>
                <a:gd name="connsiteX25051" fmla="*/ 2206644 w 4954903"/>
                <a:gd name="connsiteY25051" fmla="*/ 36718 h 4882701"/>
                <a:gd name="connsiteX25052" fmla="*/ 2200060 w 4954903"/>
                <a:gd name="connsiteY25052" fmla="*/ 34185 h 4882701"/>
                <a:gd name="connsiteX25053" fmla="*/ 2199553 w 4954903"/>
                <a:gd name="connsiteY25053" fmla="*/ 34185 h 4882701"/>
                <a:gd name="connsiteX25054" fmla="*/ 2182840 w 4954903"/>
                <a:gd name="connsiteY25054" fmla="*/ 39250 h 4882701"/>
                <a:gd name="connsiteX25055" fmla="*/ 2193476 w 4954903"/>
                <a:gd name="connsiteY25055" fmla="*/ 36971 h 4882701"/>
                <a:gd name="connsiteX25056" fmla="*/ 2200060 w 4954903"/>
                <a:gd name="connsiteY25056" fmla="*/ 34185 h 4882701"/>
                <a:gd name="connsiteX25057" fmla="*/ 2180815 w 4954903"/>
                <a:gd name="connsiteY25057" fmla="*/ 36971 h 4882701"/>
                <a:gd name="connsiteX25058" fmla="*/ 2187652 w 4954903"/>
                <a:gd name="connsiteY25058" fmla="*/ 34439 h 4882701"/>
                <a:gd name="connsiteX25059" fmla="*/ 2187652 w 4954903"/>
                <a:gd name="connsiteY25059" fmla="*/ 34185 h 4882701"/>
                <a:gd name="connsiteX25060" fmla="*/ 2187145 w 4954903"/>
                <a:gd name="connsiteY25060" fmla="*/ 34185 h 4882701"/>
                <a:gd name="connsiteX25061" fmla="*/ 2169926 w 4954903"/>
                <a:gd name="connsiteY25061" fmla="*/ 39250 h 4882701"/>
                <a:gd name="connsiteX25062" fmla="*/ 2180815 w 4954903"/>
                <a:gd name="connsiteY25062" fmla="*/ 36971 h 4882701"/>
                <a:gd name="connsiteX25063" fmla="*/ 2174990 w 4954903"/>
                <a:gd name="connsiteY25063" fmla="*/ 34439 h 4882701"/>
                <a:gd name="connsiteX25064" fmla="*/ 2157265 w 4954903"/>
                <a:gd name="connsiteY25064" fmla="*/ 39503 h 4882701"/>
                <a:gd name="connsiteX25065" fmla="*/ 2157265 w 4954903"/>
                <a:gd name="connsiteY25065" fmla="*/ 39756 h 4882701"/>
                <a:gd name="connsiteX25066" fmla="*/ 2168153 w 4954903"/>
                <a:gd name="connsiteY25066" fmla="*/ 37477 h 4882701"/>
                <a:gd name="connsiteX25067" fmla="*/ 2175244 w 4954903"/>
                <a:gd name="connsiteY25067" fmla="*/ 34945 h 4882701"/>
                <a:gd name="connsiteX25068" fmla="*/ 2175244 w 4954903"/>
                <a:gd name="connsiteY25068" fmla="*/ 34692 h 4882701"/>
                <a:gd name="connsiteX25069" fmla="*/ 2174990 w 4954903"/>
                <a:gd name="connsiteY25069" fmla="*/ 34439 h 4882701"/>
                <a:gd name="connsiteX25070" fmla="*/ 2144856 w 4954903"/>
                <a:gd name="connsiteY25070" fmla="*/ 39756 h 4882701"/>
                <a:gd name="connsiteX25071" fmla="*/ 2144856 w 4954903"/>
                <a:gd name="connsiteY25071" fmla="*/ 39756 h 4882701"/>
                <a:gd name="connsiteX25072" fmla="*/ 2155998 w 4954903"/>
                <a:gd name="connsiteY25072" fmla="*/ 37477 h 4882701"/>
                <a:gd name="connsiteX25073" fmla="*/ 2163595 w 4954903"/>
                <a:gd name="connsiteY25073" fmla="*/ 34945 h 4882701"/>
                <a:gd name="connsiteX25074" fmla="*/ 2163595 w 4954903"/>
                <a:gd name="connsiteY25074" fmla="*/ 34692 h 4882701"/>
                <a:gd name="connsiteX25075" fmla="*/ 2163342 w 4954903"/>
                <a:gd name="connsiteY25075" fmla="*/ 34692 h 4882701"/>
                <a:gd name="connsiteX25076" fmla="*/ 2144856 w 4954903"/>
                <a:gd name="connsiteY25076" fmla="*/ 39756 h 4882701"/>
                <a:gd name="connsiteX25077" fmla="*/ 2121053 w 4954903"/>
                <a:gd name="connsiteY25077" fmla="*/ 40516 h 4882701"/>
                <a:gd name="connsiteX25078" fmla="*/ 2132448 w 4954903"/>
                <a:gd name="connsiteY25078" fmla="*/ 37984 h 4882701"/>
                <a:gd name="connsiteX25079" fmla="*/ 2140805 w 4954903"/>
                <a:gd name="connsiteY25079" fmla="*/ 35198 h 4882701"/>
                <a:gd name="connsiteX25080" fmla="*/ 2140552 w 4954903"/>
                <a:gd name="connsiteY25080" fmla="*/ 35198 h 4882701"/>
                <a:gd name="connsiteX25081" fmla="*/ 2121053 w 4954903"/>
                <a:gd name="connsiteY25081" fmla="*/ 40516 h 4882701"/>
                <a:gd name="connsiteX25082" fmla="*/ 2109405 w 4954903"/>
                <a:gd name="connsiteY25082" fmla="*/ 41023 h 4882701"/>
                <a:gd name="connsiteX25083" fmla="*/ 2121053 w 4954903"/>
                <a:gd name="connsiteY25083" fmla="*/ 38490 h 4882701"/>
                <a:gd name="connsiteX25084" fmla="*/ 2129663 w 4954903"/>
                <a:gd name="connsiteY25084" fmla="*/ 35705 h 4882701"/>
                <a:gd name="connsiteX25085" fmla="*/ 2129410 w 4954903"/>
                <a:gd name="connsiteY25085" fmla="*/ 35705 h 4882701"/>
                <a:gd name="connsiteX25086" fmla="*/ 2109405 w 4954903"/>
                <a:gd name="connsiteY25086" fmla="*/ 41023 h 4882701"/>
                <a:gd name="connsiteX25087" fmla="*/ 2118521 w 4954903"/>
                <a:gd name="connsiteY25087" fmla="*/ 35958 h 4882701"/>
                <a:gd name="connsiteX25088" fmla="*/ 2098263 w 4954903"/>
                <a:gd name="connsiteY25088" fmla="*/ 41276 h 4882701"/>
                <a:gd name="connsiteX25089" fmla="*/ 2109911 w 4954903"/>
                <a:gd name="connsiteY25089" fmla="*/ 38744 h 4882701"/>
                <a:gd name="connsiteX25090" fmla="*/ 2118774 w 4954903"/>
                <a:gd name="connsiteY25090" fmla="*/ 35958 h 4882701"/>
                <a:gd name="connsiteX25091" fmla="*/ 2118521 w 4954903"/>
                <a:gd name="connsiteY25091" fmla="*/ 35958 h 4882701"/>
                <a:gd name="connsiteX25092" fmla="*/ 2118521 w 4954903"/>
                <a:gd name="connsiteY25092" fmla="*/ 35958 h 4882701"/>
                <a:gd name="connsiteX25093" fmla="*/ 2087374 w 4954903"/>
                <a:gd name="connsiteY25093" fmla="*/ 41782 h 4882701"/>
                <a:gd name="connsiteX25094" fmla="*/ 2099023 w 4954903"/>
                <a:gd name="connsiteY25094" fmla="*/ 39250 h 4882701"/>
                <a:gd name="connsiteX25095" fmla="*/ 2108139 w 4954903"/>
                <a:gd name="connsiteY25095" fmla="*/ 36465 h 4882701"/>
                <a:gd name="connsiteX25096" fmla="*/ 2107885 w 4954903"/>
                <a:gd name="connsiteY25096" fmla="*/ 36465 h 4882701"/>
                <a:gd name="connsiteX25097" fmla="*/ 2087374 w 4954903"/>
                <a:gd name="connsiteY25097" fmla="*/ 41782 h 4882701"/>
                <a:gd name="connsiteX25098" fmla="*/ 2087374 w 4954903"/>
                <a:gd name="connsiteY25098" fmla="*/ 41782 h 4882701"/>
                <a:gd name="connsiteX25099" fmla="*/ 2076739 w 4954903"/>
                <a:gd name="connsiteY25099" fmla="*/ 42035 h 4882701"/>
                <a:gd name="connsiteX25100" fmla="*/ 2088640 w 4954903"/>
                <a:gd name="connsiteY25100" fmla="*/ 39503 h 4882701"/>
                <a:gd name="connsiteX25101" fmla="*/ 2098010 w 4954903"/>
                <a:gd name="connsiteY25101" fmla="*/ 36718 h 4882701"/>
                <a:gd name="connsiteX25102" fmla="*/ 2097756 w 4954903"/>
                <a:gd name="connsiteY25102" fmla="*/ 36718 h 4882701"/>
                <a:gd name="connsiteX25103" fmla="*/ 2076739 w 4954903"/>
                <a:gd name="connsiteY25103" fmla="*/ 42035 h 4882701"/>
                <a:gd name="connsiteX25104" fmla="*/ 2066610 w 4954903"/>
                <a:gd name="connsiteY25104" fmla="*/ 42542 h 4882701"/>
                <a:gd name="connsiteX25105" fmla="*/ 2078764 w 4954903"/>
                <a:gd name="connsiteY25105" fmla="*/ 40010 h 4882701"/>
                <a:gd name="connsiteX25106" fmla="*/ 2088640 w 4954903"/>
                <a:gd name="connsiteY25106" fmla="*/ 37224 h 4882701"/>
                <a:gd name="connsiteX25107" fmla="*/ 2088387 w 4954903"/>
                <a:gd name="connsiteY25107" fmla="*/ 37224 h 4882701"/>
                <a:gd name="connsiteX25108" fmla="*/ 2066610 w 4954903"/>
                <a:gd name="connsiteY25108" fmla="*/ 42542 h 4882701"/>
                <a:gd name="connsiteX25109" fmla="*/ 2056481 w 4954903"/>
                <a:gd name="connsiteY25109" fmla="*/ 43048 h 4882701"/>
                <a:gd name="connsiteX25110" fmla="*/ 2068636 w 4954903"/>
                <a:gd name="connsiteY25110" fmla="*/ 40516 h 4882701"/>
                <a:gd name="connsiteX25111" fmla="*/ 2078764 w 4954903"/>
                <a:gd name="connsiteY25111" fmla="*/ 37731 h 4882701"/>
                <a:gd name="connsiteX25112" fmla="*/ 2078511 w 4954903"/>
                <a:gd name="connsiteY25112" fmla="*/ 37731 h 4882701"/>
                <a:gd name="connsiteX25113" fmla="*/ 2056481 w 4954903"/>
                <a:gd name="connsiteY25113" fmla="*/ 43048 h 4882701"/>
                <a:gd name="connsiteX25114" fmla="*/ 2047111 w 4954903"/>
                <a:gd name="connsiteY25114" fmla="*/ 43302 h 4882701"/>
                <a:gd name="connsiteX25115" fmla="*/ 2059519 w 4954903"/>
                <a:gd name="connsiteY25115" fmla="*/ 40769 h 4882701"/>
                <a:gd name="connsiteX25116" fmla="*/ 2069902 w 4954903"/>
                <a:gd name="connsiteY25116" fmla="*/ 37984 h 4882701"/>
                <a:gd name="connsiteX25117" fmla="*/ 2069648 w 4954903"/>
                <a:gd name="connsiteY25117" fmla="*/ 37984 h 4882701"/>
                <a:gd name="connsiteX25118" fmla="*/ 2047111 w 4954903"/>
                <a:gd name="connsiteY25118" fmla="*/ 43302 h 4882701"/>
                <a:gd name="connsiteX25119" fmla="*/ 2037742 w 4954903"/>
                <a:gd name="connsiteY25119" fmla="*/ 43808 h 4882701"/>
                <a:gd name="connsiteX25120" fmla="*/ 2050150 w 4954903"/>
                <a:gd name="connsiteY25120" fmla="*/ 41276 h 4882701"/>
                <a:gd name="connsiteX25121" fmla="*/ 2061039 w 4954903"/>
                <a:gd name="connsiteY25121" fmla="*/ 38490 h 4882701"/>
                <a:gd name="connsiteX25122" fmla="*/ 2060785 w 4954903"/>
                <a:gd name="connsiteY25122" fmla="*/ 38490 h 4882701"/>
                <a:gd name="connsiteX25123" fmla="*/ 2037742 w 4954903"/>
                <a:gd name="connsiteY25123" fmla="*/ 43808 h 4882701"/>
                <a:gd name="connsiteX25124" fmla="*/ 2041287 w 4954903"/>
                <a:gd name="connsiteY25124" fmla="*/ 41782 h 4882701"/>
                <a:gd name="connsiteX25125" fmla="*/ 2052429 w 4954903"/>
                <a:gd name="connsiteY25125" fmla="*/ 38997 h 4882701"/>
                <a:gd name="connsiteX25126" fmla="*/ 2052429 w 4954903"/>
                <a:gd name="connsiteY25126" fmla="*/ 38997 h 4882701"/>
                <a:gd name="connsiteX25127" fmla="*/ 2028879 w 4954903"/>
                <a:gd name="connsiteY25127" fmla="*/ 44315 h 4882701"/>
                <a:gd name="connsiteX25128" fmla="*/ 2041287 w 4954903"/>
                <a:gd name="connsiteY25128" fmla="*/ 41782 h 4882701"/>
                <a:gd name="connsiteX25129" fmla="*/ 2020269 w 4954903"/>
                <a:gd name="connsiteY25129" fmla="*/ 44821 h 4882701"/>
                <a:gd name="connsiteX25130" fmla="*/ 2032931 w 4954903"/>
                <a:gd name="connsiteY25130" fmla="*/ 42289 h 4882701"/>
                <a:gd name="connsiteX25131" fmla="*/ 2044326 w 4954903"/>
                <a:gd name="connsiteY25131" fmla="*/ 39503 h 4882701"/>
                <a:gd name="connsiteX25132" fmla="*/ 2044326 w 4954903"/>
                <a:gd name="connsiteY25132" fmla="*/ 39503 h 4882701"/>
                <a:gd name="connsiteX25133" fmla="*/ 2020269 w 4954903"/>
                <a:gd name="connsiteY25133" fmla="*/ 44821 h 4882701"/>
                <a:gd name="connsiteX25134" fmla="*/ 2024827 w 4954903"/>
                <a:gd name="connsiteY25134" fmla="*/ 42795 h 4882701"/>
                <a:gd name="connsiteX25135" fmla="*/ 2036476 w 4954903"/>
                <a:gd name="connsiteY25135" fmla="*/ 40010 h 4882701"/>
                <a:gd name="connsiteX25136" fmla="*/ 2012166 w 4954903"/>
                <a:gd name="connsiteY25136" fmla="*/ 45581 h 4882701"/>
                <a:gd name="connsiteX25137" fmla="*/ 2024827 w 4954903"/>
                <a:gd name="connsiteY25137" fmla="*/ 42795 h 4882701"/>
                <a:gd name="connsiteX25138" fmla="*/ 2016977 w 4954903"/>
                <a:gd name="connsiteY25138" fmla="*/ 43302 h 4882701"/>
                <a:gd name="connsiteX25139" fmla="*/ 2028879 w 4954903"/>
                <a:gd name="connsiteY25139" fmla="*/ 40516 h 4882701"/>
                <a:gd name="connsiteX25140" fmla="*/ 2004316 w 4954903"/>
                <a:gd name="connsiteY25140" fmla="*/ 46087 h 4882701"/>
                <a:gd name="connsiteX25141" fmla="*/ 2016977 w 4954903"/>
                <a:gd name="connsiteY25141" fmla="*/ 43302 h 4882701"/>
                <a:gd name="connsiteX25142" fmla="*/ 2009634 w 4954903"/>
                <a:gd name="connsiteY25142" fmla="*/ 43808 h 4882701"/>
                <a:gd name="connsiteX25143" fmla="*/ 2021789 w 4954903"/>
                <a:gd name="connsiteY25143" fmla="*/ 41023 h 4882701"/>
                <a:gd name="connsiteX25144" fmla="*/ 1996973 w 4954903"/>
                <a:gd name="connsiteY25144" fmla="*/ 46594 h 4882701"/>
                <a:gd name="connsiteX25145" fmla="*/ 2009634 w 4954903"/>
                <a:gd name="connsiteY25145" fmla="*/ 43808 h 4882701"/>
                <a:gd name="connsiteX25146" fmla="*/ 2002544 w 4954903"/>
                <a:gd name="connsiteY25146" fmla="*/ 44568 h 4882701"/>
                <a:gd name="connsiteX25147" fmla="*/ 2014952 w 4954903"/>
                <a:gd name="connsiteY25147" fmla="*/ 41529 h 4882701"/>
                <a:gd name="connsiteX25148" fmla="*/ 1989882 w 4954903"/>
                <a:gd name="connsiteY25148" fmla="*/ 47100 h 4882701"/>
                <a:gd name="connsiteX25149" fmla="*/ 2002544 w 4954903"/>
                <a:gd name="connsiteY25149" fmla="*/ 44568 h 4882701"/>
                <a:gd name="connsiteX25150" fmla="*/ 1995706 w 4954903"/>
                <a:gd name="connsiteY25150" fmla="*/ 45074 h 4882701"/>
                <a:gd name="connsiteX25151" fmla="*/ 2008368 w 4954903"/>
                <a:gd name="connsiteY25151" fmla="*/ 42035 h 4882701"/>
                <a:gd name="connsiteX25152" fmla="*/ 1982792 w 4954903"/>
                <a:gd name="connsiteY25152" fmla="*/ 47606 h 4882701"/>
                <a:gd name="connsiteX25153" fmla="*/ 1995706 w 4954903"/>
                <a:gd name="connsiteY25153" fmla="*/ 45074 h 4882701"/>
                <a:gd name="connsiteX25154" fmla="*/ 1989376 w 4954903"/>
                <a:gd name="connsiteY25154" fmla="*/ 45581 h 4882701"/>
                <a:gd name="connsiteX25155" fmla="*/ 2002290 w 4954903"/>
                <a:gd name="connsiteY25155" fmla="*/ 42542 h 4882701"/>
                <a:gd name="connsiteX25156" fmla="*/ 1976461 w 4954903"/>
                <a:gd name="connsiteY25156" fmla="*/ 48113 h 4882701"/>
                <a:gd name="connsiteX25157" fmla="*/ 1989376 w 4954903"/>
                <a:gd name="connsiteY25157" fmla="*/ 45581 h 4882701"/>
                <a:gd name="connsiteX25158" fmla="*/ 1983552 w 4954903"/>
                <a:gd name="connsiteY25158" fmla="*/ 46340 h 4882701"/>
                <a:gd name="connsiteX25159" fmla="*/ 1996719 w 4954903"/>
                <a:gd name="connsiteY25159" fmla="*/ 43302 h 4882701"/>
                <a:gd name="connsiteX25160" fmla="*/ 1970637 w 4954903"/>
                <a:gd name="connsiteY25160" fmla="*/ 48873 h 4882701"/>
                <a:gd name="connsiteX25161" fmla="*/ 1983552 w 4954903"/>
                <a:gd name="connsiteY25161" fmla="*/ 46340 h 4882701"/>
                <a:gd name="connsiteX25162" fmla="*/ 1977981 w 4954903"/>
                <a:gd name="connsiteY25162" fmla="*/ 46847 h 4882701"/>
                <a:gd name="connsiteX25163" fmla="*/ 1991402 w 4954903"/>
                <a:gd name="connsiteY25163" fmla="*/ 43808 h 4882701"/>
                <a:gd name="connsiteX25164" fmla="*/ 1965066 w 4954903"/>
                <a:gd name="connsiteY25164" fmla="*/ 49379 h 4882701"/>
                <a:gd name="connsiteX25165" fmla="*/ 1977981 w 4954903"/>
                <a:gd name="connsiteY25165" fmla="*/ 46847 h 4882701"/>
                <a:gd name="connsiteX25166" fmla="*/ 1972916 w 4954903"/>
                <a:gd name="connsiteY25166" fmla="*/ 47606 h 4882701"/>
                <a:gd name="connsiteX25167" fmla="*/ 1986590 w 4954903"/>
                <a:gd name="connsiteY25167" fmla="*/ 44568 h 4882701"/>
                <a:gd name="connsiteX25168" fmla="*/ 1960002 w 4954903"/>
                <a:gd name="connsiteY25168" fmla="*/ 50392 h 4882701"/>
                <a:gd name="connsiteX25169" fmla="*/ 1972916 w 4954903"/>
                <a:gd name="connsiteY25169" fmla="*/ 47606 h 4882701"/>
                <a:gd name="connsiteX25170" fmla="*/ 1968105 w 4954903"/>
                <a:gd name="connsiteY25170" fmla="*/ 48113 h 4882701"/>
                <a:gd name="connsiteX25171" fmla="*/ 1982032 w 4954903"/>
                <a:gd name="connsiteY25171" fmla="*/ 45074 h 4882701"/>
                <a:gd name="connsiteX25172" fmla="*/ 1955190 w 4954903"/>
                <a:gd name="connsiteY25172" fmla="*/ 50898 h 4882701"/>
                <a:gd name="connsiteX25173" fmla="*/ 1968105 w 4954903"/>
                <a:gd name="connsiteY25173" fmla="*/ 48113 h 4882701"/>
                <a:gd name="connsiteX25174" fmla="*/ 1977727 w 4954903"/>
                <a:gd name="connsiteY25174" fmla="*/ 45834 h 4882701"/>
                <a:gd name="connsiteX25175" fmla="*/ 1950632 w 4954903"/>
                <a:gd name="connsiteY25175" fmla="*/ 51658 h 4882701"/>
                <a:gd name="connsiteX25176" fmla="*/ 1963547 w 4954903"/>
                <a:gd name="connsiteY25176" fmla="*/ 48873 h 4882701"/>
                <a:gd name="connsiteX25177" fmla="*/ 1977727 w 4954903"/>
                <a:gd name="connsiteY25177" fmla="*/ 45834 h 4882701"/>
                <a:gd name="connsiteX25178" fmla="*/ 2252224 w 4954903"/>
                <a:gd name="connsiteY25178" fmla="*/ 25829 h 4882701"/>
                <a:gd name="connsiteX25179" fmla="*/ 2258048 w 4954903"/>
                <a:gd name="connsiteY25179" fmla="*/ 23550 h 4882701"/>
                <a:gd name="connsiteX25180" fmla="*/ 2257542 w 4954903"/>
                <a:gd name="connsiteY25180" fmla="*/ 23550 h 4882701"/>
                <a:gd name="connsiteX25181" fmla="*/ 2242095 w 4954903"/>
                <a:gd name="connsiteY25181" fmla="*/ 27855 h 4882701"/>
                <a:gd name="connsiteX25182" fmla="*/ 2252224 w 4954903"/>
                <a:gd name="connsiteY25182" fmla="*/ 25829 h 4882701"/>
                <a:gd name="connsiteX25183" fmla="*/ 2246400 w 4954903"/>
                <a:gd name="connsiteY25183" fmla="*/ 23803 h 4882701"/>
                <a:gd name="connsiteX25184" fmla="*/ 2246400 w 4954903"/>
                <a:gd name="connsiteY25184" fmla="*/ 23803 h 4882701"/>
                <a:gd name="connsiteX25185" fmla="*/ 2245894 w 4954903"/>
                <a:gd name="connsiteY25185" fmla="*/ 23550 h 4882701"/>
                <a:gd name="connsiteX25186" fmla="*/ 2229940 w 4954903"/>
                <a:gd name="connsiteY25186" fmla="*/ 27855 h 4882701"/>
                <a:gd name="connsiteX25187" fmla="*/ 2240069 w 4954903"/>
                <a:gd name="connsiteY25187" fmla="*/ 25829 h 4882701"/>
                <a:gd name="connsiteX25188" fmla="*/ 2246400 w 4954903"/>
                <a:gd name="connsiteY25188" fmla="*/ 23803 h 4882701"/>
                <a:gd name="connsiteX25189" fmla="*/ 2218292 w 4954903"/>
                <a:gd name="connsiteY25189" fmla="*/ 28361 h 4882701"/>
                <a:gd name="connsiteX25190" fmla="*/ 2228674 w 4954903"/>
                <a:gd name="connsiteY25190" fmla="*/ 26335 h 4882701"/>
                <a:gd name="connsiteX25191" fmla="*/ 2235258 w 4954903"/>
                <a:gd name="connsiteY25191" fmla="*/ 24056 h 4882701"/>
                <a:gd name="connsiteX25192" fmla="*/ 2235258 w 4954903"/>
                <a:gd name="connsiteY25192" fmla="*/ 24056 h 4882701"/>
                <a:gd name="connsiteX25193" fmla="*/ 2235005 w 4954903"/>
                <a:gd name="connsiteY25193" fmla="*/ 24056 h 4882701"/>
                <a:gd name="connsiteX25194" fmla="*/ 2218292 w 4954903"/>
                <a:gd name="connsiteY25194" fmla="*/ 28361 h 4882701"/>
                <a:gd name="connsiteX25195" fmla="*/ 2218292 w 4954903"/>
                <a:gd name="connsiteY25195" fmla="*/ 28361 h 4882701"/>
                <a:gd name="connsiteX25196" fmla="*/ 2181828 w 4954903"/>
                <a:gd name="connsiteY25196" fmla="*/ 25069 h 4882701"/>
                <a:gd name="connsiteX25197" fmla="*/ 2162329 w 4954903"/>
                <a:gd name="connsiteY25197" fmla="*/ 29627 h 4882701"/>
                <a:gd name="connsiteX25198" fmla="*/ 2173724 w 4954903"/>
                <a:gd name="connsiteY25198" fmla="*/ 27602 h 4882701"/>
                <a:gd name="connsiteX25199" fmla="*/ 2182081 w 4954903"/>
                <a:gd name="connsiteY25199" fmla="*/ 25323 h 4882701"/>
                <a:gd name="connsiteX25200" fmla="*/ 2181828 w 4954903"/>
                <a:gd name="connsiteY25200" fmla="*/ 25069 h 4882701"/>
                <a:gd name="connsiteX25201" fmla="*/ 2181828 w 4954903"/>
                <a:gd name="connsiteY25201" fmla="*/ 25069 h 4882701"/>
                <a:gd name="connsiteX25202" fmla="*/ 2152200 w 4954903"/>
                <a:gd name="connsiteY25202" fmla="*/ 29881 h 4882701"/>
                <a:gd name="connsiteX25203" fmla="*/ 2163595 w 4954903"/>
                <a:gd name="connsiteY25203" fmla="*/ 27602 h 4882701"/>
                <a:gd name="connsiteX25204" fmla="*/ 2172205 w 4954903"/>
                <a:gd name="connsiteY25204" fmla="*/ 25323 h 4882701"/>
                <a:gd name="connsiteX25205" fmla="*/ 2171952 w 4954903"/>
                <a:gd name="connsiteY25205" fmla="*/ 25323 h 4882701"/>
                <a:gd name="connsiteX25206" fmla="*/ 2152200 w 4954903"/>
                <a:gd name="connsiteY25206" fmla="*/ 29881 h 4882701"/>
                <a:gd name="connsiteX25207" fmla="*/ 2132448 w 4954903"/>
                <a:gd name="connsiteY25207" fmla="*/ 30387 h 4882701"/>
                <a:gd name="connsiteX25208" fmla="*/ 2144097 w 4954903"/>
                <a:gd name="connsiteY25208" fmla="*/ 28108 h 4882701"/>
                <a:gd name="connsiteX25209" fmla="*/ 2153466 w 4954903"/>
                <a:gd name="connsiteY25209" fmla="*/ 25829 h 4882701"/>
                <a:gd name="connsiteX25210" fmla="*/ 2153213 w 4954903"/>
                <a:gd name="connsiteY25210" fmla="*/ 25829 h 4882701"/>
                <a:gd name="connsiteX25211" fmla="*/ 2132448 w 4954903"/>
                <a:gd name="connsiteY25211" fmla="*/ 30387 h 4882701"/>
                <a:gd name="connsiteX25212" fmla="*/ 2122826 w 4954903"/>
                <a:gd name="connsiteY25212" fmla="*/ 30894 h 4882701"/>
                <a:gd name="connsiteX25213" fmla="*/ 2134728 w 4954903"/>
                <a:gd name="connsiteY25213" fmla="*/ 28615 h 4882701"/>
                <a:gd name="connsiteX25214" fmla="*/ 2144350 w 4954903"/>
                <a:gd name="connsiteY25214" fmla="*/ 26082 h 4882701"/>
                <a:gd name="connsiteX25215" fmla="*/ 2144097 w 4954903"/>
                <a:gd name="connsiteY25215" fmla="*/ 26082 h 4882701"/>
                <a:gd name="connsiteX25216" fmla="*/ 2122826 w 4954903"/>
                <a:gd name="connsiteY25216" fmla="*/ 30894 h 4882701"/>
                <a:gd name="connsiteX25217" fmla="*/ 2113710 w 4954903"/>
                <a:gd name="connsiteY25217" fmla="*/ 31147 h 4882701"/>
                <a:gd name="connsiteX25218" fmla="*/ 2125611 w 4954903"/>
                <a:gd name="connsiteY25218" fmla="*/ 28868 h 4882701"/>
                <a:gd name="connsiteX25219" fmla="*/ 2135740 w 4954903"/>
                <a:gd name="connsiteY25219" fmla="*/ 26335 h 4882701"/>
                <a:gd name="connsiteX25220" fmla="*/ 2135487 w 4954903"/>
                <a:gd name="connsiteY25220" fmla="*/ 26335 h 4882701"/>
                <a:gd name="connsiteX25221" fmla="*/ 2113710 w 4954903"/>
                <a:gd name="connsiteY25221" fmla="*/ 31147 h 4882701"/>
                <a:gd name="connsiteX25222" fmla="*/ 2104594 w 4954903"/>
                <a:gd name="connsiteY25222" fmla="*/ 31653 h 4882701"/>
                <a:gd name="connsiteX25223" fmla="*/ 2116748 w 4954903"/>
                <a:gd name="connsiteY25223" fmla="*/ 29374 h 4882701"/>
                <a:gd name="connsiteX25224" fmla="*/ 2127131 w 4954903"/>
                <a:gd name="connsiteY25224" fmla="*/ 26842 h 4882701"/>
                <a:gd name="connsiteX25225" fmla="*/ 2126877 w 4954903"/>
                <a:gd name="connsiteY25225" fmla="*/ 26842 h 4882701"/>
                <a:gd name="connsiteX25226" fmla="*/ 2104594 w 4954903"/>
                <a:gd name="connsiteY25226" fmla="*/ 31653 h 4882701"/>
                <a:gd name="connsiteX25227" fmla="*/ 2108392 w 4954903"/>
                <a:gd name="connsiteY25227" fmla="*/ 29881 h 4882701"/>
                <a:gd name="connsiteX25228" fmla="*/ 2119027 w 4954903"/>
                <a:gd name="connsiteY25228" fmla="*/ 27348 h 4882701"/>
                <a:gd name="connsiteX25229" fmla="*/ 2118774 w 4954903"/>
                <a:gd name="connsiteY25229" fmla="*/ 27348 h 4882701"/>
                <a:gd name="connsiteX25230" fmla="*/ 2095984 w 4954903"/>
                <a:gd name="connsiteY25230" fmla="*/ 32160 h 4882701"/>
                <a:gd name="connsiteX25231" fmla="*/ 2108392 w 4954903"/>
                <a:gd name="connsiteY25231" fmla="*/ 29881 h 4882701"/>
                <a:gd name="connsiteX25232" fmla="*/ 2087881 w 4954903"/>
                <a:gd name="connsiteY25232" fmla="*/ 32413 h 4882701"/>
                <a:gd name="connsiteX25233" fmla="*/ 2100289 w 4954903"/>
                <a:gd name="connsiteY25233" fmla="*/ 30134 h 4882701"/>
                <a:gd name="connsiteX25234" fmla="*/ 2111178 w 4954903"/>
                <a:gd name="connsiteY25234" fmla="*/ 27602 h 4882701"/>
                <a:gd name="connsiteX25235" fmla="*/ 2111178 w 4954903"/>
                <a:gd name="connsiteY25235" fmla="*/ 27602 h 4882701"/>
                <a:gd name="connsiteX25236" fmla="*/ 2087881 w 4954903"/>
                <a:gd name="connsiteY25236" fmla="*/ 32413 h 4882701"/>
                <a:gd name="connsiteX25237" fmla="*/ 2092186 w 4954903"/>
                <a:gd name="connsiteY25237" fmla="*/ 30640 h 4882701"/>
                <a:gd name="connsiteX25238" fmla="*/ 2103327 w 4954903"/>
                <a:gd name="connsiteY25238" fmla="*/ 28108 h 4882701"/>
                <a:gd name="connsiteX25239" fmla="*/ 2079777 w 4954903"/>
                <a:gd name="connsiteY25239" fmla="*/ 32919 h 4882701"/>
                <a:gd name="connsiteX25240" fmla="*/ 2092186 w 4954903"/>
                <a:gd name="connsiteY25240" fmla="*/ 30640 h 4882701"/>
                <a:gd name="connsiteX25241" fmla="*/ 2084589 w 4954903"/>
                <a:gd name="connsiteY25241" fmla="*/ 31147 h 4882701"/>
                <a:gd name="connsiteX25242" fmla="*/ 2095984 w 4954903"/>
                <a:gd name="connsiteY25242" fmla="*/ 28615 h 4882701"/>
                <a:gd name="connsiteX25243" fmla="*/ 2071927 w 4954903"/>
                <a:gd name="connsiteY25243" fmla="*/ 33426 h 4882701"/>
                <a:gd name="connsiteX25244" fmla="*/ 2084589 w 4954903"/>
                <a:gd name="connsiteY25244" fmla="*/ 31147 h 4882701"/>
                <a:gd name="connsiteX25245" fmla="*/ 2077498 w 4954903"/>
                <a:gd name="connsiteY25245" fmla="*/ 31653 h 4882701"/>
                <a:gd name="connsiteX25246" fmla="*/ 2089147 w 4954903"/>
                <a:gd name="connsiteY25246" fmla="*/ 29121 h 4882701"/>
                <a:gd name="connsiteX25247" fmla="*/ 2064837 w 4954903"/>
                <a:gd name="connsiteY25247" fmla="*/ 33932 h 4882701"/>
                <a:gd name="connsiteX25248" fmla="*/ 2077498 w 4954903"/>
                <a:gd name="connsiteY25248" fmla="*/ 31653 h 4882701"/>
                <a:gd name="connsiteX25249" fmla="*/ 2070408 w 4954903"/>
                <a:gd name="connsiteY25249" fmla="*/ 31906 h 4882701"/>
                <a:gd name="connsiteX25250" fmla="*/ 2082310 w 4954903"/>
                <a:gd name="connsiteY25250" fmla="*/ 29374 h 4882701"/>
                <a:gd name="connsiteX25251" fmla="*/ 2057747 w 4954903"/>
                <a:gd name="connsiteY25251" fmla="*/ 34185 h 4882701"/>
                <a:gd name="connsiteX25252" fmla="*/ 2070408 w 4954903"/>
                <a:gd name="connsiteY25252" fmla="*/ 31906 h 4882701"/>
                <a:gd name="connsiteX25253" fmla="*/ 2063824 w 4954903"/>
                <a:gd name="connsiteY25253" fmla="*/ 32413 h 4882701"/>
                <a:gd name="connsiteX25254" fmla="*/ 2075979 w 4954903"/>
                <a:gd name="connsiteY25254" fmla="*/ 29881 h 4882701"/>
                <a:gd name="connsiteX25255" fmla="*/ 2051163 w 4954903"/>
                <a:gd name="connsiteY25255" fmla="*/ 34945 h 4882701"/>
                <a:gd name="connsiteX25256" fmla="*/ 2063824 w 4954903"/>
                <a:gd name="connsiteY25256" fmla="*/ 32413 h 4882701"/>
                <a:gd name="connsiteX25257" fmla="*/ 2057494 w 4954903"/>
                <a:gd name="connsiteY25257" fmla="*/ 32919 h 4882701"/>
                <a:gd name="connsiteX25258" fmla="*/ 2069902 w 4954903"/>
                <a:gd name="connsiteY25258" fmla="*/ 30387 h 4882701"/>
                <a:gd name="connsiteX25259" fmla="*/ 2044579 w 4954903"/>
                <a:gd name="connsiteY25259" fmla="*/ 35198 h 4882701"/>
                <a:gd name="connsiteX25260" fmla="*/ 2057494 w 4954903"/>
                <a:gd name="connsiteY25260" fmla="*/ 32919 h 4882701"/>
                <a:gd name="connsiteX25261" fmla="*/ 2051416 w 4954903"/>
                <a:gd name="connsiteY25261" fmla="*/ 33679 h 4882701"/>
                <a:gd name="connsiteX25262" fmla="*/ 2064077 w 4954903"/>
                <a:gd name="connsiteY25262" fmla="*/ 31147 h 4882701"/>
                <a:gd name="connsiteX25263" fmla="*/ 2038502 w 4954903"/>
                <a:gd name="connsiteY25263" fmla="*/ 35958 h 4882701"/>
                <a:gd name="connsiteX25264" fmla="*/ 2051416 w 4954903"/>
                <a:gd name="connsiteY25264" fmla="*/ 33679 h 4882701"/>
                <a:gd name="connsiteX25265" fmla="*/ 2045845 w 4954903"/>
                <a:gd name="connsiteY25265" fmla="*/ 34185 h 4882701"/>
                <a:gd name="connsiteX25266" fmla="*/ 2058760 w 4954903"/>
                <a:gd name="connsiteY25266" fmla="*/ 31653 h 4882701"/>
                <a:gd name="connsiteX25267" fmla="*/ 2032677 w 4954903"/>
                <a:gd name="connsiteY25267" fmla="*/ 36465 h 4882701"/>
                <a:gd name="connsiteX25268" fmla="*/ 2045845 w 4954903"/>
                <a:gd name="connsiteY25268" fmla="*/ 34185 h 4882701"/>
                <a:gd name="connsiteX25269" fmla="*/ 2040527 w 4954903"/>
                <a:gd name="connsiteY25269" fmla="*/ 34692 h 4882701"/>
                <a:gd name="connsiteX25270" fmla="*/ 2053695 w 4954903"/>
                <a:gd name="connsiteY25270" fmla="*/ 32160 h 4882701"/>
                <a:gd name="connsiteX25271" fmla="*/ 2027360 w 4954903"/>
                <a:gd name="connsiteY25271" fmla="*/ 37224 h 4882701"/>
                <a:gd name="connsiteX25272" fmla="*/ 2040527 w 4954903"/>
                <a:gd name="connsiteY25272" fmla="*/ 34692 h 4882701"/>
                <a:gd name="connsiteX25273" fmla="*/ 2035716 w 4954903"/>
                <a:gd name="connsiteY25273" fmla="*/ 35198 h 4882701"/>
                <a:gd name="connsiteX25274" fmla="*/ 2049137 w 4954903"/>
                <a:gd name="connsiteY25274" fmla="*/ 32666 h 4882701"/>
                <a:gd name="connsiteX25275" fmla="*/ 2022548 w 4954903"/>
                <a:gd name="connsiteY25275" fmla="*/ 37731 h 4882701"/>
                <a:gd name="connsiteX25276" fmla="*/ 2035716 w 4954903"/>
                <a:gd name="connsiteY25276" fmla="*/ 35198 h 4882701"/>
                <a:gd name="connsiteX25277" fmla="*/ 2030905 w 4954903"/>
                <a:gd name="connsiteY25277" fmla="*/ 35705 h 4882701"/>
                <a:gd name="connsiteX25278" fmla="*/ 2044579 w 4954903"/>
                <a:gd name="connsiteY25278" fmla="*/ 33173 h 4882701"/>
                <a:gd name="connsiteX25279" fmla="*/ 2017737 w 4954903"/>
                <a:gd name="connsiteY25279" fmla="*/ 38237 h 4882701"/>
                <a:gd name="connsiteX25280" fmla="*/ 2030905 w 4954903"/>
                <a:gd name="connsiteY25280" fmla="*/ 35705 h 4882701"/>
                <a:gd name="connsiteX25281" fmla="*/ 2026853 w 4954903"/>
                <a:gd name="connsiteY25281" fmla="*/ 36465 h 4882701"/>
                <a:gd name="connsiteX25282" fmla="*/ 2040781 w 4954903"/>
                <a:gd name="connsiteY25282" fmla="*/ 33932 h 4882701"/>
                <a:gd name="connsiteX25283" fmla="*/ 2013685 w 4954903"/>
                <a:gd name="connsiteY25283" fmla="*/ 38997 h 4882701"/>
                <a:gd name="connsiteX25284" fmla="*/ 2026853 w 4954903"/>
                <a:gd name="connsiteY25284" fmla="*/ 36465 h 4882701"/>
                <a:gd name="connsiteX25285" fmla="*/ 2020776 w 4954903"/>
                <a:gd name="connsiteY25285" fmla="*/ 37477 h 4882701"/>
                <a:gd name="connsiteX25286" fmla="*/ 2010647 w 4954903"/>
                <a:gd name="connsiteY25286" fmla="*/ 39503 h 4882701"/>
                <a:gd name="connsiteX25287" fmla="*/ 2020269 w 4954903"/>
                <a:gd name="connsiteY25287" fmla="*/ 37731 h 4882701"/>
                <a:gd name="connsiteX25288" fmla="*/ 2020776 w 4954903"/>
                <a:gd name="connsiteY25288" fmla="*/ 37477 h 4882701"/>
                <a:gd name="connsiteX25289" fmla="*/ 2213734 w 4954903"/>
                <a:gd name="connsiteY25289" fmla="*/ 19752 h 4882701"/>
                <a:gd name="connsiteX25290" fmla="*/ 2224369 w 4954903"/>
                <a:gd name="connsiteY25290" fmla="*/ 17979 h 4882701"/>
                <a:gd name="connsiteX25291" fmla="*/ 2232726 w 4954903"/>
                <a:gd name="connsiteY25291" fmla="*/ 15953 h 4882701"/>
                <a:gd name="connsiteX25292" fmla="*/ 2232473 w 4954903"/>
                <a:gd name="connsiteY25292" fmla="*/ 15953 h 4882701"/>
                <a:gd name="connsiteX25293" fmla="*/ 2213734 w 4954903"/>
                <a:gd name="connsiteY25293" fmla="*/ 19752 h 4882701"/>
                <a:gd name="connsiteX25294" fmla="*/ 2177776 w 4954903"/>
                <a:gd name="connsiteY25294" fmla="*/ 20765 h 4882701"/>
                <a:gd name="connsiteX25295" fmla="*/ 2189171 w 4954903"/>
                <a:gd name="connsiteY25295" fmla="*/ 18992 h 4882701"/>
                <a:gd name="connsiteX25296" fmla="*/ 2198794 w 4954903"/>
                <a:gd name="connsiteY25296" fmla="*/ 16966 h 4882701"/>
                <a:gd name="connsiteX25297" fmla="*/ 2198540 w 4954903"/>
                <a:gd name="connsiteY25297" fmla="*/ 16966 h 4882701"/>
                <a:gd name="connsiteX25298" fmla="*/ 2177776 w 4954903"/>
                <a:gd name="connsiteY25298" fmla="*/ 20765 h 4882701"/>
                <a:gd name="connsiteX25299" fmla="*/ 2169166 w 4954903"/>
                <a:gd name="connsiteY25299" fmla="*/ 21271 h 4882701"/>
                <a:gd name="connsiteX25300" fmla="*/ 2180815 w 4954903"/>
                <a:gd name="connsiteY25300" fmla="*/ 19498 h 4882701"/>
                <a:gd name="connsiteX25301" fmla="*/ 2190944 w 4954903"/>
                <a:gd name="connsiteY25301" fmla="*/ 17473 h 4882701"/>
                <a:gd name="connsiteX25302" fmla="*/ 2190944 w 4954903"/>
                <a:gd name="connsiteY25302" fmla="*/ 17473 h 4882701"/>
                <a:gd name="connsiteX25303" fmla="*/ 2169166 w 4954903"/>
                <a:gd name="connsiteY25303" fmla="*/ 21271 h 4882701"/>
                <a:gd name="connsiteX25304" fmla="*/ 2161063 w 4954903"/>
                <a:gd name="connsiteY25304" fmla="*/ 21524 h 4882701"/>
                <a:gd name="connsiteX25305" fmla="*/ 2172965 w 4954903"/>
                <a:gd name="connsiteY25305" fmla="*/ 19752 h 4882701"/>
                <a:gd name="connsiteX25306" fmla="*/ 2172965 w 4954903"/>
                <a:gd name="connsiteY25306" fmla="*/ 19752 h 4882701"/>
                <a:gd name="connsiteX25307" fmla="*/ 2183347 w 4954903"/>
                <a:gd name="connsiteY25307" fmla="*/ 17726 h 4882701"/>
                <a:gd name="connsiteX25308" fmla="*/ 2183347 w 4954903"/>
                <a:gd name="connsiteY25308" fmla="*/ 17726 h 4882701"/>
                <a:gd name="connsiteX25309" fmla="*/ 2161063 w 4954903"/>
                <a:gd name="connsiteY25309" fmla="*/ 21524 h 4882701"/>
                <a:gd name="connsiteX25310" fmla="*/ 2150427 w 4954903"/>
                <a:gd name="connsiteY25310" fmla="*/ 20765 h 4882701"/>
                <a:gd name="connsiteX25311" fmla="*/ 2161569 w 4954903"/>
                <a:gd name="connsiteY25311" fmla="*/ 18739 h 4882701"/>
                <a:gd name="connsiteX25312" fmla="*/ 2138273 w 4954903"/>
                <a:gd name="connsiteY25312" fmla="*/ 22790 h 4882701"/>
                <a:gd name="connsiteX25313" fmla="*/ 2150427 w 4954903"/>
                <a:gd name="connsiteY25313" fmla="*/ 20765 h 4882701"/>
                <a:gd name="connsiteX25314" fmla="*/ 2143590 w 4954903"/>
                <a:gd name="connsiteY25314" fmla="*/ 21018 h 4882701"/>
                <a:gd name="connsiteX25315" fmla="*/ 2154986 w 4954903"/>
                <a:gd name="connsiteY25315" fmla="*/ 18992 h 4882701"/>
                <a:gd name="connsiteX25316" fmla="*/ 2131182 w 4954903"/>
                <a:gd name="connsiteY25316" fmla="*/ 23044 h 4882701"/>
                <a:gd name="connsiteX25317" fmla="*/ 2143590 w 4954903"/>
                <a:gd name="connsiteY25317" fmla="*/ 21018 h 4882701"/>
                <a:gd name="connsiteX25318" fmla="*/ 2136753 w 4954903"/>
                <a:gd name="connsiteY25318" fmla="*/ 21524 h 4882701"/>
                <a:gd name="connsiteX25319" fmla="*/ 2148402 w 4954903"/>
                <a:gd name="connsiteY25319" fmla="*/ 19498 h 4882701"/>
                <a:gd name="connsiteX25320" fmla="*/ 2124345 w 4954903"/>
                <a:gd name="connsiteY25320" fmla="*/ 23550 h 4882701"/>
                <a:gd name="connsiteX25321" fmla="*/ 2136753 w 4954903"/>
                <a:gd name="connsiteY25321" fmla="*/ 21524 h 4882701"/>
                <a:gd name="connsiteX25322" fmla="*/ 2130423 w 4954903"/>
                <a:gd name="connsiteY25322" fmla="*/ 21777 h 4882701"/>
                <a:gd name="connsiteX25323" fmla="*/ 2142324 w 4954903"/>
                <a:gd name="connsiteY25323" fmla="*/ 19752 h 4882701"/>
                <a:gd name="connsiteX25324" fmla="*/ 2117761 w 4954903"/>
                <a:gd name="connsiteY25324" fmla="*/ 23803 h 4882701"/>
                <a:gd name="connsiteX25325" fmla="*/ 2130423 w 4954903"/>
                <a:gd name="connsiteY25325" fmla="*/ 21777 h 4882701"/>
                <a:gd name="connsiteX25326" fmla="*/ 2124345 w 4954903"/>
                <a:gd name="connsiteY25326" fmla="*/ 22284 h 4882701"/>
                <a:gd name="connsiteX25327" fmla="*/ 2133968 w 4954903"/>
                <a:gd name="connsiteY25327" fmla="*/ 20765 h 4882701"/>
                <a:gd name="connsiteX25328" fmla="*/ 2136753 w 4954903"/>
                <a:gd name="connsiteY25328" fmla="*/ 20258 h 4882701"/>
                <a:gd name="connsiteX25329" fmla="*/ 2111937 w 4954903"/>
                <a:gd name="connsiteY25329" fmla="*/ 24310 h 4882701"/>
                <a:gd name="connsiteX25330" fmla="*/ 2124345 w 4954903"/>
                <a:gd name="connsiteY25330" fmla="*/ 22284 h 4882701"/>
                <a:gd name="connsiteX25331" fmla="*/ 2118521 w 4954903"/>
                <a:gd name="connsiteY25331" fmla="*/ 22790 h 4882701"/>
                <a:gd name="connsiteX25332" fmla="*/ 2131182 w 4954903"/>
                <a:gd name="connsiteY25332" fmla="*/ 20765 h 4882701"/>
                <a:gd name="connsiteX25333" fmla="*/ 2105860 w 4954903"/>
                <a:gd name="connsiteY25333" fmla="*/ 24816 h 4882701"/>
                <a:gd name="connsiteX25334" fmla="*/ 2118521 w 4954903"/>
                <a:gd name="connsiteY25334" fmla="*/ 22790 h 4882701"/>
                <a:gd name="connsiteX25335" fmla="*/ 2102568 w 4954903"/>
                <a:gd name="connsiteY25335" fmla="*/ 24056 h 4882701"/>
                <a:gd name="connsiteX25336" fmla="*/ 2115736 w 4954903"/>
                <a:gd name="connsiteY25336" fmla="*/ 21777 h 4882701"/>
                <a:gd name="connsiteX25337" fmla="*/ 2089653 w 4954903"/>
                <a:gd name="connsiteY25337" fmla="*/ 26082 h 4882701"/>
                <a:gd name="connsiteX25338" fmla="*/ 2102568 w 4954903"/>
                <a:gd name="connsiteY25338" fmla="*/ 24056 h 4882701"/>
                <a:gd name="connsiteX25339" fmla="*/ 2098010 w 4954903"/>
                <a:gd name="connsiteY25339" fmla="*/ 24563 h 4882701"/>
                <a:gd name="connsiteX25340" fmla="*/ 2111431 w 4954903"/>
                <a:gd name="connsiteY25340" fmla="*/ 22284 h 4882701"/>
                <a:gd name="connsiteX25341" fmla="*/ 2084842 w 4954903"/>
                <a:gd name="connsiteY25341" fmla="*/ 26589 h 4882701"/>
                <a:gd name="connsiteX25342" fmla="*/ 2098010 w 4954903"/>
                <a:gd name="connsiteY25342" fmla="*/ 24563 h 4882701"/>
                <a:gd name="connsiteX25343" fmla="*/ 2093452 w 4954903"/>
                <a:gd name="connsiteY25343" fmla="*/ 25069 h 4882701"/>
                <a:gd name="connsiteX25344" fmla="*/ 2107126 w 4954903"/>
                <a:gd name="connsiteY25344" fmla="*/ 22790 h 4882701"/>
                <a:gd name="connsiteX25345" fmla="*/ 2080284 w 4954903"/>
                <a:gd name="connsiteY25345" fmla="*/ 27095 h 4882701"/>
                <a:gd name="connsiteX25346" fmla="*/ 2093452 w 4954903"/>
                <a:gd name="connsiteY25346" fmla="*/ 25069 h 4882701"/>
                <a:gd name="connsiteX25347" fmla="*/ 2089400 w 4954903"/>
                <a:gd name="connsiteY25347" fmla="*/ 25576 h 4882701"/>
                <a:gd name="connsiteX25348" fmla="*/ 2103327 w 4954903"/>
                <a:gd name="connsiteY25348" fmla="*/ 23297 h 4882701"/>
                <a:gd name="connsiteX25349" fmla="*/ 2076485 w 4954903"/>
                <a:gd name="connsiteY25349" fmla="*/ 27602 h 4882701"/>
                <a:gd name="connsiteX25350" fmla="*/ 2089400 w 4954903"/>
                <a:gd name="connsiteY25350" fmla="*/ 25576 h 4882701"/>
                <a:gd name="connsiteX25351" fmla="*/ 2207403 w 4954903"/>
                <a:gd name="connsiteY25351" fmla="*/ 12408 h 4882701"/>
                <a:gd name="connsiteX25352" fmla="*/ 2218545 w 4954903"/>
                <a:gd name="connsiteY25352" fmla="*/ 10635 h 4882701"/>
                <a:gd name="connsiteX25353" fmla="*/ 2195755 w 4954903"/>
                <a:gd name="connsiteY25353" fmla="*/ 13927 h 4882701"/>
                <a:gd name="connsiteX25354" fmla="*/ 2207403 w 4954903"/>
                <a:gd name="connsiteY25354" fmla="*/ 12408 h 4882701"/>
                <a:gd name="connsiteX25355" fmla="*/ 2201326 w 4954903"/>
                <a:gd name="connsiteY25355" fmla="*/ 12661 h 4882701"/>
                <a:gd name="connsiteX25356" fmla="*/ 2210442 w 4954903"/>
                <a:gd name="connsiteY25356" fmla="*/ 11395 h 4882701"/>
                <a:gd name="connsiteX25357" fmla="*/ 2212974 w 4954903"/>
                <a:gd name="connsiteY25357" fmla="*/ 10889 h 4882701"/>
                <a:gd name="connsiteX25358" fmla="*/ 2189678 w 4954903"/>
                <a:gd name="connsiteY25358" fmla="*/ 14181 h 4882701"/>
                <a:gd name="connsiteX25359" fmla="*/ 2201326 w 4954903"/>
                <a:gd name="connsiteY25359" fmla="*/ 12661 h 4882701"/>
                <a:gd name="connsiteX25360" fmla="*/ 2195249 w 4954903"/>
                <a:gd name="connsiteY25360" fmla="*/ 12915 h 4882701"/>
                <a:gd name="connsiteX25361" fmla="*/ 2205124 w 4954903"/>
                <a:gd name="connsiteY25361" fmla="*/ 11648 h 4882701"/>
                <a:gd name="connsiteX25362" fmla="*/ 2206897 w 4954903"/>
                <a:gd name="connsiteY25362" fmla="*/ 11395 h 4882701"/>
                <a:gd name="connsiteX25363" fmla="*/ 2183094 w 4954903"/>
                <a:gd name="connsiteY25363" fmla="*/ 14687 h 4882701"/>
                <a:gd name="connsiteX25364" fmla="*/ 2195249 w 4954903"/>
                <a:gd name="connsiteY25364" fmla="*/ 12915 h 4882701"/>
                <a:gd name="connsiteX25365" fmla="*/ 2189424 w 4954903"/>
                <a:gd name="connsiteY25365" fmla="*/ 13421 h 4882701"/>
                <a:gd name="connsiteX25366" fmla="*/ 2201579 w 4954903"/>
                <a:gd name="connsiteY25366" fmla="*/ 11648 h 4882701"/>
                <a:gd name="connsiteX25367" fmla="*/ 2177523 w 4954903"/>
                <a:gd name="connsiteY25367" fmla="*/ 14940 h 4882701"/>
                <a:gd name="connsiteX25368" fmla="*/ 2189424 w 4954903"/>
                <a:gd name="connsiteY25368" fmla="*/ 13421 h 4882701"/>
                <a:gd name="connsiteX25369" fmla="*/ 2183853 w 4954903"/>
                <a:gd name="connsiteY25369" fmla="*/ 13674 h 4882701"/>
                <a:gd name="connsiteX25370" fmla="*/ 2196261 w 4954903"/>
                <a:gd name="connsiteY25370" fmla="*/ 11902 h 4882701"/>
                <a:gd name="connsiteX25371" fmla="*/ 2171699 w 4954903"/>
                <a:gd name="connsiteY25371" fmla="*/ 15194 h 4882701"/>
                <a:gd name="connsiteX25372" fmla="*/ 2183853 w 4954903"/>
                <a:gd name="connsiteY25372" fmla="*/ 13674 h 4882701"/>
                <a:gd name="connsiteX25373" fmla="*/ 2178536 w 4954903"/>
                <a:gd name="connsiteY25373" fmla="*/ 14181 h 4882701"/>
                <a:gd name="connsiteX25374" fmla="*/ 2191197 w 4954903"/>
                <a:gd name="connsiteY25374" fmla="*/ 12408 h 4882701"/>
                <a:gd name="connsiteX25375" fmla="*/ 2166381 w 4954903"/>
                <a:gd name="connsiteY25375" fmla="*/ 15700 h 4882701"/>
                <a:gd name="connsiteX25376" fmla="*/ 2178536 w 4954903"/>
                <a:gd name="connsiteY25376" fmla="*/ 14181 h 4882701"/>
                <a:gd name="connsiteX25377" fmla="*/ 2173471 w 4954903"/>
                <a:gd name="connsiteY25377" fmla="*/ 14434 h 4882701"/>
                <a:gd name="connsiteX25378" fmla="*/ 2186385 w 4954903"/>
                <a:gd name="connsiteY25378" fmla="*/ 12661 h 4882701"/>
                <a:gd name="connsiteX25379" fmla="*/ 2161063 w 4954903"/>
                <a:gd name="connsiteY25379" fmla="*/ 15953 h 4882701"/>
                <a:gd name="connsiteX25380" fmla="*/ 2173471 w 4954903"/>
                <a:gd name="connsiteY25380" fmla="*/ 14434 h 4882701"/>
                <a:gd name="connsiteX25381" fmla="*/ 2168660 w 4954903"/>
                <a:gd name="connsiteY25381" fmla="*/ 14940 h 4882701"/>
                <a:gd name="connsiteX25382" fmla="*/ 2181828 w 4954903"/>
                <a:gd name="connsiteY25382" fmla="*/ 13168 h 4882701"/>
                <a:gd name="connsiteX25383" fmla="*/ 2156252 w 4954903"/>
                <a:gd name="connsiteY25383" fmla="*/ 16713 h 4882701"/>
                <a:gd name="connsiteX25384" fmla="*/ 2168660 w 4954903"/>
                <a:gd name="connsiteY25384" fmla="*/ 14940 h 4882701"/>
                <a:gd name="connsiteX25385" fmla="*/ 2155745 w 4954903"/>
                <a:gd name="connsiteY25385" fmla="*/ 16206 h 4882701"/>
                <a:gd name="connsiteX25386" fmla="*/ 2164102 w 4954903"/>
                <a:gd name="connsiteY25386" fmla="*/ 15194 h 4882701"/>
                <a:gd name="connsiteX25387" fmla="*/ 2160050 w 4954903"/>
                <a:gd name="connsiteY25387" fmla="*/ 15700 h 4882701"/>
                <a:gd name="connsiteX25388" fmla="*/ 2143084 w 4954903"/>
                <a:gd name="connsiteY25388" fmla="*/ 17979 h 4882701"/>
                <a:gd name="connsiteX25389" fmla="*/ 2155745 w 4954903"/>
                <a:gd name="connsiteY25389" fmla="*/ 16206 h 4882701"/>
                <a:gd name="connsiteX25390" fmla="*/ 2286663 w 4954903"/>
                <a:gd name="connsiteY25390" fmla="*/ 4811 h 4882701"/>
                <a:gd name="connsiteX25391" fmla="*/ 2286663 w 4954903"/>
                <a:gd name="connsiteY25391" fmla="*/ 4811 h 4882701"/>
                <a:gd name="connsiteX25392" fmla="*/ 2296539 w 4954903"/>
                <a:gd name="connsiteY25392" fmla="*/ 3545 h 4882701"/>
                <a:gd name="connsiteX25393" fmla="*/ 2276027 w 4954903"/>
                <a:gd name="connsiteY25393" fmla="*/ 6077 h 4882701"/>
                <a:gd name="connsiteX25394" fmla="*/ 2286663 w 4954903"/>
                <a:gd name="connsiteY25394" fmla="*/ 4811 h 4882701"/>
                <a:gd name="connsiteX25395" fmla="*/ 2280586 w 4954903"/>
                <a:gd name="connsiteY25395" fmla="*/ 5065 h 4882701"/>
                <a:gd name="connsiteX25396" fmla="*/ 2290968 w 4954903"/>
                <a:gd name="connsiteY25396" fmla="*/ 3798 h 4882701"/>
                <a:gd name="connsiteX25397" fmla="*/ 2269950 w 4954903"/>
                <a:gd name="connsiteY25397" fmla="*/ 6331 h 4882701"/>
                <a:gd name="connsiteX25398" fmla="*/ 2280586 w 4954903"/>
                <a:gd name="connsiteY25398" fmla="*/ 5065 h 4882701"/>
                <a:gd name="connsiteX25399" fmla="*/ 2274508 w 4954903"/>
                <a:gd name="connsiteY25399" fmla="*/ 5318 h 4882701"/>
                <a:gd name="connsiteX25400" fmla="*/ 2285144 w 4954903"/>
                <a:gd name="connsiteY25400" fmla="*/ 4052 h 4882701"/>
                <a:gd name="connsiteX25401" fmla="*/ 2263619 w 4954903"/>
                <a:gd name="connsiteY25401" fmla="*/ 6584 h 4882701"/>
                <a:gd name="connsiteX25402" fmla="*/ 2274508 w 4954903"/>
                <a:gd name="connsiteY25402" fmla="*/ 5318 h 4882701"/>
                <a:gd name="connsiteX25403" fmla="*/ 2268684 w 4954903"/>
                <a:gd name="connsiteY25403" fmla="*/ 5571 h 4882701"/>
                <a:gd name="connsiteX25404" fmla="*/ 2277800 w 4954903"/>
                <a:gd name="connsiteY25404" fmla="*/ 4558 h 4882701"/>
                <a:gd name="connsiteX25405" fmla="*/ 2279573 w 4954903"/>
                <a:gd name="connsiteY25405" fmla="*/ 4305 h 4882701"/>
                <a:gd name="connsiteX25406" fmla="*/ 2257542 w 4954903"/>
                <a:gd name="connsiteY25406" fmla="*/ 6837 h 4882701"/>
                <a:gd name="connsiteX25407" fmla="*/ 2268684 w 4954903"/>
                <a:gd name="connsiteY25407" fmla="*/ 5571 h 4882701"/>
                <a:gd name="connsiteX25408" fmla="*/ 2263113 w 4954903"/>
                <a:gd name="connsiteY25408" fmla="*/ 5824 h 4882701"/>
                <a:gd name="connsiteX25409" fmla="*/ 2274255 w 4954903"/>
                <a:gd name="connsiteY25409" fmla="*/ 4558 h 4882701"/>
                <a:gd name="connsiteX25410" fmla="*/ 2251718 w 4954903"/>
                <a:gd name="connsiteY25410" fmla="*/ 7090 h 4882701"/>
                <a:gd name="connsiteX25411" fmla="*/ 2263113 w 4954903"/>
                <a:gd name="connsiteY25411" fmla="*/ 5824 h 4882701"/>
                <a:gd name="connsiteX25412" fmla="*/ 2257542 w 4954903"/>
                <a:gd name="connsiteY25412" fmla="*/ 6077 h 4882701"/>
                <a:gd name="connsiteX25413" fmla="*/ 2268178 w 4954903"/>
                <a:gd name="connsiteY25413" fmla="*/ 4811 h 4882701"/>
                <a:gd name="connsiteX25414" fmla="*/ 2265645 w 4954903"/>
                <a:gd name="connsiteY25414" fmla="*/ 5065 h 4882701"/>
                <a:gd name="connsiteX25415" fmla="*/ 2246147 w 4954903"/>
                <a:gd name="connsiteY25415" fmla="*/ 7344 h 4882701"/>
                <a:gd name="connsiteX25416" fmla="*/ 2257542 w 4954903"/>
                <a:gd name="connsiteY25416" fmla="*/ 6077 h 4882701"/>
                <a:gd name="connsiteX25417" fmla="*/ 2252224 w 4954903"/>
                <a:gd name="connsiteY25417" fmla="*/ 6331 h 4882701"/>
                <a:gd name="connsiteX25418" fmla="*/ 2258555 w 4954903"/>
                <a:gd name="connsiteY25418" fmla="*/ 5571 h 4882701"/>
                <a:gd name="connsiteX25419" fmla="*/ 2253997 w 4954903"/>
                <a:gd name="connsiteY25419" fmla="*/ 5824 h 4882701"/>
                <a:gd name="connsiteX25420" fmla="*/ 2240576 w 4954903"/>
                <a:gd name="connsiteY25420" fmla="*/ 7344 h 4882701"/>
                <a:gd name="connsiteX25421" fmla="*/ 2252224 w 4954903"/>
                <a:gd name="connsiteY25421" fmla="*/ 6331 h 4882701"/>
                <a:gd name="connsiteX25422" fmla="*/ 2247160 w 4954903"/>
                <a:gd name="connsiteY25422" fmla="*/ 6584 h 4882701"/>
                <a:gd name="connsiteX25423" fmla="*/ 2248173 w 4954903"/>
                <a:gd name="connsiteY25423" fmla="*/ 6584 h 4882701"/>
                <a:gd name="connsiteX25424" fmla="*/ 2243361 w 4954903"/>
                <a:gd name="connsiteY25424" fmla="*/ 7090 h 4882701"/>
                <a:gd name="connsiteX25425" fmla="*/ 2235258 w 4954903"/>
                <a:gd name="connsiteY25425" fmla="*/ 8103 h 4882701"/>
                <a:gd name="connsiteX25426" fmla="*/ 2247160 w 4954903"/>
                <a:gd name="connsiteY25426" fmla="*/ 6584 h 4882701"/>
                <a:gd name="connsiteX25427" fmla="*/ 2237284 w 4954903"/>
                <a:gd name="connsiteY25427" fmla="*/ 7344 h 4882701"/>
                <a:gd name="connsiteX25428" fmla="*/ 2233485 w 4954903"/>
                <a:gd name="connsiteY25428" fmla="*/ 7850 h 4882701"/>
                <a:gd name="connsiteX25429" fmla="*/ 2230447 w 4954903"/>
                <a:gd name="connsiteY25429" fmla="*/ 8356 h 4882701"/>
                <a:gd name="connsiteX25430" fmla="*/ 2236778 w 4954903"/>
                <a:gd name="connsiteY25430" fmla="*/ 7597 h 4882701"/>
                <a:gd name="connsiteX25431" fmla="*/ 2237284 w 4954903"/>
                <a:gd name="connsiteY25431" fmla="*/ 7344 h 4882701"/>
                <a:gd name="connsiteX25432" fmla="*/ 2342119 w 4954903"/>
                <a:gd name="connsiteY25432" fmla="*/ 0 h 4882701"/>
                <a:gd name="connsiteX25433" fmla="*/ 2337815 w 4954903"/>
                <a:gd name="connsiteY25433" fmla="*/ 253 h 4882701"/>
                <a:gd name="connsiteX25434" fmla="*/ 2332244 w 4954903"/>
                <a:gd name="connsiteY25434" fmla="*/ 760 h 4882701"/>
                <a:gd name="connsiteX25435" fmla="*/ 2334776 w 4954903"/>
                <a:gd name="connsiteY25435" fmla="*/ 506 h 4882701"/>
                <a:gd name="connsiteX25436" fmla="*/ 2342119 w 4954903"/>
                <a:gd name="connsiteY25436" fmla="*/ 0 h 4882701"/>
                <a:gd name="connsiteX25437" fmla="*/ 2342119 w 4954903"/>
                <a:gd name="connsiteY25437" fmla="*/ 0 h 4882701"/>
                <a:gd name="connsiteX25438" fmla="*/ 2342119 w 4954903"/>
                <a:gd name="connsiteY25438" fmla="*/ 0 h 4882701"/>
                <a:gd name="connsiteX25439" fmla="*/ 2342119 w 4954903"/>
                <a:gd name="connsiteY25439" fmla="*/ 0 h 4882701"/>
                <a:gd name="connsiteX25440" fmla="*/ 2342119 w 4954903"/>
                <a:gd name="connsiteY25440" fmla="*/ 0 h 4882701"/>
                <a:gd name="connsiteX25441" fmla="*/ 2331737 w 4954903"/>
                <a:gd name="connsiteY25441" fmla="*/ 506 h 4882701"/>
                <a:gd name="connsiteX25442" fmla="*/ 2328445 w 4954903"/>
                <a:gd name="connsiteY25442" fmla="*/ 760 h 4882701"/>
                <a:gd name="connsiteX25443" fmla="*/ 2326673 w 4954903"/>
                <a:gd name="connsiteY25443" fmla="*/ 1013 h 4882701"/>
                <a:gd name="connsiteX25444" fmla="*/ 2331484 w 4954903"/>
                <a:gd name="connsiteY25444" fmla="*/ 760 h 4882701"/>
                <a:gd name="connsiteX25445" fmla="*/ 2331737 w 4954903"/>
                <a:gd name="connsiteY25445" fmla="*/ 506 h 488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  <a:cxn ang="0">
                  <a:pos x="connsiteX3740" y="connsiteY3740"/>
                </a:cxn>
                <a:cxn ang="0">
                  <a:pos x="connsiteX3741" y="connsiteY3741"/>
                </a:cxn>
                <a:cxn ang="0">
                  <a:pos x="connsiteX3742" y="connsiteY3742"/>
                </a:cxn>
                <a:cxn ang="0">
                  <a:pos x="connsiteX3743" y="connsiteY3743"/>
                </a:cxn>
                <a:cxn ang="0">
                  <a:pos x="connsiteX3744" y="connsiteY3744"/>
                </a:cxn>
                <a:cxn ang="0">
                  <a:pos x="connsiteX3745" y="connsiteY3745"/>
                </a:cxn>
                <a:cxn ang="0">
                  <a:pos x="connsiteX3746" y="connsiteY3746"/>
                </a:cxn>
                <a:cxn ang="0">
                  <a:pos x="connsiteX3747" y="connsiteY3747"/>
                </a:cxn>
                <a:cxn ang="0">
                  <a:pos x="connsiteX3748" y="connsiteY3748"/>
                </a:cxn>
                <a:cxn ang="0">
                  <a:pos x="connsiteX3749" y="connsiteY3749"/>
                </a:cxn>
                <a:cxn ang="0">
                  <a:pos x="connsiteX3750" y="connsiteY3750"/>
                </a:cxn>
                <a:cxn ang="0">
                  <a:pos x="connsiteX3751" y="connsiteY3751"/>
                </a:cxn>
                <a:cxn ang="0">
                  <a:pos x="connsiteX3752" y="connsiteY3752"/>
                </a:cxn>
                <a:cxn ang="0">
                  <a:pos x="connsiteX3753" y="connsiteY3753"/>
                </a:cxn>
                <a:cxn ang="0">
                  <a:pos x="connsiteX3754" y="connsiteY3754"/>
                </a:cxn>
                <a:cxn ang="0">
                  <a:pos x="connsiteX3755" y="connsiteY3755"/>
                </a:cxn>
                <a:cxn ang="0">
                  <a:pos x="connsiteX3756" y="connsiteY3756"/>
                </a:cxn>
                <a:cxn ang="0">
                  <a:pos x="connsiteX3757" y="connsiteY3757"/>
                </a:cxn>
                <a:cxn ang="0">
                  <a:pos x="connsiteX3758" y="connsiteY3758"/>
                </a:cxn>
                <a:cxn ang="0">
                  <a:pos x="connsiteX3759" y="connsiteY3759"/>
                </a:cxn>
                <a:cxn ang="0">
                  <a:pos x="connsiteX3760" y="connsiteY3760"/>
                </a:cxn>
                <a:cxn ang="0">
                  <a:pos x="connsiteX3761" y="connsiteY3761"/>
                </a:cxn>
                <a:cxn ang="0">
                  <a:pos x="connsiteX3762" y="connsiteY3762"/>
                </a:cxn>
                <a:cxn ang="0">
                  <a:pos x="connsiteX3763" y="connsiteY3763"/>
                </a:cxn>
                <a:cxn ang="0">
                  <a:pos x="connsiteX3764" y="connsiteY3764"/>
                </a:cxn>
                <a:cxn ang="0">
                  <a:pos x="connsiteX3765" y="connsiteY3765"/>
                </a:cxn>
                <a:cxn ang="0">
                  <a:pos x="connsiteX3766" y="connsiteY3766"/>
                </a:cxn>
                <a:cxn ang="0">
                  <a:pos x="connsiteX3767" y="connsiteY3767"/>
                </a:cxn>
                <a:cxn ang="0">
                  <a:pos x="connsiteX3768" y="connsiteY3768"/>
                </a:cxn>
                <a:cxn ang="0">
                  <a:pos x="connsiteX3769" y="connsiteY3769"/>
                </a:cxn>
                <a:cxn ang="0">
                  <a:pos x="connsiteX3770" y="connsiteY3770"/>
                </a:cxn>
                <a:cxn ang="0">
                  <a:pos x="connsiteX3771" y="connsiteY3771"/>
                </a:cxn>
                <a:cxn ang="0">
                  <a:pos x="connsiteX3772" y="connsiteY3772"/>
                </a:cxn>
                <a:cxn ang="0">
                  <a:pos x="connsiteX3773" y="connsiteY3773"/>
                </a:cxn>
                <a:cxn ang="0">
                  <a:pos x="connsiteX3774" y="connsiteY3774"/>
                </a:cxn>
                <a:cxn ang="0">
                  <a:pos x="connsiteX3775" y="connsiteY3775"/>
                </a:cxn>
                <a:cxn ang="0">
                  <a:pos x="connsiteX3776" y="connsiteY3776"/>
                </a:cxn>
                <a:cxn ang="0">
                  <a:pos x="connsiteX3777" y="connsiteY3777"/>
                </a:cxn>
                <a:cxn ang="0">
                  <a:pos x="connsiteX3778" y="connsiteY3778"/>
                </a:cxn>
                <a:cxn ang="0">
                  <a:pos x="connsiteX3779" y="connsiteY3779"/>
                </a:cxn>
                <a:cxn ang="0">
                  <a:pos x="connsiteX3780" y="connsiteY3780"/>
                </a:cxn>
                <a:cxn ang="0">
                  <a:pos x="connsiteX3781" y="connsiteY3781"/>
                </a:cxn>
                <a:cxn ang="0">
                  <a:pos x="connsiteX3782" y="connsiteY3782"/>
                </a:cxn>
                <a:cxn ang="0">
                  <a:pos x="connsiteX3783" y="connsiteY3783"/>
                </a:cxn>
                <a:cxn ang="0">
                  <a:pos x="connsiteX3784" y="connsiteY3784"/>
                </a:cxn>
                <a:cxn ang="0">
                  <a:pos x="connsiteX3785" y="connsiteY3785"/>
                </a:cxn>
                <a:cxn ang="0">
                  <a:pos x="connsiteX3786" y="connsiteY3786"/>
                </a:cxn>
                <a:cxn ang="0">
                  <a:pos x="connsiteX3787" y="connsiteY3787"/>
                </a:cxn>
                <a:cxn ang="0">
                  <a:pos x="connsiteX3788" y="connsiteY3788"/>
                </a:cxn>
                <a:cxn ang="0">
                  <a:pos x="connsiteX3789" y="connsiteY3789"/>
                </a:cxn>
                <a:cxn ang="0">
                  <a:pos x="connsiteX3790" y="connsiteY3790"/>
                </a:cxn>
                <a:cxn ang="0">
                  <a:pos x="connsiteX3791" y="connsiteY3791"/>
                </a:cxn>
                <a:cxn ang="0">
                  <a:pos x="connsiteX3792" y="connsiteY3792"/>
                </a:cxn>
                <a:cxn ang="0">
                  <a:pos x="connsiteX3793" y="connsiteY3793"/>
                </a:cxn>
                <a:cxn ang="0">
                  <a:pos x="connsiteX3794" y="connsiteY3794"/>
                </a:cxn>
                <a:cxn ang="0">
                  <a:pos x="connsiteX3795" y="connsiteY3795"/>
                </a:cxn>
                <a:cxn ang="0">
                  <a:pos x="connsiteX3796" y="connsiteY3796"/>
                </a:cxn>
                <a:cxn ang="0">
                  <a:pos x="connsiteX3797" y="connsiteY3797"/>
                </a:cxn>
                <a:cxn ang="0">
                  <a:pos x="connsiteX3798" y="connsiteY3798"/>
                </a:cxn>
                <a:cxn ang="0">
                  <a:pos x="connsiteX3799" y="connsiteY3799"/>
                </a:cxn>
                <a:cxn ang="0">
                  <a:pos x="connsiteX3800" y="connsiteY3800"/>
                </a:cxn>
                <a:cxn ang="0">
                  <a:pos x="connsiteX3801" y="connsiteY3801"/>
                </a:cxn>
                <a:cxn ang="0">
                  <a:pos x="connsiteX3802" y="connsiteY3802"/>
                </a:cxn>
                <a:cxn ang="0">
                  <a:pos x="connsiteX3803" y="connsiteY3803"/>
                </a:cxn>
                <a:cxn ang="0">
                  <a:pos x="connsiteX3804" y="connsiteY3804"/>
                </a:cxn>
                <a:cxn ang="0">
                  <a:pos x="connsiteX3805" y="connsiteY3805"/>
                </a:cxn>
                <a:cxn ang="0">
                  <a:pos x="connsiteX3806" y="connsiteY3806"/>
                </a:cxn>
                <a:cxn ang="0">
                  <a:pos x="connsiteX3807" y="connsiteY3807"/>
                </a:cxn>
                <a:cxn ang="0">
                  <a:pos x="connsiteX3808" y="connsiteY3808"/>
                </a:cxn>
                <a:cxn ang="0">
                  <a:pos x="connsiteX3809" y="connsiteY3809"/>
                </a:cxn>
                <a:cxn ang="0">
                  <a:pos x="connsiteX3810" y="connsiteY3810"/>
                </a:cxn>
                <a:cxn ang="0">
                  <a:pos x="connsiteX3811" y="connsiteY3811"/>
                </a:cxn>
                <a:cxn ang="0">
                  <a:pos x="connsiteX3812" y="connsiteY3812"/>
                </a:cxn>
                <a:cxn ang="0">
                  <a:pos x="connsiteX3813" y="connsiteY3813"/>
                </a:cxn>
                <a:cxn ang="0">
                  <a:pos x="connsiteX3814" y="connsiteY3814"/>
                </a:cxn>
                <a:cxn ang="0">
                  <a:pos x="connsiteX3815" y="connsiteY3815"/>
                </a:cxn>
                <a:cxn ang="0">
                  <a:pos x="connsiteX3816" y="connsiteY3816"/>
                </a:cxn>
                <a:cxn ang="0">
                  <a:pos x="connsiteX3817" y="connsiteY3817"/>
                </a:cxn>
                <a:cxn ang="0">
                  <a:pos x="connsiteX3818" y="connsiteY3818"/>
                </a:cxn>
                <a:cxn ang="0">
                  <a:pos x="connsiteX3819" y="connsiteY3819"/>
                </a:cxn>
                <a:cxn ang="0">
                  <a:pos x="connsiteX3820" y="connsiteY3820"/>
                </a:cxn>
                <a:cxn ang="0">
                  <a:pos x="connsiteX3821" y="connsiteY3821"/>
                </a:cxn>
                <a:cxn ang="0">
                  <a:pos x="connsiteX3822" y="connsiteY3822"/>
                </a:cxn>
                <a:cxn ang="0">
                  <a:pos x="connsiteX3823" y="connsiteY3823"/>
                </a:cxn>
                <a:cxn ang="0">
                  <a:pos x="connsiteX3824" y="connsiteY3824"/>
                </a:cxn>
                <a:cxn ang="0">
                  <a:pos x="connsiteX3825" y="connsiteY3825"/>
                </a:cxn>
                <a:cxn ang="0">
                  <a:pos x="connsiteX3826" y="connsiteY3826"/>
                </a:cxn>
                <a:cxn ang="0">
                  <a:pos x="connsiteX3827" y="connsiteY3827"/>
                </a:cxn>
                <a:cxn ang="0">
                  <a:pos x="connsiteX3828" y="connsiteY3828"/>
                </a:cxn>
                <a:cxn ang="0">
                  <a:pos x="connsiteX3829" y="connsiteY3829"/>
                </a:cxn>
                <a:cxn ang="0">
                  <a:pos x="connsiteX3830" y="connsiteY3830"/>
                </a:cxn>
                <a:cxn ang="0">
                  <a:pos x="connsiteX3831" y="connsiteY3831"/>
                </a:cxn>
                <a:cxn ang="0">
                  <a:pos x="connsiteX3832" y="connsiteY3832"/>
                </a:cxn>
                <a:cxn ang="0">
                  <a:pos x="connsiteX3833" y="connsiteY3833"/>
                </a:cxn>
                <a:cxn ang="0">
                  <a:pos x="connsiteX3834" y="connsiteY3834"/>
                </a:cxn>
                <a:cxn ang="0">
                  <a:pos x="connsiteX3835" y="connsiteY3835"/>
                </a:cxn>
                <a:cxn ang="0">
                  <a:pos x="connsiteX3836" y="connsiteY3836"/>
                </a:cxn>
                <a:cxn ang="0">
                  <a:pos x="connsiteX3837" y="connsiteY3837"/>
                </a:cxn>
                <a:cxn ang="0">
                  <a:pos x="connsiteX3838" y="connsiteY3838"/>
                </a:cxn>
                <a:cxn ang="0">
                  <a:pos x="connsiteX3839" y="connsiteY3839"/>
                </a:cxn>
                <a:cxn ang="0">
                  <a:pos x="connsiteX3840" y="connsiteY3840"/>
                </a:cxn>
                <a:cxn ang="0">
                  <a:pos x="connsiteX3841" y="connsiteY3841"/>
                </a:cxn>
                <a:cxn ang="0">
                  <a:pos x="connsiteX3842" y="connsiteY3842"/>
                </a:cxn>
                <a:cxn ang="0">
                  <a:pos x="connsiteX3843" y="connsiteY3843"/>
                </a:cxn>
                <a:cxn ang="0">
                  <a:pos x="connsiteX3844" y="connsiteY3844"/>
                </a:cxn>
                <a:cxn ang="0">
                  <a:pos x="connsiteX3845" y="connsiteY3845"/>
                </a:cxn>
                <a:cxn ang="0">
                  <a:pos x="connsiteX3846" y="connsiteY3846"/>
                </a:cxn>
                <a:cxn ang="0">
                  <a:pos x="connsiteX3847" y="connsiteY3847"/>
                </a:cxn>
                <a:cxn ang="0">
                  <a:pos x="connsiteX3848" y="connsiteY3848"/>
                </a:cxn>
                <a:cxn ang="0">
                  <a:pos x="connsiteX3849" y="connsiteY3849"/>
                </a:cxn>
                <a:cxn ang="0">
                  <a:pos x="connsiteX3850" y="connsiteY3850"/>
                </a:cxn>
                <a:cxn ang="0">
                  <a:pos x="connsiteX3851" y="connsiteY3851"/>
                </a:cxn>
                <a:cxn ang="0">
                  <a:pos x="connsiteX3852" y="connsiteY3852"/>
                </a:cxn>
                <a:cxn ang="0">
                  <a:pos x="connsiteX3853" y="connsiteY3853"/>
                </a:cxn>
                <a:cxn ang="0">
                  <a:pos x="connsiteX3854" y="connsiteY3854"/>
                </a:cxn>
                <a:cxn ang="0">
                  <a:pos x="connsiteX3855" y="connsiteY3855"/>
                </a:cxn>
                <a:cxn ang="0">
                  <a:pos x="connsiteX3856" y="connsiteY3856"/>
                </a:cxn>
                <a:cxn ang="0">
                  <a:pos x="connsiteX3857" y="connsiteY3857"/>
                </a:cxn>
                <a:cxn ang="0">
                  <a:pos x="connsiteX3858" y="connsiteY3858"/>
                </a:cxn>
                <a:cxn ang="0">
                  <a:pos x="connsiteX3859" y="connsiteY3859"/>
                </a:cxn>
                <a:cxn ang="0">
                  <a:pos x="connsiteX3860" y="connsiteY3860"/>
                </a:cxn>
                <a:cxn ang="0">
                  <a:pos x="connsiteX3861" y="connsiteY3861"/>
                </a:cxn>
                <a:cxn ang="0">
                  <a:pos x="connsiteX3862" y="connsiteY3862"/>
                </a:cxn>
                <a:cxn ang="0">
                  <a:pos x="connsiteX3863" y="connsiteY3863"/>
                </a:cxn>
                <a:cxn ang="0">
                  <a:pos x="connsiteX3864" y="connsiteY3864"/>
                </a:cxn>
                <a:cxn ang="0">
                  <a:pos x="connsiteX3865" y="connsiteY3865"/>
                </a:cxn>
                <a:cxn ang="0">
                  <a:pos x="connsiteX3866" y="connsiteY3866"/>
                </a:cxn>
                <a:cxn ang="0">
                  <a:pos x="connsiteX3867" y="connsiteY3867"/>
                </a:cxn>
                <a:cxn ang="0">
                  <a:pos x="connsiteX3868" y="connsiteY3868"/>
                </a:cxn>
                <a:cxn ang="0">
                  <a:pos x="connsiteX3869" y="connsiteY3869"/>
                </a:cxn>
                <a:cxn ang="0">
                  <a:pos x="connsiteX3870" y="connsiteY3870"/>
                </a:cxn>
                <a:cxn ang="0">
                  <a:pos x="connsiteX3871" y="connsiteY3871"/>
                </a:cxn>
                <a:cxn ang="0">
                  <a:pos x="connsiteX3872" y="connsiteY3872"/>
                </a:cxn>
                <a:cxn ang="0">
                  <a:pos x="connsiteX3873" y="connsiteY3873"/>
                </a:cxn>
                <a:cxn ang="0">
                  <a:pos x="connsiteX3874" y="connsiteY3874"/>
                </a:cxn>
                <a:cxn ang="0">
                  <a:pos x="connsiteX3875" y="connsiteY3875"/>
                </a:cxn>
                <a:cxn ang="0">
                  <a:pos x="connsiteX3876" y="connsiteY3876"/>
                </a:cxn>
                <a:cxn ang="0">
                  <a:pos x="connsiteX3877" y="connsiteY3877"/>
                </a:cxn>
                <a:cxn ang="0">
                  <a:pos x="connsiteX3878" y="connsiteY3878"/>
                </a:cxn>
                <a:cxn ang="0">
                  <a:pos x="connsiteX3879" y="connsiteY3879"/>
                </a:cxn>
                <a:cxn ang="0">
                  <a:pos x="connsiteX3880" y="connsiteY3880"/>
                </a:cxn>
                <a:cxn ang="0">
                  <a:pos x="connsiteX3881" y="connsiteY3881"/>
                </a:cxn>
                <a:cxn ang="0">
                  <a:pos x="connsiteX3882" y="connsiteY3882"/>
                </a:cxn>
                <a:cxn ang="0">
                  <a:pos x="connsiteX3883" y="connsiteY3883"/>
                </a:cxn>
                <a:cxn ang="0">
                  <a:pos x="connsiteX3884" y="connsiteY3884"/>
                </a:cxn>
                <a:cxn ang="0">
                  <a:pos x="connsiteX3885" y="connsiteY3885"/>
                </a:cxn>
                <a:cxn ang="0">
                  <a:pos x="connsiteX3886" y="connsiteY3886"/>
                </a:cxn>
                <a:cxn ang="0">
                  <a:pos x="connsiteX3887" y="connsiteY3887"/>
                </a:cxn>
                <a:cxn ang="0">
                  <a:pos x="connsiteX3888" y="connsiteY3888"/>
                </a:cxn>
                <a:cxn ang="0">
                  <a:pos x="connsiteX3889" y="connsiteY3889"/>
                </a:cxn>
                <a:cxn ang="0">
                  <a:pos x="connsiteX3890" y="connsiteY3890"/>
                </a:cxn>
                <a:cxn ang="0">
                  <a:pos x="connsiteX3891" y="connsiteY3891"/>
                </a:cxn>
                <a:cxn ang="0">
                  <a:pos x="connsiteX3892" y="connsiteY3892"/>
                </a:cxn>
                <a:cxn ang="0">
                  <a:pos x="connsiteX3893" y="connsiteY3893"/>
                </a:cxn>
                <a:cxn ang="0">
                  <a:pos x="connsiteX3894" y="connsiteY3894"/>
                </a:cxn>
                <a:cxn ang="0">
                  <a:pos x="connsiteX3895" y="connsiteY3895"/>
                </a:cxn>
                <a:cxn ang="0">
                  <a:pos x="connsiteX3896" y="connsiteY3896"/>
                </a:cxn>
                <a:cxn ang="0">
                  <a:pos x="connsiteX3897" y="connsiteY3897"/>
                </a:cxn>
                <a:cxn ang="0">
                  <a:pos x="connsiteX3898" y="connsiteY3898"/>
                </a:cxn>
                <a:cxn ang="0">
                  <a:pos x="connsiteX3899" y="connsiteY3899"/>
                </a:cxn>
                <a:cxn ang="0">
                  <a:pos x="connsiteX3900" y="connsiteY3900"/>
                </a:cxn>
                <a:cxn ang="0">
                  <a:pos x="connsiteX3901" y="connsiteY3901"/>
                </a:cxn>
                <a:cxn ang="0">
                  <a:pos x="connsiteX3902" y="connsiteY3902"/>
                </a:cxn>
                <a:cxn ang="0">
                  <a:pos x="connsiteX3903" y="connsiteY3903"/>
                </a:cxn>
                <a:cxn ang="0">
                  <a:pos x="connsiteX3904" y="connsiteY3904"/>
                </a:cxn>
                <a:cxn ang="0">
                  <a:pos x="connsiteX3905" y="connsiteY3905"/>
                </a:cxn>
                <a:cxn ang="0">
                  <a:pos x="connsiteX3906" y="connsiteY3906"/>
                </a:cxn>
                <a:cxn ang="0">
                  <a:pos x="connsiteX3907" y="connsiteY3907"/>
                </a:cxn>
                <a:cxn ang="0">
                  <a:pos x="connsiteX3908" y="connsiteY3908"/>
                </a:cxn>
                <a:cxn ang="0">
                  <a:pos x="connsiteX3909" y="connsiteY3909"/>
                </a:cxn>
                <a:cxn ang="0">
                  <a:pos x="connsiteX3910" y="connsiteY3910"/>
                </a:cxn>
                <a:cxn ang="0">
                  <a:pos x="connsiteX3911" y="connsiteY3911"/>
                </a:cxn>
                <a:cxn ang="0">
                  <a:pos x="connsiteX3912" y="connsiteY3912"/>
                </a:cxn>
                <a:cxn ang="0">
                  <a:pos x="connsiteX3913" y="connsiteY3913"/>
                </a:cxn>
                <a:cxn ang="0">
                  <a:pos x="connsiteX3914" y="connsiteY3914"/>
                </a:cxn>
                <a:cxn ang="0">
                  <a:pos x="connsiteX3915" y="connsiteY3915"/>
                </a:cxn>
                <a:cxn ang="0">
                  <a:pos x="connsiteX3916" y="connsiteY3916"/>
                </a:cxn>
                <a:cxn ang="0">
                  <a:pos x="connsiteX3917" y="connsiteY3917"/>
                </a:cxn>
                <a:cxn ang="0">
                  <a:pos x="connsiteX3918" y="connsiteY3918"/>
                </a:cxn>
                <a:cxn ang="0">
                  <a:pos x="connsiteX3919" y="connsiteY3919"/>
                </a:cxn>
                <a:cxn ang="0">
                  <a:pos x="connsiteX3920" y="connsiteY3920"/>
                </a:cxn>
                <a:cxn ang="0">
                  <a:pos x="connsiteX3921" y="connsiteY3921"/>
                </a:cxn>
                <a:cxn ang="0">
                  <a:pos x="connsiteX3922" y="connsiteY3922"/>
                </a:cxn>
                <a:cxn ang="0">
                  <a:pos x="connsiteX3923" y="connsiteY3923"/>
                </a:cxn>
                <a:cxn ang="0">
                  <a:pos x="connsiteX3924" y="connsiteY3924"/>
                </a:cxn>
                <a:cxn ang="0">
                  <a:pos x="connsiteX3925" y="connsiteY3925"/>
                </a:cxn>
                <a:cxn ang="0">
                  <a:pos x="connsiteX3926" y="connsiteY3926"/>
                </a:cxn>
                <a:cxn ang="0">
                  <a:pos x="connsiteX3927" y="connsiteY3927"/>
                </a:cxn>
                <a:cxn ang="0">
                  <a:pos x="connsiteX3928" y="connsiteY3928"/>
                </a:cxn>
                <a:cxn ang="0">
                  <a:pos x="connsiteX3929" y="connsiteY3929"/>
                </a:cxn>
                <a:cxn ang="0">
                  <a:pos x="connsiteX3930" y="connsiteY3930"/>
                </a:cxn>
                <a:cxn ang="0">
                  <a:pos x="connsiteX3931" y="connsiteY3931"/>
                </a:cxn>
                <a:cxn ang="0">
                  <a:pos x="connsiteX3932" y="connsiteY3932"/>
                </a:cxn>
                <a:cxn ang="0">
                  <a:pos x="connsiteX3933" y="connsiteY3933"/>
                </a:cxn>
                <a:cxn ang="0">
                  <a:pos x="connsiteX3934" y="connsiteY3934"/>
                </a:cxn>
                <a:cxn ang="0">
                  <a:pos x="connsiteX3935" y="connsiteY3935"/>
                </a:cxn>
                <a:cxn ang="0">
                  <a:pos x="connsiteX3936" y="connsiteY3936"/>
                </a:cxn>
                <a:cxn ang="0">
                  <a:pos x="connsiteX3937" y="connsiteY3937"/>
                </a:cxn>
                <a:cxn ang="0">
                  <a:pos x="connsiteX3938" y="connsiteY3938"/>
                </a:cxn>
                <a:cxn ang="0">
                  <a:pos x="connsiteX3939" y="connsiteY3939"/>
                </a:cxn>
                <a:cxn ang="0">
                  <a:pos x="connsiteX3940" y="connsiteY3940"/>
                </a:cxn>
                <a:cxn ang="0">
                  <a:pos x="connsiteX3941" y="connsiteY3941"/>
                </a:cxn>
                <a:cxn ang="0">
                  <a:pos x="connsiteX3942" y="connsiteY3942"/>
                </a:cxn>
                <a:cxn ang="0">
                  <a:pos x="connsiteX3943" y="connsiteY3943"/>
                </a:cxn>
                <a:cxn ang="0">
                  <a:pos x="connsiteX3944" y="connsiteY3944"/>
                </a:cxn>
                <a:cxn ang="0">
                  <a:pos x="connsiteX3945" y="connsiteY3945"/>
                </a:cxn>
                <a:cxn ang="0">
                  <a:pos x="connsiteX3946" y="connsiteY3946"/>
                </a:cxn>
                <a:cxn ang="0">
                  <a:pos x="connsiteX3947" y="connsiteY3947"/>
                </a:cxn>
                <a:cxn ang="0">
                  <a:pos x="connsiteX3948" y="connsiteY3948"/>
                </a:cxn>
                <a:cxn ang="0">
                  <a:pos x="connsiteX3949" y="connsiteY3949"/>
                </a:cxn>
                <a:cxn ang="0">
                  <a:pos x="connsiteX3950" y="connsiteY3950"/>
                </a:cxn>
                <a:cxn ang="0">
                  <a:pos x="connsiteX3951" y="connsiteY3951"/>
                </a:cxn>
                <a:cxn ang="0">
                  <a:pos x="connsiteX3952" y="connsiteY3952"/>
                </a:cxn>
                <a:cxn ang="0">
                  <a:pos x="connsiteX3953" y="connsiteY3953"/>
                </a:cxn>
                <a:cxn ang="0">
                  <a:pos x="connsiteX3954" y="connsiteY3954"/>
                </a:cxn>
                <a:cxn ang="0">
                  <a:pos x="connsiteX3955" y="connsiteY3955"/>
                </a:cxn>
                <a:cxn ang="0">
                  <a:pos x="connsiteX3956" y="connsiteY3956"/>
                </a:cxn>
                <a:cxn ang="0">
                  <a:pos x="connsiteX3957" y="connsiteY3957"/>
                </a:cxn>
                <a:cxn ang="0">
                  <a:pos x="connsiteX3958" y="connsiteY3958"/>
                </a:cxn>
                <a:cxn ang="0">
                  <a:pos x="connsiteX3959" y="connsiteY3959"/>
                </a:cxn>
                <a:cxn ang="0">
                  <a:pos x="connsiteX3960" y="connsiteY3960"/>
                </a:cxn>
                <a:cxn ang="0">
                  <a:pos x="connsiteX3961" y="connsiteY3961"/>
                </a:cxn>
                <a:cxn ang="0">
                  <a:pos x="connsiteX3962" y="connsiteY3962"/>
                </a:cxn>
                <a:cxn ang="0">
                  <a:pos x="connsiteX3963" y="connsiteY3963"/>
                </a:cxn>
                <a:cxn ang="0">
                  <a:pos x="connsiteX3964" y="connsiteY3964"/>
                </a:cxn>
                <a:cxn ang="0">
                  <a:pos x="connsiteX3965" y="connsiteY3965"/>
                </a:cxn>
                <a:cxn ang="0">
                  <a:pos x="connsiteX3966" y="connsiteY3966"/>
                </a:cxn>
                <a:cxn ang="0">
                  <a:pos x="connsiteX3967" y="connsiteY3967"/>
                </a:cxn>
                <a:cxn ang="0">
                  <a:pos x="connsiteX3968" y="connsiteY3968"/>
                </a:cxn>
                <a:cxn ang="0">
                  <a:pos x="connsiteX3969" y="connsiteY3969"/>
                </a:cxn>
                <a:cxn ang="0">
                  <a:pos x="connsiteX3970" y="connsiteY3970"/>
                </a:cxn>
                <a:cxn ang="0">
                  <a:pos x="connsiteX3971" y="connsiteY3971"/>
                </a:cxn>
                <a:cxn ang="0">
                  <a:pos x="connsiteX3972" y="connsiteY3972"/>
                </a:cxn>
                <a:cxn ang="0">
                  <a:pos x="connsiteX3973" y="connsiteY3973"/>
                </a:cxn>
                <a:cxn ang="0">
                  <a:pos x="connsiteX3974" y="connsiteY3974"/>
                </a:cxn>
                <a:cxn ang="0">
                  <a:pos x="connsiteX3975" y="connsiteY3975"/>
                </a:cxn>
                <a:cxn ang="0">
                  <a:pos x="connsiteX3976" y="connsiteY3976"/>
                </a:cxn>
                <a:cxn ang="0">
                  <a:pos x="connsiteX3977" y="connsiteY3977"/>
                </a:cxn>
                <a:cxn ang="0">
                  <a:pos x="connsiteX3978" y="connsiteY3978"/>
                </a:cxn>
                <a:cxn ang="0">
                  <a:pos x="connsiteX3979" y="connsiteY3979"/>
                </a:cxn>
                <a:cxn ang="0">
                  <a:pos x="connsiteX3980" y="connsiteY3980"/>
                </a:cxn>
                <a:cxn ang="0">
                  <a:pos x="connsiteX3981" y="connsiteY3981"/>
                </a:cxn>
                <a:cxn ang="0">
                  <a:pos x="connsiteX3982" y="connsiteY3982"/>
                </a:cxn>
                <a:cxn ang="0">
                  <a:pos x="connsiteX3983" y="connsiteY3983"/>
                </a:cxn>
                <a:cxn ang="0">
                  <a:pos x="connsiteX3984" y="connsiteY3984"/>
                </a:cxn>
                <a:cxn ang="0">
                  <a:pos x="connsiteX3985" y="connsiteY3985"/>
                </a:cxn>
                <a:cxn ang="0">
                  <a:pos x="connsiteX3986" y="connsiteY3986"/>
                </a:cxn>
                <a:cxn ang="0">
                  <a:pos x="connsiteX3987" y="connsiteY3987"/>
                </a:cxn>
                <a:cxn ang="0">
                  <a:pos x="connsiteX3988" y="connsiteY3988"/>
                </a:cxn>
                <a:cxn ang="0">
                  <a:pos x="connsiteX3989" y="connsiteY3989"/>
                </a:cxn>
                <a:cxn ang="0">
                  <a:pos x="connsiteX3990" y="connsiteY3990"/>
                </a:cxn>
                <a:cxn ang="0">
                  <a:pos x="connsiteX3991" y="connsiteY3991"/>
                </a:cxn>
                <a:cxn ang="0">
                  <a:pos x="connsiteX3992" y="connsiteY3992"/>
                </a:cxn>
                <a:cxn ang="0">
                  <a:pos x="connsiteX3993" y="connsiteY3993"/>
                </a:cxn>
                <a:cxn ang="0">
                  <a:pos x="connsiteX3994" y="connsiteY3994"/>
                </a:cxn>
                <a:cxn ang="0">
                  <a:pos x="connsiteX3995" y="connsiteY3995"/>
                </a:cxn>
                <a:cxn ang="0">
                  <a:pos x="connsiteX3996" y="connsiteY3996"/>
                </a:cxn>
                <a:cxn ang="0">
                  <a:pos x="connsiteX3997" y="connsiteY3997"/>
                </a:cxn>
                <a:cxn ang="0">
                  <a:pos x="connsiteX3998" y="connsiteY3998"/>
                </a:cxn>
                <a:cxn ang="0">
                  <a:pos x="connsiteX3999" y="connsiteY3999"/>
                </a:cxn>
                <a:cxn ang="0">
                  <a:pos x="connsiteX4000" y="connsiteY4000"/>
                </a:cxn>
                <a:cxn ang="0">
                  <a:pos x="connsiteX4001" y="connsiteY4001"/>
                </a:cxn>
                <a:cxn ang="0">
                  <a:pos x="connsiteX4002" y="connsiteY4002"/>
                </a:cxn>
                <a:cxn ang="0">
                  <a:pos x="connsiteX4003" y="connsiteY4003"/>
                </a:cxn>
                <a:cxn ang="0">
                  <a:pos x="connsiteX4004" y="connsiteY4004"/>
                </a:cxn>
                <a:cxn ang="0">
                  <a:pos x="connsiteX4005" y="connsiteY4005"/>
                </a:cxn>
                <a:cxn ang="0">
                  <a:pos x="connsiteX4006" y="connsiteY4006"/>
                </a:cxn>
                <a:cxn ang="0">
                  <a:pos x="connsiteX4007" y="connsiteY4007"/>
                </a:cxn>
                <a:cxn ang="0">
                  <a:pos x="connsiteX4008" y="connsiteY4008"/>
                </a:cxn>
                <a:cxn ang="0">
                  <a:pos x="connsiteX4009" y="connsiteY4009"/>
                </a:cxn>
                <a:cxn ang="0">
                  <a:pos x="connsiteX4010" y="connsiteY4010"/>
                </a:cxn>
                <a:cxn ang="0">
                  <a:pos x="connsiteX4011" y="connsiteY4011"/>
                </a:cxn>
                <a:cxn ang="0">
                  <a:pos x="connsiteX4012" y="connsiteY4012"/>
                </a:cxn>
                <a:cxn ang="0">
                  <a:pos x="connsiteX4013" y="connsiteY4013"/>
                </a:cxn>
                <a:cxn ang="0">
                  <a:pos x="connsiteX4014" y="connsiteY4014"/>
                </a:cxn>
                <a:cxn ang="0">
                  <a:pos x="connsiteX4015" y="connsiteY4015"/>
                </a:cxn>
                <a:cxn ang="0">
                  <a:pos x="connsiteX4016" y="connsiteY4016"/>
                </a:cxn>
                <a:cxn ang="0">
                  <a:pos x="connsiteX4017" y="connsiteY4017"/>
                </a:cxn>
                <a:cxn ang="0">
                  <a:pos x="connsiteX4018" y="connsiteY4018"/>
                </a:cxn>
                <a:cxn ang="0">
                  <a:pos x="connsiteX4019" y="connsiteY4019"/>
                </a:cxn>
                <a:cxn ang="0">
                  <a:pos x="connsiteX4020" y="connsiteY4020"/>
                </a:cxn>
                <a:cxn ang="0">
                  <a:pos x="connsiteX4021" y="connsiteY4021"/>
                </a:cxn>
                <a:cxn ang="0">
                  <a:pos x="connsiteX4022" y="connsiteY4022"/>
                </a:cxn>
                <a:cxn ang="0">
                  <a:pos x="connsiteX4023" y="connsiteY4023"/>
                </a:cxn>
                <a:cxn ang="0">
                  <a:pos x="connsiteX4024" y="connsiteY4024"/>
                </a:cxn>
                <a:cxn ang="0">
                  <a:pos x="connsiteX4025" y="connsiteY4025"/>
                </a:cxn>
                <a:cxn ang="0">
                  <a:pos x="connsiteX4026" y="connsiteY4026"/>
                </a:cxn>
                <a:cxn ang="0">
                  <a:pos x="connsiteX4027" y="connsiteY4027"/>
                </a:cxn>
                <a:cxn ang="0">
                  <a:pos x="connsiteX4028" y="connsiteY4028"/>
                </a:cxn>
                <a:cxn ang="0">
                  <a:pos x="connsiteX4029" y="connsiteY4029"/>
                </a:cxn>
                <a:cxn ang="0">
                  <a:pos x="connsiteX4030" y="connsiteY4030"/>
                </a:cxn>
                <a:cxn ang="0">
                  <a:pos x="connsiteX4031" y="connsiteY4031"/>
                </a:cxn>
                <a:cxn ang="0">
                  <a:pos x="connsiteX4032" y="connsiteY4032"/>
                </a:cxn>
                <a:cxn ang="0">
                  <a:pos x="connsiteX4033" y="connsiteY4033"/>
                </a:cxn>
                <a:cxn ang="0">
                  <a:pos x="connsiteX4034" y="connsiteY4034"/>
                </a:cxn>
                <a:cxn ang="0">
                  <a:pos x="connsiteX4035" y="connsiteY4035"/>
                </a:cxn>
                <a:cxn ang="0">
                  <a:pos x="connsiteX4036" y="connsiteY4036"/>
                </a:cxn>
                <a:cxn ang="0">
                  <a:pos x="connsiteX4037" y="connsiteY4037"/>
                </a:cxn>
                <a:cxn ang="0">
                  <a:pos x="connsiteX4038" y="connsiteY4038"/>
                </a:cxn>
                <a:cxn ang="0">
                  <a:pos x="connsiteX4039" y="connsiteY4039"/>
                </a:cxn>
                <a:cxn ang="0">
                  <a:pos x="connsiteX4040" y="connsiteY4040"/>
                </a:cxn>
                <a:cxn ang="0">
                  <a:pos x="connsiteX4041" y="connsiteY4041"/>
                </a:cxn>
                <a:cxn ang="0">
                  <a:pos x="connsiteX4042" y="connsiteY4042"/>
                </a:cxn>
                <a:cxn ang="0">
                  <a:pos x="connsiteX4043" y="connsiteY4043"/>
                </a:cxn>
                <a:cxn ang="0">
                  <a:pos x="connsiteX4044" y="connsiteY4044"/>
                </a:cxn>
                <a:cxn ang="0">
                  <a:pos x="connsiteX4045" y="connsiteY4045"/>
                </a:cxn>
                <a:cxn ang="0">
                  <a:pos x="connsiteX4046" y="connsiteY4046"/>
                </a:cxn>
                <a:cxn ang="0">
                  <a:pos x="connsiteX4047" y="connsiteY4047"/>
                </a:cxn>
                <a:cxn ang="0">
                  <a:pos x="connsiteX4048" y="connsiteY4048"/>
                </a:cxn>
                <a:cxn ang="0">
                  <a:pos x="connsiteX4049" y="connsiteY4049"/>
                </a:cxn>
                <a:cxn ang="0">
                  <a:pos x="connsiteX4050" y="connsiteY4050"/>
                </a:cxn>
                <a:cxn ang="0">
                  <a:pos x="connsiteX4051" y="connsiteY4051"/>
                </a:cxn>
                <a:cxn ang="0">
                  <a:pos x="connsiteX4052" y="connsiteY4052"/>
                </a:cxn>
                <a:cxn ang="0">
                  <a:pos x="connsiteX4053" y="connsiteY4053"/>
                </a:cxn>
                <a:cxn ang="0">
                  <a:pos x="connsiteX4054" y="connsiteY4054"/>
                </a:cxn>
                <a:cxn ang="0">
                  <a:pos x="connsiteX4055" y="connsiteY4055"/>
                </a:cxn>
                <a:cxn ang="0">
                  <a:pos x="connsiteX4056" y="connsiteY4056"/>
                </a:cxn>
                <a:cxn ang="0">
                  <a:pos x="connsiteX4057" y="connsiteY4057"/>
                </a:cxn>
                <a:cxn ang="0">
                  <a:pos x="connsiteX4058" y="connsiteY4058"/>
                </a:cxn>
                <a:cxn ang="0">
                  <a:pos x="connsiteX4059" y="connsiteY4059"/>
                </a:cxn>
                <a:cxn ang="0">
                  <a:pos x="connsiteX4060" y="connsiteY4060"/>
                </a:cxn>
                <a:cxn ang="0">
                  <a:pos x="connsiteX4061" y="connsiteY4061"/>
                </a:cxn>
                <a:cxn ang="0">
                  <a:pos x="connsiteX4062" y="connsiteY4062"/>
                </a:cxn>
                <a:cxn ang="0">
                  <a:pos x="connsiteX4063" y="connsiteY4063"/>
                </a:cxn>
                <a:cxn ang="0">
                  <a:pos x="connsiteX4064" y="connsiteY4064"/>
                </a:cxn>
                <a:cxn ang="0">
                  <a:pos x="connsiteX4065" y="connsiteY4065"/>
                </a:cxn>
                <a:cxn ang="0">
                  <a:pos x="connsiteX4066" y="connsiteY4066"/>
                </a:cxn>
                <a:cxn ang="0">
                  <a:pos x="connsiteX4067" y="connsiteY4067"/>
                </a:cxn>
                <a:cxn ang="0">
                  <a:pos x="connsiteX4068" y="connsiteY4068"/>
                </a:cxn>
                <a:cxn ang="0">
                  <a:pos x="connsiteX4069" y="connsiteY4069"/>
                </a:cxn>
                <a:cxn ang="0">
                  <a:pos x="connsiteX4070" y="connsiteY4070"/>
                </a:cxn>
                <a:cxn ang="0">
                  <a:pos x="connsiteX4071" y="connsiteY4071"/>
                </a:cxn>
                <a:cxn ang="0">
                  <a:pos x="connsiteX4072" y="connsiteY4072"/>
                </a:cxn>
                <a:cxn ang="0">
                  <a:pos x="connsiteX4073" y="connsiteY4073"/>
                </a:cxn>
                <a:cxn ang="0">
                  <a:pos x="connsiteX4074" y="connsiteY4074"/>
                </a:cxn>
                <a:cxn ang="0">
                  <a:pos x="connsiteX4075" y="connsiteY4075"/>
                </a:cxn>
                <a:cxn ang="0">
                  <a:pos x="connsiteX4076" y="connsiteY4076"/>
                </a:cxn>
                <a:cxn ang="0">
                  <a:pos x="connsiteX4077" y="connsiteY4077"/>
                </a:cxn>
                <a:cxn ang="0">
                  <a:pos x="connsiteX4078" y="connsiteY4078"/>
                </a:cxn>
                <a:cxn ang="0">
                  <a:pos x="connsiteX4079" y="connsiteY4079"/>
                </a:cxn>
                <a:cxn ang="0">
                  <a:pos x="connsiteX4080" y="connsiteY4080"/>
                </a:cxn>
                <a:cxn ang="0">
                  <a:pos x="connsiteX4081" y="connsiteY4081"/>
                </a:cxn>
                <a:cxn ang="0">
                  <a:pos x="connsiteX4082" y="connsiteY4082"/>
                </a:cxn>
                <a:cxn ang="0">
                  <a:pos x="connsiteX4083" y="connsiteY4083"/>
                </a:cxn>
                <a:cxn ang="0">
                  <a:pos x="connsiteX4084" y="connsiteY4084"/>
                </a:cxn>
                <a:cxn ang="0">
                  <a:pos x="connsiteX4085" y="connsiteY4085"/>
                </a:cxn>
                <a:cxn ang="0">
                  <a:pos x="connsiteX4086" y="connsiteY4086"/>
                </a:cxn>
                <a:cxn ang="0">
                  <a:pos x="connsiteX4087" y="connsiteY4087"/>
                </a:cxn>
                <a:cxn ang="0">
                  <a:pos x="connsiteX4088" y="connsiteY4088"/>
                </a:cxn>
                <a:cxn ang="0">
                  <a:pos x="connsiteX4089" y="connsiteY4089"/>
                </a:cxn>
                <a:cxn ang="0">
                  <a:pos x="connsiteX4090" y="connsiteY4090"/>
                </a:cxn>
                <a:cxn ang="0">
                  <a:pos x="connsiteX4091" y="connsiteY4091"/>
                </a:cxn>
                <a:cxn ang="0">
                  <a:pos x="connsiteX4092" y="connsiteY4092"/>
                </a:cxn>
                <a:cxn ang="0">
                  <a:pos x="connsiteX4093" y="connsiteY4093"/>
                </a:cxn>
                <a:cxn ang="0">
                  <a:pos x="connsiteX4094" y="connsiteY4094"/>
                </a:cxn>
                <a:cxn ang="0">
                  <a:pos x="connsiteX4095" y="connsiteY4095"/>
                </a:cxn>
                <a:cxn ang="0">
                  <a:pos x="connsiteX4096" y="connsiteY4096"/>
                </a:cxn>
                <a:cxn ang="0">
                  <a:pos x="connsiteX4097" y="connsiteY4097"/>
                </a:cxn>
                <a:cxn ang="0">
                  <a:pos x="connsiteX4098" y="connsiteY4098"/>
                </a:cxn>
                <a:cxn ang="0">
                  <a:pos x="connsiteX4099" y="connsiteY4099"/>
                </a:cxn>
                <a:cxn ang="0">
                  <a:pos x="connsiteX4100" y="connsiteY4100"/>
                </a:cxn>
                <a:cxn ang="0">
                  <a:pos x="connsiteX4101" y="connsiteY4101"/>
                </a:cxn>
                <a:cxn ang="0">
                  <a:pos x="connsiteX4102" y="connsiteY4102"/>
                </a:cxn>
                <a:cxn ang="0">
                  <a:pos x="connsiteX4103" y="connsiteY4103"/>
                </a:cxn>
                <a:cxn ang="0">
                  <a:pos x="connsiteX4104" y="connsiteY4104"/>
                </a:cxn>
                <a:cxn ang="0">
                  <a:pos x="connsiteX4105" y="connsiteY4105"/>
                </a:cxn>
                <a:cxn ang="0">
                  <a:pos x="connsiteX4106" y="connsiteY4106"/>
                </a:cxn>
                <a:cxn ang="0">
                  <a:pos x="connsiteX4107" y="connsiteY4107"/>
                </a:cxn>
                <a:cxn ang="0">
                  <a:pos x="connsiteX4108" y="connsiteY4108"/>
                </a:cxn>
                <a:cxn ang="0">
                  <a:pos x="connsiteX4109" y="connsiteY4109"/>
                </a:cxn>
                <a:cxn ang="0">
                  <a:pos x="connsiteX4110" y="connsiteY4110"/>
                </a:cxn>
                <a:cxn ang="0">
                  <a:pos x="connsiteX4111" y="connsiteY4111"/>
                </a:cxn>
                <a:cxn ang="0">
                  <a:pos x="connsiteX4112" y="connsiteY4112"/>
                </a:cxn>
                <a:cxn ang="0">
                  <a:pos x="connsiteX4113" y="connsiteY4113"/>
                </a:cxn>
                <a:cxn ang="0">
                  <a:pos x="connsiteX4114" y="connsiteY4114"/>
                </a:cxn>
                <a:cxn ang="0">
                  <a:pos x="connsiteX4115" y="connsiteY4115"/>
                </a:cxn>
                <a:cxn ang="0">
                  <a:pos x="connsiteX4116" y="connsiteY4116"/>
                </a:cxn>
                <a:cxn ang="0">
                  <a:pos x="connsiteX4117" y="connsiteY4117"/>
                </a:cxn>
                <a:cxn ang="0">
                  <a:pos x="connsiteX4118" y="connsiteY4118"/>
                </a:cxn>
                <a:cxn ang="0">
                  <a:pos x="connsiteX4119" y="connsiteY4119"/>
                </a:cxn>
                <a:cxn ang="0">
                  <a:pos x="connsiteX4120" y="connsiteY4120"/>
                </a:cxn>
                <a:cxn ang="0">
                  <a:pos x="connsiteX4121" y="connsiteY4121"/>
                </a:cxn>
                <a:cxn ang="0">
                  <a:pos x="connsiteX4122" y="connsiteY4122"/>
                </a:cxn>
                <a:cxn ang="0">
                  <a:pos x="connsiteX4123" y="connsiteY4123"/>
                </a:cxn>
                <a:cxn ang="0">
                  <a:pos x="connsiteX4124" y="connsiteY4124"/>
                </a:cxn>
                <a:cxn ang="0">
                  <a:pos x="connsiteX4125" y="connsiteY4125"/>
                </a:cxn>
                <a:cxn ang="0">
                  <a:pos x="connsiteX4126" y="connsiteY4126"/>
                </a:cxn>
                <a:cxn ang="0">
                  <a:pos x="connsiteX4127" y="connsiteY4127"/>
                </a:cxn>
                <a:cxn ang="0">
                  <a:pos x="connsiteX4128" y="connsiteY4128"/>
                </a:cxn>
                <a:cxn ang="0">
                  <a:pos x="connsiteX4129" y="connsiteY4129"/>
                </a:cxn>
                <a:cxn ang="0">
                  <a:pos x="connsiteX4130" y="connsiteY4130"/>
                </a:cxn>
                <a:cxn ang="0">
                  <a:pos x="connsiteX4131" y="connsiteY4131"/>
                </a:cxn>
                <a:cxn ang="0">
                  <a:pos x="connsiteX4132" y="connsiteY4132"/>
                </a:cxn>
                <a:cxn ang="0">
                  <a:pos x="connsiteX4133" y="connsiteY4133"/>
                </a:cxn>
                <a:cxn ang="0">
                  <a:pos x="connsiteX4134" y="connsiteY4134"/>
                </a:cxn>
                <a:cxn ang="0">
                  <a:pos x="connsiteX4135" y="connsiteY4135"/>
                </a:cxn>
                <a:cxn ang="0">
                  <a:pos x="connsiteX4136" y="connsiteY4136"/>
                </a:cxn>
                <a:cxn ang="0">
                  <a:pos x="connsiteX4137" y="connsiteY4137"/>
                </a:cxn>
                <a:cxn ang="0">
                  <a:pos x="connsiteX4138" y="connsiteY4138"/>
                </a:cxn>
                <a:cxn ang="0">
                  <a:pos x="connsiteX4139" y="connsiteY4139"/>
                </a:cxn>
                <a:cxn ang="0">
                  <a:pos x="connsiteX4140" y="connsiteY4140"/>
                </a:cxn>
                <a:cxn ang="0">
                  <a:pos x="connsiteX4141" y="connsiteY4141"/>
                </a:cxn>
                <a:cxn ang="0">
                  <a:pos x="connsiteX4142" y="connsiteY4142"/>
                </a:cxn>
                <a:cxn ang="0">
                  <a:pos x="connsiteX4143" y="connsiteY4143"/>
                </a:cxn>
                <a:cxn ang="0">
                  <a:pos x="connsiteX4144" y="connsiteY4144"/>
                </a:cxn>
                <a:cxn ang="0">
                  <a:pos x="connsiteX4145" y="connsiteY4145"/>
                </a:cxn>
                <a:cxn ang="0">
                  <a:pos x="connsiteX4146" y="connsiteY4146"/>
                </a:cxn>
                <a:cxn ang="0">
                  <a:pos x="connsiteX4147" y="connsiteY4147"/>
                </a:cxn>
                <a:cxn ang="0">
                  <a:pos x="connsiteX4148" y="connsiteY4148"/>
                </a:cxn>
                <a:cxn ang="0">
                  <a:pos x="connsiteX4149" y="connsiteY4149"/>
                </a:cxn>
                <a:cxn ang="0">
                  <a:pos x="connsiteX4150" y="connsiteY4150"/>
                </a:cxn>
                <a:cxn ang="0">
                  <a:pos x="connsiteX4151" y="connsiteY4151"/>
                </a:cxn>
                <a:cxn ang="0">
                  <a:pos x="connsiteX4152" y="connsiteY4152"/>
                </a:cxn>
                <a:cxn ang="0">
                  <a:pos x="connsiteX4153" y="connsiteY4153"/>
                </a:cxn>
                <a:cxn ang="0">
                  <a:pos x="connsiteX4154" y="connsiteY4154"/>
                </a:cxn>
                <a:cxn ang="0">
                  <a:pos x="connsiteX4155" y="connsiteY4155"/>
                </a:cxn>
                <a:cxn ang="0">
                  <a:pos x="connsiteX4156" y="connsiteY4156"/>
                </a:cxn>
                <a:cxn ang="0">
                  <a:pos x="connsiteX4157" y="connsiteY4157"/>
                </a:cxn>
                <a:cxn ang="0">
                  <a:pos x="connsiteX4158" y="connsiteY4158"/>
                </a:cxn>
                <a:cxn ang="0">
                  <a:pos x="connsiteX4159" y="connsiteY4159"/>
                </a:cxn>
                <a:cxn ang="0">
                  <a:pos x="connsiteX4160" y="connsiteY4160"/>
                </a:cxn>
                <a:cxn ang="0">
                  <a:pos x="connsiteX4161" y="connsiteY4161"/>
                </a:cxn>
                <a:cxn ang="0">
                  <a:pos x="connsiteX4162" y="connsiteY4162"/>
                </a:cxn>
                <a:cxn ang="0">
                  <a:pos x="connsiteX4163" y="connsiteY4163"/>
                </a:cxn>
                <a:cxn ang="0">
                  <a:pos x="connsiteX4164" y="connsiteY4164"/>
                </a:cxn>
                <a:cxn ang="0">
                  <a:pos x="connsiteX4165" y="connsiteY4165"/>
                </a:cxn>
                <a:cxn ang="0">
                  <a:pos x="connsiteX4166" y="connsiteY4166"/>
                </a:cxn>
                <a:cxn ang="0">
                  <a:pos x="connsiteX4167" y="connsiteY4167"/>
                </a:cxn>
                <a:cxn ang="0">
                  <a:pos x="connsiteX4168" y="connsiteY4168"/>
                </a:cxn>
                <a:cxn ang="0">
                  <a:pos x="connsiteX4169" y="connsiteY4169"/>
                </a:cxn>
                <a:cxn ang="0">
                  <a:pos x="connsiteX4170" y="connsiteY4170"/>
                </a:cxn>
                <a:cxn ang="0">
                  <a:pos x="connsiteX4171" y="connsiteY4171"/>
                </a:cxn>
                <a:cxn ang="0">
                  <a:pos x="connsiteX4172" y="connsiteY4172"/>
                </a:cxn>
                <a:cxn ang="0">
                  <a:pos x="connsiteX4173" y="connsiteY4173"/>
                </a:cxn>
                <a:cxn ang="0">
                  <a:pos x="connsiteX4174" y="connsiteY4174"/>
                </a:cxn>
                <a:cxn ang="0">
                  <a:pos x="connsiteX4175" y="connsiteY4175"/>
                </a:cxn>
                <a:cxn ang="0">
                  <a:pos x="connsiteX4176" y="connsiteY4176"/>
                </a:cxn>
                <a:cxn ang="0">
                  <a:pos x="connsiteX4177" y="connsiteY4177"/>
                </a:cxn>
                <a:cxn ang="0">
                  <a:pos x="connsiteX4178" y="connsiteY4178"/>
                </a:cxn>
                <a:cxn ang="0">
                  <a:pos x="connsiteX4179" y="connsiteY4179"/>
                </a:cxn>
                <a:cxn ang="0">
                  <a:pos x="connsiteX4180" y="connsiteY4180"/>
                </a:cxn>
                <a:cxn ang="0">
                  <a:pos x="connsiteX4181" y="connsiteY4181"/>
                </a:cxn>
                <a:cxn ang="0">
                  <a:pos x="connsiteX4182" y="connsiteY4182"/>
                </a:cxn>
                <a:cxn ang="0">
                  <a:pos x="connsiteX4183" y="connsiteY4183"/>
                </a:cxn>
                <a:cxn ang="0">
                  <a:pos x="connsiteX4184" y="connsiteY4184"/>
                </a:cxn>
                <a:cxn ang="0">
                  <a:pos x="connsiteX4185" y="connsiteY4185"/>
                </a:cxn>
                <a:cxn ang="0">
                  <a:pos x="connsiteX4186" y="connsiteY4186"/>
                </a:cxn>
                <a:cxn ang="0">
                  <a:pos x="connsiteX4187" y="connsiteY4187"/>
                </a:cxn>
                <a:cxn ang="0">
                  <a:pos x="connsiteX4188" y="connsiteY4188"/>
                </a:cxn>
                <a:cxn ang="0">
                  <a:pos x="connsiteX4189" y="connsiteY4189"/>
                </a:cxn>
                <a:cxn ang="0">
                  <a:pos x="connsiteX4190" y="connsiteY4190"/>
                </a:cxn>
                <a:cxn ang="0">
                  <a:pos x="connsiteX4191" y="connsiteY4191"/>
                </a:cxn>
                <a:cxn ang="0">
                  <a:pos x="connsiteX4192" y="connsiteY4192"/>
                </a:cxn>
                <a:cxn ang="0">
                  <a:pos x="connsiteX4193" y="connsiteY4193"/>
                </a:cxn>
                <a:cxn ang="0">
                  <a:pos x="connsiteX4194" y="connsiteY4194"/>
                </a:cxn>
                <a:cxn ang="0">
                  <a:pos x="connsiteX4195" y="connsiteY4195"/>
                </a:cxn>
                <a:cxn ang="0">
                  <a:pos x="connsiteX4196" y="connsiteY4196"/>
                </a:cxn>
                <a:cxn ang="0">
                  <a:pos x="connsiteX4197" y="connsiteY4197"/>
                </a:cxn>
                <a:cxn ang="0">
                  <a:pos x="connsiteX4198" y="connsiteY4198"/>
                </a:cxn>
                <a:cxn ang="0">
                  <a:pos x="connsiteX4199" y="connsiteY4199"/>
                </a:cxn>
                <a:cxn ang="0">
                  <a:pos x="connsiteX4200" y="connsiteY4200"/>
                </a:cxn>
                <a:cxn ang="0">
                  <a:pos x="connsiteX4201" y="connsiteY4201"/>
                </a:cxn>
                <a:cxn ang="0">
                  <a:pos x="connsiteX4202" y="connsiteY4202"/>
                </a:cxn>
                <a:cxn ang="0">
                  <a:pos x="connsiteX4203" y="connsiteY4203"/>
                </a:cxn>
                <a:cxn ang="0">
                  <a:pos x="connsiteX4204" y="connsiteY4204"/>
                </a:cxn>
                <a:cxn ang="0">
                  <a:pos x="connsiteX4205" y="connsiteY4205"/>
                </a:cxn>
                <a:cxn ang="0">
                  <a:pos x="connsiteX4206" y="connsiteY4206"/>
                </a:cxn>
                <a:cxn ang="0">
                  <a:pos x="connsiteX4207" y="connsiteY4207"/>
                </a:cxn>
                <a:cxn ang="0">
                  <a:pos x="connsiteX4208" y="connsiteY4208"/>
                </a:cxn>
                <a:cxn ang="0">
                  <a:pos x="connsiteX4209" y="connsiteY4209"/>
                </a:cxn>
                <a:cxn ang="0">
                  <a:pos x="connsiteX4210" y="connsiteY4210"/>
                </a:cxn>
                <a:cxn ang="0">
                  <a:pos x="connsiteX4211" y="connsiteY4211"/>
                </a:cxn>
                <a:cxn ang="0">
                  <a:pos x="connsiteX4212" y="connsiteY4212"/>
                </a:cxn>
                <a:cxn ang="0">
                  <a:pos x="connsiteX4213" y="connsiteY4213"/>
                </a:cxn>
                <a:cxn ang="0">
                  <a:pos x="connsiteX4214" y="connsiteY4214"/>
                </a:cxn>
                <a:cxn ang="0">
                  <a:pos x="connsiteX4215" y="connsiteY4215"/>
                </a:cxn>
                <a:cxn ang="0">
                  <a:pos x="connsiteX4216" y="connsiteY4216"/>
                </a:cxn>
                <a:cxn ang="0">
                  <a:pos x="connsiteX4217" y="connsiteY4217"/>
                </a:cxn>
                <a:cxn ang="0">
                  <a:pos x="connsiteX4218" y="connsiteY4218"/>
                </a:cxn>
                <a:cxn ang="0">
                  <a:pos x="connsiteX4219" y="connsiteY4219"/>
                </a:cxn>
                <a:cxn ang="0">
                  <a:pos x="connsiteX4220" y="connsiteY4220"/>
                </a:cxn>
                <a:cxn ang="0">
                  <a:pos x="connsiteX4221" y="connsiteY4221"/>
                </a:cxn>
                <a:cxn ang="0">
                  <a:pos x="connsiteX4222" y="connsiteY4222"/>
                </a:cxn>
                <a:cxn ang="0">
                  <a:pos x="connsiteX4223" y="connsiteY4223"/>
                </a:cxn>
                <a:cxn ang="0">
                  <a:pos x="connsiteX4224" y="connsiteY4224"/>
                </a:cxn>
                <a:cxn ang="0">
                  <a:pos x="connsiteX4225" y="connsiteY4225"/>
                </a:cxn>
                <a:cxn ang="0">
                  <a:pos x="connsiteX4226" y="connsiteY4226"/>
                </a:cxn>
                <a:cxn ang="0">
                  <a:pos x="connsiteX4227" y="connsiteY4227"/>
                </a:cxn>
                <a:cxn ang="0">
                  <a:pos x="connsiteX4228" y="connsiteY4228"/>
                </a:cxn>
                <a:cxn ang="0">
                  <a:pos x="connsiteX4229" y="connsiteY4229"/>
                </a:cxn>
                <a:cxn ang="0">
                  <a:pos x="connsiteX4230" y="connsiteY4230"/>
                </a:cxn>
                <a:cxn ang="0">
                  <a:pos x="connsiteX4231" y="connsiteY4231"/>
                </a:cxn>
                <a:cxn ang="0">
                  <a:pos x="connsiteX4232" y="connsiteY4232"/>
                </a:cxn>
                <a:cxn ang="0">
                  <a:pos x="connsiteX4233" y="connsiteY4233"/>
                </a:cxn>
                <a:cxn ang="0">
                  <a:pos x="connsiteX4234" y="connsiteY4234"/>
                </a:cxn>
                <a:cxn ang="0">
                  <a:pos x="connsiteX4235" y="connsiteY4235"/>
                </a:cxn>
                <a:cxn ang="0">
                  <a:pos x="connsiteX4236" y="connsiteY4236"/>
                </a:cxn>
                <a:cxn ang="0">
                  <a:pos x="connsiteX4237" y="connsiteY4237"/>
                </a:cxn>
                <a:cxn ang="0">
                  <a:pos x="connsiteX4238" y="connsiteY4238"/>
                </a:cxn>
                <a:cxn ang="0">
                  <a:pos x="connsiteX4239" y="connsiteY4239"/>
                </a:cxn>
                <a:cxn ang="0">
                  <a:pos x="connsiteX4240" y="connsiteY4240"/>
                </a:cxn>
                <a:cxn ang="0">
                  <a:pos x="connsiteX4241" y="connsiteY4241"/>
                </a:cxn>
                <a:cxn ang="0">
                  <a:pos x="connsiteX4242" y="connsiteY4242"/>
                </a:cxn>
                <a:cxn ang="0">
                  <a:pos x="connsiteX4243" y="connsiteY4243"/>
                </a:cxn>
                <a:cxn ang="0">
                  <a:pos x="connsiteX4244" y="connsiteY4244"/>
                </a:cxn>
                <a:cxn ang="0">
                  <a:pos x="connsiteX4245" y="connsiteY4245"/>
                </a:cxn>
                <a:cxn ang="0">
                  <a:pos x="connsiteX4246" y="connsiteY4246"/>
                </a:cxn>
                <a:cxn ang="0">
                  <a:pos x="connsiteX4247" y="connsiteY4247"/>
                </a:cxn>
                <a:cxn ang="0">
                  <a:pos x="connsiteX4248" y="connsiteY4248"/>
                </a:cxn>
                <a:cxn ang="0">
                  <a:pos x="connsiteX4249" y="connsiteY4249"/>
                </a:cxn>
                <a:cxn ang="0">
                  <a:pos x="connsiteX4250" y="connsiteY4250"/>
                </a:cxn>
                <a:cxn ang="0">
                  <a:pos x="connsiteX4251" y="connsiteY4251"/>
                </a:cxn>
                <a:cxn ang="0">
                  <a:pos x="connsiteX4252" y="connsiteY4252"/>
                </a:cxn>
                <a:cxn ang="0">
                  <a:pos x="connsiteX4253" y="connsiteY4253"/>
                </a:cxn>
                <a:cxn ang="0">
                  <a:pos x="connsiteX4254" y="connsiteY4254"/>
                </a:cxn>
                <a:cxn ang="0">
                  <a:pos x="connsiteX4255" y="connsiteY4255"/>
                </a:cxn>
                <a:cxn ang="0">
                  <a:pos x="connsiteX4256" y="connsiteY4256"/>
                </a:cxn>
                <a:cxn ang="0">
                  <a:pos x="connsiteX4257" y="connsiteY4257"/>
                </a:cxn>
                <a:cxn ang="0">
                  <a:pos x="connsiteX4258" y="connsiteY4258"/>
                </a:cxn>
                <a:cxn ang="0">
                  <a:pos x="connsiteX4259" y="connsiteY4259"/>
                </a:cxn>
                <a:cxn ang="0">
                  <a:pos x="connsiteX4260" y="connsiteY4260"/>
                </a:cxn>
                <a:cxn ang="0">
                  <a:pos x="connsiteX4261" y="connsiteY4261"/>
                </a:cxn>
                <a:cxn ang="0">
                  <a:pos x="connsiteX4262" y="connsiteY4262"/>
                </a:cxn>
                <a:cxn ang="0">
                  <a:pos x="connsiteX4263" y="connsiteY4263"/>
                </a:cxn>
                <a:cxn ang="0">
                  <a:pos x="connsiteX4264" y="connsiteY4264"/>
                </a:cxn>
                <a:cxn ang="0">
                  <a:pos x="connsiteX4265" y="connsiteY4265"/>
                </a:cxn>
                <a:cxn ang="0">
                  <a:pos x="connsiteX4266" y="connsiteY4266"/>
                </a:cxn>
                <a:cxn ang="0">
                  <a:pos x="connsiteX4267" y="connsiteY4267"/>
                </a:cxn>
                <a:cxn ang="0">
                  <a:pos x="connsiteX4268" y="connsiteY4268"/>
                </a:cxn>
                <a:cxn ang="0">
                  <a:pos x="connsiteX4269" y="connsiteY4269"/>
                </a:cxn>
                <a:cxn ang="0">
                  <a:pos x="connsiteX4270" y="connsiteY4270"/>
                </a:cxn>
                <a:cxn ang="0">
                  <a:pos x="connsiteX4271" y="connsiteY4271"/>
                </a:cxn>
                <a:cxn ang="0">
                  <a:pos x="connsiteX4272" y="connsiteY4272"/>
                </a:cxn>
                <a:cxn ang="0">
                  <a:pos x="connsiteX4273" y="connsiteY4273"/>
                </a:cxn>
                <a:cxn ang="0">
                  <a:pos x="connsiteX4274" y="connsiteY4274"/>
                </a:cxn>
                <a:cxn ang="0">
                  <a:pos x="connsiteX4275" y="connsiteY4275"/>
                </a:cxn>
                <a:cxn ang="0">
                  <a:pos x="connsiteX4276" y="connsiteY4276"/>
                </a:cxn>
                <a:cxn ang="0">
                  <a:pos x="connsiteX4277" y="connsiteY4277"/>
                </a:cxn>
                <a:cxn ang="0">
                  <a:pos x="connsiteX4278" y="connsiteY4278"/>
                </a:cxn>
                <a:cxn ang="0">
                  <a:pos x="connsiteX4279" y="connsiteY4279"/>
                </a:cxn>
                <a:cxn ang="0">
                  <a:pos x="connsiteX4280" y="connsiteY4280"/>
                </a:cxn>
                <a:cxn ang="0">
                  <a:pos x="connsiteX4281" y="connsiteY4281"/>
                </a:cxn>
                <a:cxn ang="0">
                  <a:pos x="connsiteX4282" y="connsiteY4282"/>
                </a:cxn>
                <a:cxn ang="0">
                  <a:pos x="connsiteX4283" y="connsiteY4283"/>
                </a:cxn>
                <a:cxn ang="0">
                  <a:pos x="connsiteX4284" y="connsiteY4284"/>
                </a:cxn>
                <a:cxn ang="0">
                  <a:pos x="connsiteX4285" y="connsiteY4285"/>
                </a:cxn>
                <a:cxn ang="0">
                  <a:pos x="connsiteX4286" y="connsiteY4286"/>
                </a:cxn>
                <a:cxn ang="0">
                  <a:pos x="connsiteX4287" y="connsiteY4287"/>
                </a:cxn>
                <a:cxn ang="0">
                  <a:pos x="connsiteX4288" y="connsiteY4288"/>
                </a:cxn>
                <a:cxn ang="0">
                  <a:pos x="connsiteX4289" y="connsiteY4289"/>
                </a:cxn>
                <a:cxn ang="0">
                  <a:pos x="connsiteX4290" y="connsiteY4290"/>
                </a:cxn>
                <a:cxn ang="0">
                  <a:pos x="connsiteX4291" y="connsiteY4291"/>
                </a:cxn>
                <a:cxn ang="0">
                  <a:pos x="connsiteX4292" y="connsiteY4292"/>
                </a:cxn>
                <a:cxn ang="0">
                  <a:pos x="connsiteX4293" y="connsiteY4293"/>
                </a:cxn>
                <a:cxn ang="0">
                  <a:pos x="connsiteX4294" y="connsiteY4294"/>
                </a:cxn>
                <a:cxn ang="0">
                  <a:pos x="connsiteX4295" y="connsiteY4295"/>
                </a:cxn>
                <a:cxn ang="0">
                  <a:pos x="connsiteX4296" y="connsiteY4296"/>
                </a:cxn>
                <a:cxn ang="0">
                  <a:pos x="connsiteX4297" y="connsiteY4297"/>
                </a:cxn>
                <a:cxn ang="0">
                  <a:pos x="connsiteX4298" y="connsiteY4298"/>
                </a:cxn>
                <a:cxn ang="0">
                  <a:pos x="connsiteX4299" y="connsiteY4299"/>
                </a:cxn>
                <a:cxn ang="0">
                  <a:pos x="connsiteX4300" y="connsiteY4300"/>
                </a:cxn>
                <a:cxn ang="0">
                  <a:pos x="connsiteX4301" y="connsiteY4301"/>
                </a:cxn>
                <a:cxn ang="0">
                  <a:pos x="connsiteX4302" y="connsiteY4302"/>
                </a:cxn>
                <a:cxn ang="0">
                  <a:pos x="connsiteX4303" y="connsiteY4303"/>
                </a:cxn>
                <a:cxn ang="0">
                  <a:pos x="connsiteX4304" y="connsiteY4304"/>
                </a:cxn>
                <a:cxn ang="0">
                  <a:pos x="connsiteX4305" y="connsiteY4305"/>
                </a:cxn>
                <a:cxn ang="0">
                  <a:pos x="connsiteX4306" y="connsiteY4306"/>
                </a:cxn>
                <a:cxn ang="0">
                  <a:pos x="connsiteX4307" y="connsiteY4307"/>
                </a:cxn>
                <a:cxn ang="0">
                  <a:pos x="connsiteX4308" y="connsiteY4308"/>
                </a:cxn>
                <a:cxn ang="0">
                  <a:pos x="connsiteX4309" y="connsiteY4309"/>
                </a:cxn>
                <a:cxn ang="0">
                  <a:pos x="connsiteX4310" y="connsiteY4310"/>
                </a:cxn>
                <a:cxn ang="0">
                  <a:pos x="connsiteX4311" y="connsiteY4311"/>
                </a:cxn>
                <a:cxn ang="0">
                  <a:pos x="connsiteX4312" y="connsiteY4312"/>
                </a:cxn>
                <a:cxn ang="0">
                  <a:pos x="connsiteX4313" y="connsiteY4313"/>
                </a:cxn>
                <a:cxn ang="0">
                  <a:pos x="connsiteX4314" y="connsiteY4314"/>
                </a:cxn>
                <a:cxn ang="0">
                  <a:pos x="connsiteX4315" y="connsiteY4315"/>
                </a:cxn>
                <a:cxn ang="0">
                  <a:pos x="connsiteX4316" y="connsiteY4316"/>
                </a:cxn>
                <a:cxn ang="0">
                  <a:pos x="connsiteX4317" y="connsiteY4317"/>
                </a:cxn>
                <a:cxn ang="0">
                  <a:pos x="connsiteX4318" y="connsiteY4318"/>
                </a:cxn>
                <a:cxn ang="0">
                  <a:pos x="connsiteX4319" y="connsiteY4319"/>
                </a:cxn>
                <a:cxn ang="0">
                  <a:pos x="connsiteX4320" y="connsiteY4320"/>
                </a:cxn>
                <a:cxn ang="0">
                  <a:pos x="connsiteX4321" y="connsiteY4321"/>
                </a:cxn>
                <a:cxn ang="0">
                  <a:pos x="connsiteX4322" y="connsiteY4322"/>
                </a:cxn>
                <a:cxn ang="0">
                  <a:pos x="connsiteX4323" y="connsiteY4323"/>
                </a:cxn>
                <a:cxn ang="0">
                  <a:pos x="connsiteX4324" y="connsiteY4324"/>
                </a:cxn>
                <a:cxn ang="0">
                  <a:pos x="connsiteX4325" y="connsiteY4325"/>
                </a:cxn>
                <a:cxn ang="0">
                  <a:pos x="connsiteX4326" y="connsiteY4326"/>
                </a:cxn>
                <a:cxn ang="0">
                  <a:pos x="connsiteX4327" y="connsiteY4327"/>
                </a:cxn>
                <a:cxn ang="0">
                  <a:pos x="connsiteX4328" y="connsiteY4328"/>
                </a:cxn>
                <a:cxn ang="0">
                  <a:pos x="connsiteX4329" y="connsiteY4329"/>
                </a:cxn>
                <a:cxn ang="0">
                  <a:pos x="connsiteX4330" y="connsiteY4330"/>
                </a:cxn>
                <a:cxn ang="0">
                  <a:pos x="connsiteX4331" y="connsiteY4331"/>
                </a:cxn>
                <a:cxn ang="0">
                  <a:pos x="connsiteX4332" y="connsiteY4332"/>
                </a:cxn>
                <a:cxn ang="0">
                  <a:pos x="connsiteX4333" y="connsiteY4333"/>
                </a:cxn>
                <a:cxn ang="0">
                  <a:pos x="connsiteX4334" y="connsiteY4334"/>
                </a:cxn>
                <a:cxn ang="0">
                  <a:pos x="connsiteX4335" y="connsiteY4335"/>
                </a:cxn>
                <a:cxn ang="0">
                  <a:pos x="connsiteX4336" y="connsiteY4336"/>
                </a:cxn>
                <a:cxn ang="0">
                  <a:pos x="connsiteX4337" y="connsiteY4337"/>
                </a:cxn>
                <a:cxn ang="0">
                  <a:pos x="connsiteX4338" y="connsiteY4338"/>
                </a:cxn>
                <a:cxn ang="0">
                  <a:pos x="connsiteX4339" y="connsiteY4339"/>
                </a:cxn>
                <a:cxn ang="0">
                  <a:pos x="connsiteX4340" y="connsiteY4340"/>
                </a:cxn>
                <a:cxn ang="0">
                  <a:pos x="connsiteX4341" y="connsiteY4341"/>
                </a:cxn>
                <a:cxn ang="0">
                  <a:pos x="connsiteX4342" y="connsiteY4342"/>
                </a:cxn>
                <a:cxn ang="0">
                  <a:pos x="connsiteX4343" y="connsiteY4343"/>
                </a:cxn>
                <a:cxn ang="0">
                  <a:pos x="connsiteX4344" y="connsiteY4344"/>
                </a:cxn>
                <a:cxn ang="0">
                  <a:pos x="connsiteX4345" y="connsiteY4345"/>
                </a:cxn>
                <a:cxn ang="0">
                  <a:pos x="connsiteX4346" y="connsiteY4346"/>
                </a:cxn>
                <a:cxn ang="0">
                  <a:pos x="connsiteX4347" y="connsiteY4347"/>
                </a:cxn>
                <a:cxn ang="0">
                  <a:pos x="connsiteX4348" y="connsiteY4348"/>
                </a:cxn>
                <a:cxn ang="0">
                  <a:pos x="connsiteX4349" y="connsiteY4349"/>
                </a:cxn>
                <a:cxn ang="0">
                  <a:pos x="connsiteX4350" y="connsiteY4350"/>
                </a:cxn>
                <a:cxn ang="0">
                  <a:pos x="connsiteX4351" y="connsiteY4351"/>
                </a:cxn>
                <a:cxn ang="0">
                  <a:pos x="connsiteX4352" y="connsiteY4352"/>
                </a:cxn>
                <a:cxn ang="0">
                  <a:pos x="connsiteX4353" y="connsiteY4353"/>
                </a:cxn>
                <a:cxn ang="0">
                  <a:pos x="connsiteX4354" y="connsiteY4354"/>
                </a:cxn>
                <a:cxn ang="0">
                  <a:pos x="connsiteX4355" y="connsiteY4355"/>
                </a:cxn>
                <a:cxn ang="0">
                  <a:pos x="connsiteX4356" y="connsiteY4356"/>
                </a:cxn>
                <a:cxn ang="0">
                  <a:pos x="connsiteX4357" y="connsiteY4357"/>
                </a:cxn>
                <a:cxn ang="0">
                  <a:pos x="connsiteX4358" y="connsiteY4358"/>
                </a:cxn>
                <a:cxn ang="0">
                  <a:pos x="connsiteX4359" y="connsiteY4359"/>
                </a:cxn>
                <a:cxn ang="0">
                  <a:pos x="connsiteX4360" y="connsiteY4360"/>
                </a:cxn>
                <a:cxn ang="0">
                  <a:pos x="connsiteX4361" y="connsiteY4361"/>
                </a:cxn>
                <a:cxn ang="0">
                  <a:pos x="connsiteX4362" y="connsiteY4362"/>
                </a:cxn>
                <a:cxn ang="0">
                  <a:pos x="connsiteX4363" y="connsiteY4363"/>
                </a:cxn>
                <a:cxn ang="0">
                  <a:pos x="connsiteX4364" y="connsiteY4364"/>
                </a:cxn>
                <a:cxn ang="0">
                  <a:pos x="connsiteX4365" y="connsiteY4365"/>
                </a:cxn>
                <a:cxn ang="0">
                  <a:pos x="connsiteX4366" y="connsiteY4366"/>
                </a:cxn>
                <a:cxn ang="0">
                  <a:pos x="connsiteX4367" y="connsiteY4367"/>
                </a:cxn>
                <a:cxn ang="0">
                  <a:pos x="connsiteX4368" y="connsiteY4368"/>
                </a:cxn>
                <a:cxn ang="0">
                  <a:pos x="connsiteX4369" y="connsiteY4369"/>
                </a:cxn>
                <a:cxn ang="0">
                  <a:pos x="connsiteX4370" y="connsiteY4370"/>
                </a:cxn>
                <a:cxn ang="0">
                  <a:pos x="connsiteX4371" y="connsiteY4371"/>
                </a:cxn>
                <a:cxn ang="0">
                  <a:pos x="connsiteX4372" y="connsiteY4372"/>
                </a:cxn>
                <a:cxn ang="0">
                  <a:pos x="connsiteX4373" y="connsiteY4373"/>
                </a:cxn>
                <a:cxn ang="0">
                  <a:pos x="connsiteX4374" y="connsiteY4374"/>
                </a:cxn>
                <a:cxn ang="0">
                  <a:pos x="connsiteX4375" y="connsiteY4375"/>
                </a:cxn>
                <a:cxn ang="0">
                  <a:pos x="connsiteX4376" y="connsiteY4376"/>
                </a:cxn>
                <a:cxn ang="0">
                  <a:pos x="connsiteX4377" y="connsiteY4377"/>
                </a:cxn>
                <a:cxn ang="0">
                  <a:pos x="connsiteX4378" y="connsiteY4378"/>
                </a:cxn>
                <a:cxn ang="0">
                  <a:pos x="connsiteX4379" y="connsiteY4379"/>
                </a:cxn>
                <a:cxn ang="0">
                  <a:pos x="connsiteX4380" y="connsiteY4380"/>
                </a:cxn>
                <a:cxn ang="0">
                  <a:pos x="connsiteX4381" y="connsiteY4381"/>
                </a:cxn>
                <a:cxn ang="0">
                  <a:pos x="connsiteX4382" y="connsiteY4382"/>
                </a:cxn>
                <a:cxn ang="0">
                  <a:pos x="connsiteX4383" y="connsiteY4383"/>
                </a:cxn>
                <a:cxn ang="0">
                  <a:pos x="connsiteX4384" y="connsiteY4384"/>
                </a:cxn>
                <a:cxn ang="0">
                  <a:pos x="connsiteX4385" y="connsiteY4385"/>
                </a:cxn>
                <a:cxn ang="0">
                  <a:pos x="connsiteX4386" y="connsiteY4386"/>
                </a:cxn>
                <a:cxn ang="0">
                  <a:pos x="connsiteX4387" y="connsiteY4387"/>
                </a:cxn>
                <a:cxn ang="0">
                  <a:pos x="connsiteX4388" y="connsiteY4388"/>
                </a:cxn>
                <a:cxn ang="0">
                  <a:pos x="connsiteX4389" y="connsiteY4389"/>
                </a:cxn>
                <a:cxn ang="0">
                  <a:pos x="connsiteX4390" y="connsiteY4390"/>
                </a:cxn>
                <a:cxn ang="0">
                  <a:pos x="connsiteX4391" y="connsiteY4391"/>
                </a:cxn>
                <a:cxn ang="0">
                  <a:pos x="connsiteX4392" y="connsiteY4392"/>
                </a:cxn>
                <a:cxn ang="0">
                  <a:pos x="connsiteX4393" y="connsiteY4393"/>
                </a:cxn>
                <a:cxn ang="0">
                  <a:pos x="connsiteX4394" y="connsiteY4394"/>
                </a:cxn>
                <a:cxn ang="0">
                  <a:pos x="connsiteX4395" y="connsiteY4395"/>
                </a:cxn>
                <a:cxn ang="0">
                  <a:pos x="connsiteX4396" y="connsiteY4396"/>
                </a:cxn>
                <a:cxn ang="0">
                  <a:pos x="connsiteX4397" y="connsiteY4397"/>
                </a:cxn>
                <a:cxn ang="0">
                  <a:pos x="connsiteX4398" y="connsiteY4398"/>
                </a:cxn>
                <a:cxn ang="0">
                  <a:pos x="connsiteX4399" y="connsiteY4399"/>
                </a:cxn>
                <a:cxn ang="0">
                  <a:pos x="connsiteX4400" y="connsiteY4400"/>
                </a:cxn>
                <a:cxn ang="0">
                  <a:pos x="connsiteX4401" y="connsiteY4401"/>
                </a:cxn>
                <a:cxn ang="0">
                  <a:pos x="connsiteX4402" y="connsiteY4402"/>
                </a:cxn>
                <a:cxn ang="0">
                  <a:pos x="connsiteX4403" y="connsiteY4403"/>
                </a:cxn>
                <a:cxn ang="0">
                  <a:pos x="connsiteX4404" y="connsiteY4404"/>
                </a:cxn>
                <a:cxn ang="0">
                  <a:pos x="connsiteX4405" y="connsiteY4405"/>
                </a:cxn>
                <a:cxn ang="0">
                  <a:pos x="connsiteX4406" y="connsiteY4406"/>
                </a:cxn>
                <a:cxn ang="0">
                  <a:pos x="connsiteX4407" y="connsiteY4407"/>
                </a:cxn>
                <a:cxn ang="0">
                  <a:pos x="connsiteX4408" y="connsiteY4408"/>
                </a:cxn>
                <a:cxn ang="0">
                  <a:pos x="connsiteX4409" y="connsiteY4409"/>
                </a:cxn>
                <a:cxn ang="0">
                  <a:pos x="connsiteX4410" y="connsiteY4410"/>
                </a:cxn>
                <a:cxn ang="0">
                  <a:pos x="connsiteX4411" y="connsiteY4411"/>
                </a:cxn>
                <a:cxn ang="0">
                  <a:pos x="connsiteX4412" y="connsiteY4412"/>
                </a:cxn>
                <a:cxn ang="0">
                  <a:pos x="connsiteX4413" y="connsiteY4413"/>
                </a:cxn>
                <a:cxn ang="0">
                  <a:pos x="connsiteX4414" y="connsiteY4414"/>
                </a:cxn>
                <a:cxn ang="0">
                  <a:pos x="connsiteX4415" y="connsiteY4415"/>
                </a:cxn>
                <a:cxn ang="0">
                  <a:pos x="connsiteX4416" y="connsiteY4416"/>
                </a:cxn>
                <a:cxn ang="0">
                  <a:pos x="connsiteX4417" y="connsiteY4417"/>
                </a:cxn>
                <a:cxn ang="0">
                  <a:pos x="connsiteX4418" y="connsiteY4418"/>
                </a:cxn>
                <a:cxn ang="0">
                  <a:pos x="connsiteX4419" y="connsiteY4419"/>
                </a:cxn>
                <a:cxn ang="0">
                  <a:pos x="connsiteX4420" y="connsiteY4420"/>
                </a:cxn>
                <a:cxn ang="0">
                  <a:pos x="connsiteX4421" y="connsiteY4421"/>
                </a:cxn>
                <a:cxn ang="0">
                  <a:pos x="connsiteX4422" y="connsiteY4422"/>
                </a:cxn>
                <a:cxn ang="0">
                  <a:pos x="connsiteX4423" y="connsiteY4423"/>
                </a:cxn>
                <a:cxn ang="0">
                  <a:pos x="connsiteX4424" y="connsiteY4424"/>
                </a:cxn>
                <a:cxn ang="0">
                  <a:pos x="connsiteX4425" y="connsiteY4425"/>
                </a:cxn>
                <a:cxn ang="0">
                  <a:pos x="connsiteX4426" y="connsiteY4426"/>
                </a:cxn>
                <a:cxn ang="0">
                  <a:pos x="connsiteX4427" y="connsiteY4427"/>
                </a:cxn>
                <a:cxn ang="0">
                  <a:pos x="connsiteX4428" y="connsiteY4428"/>
                </a:cxn>
                <a:cxn ang="0">
                  <a:pos x="connsiteX4429" y="connsiteY4429"/>
                </a:cxn>
                <a:cxn ang="0">
                  <a:pos x="connsiteX4430" y="connsiteY4430"/>
                </a:cxn>
                <a:cxn ang="0">
                  <a:pos x="connsiteX4431" y="connsiteY4431"/>
                </a:cxn>
                <a:cxn ang="0">
                  <a:pos x="connsiteX4432" y="connsiteY4432"/>
                </a:cxn>
                <a:cxn ang="0">
                  <a:pos x="connsiteX4433" y="connsiteY4433"/>
                </a:cxn>
                <a:cxn ang="0">
                  <a:pos x="connsiteX4434" y="connsiteY4434"/>
                </a:cxn>
                <a:cxn ang="0">
                  <a:pos x="connsiteX4435" y="connsiteY4435"/>
                </a:cxn>
                <a:cxn ang="0">
                  <a:pos x="connsiteX4436" y="connsiteY4436"/>
                </a:cxn>
                <a:cxn ang="0">
                  <a:pos x="connsiteX4437" y="connsiteY4437"/>
                </a:cxn>
                <a:cxn ang="0">
                  <a:pos x="connsiteX4438" y="connsiteY4438"/>
                </a:cxn>
                <a:cxn ang="0">
                  <a:pos x="connsiteX4439" y="connsiteY4439"/>
                </a:cxn>
                <a:cxn ang="0">
                  <a:pos x="connsiteX4440" y="connsiteY4440"/>
                </a:cxn>
                <a:cxn ang="0">
                  <a:pos x="connsiteX4441" y="connsiteY4441"/>
                </a:cxn>
                <a:cxn ang="0">
                  <a:pos x="connsiteX4442" y="connsiteY4442"/>
                </a:cxn>
                <a:cxn ang="0">
                  <a:pos x="connsiteX4443" y="connsiteY4443"/>
                </a:cxn>
                <a:cxn ang="0">
                  <a:pos x="connsiteX4444" y="connsiteY4444"/>
                </a:cxn>
                <a:cxn ang="0">
                  <a:pos x="connsiteX4445" y="connsiteY4445"/>
                </a:cxn>
                <a:cxn ang="0">
                  <a:pos x="connsiteX4446" y="connsiteY4446"/>
                </a:cxn>
                <a:cxn ang="0">
                  <a:pos x="connsiteX4447" y="connsiteY4447"/>
                </a:cxn>
                <a:cxn ang="0">
                  <a:pos x="connsiteX4448" y="connsiteY4448"/>
                </a:cxn>
                <a:cxn ang="0">
                  <a:pos x="connsiteX4449" y="connsiteY4449"/>
                </a:cxn>
                <a:cxn ang="0">
                  <a:pos x="connsiteX4450" y="connsiteY4450"/>
                </a:cxn>
                <a:cxn ang="0">
                  <a:pos x="connsiteX4451" y="connsiteY4451"/>
                </a:cxn>
                <a:cxn ang="0">
                  <a:pos x="connsiteX4452" y="connsiteY4452"/>
                </a:cxn>
                <a:cxn ang="0">
                  <a:pos x="connsiteX4453" y="connsiteY4453"/>
                </a:cxn>
                <a:cxn ang="0">
                  <a:pos x="connsiteX4454" y="connsiteY4454"/>
                </a:cxn>
                <a:cxn ang="0">
                  <a:pos x="connsiteX4455" y="connsiteY4455"/>
                </a:cxn>
                <a:cxn ang="0">
                  <a:pos x="connsiteX4456" y="connsiteY4456"/>
                </a:cxn>
                <a:cxn ang="0">
                  <a:pos x="connsiteX4457" y="connsiteY4457"/>
                </a:cxn>
                <a:cxn ang="0">
                  <a:pos x="connsiteX4458" y="connsiteY4458"/>
                </a:cxn>
                <a:cxn ang="0">
                  <a:pos x="connsiteX4459" y="connsiteY4459"/>
                </a:cxn>
                <a:cxn ang="0">
                  <a:pos x="connsiteX4460" y="connsiteY4460"/>
                </a:cxn>
                <a:cxn ang="0">
                  <a:pos x="connsiteX4461" y="connsiteY4461"/>
                </a:cxn>
                <a:cxn ang="0">
                  <a:pos x="connsiteX4462" y="connsiteY4462"/>
                </a:cxn>
                <a:cxn ang="0">
                  <a:pos x="connsiteX4463" y="connsiteY4463"/>
                </a:cxn>
                <a:cxn ang="0">
                  <a:pos x="connsiteX4464" y="connsiteY4464"/>
                </a:cxn>
                <a:cxn ang="0">
                  <a:pos x="connsiteX4465" y="connsiteY4465"/>
                </a:cxn>
                <a:cxn ang="0">
                  <a:pos x="connsiteX4466" y="connsiteY4466"/>
                </a:cxn>
                <a:cxn ang="0">
                  <a:pos x="connsiteX4467" y="connsiteY4467"/>
                </a:cxn>
                <a:cxn ang="0">
                  <a:pos x="connsiteX4468" y="connsiteY4468"/>
                </a:cxn>
                <a:cxn ang="0">
                  <a:pos x="connsiteX4469" y="connsiteY4469"/>
                </a:cxn>
                <a:cxn ang="0">
                  <a:pos x="connsiteX4470" y="connsiteY4470"/>
                </a:cxn>
                <a:cxn ang="0">
                  <a:pos x="connsiteX4471" y="connsiteY4471"/>
                </a:cxn>
                <a:cxn ang="0">
                  <a:pos x="connsiteX4472" y="connsiteY4472"/>
                </a:cxn>
                <a:cxn ang="0">
                  <a:pos x="connsiteX4473" y="connsiteY4473"/>
                </a:cxn>
                <a:cxn ang="0">
                  <a:pos x="connsiteX4474" y="connsiteY4474"/>
                </a:cxn>
                <a:cxn ang="0">
                  <a:pos x="connsiteX4475" y="connsiteY4475"/>
                </a:cxn>
                <a:cxn ang="0">
                  <a:pos x="connsiteX4476" y="connsiteY4476"/>
                </a:cxn>
                <a:cxn ang="0">
                  <a:pos x="connsiteX4477" y="connsiteY4477"/>
                </a:cxn>
                <a:cxn ang="0">
                  <a:pos x="connsiteX4478" y="connsiteY4478"/>
                </a:cxn>
                <a:cxn ang="0">
                  <a:pos x="connsiteX4479" y="connsiteY4479"/>
                </a:cxn>
                <a:cxn ang="0">
                  <a:pos x="connsiteX4480" y="connsiteY4480"/>
                </a:cxn>
                <a:cxn ang="0">
                  <a:pos x="connsiteX4481" y="connsiteY4481"/>
                </a:cxn>
                <a:cxn ang="0">
                  <a:pos x="connsiteX4482" y="connsiteY4482"/>
                </a:cxn>
                <a:cxn ang="0">
                  <a:pos x="connsiteX4483" y="connsiteY4483"/>
                </a:cxn>
                <a:cxn ang="0">
                  <a:pos x="connsiteX4484" y="connsiteY4484"/>
                </a:cxn>
                <a:cxn ang="0">
                  <a:pos x="connsiteX4485" y="connsiteY4485"/>
                </a:cxn>
                <a:cxn ang="0">
                  <a:pos x="connsiteX4486" y="connsiteY4486"/>
                </a:cxn>
                <a:cxn ang="0">
                  <a:pos x="connsiteX4487" y="connsiteY4487"/>
                </a:cxn>
                <a:cxn ang="0">
                  <a:pos x="connsiteX4488" y="connsiteY4488"/>
                </a:cxn>
                <a:cxn ang="0">
                  <a:pos x="connsiteX4489" y="connsiteY4489"/>
                </a:cxn>
                <a:cxn ang="0">
                  <a:pos x="connsiteX4490" y="connsiteY4490"/>
                </a:cxn>
                <a:cxn ang="0">
                  <a:pos x="connsiteX4491" y="connsiteY4491"/>
                </a:cxn>
                <a:cxn ang="0">
                  <a:pos x="connsiteX4492" y="connsiteY4492"/>
                </a:cxn>
                <a:cxn ang="0">
                  <a:pos x="connsiteX4493" y="connsiteY4493"/>
                </a:cxn>
                <a:cxn ang="0">
                  <a:pos x="connsiteX4494" y="connsiteY4494"/>
                </a:cxn>
                <a:cxn ang="0">
                  <a:pos x="connsiteX4495" y="connsiteY4495"/>
                </a:cxn>
                <a:cxn ang="0">
                  <a:pos x="connsiteX4496" y="connsiteY4496"/>
                </a:cxn>
                <a:cxn ang="0">
                  <a:pos x="connsiteX4497" y="connsiteY4497"/>
                </a:cxn>
                <a:cxn ang="0">
                  <a:pos x="connsiteX4498" y="connsiteY4498"/>
                </a:cxn>
                <a:cxn ang="0">
                  <a:pos x="connsiteX4499" y="connsiteY4499"/>
                </a:cxn>
                <a:cxn ang="0">
                  <a:pos x="connsiteX4500" y="connsiteY4500"/>
                </a:cxn>
                <a:cxn ang="0">
                  <a:pos x="connsiteX4501" y="connsiteY4501"/>
                </a:cxn>
                <a:cxn ang="0">
                  <a:pos x="connsiteX4502" y="connsiteY4502"/>
                </a:cxn>
                <a:cxn ang="0">
                  <a:pos x="connsiteX4503" y="connsiteY4503"/>
                </a:cxn>
                <a:cxn ang="0">
                  <a:pos x="connsiteX4504" y="connsiteY4504"/>
                </a:cxn>
                <a:cxn ang="0">
                  <a:pos x="connsiteX4505" y="connsiteY4505"/>
                </a:cxn>
                <a:cxn ang="0">
                  <a:pos x="connsiteX4506" y="connsiteY4506"/>
                </a:cxn>
                <a:cxn ang="0">
                  <a:pos x="connsiteX4507" y="connsiteY4507"/>
                </a:cxn>
                <a:cxn ang="0">
                  <a:pos x="connsiteX4508" y="connsiteY4508"/>
                </a:cxn>
                <a:cxn ang="0">
                  <a:pos x="connsiteX4509" y="connsiteY4509"/>
                </a:cxn>
                <a:cxn ang="0">
                  <a:pos x="connsiteX4510" y="connsiteY4510"/>
                </a:cxn>
                <a:cxn ang="0">
                  <a:pos x="connsiteX4511" y="connsiteY4511"/>
                </a:cxn>
                <a:cxn ang="0">
                  <a:pos x="connsiteX4512" y="connsiteY4512"/>
                </a:cxn>
                <a:cxn ang="0">
                  <a:pos x="connsiteX4513" y="connsiteY4513"/>
                </a:cxn>
                <a:cxn ang="0">
                  <a:pos x="connsiteX4514" y="connsiteY4514"/>
                </a:cxn>
                <a:cxn ang="0">
                  <a:pos x="connsiteX4515" y="connsiteY4515"/>
                </a:cxn>
                <a:cxn ang="0">
                  <a:pos x="connsiteX4516" y="connsiteY4516"/>
                </a:cxn>
                <a:cxn ang="0">
                  <a:pos x="connsiteX4517" y="connsiteY4517"/>
                </a:cxn>
                <a:cxn ang="0">
                  <a:pos x="connsiteX4518" y="connsiteY4518"/>
                </a:cxn>
                <a:cxn ang="0">
                  <a:pos x="connsiteX4519" y="connsiteY4519"/>
                </a:cxn>
                <a:cxn ang="0">
                  <a:pos x="connsiteX4520" y="connsiteY4520"/>
                </a:cxn>
                <a:cxn ang="0">
                  <a:pos x="connsiteX4521" y="connsiteY4521"/>
                </a:cxn>
                <a:cxn ang="0">
                  <a:pos x="connsiteX4522" y="connsiteY4522"/>
                </a:cxn>
                <a:cxn ang="0">
                  <a:pos x="connsiteX4523" y="connsiteY4523"/>
                </a:cxn>
                <a:cxn ang="0">
                  <a:pos x="connsiteX4524" y="connsiteY4524"/>
                </a:cxn>
                <a:cxn ang="0">
                  <a:pos x="connsiteX4525" y="connsiteY4525"/>
                </a:cxn>
                <a:cxn ang="0">
                  <a:pos x="connsiteX4526" y="connsiteY4526"/>
                </a:cxn>
                <a:cxn ang="0">
                  <a:pos x="connsiteX4527" y="connsiteY4527"/>
                </a:cxn>
                <a:cxn ang="0">
                  <a:pos x="connsiteX4528" y="connsiteY4528"/>
                </a:cxn>
                <a:cxn ang="0">
                  <a:pos x="connsiteX4529" y="connsiteY4529"/>
                </a:cxn>
                <a:cxn ang="0">
                  <a:pos x="connsiteX4530" y="connsiteY4530"/>
                </a:cxn>
                <a:cxn ang="0">
                  <a:pos x="connsiteX4531" y="connsiteY4531"/>
                </a:cxn>
                <a:cxn ang="0">
                  <a:pos x="connsiteX4532" y="connsiteY4532"/>
                </a:cxn>
                <a:cxn ang="0">
                  <a:pos x="connsiteX4533" y="connsiteY4533"/>
                </a:cxn>
                <a:cxn ang="0">
                  <a:pos x="connsiteX4534" y="connsiteY4534"/>
                </a:cxn>
                <a:cxn ang="0">
                  <a:pos x="connsiteX4535" y="connsiteY4535"/>
                </a:cxn>
                <a:cxn ang="0">
                  <a:pos x="connsiteX4536" y="connsiteY4536"/>
                </a:cxn>
                <a:cxn ang="0">
                  <a:pos x="connsiteX4537" y="connsiteY4537"/>
                </a:cxn>
                <a:cxn ang="0">
                  <a:pos x="connsiteX4538" y="connsiteY4538"/>
                </a:cxn>
                <a:cxn ang="0">
                  <a:pos x="connsiteX4539" y="connsiteY4539"/>
                </a:cxn>
                <a:cxn ang="0">
                  <a:pos x="connsiteX4540" y="connsiteY4540"/>
                </a:cxn>
                <a:cxn ang="0">
                  <a:pos x="connsiteX4541" y="connsiteY4541"/>
                </a:cxn>
                <a:cxn ang="0">
                  <a:pos x="connsiteX4542" y="connsiteY4542"/>
                </a:cxn>
                <a:cxn ang="0">
                  <a:pos x="connsiteX4543" y="connsiteY4543"/>
                </a:cxn>
                <a:cxn ang="0">
                  <a:pos x="connsiteX4544" y="connsiteY4544"/>
                </a:cxn>
                <a:cxn ang="0">
                  <a:pos x="connsiteX4545" y="connsiteY4545"/>
                </a:cxn>
                <a:cxn ang="0">
                  <a:pos x="connsiteX4546" y="connsiteY4546"/>
                </a:cxn>
                <a:cxn ang="0">
                  <a:pos x="connsiteX4547" y="connsiteY4547"/>
                </a:cxn>
                <a:cxn ang="0">
                  <a:pos x="connsiteX4548" y="connsiteY4548"/>
                </a:cxn>
                <a:cxn ang="0">
                  <a:pos x="connsiteX4549" y="connsiteY4549"/>
                </a:cxn>
                <a:cxn ang="0">
                  <a:pos x="connsiteX4550" y="connsiteY4550"/>
                </a:cxn>
                <a:cxn ang="0">
                  <a:pos x="connsiteX4551" y="connsiteY4551"/>
                </a:cxn>
                <a:cxn ang="0">
                  <a:pos x="connsiteX4552" y="connsiteY4552"/>
                </a:cxn>
                <a:cxn ang="0">
                  <a:pos x="connsiteX4553" y="connsiteY4553"/>
                </a:cxn>
                <a:cxn ang="0">
                  <a:pos x="connsiteX4554" y="connsiteY4554"/>
                </a:cxn>
                <a:cxn ang="0">
                  <a:pos x="connsiteX4555" y="connsiteY4555"/>
                </a:cxn>
                <a:cxn ang="0">
                  <a:pos x="connsiteX4556" y="connsiteY4556"/>
                </a:cxn>
                <a:cxn ang="0">
                  <a:pos x="connsiteX4557" y="connsiteY4557"/>
                </a:cxn>
                <a:cxn ang="0">
                  <a:pos x="connsiteX4558" y="connsiteY4558"/>
                </a:cxn>
                <a:cxn ang="0">
                  <a:pos x="connsiteX4559" y="connsiteY4559"/>
                </a:cxn>
                <a:cxn ang="0">
                  <a:pos x="connsiteX4560" y="connsiteY4560"/>
                </a:cxn>
                <a:cxn ang="0">
                  <a:pos x="connsiteX4561" y="connsiteY4561"/>
                </a:cxn>
                <a:cxn ang="0">
                  <a:pos x="connsiteX4562" y="connsiteY4562"/>
                </a:cxn>
                <a:cxn ang="0">
                  <a:pos x="connsiteX4563" y="connsiteY4563"/>
                </a:cxn>
                <a:cxn ang="0">
                  <a:pos x="connsiteX4564" y="connsiteY4564"/>
                </a:cxn>
                <a:cxn ang="0">
                  <a:pos x="connsiteX4565" y="connsiteY4565"/>
                </a:cxn>
                <a:cxn ang="0">
                  <a:pos x="connsiteX4566" y="connsiteY4566"/>
                </a:cxn>
                <a:cxn ang="0">
                  <a:pos x="connsiteX4567" y="connsiteY4567"/>
                </a:cxn>
                <a:cxn ang="0">
                  <a:pos x="connsiteX4568" y="connsiteY4568"/>
                </a:cxn>
                <a:cxn ang="0">
                  <a:pos x="connsiteX4569" y="connsiteY4569"/>
                </a:cxn>
                <a:cxn ang="0">
                  <a:pos x="connsiteX4570" y="connsiteY4570"/>
                </a:cxn>
                <a:cxn ang="0">
                  <a:pos x="connsiteX4571" y="connsiteY4571"/>
                </a:cxn>
                <a:cxn ang="0">
                  <a:pos x="connsiteX4572" y="connsiteY4572"/>
                </a:cxn>
                <a:cxn ang="0">
                  <a:pos x="connsiteX4573" y="connsiteY4573"/>
                </a:cxn>
                <a:cxn ang="0">
                  <a:pos x="connsiteX4574" y="connsiteY4574"/>
                </a:cxn>
                <a:cxn ang="0">
                  <a:pos x="connsiteX4575" y="connsiteY4575"/>
                </a:cxn>
                <a:cxn ang="0">
                  <a:pos x="connsiteX4576" y="connsiteY4576"/>
                </a:cxn>
                <a:cxn ang="0">
                  <a:pos x="connsiteX4577" y="connsiteY4577"/>
                </a:cxn>
                <a:cxn ang="0">
                  <a:pos x="connsiteX4578" y="connsiteY4578"/>
                </a:cxn>
                <a:cxn ang="0">
                  <a:pos x="connsiteX4579" y="connsiteY4579"/>
                </a:cxn>
                <a:cxn ang="0">
                  <a:pos x="connsiteX4580" y="connsiteY4580"/>
                </a:cxn>
                <a:cxn ang="0">
                  <a:pos x="connsiteX4581" y="connsiteY4581"/>
                </a:cxn>
                <a:cxn ang="0">
                  <a:pos x="connsiteX4582" y="connsiteY4582"/>
                </a:cxn>
                <a:cxn ang="0">
                  <a:pos x="connsiteX4583" y="connsiteY4583"/>
                </a:cxn>
                <a:cxn ang="0">
                  <a:pos x="connsiteX4584" y="connsiteY4584"/>
                </a:cxn>
                <a:cxn ang="0">
                  <a:pos x="connsiteX4585" y="connsiteY4585"/>
                </a:cxn>
                <a:cxn ang="0">
                  <a:pos x="connsiteX4586" y="connsiteY4586"/>
                </a:cxn>
                <a:cxn ang="0">
                  <a:pos x="connsiteX4587" y="connsiteY4587"/>
                </a:cxn>
                <a:cxn ang="0">
                  <a:pos x="connsiteX4588" y="connsiteY4588"/>
                </a:cxn>
                <a:cxn ang="0">
                  <a:pos x="connsiteX4589" y="connsiteY4589"/>
                </a:cxn>
                <a:cxn ang="0">
                  <a:pos x="connsiteX4590" y="connsiteY4590"/>
                </a:cxn>
                <a:cxn ang="0">
                  <a:pos x="connsiteX4591" y="connsiteY4591"/>
                </a:cxn>
                <a:cxn ang="0">
                  <a:pos x="connsiteX4592" y="connsiteY4592"/>
                </a:cxn>
                <a:cxn ang="0">
                  <a:pos x="connsiteX4593" y="connsiteY4593"/>
                </a:cxn>
                <a:cxn ang="0">
                  <a:pos x="connsiteX4594" y="connsiteY4594"/>
                </a:cxn>
                <a:cxn ang="0">
                  <a:pos x="connsiteX4595" y="connsiteY4595"/>
                </a:cxn>
                <a:cxn ang="0">
                  <a:pos x="connsiteX4596" y="connsiteY4596"/>
                </a:cxn>
                <a:cxn ang="0">
                  <a:pos x="connsiteX4597" y="connsiteY4597"/>
                </a:cxn>
                <a:cxn ang="0">
                  <a:pos x="connsiteX4598" y="connsiteY4598"/>
                </a:cxn>
                <a:cxn ang="0">
                  <a:pos x="connsiteX4599" y="connsiteY4599"/>
                </a:cxn>
                <a:cxn ang="0">
                  <a:pos x="connsiteX4600" y="connsiteY4600"/>
                </a:cxn>
                <a:cxn ang="0">
                  <a:pos x="connsiteX4601" y="connsiteY4601"/>
                </a:cxn>
                <a:cxn ang="0">
                  <a:pos x="connsiteX4602" y="connsiteY4602"/>
                </a:cxn>
                <a:cxn ang="0">
                  <a:pos x="connsiteX4603" y="connsiteY4603"/>
                </a:cxn>
                <a:cxn ang="0">
                  <a:pos x="connsiteX4604" y="connsiteY4604"/>
                </a:cxn>
                <a:cxn ang="0">
                  <a:pos x="connsiteX4605" y="connsiteY4605"/>
                </a:cxn>
                <a:cxn ang="0">
                  <a:pos x="connsiteX4606" y="connsiteY4606"/>
                </a:cxn>
                <a:cxn ang="0">
                  <a:pos x="connsiteX4607" y="connsiteY4607"/>
                </a:cxn>
                <a:cxn ang="0">
                  <a:pos x="connsiteX4608" y="connsiteY4608"/>
                </a:cxn>
                <a:cxn ang="0">
                  <a:pos x="connsiteX4609" y="connsiteY4609"/>
                </a:cxn>
                <a:cxn ang="0">
                  <a:pos x="connsiteX4610" y="connsiteY4610"/>
                </a:cxn>
                <a:cxn ang="0">
                  <a:pos x="connsiteX4611" y="connsiteY4611"/>
                </a:cxn>
                <a:cxn ang="0">
                  <a:pos x="connsiteX4612" y="connsiteY4612"/>
                </a:cxn>
                <a:cxn ang="0">
                  <a:pos x="connsiteX4613" y="connsiteY4613"/>
                </a:cxn>
                <a:cxn ang="0">
                  <a:pos x="connsiteX4614" y="connsiteY4614"/>
                </a:cxn>
                <a:cxn ang="0">
                  <a:pos x="connsiteX4615" y="connsiteY4615"/>
                </a:cxn>
                <a:cxn ang="0">
                  <a:pos x="connsiteX4616" y="connsiteY4616"/>
                </a:cxn>
                <a:cxn ang="0">
                  <a:pos x="connsiteX4617" y="connsiteY4617"/>
                </a:cxn>
                <a:cxn ang="0">
                  <a:pos x="connsiteX4618" y="connsiteY4618"/>
                </a:cxn>
                <a:cxn ang="0">
                  <a:pos x="connsiteX4619" y="connsiteY4619"/>
                </a:cxn>
                <a:cxn ang="0">
                  <a:pos x="connsiteX4620" y="connsiteY4620"/>
                </a:cxn>
                <a:cxn ang="0">
                  <a:pos x="connsiteX4621" y="connsiteY4621"/>
                </a:cxn>
                <a:cxn ang="0">
                  <a:pos x="connsiteX4622" y="connsiteY4622"/>
                </a:cxn>
                <a:cxn ang="0">
                  <a:pos x="connsiteX4623" y="connsiteY4623"/>
                </a:cxn>
                <a:cxn ang="0">
                  <a:pos x="connsiteX4624" y="connsiteY4624"/>
                </a:cxn>
                <a:cxn ang="0">
                  <a:pos x="connsiteX4625" y="connsiteY4625"/>
                </a:cxn>
                <a:cxn ang="0">
                  <a:pos x="connsiteX4626" y="connsiteY4626"/>
                </a:cxn>
                <a:cxn ang="0">
                  <a:pos x="connsiteX4627" y="connsiteY4627"/>
                </a:cxn>
                <a:cxn ang="0">
                  <a:pos x="connsiteX4628" y="connsiteY4628"/>
                </a:cxn>
                <a:cxn ang="0">
                  <a:pos x="connsiteX4629" y="connsiteY4629"/>
                </a:cxn>
                <a:cxn ang="0">
                  <a:pos x="connsiteX4630" y="connsiteY4630"/>
                </a:cxn>
                <a:cxn ang="0">
                  <a:pos x="connsiteX4631" y="connsiteY4631"/>
                </a:cxn>
                <a:cxn ang="0">
                  <a:pos x="connsiteX4632" y="connsiteY4632"/>
                </a:cxn>
                <a:cxn ang="0">
                  <a:pos x="connsiteX4633" y="connsiteY4633"/>
                </a:cxn>
                <a:cxn ang="0">
                  <a:pos x="connsiteX4634" y="connsiteY4634"/>
                </a:cxn>
                <a:cxn ang="0">
                  <a:pos x="connsiteX4635" y="connsiteY4635"/>
                </a:cxn>
                <a:cxn ang="0">
                  <a:pos x="connsiteX4636" y="connsiteY4636"/>
                </a:cxn>
                <a:cxn ang="0">
                  <a:pos x="connsiteX4637" y="connsiteY4637"/>
                </a:cxn>
                <a:cxn ang="0">
                  <a:pos x="connsiteX4638" y="connsiteY4638"/>
                </a:cxn>
                <a:cxn ang="0">
                  <a:pos x="connsiteX4639" y="connsiteY4639"/>
                </a:cxn>
                <a:cxn ang="0">
                  <a:pos x="connsiteX4640" y="connsiteY4640"/>
                </a:cxn>
                <a:cxn ang="0">
                  <a:pos x="connsiteX4641" y="connsiteY4641"/>
                </a:cxn>
                <a:cxn ang="0">
                  <a:pos x="connsiteX4642" y="connsiteY4642"/>
                </a:cxn>
                <a:cxn ang="0">
                  <a:pos x="connsiteX4643" y="connsiteY4643"/>
                </a:cxn>
                <a:cxn ang="0">
                  <a:pos x="connsiteX4644" y="connsiteY4644"/>
                </a:cxn>
                <a:cxn ang="0">
                  <a:pos x="connsiteX4645" y="connsiteY4645"/>
                </a:cxn>
                <a:cxn ang="0">
                  <a:pos x="connsiteX4646" y="connsiteY4646"/>
                </a:cxn>
                <a:cxn ang="0">
                  <a:pos x="connsiteX4647" y="connsiteY4647"/>
                </a:cxn>
                <a:cxn ang="0">
                  <a:pos x="connsiteX4648" y="connsiteY4648"/>
                </a:cxn>
                <a:cxn ang="0">
                  <a:pos x="connsiteX4649" y="connsiteY4649"/>
                </a:cxn>
                <a:cxn ang="0">
                  <a:pos x="connsiteX4650" y="connsiteY4650"/>
                </a:cxn>
                <a:cxn ang="0">
                  <a:pos x="connsiteX4651" y="connsiteY4651"/>
                </a:cxn>
                <a:cxn ang="0">
                  <a:pos x="connsiteX4652" y="connsiteY4652"/>
                </a:cxn>
                <a:cxn ang="0">
                  <a:pos x="connsiteX4653" y="connsiteY4653"/>
                </a:cxn>
                <a:cxn ang="0">
                  <a:pos x="connsiteX4654" y="connsiteY4654"/>
                </a:cxn>
                <a:cxn ang="0">
                  <a:pos x="connsiteX4655" y="connsiteY4655"/>
                </a:cxn>
                <a:cxn ang="0">
                  <a:pos x="connsiteX4656" y="connsiteY4656"/>
                </a:cxn>
                <a:cxn ang="0">
                  <a:pos x="connsiteX4657" y="connsiteY4657"/>
                </a:cxn>
                <a:cxn ang="0">
                  <a:pos x="connsiteX4658" y="connsiteY4658"/>
                </a:cxn>
                <a:cxn ang="0">
                  <a:pos x="connsiteX4659" y="connsiteY4659"/>
                </a:cxn>
                <a:cxn ang="0">
                  <a:pos x="connsiteX4660" y="connsiteY4660"/>
                </a:cxn>
                <a:cxn ang="0">
                  <a:pos x="connsiteX4661" y="connsiteY4661"/>
                </a:cxn>
                <a:cxn ang="0">
                  <a:pos x="connsiteX4662" y="connsiteY4662"/>
                </a:cxn>
                <a:cxn ang="0">
                  <a:pos x="connsiteX4663" y="connsiteY4663"/>
                </a:cxn>
                <a:cxn ang="0">
                  <a:pos x="connsiteX4664" y="connsiteY4664"/>
                </a:cxn>
                <a:cxn ang="0">
                  <a:pos x="connsiteX4665" y="connsiteY4665"/>
                </a:cxn>
                <a:cxn ang="0">
                  <a:pos x="connsiteX4666" y="connsiteY4666"/>
                </a:cxn>
                <a:cxn ang="0">
                  <a:pos x="connsiteX4667" y="connsiteY4667"/>
                </a:cxn>
                <a:cxn ang="0">
                  <a:pos x="connsiteX4668" y="connsiteY4668"/>
                </a:cxn>
                <a:cxn ang="0">
                  <a:pos x="connsiteX4669" y="connsiteY4669"/>
                </a:cxn>
                <a:cxn ang="0">
                  <a:pos x="connsiteX4670" y="connsiteY4670"/>
                </a:cxn>
                <a:cxn ang="0">
                  <a:pos x="connsiteX4671" y="connsiteY4671"/>
                </a:cxn>
                <a:cxn ang="0">
                  <a:pos x="connsiteX4672" y="connsiteY4672"/>
                </a:cxn>
                <a:cxn ang="0">
                  <a:pos x="connsiteX4673" y="connsiteY4673"/>
                </a:cxn>
                <a:cxn ang="0">
                  <a:pos x="connsiteX4674" y="connsiteY4674"/>
                </a:cxn>
                <a:cxn ang="0">
                  <a:pos x="connsiteX4675" y="connsiteY4675"/>
                </a:cxn>
                <a:cxn ang="0">
                  <a:pos x="connsiteX4676" y="connsiteY4676"/>
                </a:cxn>
                <a:cxn ang="0">
                  <a:pos x="connsiteX4677" y="connsiteY4677"/>
                </a:cxn>
                <a:cxn ang="0">
                  <a:pos x="connsiteX4678" y="connsiteY4678"/>
                </a:cxn>
                <a:cxn ang="0">
                  <a:pos x="connsiteX4679" y="connsiteY4679"/>
                </a:cxn>
                <a:cxn ang="0">
                  <a:pos x="connsiteX4680" y="connsiteY4680"/>
                </a:cxn>
                <a:cxn ang="0">
                  <a:pos x="connsiteX4681" y="connsiteY4681"/>
                </a:cxn>
                <a:cxn ang="0">
                  <a:pos x="connsiteX4682" y="connsiteY4682"/>
                </a:cxn>
                <a:cxn ang="0">
                  <a:pos x="connsiteX4683" y="connsiteY4683"/>
                </a:cxn>
                <a:cxn ang="0">
                  <a:pos x="connsiteX4684" y="connsiteY4684"/>
                </a:cxn>
                <a:cxn ang="0">
                  <a:pos x="connsiteX4685" y="connsiteY4685"/>
                </a:cxn>
                <a:cxn ang="0">
                  <a:pos x="connsiteX4686" y="connsiteY4686"/>
                </a:cxn>
                <a:cxn ang="0">
                  <a:pos x="connsiteX4687" y="connsiteY4687"/>
                </a:cxn>
                <a:cxn ang="0">
                  <a:pos x="connsiteX4688" y="connsiteY4688"/>
                </a:cxn>
                <a:cxn ang="0">
                  <a:pos x="connsiteX4689" y="connsiteY4689"/>
                </a:cxn>
                <a:cxn ang="0">
                  <a:pos x="connsiteX4690" y="connsiteY4690"/>
                </a:cxn>
                <a:cxn ang="0">
                  <a:pos x="connsiteX4691" y="connsiteY4691"/>
                </a:cxn>
                <a:cxn ang="0">
                  <a:pos x="connsiteX4692" y="connsiteY4692"/>
                </a:cxn>
                <a:cxn ang="0">
                  <a:pos x="connsiteX4693" y="connsiteY4693"/>
                </a:cxn>
                <a:cxn ang="0">
                  <a:pos x="connsiteX4694" y="connsiteY4694"/>
                </a:cxn>
                <a:cxn ang="0">
                  <a:pos x="connsiteX4695" y="connsiteY4695"/>
                </a:cxn>
                <a:cxn ang="0">
                  <a:pos x="connsiteX4696" y="connsiteY4696"/>
                </a:cxn>
                <a:cxn ang="0">
                  <a:pos x="connsiteX4697" y="connsiteY4697"/>
                </a:cxn>
                <a:cxn ang="0">
                  <a:pos x="connsiteX4698" y="connsiteY4698"/>
                </a:cxn>
                <a:cxn ang="0">
                  <a:pos x="connsiteX4699" y="connsiteY4699"/>
                </a:cxn>
                <a:cxn ang="0">
                  <a:pos x="connsiteX4700" y="connsiteY4700"/>
                </a:cxn>
                <a:cxn ang="0">
                  <a:pos x="connsiteX4701" y="connsiteY4701"/>
                </a:cxn>
                <a:cxn ang="0">
                  <a:pos x="connsiteX4702" y="connsiteY4702"/>
                </a:cxn>
                <a:cxn ang="0">
                  <a:pos x="connsiteX4703" y="connsiteY4703"/>
                </a:cxn>
                <a:cxn ang="0">
                  <a:pos x="connsiteX4704" y="connsiteY4704"/>
                </a:cxn>
                <a:cxn ang="0">
                  <a:pos x="connsiteX4705" y="connsiteY4705"/>
                </a:cxn>
                <a:cxn ang="0">
                  <a:pos x="connsiteX4706" y="connsiteY4706"/>
                </a:cxn>
                <a:cxn ang="0">
                  <a:pos x="connsiteX4707" y="connsiteY4707"/>
                </a:cxn>
                <a:cxn ang="0">
                  <a:pos x="connsiteX4708" y="connsiteY4708"/>
                </a:cxn>
                <a:cxn ang="0">
                  <a:pos x="connsiteX4709" y="connsiteY4709"/>
                </a:cxn>
                <a:cxn ang="0">
                  <a:pos x="connsiteX4710" y="connsiteY4710"/>
                </a:cxn>
                <a:cxn ang="0">
                  <a:pos x="connsiteX4711" y="connsiteY4711"/>
                </a:cxn>
                <a:cxn ang="0">
                  <a:pos x="connsiteX4712" y="connsiteY4712"/>
                </a:cxn>
                <a:cxn ang="0">
                  <a:pos x="connsiteX4713" y="connsiteY4713"/>
                </a:cxn>
                <a:cxn ang="0">
                  <a:pos x="connsiteX4714" y="connsiteY4714"/>
                </a:cxn>
                <a:cxn ang="0">
                  <a:pos x="connsiteX4715" y="connsiteY4715"/>
                </a:cxn>
                <a:cxn ang="0">
                  <a:pos x="connsiteX4716" y="connsiteY4716"/>
                </a:cxn>
                <a:cxn ang="0">
                  <a:pos x="connsiteX4717" y="connsiteY4717"/>
                </a:cxn>
                <a:cxn ang="0">
                  <a:pos x="connsiteX4718" y="connsiteY4718"/>
                </a:cxn>
                <a:cxn ang="0">
                  <a:pos x="connsiteX4719" y="connsiteY4719"/>
                </a:cxn>
                <a:cxn ang="0">
                  <a:pos x="connsiteX4720" y="connsiteY4720"/>
                </a:cxn>
                <a:cxn ang="0">
                  <a:pos x="connsiteX4721" y="connsiteY4721"/>
                </a:cxn>
                <a:cxn ang="0">
                  <a:pos x="connsiteX4722" y="connsiteY4722"/>
                </a:cxn>
                <a:cxn ang="0">
                  <a:pos x="connsiteX4723" y="connsiteY4723"/>
                </a:cxn>
                <a:cxn ang="0">
                  <a:pos x="connsiteX4724" y="connsiteY4724"/>
                </a:cxn>
                <a:cxn ang="0">
                  <a:pos x="connsiteX4725" y="connsiteY4725"/>
                </a:cxn>
                <a:cxn ang="0">
                  <a:pos x="connsiteX4726" y="connsiteY4726"/>
                </a:cxn>
                <a:cxn ang="0">
                  <a:pos x="connsiteX4727" y="connsiteY4727"/>
                </a:cxn>
                <a:cxn ang="0">
                  <a:pos x="connsiteX4728" y="connsiteY4728"/>
                </a:cxn>
                <a:cxn ang="0">
                  <a:pos x="connsiteX4729" y="connsiteY4729"/>
                </a:cxn>
                <a:cxn ang="0">
                  <a:pos x="connsiteX4730" y="connsiteY4730"/>
                </a:cxn>
                <a:cxn ang="0">
                  <a:pos x="connsiteX4731" y="connsiteY4731"/>
                </a:cxn>
                <a:cxn ang="0">
                  <a:pos x="connsiteX4732" y="connsiteY4732"/>
                </a:cxn>
                <a:cxn ang="0">
                  <a:pos x="connsiteX4733" y="connsiteY4733"/>
                </a:cxn>
                <a:cxn ang="0">
                  <a:pos x="connsiteX4734" y="connsiteY4734"/>
                </a:cxn>
                <a:cxn ang="0">
                  <a:pos x="connsiteX4735" y="connsiteY4735"/>
                </a:cxn>
                <a:cxn ang="0">
                  <a:pos x="connsiteX4736" y="connsiteY4736"/>
                </a:cxn>
                <a:cxn ang="0">
                  <a:pos x="connsiteX4737" y="connsiteY4737"/>
                </a:cxn>
                <a:cxn ang="0">
                  <a:pos x="connsiteX4738" y="connsiteY4738"/>
                </a:cxn>
                <a:cxn ang="0">
                  <a:pos x="connsiteX4739" y="connsiteY4739"/>
                </a:cxn>
                <a:cxn ang="0">
                  <a:pos x="connsiteX4740" y="connsiteY4740"/>
                </a:cxn>
                <a:cxn ang="0">
                  <a:pos x="connsiteX4741" y="connsiteY4741"/>
                </a:cxn>
                <a:cxn ang="0">
                  <a:pos x="connsiteX4742" y="connsiteY4742"/>
                </a:cxn>
                <a:cxn ang="0">
                  <a:pos x="connsiteX4743" y="connsiteY4743"/>
                </a:cxn>
                <a:cxn ang="0">
                  <a:pos x="connsiteX4744" y="connsiteY4744"/>
                </a:cxn>
                <a:cxn ang="0">
                  <a:pos x="connsiteX4745" y="connsiteY4745"/>
                </a:cxn>
                <a:cxn ang="0">
                  <a:pos x="connsiteX4746" y="connsiteY4746"/>
                </a:cxn>
                <a:cxn ang="0">
                  <a:pos x="connsiteX4747" y="connsiteY4747"/>
                </a:cxn>
                <a:cxn ang="0">
                  <a:pos x="connsiteX4748" y="connsiteY4748"/>
                </a:cxn>
                <a:cxn ang="0">
                  <a:pos x="connsiteX4749" y="connsiteY4749"/>
                </a:cxn>
                <a:cxn ang="0">
                  <a:pos x="connsiteX4750" y="connsiteY4750"/>
                </a:cxn>
                <a:cxn ang="0">
                  <a:pos x="connsiteX4751" y="connsiteY4751"/>
                </a:cxn>
                <a:cxn ang="0">
                  <a:pos x="connsiteX4752" y="connsiteY4752"/>
                </a:cxn>
                <a:cxn ang="0">
                  <a:pos x="connsiteX4753" y="connsiteY4753"/>
                </a:cxn>
                <a:cxn ang="0">
                  <a:pos x="connsiteX4754" y="connsiteY4754"/>
                </a:cxn>
                <a:cxn ang="0">
                  <a:pos x="connsiteX4755" y="connsiteY4755"/>
                </a:cxn>
                <a:cxn ang="0">
                  <a:pos x="connsiteX4756" y="connsiteY4756"/>
                </a:cxn>
                <a:cxn ang="0">
                  <a:pos x="connsiteX4757" y="connsiteY4757"/>
                </a:cxn>
                <a:cxn ang="0">
                  <a:pos x="connsiteX4758" y="connsiteY4758"/>
                </a:cxn>
                <a:cxn ang="0">
                  <a:pos x="connsiteX4759" y="connsiteY4759"/>
                </a:cxn>
                <a:cxn ang="0">
                  <a:pos x="connsiteX4760" y="connsiteY4760"/>
                </a:cxn>
                <a:cxn ang="0">
                  <a:pos x="connsiteX4761" y="connsiteY4761"/>
                </a:cxn>
                <a:cxn ang="0">
                  <a:pos x="connsiteX4762" y="connsiteY4762"/>
                </a:cxn>
                <a:cxn ang="0">
                  <a:pos x="connsiteX4763" y="connsiteY4763"/>
                </a:cxn>
                <a:cxn ang="0">
                  <a:pos x="connsiteX4764" y="connsiteY4764"/>
                </a:cxn>
                <a:cxn ang="0">
                  <a:pos x="connsiteX4765" y="connsiteY4765"/>
                </a:cxn>
                <a:cxn ang="0">
                  <a:pos x="connsiteX4766" y="connsiteY4766"/>
                </a:cxn>
                <a:cxn ang="0">
                  <a:pos x="connsiteX4767" y="connsiteY4767"/>
                </a:cxn>
                <a:cxn ang="0">
                  <a:pos x="connsiteX4768" y="connsiteY4768"/>
                </a:cxn>
                <a:cxn ang="0">
                  <a:pos x="connsiteX4769" y="connsiteY4769"/>
                </a:cxn>
                <a:cxn ang="0">
                  <a:pos x="connsiteX4770" y="connsiteY4770"/>
                </a:cxn>
                <a:cxn ang="0">
                  <a:pos x="connsiteX4771" y="connsiteY4771"/>
                </a:cxn>
                <a:cxn ang="0">
                  <a:pos x="connsiteX4772" y="connsiteY4772"/>
                </a:cxn>
                <a:cxn ang="0">
                  <a:pos x="connsiteX4773" y="connsiteY4773"/>
                </a:cxn>
                <a:cxn ang="0">
                  <a:pos x="connsiteX4774" y="connsiteY4774"/>
                </a:cxn>
                <a:cxn ang="0">
                  <a:pos x="connsiteX4775" y="connsiteY4775"/>
                </a:cxn>
                <a:cxn ang="0">
                  <a:pos x="connsiteX4776" y="connsiteY4776"/>
                </a:cxn>
                <a:cxn ang="0">
                  <a:pos x="connsiteX4777" y="connsiteY4777"/>
                </a:cxn>
                <a:cxn ang="0">
                  <a:pos x="connsiteX4778" y="connsiteY4778"/>
                </a:cxn>
                <a:cxn ang="0">
                  <a:pos x="connsiteX4779" y="connsiteY4779"/>
                </a:cxn>
                <a:cxn ang="0">
                  <a:pos x="connsiteX4780" y="connsiteY4780"/>
                </a:cxn>
                <a:cxn ang="0">
                  <a:pos x="connsiteX4781" y="connsiteY4781"/>
                </a:cxn>
                <a:cxn ang="0">
                  <a:pos x="connsiteX4782" y="connsiteY4782"/>
                </a:cxn>
                <a:cxn ang="0">
                  <a:pos x="connsiteX4783" y="connsiteY4783"/>
                </a:cxn>
                <a:cxn ang="0">
                  <a:pos x="connsiteX4784" y="connsiteY4784"/>
                </a:cxn>
                <a:cxn ang="0">
                  <a:pos x="connsiteX4785" y="connsiteY4785"/>
                </a:cxn>
                <a:cxn ang="0">
                  <a:pos x="connsiteX4786" y="connsiteY4786"/>
                </a:cxn>
                <a:cxn ang="0">
                  <a:pos x="connsiteX4787" y="connsiteY4787"/>
                </a:cxn>
                <a:cxn ang="0">
                  <a:pos x="connsiteX4788" y="connsiteY4788"/>
                </a:cxn>
                <a:cxn ang="0">
                  <a:pos x="connsiteX4789" y="connsiteY4789"/>
                </a:cxn>
                <a:cxn ang="0">
                  <a:pos x="connsiteX4790" y="connsiteY4790"/>
                </a:cxn>
                <a:cxn ang="0">
                  <a:pos x="connsiteX4791" y="connsiteY4791"/>
                </a:cxn>
                <a:cxn ang="0">
                  <a:pos x="connsiteX4792" y="connsiteY4792"/>
                </a:cxn>
                <a:cxn ang="0">
                  <a:pos x="connsiteX4793" y="connsiteY4793"/>
                </a:cxn>
                <a:cxn ang="0">
                  <a:pos x="connsiteX4794" y="connsiteY4794"/>
                </a:cxn>
                <a:cxn ang="0">
                  <a:pos x="connsiteX4795" y="connsiteY4795"/>
                </a:cxn>
                <a:cxn ang="0">
                  <a:pos x="connsiteX4796" y="connsiteY4796"/>
                </a:cxn>
                <a:cxn ang="0">
                  <a:pos x="connsiteX4797" y="connsiteY4797"/>
                </a:cxn>
                <a:cxn ang="0">
                  <a:pos x="connsiteX4798" y="connsiteY4798"/>
                </a:cxn>
                <a:cxn ang="0">
                  <a:pos x="connsiteX4799" y="connsiteY4799"/>
                </a:cxn>
                <a:cxn ang="0">
                  <a:pos x="connsiteX4800" y="connsiteY4800"/>
                </a:cxn>
                <a:cxn ang="0">
                  <a:pos x="connsiteX4801" y="connsiteY4801"/>
                </a:cxn>
                <a:cxn ang="0">
                  <a:pos x="connsiteX4802" y="connsiteY4802"/>
                </a:cxn>
                <a:cxn ang="0">
                  <a:pos x="connsiteX4803" y="connsiteY4803"/>
                </a:cxn>
                <a:cxn ang="0">
                  <a:pos x="connsiteX4804" y="connsiteY4804"/>
                </a:cxn>
                <a:cxn ang="0">
                  <a:pos x="connsiteX4805" y="connsiteY4805"/>
                </a:cxn>
                <a:cxn ang="0">
                  <a:pos x="connsiteX4806" y="connsiteY4806"/>
                </a:cxn>
                <a:cxn ang="0">
                  <a:pos x="connsiteX4807" y="connsiteY4807"/>
                </a:cxn>
                <a:cxn ang="0">
                  <a:pos x="connsiteX4808" y="connsiteY4808"/>
                </a:cxn>
                <a:cxn ang="0">
                  <a:pos x="connsiteX4809" y="connsiteY4809"/>
                </a:cxn>
                <a:cxn ang="0">
                  <a:pos x="connsiteX4810" y="connsiteY4810"/>
                </a:cxn>
                <a:cxn ang="0">
                  <a:pos x="connsiteX4811" y="connsiteY4811"/>
                </a:cxn>
                <a:cxn ang="0">
                  <a:pos x="connsiteX4812" y="connsiteY4812"/>
                </a:cxn>
                <a:cxn ang="0">
                  <a:pos x="connsiteX4813" y="connsiteY4813"/>
                </a:cxn>
                <a:cxn ang="0">
                  <a:pos x="connsiteX4814" y="connsiteY4814"/>
                </a:cxn>
                <a:cxn ang="0">
                  <a:pos x="connsiteX4815" y="connsiteY4815"/>
                </a:cxn>
                <a:cxn ang="0">
                  <a:pos x="connsiteX4816" y="connsiteY4816"/>
                </a:cxn>
                <a:cxn ang="0">
                  <a:pos x="connsiteX4817" y="connsiteY4817"/>
                </a:cxn>
                <a:cxn ang="0">
                  <a:pos x="connsiteX4818" y="connsiteY4818"/>
                </a:cxn>
                <a:cxn ang="0">
                  <a:pos x="connsiteX4819" y="connsiteY4819"/>
                </a:cxn>
                <a:cxn ang="0">
                  <a:pos x="connsiteX4820" y="connsiteY4820"/>
                </a:cxn>
                <a:cxn ang="0">
                  <a:pos x="connsiteX4821" y="connsiteY4821"/>
                </a:cxn>
                <a:cxn ang="0">
                  <a:pos x="connsiteX4822" y="connsiteY4822"/>
                </a:cxn>
                <a:cxn ang="0">
                  <a:pos x="connsiteX4823" y="connsiteY4823"/>
                </a:cxn>
                <a:cxn ang="0">
                  <a:pos x="connsiteX4824" y="connsiteY4824"/>
                </a:cxn>
                <a:cxn ang="0">
                  <a:pos x="connsiteX4825" y="connsiteY4825"/>
                </a:cxn>
                <a:cxn ang="0">
                  <a:pos x="connsiteX4826" y="connsiteY4826"/>
                </a:cxn>
                <a:cxn ang="0">
                  <a:pos x="connsiteX4827" y="connsiteY4827"/>
                </a:cxn>
                <a:cxn ang="0">
                  <a:pos x="connsiteX4828" y="connsiteY4828"/>
                </a:cxn>
                <a:cxn ang="0">
                  <a:pos x="connsiteX4829" y="connsiteY4829"/>
                </a:cxn>
                <a:cxn ang="0">
                  <a:pos x="connsiteX4830" y="connsiteY4830"/>
                </a:cxn>
                <a:cxn ang="0">
                  <a:pos x="connsiteX4831" y="connsiteY4831"/>
                </a:cxn>
                <a:cxn ang="0">
                  <a:pos x="connsiteX4832" y="connsiteY4832"/>
                </a:cxn>
                <a:cxn ang="0">
                  <a:pos x="connsiteX4833" y="connsiteY4833"/>
                </a:cxn>
                <a:cxn ang="0">
                  <a:pos x="connsiteX4834" y="connsiteY4834"/>
                </a:cxn>
                <a:cxn ang="0">
                  <a:pos x="connsiteX4835" y="connsiteY4835"/>
                </a:cxn>
                <a:cxn ang="0">
                  <a:pos x="connsiteX4836" y="connsiteY4836"/>
                </a:cxn>
                <a:cxn ang="0">
                  <a:pos x="connsiteX4837" y="connsiteY4837"/>
                </a:cxn>
                <a:cxn ang="0">
                  <a:pos x="connsiteX4838" y="connsiteY4838"/>
                </a:cxn>
                <a:cxn ang="0">
                  <a:pos x="connsiteX4839" y="connsiteY4839"/>
                </a:cxn>
                <a:cxn ang="0">
                  <a:pos x="connsiteX4840" y="connsiteY4840"/>
                </a:cxn>
                <a:cxn ang="0">
                  <a:pos x="connsiteX4841" y="connsiteY4841"/>
                </a:cxn>
                <a:cxn ang="0">
                  <a:pos x="connsiteX4842" y="connsiteY4842"/>
                </a:cxn>
                <a:cxn ang="0">
                  <a:pos x="connsiteX4843" y="connsiteY4843"/>
                </a:cxn>
                <a:cxn ang="0">
                  <a:pos x="connsiteX4844" y="connsiteY4844"/>
                </a:cxn>
                <a:cxn ang="0">
                  <a:pos x="connsiteX4845" y="connsiteY4845"/>
                </a:cxn>
                <a:cxn ang="0">
                  <a:pos x="connsiteX4846" y="connsiteY4846"/>
                </a:cxn>
                <a:cxn ang="0">
                  <a:pos x="connsiteX4847" y="connsiteY4847"/>
                </a:cxn>
                <a:cxn ang="0">
                  <a:pos x="connsiteX4848" y="connsiteY4848"/>
                </a:cxn>
                <a:cxn ang="0">
                  <a:pos x="connsiteX4849" y="connsiteY4849"/>
                </a:cxn>
                <a:cxn ang="0">
                  <a:pos x="connsiteX4850" y="connsiteY4850"/>
                </a:cxn>
                <a:cxn ang="0">
                  <a:pos x="connsiteX4851" y="connsiteY4851"/>
                </a:cxn>
                <a:cxn ang="0">
                  <a:pos x="connsiteX4852" y="connsiteY4852"/>
                </a:cxn>
                <a:cxn ang="0">
                  <a:pos x="connsiteX4853" y="connsiteY4853"/>
                </a:cxn>
                <a:cxn ang="0">
                  <a:pos x="connsiteX4854" y="connsiteY4854"/>
                </a:cxn>
                <a:cxn ang="0">
                  <a:pos x="connsiteX4855" y="connsiteY4855"/>
                </a:cxn>
                <a:cxn ang="0">
                  <a:pos x="connsiteX4856" y="connsiteY4856"/>
                </a:cxn>
                <a:cxn ang="0">
                  <a:pos x="connsiteX4857" y="connsiteY4857"/>
                </a:cxn>
                <a:cxn ang="0">
                  <a:pos x="connsiteX4858" y="connsiteY4858"/>
                </a:cxn>
                <a:cxn ang="0">
                  <a:pos x="connsiteX4859" y="connsiteY4859"/>
                </a:cxn>
                <a:cxn ang="0">
                  <a:pos x="connsiteX4860" y="connsiteY4860"/>
                </a:cxn>
                <a:cxn ang="0">
                  <a:pos x="connsiteX4861" y="connsiteY4861"/>
                </a:cxn>
                <a:cxn ang="0">
                  <a:pos x="connsiteX4862" y="connsiteY4862"/>
                </a:cxn>
                <a:cxn ang="0">
                  <a:pos x="connsiteX4863" y="connsiteY4863"/>
                </a:cxn>
                <a:cxn ang="0">
                  <a:pos x="connsiteX4864" y="connsiteY4864"/>
                </a:cxn>
                <a:cxn ang="0">
                  <a:pos x="connsiteX4865" y="connsiteY4865"/>
                </a:cxn>
                <a:cxn ang="0">
                  <a:pos x="connsiteX4866" y="connsiteY4866"/>
                </a:cxn>
                <a:cxn ang="0">
                  <a:pos x="connsiteX4867" y="connsiteY4867"/>
                </a:cxn>
                <a:cxn ang="0">
                  <a:pos x="connsiteX4868" y="connsiteY4868"/>
                </a:cxn>
                <a:cxn ang="0">
                  <a:pos x="connsiteX4869" y="connsiteY4869"/>
                </a:cxn>
                <a:cxn ang="0">
                  <a:pos x="connsiteX4870" y="connsiteY4870"/>
                </a:cxn>
                <a:cxn ang="0">
                  <a:pos x="connsiteX4871" y="connsiteY4871"/>
                </a:cxn>
                <a:cxn ang="0">
                  <a:pos x="connsiteX4872" y="connsiteY4872"/>
                </a:cxn>
                <a:cxn ang="0">
                  <a:pos x="connsiteX4873" y="connsiteY4873"/>
                </a:cxn>
                <a:cxn ang="0">
                  <a:pos x="connsiteX4874" y="connsiteY4874"/>
                </a:cxn>
                <a:cxn ang="0">
                  <a:pos x="connsiteX4875" y="connsiteY4875"/>
                </a:cxn>
                <a:cxn ang="0">
                  <a:pos x="connsiteX4876" y="connsiteY4876"/>
                </a:cxn>
                <a:cxn ang="0">
                  <a:pos x="connsiteX4877" y="connsiteY4877"/>
                </a:cxn>
                <a:cxn ang="0">
                  <a:pos x="connsiteX4878" y="connsiteY4878"/>
                </a:cxn>
                <a:cxn ang="0">
                  <a:pos x="connsiteX4879" y="connsiteY4879"/>
                </a:cxn>
                <a:cxn ang="0">
                  <a:pos x="connsiteX4880" y="connsiteY4880"/>
                </a:cxn>
                <a:cxn ang="0">
                  <a:pos x="connsiteX4881" y="connsiteY4881"/>
                </a:cxn>
                <a:cxn ang="0">
                  <a:pos x="connsiteX4882" y="connsiteY4882"/>
                </a:cxn>
                <a:cxn ang="0">
                  <a:pos x="connsiteX4883" y="connsiteY4883"/>
                </a:cxn>
                <a:cxn ang="0">
                  <a:pos x="connsiteX4884" y="connsiteY4884"/>
                </a:cxn>
                <a:cxn ang="0">
                  <a:pos x="connsiteX4885" y="connsiteY4885"/>
                </a:cxn>
                <a:cxn ang="0">
                  <a:pos x="connsiteX4886" y="connsiteY4886"/>
                </a:cxn>
                <a:cxn ang="0">
                  <a:pos x="connsiteX4887" y="connsiteY4887"/>
                </a:cxn>
                <a:cxn ang="0">
                  <a:pos x="connsiteX4888" y="connsiteY4888"/>
                </a:cxn>
                <a:cxn ang="0">
                  <a:pos x="connsiteX4889" y="connsiteY4889"/>
                </a:cxn>
                <a:cxn ang="0">
                  <a:pos x="connsiteX4890" y="connsiteY4890"/>
                </a:cxn>
                <a:cxn ang="0">
                  <a:pos x="connsiteX4891" y="connsiteY4891"/>
                </a:cxn>
                <a:cxn ang="0">
                  <a:pos x="connsiteX4892" y="connsiteY4892"/>
                </a:cxn>
                <a:cxn ang="0">
                  <a:pos x="connsiteX4893" y="connsiteY4893"/>
                </a:cxn>
                <a:cxn ang="0">
                  <a:pos x="connsiteX4894" y="connsiteY4894"/>
                </a:cxn>
                <a:cxn ang="0">
                  <a:pos x="connsiteX4895" y="connsiteY4895"/>
                </a:cxn>
                <a:cxn ang="0">
                  <a:pos x="connsiteX4896" y="connsiteY4896"/>
                </a:cxn>
                <a:cxn ang="0">
                  <a:pos x="connsiteX4897" y="connsiteY4897"/>
                </a:cxn>
                <a:cxn ang="0">
                  <a:pos x="connsiteX4898" y="connsiteY4898"/>
                </a:cxn>
                <a:cxn ang="0">
                  <a:pos x="connsiteX4899" y="connsiteY4899"/>
                </a:cxn>
                <a:cxn ang="0">
                  <a:pos x="connsiteX4900" y="connsiteY4900"/>
                </a:cxn>
                <a:cxn ang="0">
                  <a:pos x="connsiteX4901" y="connsiteY4901"/>
                </a:cxn>
                <a:cxn ang="0">
                  <a:pos x="connsiteX4902" y="connsiteY4902"/>
                </a:cxn>
                <a:cxn ang="0">
                  <a:pos x="connsiteX4903" y="connsiteY4903"/>
                </a:cxn>
                <a:cxn ang="0">
                  <a:pos x="connsiteX4904" y="connsiteY4904"/>
                </a:cxn>
                <a:cxn ang="0">
                  <a:pos x="connsiteX4905" y="connsiteY4905"/>
                </a:cxn>
                <a:cxn ang="0">
                  <a:pos x="connsiteX4906" y="connsiteY4906"/>
                </a:cxn>
                <a:cxn ang="0">
                  <a:pos x="connsiteX4907" y="connsiteY4907"/>
                </a:cxn>
                <a:cxn ang="0">
                  <a:pos x="connsiteX4908" y="connsiteY4908"/>
                </a:cxn>
                <a:cxn ang="0">
                  <a:pos x="connsiteX4909" y="connsiteY4909"/>
                </a:cxn>
                <a:cxn ang="0">
                  <a:pos x="connsiteX4910" y="connsiteY4910"/>
                </a:cxn>
                <a:cxn ang="0">
                  <a:pos x="connsiteX4911" y="connsiteY4911"/>
                </a:cxn>
                <a:cxn ang="0">
                  <a:pos x="connsiteX4912" y="connsiteY4912"/>
                </a:cxn>
                <a:cxn ang="0">
                  <a:pos x="connsiteX4913" y="connsiteY4913"/>
                </a:cxn>
                <a:cxn ang="0">
                  <a:pos x="connsiteX4914" y="connsiteY4914"/>
                </a:cxn>
                <a:cxn ang="0">
                  <a:pos x="connsiteX4915" y="connsiteY4915"/>
                </a:cxn>
                <a:cxn ang="0">
                  <a:pos x="connsiteX4916" y="connsiteY4916"/>
                </a:cxn>
                <a:cxn ang="0">
                  <a:pos x="connsiteX4917" y="connsiteY4917"/>
                </a:cxn>
                <a:cxn ang="0">
                  <a:pos x="connsiteX4918" y="connsiteY4918"/>
                </a:cxn>
                <a:cxn ang="0">
                  <a:pos x="connsiteX4919" y="connsiteY4919"/>
                </a:cxn>
                <a:cxn ang="0">
                  <a:pos x="connsiteX4920" y="connsiteY4920"/>
                </a:cxn>
                <a:cxn ang="0">
                  <a:pos x="connsiteX4921" y="connsiteY4921"/>
                </a:cxn>
                <a:cxn ang="0">
                  <a:pos x="connsiteX4922" y="connsiteY4922"/>
                </a:cxn>
                <a:cxn ang="0">
                  <a:pos x="connsiteX4923" y="connsiteY4923"/>
                </a:cxn>
                <a:cxn ang="0">
                  <a:pos x="connsiteX4924" y="connsiteY4924"/>
                </a:cxn>
                <a:cxn ang="0">
                  <a:pos x="connsiteX4925" y="connsiteY4925"/>
                </a:cxn>
                <a:cxn ang="0">
                  <a:pos x="connsiteX4926" y="connsiteY4926"/>
                </a:cxn>
                <a:cxn ang="0">
                  <a:pos x="connsiteX4927" y="connsiteY4927"/>
                </a:cxn>
                <a:cxn ang="0">
                  <a:pos x="connsiteX4928" y="connsiteY4928"/>
                </a:cxn>
                <a:cxn ang="0">
                  <a:pos x="connsiteX4929" y="connsiteY4929"/>
                </a:cxn>
                <a:cxn ang="0">
                  <a:pos x="connsiteX4930" y="connsiteY4930"/>
                </a:cxn>
                <a:cxn ang="0">
                  <a:pos x="connsiteX4931" y="connsiteY4931"/>
                </a:cxn>
                <a:cxn ang="0">
                  <a:pos x="connsiteX4932" y="connsiteY4932"/>
                </a:cxn>
                <a:cxn ang="0">
                  <a:pos x="connsiteX4933" y="connsiteY4933"/>
                </a:cxn>
                <a:cxn ang="0">
                  <a:pos x="connsiteX4934" y="connsiteY4934"/>
                </a:cxn>
                <a:cxn ang="0">
                  <a:pos x="connsiteX4935" y="connsiteY4935"/>
                </a:cxn>
                <a:cxn ang="0">
                  <a:pos x="connsiteX4936" y="connsiteY4936"/>
                </a:cxn>
                <a:cxn ang="0">
                  <a:pos x="connsiteX4937" y="connsiteY4937"/>
                </a:cxn>
                <a:cxn ang="0">
                  <a:pos x="connsiteX4938" y="connsiteY4938"/>
                </a:cxn>
                <a:cxn ang="0">
                  <a:pos x="connsiteX4939" y="connsiteY4939"/>
                </a:cxn>
                <a:cxn ang="0">
                  <a:pos x="connsiteX4940" y="connsiteY4940"/>
                </a:cxn>
                <a:cxn ang="0">
                  <a:pos x="connsiteX4941" y="connsiteY4941"/>
                </a:cxn>
                <a:cxn ang="0">
                  <a:pos x="connsiteX4942" y="connsiteY4942"/>
                </a:cxn>
                <a:cxn ang="0">
                  <a:pos x="connsiteX4943" y="connsiteY4943"/>
                </a:cxn>
                <a:cxn ang="0">
                  <a:pos x="connsiteX4944" y="connsiteY4944"/>
                </a:cxn>
                <a:cxn ang="0">
                  <a:pos x="connsiteX4945" y="connsiteY4945"/>
                </a:cxn>
                <a:cxn ang="0">
                  <a:pos x="connsiteX4946" y="connsiteY4946"/>
                </a:cxn>
                <a:cxn ang="0">
                  <a:pos x="connsiteX4947" y="connsiteY4947"/>
                </a:cxn>
                <a:cxn ang="0">
                  <a:pos x="connsiteX4948" y="connsiteY4948"/>
                </a:cxn>
                <a:cxn ang="0">
                  <a:pos x="connsiteX4949" y="connsiteY4949"/>
                </a:cxn>
                <a:cxn ang="0">
                  <a:pos x="connsiteX4950" y="connsiteY4950"/>
                </a:cxn>
                <a:cxn ang="0">
                  <a:pos x="connsiteX4951" y="connsiteY4951"/>
                </a:cxn>
                <a:cxn ang="0">
                  <a:pos x="connsiteX4952" y="connsiteY4952"/>
                </a:cxn>
                <a:cxn ang="0">
                  <a:pos x="connsiteX4953" y="connsiteY4953"/>
                </a:cxn>
                <a:cxn ang="0">
                  <a:pos x="connsiteX4954" y="connsiteY4954"/>
                </a:cxn>
                <a:cxn ang="0">
                  <a:pos x="connsiteX4955" y="connsiteY4955"/>
                </a:cxn>
                <a:cxn ang="0">
                  <a:pos x="connsiteX4956" y="connsiteY4956"/>
                </a:cxn>
                <a:cxn ang="0">
                  <a:pos x="connsiteX4957" y="connsiteY4957"/>
                </a:cxn>
                <a:cxn ang="0">
                  <a:pos x="connsiteX4958" y="connsiteY4958"/>
                </a:cxn>
                <a:cxn ang="0">
                  <a:pos x="connsiteX4959" y="connsiteY4959"/>
                </a:cxn>
                <a:cxn ang="0">
                  <a:pos x="connsiteX4960" y="connsiteY4960"/>
                </a:cxn>
                <a:cxn ang="0">
                  <a:pos x="connsiteX4961" y="connsiteY4961"/>
                </a:cxn>
                <a:cxn ang="0">
                  <a:pos x="connsiteX4962" y="connsiteY4962"/>
                </a:cxn>
                <a:cxn ang="0">
                  <a:pos x="connsiteX4963" y="connsiteY4963"/>
                </a:cxn>
                <a:cxn ang="0">
                  <a:pos x="connsiteX4964" y="connsiteY4964"/>
                </a:cxn>
                <a:cxn ang="0">
                  <a:pos x="connsiteX4965" y="connsiteY4965"/>
                </a:cxn>
                <a:cxn ang="0">
                  <a:pos x="connsiteX4966" y="connsiteY4966"/>
                </a:cxn>
                <a:cxn ang="0">
                  <a:pos x="connsiteX4967" y="connsiteY4967"/>
                </a:cxn>
                <a:cxn ang="0">
                  <a:pos x="connsiteX4968" y="connsiteY4968"/>
                </a:cxn>
                <a:cxn ang="0">
                  <a:pos x="connsiteX4969" y="connsiteY4969"/>
                </a:cxn>
                <a:cxn ang="0">
                  <a:pos x="connsiteX4970" y="connsiteY4970"/>
                </a:cxn>
                <a:cxn ang="0">
                  <a:pos x="connsiteX4971" y="connsiteY4971"/>
                </a:cxn>
                <a:cxn ang="0">
                  <a:pos x="connsiteX4972" y="connsiteY4972"/>
                </a:cxn>
                <a:cxn ang="0">
                  <a:pos x="connsiteX4973" y="connsiteY4973"/>
                </a:cxn>
                <a:cxn ang="0">
                  <a:pos x="connsiteX4974" y="connsiteY4974"/>
                </a:cxn>
                <a:cxn ang="0">
                  <a:pos x="connsiteX4975" y="connsiteY4975"/>
                </a:cxn>
                <a:cxn ang="0">
                  <a:pos x="connsiteX4976" y="connsiteY4976"/>
                </a:cxn>
                <a:cxn ang="0">
                  <a:pos x="connsiteX4977" y="connsiteY4977"/>
                </a:cxn>
                <a:cxn ang="0">
                  <a:pos x="connsiteX4978" y="connsiteY4978"/>
                </a:cxn>
                <a:cxn ang="0">
                  <a:pos x="connsiteX4979" y="connsiteY4979"/>
                </a:cxn>
                <a:cxn ang="0">
                  <a:pos x="connsiteX4980" y="connsiteY4980"/>
                </a:cxn>
                <a:cxn ang="0">
                  <a:pos x="connsiteX4981" y="connsiteY4981"/>
                </a:cxn>
                <a:cxn ang="0">
                  <a:pos x="connsiteX4982" y="connsiteY4982"/>
                </a:cxn>
                <a:cxn ang="0">
                  <a:pos x="connsiteX4983" y="connsiteY4983"/>
                </a:cxn>
                <a:cxn ang="0">
                  <a:pos x="connsiteX4984" y="connsiteY4984"/>
                </a:cxn>
                <a:cxn ang="0">
                  <a:pos x="connsiteX4985" y="connsiteY4985"/>
                </a:cxn>
                <a:cxn ang="0">
                  <a:pos x="connsiteX4986" y="connsiteY4986"/>
                </a:cxn>
                <a:cxn ang="0">
                  <a:pos x="connsiteX4987" y="connsiteY4987"/>
                </a:cxn>
                <a:cxn ang="0">
                  <a:pos x="connsiteX4988" y="connsiteY4988"/>
                </a:cxn>
                <a:cxn ang="0">
                  <a:pos x="connsiteX4989" y="connsiteY4989"/>
                </a:cxn>
                <a:cxn ang="0">
                  <a:pos x="connsiteX4990" y="connsiteY4990"/>
                </a:cxn>
                <a:cxn ang="0">
                  <a:pos x="connsiteX4991" y="connsiteY4991"/>
                </a:cxn>
                <a:cxn ang="0">
                  <a:pos x="connsiteX4992" y="connsiteY4992"/>
                </a:cxn>
                <a:cxn ang="0">
                  <a:pos x="connsiteX4993" y="connsiteY4993"/>
                </a:cxn>
                <a:cxn ang="0">
                  <a:pos x="connsiteX4994" y="connsiteY4994"/>
                </a:cxn>
                <a:cxn ang="0">
                  <a:pos x="connsiteX4995" y="connsiteY4995"/>
                </a:cxn>
                <a:cxn ang="0">
                  <a:pos x="connsiteX4996" y="connsiteY4996"/>
                </a:cxn>
                <a:cxn ang="0">
                  <a:pos x="connsiteX4997" y="connsiteY4997"/>
                </a:cxn>
                <a:cxn ang="0">
                  <a:pos x="connsiteX4998" y="connsiteY4998"/>
                </a:cxn>
                <a:cxn ang="0">
                  <a:pos x="connsiteX4999" y="connsiteY4999"/>
                </a:cxn>
                <a:cxn ang="0">
                  <a:pos x="connsiteX5000" y="connsiteY5000"/>
                </a:cxn>
                <a:cxn ang="0">
                  <a:pos x="connsiteX5001" y="connsiteY5001"/>
                </a:cxn>
                <a:cxn ang="0">
                  <a:pos x="connsiteX5002" y="connsiteY5002"/>
                </a:cxn>
                <a:cxn ang="0">
                  <a:pos x="connsiteX5003" y="connsiteY5003"/>
                </a:cxn>
                <a:cxn ang="0">
                  <a:pos x="connsiteX5004" y="connsiteY5004"/>
                </a:cxn>
                <a:cxn ang="0">
                  <a:pos x="connsiteX5005" y="connsiteY5005"/>
                </a:cxn>
                <a:cxn ang="0">
                  <a:pos x="connsiteX5006" y="connsiteY5006"/>
                </a:cxn>
                <a:cxn ang="0">
                  <a:pos x="connsiteX5007" y="connsiteY5007"/>
                </a:cxn>
                <a:cxn ang="0">
                  <a:pos x="connsiteX5008" y="connsiteY5008"/>
                </a:cxn>
                <a:cxn ang="0">
                  <a:pos x="connsiteX5009" y="connsiteY5009"/>
                </a:cxn>
                <a:cxn ang="0">
                  <a:pos x="connsiteX5010" y="connsiteY5010"/>
                </a:cxn>
                <a:cxn ang="0">
                  <a:pos x="connsiteX5011" y="connsiteY5011"/>
                </a:cxn>
                <a:cxn ang="0">
                  <a:pos x="connsiteX5012" y="connsiteY5012"/>
                </a:cxn>
                <a:cxn ang="0">
                  <a:pos x="connsiteX5013" y="connsiteY5013"/>
                </a:cxn>
                <a:cxn ang="0">
                  <a:pos x="connsiteX5014" y="connsiteY5014"/>
                </a:cxn>
                <a:cxn ang="0">
                  <a:pos x="connsiteX5015" y="connsiteY5015"/>
                </a:cxn>
                <a:cxn ang="0">
                  <a:pos x="connsiteX5016" y="connsiteY5016"/>
                </a:cxn>
                <a:cxn ang="0">
                  <a:pos x="connsiteX5017" y="connsiteY5017"/>
                </a:cxn>
                <a:cxn ang="0">
                  <a:pos x="connsiteX5018" y="connsiteY5018"/>
                </a:cxn>
                <a:cxn ang="0">
                  <a:pos x="connsiteX5019" y="connsiteY5019"/>
                </a:cxn>
                <a:cxn ang="0">
                  <a:pos x="connsiteX5020" y="connsiteY5020"/>
                </a:cxn>
                <a:cxn ang="0">
                  <a:pos x="connsiteX5021" y="connsiteY5021"/>
                </a:cxn>
                <a:cxn ang="0">
                  <a:pos x="connsiteX5022" y="connsiteY5022"/>
                </a:cxn>
                <a:cxn ang="0">
                  <a:pos x="connsiteX5023" y="connsiteY5023"/>
                </a:cxn>
                <a:cxn ang="0">
                  <a:pos x="connsiteX5024" y="connsiteY5024"/>
                </a:cxn>
                <a:cxn ang="0">
                  <a:pos x="connsiteX5025" y="connsiteY5025"/>
                </a:cxn>
                <a:cxn ang="0">
                  <a:pos x="connsiteX5026" y="connsiteY5026"/>
                </a:cxn>
                <a:cxn ang="0">
                  <a:pos x="connsiteX5027" y="connsiteY5027"/>
                </a:cxn>
                <a:cxn ang="0">
                  <a:pos x="connsiteX5028" y="connsiteY5028"/>
                </a:cxn>
                <a:cxn ang="0">
                  <a:pos x="connsiteX5029" y="connsiteY5029"/>
                </a:cxn>
                <a:cxn ang="0">
                  <a:pos x="connsiteX5030" y="connsiteY5030"/>
                </a:cxn>
                <a:cxn ang="0">
                  <a:pos x="connsiteX5031" y="connsiteY5031"/>
                </a:cxn>
                <a:cxn ang="0">
                  <a:pos x="connsiteX5032" y="connsiteY5032"/>
                </a:cxn>
                <a:cxn ang="0">
                  <a:pos x="connsiteX5033" y="connsiteY5033"/>
                </a:cxn>
                <a:cxn ang="0">
                  <a:pos x="connsiteX5034" y="connsiteY5034"/>
                </a:cxn>
                <a:cxn ang="0">
                  <a:pos x="connsiteX5035" y="connsiteY5035"/>
                </a:cxn>
                <a:cxn ang="0">
                  <a:pos x="connsiteX5036" y="connsiteY5036"/>
                </a:cxn>
                <a:cxn ang="0">
                  <a:pos x="connsiteX5037" y="connsiteY5037"/>
                </a:cxn>
                <a:cxn ang="0">
                  <a:pos x="connsiteX5038" y="connsiteY5038"/>
                </a:cxn>
                <a:cxn ang="0">
                  <a:pos x="connsiteX5039" y="connsiteY5039"/>
                </a:cxn>
                <a:cxn ang="0">
                  <a:pos x="connsiteX5040" y="connsiteY5040"/>
                </a:cxn>
                <a:cxn ang="0">
                  <a:pos x="connsiteX5041" y="connsiteY5041"/>
                </a:cxn>
                <a:cxn ang="0">
                  <a:pos x="connsiteX5042" y="connsiteY5042"/>
                </a:cxn>
                <a:cxn ang="0">
                  <a:pos x="connsiteX5043" y="connsiteY5043"/>
                </a:cxn>
                <a:cxn ang="0">
                  <a:pos x="connsiteX5044" y="connsiteY5044"/>
                </a:cxn>
                <a:cxn ang="0">
                  <a:pos x="connsiteX5045" y="connsiteY5045"/>
                </a:cxn>
                <a:cxn ang="0">
                  <a:pos x="connsiteX5046" y="connsiteY5046"/>
                </a:cxn>
                <a:cxn ang="0">
                  <a:pos x="connsiteX5047" y="connsiteY5047"/>
                </a:cxn>
                <a:cxn ang="0">
                  <a:pos x="connsiteX5048" y="connsiteY5048"/>
                </a:cxn>
                <a:cxn ang="0">
                  <a:pos x="connsiteX5049" y="connsiteY5049"/>
                </a:cxn>
                <a:cxn ang="0">
                  <a:pos x="connsiteX5050" y="connsiteY5050"/>
                </a:cxn>
                <a:cxn ang="0">
                  <a:pos x="connsiteX5051" y="connsiteY5051"/>
                </a:cxn>
                <a:cxn ang="0">
                  <a:pos x="connsiteX5052" y="connsiteY5052"/>
                </a:cxn>
                <a:cxn ang="0">
                  <a:pos x="connsiteX5053" y="connsiteY5053"/>
                </a:cxn>
                <a:cxn ang="0">
                  <a:pos x="connsiteX5054" y="connsiteY5054"/>
                </a:cxn>
                <a:cxn ang="0">
                  <a:pos x="connsiteX5055" y="connsiteY5055"/>
                </a:cxn>
                <a:cxn ang="0">
                  <a:pos x="connsiteX5056" y="connsiteY5056"/>
                </a:cxn>
                <a:cxn ang="0">
                  <a:pos x="connsiteX5057" y="connsiteY5057"/>
                </a:cxn>
                <a:cxn ang="0">
                  <a:pos x="connsiteX5058" y="connsiteY5058"/>
                </a:cxn>
                <a:cxn ang="0">
                  <a:pos x="connsiteX5059" y="connsiteY5059"/>
                </a:cxn>
                <a:cxn ang="0">
                  <a:pos x="connsiteX5060" y="connsiteY5060"/>
                </a:cxn>
                <a:cxn ang="0">
                  <a:pos x="connsiteX5061" y="connsiteY5061"/>
                </a:cxn>
                <a:cxn ang="0">
                  <a:pos x="connsiteX5062" y="connsiteY5062"/>
                </a:cxn>
                <a:cxn ang="0">
                  <a:pos x="connsiteX5063" y="connsiteY5063"/>
                </a:cxn>
                <a:cxn ang="0">
                  <a:pos x="connsiteX5064" y="connsiteY5064"/>
                </a:cxn>
                <a:cxn ang="0">
                  <a:pos x="connsiteX5065" y="connsiteY5065"/>
                </a:cxn>
                <a:cxn ang="0">
                  <a:pos x="connsiteX5066" y="connsiteY5066"/>
                </a:cxn>
                <a:cxn ang="0">
                  <a:pos x="connsiteX5067" y="connsiteY5067"/>
                </a:cxn>
                <a:cxn ang="0">
                  <a:pos x="connsiteX5068" y="connsiteY5068"/>
                </a:cxn>
                <a:cxn ang="0">
                  <a:pos x="connsiteX5069" y="connsiteY5069"/>
                </a:cxn>
                <a:cxn ang="0">
                  <a:pos x="connsiteX5070" y="connsiteY5070"/>
                </a:cxn>
                <a:cxn ang="0">
                  <a:pos x="connsiteX5071" y="connsiteY5071"/>
                </a:cxn>
                <a:cxn ang="0">
                  <a:pos x="connsiteX5072" y="connsiteY5072"/>
                </a:cxn>
                <a:cxn ang="0">
                  <a:pos x="connsiteX5073" y="connsiteY5073"/>
                </a:cxn>
                <a:cxn ang="0">
                  <a:pos x="connsiteX5074" y="connsiteY5074"/>
                </a:cxn>
                <a:cxn ang="0">
                  <a:pos x="connsiteX5075" y="connsiteY5075"/>
                </a:cxn>
                <a:cxn ang="0">
                  <a:pos x="connsiteX5076" y="connsiteY5076"/>
                </a:cxn>
                <a:cxn ang="0">
                  <a:pos x="connsiteX5077" y="connsiteY5077"/>
                </a:cxn>
                <a:cxn ang="0">
                  <a:pos x="connsiteX5078" y="connsiteY5078"/>
                </a:cxn>
                <a:cxn ang="0">
                  <a:pos x="connsiteX5079" y="connsiteY5079"/>
                </a:cxn>
                <a:cxn ang="0">
                  <a:pos x="connsiteX5080" y="connsiteY5080"/>
                </a:cxn>
                <a:cxn ang="0">
                  <a:pos x="connsiteX5081" y="connsiteY5081"/>
                </a:cxn>
                <a:cxn ang="0">
                  <a:pos x="connsiteX5082" y="connsiteY5082"/>
                </a:cxn>
                <a:cxn ang="0">
                  <a:pos x="connsiteX5083" y="connsiteY5083"/>
                </a:cxn>
                <a:cxn ang="0">
                  <a:pos x="connsiteX5084" y="connsiteY5084"/>
                </a:cxn>
                <a:cxn ang="0">
                  <a:pos x="connsiteX5085" y="connsiteY5085"/>
                </a:cxn>
                <a:cxn ang="0">
                  <a:pos x="connsiteX5086" y="connsiteY5086"/>
                </a:cxn>
                <a:cxn ang="0">
                  <a:pos x="connsiteX5087" y="connsiteY5087"/>
                </a:cxn>
                <a:cxn ang="0">
                  <a:pos x="connsiteX5088" y="connsiteY5088"/>
                </a:cxn>
                <a:cxn ang="0">
                  <a:pos x="connsiteX5089" y="connsiteY5089"/>
                </a:cxn>
                <a:cxn ang="0">
                  <a:pos x="connsiteX5090" y="connsiteY5090"/>
                </a:cxn>
                <a:cxn ang="0">
                  <a:pos x="connsiteX5091" y="connsiteY5091"/>
                </a:cxn>
                <a:cxn ang="0">
                  <a:pos x="connsiteX5092" y="connsiteY5092"/>
                </a:cxn>
                <a:cxn ang="0">
                  <a:pos x="connsiteX5093" y="connsiteY5093"/>
                </a:cxn>
                <a:cxn ang="0">
                  <a:pos x="connsiteX5094" y="connsiteY5094"/>
                </a:cxn>
                <a:cxn ang="0">
                  <a:pos x="connsiteX5095" y="connsiteY5095"/>
                </a:cxn>
                <a:cxn ang="0">
                  <a:pos x="connsiteX5096" y="connsiteY5096"/>
                </a:cxn>
                <a:cxn ang="0">
                  <a:pos x="connsiteX5097" y="connsiteY5097"/>
                </a:cxn>
                <a:cxn ang="0">
                  <a:pos x="connsiteX5098" y="connsiteY5098"/>
                </a:cxn>
                <a:cxn ang="0">
                  <a:pos x="connsiteX5099" y="connsiteY5099"/>
                </a:cxn>
                <a:cxn ang="0">
                  <a:pos x="connsiteX5100" y="connsiteY5100"/>
                </a:cxn>
                <a:cxn ang="0">
                  <a:pos x="connsiteX5101" y="connsiteY5101"/>
                </a:cxn>
                <a:cxn ang="0">
                  <a:pos x="connsiteX5102" y="connsiteY5102"/>
                </a:cxn>
                <a:cxn ang="0">
                  <a:pos x="connsiteX5103" y="connsiteY5103"/>
                </a:cxn>
                <a:cxn ang="0">
                  <a:pos x="connsiteX5104" y="connsiteY5104"/>
                </a:cxn>
                <a:cxn ang="0">
                  <a:pos x="connsiteX5105" y="connsiteY5105"/>
                </a:cxn>
                <a:cxn ang="0">
                  <a:pos x="connsiteX5106" y="connsiteY5106"/>
                </a:cxn>
                <a:cxn ang="0">
                  <a:pos x="connsiteX5107" y="connsiteY5107"/>
                </a:cxn>
                <a:cxn ang="0">
                  <a:pos x="connsiteX5108" y="connsiteY5108"/>
                </a:cxn>
                <a:cxn ang="0">
                  <a:pos x="connsiteX5109" y="connsiteY5109"/>
                </a:cxn>
                <a:cxn ang="0">
                  <a:pos x="connsiteX5110" y="connsiteY5110"/>
                </a:cxn>
                <a:cxn ang="0">
                  <a:pos x="connsiteX5111" y="connsiteY5111"/>
                </a:cxn>
                <a:cxn ang="0">
                  <a:pos x="connsiteX5112" y="connsiteY5112"/>
                </a:cxn>
                <a:cxn ang="0">
                  <a:pos x="connsiteX5113" y="connsiteY5113"/>
                </a:cxn>
                <a:cxn ang="0">
                  <a:pos x="connsiteX5114" y="connsiteY5114"/>
                </a:cxn>
                <a:cxn ang="0">
                  <a:pos x="connsiteX5115" y="connsiteY5115"/>
                </a:cxn>
                <a:cxn ang="0">
                  <a:pos x="connsiteX5116" y="connsiteY5116"/>
                </a:cxn>
                <a:cxn ang="0">
                  <a:pos x="connsiteX5117" y="connsiteY5117"/>
                </a:cxn>
                <a:cxn ang="0">
                  <a:pos x="connsiteX5118" y="connsiteY5118"/>
                </a:cxn>
                <a:cxn ang="0">
                  <a:pos x="connsiteX5119" y="connsiteY5119"/>
                </a:cxn>
                <a:cxn ang="0">
                  <a:pos x="connsiteX5120" y="connsiteY5120"/>
                </a:cxn>
                <a:cxn ang="0">
                  <a:pos x="connsiteX5121" y="connsiteY5121"/>
                </a:cxn>
                <a:cxn ang="0">
                  <a:pos x="connsiteX5122" y="connsiteY5122"/>
                </a:cxn>
                <a:cxn ang="0">
                  <a:pos x="connsiteX5123" y="connsiteY5123"/>
                </a:cxn>
                <a:cxn ang="0">
                  <a:pos x="connsiteX5124" y="connsiteY5124"/>
                </a:cxn>
                <a:cxn ang="0">
                  <a:pos x="connsiteX5125" y="connsiteY5125"/>
                </a:cxn>
                <a:cxn ang="0">
                  <a:pos x="connsiteX5126" y="connsiteY5126"/>
                </a:cxn>
                <a:cxn ang="0">
                  <a:pos x="connsiteX5127" y="connsiteY5127"/>
                </a:cxn>
                <a:cxn ang="0">
                  <a:pos x="connsiteX5128" y="connsiteY5128"/>
                </a:cxn>
                <a:cxn ang="0">
                  <a:pos x="connsiteX5129" y="connsiteY5129"/>
                </a:cxn>
                <a:cxn ang="0">
                  <a:pos x="connsiteX5130" y="connsiteY5130"/>
                </a:cxn>
                <a:cxn ang="0">
                  <a:pos x="connsiteX5131" y="connsiteY5131"/>
                </a:cxn>
                <a:cxn ang="0">
                  <a:pos x="connsiteX5132" y="connsiteY5132"/>
                </a:cxn>
                <a:cxn ang="0">
                  <a:pos x="connsiteX5133" y="connsiteY5133"/>
                </a:cxn>
                <a:cxn ang="0">
                  <a:pos x="connsiteX5134" y="connsiteY5134"/>
                </a:cxn>
                <a:cxn ang="0">
                  <a:pos x="connsiteX5135" y="connsiteY5135"/>
                </a:cxn>
                <a:cxn ang="0">
                  <a:pos x="connsiteX5136" y="connsiteY5136"/>
                </a:cxn>
                <a:cxn ang="0">
                  <a:pos x="connsiteX5137" y="connsiteY5137"/>
                </a:cxn>
                <a:cxn ang="0">
                  <a:pos x="connsiteX5138" y="connsiteY5138"/>
                </a:cxn>
                <a:cxn ang="0">
                  <a:pos x="connsiteX5139" y="connsiteY5139"/>
                </a:cxn>
                <a:cxn ang="0">
                  <a:pos x="connsiteX5140" y="connsiteY5140"/>
                </a:cxn>
                <a:cxn ang="0">
                  <a:pos x="connsiteX5141" y="connsiteY5141"/>
                </a:cxn>
                <a:cxn ang="0">
                  <a:pos x="connsiteX5142" y="connsiteY5142"/>
                </a:cxn>
                <a:cxn ang="0">
                  <a:pos x="connsiteX5143" y="connsiteY5143"/>
                </a:cxn>
                <a:cxn ang="0">
                  <a:pos x="connsiteX5144" y="connsiteY5144"/>
                </a:cxn>
                <a:cxn ang="0">
                  <a:pos x="connsiteX5145" y="connsiteY5145"/>
                </a:cxn>
                <a:cxn ang="0">
                  <a:pos x="connsiteX5146" y="connsiteY5146"/>
                </a:cxn>
                <a:cxn ang="0">
                  <a:pos x="connsiteX5147" y="connsiteY5147"/>
                </a:cxn>
                <a:cxn ang="0">
                  <a:pos x="connsiteX5148" y="connsiteY5148"/>
                </a:cxn>
                <a:cxn ang="0">
                  <a:pos x="connsiteX5149" y="connsiteY5149"/>
                </a:cxn>
                <a:cxn ang="0">
                  <a:pos x="connsiteX5150" y="connsiteY5150"/>
                </a:cxn>
                <a:cxn ang="0">
                  <a:pos x="connsiteX5151" y="connsiteY5151"/>
                </a:cxn>
                <a:cxn ang="0">
                  <a:pos x="connsiteX5152" y="connsiteY5152"/>
                </a:cxn>
                <a:cxn ang="0">
                  <a:pos x="connsiteX5153" y="connsiteY5153"/>
                </a:cxn>
                <a:cxn ang="0">
                  <a:pos x="connsiteX5154" y="connsiteY5154"/>
                </a:cxn>
                <a:cxn ang="0">
                  <a:pos x="connsiteX5155" y="connsiteY5155"/>
                </a:cxn>
                <a:cxn ang="0">
                  <a:pos x="connsiteX5156" y="connsiteY5156"/>
                </a:cxn>
                <a:cxn ang="0">
                  <a:pos x="connsiteX5157" y="connsiteY5157"/>
                </a:cxn>
                <a:cxn ang="0">
                  <a:pos x="connsiteX5158" y="connsiteY5158"/>
                </a:cxn>
                <a:cxn ang="0">
                  <a:pos x="connsiteX5159" y="connsiteY5159"/>
                </a:cxn>
                <a:cxn ang="0">
                  <a:pos x="connsiteX5160" y="connsiteY5160"/>
                </a:cxn>
                <a:cxn ang="0">
                  <a:pos x="connsiteX5161" y="connsiteY5161"/>
                </a:cxn>
                <a:cxn ang="0">
                  <a:pos x="connsiteX5162" y="connsiteY5162"/>
                </a:cxn>
                <a:cxn ang="0">
                  <a:pos x="connsiteX5163" y="connsiteY5163"/>
                </a:cxn>
                <a:cxn ang="0">
                  <a:pos x="connsiteX5164" y="connsiteY5164"/>
                </a:cxn>
                <a:cxn ang="0">
                  <a:pos x="connsiteX5165" y="connsiteY5165"/>
                </a:cxn>
                <a:cxn ang="0">
                  <a:pos x="connsiteX5166" y="connsiteY5166"/>
                </a:cxn>
                <a:cxn ang="0">
                  <a:pos x="connsiteX5167" y="connsiteY5167"/>
                </a:cxn>
                <a:cxn ang="0">
                  <a:pos x="connsiteX5168" y="connsiteY5168"/>
                </a:cxn>
                <a:cxn ang="0">
                  <a:pos x="connsiteX5169" y="connsiteY5169"/>
                </a:cxn>
                <a:cxn ang="0">
                  <a:pos x="connsiteX5170" y="connsiteY5170"/>
                </a:cxn>
                <a:cxn ang="0">
                  <a:pos x="connsiteX5171" y="connsiteY5171"/>
                </a:cxn>
                <a:cxn ang="0">
                  <a:pos x="connsiteX5172" y="connsiteY5172"/>
                </a:cxn>
                <a:cxn ang="0">
                  <a:pos x="connsiteX5173" y="connsiteY5173"/>
                </a:cxn>
                <a:cxn ang="0">
                  <a:pos x="connsiteX5174" y="connsiteY5174"/>
                </a:cxn>
                <a:cxn ang="0">
                  <a:pos x="connsiteX5175" y="connsiteY5175"/>
                </a:cxn>
                <a:cxn ang="0">
                  <a:pos x="connsiteX5176" y="connsiteY5176"/>
                </a:cxn>
                <a:cxn ang="0">
                  <a:pos x="connsiteX5177" y="connsiteY5177"/>
                </a:cxn>
                <a:cxn ang="0">
                  <a:pos x="connsiteX5178" y="connsiteY5178"/>
                </a:cxn>
                <a:cxn ang="0">
                  <a:pos x="connsiteX5179" y="connsiteY5179"/>
                </a:cxn>
                <a:cxn ang="0">
                  <a:pos x="connsiteX5180" y="connsiteY5180"/>
                </a:cxn>
                <a:cxn ang="0">
                  <a:pos x="connsiteX5181" y="connsiteY5181"/>
                </a:cxn>
                <a:cxn ang="0">
                  <a:pos x="connsiteX5182" y="connsiteY5182"/>
                </a:cxn>
                <a:cxn ang="0">
                  <a:pos x="connsiteX5183" y="connsiteY5183"/>
                </a:cxn>
                <a:cxn ang="0">
                  <a:pos x="connsiteX5184" y="connsiteY5184"/>
                </a:cxn>
                <a:cxn ang="0">
                  <a:pos x="connsiteX5185" y="connsiteY5185"/>
                </a:cxn>
                <a:cxn ang="0">
                  <a:pos x="connsiteX5186" y="connsiteY5186"/>
                </a:cxn>
                <a:cxn ang="0">
                  <a:pos x="connsiteX5187" y="connsiteY5187"/>
                </a:cxn>
                <a:cxn ang="0">
                  <a:pos x="connsiteX5188" y="connsiteY5188"/>
                </a:cxn>
                <a:cxn ang="0">
                  <a:pos x="connsiteX5189" y="connsiteY5189"/>
                </a:cxn>
                <a:cxn ang="0">
                  <a:pos x="connsiteX5190" y="connsiteY5190"/>
                </a:cxn>
                <a:cxn ang="0">
                  <a:pos x="connsiteX5191" y="connsiteY5191"/>
                </a:cxn>
                <a:cxn ang="0">
                  <a:pos x="connsiteX5192" y="connsiteY5192"/>
                </a:cxn>
                <a:cxn ang="0">
                  <a:pos x="connsiteX5193" y="connsiteY5193"/>
                </a:cxn>
                <a:cxn ang="0">
                  <a:pos x="connsiteX5194" y="connsiteY5194"/>
                </a:cxn>
                <a:cxn ang="0">
                  <a:pos x="connsiteX5195" y="connsiteY5195"/>
                </a:cxn>
                <a:cxn ang="0">
                  <a:pos x="connsiteX5196" y="connsiteY5196"/>
                </a:cxn>
                <a:cxn ang="0">
                  <a:pos x="connsiteX5197" y="connsiteY5197"/>
                </a:cxn>
                <a:cxn ang="0">
                  <a:pos x="connsiteX5198" y="connsiteY5198"/>
                </a:cxn>
                <a:cxn ang="0">
                  <a:pos x="connsiteX5199" y="connsiteY5199"/>
                </a:cxn>
                <a:cxn ang="0">
                  <a:pos x="connsiteX5200" y="connsiteY5200"/>
                </a:cxn>
                <a:cxn ang="0">
                  <a:pos x="connsiteX5201" y="connsiteY5201"/>
                </a:cxn>
                <a:cxn ang="0">
                  <a:pos x="connsiteX5202" y="connsiteY5202"/>
                </a:cxn>
                <a:cxn ang="0">
                  <a:pos x="connsiteX5203" y="connsiteY5203"/>
                </a:cxn>
                <a:cxn ang="0">
                  <a:pos x="connsiteX5204" y="connsiteY5204"/>
                </a:cxn>
                <a:cxn ang="0">
                  <a:pos x="connsiteX5205" y="connsiteY5205"/>
                </a:cxn>
                <a:cxn ang="0">
                  <a:pos x="connsiteX5206" y="connsiteY5206"/>
                </a:cxn>
                <a:cxn ang="0">
                  <a:pos x="connsiteX5207" y="connsiteY5207"/>
                </a:cxn>
                <a:cxn ang="0">
                  <a:pos x="connsiteX5208" y="connsiteY5208"/>
                </a:cxn>
                <a:cxn ang="0">
                  <a:pos x="connsiteX5209" y="connsiteY5209"/>
                </a:cxn>
                <a:cxn ang="0">
                  <a:pos x="connsiteX5210" y="connsiteY5210"/>
                </a:cxn>
                <a:cxn ang="0">
                  <a:pos x="connsiteX5211" y="connsiteY5211"/>
                </a:cxn>
                <a:cxn ang="0">
                  <a:pos x="connsiteX5212" y="connsiteY5212"/>
                </a:cxn>
                <a:cxn ang="0">
                  <a:pos x="connsiteX5213" y="connsiteY5213"/>
                </a:cxn>
                <a:cxn ang="0">
                  <a:pos x="connsiteX5214" y="connsiteY5214"/>
                </a:cxn>
                <a:cxn ang="0">
                  <a:pos x="connsiteX5215" y="connsiteY5215"/>
                </a:cxn>
                <a:cxn ang="0">
                  <a:pos x="connsiteX5216" y="connsiteY5216"/>
                </a:cxn>
                <a:cxn ang="0">
                  <a:pos x="connsiteX5217" y="connsiteY5217"/>
                </a:cxn>
                <a:cxn ang="0">
                  <a:pos x="connsiteX5218" y="connsiteY5218"/>
                </a:cxn>
                <a:cxn ang="0">
                  <a:pos x="connsiteX5219" y="connsiteY5219"/>
                </a:cxn>
                <a:cxn ang="0">
                  <a:pos x="connsiteX5220" y="connsiteY5220"/>
                </a:cxn>
                <a:cxn ang="0">
                  <a:pos x="connsiteX5221" y="connsiteY5221"/>
                </a:cxn>
                <a:cxn ang="0">
                  <a:pos x="connsiteX5222" y="connsiteY5222"/>
                </a:cxn>
                <a:cxn ang="0">
                  <a:pos x="connsiteX5223" y="connsiteY5223"/>
                </a:cxn>
                <a:cxn ang="0">
                  <a:pos x="connsiteX5224" y="connsiteY5224"/>
                </a:cxn>
                <a:cxn ang="0">
                  <a:pos x="connsiteX5225" y="connsiteY5225"/>
                </a:cxn>
                <a:cxn ang="0">
                  <a:pos x="connsiteX5226" y="connsiteY5226"/>
                </a:cxn>
                <a:cxn ang="0">
                  <a:pos x="connsiteX5227" y="connsiteY5227"/>
                </a:cxn>
                <a:cxn ang="0">
                  <a:pos x="connsiteX5228" y="connsiteY5228"/>
                </a:cxn>
                <a:cxn ang="0">
                  <a:pos x="connsiteX5229" y="connsiteY5229"/>
                </a:cxn>
                <a:cxn ang="0">
                  <a:pos x="connsiteX5230" y="connsiteY5230"/>
                </a:cxn>
                <a:cxn ang="0">
                  <a:pos x="connsiteX5231" y="connsiteY5231"/>
                </a:cxn>
                <a:cxn ang="0">
                  <a:pos x="connsiteX5232" y="connsiteY5232"/>
                </a:cxn>
                <a:cxn ang="0">
                  <a:pos x="connsiteX5233" y="connsiteY5233"/>
                </a:cxn>
                <a:cxn ang="0">
                  <a:pos x="connsiteX5234" y="connsiteY5234"/>
                </a:cxn>
                <a:cxn ang="0">
                  <a:pos x="connsiteX5235" y="connsiteY5235"/>
                </a:cxn>
                <a:cxn ang="0">
                  <a:pos x="connsiteX5236" y="connsiteY5236"/>
                </a:cxn>
                <a:cxn ang="0">
                  <a:pos x="connsiteX5237" y="connsiteY5237"/>
                </a:cxn>
                <a:cxn ang="0">
                  <a:pos x="connsiteX5238" y="connsiteY5238"/>
                </a:cxn>
                <a:cxn ang="0">
                  <a:pos x="connsiteX5239" y="connsiteY5239"/>
                </a:cxn>
                <a:cxn ang="0">
                  <a:pos x="connsiteX5240" y="connsiteY5240"/>
                </a:cxn>
                <a:cxn ang="0">
                  <a:pos x="connsiteX5241" y="connsiteY5241"/>
                </a:cxn>
                <a:cxn ang="0">
                  <a:pos x="connsiteX5242" y="connsiteY5242"/>
                </a:cxn>
                <a:cxn ang="0">
                  <a:pos x="connsiteX5243" y="connsiteY5243"/>
                </a:cxn>
                <a:cxn ang="0">
                  <a:pos x="connsiteX5244" y="connsiteY5244"/>
                </a:cxn>
                <a:cxn ang="0">
                  <a:pos x="connsiteX5245" y="connsiteY5245"/>
                </a:cxn>
                <a:cxn ang="0">
                  <a:pos x="connsiteX5246" y="connsiteY5246"/>
                </a:cxn>
                <a:cxn ang="0">
                  <a:pos x="connsiteX5247" y="connsiteY5247"/>
                </a:cxn>
                <a:cxn ang="0">
                  <a:pos x="connsiteX5248" y="connsiteY5248"/>
                </a:cxn>
                <a:cxn ang="0">
                  <a:pos x="connsiteX5249" y="connsiteY5249"/>
                </a:cxn>
                <a:cxn ang="0">
                  <a:pos x="connsiteX5250" y="connsiteY5250"/>
                </a:cxn>
                <a:cxn ang="0">
                  <a:pos x="connsiteX5251" y="connsiteY5251"/>
                </a:cxn>
                <a:cxn ang="0">
                  <a:pos x="connsiteX5252" y="connsiteY5252"/>
                </a:cxn>
                <a:cxn ang="0">
                  <a:pos x="connsiteX5253" y="connsiteY5253"/>
                </a:cxn>
                <a:cxn ang="0">
                  <a:pos x="connsiteX5254" y="connsiteY5254"/>
                </a:cxn>
                <a:cxn ang="0">
                  <a:pos x="connsiteX5255" y="connsiteY5255"/>
                </a:cxn>
                <a:cxn ang="0">
                  <a:pos x="connsiteX5256" y="connsiteY5256"/>
                </a:cxn>
                <a:cxn ang="0">
                  <a:pos x="connsiteX5257" y="connsiteY5257"/>
                </a:cxn>
                <a:cxn ang="0">
                  <a:pos x="connsiteX5258" y="connsiteY5258"/>
                </a:cxn>
                <a:cxn ang="0">
                  <a:pos x="connsiteX5259" y="connsiteY5259"/>
                </a:cxn>
                <a:cxn ang="0">
                  <a:pos x="connsiteX5260" y="connsiteY5260"/>
                </a:cxn>
                <a:cxn ang="0">
                  <a:pos x="connsiteX5261" y="connsiteY5261"/>
                </a:cxn>
                <a:cxn ang="0">
                  <a:pos x="connsiteX5262" y="connsiteY5262"/>
                </a:cxn>
                <a:cxn ang="0">
                  <a:pos x="connsiteX5263" y="connsiteY5263"/>
                </a:cxn>
                <a:cxn ang="0">
                  <a:pos x="connsiteX5264" y="connsiteY5264"/>
                </a:cxn>
                <a:cxn ang="0">
                  <a:pos x="connsiteX5265" y="connsiteY5265"/>
                </a:cxn>
                <a:cxn ang="0">
                  <a:pos x="connsiteX5266" y="connsiteY5266"/>
                </a:cxn>
                <a:cxn ang="0">
                  <a:pos x="connsiteX5267" y="connsiteY5267"/>
                </a:cxn>
                <a:cxn ang="0">
                  <a:pos x="connsiteX5268" y="connsiteY5268"/>
                </a:cxn>
                <a:cxn ang="0">
                  <a:pos x="connsiteX5269" y="connsiteY5269"/>
                </a:cxn>
                <a:cxn ang="0">
                  <a:pos x="connsiteX5270" y="connsiteY5270"/>
                </a:cxn>
                <a:cxn ang="0">
                  <a:pos x="connsiteX5271" y="connsiteY5271"/>
                </a:cxn>
                <a:cxn ang="0">
                  <a:pos x="connsiteX5272" y="connsiteY5272"/>
                </a:cxn>
                <a:cxn ang="0">
                  <a:pos x="connsiteX5273" y="connsiteY5273"/>
                </a:cxn>
                <a:cxn ang="0">
                  <a:pos x="connsiteX5274" y="connsiteY5274"/>
                </a:cxn>
                <a:cxn ang="0">
                  <a:pos x="connsiteX5275" y="connsiteY5275"/>
                </a:cxn>
                <a:cxn ang="0">
                  <a:pos x="connsiteX5276" y="connsiteY5276"/>
                </a:cxn>
                <a:cxn ang="0">
                  <a:pos x="connsiteX5277" y="connsiteY5277"/>
                </a:cxn>
                <a:cxn ang="0">
                  <a:pos x="connsiteX5278" y="connsiteY5278"/>
                </a:cxn>
                <a:cxn ang="0">
                  <a:pos x="connsiteX5279" y="connsiteY5279"/>
                </a:cxn>
                <a:cxn ang="0">
                  <a:pos x="connsiteX5280" y="connsiteY5280"/>
                </a:cxn>
                <a:cxn ang="0">
                  <a:pos x="connsiteX5281" y="connsiteY5281"/>
                </a:cxn>
                <a:cxn ang="0">
                  <a:pos x="connsiteX5282" y="connsiteY5282"/>
                </a:cxn>
                <a:cxn ang="0">
                  <a:pos x="connsiteX5283" y="connsiteY5283"/>
                </a:cxn>
                <a:cxn ang="0">
                  <a:pos x="connsiteX5284" y="connsiteY5284"/>
                </a:cxn>
                <a:cxn ang="0">
                  <a:pos x="connsiteX5285" y="connsiteY5285"/>
                </a:cxn>
                <a:cxn ang="0">
                  <a:pos x="connsiteX5286" y="connsiteY5286"/>
                </a:cxn>
                <a:cxn ang="0">
                  <a:pos x="connsiteX5287" y="connsiteY5287"/>
                </a:cxn>
                <a:cxn ang="0">
                  <a:pos x="connsiteX5288" y="connsiteY5288"/>
                </a:cxn>
                <a:cxn ang="0">
                  <a:pos x="connsiteX5289" y="connsiteY5289"/>
                </a:cxn>
                <a:cxn ang="0">
                  <a:pos x="connsiteX5290" y="connsiteY5290"/>
                </a:cxn>
                <a:cxn ang="0">
                  <a:pos x="connsiteX5291" y="connsiteY5291"/>
                </a:cxn>
                <a:cxn ang="0">
                  <a:pos x="connsiteX5292" y="connsiteY5292"/>
                </a:cxn>
                <a:cxn ang="0">
                  <a:pos x="connsiteX5293" y="connsiteY5293"/>
                </a:cxn>
                <a:cxn ang="0">
                  <a:pos x="connsiteX5294" y="connsiteY5294"/>
                </a:cxn>
                <a:cxn ang="0">
                  <a:pos x="connsiteX5295" y="connsiteY5295"/>
                </a:cxn>
                <a:cxn ang="0">
                  <a:pos x="connsiteX5296" y="connsiteY5296"/>
                </a:cxn>
                <a:cxn ang="0">
                  <a:pos x="connsiteX5297" y="connsiteY5297"/>
                </a:cxn>
                <a:cxn ang="0">
                  <a:pos x="connsiteX5298" y="connsiteY5298"/>
                </a:cxn>
                <a:cxn ang="0">
                  <a:pos x="connsiteX5299" y="connsiteY5299"/>
                </a:cxn>
                <a:cxn ang="0">
                  <a:pos x="connsiteX5300" y="connsiteY5300"/>
                </a:cxn>
                <a:cxn ang="0">
                  <a:pos x="connsiteX5301" y="connsiteY5301"/>
                </a:cxn>
                <a:cxn ang="0">
                  <a:pos x="connsiteX5302" y="connsiteY5302"/>
                </a:cxn>
                <a:cxn ang="0">
                  <a:pos x="connsiteX5303" y="connsiteY5303"/>
                </a:cxn>
                <a:cxn ang="0">
                  <a:pos x="connsiteX5304" y="connsiteY5304"/>
                </a:cxn>
                <a:cxn ang="0">
                  <a:pos x="connsiteX5305" y="connsiteY5305"/>
                </a:cxn>
                <a:cxn ang="0">
                  <a:pos x="connsiteX5306" y="connsiteY5306"/>
                </a:cxn>
                <a:cxn ang="0">
                  <a:pos x="connsiteX5307" y="connsiteY5307"/>
                </a:cxn>
                <a:cxn ang="0">
                  <a:pos x="connsiteX5308" y="connsiteY5308"/>
                </a:cxn>
                <a:cxn ang="0">
                  <a:pos x="connsiteX5309" y="connsiteY5309"/>
                </a:cxn>
                <a:cxn ang="0">
                  <a:pos x="connsiteX5310" y="connsiteY5310"/>
                </a:cxn>
                <a:cxn ang="0">
                  <a:pos x="connsiteX5311" y="connsiteY5311"/>
                </a:cxn>
                <a:cxn ang="0">
                  <a:pos x="connsiteX5312" y="connsiteY5312"/>
                </a:cxn>
                <a:cxn ang="0">
                  <a:pos x="connsiteX5313" y="connsiteY5313"/>
                </a:cxn>
                <a:cxn ang="0">
                  <a:pos x="connsiteX5314" y="connsiteY5314"/>
                </a:cxn>
                <a:cxn ang="0">
                  <a:pos x="connsiteX5315" y="connsiteY5315"/>
                </a:cxn>
                <a:cxn ang="0">
                  <a:pos x="connsiteX5316" y="connsiteY5316"/>
                </a:cxn>
                <a:cxn ang="0">
                  <a:pos x="connsiteX5317" y="connsiteY5317"/>
                </a:cxn>
                <a:cxn ang="0">
                  <a:pos x="connsiteX5318" y="connsiteY5318"/>
                </a:cxn>
                <a:cxn ang="0">
                  <a:pos x="connsiteX5319" y="connsiteY5319"/>
                </a:cxn>
                <a:cxn ang="0">
                  <a:pos x="connsiteX5320" y="connsiteY5320"/>
                </a:cxn>
                <a:cxn ang="0">
                  <a:pos x="connsiteX5321" y="connsiteY5321"/>
                </a:cxn>
                <a:cxn ang="0">
                  <a:pos x="connsiteX5322" y="connsiteY5322"/>
                </a:cxn>
                <a:cxn ang="0">
                  <a:pos x="connsiteX5323" y="connsiteY5323"/>
                </a:cxn>
                <a:cxn ang="0">
                  <a:pos x="connsiteX5324" y="connsiteY5324"/>
                </a:cxn>
                <a:cxn ang="0">
                  <a:pos x="connsiteX5325" y="connsiteY5325"/>
                </a:cxn>
                <a:cxn ang="0">
                  <a:pos x="connsiteX5326" y="connsiteY5326"/>
                </a:cxn>
                <a:cxn ang="0">
                  <a:pos x="connsiteX5327" y="connsiteY5327"/>
                </a:cxn>
                <a:cxn ang="0">
                  <a:pos x="connsiteX5328" y="connsiteY5328"/>
                </a:cxn>
                <a:cxn ang="0">
                  <a:pos x="connsiteX5329" y="connsiteY5329"/>
                </a:cxn>
                <a:cxn ang="0">
                  <a:pos x="connsiteX5330" y="connsiteY5330"/>
                </a:cxn>
                <a:cxn ang="0">
                  <a:pos x="connsiteX5331" y="connsiteY5331"/>
                </a:cxn>
                <a:cxn ang="0">
                  <a:pos x="connsiteX5332" y="connsiteY5332"/>
                </a:cxn>
                <a:cxn ang="0">
                  <a:pos x="connsiteX5333" y="connsiteY5333"/>
                </a:cxn>
                <a:cxn ang="0">
                  <a:pos x="connsiteX5334" y="connsiteY5334"/>
                </a:cxn>
                <a:cxn ang="0">
                  <a:pos x="connsiteX5335" y="connsiteY5335"/>
                </a:cxn>
                <a:cxn ang="0">
                  <a:pos x="connsiteX5336" y="connsiteY5336"/>
                </a:cxn>
                <a:cxn ang="0">
                  <a:pos x="connsiteX5337" y="connsiteY5337"/>
                </a:cxn>
                <a:cxn ang="0">
                  <a:pos x="connsiteX5338" y="connsiteY5338"/>
                </a:cxn>
                <a:cxn ang="0">
                  <a:pos x="connsiteX5339" y="connsiteY5339"/>
                </a:cxn>
                <a:cxn ang="0">
                  <a:pos x="connsiteX5340" y="connsiteY5340"/>
                </a:cxn>
                <a:cxn ang="0">
                  <a:pos x="connsiteX5341" y="connsiteY5341"/>
                </a:cxn>
                <a:cxn ang="0">
                  <a:pos x="connsiteX5342" y="connsiteY5342"/>
                </a:cxn>
                <a:cxn ang="0">
                  <a:pos x="connsiteX5343" y="connsiteY5343"/>
                </a:cxn>
                <a:cxn ang="0">
                  <a:pos x="connsiteX5344" y="connsiteY5344"/>
                </a:cxn>
                <a:cxn ang="0">
                  <a:pos x="connsiteX5345" y="connsiteY5345"/>
                </a:cxn>
                <a:cxn ang="0">
                  <a:pos x="connsiteX5346" y="connsiteY5346"/>
                </a:cxn>
                <a:cxn ang="0">
                  <a:pos x="connsiteX5347" y="connsiteY5347"/>
                </a:cxn>
                <a:cxn ang="0">
                  <a:pos x="connsiteX5348" y="connsiteY5348"/>
                </a:cxn>
                <a:cxn ang="0">
                  <a:pos x="connsiteX5349" y="connsiteY5349"/>
                </a:cxn>
                <a:cxn ang="0">
                  <a:pos x="connsiteX5350" y="connsiteY5350"/>
                </a:cxn>
                <a:cxn ang="0">
                  <a:pos x="connsiteX5351" y="connsiteY5351"/>
                </a:cxn>
                <a:cxn ang="0">
                  <a:pos x="connsiteX5352" y="connsiteY5352"/>
                </a:cxn>
                <a:cxn ang="0">
                  <a:pos x="connsiteX5353" y="connsiteY5353"/>
                </a:cxn>
                <a:cxn ang="0">
                  <a:pos x="connsiteX5354" y="connsiteY5354"/>
                </a:cxn>
                <a:cxn ang="0">
                  <a:pos x="connsiteX5355" y="connsiteY5355"/>
                </a:cxn>
                <a:cxn ang="0">
                  <a:pos x="connsiteX5356" y="connsiteY5356"/>
                </a:cxn>
                <a:cxn ang="0">
                  <a:pos x="connsiteX5357" y="connsiteY5357"/>
                </a:cxn>
                <a:cxn ang="0">
                  <a:pos x="connsiteX5358" y="connsiteY5358"/>
                </a:cxn>
                <a:cxn ang="0">
                  <a:pos x="connsiteX5359" y="connsiteY5359"/>
                </a:cxn>
                <a:cxn ang="0">
                  <a:pos x="connsiteX5360" y="connsiteY5360"/>
                </a:cxn>
                <a:cxn ang="0">
                  <a:pos x="connsiteX5361" y="connsiteY5361"/>
                </a:cxn>
                <a:cxn ang="0">
                  <a:pos x="connsiteX5362" y="connsiteY5362"/>
                </a:cxn>
                <a:cxn ang="0">
                  <a:pos x="connsiteX5363" y="connsiteY5363"/>
                </a:cxn>
                <a:cxn ang="0">
                  <a:pos x="connsiteX5364" y="connsiteY5364"/>
                </a:cxn>
                <a:cxn ang="0">
                  <a:pos x="connsiteX5365" y="connsiteY5365"/>
                </a:cxn>
                <a:cxn ang="0">
                  <a:pos x="connsiteX5366" y="connsiteY5366"/>
                </a:cxn>
                <a:cxn ang="0">
                  <a:pos x="connsiteX5367" y="connsiteY5367"/>
                </a:cxn>
                <a:cxn ang="0">
                  <a:pos x="connsiteX5368" y="connsiteY5368"/>
                </a:cxn>
                <a:cxn ang="0">
                  <a:pos x="connsiteX5369" y="connsiteY5369"/>
                </a:cxn>
                <a:cxn ang="0">
                  <a:pos x="connsiteX5370" y="connsiteY5370"/>
                </a:cxn>
                <a:cxn ang="0">
                  <a:pos x="connsiteX5371" y="connsiteY5371"/>
                </a:cxn>
                <a:cxn ang="0">
                  <a:pos x="connsiteX5372" y="connsiteY5372"/>
                </a:cxn>
                <a:cxn ang="0">
                  <a:pos x="connsiteX5373" y="connsiteY5373"/>
                </a:cxn>
                <a:cxn ang="0">
                  <a:pos x="connsiteX5374" y="connsiteY5374"/>
                </a:cxn>
                <a:cxn ang="0">
                  <a:pos x="connsiteX5375" y="connsiteY5375"/>
                </a:cxn>
                <a:cxn ang="0">
                  <a:pos x="connsiteX5376" y="connsiteY5376"/>
                </a:cxn>
                <a:cxn ang="0">
                  <a:pos x="connsiteX5377" y="connsiteY5377"/>
                </a:cxn>
                <a:cxn ang="0">
                  <a:pos x="connsiteX5378" y="connsiteY5378"/>
                </a:cxn>
                <a:cxn ang="0">
                  <a:pos x="connsiteX5379" y="connsiteY5379"/>
                </a:cxn>
                <a:cxn ang="0">
                  <a:pos x="connsiteX5380" y="connsiteY5380"/>
                </a:cxn>
                <a:cxn ang="0">
                  <a:pos x="connsiteX5381" y="connsiteY5381"/>
                </a:cxn>
                <a:cxn ang="0">
                  <a:pos x="connsiteX5382" y="connsiteY5382"/>
                </a:cxn>
                <a:cxn ang="0">
                  <a:pos x="connsiteX5383" y="connsiteY5383"/>
                </a:cxn>
                <a:cxn ang="0">
                  <a:pos x="connsiteX5384" y="connsiteY5384"/>
                </a:cxn>
                <a:cxn ang="0">
                  <a:pos x="connsiteX5385" y="connsiteY5385"/>
                </a:cxn>
                <a:cxn ang="0">
                  <a:pos x="connsiteX5386" y="connsiteY5386"/>
                </a:cxn>
                <a:cxn ang="0">
                  <a:pos x="connsiteX5387" y="connsiteY5387"/>
                </a:cxn>
                <a:cxn ang="0">
                  <a:pos x="connsiteX5388" y="connsiteY5388"/>
                </a:cxn>
                <a:cxn ang="0">
                  <a:pos x="connsiteX5389" y="connsiteY5389"/>
                </a:cxn>
                <a:cxn ang="0">
                  <a:pos x="connsiteX5390" y="connsiteY5390"/>
                </a:cxn>
                <a:cxn ang="0">
                  <a:pos x="connsiteX5391" y="connsiteY5391"/>
                </a:cxn>
                <a:cxn ang="0">
                  <a:pos x="connsiteX5392" y="connsiteY5392"/>
                </a:cxn>
                <a:cxn ang="0">
                  <a:pos x="connsiteX5393" y="connsiteY5393"/>
                </a:cxn>
                <a:cxn ang="0">
                  <a:pos x="connsiteX5394" y="connsiteY5394"/>
                </a:cxn>
                <a:cxn ang="0">
                  <a:pos x="connsiteX5395" y="connsiteY5395"/>
                </a:cxn>
                <a:cxn ang="0">
                  <a:pos x="connsiteX5396" y="connsiteY5396"/>
                </a:cxn>
                <a:cxn ang="0">
                  <a:pos x="connsiteX5397" y="connsiteY5397"/>
                </a:cxn>
                <a:cxn ang="0">
                  <a:pos x="connsiteX5398" y="connsiteY5398"/>
                </a:cxn>
                <a:cxn ang="0">
                  <a:pos x="connsiteX5399" y="connsiteY5399"/>
                </a:cxn>
                <a:cxn ang="0">
                  <a:pos x="connsiteX5400" y="connsiteY5400"/>
                </a:cxn>
                <a:cxn ang="0">
                  <a:pos x="connsiteX5401" y="connsiteY5401"/>
                </a:cxn>
                <a:cxn ang="0">
                  <a:pos x="connsiteX5402" y="connsiteY5402"/>
                </a:cxn>
                <a:cxn ang="0">
                  <a:pos x="connsiteX5403" y="connsiteY5403"/>
                </a:cxn>
                <a:cxn ang="0">
                  <a:pos x="connsiteX5404" y="connsiteY5404"/>
                </a:cxn>
                <a:cxn ang="0">
                  <a:pos x="connsiteX5405" y="connsiteY5405"/>
                </a:cxn>
                <a:cxn ang="0">
                  <a:pos x="connsiteX5406" y="connsiteY5406"/>
                </a:cxn>
                <a:cxn ang="0">
                  <a:pos x="connsiteX5407" y="connsiteY5407"/>
                </a:cxn>
                <a:cxn ang="0">
                  <a:pos x="connsiteX5408" y="connsiteY5408"/>
                </a:cxn>
                <a:cxn ang="0">
                  <a:pos x="connsiteX5409" y="connsiteY5409"/>
                </a:cxn>
                <a:cxn ang="0">
                  <a:pos x="connsiteX5410" y="connsiteY5410"/>
                </a:cxn>
                <a:cxn ang="0">
                  <a:pos x="connsiteX5411" y="connsiteY5411"/>
                </a:cxn>
                <a:cxn ang="0">
                  <a:pos x="connsiteX5412" y="connsiteY5412"/>
                </a:cxn>
                <a:cxn ang="0">
                  <a:pos x="connsiteX5413" y="connsiteY5413"/>
                </a:cxn>
                <a:cxn ang="0">
                  <a:pos x="connsiteX5414" y="connsiteY5414"/>
                </a:cxn>
                <a:cxn ang="0">
                  <a:pos x="connsiteX5415" y="connsiteY5415"/>
                </a:cxn>
                <a:cxn ang="0">
                  <a:pos x="connsiteX5416" y="connsiteY5416"/>
                </a:cxn>
                <a:cxn ang="0">
                  <a:pos x="connsiteX5417" y="connsiteY5417"/>
                </a:cxn>
                <a:cxn ang="0">
                  <a:pos x="connsiteX5418" y="connsiteY5418"/>
                </a:cxn>
                <a:cxn ang="0">
                  <a:pos x="connsiteX5419" y="connsiteY5419"/>
                </a:cxn>
                <a:cxn ang="0">
                  <a:pos x="connsiteX5420" y="connsiteY5420"/>
                </a:cxn>
                <a:cxn ang="0">
                  <a:pos x="connsiteX5421" y="connsiteY5421"/>
                </a:cxn>
                <a:cxn ang="0">
                  <a:pos x="connsiteX5422" y="connsiteY5422"/>
                </a:cxn>
                <a:cxn ang="0">
                  <a:pos x="connsiteX5423" y="connsiteY5423"/>
                </a:cxn>
                <a:cxn ang="0">
                  <a:pos x="connsiteX5424" y="connsiteY5424"/>
                </a:cxn>
                <a:cxn ang="0">
                  <a:pos x="connsiteX5425" y="connsiteY5425"/>
                </a:cxn>
                <a:cxn ang="0">
                  <a:pos x="connsiteX5426" y="connsiteY5426"/>
                </a:cxn>
                <a:cxn ang="0">
                  <a:pos x="connsiteX5427" y="connsiteY5427"/>
                </a:cxn>
                <a:cxn ang="0">
                  <a:pos x="connsiteX5428" y="connsiteY5428"/>
                </a:cxn>
                <a:cxn ang="0">
                  <a:pos x="connsiteX5429" y="connsiteY5429"/>
                </a:cxn>
                <a:cxn ang="0">
                  <a:pos x="connsiteX5430" y="connsiteY5430"/>
                </a:cxn>
                <a:cxn ang="0">
                  <a:pos x="connsiteX5431" y="connsiteY5431"/>
                </a:cxn>
                <a:cxn ang="0">
                  <a:pos x="connsiteX5432" y="connsiteY5432"/>
                </a:cxn>
                <a:cxn ang="0">
                  <a:pos x="connsiteX5433" y="connsiteY5433"/>
                </a:cxn>
                <a:cxn ang="0">
                  <a:pos x="connsiteX5434" y="connsiteY5434"/>
                </a:cxn>
                <a:cxn ang="0">
                  <a:pos x="connsiteX5435" y="connsiteY5435"/>
                </a:cxn>
                <a:cxn ang="0">
                  <a:pos x="connsiteX5436" y="connsiteY5436"/>
                </a:cxn>
                <a:cxn ang="0">
                  <a:pos x="connsiteX5437" y="connsiteY5437"/>
                </a:cxn>
                <a:cxn ang="0">
                  <a:pos x="connsiteX5438" y="connsiteY5438"/>
                </a:cxn>
                <a:cxn ang="0">
                  <a:pos x="connsiteX5439" y="connsiteY5439"/>
                </a:cxn>
                <a:cxn ang="0">
                  <a:pos x="connsiteX5440" y="connsiteY5440"/>
                </a:cxn>
                <a:cxn ang="0">
                  <a:pos x="connsiteX5441" y="connsiteY5441"/>
                </a:cxn>
                <a:cxn ang="0">
                  <a:pos x="connsiteX5442" y="connsiteY5442"/>
                </a:cxn>
                <a:cxn ang="0">
                  <a:pos x="connsiteX5443" y="connsiteY5443"/>
                </a:cxn>
                <a:cxn ang="0">
                  <a:pos x="connsiteX5444" y="connsiteY5444"/>
                </a:cxn>
                <a:cxn ang="0">
                  <a:pos x="connsiteX5445" y="connsiteY5445"/>
                </a:cxn>
                <a:cxn ang="0">
                  <a:pos x="connsiteX5446" y="connsiteY5446"/>
                </a:cxn>
                <a:cxn ang="0">
                  <a:pos x="connsiteX5447" y="connsiteY5447"/>
                </a:cxn>
                <a:cxn ang="0">
                  <a:pos x="connsiteX5448" y="connsiteY5448"/>
                </a:cxn>
                <a:cxn ang="0">
                  <a:pos x="connsiteX5449" y="connsiteY5449"/>
                </a:cxn>
                <a:cxn ang="0">
                  <a:pos x="connsiteX5450" y="connsiteY5450"/>
                </a:cxn>
                <a:cxn ang="0">
                  <a:pos x="connsiteX5451" y="connsiteY5451"/>
                </a:cxn>
                <a:cxn ang="0">
                  <a:pos x="connsiteX5452" y="connsiteY5452"/>
                </a:cxn>
                <a:cxn ang="0">
                  <a:pos x="connsiteX5453" y="connsiteY5453"/>
                </a:cxn>
                <a:cxn ang="0">
                  <a:pos x="connsiteX5454" y="connsiteY5454"/>
                </a:cxn>
                <a:cxn ang="0">
                  <a:pos x="connsiteX5455" y="connsiteY5455"/>
                </a:cxn>
                <a:cxn ang="0">
                  <a:pos x="connsiteX5456" y="connsiteY5456"/>
                </a:cxn>
                <a:cxn ang="0">
                  <a:pos x="connsiteX5457" y="connsiteY5457"/>
                </a:cxn>
                <a:cxn ang="0">
                  <a:pos x="connsiteX5458" y="connsiteY5458"/>
                </a:cxn>
                <a:cxn ang="0">
                  <a:pos x="connsiteX5459" y="connsiteY5459"/>
                </a:cxn>
                <a:cxn ang="0">
                  <a:pos x="connsiteX5460" y="connsiteY5460"/>
                </a:cxn>
                <a:cxn ang="0">
                  <a:pos x="connsiteX5461" y="connsiteY5461"/>
                </a:cxn>
                <a:cxn ang="0">
                  <a:pos x="connsiteX5462" y="connsiteY5462"/>
                </a:cxn>
                <a:cxn ang="0">
                  <a:pos x="connsiteX5463" y="connsiteY5463"/>
                </a:cxn>
                <a:cxn ang="0">
                  <a:pos x="connsiteX5464" y="connsiteY5464"/>
                </a:cxn>
                <a:cxn ang="0">
                  <a:pos x="connsiteX5465" y="connsiteY5465"/>
                </a:cxn>
                <a:cxn ang="0">
                  <a:pos x="connsiteX5466" y="connsiteY5466"/>
                </a:cxn>
                <a:cxn ang="0">
                  <a:pos x="connsiteX5467" y="connsiteY5467"/>
                </a:cxn>
                <a:cxn ang="0">
                  <a:pos x="connsiteX5468" y="connsiteY5468"/>
                </a:cxn>
                <a:cxn ang="0">
                  <a:pos x="connsiteX5469" y="connsiteY5469"/>
                </a:cxn>
                <a:cxn ang="0">
                  <a:pos x="connsiteX5470" y="connsiteY5470"/>
                </a:cxn>
                <a:cxn ang="0">
                  <a:pos x="connsiteX5471" y="connsiteY5471"/>
                </a:cxn>
                <a:cxn ang="0">
                  <a:pos x="connsiteX5472" y="connsiteY5472"/>
                </a:cxn>
                <a:cxn ang="0">
                  <a:pos x="connsiteX5473" y="connsiteY5473"/>
                </a:cxn>
                <a:cxn ang="0">
                  <a:pos x="connsiteX5474" y="connsiteY5474"/>
                </a:cxn>
                <a:cxn ang="0">
                  <a:pos x="connsiteX5475" y="connsiteY5475"/>
                </a:cxn>
                <a:cxn ang="0">
                  <a:pos x="connsiteX5476" y="connsiteY5476"/>
                </a:cxn>
                <a:cxn ang="0">
                  <a:pos x="connsiteX5477" y="connsiteY5477"/>
                </a:cxn>
                <a:cxn ang="0">
                  <a:pos x="connsiteX5478" y="connsiteY5478"/>
                </a:cxn>
                <a:cxn ang="0">
                  <a:pos x="connsiteX5479" y="connsiteY5479"/>
                </a:cxn>
                <a:cxn ang="0">
                  <a:pos x="connsiteX5480" y="connsiteY5480"/>
                </a:cxn>
                <a:cxn ang="0">
                  <a:pos x="connsiteX5481" y="connsiteY5481"/>
                </a:cxn>
                <a:cxn ang="0">
                  <a:pos x="connsiteX5482" y="connsiteY5482"/>
                </a:cxn>
                <a:cxn ang="0">
                  <a:pos x="connsiteX5483" y="connsiteY5483"/>
                </a:cxn>
                <a:cxn ang="0">
                  <a:pos x="connsiteX5484" y="connsiteY5484"/>
                </a:cxn>
                <a:cxn ang="0">
                  <a:pos x="connsiteX5485" y="connsiteY5485"/>
                </a:cxn>
                <a:cxn ang="0">
                  <a:pos x="connsiteX5486" y="connsiteY5486"/>
                </a:cxn>
                <a:cxn ang="0">
                  <a:pos x="connsiteX5487" y="connsiteY5487"/>
                </a:cxn>
                <a:cxn ang="0">
                  <a:pos x="connsiteX5488" y="connsiteY5488"/>
                </a:cxn>
                <a:cxn ang="0">
                  <a:pos x="connsiteX5489" y="connsiteY5489"/>
                </a:cxn>
                <a:cxn ang="0">
                  <a:pos x="connsiteX5490" y="connsiteY5490"/>
                </a:cxn>
                <a:cxn ang="0">
                  <a:pos x="connsiteX5491" y="connsiteY5491"/>
                </a:cxn>
                <a:cxn ang="0">
                  <a:pos x="connsiteX5492" y="connsiteY5492"/>
                </a:cxn>
                <a:cxn ang="0">
                  <a:pos x="connsiteX5493" y="connsiteY5493"/>
                </a:cxn>
                <a:cxn ang="0">
                  <a:pos x="connsiteX5494" y="connsiteY5494"/>
                </a:cxn>
                <a:cxn ang="0">
                  <a:pos x="connsiteX5495" y="connsiteY5495"/>
                </a:cxn>
                <a:cxn ang="0">
                  <a:pos x="connsiteX5496" y="connsiteY5496"/>
                </a:cxn>
                <a:cxn ang="0">
                  <a:pos x="connsiteX5497" y="connsiteY5497"/>
                </a:cxn>
                <a:cxn ang="0">
                  <a:pos x="connsiteX5498" y="connsiteY5498"/>
                </a:cxn>
                <a:cxn ang="0">
                  <a:pos x="connsiteX5499" y="connsiteY5499"/>
                </a:cxn>
                <a:cxn ang="0">
                  <a:pos x="connsiteX5500" y="connsiteY5500"/>
                </a:cxn>
                <a:cxn ang="0">
                  <a:pos x="connsiteX5501" y="connsiteY5501"/>
                </a:cxn>
                <a:cxn ang="0">
                  <a:pos x="connsiteX5502" y="connsiteY5502"/>
                </a:cxn>
                <a:cxn ang="0">
                  <a:pos x="connsiteX5503" y="connsiteY5503"/>
                </a:cxn>
                <a:cxn ang="0">
                  <a:pos x="connsiteX5504" y="connsiteY5504"/>
                </a:cxn>
                <a:cxn ang="0">
                  <a:pos x="connsiteX5505" y="connsiteY5505"/>
                </a:cxn>
                <a:cxn ang="0">
                  <a:pos x="connsiteX5506" y="connsiteY5506"/>
                </a:cxn>
                <a:cxn ang="0">
                  <a:pos x="connsiteX5507" y="connsiteY5507"/>
                </a:cxn>
                <a:cxn ang="0">
                  <a:pos x="connsiteX5508" y="connsiteY5508"/>
                </a:cxn>
                <a:cxn ang="0">
                  <a:pos x="connsiteX5509" y="connsiteY5509"/>
                </a:cxn>
                <a:cxn ang="0">
                  <a:pos x="connsiteX5510" y="connsiteY5510"/>
                </a:cxn>
                <a:cxn ang="0">
                  <a:pos x="connsiteX5511" y="connsiteY5511"/>
                </a:cxn>
                <a:cxn ang="0">
                  <a:pos x="connsiteX5512" y="connsiteY5512"/>
                </a:cxn>
                <a:cxn ang="0">
                  <a:pos x="connsiteX5513" y="connsiteY5513"/>
                </a:cxn>
                <a:cxn ang="0">
                  <a:pos x="connsiteX5514" y="connsiteY5514"/>
                </a:cxn>
                <a:cxn ang="0">
                  <a:pos x="connsiteX5515" y="connsiteY5515"/>
                </a:cxn>
                <a:cxn ang="0">
                  <a:pos x="connsiteX5516" y="connsiteY5516"/>
                </a:cxn>
                <a:cxn ang="0">
                  <a:pos x="connsiteX5517" y="connsiteY5517"/>
                </a:cxn>
                <a:cxn ang="0">
                  <a:pos x="connsiteX5518" y="connsiteY5518"/>
                </a:cxn>
                <a:cxn ang="0">
                  <a:pos x="connsiteX5519" y="connsiteY5519"/>
                </a:cxn>
                <a:cxn ang="0">
                  <a:pos x="connsiteX5520" y="connsiteY5520"/>
                </a:cxn>
                <a:cxn ang="0">
                  <a:pos x="connsiteX5521" y="connsiteY5521"/>
                </a:cxn>
                <a:cxn ang="0">
                  <a:pos x="connsiteX5522" y="connsiteY5522"/>
                </a:cxn>
                <a:cxn ang="0">
                  <a:pos x="connsiteX5523" y="connsiteY5523"/>
                </a:cxn>
                <a:cxn ang="0">
                  <a:pos x="connsiteX5524" y="connsiteY5524"/>
                </a:cxn>
                <a:cxn ang="0">
                  <a:pos x="connsiteX5525" y="connsiteY5525"/>
                </a:cxn>
                <a:cxn ang="0">
                  <a:pos x="connsiteX5526" y="connsiteY5526"/>
                </a:cxn>
                <a:cxn ang="0">
                  <a:pos x="connsiteX5527" y="connsiteY5527"/>
                </a:cxn>
                <a:cxn ang="0">
                  <a:pos x="connsiteX5528" y="connsiteY5528"/>
                </a:cxn>
                <a:cxn ang="0">
                  <a:pos x="connsiteX5529" y="connsiteY5529"/>
                </a:cxn>
                <a:cxn ang="0">
                  <a:pos x="connsiteX5530" y="connsiteY5530"/>
                </a:cxn>
                <a:cxn ang="0">
                  <a:pos x="connsiteX5531" y="connsiteY5531"/>
                </a:cxn>
                <a:cxn ang="0">
                  <a:pos x="connsiteX5532" y="connsiteY5532"/>
                </a:cxn>
                <a:cxn ang="0">
                  <a:pos x="connsiteX5533" y="connsiteY5533"/>
                </a:cxn>
                <a:cxn ang="0">
                  <a:pos x="connsiteX5534" y="connsiteY5534"/>
                </a:cxn>
                <a:cxn ang="0">
                  <a:pos x="connsiteX5535" y="connsiteY5535"/>
                </a:cxn>
                <a:cxn ang="0">
                  <a:pos x="connsiteX5536" y="connsiteY5536"/>
                </a:cxn>
                <a:cxn ang="0">
                  <a:pos x="connsiteX5537" y="connsiteY5537"/>
                </a:cxn>
                <a:cxn ang="0">
                  <a:pos x="connsiteX5538" y="connsiteY5538"/>
                </a:cxn>
                <a:cxn ang="0">
                  <a:pos x="connsiteX5539" y="connsiteY5539"/>
                </a:cxn>
                <a:cxn ang="0">
                  <a:pos x="connsiteX5540" y="connsiteY5540"/>
                </a:cxn>
                <a:cxn ang="0">
                  <a:pos x="connsiteX5541" y="connsiteY5541"/>
                </a:cxn>
                <a:cxn ang="0">
                  <a:pos x="connsiteX5542" y="connsiteY5542"/>
                </a:cxn>
                <a:cxn ang="0">
                  <a:pos x="connsiteX5543" y="connsiteY5543"/>
                </a:cxn>
                <a:cxn ang="0">
                  <a:pos x="connsiteX5544" y="connsiteY5544"/>
                </a:cxn>
                <a:cxn ang="0">
                  <a:pos x="connsiteX5545" y="connsiteY5545"/>
                </a:cxn>
                <a:cxn ang="0">
                  <a:pos x="connsiteX5546" y="connsiteY5546"/>
                </a:cxn>
                <a:cxn ang="0">
                  <a:pos x="connsiteX5547" y="connsiteY5547"/>
                </a:cxn>
                <a:cxn ang="0">
                  <a:pos x="connsiteX5548" y="connsiteY5548"/>
                </a:cxn>
                <a:cxn ang="0">
                  <a:pos x="connsiteX5549" y="connsiteY5549"/>
                </a:cxn>
                <a:cxn ang="0">
                  <a:pos x="connsiteX5550" y="connsiteY5550"/>
                </a:cxn>
                <a:cxn ang="0">
                  <a:pos x="connsiteX5551" y="connsiteY5551"/>
                </a:cxn>
                <a:cxn ang="0">
                  <a:pos x="connsiteX5552" y="connsiteY5552"/>
                </a:cxn>
                <a:cxn ang="0">
                  <a:pos x="connsiteX5553" y="connsiteY5553"/>
                </a:cxn>
                <a:cxn ang="0">
                  <a:pos x="connsiteX5554" y="connsiteY5554"/>
                </a:cxn>
                <a:cxn ang="0">
                  <a:pos x="connsiteX5555" y="connsiteY5555"/>
                </a:cxn>
                <a:cxn ang="0">
                  <a:pos x="connsiteX5556" y="connsiteY5556"/>
                </a:cxn>
                <a:cxn ang="0">
                  <a:pos x="connsiteX5557" y="connsiteY5557"/>
                </a:cxn>
                <a:cxn ang="0">
                  <a:pos x="connsiteX5558" y="connsiteY5558"/>
                </a:cxn>
                <a:cxn ang="0">
                  <a:pos x="connsiteX5559" y="connsiteY5559"/>
                </a:cxn>
                <a:cxn ang="0">
                  <a:pos x="connsiteX5560" y="connsiteY5560"/>
                </a:cxn>
                <a:cxn ang="0">
                  <a:pos x="connsiteX5561" y="connsiteY5561"/>
                </a:cxn>
                <a:cxn ang="0">
                  <a:pos x="connsiteX5562" y="connsiteY5562"/>
                </a:cxn>
                <a:cxn ang="0">
                  <a:pos x="connsiteX5563" y="connsiteY5563"/>
                </a:cxn>
                <a:cxn ang="0">
                  <a:pos x="connsiteX5564" y="connsiteY5564"/>
                </a:cxn>
                <a:cxn ang="0">
                  <a:pos x="connsiteX5565" y="connsiteY5565"/>
                </a:cxn>
                <a:cxn ang="0">
                  <a:pos x="connsiteX5566" y="connsiteY5566"/>
                </a:cxn>
                <a:cxn ang="0">
                  <a:pos x="connsiteX5567" y="connsiteY5567"/>
                </a:cxn>
                <a:cxn ang="0">
                  <a:pos x="connsiteX5568" y="connsiteY5568"/>
                </a:cxn>
                <a:cxn ang="0">
                  <a:pos x="connsiteX5569" y="connsiteY5569"/>
                </a:cxn>
                <a:cxn ang="0">
                  <a:pos x="connsiteX5570" y="connsiteY5570"/>
                </a:cxn>
                <a:cxn ang="0">
                  <a:pos x="connsiteX5571" y="connsiteY5571"/>
                </a:cxn>
                <a:cxn ang="0">
                  <a:pos x="connsiteX5572" y="connsiteY5572"/>
                </a:cxn>
                <a:cxn ang="0">
                  <a:pos x="connsiteX5573" y="connsiteY5573"/>
                </a:cxn>
                <a:cxn ang="0">
                  <a:pos x="connsiteX5574" y="connsiteY5574"/>
                </a:cxn>
                <a:cxn ang="0">
                  <a:pos x="connsiteX5575" y="connsiteY5575"/>
                </a:cxn>
                <a:cxn ang="0">
                  <a:pos x="connsiteX5576" y="connsiteY5576"/>
                </a:cxn>
                <a:cxn ang="0">
                  <a:pos x="connsiteX5577" y="connsiteY5577"/>
                </a:cxn>
                <a:cxn ang="0">
                  <a:pos x="connsiteX5578" y="connsiteY5578"/>
                </a:cxn>
                <a:cxn ang="0">
                  <a:pos x="connsiteX5579" y="connsiteY5579"/>
                </a:cxn>
                <a:cxn ang="0">
                  <a:pos x="connsiteX5580" y="connsiteY5580"/>
                </a:cxn>
                <a:cxn ang="0">
                  <a:pos x="connsiteX5581" y="connsiteY5581"/>
                </a:cxn>
                <a:cxn ang="0">
                  <a:pos x="connsiteX5582" y="connsiteY5582"/>
                </a:cxn>
                <a:cxn ang="0">
                  <a:pos x="connsiteX5583" y="connsiteY5583"/>
                </a:cxn>
                <a:cxn ang="0">
                  <a:pos x="connsiteX5584" y="connsiteY5584"/>
                </a:cxn>
                <a:cxn ang="0">
                  <a:pos x="connsiteX5585" y="connsiteY5585"/>
                </a:cxn>
                <a:cxn ang="0">
                  <a:pos x="connsiteX5586" y="connsiteY5586"/>
                </a:cxn>
                <a:cxn ang="0">
                  <a:pos x="connsiteX5587" y="connsiteY5587"/>
                </a:cxn>
                <a:cxn ang="0">
                  <a:pos x="connsiteX5588" y="connsiteY5588"/>
                </a:cxn>
                <a:cxn ang="0">
                  <a:pos x="connsiteX5589" y="connsiteY5589"/>
                </a:cxn>
                <a:cxn ang="0">
                  <a:pos x="connsiteX5590" y="connsiteY5590"/>
                </a:cxn>
                <a:cxn ang="0">
                  <a:pos x="connsiteX5591" y="connsiteY5591"/>
                </a:cxn>
                <a:cxn ang="0">
                  <a:pos x="connsiteX5592" y="connsiteY5592"/>
                </a:cxn>
                <a:cxn ang="0">
                  <a:pos x="connsiteX5593" y="connsiteY5593"/>
                </a:cxn>
                <a:cxn ang="0">
                  <a:pos x="connsiteX5594" y="connsiteY5594"/>
                </a:cxn>
                <a:cxn ang="0">
                  <a:pos x="connsiteX5595" y="connsiteY5595"/>
                </a:cxn>
                <a:cxn ang="0">
                  <a:pos x="connsiteX5596" y="connsiteY5596"/>
                </a:cxn>
                <a:cxn ang="0">
                  <a:pos x="connsiteX5597" y="connsiteY5597"/>
                </a:cxn>
                <a:cxn ang="0">
                  <a:pos x="connsiteX5598" y="connsiteY5598"/>
                </a:cxn>
                <a:cxn ang="0">
                  <a:pos x="connsiteX5599" y="connsiteY5599"/>
                </a:cxn>
                <a:cxn ang="0">
                  <a:pos x="connsiteX5600" y="connsiteY5600"/>
                </a:cxn>
                <a:cxn ang="0">
                  <a:pos x="connsiteX5601" y="connsiteY5601"/>
                </a:cxn>
                <a:cxn ang="0">
                  <a:pos x="connsiteX5602" y="connsiteY5602"/>
                </a:cxn>
                <a:cxn ang="0">
                  <a:pos x="connsiteX5603" y="connsiteY5603"/>
                </a:cxn>
                <a:cxn ang="0">
                  <a:pos x="connsiteX5604" y="connsiteY5604"/>
                </a:cxn>
                <a:cxn ang="0">
                  <a:pos x="connsiteX5605" y="connsiteY5605"/>
                </a:cxn>
                <a:cxn ang="0">
                  <a:pos x="connsiteX5606" y="connsiteY5606"/>
                </a:cxn>
                <a:cxn ang="0">
                  <a:pos x="connsiteX5607" y="connsiteY5607"/>
                </a:cxn>
                <a:cxn ang="0">
                  <a:pos x="connsiteX5608" y="connsiteY5608"/>
                </a:cxn>
                <a:cxn ang="0">
                  <a:pos x="connsiteX5609" y="connsiteY5609"/>
                </a:cxn>
                <a:cxn ang="0">
                  <a:pos x="connsiteX5610" y="connsiteY5610"/>
                </a:cxn>
                <a:cxn ang="0">
                  <a:pos x="connsiteX5611" y="connsiteY5611"/>
                </a:cxn>
                <a:cxn ang="0">
                  <a:pos x="connsiteX5612" y="connsiteY5612"/>
                </a:cxn>
                <a:cxn ang="0">
                  <a:pos x="connsiteX5613" y="connsiteY5613"/>
                </a:cxn>
                <a:cxn ang="0">
                  <a:pos x="connsiteX5614" y="connsiteY5614"/>
                </a:cxn>
                <a:cxn ang="0">
                  <a:pos x="connsiteX5615" y="connsiteY5615"/>
                </a:cxn>
                <a:cxn ang="0">
                  <a:pos x="connsiteX5616" y="connsiteY5616"/>
                </a:cxn>
                <a:cxn ang="0">
                  <a:pos x="connsiteX5617" y="connsiteY5617"/>
                </a:cxn>
                <a:cxn ang="0">
                  <a:pos x="connsiteX5618" y="connsiteY5618"/>
                </a:cxn>
                <a:cxn ang="0">
                  <a:pos x="connsiteX5619" y="connsiteY5619"/>
                </a:cxn>
                <a:cxn ang="0">
                  <a:pos x="connsiteX5620" y="connsiteY5620"/>
                </a:cxn>
                <a:cxn ang="0">
                  <a:pos x="connsiteX5621" y="connsiteY5621"/>
                </a:cxn>
                <a:cxn ang="0">
                  <a:pos x="connsiteX5622" y="connsiteY5622"/>
                </a:cxn>
                <a:cxn ang="0">
                  <a:pos x="connsiteX5623" y="connsiteY5623"/>
                </a:cxn>
                <a:cxn ang="0">
                  <a:pos x="connsiteX5624" y="connsiteY5624"/>
                </a:cxn>
                <a:cxn ang="0">
                  <a:pos x="connsiteX5625" y="connsiteY5625"/>
                </a:cxn>
                <a:cxn ang="0">
                  <a:pos x="connsiteX5626" y="connsiteY5626"/>
                </a:cxn>
                <a:cxn ang="0">
                  <a:pos x="connsiteX5627" y="connsiteY5627"/>
                </a:cxn>
                <a:cxn ang="0">
                  <a:pos x="connsiteX5628" y="connsiteY5628"/>
                </a:cxn>
                <a:cxn ang="0">
                  <a:pos x="connsiteX5629" y="connsiteY5629"/>
                </a:cxn>
                <a:cxn ang="0">
                  <a:pos x="connsiteX5630" y="connsiteY5630"/>
                </a:cxn>
                <a:cxn ang="0">
                  <a:pos x="connsiteX5631" y="connsiteY5631"/>
                </a:cxn>
                <a:cxn ang="0">
                  <a:pos x="connsiteX5632" y="connsiteY5632"/>
                </a:cxn>
                <a:cxn ang="0">
                  <a:pos x="connsiteX5633" y="connsiteY5633"/>
                </a:cxn>
                <a:cxn ang="0">
                  <a:pos x="connsiteX5634" y="connsiteY5634"/>
                </a:cxn>
                <a:cxn ang="0">
                  <a:pos x="connsiteX5635" y="connsiteY5635"/>
                </a:cxn>
                <a:cxn ang="0">
                  <a:pos x="connsiteX5636" y="connsiteY5636"/>
                </a:cxn>
                <a:cxn ang="0">
                  <a:pos x="connsiteX5637" y="connsiteY5637"/>
                </a:cxn>
                <a:cxn ang="0">
                  <a:pos x="connsiteX5638" y="connsiteY5638"/>
                </a:cxn>
                <a:cxn ang="0">
                  <a:pos x="connsiteX5639" y="connsiteY5639"/>
                </a:cxn>
                <a:cxn ang="0">
                  <a:pos x="connsiteX5640" y="connsiteY5640"/>
                </a:cxn>
                <a:cxn ang="0">
                  <a:pos x="connsiteX5641" y="connsiteY5641"/>
                </a:cxn>
                <a:cxn ang="0">
                  <a:pos x="connsiteX5642" y="connsiteY5642"/>
                </a:cxn>
                <a:cxn ang="0">
                  <a:pos x="connsiteX5643" y="connsiteY5643"/>
                </a:cxn>
                <a:cxn ang="0">
                  <a:pos x="connsiteX5644" y="connsiteY5644"/>
                </a:cxn>
                <a:cxn ang="0">
                  <a:pos x="connsiteX5645" y="connsiteY5645"/>
                </a:cxn>
                <a:cxn ang="0">
                  <a:pos x="connsiteX5646" y="connsiteY5646"/>
                </a:cxn>
                <a:cxn ang="0">
                  <a:pos x="connsiteX5647" y="connsiteY5647"/>
                </a:cxn>
                <a:cxn ang="0">
                  <a:pos x="connsiteX5648" y="connsiteY5648"/>
                </a:cxn>
                <a:cxn ang="0">
                  <a:pos x="connsiteX5649" y="connsiteY5649"/>
                </a:cxn>
                <a:cxn ang="0">
                  <a:pos x="connsiteX5650" y="connsiteY5650"/>
                </a:cxn>
                <a:cxn ang="0">
                  <a:pos x="connsiteX5651" y="connsiteY5651"/>
                </a:cxn>
                <a:cxn ang="0">
                  <a:pos x="connsiteX5652" y="connsiteY5652"/>
                </a:cxn>
                <a:cxn ang="0">
                  <a:pos x="connsiteX5653" y="connsiteY5653"/>
                </a:cxn>
                <a:cxn ang="0">
                  <a:pos x="connsiteX5654" y="connsiteY5654"/>
                </a:cxn>
                <a:cxn ang="0">
                  <a:pos x="connsiteX5655" y="connsiteY5655"/>
                </a:cxn>
                <a:cxn ang="0">
                  <a:pos x="connsiteX5656" y="connsiteY5656"/>
                </a:cxn>
                <a:cxn ang="0">
                  <a:pos x="connsiteX5657" y="connsiteY5657"/>
                </a:cxn>
                <a:cxn ang="0">
                  <a:pos x="connsiteX5658" y="connsiteY5658"/>
                </a:cxn>
                <a:cxn ang="0">
                  <a:pos x="connsiteX5659" y="connsiteY5659"/>
                </a:cxn>
                <a:cxn ang="0">
                  <a:pos x="connsiteX5660" y="connsiteY5660"/>
                </a:cxn>
                <a:cxn ang="0">
                  <a:pos x="connsiteX5661" y="connsiteY5661"/>
                </a:cxn>
                <a:cxn ang="0">
                  <a:pos x="connsiteX5662" y="connsiteY5662"/>
                </a:cxn>
                <a:cxn ang="0">
                  <a:pos x="connsiteX5663" y="connsiteY5663"/>
                </a:cxn>
                <a:cxn ang="0">
                  <a:pos x="connsiteX5664" y="connsiteY5664"/>
                </a:cxn>
                <a:cxn ang="0">
                  <a:pos x="connsiteX5665" y="connsiteY5665"/>
                </a:cxn>
                <a:cxn ang="0">
                  <a:pos x="connsiteX5666" y="connsiteY5666"/>
                </a:cxn>
                <a:cxn ang="0">
                  <a:pos x="connsiteX5667" y="connsiteY5667"/>
                </a:cxn>
                <a:cxn ang="0">
                  <a:pos x="connsiteX5668" y="connsiteY5668"/>
                </a:cxn>
                <a:cxn ang="0">
                  <a:pos x="connsiteX5669" y="connsiteY5669"/>
                </a:cxn>
                <a:cxn ang="0">
                  <a:pos x="connsiteX5670" y="connsiteY5670"/>
                </a:cxn>
                <a:cxn ang="0">
                  <a:pos x="connsiteX5671" y="connsiteY5671"/>
                </a:cxn>
                <a:cxn ang="0">
                  <a:pos x="connsiteX5672" y="connsiteY5672"/>
                </a:cxn>
                <a:cxn ang="0">
                  <a:pos x="connsiteX5673" y="connsiteY5673"/>
                </a:cxn>
                <a:cxn ang="0">
                  <a:pos x="connsiteX5674" y="connsiteY5674"/>
                </a:cxn>
                <a:cxn ang="0">
                  <a:pos x="connsiteX5675" y="connsiteY5675"/>
                </a:cxn>
                <a:cxn ang="0">
                  <a:pos x="connsiteX5676" y="connsiteY5676"/>
                </a:cxn>
                <a:cxn ang="0">
                  <a:pos x="connsiteX5677" y="connsiteY5677"/>
                </a:cxn>
                <a:cxn ang="0">
                  <a:pos x="connsiteX5678" y="connsiteY5678"/>
                </a:cxn>
                <a:cxn ang="0">
                  <a:pos x="connsiteX5679" y="connsiteY5679"/>
                </a:cxn>
                <a:cxn ang="0">
                  <a:pos x="connsiteX5680" y="connsiteY5680"/>
                </a:cxn>
                <a:cxn ang="0">
                  <a:pos x="connsiteX5681" y="connsiteY5681"/>
                </a:cxn>
                <a:cxn ang="0">
                  <a:pos x="connsiteX5682" y="connsiteY5682"/>
                </a:cxn>
                <a:cxn ang="0">
                  <a:pos x="connsiteX5683" y="connsiteY5683"/>
                </a:cxn>
                <a:cxn ang="0">
                  <a:pos x="connsiteX5684" y="connsiteY5684"/>
                </a:cxn>
                <a:cxn ang="0">
                  <a:pos x="connsiteX5685" y="connsiteY5685"/>
                </a:cxn>
                <a:cxn ang="0">
                  <a:pos x="connsiteX5686" y="connsiteY5686"/>
                </a:cxn>
                <a:cxn ang="0">
                  <a:pos x="connsiteX5687" y="connsiteY5687"/>
                </a:cxn>
                <a:cxn ang="0">
                  <a:pos x="connsiteX5688" y="connsiteY5688"/>
                </a:cxn>
                <a:cxn ang="0">
                  <a:pos x="connsiteX5689" y="connsiteY5689"/>
                </a:cxn>
                <a:cxn ang="0">
                  <a:pos x="connsiteX5690" y="connsiteY5690"/>
                </a:cxn>
                <a:cxn ang="0">
                  <a:pos x="connsiteX5691" y="connsiteY5691"/>
                </a:cxn>
                <a:cxn ang="0">
                  <a:pos x="connsiteX5692" y="connsiteY5692"/>
                </a:cxn>
                <a:cxn ang="0">
                  <a:pos x="connsiteX5693" y="connsiteY5693"/>
                </a:cxn>
                <a:cxn ang="0">
                  <a:pos x="connsiteX5694" y="connsiteY5694"/>
                </a:cxn>
                <a:cxn ang="0">
                  <a:pos x="connsiteX5695" y="connsiteY5695"/>
                </a:cxn>
                <a:cxn ang="0">
                  <a:pos x="connsiteX5696" y="connsiteY5696"/>
                </a:cxn>
                <a:cxn ang="0">
                  <a:pos x="connsiteX5697" y="connsiteY5697"/>
                </a:cxn>
                <a:cxn ang="0">
                  <a:pos x="connsiteX5698" y="connsiteY5698"/>
                </a:cxn>
                <a:cxn ang="0">
                  <a:pos x="connsiteX5699" y="connsiteY5699"/>
                </a:cxn>
                <a:cxn ang="0">
                  <a:pos x="connsiteX5700" y="connsiteY5700"/>
                </a:cxn>
                <a:cxn ang="0">
                  <a:pos x="connsiteX5701" y="connsiteY5701"/>
                </a:cxn>
                <a:cxn ang="0">
                  <a:pos x="connsiteX5702" y="connsiteY5702"/>
                </a:cxn>
                <a:cxn ang="0">
                  <a:pos x="connsiteX5703" y="connsiteY5703"/>
                </a:cxn>
                <a:cxn ang="0">
                  <a:pos x="connsiteX5704" y="connsiteY5704"/>
                </a:cxn>
                <a:cxn ang="0">
                  <a:pos x="connsiteX5705" y="connsiteY5705"/>
                </a:cxn>
                <a:cxn ang="0">
                  <a:pos x="connsiteX5706" y="connsiteY5706"/>
                </a:cxn>
                <a:cxn ang="0">
                  <a:pos x="connsiteX5707" y="connsiteY5707"/>
                </a:cxn>
                <a:cxn ang="0">
                  <a:pos x="connsiteX5708" y="connsiteY5708"/>
                </a:cxn>
                <a:cxn ang="0">
                  <a:pos x="connsiteX5709" y="connsiteY5709"/>
                </a:cxn>
                <a:cxn ang="0">
                  <a:pos x="connsiteX5710" y="connsiteY5710"/>
                </a:cxn>
                <a:cxn ang="0">
                  <a:pos x="connsiteX5711" y="connsiteY5711"/>
                </a:cxn>
                <a:cxn ang="0">
                  <a:pos x="connsiteX5712" y="connsiteY5712"/>
                </a:cxn>
                <a:cxn ang="0">
                  <a:pos x="connsiteX5713" y="connsiteY5713"/>
                </a:cxn>
                <a:cxn ang="0">
                  <a:pos x="connsiteX5714" y="connsiteY5714"/>
                </a:cxn>
                <a:cxn ang="0">
                  <a:pos x="connsiteX5715" y="connsiteY5715"/>
                </a:cxn>
                <a:cxn ang="0">
                  <a:pos x="connsiteX5716" y="connsiteY5716"/>
                </a:cxn>
                <a:cxn ang="0">
                  <a:pos x="connsiteX5717" y="connsiteY5717"/>
                </a:cxn>
                <a:cxn ang="0">
                  <a:pos x="connsiteX5718" y="connsiteY5718"/>
                </a:cxn>
                <a:cxn ang="0">
                  <a:pos x="connsiteX5719" y="connsiteY5719"/>
                </a:cxn>
                <a:cxn ang="0">
                  <a:pos x="connsiteX5720" y="connsiteY5720"/>
                </a:cxn>
                <a:cxn ang="0">
                  <a:pos x="connsiteX5721" y="connsiteY5721"/>
                </a:cxn>
                <a:cxn ang="0">
                  <a:pos x="connsiteX5722" y="connsiteY5722"/>
                </a:cxn>
                <a:cxn ang="0">
                  <a:pos x="connsiteX5723" y="connsiteY5723"/>
                </a:cxn>
                <a:cxn ang="0">
                  <a:pos x="connsiteX5724" y="connsiteY5724"/>
                </a:cxn>
                <a:cxn ang="0">
                  <a:pos x="connsiteX5725" y="connsiteY5725"/>
                </a:cxn>
                <a:cxn ang="0">
                  <a:pos x="connsiteX5726" y="connsiteY5726"/>
                </a:cxn>
                <a:cxn ang="0">
                  <a:pos x="connsiteX5727" y="connsiteY5727"/>
                </a:cxn>
                <a:cxn ang="0">
                  <a:pos x="connsiteX5728" y="connsiteY5728"/>
                </a:cxn>
                <a:cxn ang="0">
                  <a:pos x="connsiteX5729" y="connsiteY5729"/>
                </a:cxn>
                <a:cxn ang="0">
                  <a:pos x="connsiteX5730" y="connsiteY5730"/>
                </a:cxn>
                <a:cxn ang="0">
                  <a:pos x="connsiteX5731" y="connsiteY5731"/>
                </a:cxn>
                <a:cxn ang="0">
                  <a:pos x="connsiteX5732" y="connsiteY5732"/>
                </a:cxn>
                <a:cxn ang="0">
                  <a:pos x="connsiteX5733" y="connsiteY5733"/>
                </a:cxn>
                <a:cxn ang="0">
                  <a:pos x="connsiteX5734" y="connsiteY5734"/>
                </a:cxn>
                <a:cxn ang="0">
                  <a:pos x="connsiteX5735" y="connsiteY5735"/>
                </a:cxn>
                <a:cxn ang="0">
                  <a:pos x="connsiteX5736" y="connsiteY5736"/>
                </a:cxn>
                <a:cxn ang="0">
                  <a:pos x="connsiteX5737" y="connsiteY5737"/>
                </a:cxn>
                <a:cxn ang="0">
                  <a:pos x="connsiteX5738" y="connsiteY5738"/>
                </a:cxn>
                <a:cxn ang="0">
                  <a:pos x="connsiteX5739" y="connsiteY5739"/>
                </a:cxn>
                <a:cxn ang="0">
                  <a:pos x="connsiteX5740" y="connsiteY5740"/>
                </a:cxn>
                <a:cxn ang="0">
                  <a:pos x="connsiteX5741" y="connsiteY5741"/>
                </a:cxn>
                <a:cxn ang="0">
                  <a:pos x="connsiteX5742" y="connsiteY5742"/>
                </a:cxn>
                <a:cxn ang="0">
                  <a:pos x="connsiteX5743" y="connsiteY5743"/>
                </a:cxn>
                <a:cxn ang="0">
                  <a:pos x="connsiteX5744" y="connsiteY5744"/>
                </a:cxn>
                <a:cxn ang="0">
                  <a:pos x="connsiteX5745" y="connsiteY5745"/>
                </a:cxn>
                <a:cxn ang="0">
                  <a:pos x="connsiteX5746" y="connsiteY5746"/>
                </a:cxn>
                <a:cxn ang="0">
                  <a:pos x="connsiteX5747" y="connsiteY5747"/>
                </a:cxn>
                <a:cxn ang="0">
                  <a:pos x="connsiteX5748" y="connsiteY5748"/>
                </a:cxn>
                <a:cxn ang="0">
                  <a:pos x="connsiteX5749" y="connsiteY5749"/>
                </a:cxn>
                <a:cxn ang="0">
                  <a:pos x="connsiteX5750" y="connsiteY5750"/>
                </a:cxn>
                <a:cxn ang="0">
                  <a:pos x="connsiteX5751" y="connsiteY5751"/>
                </a:cxn>
                <a:cxn ang="0">
                  <a:pos x="connsiteX5752" y="connsiteY5752"/>
                </a:cxn>
                <a:cxn ang="0">
                  <a:pos x="connsiteX5753" y="connsiteY5753"/>
                </a:cxn>
                <a:cxn ang="0">
                  <a:pos x="connsiteX5754" y="connsiteY5754"/>
                </a:cxn>
                <a:cxn ang="0">
                  <a:pos x="connsiteX5755" y="connsiteY5755"/>
                </a:cxn>
                <a:cxn ang="0">
                  <a:pos x="connsiteX5756" y="connsiteY5756"/>
                </a:cxn>
                <a:cxn ang="0">
                  <a:pos x="connsiteX5757" y="connsiteY5757"/>
                </a:cxn>
                <a:cxn ang="0">
                  <a:pos x="connsiteX5758" y="connsiteY5758"/>
                </a:cxn>
                <a:cxn ang="0">
                  <a:pos x="connsiteX5759" y="connsiteY5759"/>
                </a:cxn>
                <a:cxn ang="0">
                  <a:pos x="connsiteX5760" y="connsiteY5760"/>
                </a:cxn>
                <a:cxn ang="0">
                  <a:pos x="connsiteX5761" y="connsiteY5761"/>
                </a:cxn>
                <a:cxn ang="0">
                  <a:pos x="connsiteX5762" y="connsiteY5762"/>
                </a:cxn>
                <a:cxn ang="0">
                  <a:pos x="connsiteX5763" y="connsiteY5763"/>
                </a:cxn>
                <a:cxn ang="0">
                  <a:pos x="connsiteX5764" y="connsiteY5764"/>
                </a:cxn>
                <a:cxn ang="0">
                  <a:pos x="connsiteX5765" y="connsiteY5765"/>
                </a:cxn>
                <a:cxn ang="0">
                  <a:pos x="connsiteX5766" y="connsiteY5766"/>
                </a:cxn>
                <a:cxn ang="0">
                  <a:pos x="connsiteX5767" y="connsiteY5767"/>
                </a:cxn>
                <a:cxn ang="0">
                  <a:pos x="connsiteX5768" y="connsiteY5768"/>
                </a:cxn>
                <a:cxn ang="0">
                  <a:pos x="connsiteX5769" y="connsiteY5769"/>
                </a:cxn>
                <a:cxn ang="0">
                  <a:pos x="connsiteX5770" y="connsiteY5770"/>
                </a:cxn>
                <a:cxn ang="0">
                  <a:pos x="connsiteX5771" y="connsiteY5771"/>
                </a:cxn>
                <a:cxn ang="0">
                  <a:pos x="connsiteX5772" y="connsiteY5772"/>
                </a:cxn>
                <a:cxn ang="0">
                  <a:pos x="connsiteX5773" y="connsiteY5773"/>
                </a:cxn>
                <a:cxn ang="0">
                  <a:pos x="connsiteX5774" y="connsiteY5774"/>
                </a:cxn>
                <a:cxn ang="0">
                  <a:pos x="connsiteX5775" y="connsiteY5775"/>
                </a:cxn>
                <a:cxn ang="0">
                  <a:pos x="connsiteX5776" y="connsiteY5776"/>
                </a:cxn>
                <a:cxn ang="0">
                  <a:pos x="connsiteX5777" y="connsiteY5777"/>
                </a:cxn>
                <a:cxn ang="0">
                  <a:pos x="connsiteX5778" y="connsiteY5778"/>
                </a:cxn>
                <a:cxn ang="0">
                  <a:pos x="connsiteX5779" y="connsiteY5779"/>
                </a:cxn>
                <a:cxn ang="0">
                  <a:pos x="connsiteX5780" y="connsiteY5780"/>
                </a:cxn>
                <a:cxn ang="0">
                  <a:pos x="connsiteX5781" y="connsiteY5781"/>
                </a:cxn>
                <a:cxn ang="0">
                  <a:pos x="connsiteX5782" y="connsiteY5782"/>
                </a:cxn>
                <a:cxn ang="0">
                  <a:pos x="connsiteX5783" y="connsiteY5783"/>
                </a:cxn>
                <a:cxn ang="0">
                  <a:pos x="connsiteX5784" y="connsiteY5784"/>
                </a:cxn>
                <a:cxn ang="0">
                  <a:pos x="connsiteX5785" y="connsiteY5785"/>
                </a:cxn>
                <a:cxn ang="0">
                  <a:pos x="connsiteX5786" y="connsiteY5786"/>
                </a:cxn>
                <a:cxn ang="0">
                  <a:pos x="connsiteX5787" y="connsiteY5787"/>
                </a:cxn>
                <a:cxn ang="0">
                  <a:pos x="connsiteX5788" y="connsiteY5788"/>
                </a:cxn>
                <a:cxn ang="0">
                  <a:pos x="connsiteX5789" y="connsiteY5789"/>
                </a:cxn>
                <a:cxn ang="0">
                  <a:pos x="connsiteX5790" y="connsiteY5790"/>
                </a:cxn>
                <a:cxn ang="0">
                  <a:pos x="connsiteX5791" y="connsiteY5791"/>
                </a:cxn>
                <a:cxn ang="0">
                  <a:pos x="connsiteX5792" y="connsiteY5792"/>
                </a:cxn>
                <a:cxn ang="0">
                  <a:pos x="connsiteX5793" y="connsiteY5793"/>
                </a:cxn>
                <a:cxn ang="0">
                  <a:pos x="connsiteX5794" y="connsiteY5794"/>
                </a:cxn>
                <a:cxn ang="0">
                  <a:pos x="connsiteX5795" y="connsiteY5795"/>
                </a:cxn>
                <a:cxn ang="0">
                  <a:pos x="connsiteX5796" y="connsiteY5796"/>
                </a:cxn>
                <a:cxn ang="0">
                  <a:pos x="connsiteX5797" y="connsiteY5797"/>
                </a:cxn>
                <a:cxn ang="0">
                  <a:pos x="connsiteX5798" y="connsiteY5798"/>
                </a:cxn>
                <a:cxn ang="0">
                  <a:pos x="connsiteX5799" y="connsiteY5799"/>
                </a:cxn>
                <a:cxn ang="0">
                  <a:pos x="connsiteX5800" y="connsiteY5800"/>
                </a:cxn>
                <a:cxn ang="0">
                  <a:pos x="connsiteX5801" y="connsiteY5801"/>
                </a:cxn>
                <a:cxn ang="0">
                  <a:pos x="connsiteX5802" y="connsiteY5802"/>
                </a:cxn>
                <a:cxn ang="0">
                  <a:pos x="connsiteX5803" y="connsiteY5803"/>
                </a:cxn>
                <a:cxn ang="0">
                  <a:pos x="connsiteX5804" y="connsiteY5804"/>
                </a:cxn>
                <a:cxn ang="0">
                  <a:pos x="connsiteX5805" y="connsiteY5805"/>
                </a:cxn>
                <a:cxn ang="0">
                  <a:pos x="connsiteX5806" y="connsiteY5806"/>
                </a:cxn>
                <a:cxn ang="0">
                  <a:pos x="connsiteX5807" y="connsiteY5807"/>
                </a:cxn>
                <a:cxn ang="0">
                  <a:pos x="connsiteX5808" y="connsiteY5808"/>
                </a:cxn>
                <a:cxn ang="0">
                  <a:pos x="connsiteX5809" y="connsiteY5809"/>
                </a:cxn>
                <a:cxn ang="0">
                  <a:pos x="connsiteX5810" y="connsiteY5810"/>
                </a:cxn>
                <a:cxn ang="0">
                  <a:pos x="connsiteX5811" y="connsiteY5811"/>
                </a:cxn>
                <a:cxn ang="0">
                  <a:pos x="connsiteX5812" y="connsiteY5812"/>
                </a:cxn>
                <a:cxn ang="0">
                  <a:pos x="connsiteX5813" y="connsiteY5813"/>
                </a:cxn>
                <a:cxn ang="0">
                  <a:pos x="connsiteX5814" y="connsiteY5814"/>
                </a:cxn>
                <a:cxn ang="0">
                  <a:pos x="connsiteX5815" y="connsiteY5815"/>
                </a:cxn>
                <a:cxn ang="0">
                  <a:pos x="connsiteX5816" y="connsiteY5816"/>
                </a:cxn>
                <a:cxn ang="0">
                  <a:pos x="connsiteX5817" y="connsiteY5817"/>
                </a:cxn>
                <a:cxn ang="0">
                  <a:pos x="connsiteX5818" y="connsiteY5818"/>
                </a:cxn>
                <a:cxn ang="0">
                  <a:pos x="connsiteX5819" y="connsiteY5819"/>
                </a:cxn>
                <a:cxn ang="0">
                  <a:pos x="connsiteX5820" y="connsiteY5820"/>
                </a:cxn>
                <a:cxn ang="0">
                  <a:pos x="connsiteX5821" y="connsiteY5821"/>
                </a:cxn>
                <a:cxn ang="0">
                  <a:pos x="connsiteX5822" y="connsiteY5822"/>
                </a:cxn>
                <a:cxn ang="0">
                  <a:pos x="connsiteX5823" y="connsiteY5823"/>
                </a:cxn>
                <a:cxn ang="0">
                  <a:pos x="connsiteX5824" y="connsiteY5824"/>
                </a:cxn>
                <a:cxn ang="0">
                  <a:pos x="connsiteX5825" y="connsiteY5825"/>
                </a:cxn>
                <a:cxn ang="0">
                  <a:pos x="connsiteX5826" y="connsiteY5826"/>
                </a:cxn>
                <a:cxn ang="0">
                  <a:pos x="connsiteX5827" y="connsiteY5827"/>
                </a:cxn>
                <a:cxn ang="0">
                  <a:pos x="connsiteX5828" y="connsiteY5828"/>
                </a:cxn>
                <a:cxn ang="0">
                  <a:pos x="connsiteX5829" y="connsiteY5829"/>
                </a:cxn>
                <a:cxn ang="0">
                  <a:pos x="connsiteX5830" y="connsiteY5830"/>
                </a:cxn>
                <a:cxn ang="0">
                  <a:pos x="connsiteX5831" y="connsiteY5831"/>
                </a:cxn>
                <a:cxn ang="0">
                  <a:pos x="connsiteX5832" y="connsiteY5832"/>
                </a:cxn>
                <a:cxn ang="0">
                  <a:pos x="connsiteX5833" y="connsiteY5833"/>
                </a:cxn>
                <a:cxn ang="0">
                  <a:pos x="connsiteX5834" y="connsiteY5834"/>
                </a:cxn>
                <a:cxn ang="0">
                  <a:pos x="connsiteX5835" y="connsiteY5835"/>
                </a:cxn>
                <a:cxn ang="0">
                  <a:pos x="connsiteX5836" y="connsiteY5836"/>
                </a:cxn>
                <a:cxn ang="0">
                  <a:pos x="connsiteX5837" y="connsiteY5837"/>
                </a:cxn>
                <a:cxn ang="0">
                  <a:pos x="connsiteX5838" y="connsiteY5838"/>
                </a:cxn>
                <a:cxn ang="0">
                  <a:pos x="connsiteX5839" y="connsiteY5839"/>
                </a:cxn>
                <a:cxn ang="0">
                  <a:pos x="connsiteX5840" y="connsiteY5840"/>
                </a:cxn>
                <a:cxn ang="0">
                  <a:pos x="connsiteX5841" y="connsiteY5841"/>
                </a:cxn>
                <a:cxn ang="0">
                  <a:pos x="connsiteX5842" y="connsiteY5842"/>
                </a:cxn>
                <a:cxn ang="0">
                  <a:pos x="connsiteX5843" y="connsiteY5843"/>
                </a:cxn>
                <a:cxn ang="0">
                  <a:pos x="connsiteX5844" y="connsiteY5844"/>
                </a:cxn>
                <a:cxn ang="0">
                  <a:pos x="connsiteX5845" y="connsiteY5845"/>
                </a:cxn>
                <a:cxn ang="0">
                  <a:pos x="connsiteX5846" y="connsiteY5846"/>
                </a:cxn>
                <a:cxn ang="0">
                  <a:pos x="connsiteX5847" y="connsiteY5847"/>
                </a:cxn>
                <a:cxn ang="0">
                  <a:pos x="connsiteX5848" y="connsiteY5848"/>
                </a:cxn>
                <a:cxn ang="0">
                  <a:pos x="connsiteX5849" y="connsiteY5849"/>
                </a:cxn>
                <a:cxn ang="0">
                  <a:pos x="connsiteX5850" y="connsiteY5850"/>
                </a:cxn>
                <a:cxn ang="0">
                  <a:pos x="connsiteX5851" y="connsiteY5851"/>
                </a:cxn>
                <a:cxn ang="0">
                  <a:pos x="connsiteX5852" y="connsiteY5852"/>
                </a:cxn>
                <a:cxn ang="0">
                  <a:pos x="connsiteX5853" y="connsiteY5853"/>
                </a:cxn>
                <a:cxn ang="0">
                  <a:pos x="connsiteX5854" y="connsiteY5854"/>
                </a:cxn>
                <a:cxn ang="0">
                  <a:pos x="connsiteX5855" y="connsiteY5855"/>
                </a:cxn>
                <a:cxn ang="0">
                  <a:pos x="connsiteX5856" y="connsiteY5856"/>
                </a:cxn>
                <a:cxn ang="0">
                  <a:pos x="connsiteX5857" y="connsiteY5857"/>
                </a:cxn>
                <a:cxn ang="0">
                  <a:pos x="connsiteX5858" y="connsiteY5858"/>
                </a:cxn>
                <a:cxn ang="0">
                  <a:pos x="connsiteX5859" y="connsiteY5859"/>
                </a:cxn>
                <a:cxn ang="0">
                  <a:pos x="connsiteX5860" y="connsiteY5860"/>
                </a:cxn>
                <a:cxn ang="0">
                  <a:pos x="connsiteX5861" y="connsiteY5861"/>
                </a:cxn>
                <a:cxn ang="0">
                  <a:pos x="connsiteX5862" y="connsiteY5862"/>
                </a:cxn>
                <a:cxn ang="0">
                  <a:pos x="connsiteX5863" y="connsiteY5863"/>
                </a:cxn>
                <a:cxn ang="0">
                  <a:pos x="connsiteX5864" y="connsiteY5864"/>
                </a:cxn>
                <a:cxn ang="0">
                  <a:pos x="connsiteX5865" y="connsiteY5865"/>
                </a:cxn>
                <a:cxn ang="0">
                  <a:pos x="connsiteX5866" y="connsiteY5866"/>
                </a:cxn>
                <a:cxn ang="0">
                  <a:pos x="connsiteX5867" y="connsiteY5867"/>
                </a:cxn>
                <a:cxn ang="0">
                  <a:pos x="connsiteX5868" y="connsiteY5868"/>
                </a:cxn>
                <a:cxn ang="0">
                  <a:pos x="connsiteX5869" y="connsiteY5869"/>
                </a:cxn>
                <a:cxn ang="0">
                  <a:pos x="connsiteX5870" y="connsiteY5870"/>
                </a:cxn>
                <a:cxn ang="0">
                  <a:pos x="connsiteX5871" y="connsiteY5871"/>
                </a:cxn>
                <a:cxn ang="0">
                  <a:pos x="connsiteX5872" y="connsiteY5872"/>
                </a:cxn>
                <a:cxn ang="0">
                  <a:pos x="connsiteX5873" y="connsiteY5873"/>
                </a:cxn>
                <a:cxn ang="0">
                  <a:pos x="connsiteX5874" y="connsiteY5874"/>
                </a:cxn>
                <a:cxn ang="0">
                  <a:pos x="connsiteX5875" y="connsiteY5875"/>
                </a:cxn>
                <a:cxn ang="0">
                  <a:pos x="connsiteX5876" y="connsiteY5876"/>
                </a:cxn>
                <a:cxn ang="0">
                  <a:pos x="connsiteX5877" y="connsiteY5877"/>
                </a:cxn>
                <a:cxn ang="0">
                  <a:pos x="connsiteX5878" y="connsiteY5878"/>
                </a:cxn>
                <a:cxn ang="0">
                  <a:pos x="connsiteX5879" y="connsiteY5879"/>
                </a:cxn>
                <a:cxn ang="0">
                  <a:pos x="connsiteX5880" y="connsiteY5880"/>
                </a:cxn>
                <a:cxn ang="0">
                  <a:pos x="connsiteX5881" y="connsiteY5881"/>
                </a:cxn>
                <a:cxn ang="0">
                  <a:pos x="connsiteX5882" y="connsiteY5882"/>
                </a:cxn>
                <a:cxn ang="0">
                  <a:pos x="connsiteX5883" y="connsiteY5883"/>
                </a:cxn>
                <a:cxn ang="0">
                  <a:pos x="connsiteX5884" y="connsiteY5884"/>
                </a:cxn>
                <a:cxn ang="0">
                  <a:pos x="connsiteX5885" y="connsiteY5885"/>
                </a:cxn>
                <a:cxn ang="0">
                  <a:pos x="connsiteX5886" y="connsiteY5886"/>
                </a:cxn>
                <a:cxn ang="0">
                  <a:pos x="connsiteX5887" y="connsiteY5887"/>
                </a:cxn>
                <a:cxn ang="0">
                  <a:pos x="connsiteX5888" y="connsiteY5888"/>
                </a:cxn>
                <a:cxn ang="0">
                  <a:pos x="connsiteX5889" y="connsiteY5889"/>
                </a:cxn>
                <a:cxn ang="0">
                  <a:pos x="connsiteX5890" y="connsiteY5890"/>
                </a:cxn>
                <a:cxn ang="0">
                  <a:pos x="connsiteX5891" y="connsiteY5891"/>
                </a:cxn>
                <a:cxn ang="0">
                  <a:pos x="connsiteX5892" y="connsiteY5892"/>
                </a:cxn>
                <a:cxn ang="0">
                  <a:pos x="connsiteX5893" y="connsiteY5893"/>
                </a:cxn>
                <a:cxn ang="0">
                  <a:pos x="connsiteX5894" y="connsiteY5894"/>
                </a:cxn>
                <a:cxn ang="0">
                  <a:pos x="connsiteX5895" y="connsiteY5895"/>
                </a:cxn>
                <a:cxn ang="0">
                  <a:pos x="connsiteX5896" y="connsiteY5896"/>
                </a:cxn>
                <a:cxn ang="0">
                  <a:pos x="connsiteX5897" y="connsiteY5897"/>
                </a:cxn>
                <a:cxn ang="0">
                  <a:pos x="connsiteX5898" y="connsiteY5898"/>
                </a:cxn>
                <a:cxn ang="0">
                  <a:pos x="connsiteX5899" y="connsiteY5899"/>
                </a:cxn>
                <a:cxn ang="0">
                  <a:pos x="connsiteX5900" y="connsiteY5900"/>
                </a:cxn>
                <a:cxn ang="0">
                  <a:pos x="connsiteX5901" y="connsiteY5901"/>
                </a:cxn>
                <a:cxn ang="0">
                  <a:pos x="connsiteX5902" y="connsiteY5902"/>
                </a:cxn>
                <a:cxn ang="0">
                  <a:pos x="connsiteX5903" y="connsiteY5903"/>
                </a:cxn>
                <a:cxn ang="0">
                  <a:pos x="connsiteX5904" y="connsiteY5904"/>
                </a:cxn>
                <a:cxn ang="0">
                  <a:pos x="connsiteX5905" y="connsiteY5905"/>
                </a:cxn>
                <a:cxn ang="0">
                  <a:pos x="connsiteX5906" y="connsiteY5906"/>
                </a:cxn>
                <a:cxn ang="0">
                  <a:pos x="connsiteX5907" y="connsiteY5907"/>
                </a:cxn>
                <a:cxn ang="0">
                  <a:pos x="connsiteX5908" y="connsiteY5908"/>
                </a:cxn>
                <a:cxn ang="0">
                  <a:pos x="connsiteX5909" y="connsiteY5909"/>
                </a:cxn>
                <a:cxn ang="0">
                  <a:pos x="connsiteX5910" y="connsiteY5910"/>
                </a:cxn>
                <a:cxn ang="0">
                  <a:pos x="connsiteX5911" y="connsiteY5911"/>
                </a:cxn>
                <a:cxn ang="0">
                  <a:pos x="connsiteX5912" y="connsiteY5912"/>
                </a:cxn>
                <a:cxn ang="0">
                  <a:pos x="connsiteX5913" y="connsiteY5913"/>
                </a:cxn>
                <a:cxn ang="0">
                  <a:pos x="connsiteX5914" y="connsiteY5914"/>
                </a:cxn>
                <a:cxn ang="0">
                  <a:pos x="connsiteX5915" y="connsiteY5915"/>
                </a:cxn>
                <a:cxn ang="0">
                  <a:pos x="connsiteX5916" y="connsiteY5916"/>
                </a:cxn>
                <a:cxn ang="0">
                  <a:pos x="connsiteX5917" y="connsiteY5917"/>
                </a:cxn>
                <a:cxn ang="0">
                  <a:pos x="connsiteX5918" y="connsiteY5918"/>
                </a:cxn>
                <a:cxn ang="0">
                  <a:pos x="connsiteX5919" y="connsiteY5919"/>
                </a:cxn>
                <a:cxn ang="0">
                  <a:pos x="connsiteX5920" y="connsiteY5920"/>
                </a:cxn>
                <a:cxn ang="0">
                  <a:pos x="connsiteX5921" y="connsiteY5921"/>
                </a:cxn>
                <a:cxn ang="0">
                  <a:pos x="connsiteX5922" y="connsiteY5922"/>
                </a:cxn>
                <a:cxn ang="0">
                  <a:pos x="connsiteX5923" y="connsiteY5923"/>
                </a:cxn>
                <a:cxn ang="0">
                  <a:pos x="connsiteX5924" y="connsiteY5924"/>
                </a:cxn>
                <a:cxn ang="0">
                  <a:pos x="connsiteX5925" y="connsiteY5925"/>
                </a:cxn>
                <a:cxn ang="0">
                  <a:pos x="connsiteX5926" y="connsiteY5926"/>
                </a:cxn>
                <a:cxn ang="0">
                  <a:pos x="connsiteX5927" y="connsiteY5927"/>
                </a:cxn>
                <a:cxn ang="0">
                  <a:pos x="connsiteX5928" y="connsiteY5928"/>
                </a:cxn>
                <a:cxn ang="0">
                  <a:pos x="connsiteX5929" y="connsiteY5929"/>
                </a:cxn>
                <a:cxn ang="0">
                  <a:pos x="connsiteX5930" y="connsiteY5930"/>
                </a:cxn>
                <a:cxn ang="0">
                  <a:pos x="connsiteX5931" y="connsiteY5931"/>
                </a:cxn>
                <a:cxn ang="0">
                  <a:pos x="connsiteX5932" y="connsiteY5932"/>
                </a:cxn>
                <a:cxn ang="0">
                  <a:pos x="connsiteX5933" y="connsiteY5933"/>
                </a:cxn>
                <a:cxn ang="0">
                  <a:pos x="connsiteX5934" y="connsiteY5934"/>
                </a:cxn>
                <a:cxn ang="0">
                  <a:pos x="connsiteX5935" y="connsiteY5935"/>
                </a:cxn>
                <a:cxn ang="0">
                  <a:pos x="connsiteX5936" y="connsiteY5936"/>
                </a:cxn>
                <a:cxn ang="0">
                  <a:pos x="connsiteX5937" y="connsiteY5937"/>
                </a:cxn>
                <a:cxn ang="0">
                  <a:pos x="connsiteX5938" y="connsiteY5938"/>
                </a:cxn>
                <a:cxn ang="0">
                  <a:pos x="connsiteX5939" y="connsiteY5939"/>
                </a:cxn>
                <a:cxn ang="0">
                  <a:pos x="connsiteX5940" y="connsiteY5940"/>
                </a:cxn>
                <a:cxn ang="0">
                  <a:pos x="connsiteX5941" y="connsiteY5941"/>
                </a:cxn>
                <a:cxn ang="0">
                  <a:pos x="connsiteX5942" y="connsiteY5942"/>
                </a:cxn>
                <a:cxn ang="0">
                  <a:pos x="connsiteX5943" y="connsiteY5943"/>
                </a:cxn>
                <a:cxn ang="0">
                  <a:pos x="connsiteX5944" y="connsiteY5944"/>
                </a:cxn>
                <a:cxn ang="0">
                  <a:pos x="connsiteX5945" y="connsiteY5945"/>
                </a:cxn>
                <a:cxn ang="0">
                  <a:pos x="connsiteX5946" y="connsiteY5946"/>
                </a:cxn>
                <a:cxn ang="0">
                  <a:pos x="connsiteX5947" y="connsiteY5947"/>
                </a:cxn>
                <a:cxn ang="0">
                  <a:pos x="connsiteX5948" y="connsiteY5948"/>
                </a:cxn>
                <a:cxn ang="0">
                  <a:pos x="connsiteX5949" y="connsiteY5949"/>
                </a:cxn>
                <a:cxn ang="0">
                  <a:pos x="connsiteX5950" y="connsiteY5950"/>
                </a:cxn>
                <a:cxn ang="0">
                  <a:pos x="connsiteX5951" y="connsiteY5951"/>
                </a:cxn>
                <a:cxn ang="0">
                  <a:pos x="connsiteX5952" y="connsiteY5952"/>
                </a:cxn>
                <a:cxn ang="0">
                  <a:pos x="connsiteX5953" y="connsiteY5953"/>
                </a:cxn>
                <a:cxn ang="0">
                  <a:pos x="connsiteX5954" y="connsiteY5954"/>
                </a:cxn>
                <a:cxn ang="0">
                  <a:pos x="connsiteX5955" y="connsiteY5955"/>
                </a:cxn>
                <a:cxn ang="0">
                  <a:pos x="connsiteX5956" y="connsiteY5956"/>
                </a:cxn>
                <a:cxn ang="0">
                  <a:pos x="connsiteX5957" y="connsiteY5957"/>
                </a:cxn>
                <a:cxn ang="0">
                  <a:pos x="connsiteX5958" y="connsiteY5958"/>
                </a:cxn>
                <a:cxn ang="0">
                  <a:pos x="connsiteX5959" y="connsiteY5959"/>
                </a:cxn>
                <a:cxn ang="0">
                  <a:pos x="connsiteX5960" y="connsiteY5960"/>
                </a:cxn>
                <a:cxn ang="0">
                  <a:pos x="connsiteX5961" y="connsiteY5961"/>
                </a:cxn>
                <a:cxn ang="0">
                  <a:pos x="connsiteX5962" y="connsiteY5962"/>
                </a:cxn>
                <a:cxn ang="0">
                  <a:pos x="connsiteX5963" y="connsiteY5963"/>
                </a:cxn>
                <a:cxn ang="0">
                  <a:pos x="connsiteX5964" y="connsiteY5964"/>
                </a:cxn>
                <a:cxn ang="0">
                  <a:pos x="connsiteX5965" y="connsiteY5965"/>
                </a:cxn>
                <a:cxn ang="0">
                  <a:pos x="connsiteX5966" y="connsiteY5966"/>
                </a:cxn>
                <a:cxn ang="0">
                  <a:pos x="connsiteX5967" y="connsiteY5967"/>
                </a:cxn>
                <a:cxn ang="0">
                  <a:pos x="connsiteX5968" y="connsiteY5968"/>
                </a:cxn>
                <a:cxn ang="0">
                  <a:pos x="connsiteX5969" y="connsiteY5969"/>
                </a:cxn>
                <a:cxn ang="0">
                  <a:pos x="connsiteX5970" y="connsiteY5970"/>
                </a:cxn>
                <a:cxn ang="0">
                  <a:pos x="connsiteX5971" y="connsiteY5971"/>
                </a:cxn>
                <a:cxn ang="0">
                  <a:pos x="connsiteX5972" y="connsiteY5972"/>
                </a:cxn>
                <a:cxn ang="0">
                  <a:pos x="connsiteX5973" y="connsiteY5973"/>
                </a:cxn>
                <a:cxn ang="0">
                  <a:pos x="connsiteX5974" y="connsiteY5974"/>
                </a:cxn>
                <a:cxn ang="0">
                  <a:pos x="connsiteX5975" y="connsiteY5975"/>
                </a:cxn>
                <a:cxn ang="0">
                  <a:pos x="connsiteX5976" y="connsiteY5976"/>
                </a:cxn>
                <a:cxn ang="0">
                  <a:pos x="connsiteX5977" y="connsiteY5977"/>
                </a:cxn>
                <a:cxn ang="0">
                  <a:pos x="connsiteX5978" y="connsiteY5978"/>
                </a:cxn>
                <a:cxn ang="0">
                  <a:pos x="connsiteX5979" y="connsiteY5979"/>
                </a:cxn>
                <a:cxn ang="0">
                  <a:pos x="connsiteX5980" y="connsiteY5980"/>
                </a:cxn>
                <a:cxn ang="0">
                  <a:pos x="connsiteX5981" y="connsiteY5981"/>
                </a:cxn>
                <a:cxn ang="0">
                  <a:pos x="connsiteX5982" y="connsiteY5982"/>
                </a:cxn>
                <a:cxn ang="0">
                  <a:pos x="connsiteX5983" y="connsiteY5983"/>
                </a:cxn>
                <a:cxn ang="0">
                  <a:pos x="connsiteX5984" y="connsiteY5984"/>
                </a:cxn>
                <a:cxn ang="0">
                  <a:pos x="connsiteX5985" y="connsiteY5985"/>
                </a:cxn>
                <a:cxn ang="0">
                  <a:pos x="connsiteX5986" y="connsiteY5986"/>
                </a:cxn>
                <a:cxn ang="0">
                  <a:pos x="connsiteX5987" y="connsiteY5987"/>
                </a:cxn>
                <a:cxn ang="0">
                  <a:pos x="connsiteX5988" y="connsiteY5988"/>
                </a:cxn>
                <a:cxn ang="0">
                  <a:pos x="connsiteX5989" y="connsiteY5989"/>
                </a:cxn>
                <a:cxn ang="0">
                  <a:pos x="connsiteX5990" y="connsiteY5990"/>
                </a:cxn>
                <a:cxn ang="0">
                  <a:pos x="connsiteX5991" y="connsiteY5991"/>
                </a:cxn>
                <a:cxn ang="0">
                  <a:pos x="connsiteX5992" y="connsiteY5992"/>
                </a:cxn>
                <a:cxn ang="0">
                  <a:pos x="connsiteX5993" y="connsiteY5993"/>
                </a:cxn>
                <a:cxn ang="0">
                  <a:pos x="connsiteX5994" y="connsiteY5994"/>
                </a:cxn>
                <a:cxn ang="0">
                  <a:pos x="connsiteX5995" y="connsiteY5995"/>
                </a:cxn>
                <a:cxn ang="0">
                  <a:pos x="connsiteX5996" y="connsiteY5996"/>
                </a:cxn>
                <a:cxn ang="0">
                  <a:pos x="connsiteX5997" y="connsiteY5997"/>
                </a:cxn>
                <a:cxn ang="0">
                  <a:pos x="connsiteX5998" y="connsiteY5998"/>
                </a:cxn>
                <a:cxn ang="0">
                  <a:pos x="connsiteX5999" y="connsiteY5999"/>
                </a:cxn>
                <a:cxn ang="0">
                  <a:pos x="connsiteX6000" y="connsiteY6000"/>
                </a:cxn>
                <a:cxn ang="0">
                  <a:pos x="connsiteX6001" y="connsiteY6001"/>
                </a:cxn>
                <a:cxn ang="0">
                  <a:pos x="connsiteX6002" y="connsiteY6002"/>
                </a:cxn>
                <a:cxn ang="0">
                  <a:pos x="connsiteX6003" y="connsiteY6003"/>
                </a:cxn>
                <a:cxn ang="0">
                  <a:pos x="connsiteX6004" y="connsiteY6004"/>
                </a:cxn>
                <a:cxn ang="0">
                  <a:pos x="connsiteX6005" y="connsiteY6005"/>
                </a:cxn>
                <a:cxn ang="0">
                  <a:pos x="connsiteX6006" y="connsiteY6006"/>
                </a:cxn>
                <a:cxn ang="0">
                  <a:pos x="connsiteX6007" y="connsiteY6007"/>
                </a:cxn>
                <a:cxn ang="0">
                  <a:pos x="connsiteX6008" y="connsiteY6008"/>
                </a:cxn>
                <a:cxn ang="0">
                  <a:pos x="connsiteX6009" y="connsiteY6009"/>
                </a:cxn>
                <a:cxn ang="0">
                  <a:pos x="connsiteX6010" y="connsiteY6010"/>
                </a:cxn>
                <a:cxn ang="0">
                  <a:pos x="connsiteX6011" y="connsiteY6011"/>
                </a:cxn>
                <a:cxn ang="0">
                  <a:pos x="connsiteX6012" y="connsiteY6012"/>
                </a:cxn>
                <a:cxn ang="0">
                  <a:pos x="connsiteX6013" y="connsiteY6013"/>
                </a:cxn>
                <a:cxn ang="0">
                  <a:pos x="connsiteX6014" y="connsiteY6014"/>
                </a:cxn>
                <a:cxn ang="0">
                  <a:pos x="connsiteX6015" y="connsiteY6015"/>
                </a:cxn>
                <a:cxn ang="0">
                  <a:pos x="connsiteX6016" y="connsiteY6016"/>
                </a:cxn>
                <a:cxn ang="0">
                  <a:pos x="connsiteX6017" y="connsiteY6017"/>
                </a:cxn>
                <a:cxn ang="0">
                  <a:pos x="connsiteX6018" y="connsiteY6018"/>
                </a:cxn>
                <a:cxn ang="0">
                  <a:pos x="connsiteX6019" y="connsiteY6019"/>
                </a:cxn>
                <a:cxn ang="0">
                  <a:pos x="connsiteX6020" y="connsiteY6020"/>
                </a:cxn>
                <a:cxn ang="0">
                  <a:pos x="connsiteX6021" y="connsiteY6021"/>
                </a:cxn>
                <a:cxn ang="0">
                  <a:pos x="connsiteX6022" y="connsiteY6022"/>
                </a:cxn>
                <a:cxn ang="0">
                  <a:pos x="connsiteX6023" y="connsiteY6023"/>
                </a:cxn>
                <a:cxn ang="0">
                  <a:pos x="connsiteX6024" y="connsiteY6024"/>
                </a:cxn>
                <a:cxn ang="0">
                  <a:pos x="connsiteX6025" y="connsiteY6025"/>
                </a:cxn>
                <a:cxn ang="0">
                  <a:pos x="connsiteX6026" y="connsiteY6026"/>
                </a:cxn>
                <a:cxn ang="0">
                  <a:pos x="connsiteX6027" y="connsiteY6027"/>
                </a:cxn>
                <a:cxn ang="0">
                  <a:pos x="connsiteX6028" y="connsiteY6028"/>
                </a:cxn>
                <a:cxn ang="0">
                  <a:pos x="connsiteX6029" y="connsiteY6029"/>
                </a:cxn>
                <a:cxn ang="0">
                  <a:pos x="connsiteX6030" y="connsiteY6030"/>
                </a:cxn>
                <a:cxn ang="0">
                  <a:pos x="connsiteX6031" y="connsiteY6031"/>
                </a:cxn>
                <a:cxn ang="0">
                  <a:pos x="connsiteX6032" y="connsiteY6032"/>
                </a:cxn>
                <a:cxn ang="0">
                  <a:pos x="connsiteX6033" y="connsiteY6033"/>
                </a:cxn>
                <a:cxn ang="0">
                  <a:pos x="connsiteX6034" y="connsiteY6034"/>
                </a:cxn>
                <a:cxn ang="0">
                  <a:pos x="connsiteX6035" y="connsiteY6035"/>
                </a:cxn>
                <a:cxn ang="0">
                  <a:pos x="connsiteX6036" y="connsiteY6036"/>
                </a:cxn>
                <a:cxn ang="0">
                  <a:pos x="connsiteX6037" y="connsiteY6037"/>
                </a:cxn>
                <a:cxn ang="0">
                  <a:pos x="connsiteX6038" y="connsiteY6038"/>
                </a:cxn>
                <a:cxn ang="0">
                  <a:pos x="connsiteX6039" y="connsiteY6039"/>
                </a:cxn>
                <a:cxn ang="0">
                  <a:pos x="connsiteX6040" y="connsiteY6040"/>
                </a:cxn>
                <a:cxn ang="0">
                  <a:pos x="connsiteX6041" y="connsiteY6041"/>
                </a:cxn>
                <a:cxn ang="0">
                  <a:pos x="connsiteX6042" y="connsiteY6042"/>
                </a:cxn>
                <a:cxn ang="0">
                  <a:pos x="connsiteX6043" y="connsiteY6043"/>
                </a:cxn>
                <a:cxn ang="0">
                  <a:pos x="connsiteX6044" y="connsiteY6044"/>
                </a:cxn>
                <a:cxn ang="0">
                  <a:pos x="connsiteX6045" y="connsiteY6045"/>
                </a:cxn>
                <a:cxn ang="0">
                  <a:pos x="connsiteX6046" y="connsiteY6046"/>
                </a:cxn>
                <a:cxn ang="0">
                  <a:pos x="connsiteX6047" y="connsiteY6047"/>
                </a:cxn>
                <a:cxn ang="0">
                  <a:pos x="connsiteX6048" y="connsiteY6048"/>
                </a:cxn>
                <a:cxn ang="0">
                  <a:pos x="connsiteX6049" y="connsiteY6049"/>
                </a:cxn>
                <a:cxn ang="0">
                  <a:pos x="connsiteX6050" y="connsiteY6050"/>
                </a:cxn>
                <a:cxn ang="0">
                  <a:pos x="connsiteX6051" y="connsiteY6051"/>
                </a:cxn>
                <a:cxn ang="0">
                  <a:pos x="connsiteX6052" y="connsiteY6052"/>
                </a:cxn>
                <a:cxn ang="0">
                  <a:pos x="connsiteX6053" y="connsiteY6053"/>
                </a:cxn>
                <a:cxn ang="0">
                  <a:pos x="connsiteX6054" y="connsiteY6054"/>
                </a:cxn>
                <a:cxn ang="0">
                  <a:pos x="connsiteX6055" y="connsiteY6055"/>
                </a:cxn>
                <a:cxn ang="0">
                  <a:pos x="connsiteX6056" y="connsiteY6056"/>
                </a:cxn>
                <a:cxn ang="0">
                  <a:pos x="connsiteX6057" y="connsiteY6057"/>
                </a:cxn>
                <a:cxn ang="0">
                  <a:pos x="connsiteX6058" y="connsiteY6058"/>
                </a:cxn>
                <a:cxn ang="0">
                  <a:pos x="connsiteX6059" y="connsiteY6059"/>
                </a:cxn>
                <a:cxn ang="0">
                  <a:pos x="connsiteX6060" y="connsiteY6060"/>
                </a:cxn>
                <a:cxn ang="0">
                  <a:pos x="connsiteX6061" y="connsiteY6061"/>
                </a:cxn>
                <a:cxn ang="0">
                  <a:pos x="connsiteX6062" y="connsiteY6062"/>
                </a:cxn>
                <a:cxn ang="0">
                  <a:pos x="connsiteX6063" y="connsiteY6063"/>
                </a:cxn>
                <a:cxn ang="0">
                  <a:pos x="connsiteX6064" y="connsiteY6064"/>
                </a:cxn>
                <a:cxn ang="0">
                  <a:pos x="connsiteX6065" y="connsiteY6065"/>
                </a:cxn>
                <a:cxn ang="0">
                  <a:pos x="connsiteX6066" y="connsiteY6066"/>
                </a:cxn>
                <a:cxn ang="0">
                  <a:pos x="connsiteX6067" y="connsiteY6067"/>
                </a:cxn>
                <a:cxn ang="0">
                  <a:pos x="connsiteX6068" y="connsiteY6068"/>
                </a:cxn>
                <a:cxn ang="0">
                  <a:pos x="connsiteX6069" y="connsiteY6069"/>
                </a:cxn>
                <a:cxn ang="0">
                  <a:pos x="connsiteX6070" y="connsiteY6070"/>
                </a:cxn>
                <a:cxn ang="0">
                  <a:pos x="connsiteX6071" y="connsiteY6071"/>
                </a:cxn>
                <a:cxn ang="0">
                  <a:pos x="connsiteX6072" y="connsiteY6072"/>
                </a:cxn>
                <a:cxn ang="0">
                  <a:pos x="connsiteX6073" y="connsiteY6073"/>
                </a:cxn>
                <a:cxn ang="0">
                  <a:pos x="connsiteX6074" y="connsiteY6074"/>
                </a:cxn>
                <a:cxn ang="0">
                  <a:pos x="connsiteX6075" y="connsiteY6075"/>
                </a:cxn>
                <a:cxn ang="0">
                  <a:pos x="connsiteX6076" y="connsiteY6076"/>
                </a:cxn>
                <a:cxn ang="0">
                  <a:pos x="connsiteX6077" y="connsiteY6077"/>
                </a:cxn>
                <a:cxn ang="0">
                  <a:pos x="connsiteX6078" y="connsiteY6078"/>
                </a:cxn>
                <a:cxn ang="0">
                  <a:pos x="connsiteX6079" y="connsiteY6079"/>
                </a:cxn>
                <a:cxn ang="0">
                  <a:pos x="connsiteX6080" y="connsiteY6080"/>
                </a:cxn>
                <a:cxn ang="0">
                  <a:pos x="connsiteX6081" y="connsiteY6081"/>
                </a:cxn>
                <a:cxn ang="0">
                  <a:pos x="connsiteX6082" y="connsiteY6082"/>
                </a:cxn>
                <a:cxn ang="0">
                  <a:pos x="connsiteX6083" y="connsiteY6083"/>
                </a:cxn>
                <a:cxn ang="0">
                  <a:pos x="connsiteX6084" y="connsiteY6084"/>
                </a:cxn>
                <a:cxn ang="0">
                  <a:pos x="connsiteX6085" y="connsiteY6085"/>
                </a:cxn>
                <a:cxn ang="0">
                  <a:pos x="connsiteX6086" y="connsiteY6086"/>
                </a:cxn>
                <a:cxn ang="0">
                  <a:pos x="connsiteX6087" y="connsiteY6087"/>
                </a:cxn>
                <a:cxn ang="0">
                  <a:pos x="connsiteX6088" y="connsiteY6088"/>
                </a:cxn>
                <a:cxn ang="0">
                  <a:pos x="connsiteX6089" y="connsiteY6089"/>
                </a:cxn>
                <a:cxn ang="0">
                  <a:pos x="connsiteX6090" y="connsiteY6090"/>
                </a:cxn>
                <a:cxn ang="0">
                  <a:pos x="connsiteX6091" y="connsiteY6091"/>
                </a:cxn>
                <a:cxn ang="0">
                  <a:pos x="connsiteX6092" y="connsiteY6092"/>
                </a:cxn>
                <a:cxn ang="0">
                  <a:pos x="connsiteX6093" y="connsiteY6093"/>
                </a:cxn>
                <a:cxn ang="0">
                  <a:pos x="connsiteX6094" y="connsiteY6094"/>
                </a:cxn>
                <a:cxn ang="0">
                  <a:pos x="connsiteX6095" y="connsiteY6095"/>
                </a:cxn>
                <a:cxn ang="0">
                  <a:pos x="connsiteX6096" y="connsiteY6096"/>
                </a:cxn>
                <a:cxn ang="0">
                  <a:pos x="connsiteX6097" y="connsiteY6097"/>
                </a:cxn>
                <a:cxn ang="0">
                  <a:pos x="connsiteX6098" y="connsiteY6098"/>
                </a:cxn>
                <a:cxn ang="0">
                  <a:pos x="connsiteX6099" y="connsiteY6099"/>
                </a:cxn>
                <a:cxn ang="0">
                  <a:pos x="connsiteX6100" y="connsiteY6100"/>
                </a:cxn>
                <a:cxn ang="0">
                  <a:pos x="connsiteX6101" y="connsiteY6101"/>
                </a:cxn>
                <a:cxn ang="0">
                  <a:pos x="connsiteX6102" y="connsiteY6102"/>
                </a:cxn>
                <a:cxn ang="0">
                  <a:pos x="connsiteX6103" y="connsiteY6103"/>
                </a:cxn>
                <a:cxn ang="0">
                  <a:pos x="connsiteX6104" y="connsiteY6104"/>
                </a:cxn>
                <a:cxn ang="0">
                  <a:pos x="connsiteX6105" y="connsiteY6105"/>
                </a:cxn>
                <a:cxn ang="0">
                  <a:pos x="connsiteX6106" y="connsiteY6106"/>
                </a:cxn>
                <a:cxn ang="0">
                  <a:pos x="connsiteX6107" y="connsiteY6107"/>
                </a:cxn>
                <a:cxn ang="0">
                  <a:pos x="connsiteX6108" y="connsiteY6108"/>
                </a:cxn>
                <a:cxn ang="0">
                  <a:pos x="connsiteX6109" y="connsiteY6109"/>
                </a:cxn>
                <a:cxn ang="0">
                  <a:pos x="connsiteX6110" y="connsiteY6110"/>
                </a:cxn>
                <a:cxn ang="0">
                  <a:pos x="connsiteX6111" y="connsiteY6111"/>
                </a:cxn>
                <a:cxn ang="0">
                  <a:pos x="connsiteX6112" y="connsiteY6112"/>
                </a:cxn>
                <a:cxn ang="0">
                  <a:pos x="connsiteX6113" y="connsiteY6113"/>
                </a:cxn>
                <a:cxn ang="0">
                  <a:pos x="connsiteX6114" y="connsiteY6114"/>
                </a:cxn>
                <a:cxn ang="0">
                  <a:pos x="connsiteX6115" y="connsiteY6115"/>
                </a:cxn>
                <a:cxn ang="0">
                  <a:pos x="connsiteX6116" y="connsiteY6116"/>
                </a:cxn>
                <a:cxn ang="0">
                  <a:pos x="connsiteX6117" y="connsiteY6117"/>
                </a:cxn>
                <a:cxn ang="0">
                  <a:pos x="connsiteX6118" y="connsiteY6118"/>
                </a:cxn>
                <a:cxn ang="0">
                  <a:pos x="connsiteX6119" y="connsiteY6119"/>
                </a:cxn>
                <a:cxn ang="0">
                  <a:pos x="connsiteX6120" y="connsiteY6120"/>
                </a:cxn>
                <a:cxn ang="0">
                  <a:pos x="connsiteX6121" y="connsiteY6121"/>
                </a:cxn>
                <a:cxn ang="0">
                  <a:pos x="connsiteX6122" y="connsiteY6122"/>
                </a:cxn>
                <a:cxn ang="0">
                  <a:pos x="connsiteX6123" y="connsiteY6123"/>
                </a:cxn>
                <a:cxn ang="0">
                  <a:pos x="connsiteX6124" y="connsiteY6124"/>
                </a:cxn>
                <a:cxn ang="0">
                  <a:pos x="connsiteX6125" y="connsiteY6125"/>
                </a:cxn>
                <a:cxn ang="0">
                  <a:pos x="connsiteX6126" y="connsiteY6126"/>
                </a:cxn>
                <a:cxn ang="0">
                  <a:pos x="connsiteX6127" y="connsiteY6127"/>
                </a:cxn>
                <a:cxn ang="0">
                  <a:pos x="connsiteX6128" y="connsiteY6128"/>
                </a:cxn>
                <a:cxn ang="0">
                  <a:pos x="connsiteX6129" y="connsiteY6129"/>
                </a:cxn>
                <a:cxn ang="0">
                  <a:pos x="connsiteX6130" y="connsiteY6130"/>
                </a:cxn>
                <a:cxn ang="0">
                  <a:pos x="connsiteX6131" y="connsiteY6131"/>
                </a:cxn>
                <a:cxn ang="0">
                  <a:pos x="connsiteX6132" y="connsiteY6132"/>
                </a:cxn>
                <a:cxn ang="0">
                  <a:pos x="connsiteX6133" y="connsiteY6133"/>
                </a:cxn>
                <a:cxn ang="0">
                  <a:pos x="connsiteX6134" y="connsiteY6134"/>
                </a:cxn>
                <a:cxn ang="0">
                  <a:pos x="connsiteX6135" y="connsiteY6135"/>
                </a:cxn>
                <a:cxn ang="0">
                  <a:pos x="connsiteX6136" y="connsiteY6136"/>
                </a:cxn>
                <a:cxn ang="0">
                  <a:pos x="connsiteX6137" y="connsiteY6137"/>
                </a:cxn>
                <a:cxn ang="0">
                  <a:pos x="connsiteX6138" y="connsiteY6138"/>
                </a:cxn>
                <a:cxn ang="0">
                  <a:pos x="connsiteX6139" y="connsiteY6139"/>
                </a:cxn>
                <a:cxn ang="0">
                  <a:pos x="connsiteX6140" y="connsiteY6140"/>
                </a:cxn>
                <a:cxn ang="0">
                  <a:pos x="connsiteX6141" y="connsiteY6141"/>
                </a:cxn>
                <a:cxn ang="0">
                  <a:pos x="connsiteX6142" y="connsiteY6142"/>
                </a:cxn>
                <a:cxn ang="0">
                  <a:pos x="connsiteX6143" y="connsiteY6143"/>
                </a:cxn>
                <a:cxn ang="0">
                  <a:pos x="connsiteX6144" y="connsiteY6144"/>
                </a:cxn>
                <a:cxn ang="0">
                  <a:pos x="connsiteX6145" y="connsiteY6145"/>
                </a:cxn>
                <a:cxn ang="0">
                  <a:pos x="connsiteX6146" y="connsiteY6146"/>
                </a:cxn>
                <a:cxn ang="0">
                  <a:pos x="connsiteX6147" y="connsiteY6147"/>
                </a:cxn>
                <a:cxn ang="0">
                  <a:pos x="connsiteX6148" y="connsiteY6148"/>
                </a:cxn>
                <a:cxn ang="0">
                  <a:pos x="connsiteX6149" y="connsiteY6149"/>
                </a:cxn>
                <a:cxn ang="0">
                  <a:pos x="connsiteX6150" y="connsiteY6150"/>
                </a:cxn>
                <a:cxn ang="0">
                  <a:pos x="connsiteX6151" y="connsiteY6151"/>
                </a:cxn>
                <a:cxn ang="0">
                  <a:pos x="connsiteX6152" y="connsiteY6152"/>
                </a:cxn>
                <a:cxn ang="0">
                  <a:pos x="connsiteX6153" y="connsiteY6153"/>
                </a:cxn>
                <a:cxn ang="0">
                  <a:pos x="connsiteX6154" y="connsiteY6154"/>
                </a:cxn>
                <a:cxn ang="0">
                  <a:pos x="connsiteX6155" y="connsiteY6155"/>
                </a:cxn>
                <a:cxn ang="0">
                  <a:pos x="connsiteX6156" y="connsiteY6156"/>
                </a:cxn>
                <a:cxn ang="0">
                  <a:pos x="connsiteX6157" y="connsiteY6157"/>
                </a:cxn>
                <a:cxn ang="0">
                  <a:pos x="connsiteX6158" y="connsiteY6158"/>
                </a:cxn>
                <a:cxn ang="0">
                  <a:pos x="connsiteX6159" y="connsiteY6159"/>
                </a:cxn>
                <a:cxn ang="0">
                  <a:pos x="connsiteX6160" y="connsiteY6160"/>
                </a:cxn>
                <a:cxn ang="0">
                  <a:pos x="connsiteX6161" y="connsiteY6161"/>
                </a:cxn>
                <a:cxn ang="0">
                  <a:pos x="connsiteX6162" y="connsiteY6162"/>
                </a:cxn>
                <a:cxn ang="0">
                  <a:pos x="connsiteX6163" y="connsiteY6163"/>
                </a:cxn>
                <a:cxn ang="0">
                  <a:pos x="connsiteX6164" y="connsiteY6164"/>
                </a:cxn>
                <a:cxn ang="0">
                  <a:pos x="connsiteX6165" y="connsiteY6165"/>
                </a:cxn>
                <a:cxn ang="0">
                  <a:pos x="connsiteX6166" y="connsiteY6166"/>
                </a:cxn>
                <a:cxn ang="0">
                  <a:pos x="connsiteX6167" y="connsiteY6167"/>
                </a:cxn>
                <a:cxn ang="0">
                  <a:pos x="connsiteX6168" y="connsiteY6168"/>
                </a:cxn>
                <a:cxn ang="0">
                  <a:pos x="connsiteX6169" y="connsiteY6169"/>
                </a:cxn>
                <a:cxn ang="0">
                  <a:pos x="connsiteX6170" y="connsiteY6170"/>
                </a:cxn>
                <a:cxn ang="0">
                  <a:pos x="connsiteX6171" y="connsiteY6171"/>
                </a:cxn>
                <a:cxn ang="0">
                  <a:pos x="connsiteX6172" y="connsiteY6172"/>
                </a:cxn>
                <a:cxn ang="0">
                  <a:pos x="connsiteX6173" y="connsiteY6173"/>
                </a:cxn>
                <a:cxn ang="0">
                  <a:pos x="connsiteX6174" y="connsiteY6174"/>
                </a:cxn>
                <a:cxn ang="0">
                  <a:pos x="connsiteX6175" y="connsiteY6175"/>
                </a:cxn>
                <a:cxn ang="0">
                  <a:pos x="connsiteX6176" y="connsiteY6176"/>
                </a:cxn>
                <a:cxn ang="0">
                  <a:pos x="connsiteX6177" y="connsiteY6177"/>
                </a:cxn>
                <a:cxn ang="0">
                  <a:pos x="connsiteX6178" y="connsiteY6178"/>
                </a:cxn>
                <a:cxn ang="0">
                  <a:pos x="connsiteX6179" y="connsiteY6179"/>
                </a:cxn>
                <a:cxn ang="0">
                  <a:pos x="connsiteX6180" y="connsiteY6180"/>
                </a:cxn>
                <a:cxn ang="0">
                  <a:pos x="connsiteX6181" y="connsiteY6181"/>
                </a:cxn>
                <a:cxn ang="0">
                  <a:pos x="connsiteX6182" y="connsiteY6182"/>
                </a:cxn>
                <a:cxn ang="0">
                  <a:pos x="connsiteX6183" y="connsiteY6183"/>
                </a:cxn>
                <a:cxn ang="0">
                  <a:pos x="connsiteX6184" y="connsiteY6184"/>
                </a:cxn>
                <a:cxn ang="0">
                  <a:pos x="connsiteX6185" y="connsiteY6185"/>
                </a:cxn>
                <a:cxn ang="0">
                  <a:pos x="connsiteX6186" y="connsiteY6186"/>
                </a:cxn>
                <a:cxn ang="0">
                  <a:pos x="connsiteX6187" y="connsiteY6187"/>
                </a:cxn>
                <a:cxn ang="0">
                  <a:pos x="connsiteX6188" y="connsiteY6188"/>
                </a:cxn>
                <a:cxn ang="0">
                  <a:pos x="connsiteX6189" y="connsiteY6189"/>
                </a:cxn>
                <a:cxn ang="0">
                  <a:pos x="connsiteX6190" y="connsiteY6190"/>
                </a:cxn>
                <a:cxn ang="0">
                  <a:pos x="connsiteX6191" y="connsiteY6191"/>
                </a:cxn>
                <a:cxn ang="0">
                  <a:pos x="connsiteX6192" y="connsiteY6192"/>
                </a:cxn>
                <a:cxn ang="0">
                  <a:pos x="connsiteX6193" y="connsiteY6193"/>
                </a:cxn>
                <a:cxn ang="0">
                  <a:pos x="connsiteX6194" y="connsiteY6194"/>
                </a:cxn>
                <a:cxn ang="0">
                  <a:pos x="connsiteX6195" y="connsiteY6195"/>
                </a:cxn>
                <a:cxn ang="0">
                  <a:pos x="connsiteX6196" y="connsiteY6196"/>
                </a:cxn>
                <a:cxn ang="0">
                  <a:pos x="connsiteX6197" y="connsiteY6197"/>
                </a:cxn>
                <a:cxn ang="0">
                  <a:pos x="connsiteX6198" y="connsiteY6198"/>
                </a:cxn>
                <a:cxn ang="0">
                  <a:pos x="connsiteX6199" y="connsiteY6199"/>
                </a:cxn>
                <a:cxn ang="0">
                  <a:pos x="connsiteX6200" y="connsiteY6200"/>
                </a:cxn>
                <a:cxn ang="0">
                  <a:pos x="connsiteX6201" y="connsiteY6201"/>
                </a:cxn>
                <a:cxn ang="0">
                  <a:pos x="connsiteX6202" y="connsiteY6202"/>
                </a:cxn>
                <a:cxn ang="0">
                  <a:pos x="connsiteX6203" y="connsiteY6203"/>
                </a:cxn>
                <a:cxn ang="0">
                  <a:pos x="connsiteX6204" y="connsiteY6204"/>
                </a:cxn>
                <a:cxn ang="0">
                  <a:pos x="connsiteX6205" y="connsiteY6205"/>
                </a:cxn>
                <a:cxn ang="0">
                  <a:pos x="connsiteX6206" y="connsiteY6206"/>
                </a:cxn>
                <a:cxn ang="0">
                  <a:pos x="connsiteX6207" y="connsiteY6207"/>
                </a:cxn>
                <a:cxn ang="0">
                  <a:pos x="connsiteX6208" y="connsiteY6208"/>
                </a:cxn>
                <a:cxn ang="0">
                  <a:pos x="connsiteX6209" y="connsiteY6209"/>
                </a:cxn>
                <a:cxn ang="0">
                  <a:pos x="connsiteX6210" y="connsiteY6210"/>
                </a:cxn>
                <a:cxn ang="0">
                  <a:pos x="connsiteX6211" y="connsiteY6211"/>
                </a:cxn>
                <a:cxn ang="0">
                  <a:pos x="connsiteX6212" y="connsiteY6212"/>
                </a:cxn>
                <a:cxn ang="0">
                  <a:pos x="connsiteX6213" y="connsiteY6213"/>
                </a:cxn>
                <a:cxn ang="0">
                  <a:pos x="connsiteX6214" y="connsiteY6214"/>
                </a:cxn>
                <a:cxn ang="0">
                  <a:pos x="connsiteX6215" y="connsiteY6215"/>
                </a:cxn>
                <a:cxn ang="0">
                  <a:pos x="connsiteX6216" y="connsiteY6216"/>
                </a:cxn>
                <a:cxn ang="0">
                  <a:pos x="connsiteX6217" y="connsiteY6217"/>
                </a:cxn>
                <a:cxn ang="0">
                  <a:pos x="connsiteX6218" y="connsiteY6218"/>
                </a:cxn>
                <a:cxn ang="0">
                  <a:pos x="connsiteX6219" y="connsiteY6219"/>
                </a:cxn>
                <a:cxn ang="0">
                  <a:pos x="connsiteX6220" y="connsiteY6220"/>
                </a:cxn>
                <a:cxn ang="0">
                  <a:pos x="connsiteX6221" y="connsiteY6221"/>
                </a:cxn>
                <a:cxn ang="0">
                  <a:pos x="connsiteX6222" y="connsiteY6222"/>
                </a:cxn>
                <a:cxn ang="0">
                  <a:pos x="connsiteX6223" y="connsiteY6223"/>
                </a:cxn>
                <a:cxn ang="0">
                  <a:pos x="connsiteX6224" y="connsiteY6224"/>
                </a:cxn>
                <a:cxn ang="0">
                  <a:pos x="connsiteX6225" y="connsiteY6225"/>
                </a:cxn>
                <a:cxn ang="0">
                  <a:pos x="connsiteX6226" y="connsiteY6226"/>
                </a:cxn>
                <a:cxn ang="0">
                  <a:pos x="connsiteX6227" y="connsiteY6227"/>
                </a:cxn>
                <a:cxn ang="0">
                  <a:pos x="connsiteX6228" y="connsiteY6228"/>
                </a:cxn>
                <a:cxn ang="0">
                  <a:pos x="connsiteX6229" y="connsiteY6229"/>
                </a:cxn>
                <a:cxn ang="0">
                  <a:pos x="connsiteX6230" y="connsiteY6230"/>
                </a:cxn>
                <a:cxn ang="0">
                  <a:pos x="connsiteX6231" y="connsiteY6231"/>
                </a:cxn>
                <a:cxn ang="0">
                  <a:pos x="connsiteX6232" y="connsiteY6232"/>
                </a:cxn>
                <a:cxn ang="0">
                  <a:pos x="connsiteX6233" y="connsiteY6233"/>
                </a:cxn>
                <a:cxn ang="0">
                  <a:pos x="connsiteX6234" y="connsiteY6234"/>
                </a:cxn>
                <a:cxn ang="0">
                  <a:pos x="connsiteX6235" y="connsiteY6235"/>
                </a:cxn>
                <a:cxn ang="0">
                  <a:pos x="connsiteX6236" y="connsiteY6236"/>
                </a:cxn>
                <a:cxn ang="0">
                  <a:pos x="connsiteX6237" y="connsiteY6237"/>
                </a:cxn>
                <a:cxn ang="0">
                  <a:pos x="connsiteX6238" y="connsiteY6238"/>
                </a:cxn>
                <a:cxn ang="0">
                  <a:pos x="connsiteX6239" y="connsiteY6239"/>
                </a:cxn>
                <a:cxn ang="0">
                  <a:pos x="connsiteX6240" y="connsiteY6240"/>
                </a:cxn>
                <a:cxn ang="0">
                  <a:pos x="connsiteX6241" y="connsiteY6241"/>
                </a:cxn>
                <a:cxn ang="0">
                  <a:pos x="connsiteX6242" y="connsiteY6242"/>
                </a:cxn>
                <a:cxn ang="0">
                  <a:pos x="connsiteX6243" y="connsiteY6243"/>
                </a:cxn>
                <a:cxn ang="0">
                  <a:pos x="connsiteX6244" y="connsiteY6244"/>
                </a:cxn>
                <a:cxn ang="0">
                  <a:pos x="connsiteX6245" y="connsiteY6245"/>
                </a:cxn>
                <a:cxn ang="0">
                  <a:pos x="connsiteX6246" y="connsiteY6246"/>
                </a:cxn>
                <a:cxn ang="0">
                  <a:pos x="connsiteX6247" y="connsiteY6247"/>
                </a:cxn>
                <a:cxn ang="0">
                  <a:pos x="connsiteX6248" y="connsiteY6248"/>
                </a:cxn>
                <a:cxn ang="0">
                  <a:pos x="connsiteX6249" y="connsiteY6249"/>
                </a:cxn>
                <a:cxn ang="0">
                  <a:pos x="connsiteX6250" y="connsiteY6250"/>
                </a:cxn>
                <a:cxn ang="0">
                  <a:pos x="connsiteX6251" y="connsiteY6251"/>
                </a:cxn>
                <a:cxn ang="0">
                  <a:pos x="connsiteX6252" y="connsiteY6252"/>
                </a:cxn>
                <a:cxn ang="0">
                  <a:pos x="connsiteX6253" y="connsiteY6253"/>
                </a:cxn>
                <a:cxn ang="0">
                  <a:pos x="connsiteX6254" y="connsiteY6254"/>
                </a:cxn>
                <a:cxn ang="0">
                  <a:pos x="connsiteX6255" y="connsiteY6255"/>
                </a:cxn>
                <a:cxn ang="0">
                  <a:pos x="connsiteX6256" y="connsiteY6256"/>
                </a:cxn>
                <a:cxn ang="0">
                  <a:pos x="connsiteX6257" y="connsiteY6257"/>
                </a:cxn>
                <a:cxn ang="0">
                  <a:pos x="connsiteX6258" y="connsiteY6258"/>
                </a:cxn>
                <a:cxn ang="0">
                  <a:pos x="connsiteX6259" y="connsiteY6259"/>
                </a:cxn>
                <a:cxn ang="0">
                  <a:pos x="connsiteX6260" y="connsiteY6260"/>
                </a:cxn>
                <a:cxn ang="0">
                  <a:pos x="connsiteX6261" y="connsiteY6261"/>
                </a:cxn>
                <a:cxn ang="0">
                  <a:pos x="connsiteX6262" y="connsiteY6262"/>
                </a:cxn>
                <a:cxn ang="0">
                  <a:pos x="connsiteX6263" y="connsiteY6263"/>
                </a:cxn>
                <a:cxn ang="0">
                  <a:pos x="connsiteX6264" y="connsiteY6264"/>
                </a:cxn>
                <a:cxn ang="0">
                  <a:pos x="connsiteX6265" y="connsiteY6265"/>
                </a:cxn>
                <a:cxn ang="0">
                  <a:pos x="connsiteX6266" y="connsiteY6266"/>
                </a:cxn>
                <a:cxn ang="0">
                  <a:pos x="connsiteX6267" y="connsiteY6267"/>
                </a:cxn>
                <a:cxn ang="0">
                  <a:pos x="connsiteX6268" y="connsiteY6268"/>
                </a:cxn>
                <a:cxn ang="0">
                  <a:pos x="connsiteX6269" y="connsiteY6269"/>
                </a:cxn>
                <a:cxn ang="0">
                  <a:pos x="connsiteX6270" y="connsiteY6270"/>
                </a:cxn>
                <a:cxn ang="0">
                  <a:pos x="connsiteX6271" y="connsiteY6271"/>
                </a:cxn>
                <a:cxn ang="0">
                  <a:pos x="connsiteX6272" y="connsiteY6272"/>
                </a:cxn>
                <a:cxn ang="0">
                  <a:pos x="connsiteX6273" y="connsiteY6273"/>
                </a:cxn>
                <a:cxn ang="0">
                  <a:pos x="connsiteX6274" y="connsiteY6274"/>
                </a:cxn>
                <a:cxn ang="0">
                  <a:pos x="connsiteX6275" y="connsiteY6275"/>
                </a:cxn>
                <a:cxn ang="0">
                  <a:pos x="connsiteX6276" y="connsiteY6276"/>
                </a:cxn>
                <a:cxn ang="0">
                  <a:pos x="connsiteX6277" y="connsiteY6277"/>
                </a:cxn>
                <a:cxn ang="0">
                  <a:pos x="connsiteX6278" y="connsiteY6278"/>
                </a:cxn>
                <a:cxn ang="0">
                  <a:pos x="connsiteX6279" y="connsiteY6279"/>
                </a:cxn>
                <a:cxn ang="0">
                  <a:pos x="connsiteX6280" y="connsiteY6280"/>
                </a:cxn>
                <a:cxn ang="0">
                  <a:pos x="connsiteX6281" y="connsiteY6281"/>
                </a:cxn>
                <a:cxn ang="0">
                  <a:pos x="connsiteX6282" y="connsiteY6282"/>
                </a:cxn>
                <a:cxn ang="0">
                  <a:pos x="connsiteX6283" y="connsiteY6283"/>
                </a:cxn>
                <a:cxn ang="0">
                  <a:pos x="connsiteX6284" y="connsiteY6284"/>
                </a:cxn>
                <a:cxn ang="0">
                  <a:pos x="connsiteX6285" y="connsiteY6285"/>
                </a:cxn>
                <a:cxn ang="0">
                  <a:pos x="connsiteX6286" y="connsiteY6286"/>
                </a:cxn>
                <a:cxn ang="0">
                  <a:pos x="connsiteX6287" y="connsiteY6287"/>
                </a:cxn>
                <a:cxn ang="0">
                  <a:pos x="connsiteX6288" y="connsiteY6288"/>
                </a:cxn>
                <a:cxn ang="0">
                  <a:pos x="connsiteX6289" y="connsiteY6289"/>
                </a:cxn>
                <a:cxn ang="0">
                  <a:pos x="connsiteX6290" y="connsiteY6290"/>
                </a:cxn>
                <a:cxn ang="0">
                  <a:pos x="connsiteX6291" y="connsiteY6291"/>
                </a:cxn>
                <a:cxn ang="0">
                  <a:pos x="connsiteX6292" y="connsiteY6292"/>
                </a:cxn>
                <a:cxn ang="0">
                  <a:pos x="connsiteX6293" y="connsiteY6293"/>
                </a:cxn>
                <a:cxn ang="0">
                  <a:pos x="connsiteX6294" y="connsiteY6294"/>
                </a:cxn>
                <a:cxn ang="0">
                  <a:pos x="connsiteX6295" y="connsiteY6295"/>
                </a:cxn>
                <a:cxn ang="0">
                  <a:pos x="connsiteX6296" y="connsiteY6296"/>
                </a:cxn>
                <a:cxn ang="0">
                  <a:pos x="connsiteX6297" y="connsiteY6297"/>
                </a:cxn>
                <a:cxn ang="0">
                  <a:pos x="connsiteX6298" y="connsiteY6298"/>
                </a:cxn>
                <a:cxn ang="0">
                  <a:pos x="connsiteX6299" y="connsiteY6299"/>
                </a:cxn>
                <a:cxn ang="0">
                  <a:pos x="connsiteX6300" y="connsiteY6300"/>
                </a:cxn>
                <a:cxn ang="0">
                  <a:pos x="connsiteX6301" y="connsiteY6301"/>
                </a:cxn>
                <a:cxn ang="0">
                  <a:pos x="connsiteX6302" y="connsiteY6302"/>
                </a:cxn>
                <a:cxn ang="0">
                  <a:pos x="connsiteX6303" y="connsiteY6303"/>
                </a:cxn>
                <a:cxn ang="0">
                  <a:pos x="connsiteX6304" y="connsiteY6304"/>
                </a:cxn>
                <a:cxn ang="0">
                  <a:pos x="connsiteX6305" y="connsiteY6305"/>
                </a:cxn>
                <a:cxn ang="0">
                  <a:pos x="connsiteX6306" y="connsiteY6306"/>
                </a:cxn>
                <a:cxn ang="0">
                  <a:pos x="connsiteX6307" y="connsiteY6307"/>
                </a:cxn>
                <a:cxn ang="0">
                  <a:pos x="connsiteX6308" y="connsiteY6308"/>
                </a:cxn>
                <a:cxn ang="0">
                  <a:pos x="connsiteX6309" y="connsiteY6309"/>
                </a:cxn>
                <a:cxn ang="0">
                  <a:pos x="connsiteX6310" y="connsiteY6310"/>
                </a:cxn>
                <a:cxn ang="0">
                  <a:pos x="connsiteX6311" y="connsiteY6311"/>
                </a:cxn>
                <a:cxn ang="0">
                  <a:pos x="connsiteX6312" y="connsiteY6312"/>
                </a:cxn>
                <a:cxn ang="0">
                  <a:pos x="connsiteX6313" y="connsiteY6313"/>
                </a:cxn>
                <a:cxn ang="0">
                  <a:pos x="connsiteX6314" y="connsiteY6314"/>
                </a:cxn>
                <a:cxn ang="0">
                  <a:pos x="connsiteX6315" y="connsiteY6315"/>
                </a:cxn>
                <a:cxn ang="0">
                  <a:pos x="connsiteX6316" y="connsiteY6316"/>
                </a:cxn>
                <a:cxn ang="0">
                  <a:pos x="connsiteX6317" y="connsiteY6317"/>
                </a:cxn>
                <a:cxn ang="0">
                  <a:pos x="connsiteX6318" y="connsiteY6318"/>
                </a:cxn>
                <a:cxn ang="0">
                  <a:pos x="connsiteX6319" y="connsiteY6319"/>
                </a:cxn>
                <a:cxn ang="0">
                  <a:pos x="connsiteX6320" y="connsiteY6320"/>
                </a:cxn>
                <a:cxn ang="0">
                  <a:pos x="connsiteX6321" y="connsiteY6321"/>
                </a:cxn>
                <a:cxn ang="0">
                  <a:pos x="connsiteX6322" y="connsiteY6322"/>
                </a:cxn>
                <a:cxn ang="0">
                  <a:pos x="connsiteX6323" y="connsiteY6323"/>
                </a:cxn>
                <a:cxn ang="0">
                  <a:pos x="connsiteX6324" y="connsiteY6324"/>
                </a:cxn>
                <a:cxn ang="0">
                  <a:pos x="connsiteX6325" y="connsiteY6325"/>
                </a:cxn>
                <a:cxn ang="0">
                  <a:pos x="connsiteX6326" y="connsiteY6326"/>
                </a:cxn>
                <a:cxn ang="0">
                  <a:pos x="connsiteX6327" y="connsiteY6327"/>
                </a:cxn>
                <a:cxn ang="0">
                  <a:pos x="connsiteX6328" y="connsiteY6328"/>
                </a:cxn>
                <a:cxn ang="0">
                  <a:pos x="connsiteX6329" y="connsiteY6329"/>
                </a:cxn>
                <a:cxn ang="0">
                  <a:pos x="connsiteX6330" y="connsiteY6330"/>
                </a:cxn>
                <a:cxn ang="0">
                  <a:pos x="connsiteX6331" y="connsiteY6331"/>
                </a:cxn>
                <a:cxn ang="0">
                  <a:pos x="connsiteX6332" y="connsiteY6332"/>
                </a:cxn>
                <a:cxn ang="0">
                  <a:pos x="connsiteX6333" y="connsiteY6333"/>
                </a:cxn>
                <a:cxn ang="0">
                  <a:pos x="connsiteX6334" y="connsiteY6334"/>
                </a:cxn>
                <a:cxn ang="0">
                  <a:pos x="connsiteX6335" y="connsiteY6335"/>
                </a:cxn>
                <a:cxn ang="0">
                  <a:pos x="connsiteX6336" y="connsiteY6336"/>
                </a:cxn>
                <a:cxn ang="0">
                  <a:pos x="connsiteX6337" y="connsiteY6337"/>
                </a:cxn>
                <a:cxn ang="0">
                  <a:pos x="connsiteX6338" y="connsiteY6338"/>
                </a:cxn>
                <a:cxn ang="0">
                  <a:pos x="connsiteX6339" y="connsiteY6339"/>
                </a:cxn>
                <a:cxn ang="0">
                  <a:pos x="connsiteX6340" y="connsiteY6340"/>
                </a:cxn>
                <a:cxn ang="0">
                  <a:pos x="connsiteX6341" y="connsiteY6341"/>
                </a:cxn>
                <a:cxn ang="0">
                  <a:pos x="connsiteX6342" y="connsiteY6342"/>
                </a:cxn>
                <a:cxn ang="0">
                  <a:pos x="connsiteX6343" y="connsiteY6343"/>
                </a:cxn>
                <a:cxn ang="0">
                  <a:pos x="connsiteX6344" y="connsiteY6344"/>
                </a:cxn>
                <a:cxn ang="0">
                  <a:pos x="connsiteX6345" y="connsiteY6345"/>
                </a:cxn>
                <a:cxn ang="0">
                  <a:pos x="connsiteX6346" y="connsiteY6346"/>
                </a:cxn>
                <a:cxn ang="0">
                  <a:pos x="connsiteX6347" y="connsiteY6347"/>
                </a:cxn>
                <a:cxn ang="0">
                  <a:pos x="connsiteX6348" y="connsiteY6348"/>
                </a:cxn>
                <a:cxn ang="0">
                  <a:pos x="connsiteX6349" y="connsiteY6349"/>
                </a:cxn>
                <a:cxn ang="0">
                  <a:pos x="connsiteX6350" y="connsiteY6350"/>
                </a:cxn>
                <a:cxn ang="0">
                  <a:pos x="connsiteX6351" y="connsiteY6351"/>
                </a:cxn>
                <a:cxn ang="0">
                  <a:pos x="connsiteX6352" y="connsiteY6352"/>
                </a:cxn>
                <a:cxn ang="0">
                  <a:pos x="connsiteX6353" y="connsiteY6353"/>
                </a:cxn>
                <a:cxn ang="0">
                  <a:pos x="connsiteX6354" y="connsiteY6354"/>
                </a:cxn>
                <a:cxn ang="0">
                  <a:pos x="connsiteX6355" y="connsiteY6355"/>
                </a:cxn>
                <a:cxn ang="0">
                  <a:pos x="connsiteX6356" y="connsiteY6356"/>
                </a:cxn>
                <a:cxn ang="0">
                  <a:pos x="connsiteX6357" y="connsiteY6357"/>
                </a:cxn>
                <a:cxn ang="0">
                  <a:pos x="connsiteX6358" y="connsiteY6358"/>
                </a:cxn>
                <a:cxn ang="0">
                  <a:pos x="connsiteX6359" y="connsiteY6359"/>
                </a:cxn>
                <a:cxn ang="0">
                  <a:pos x="connsiteX6360" y="connsiteY6360"/>
                </a:cxn>
                <a:cxn ang="0">
                  <a:pos x="connsiteX6361" y="connsiteY6361"/>
                </a:cxn>
                <a:cxn ang="0">
                  <a:pos x="connsiteX6362" y="connsiteY6362"/>
                </a:cxn>
                <a:cxn ang="0">
                  <a:pos x="connsiteX6363" y="connsiteY6363"/>
                </a:cxn>
                <a:cxn ang="0">
                  <a:pos x="connsiteX6364" y="connsiteY6364"/>
                </a:cxn>
                <a:cxn ang="0">
                  <a:pos x="connsiteX6365" y="connsiteY6365"/>
                </a:cxn>
                <a:cxn ang="0">
                  <a:pos x="connsiteX6366" y="connsiteY6366"/>
                </a:cxn>
                <a:cxn ang="0">
                  <a:pos x="connsiteX6367" y="connsiteY6367"/>
                </a:cxn>
                <a:cxn ang="0">
                  <a:pos x="connsiteX6368" y="connsiteY6368"/>
                </a:cxn>
                <a:cxn ang="0">
                  <a:pos x="connsiteX6369" y="connsiteY6369"/>
                </a:cxn>
                <a:cxn ang="0">
                  <a:pos x="connsiteX6370" y="connsiteY6370"/>
                </a:cxn>
                <a:cxn ang="0">
                  <a:pos x="connsiteX6371" y="connsiteY6371"/>
                </a:cxn>
                <a:cxn ang="0">
                  <a:pos x="connsiteX6372" y="connsiteY6372"/>
                </a:cxn>
                <a:cxn ang="0">
                  <a:pos x="connsiteX6373" y="connsiteY6373"/>
                </a:cxn>
                <a:cxn ang="0">
                  <a:pos x="connsiteX6374" y="connsiteY6374"/>
                </a:cxn>
                <a:cxn ang="0">
                  <a:pos x="connsiteX6375" y="connsiteY6375"/>
                </a:cxn>
                <a:cxn ang="0">
                  <a:pos x="connsiteX6376" y="connsiteY6376"/>
                </a:cxn>
                <a:cxn ang="0">
                  <a:pos x="connsiteX6377" y="connsiteY6377"/>
                </a:cxn>
                <a:cxn ang="0">
                  <a:pos x="connsiteX6378" y="connsiteY6378"/>
                </a:cxn>
                <a:cxn ang="0">
                  <a:pos x="connsiteX6379" y="connsiteY6379"/>
                </a:cxn>
                <a:cxn ang="0">
                  <a:pos x="connsiteX6380" y="connsiteY6380"/>
                </a:cxn>
                <a:cxn ang="0">
                  <a:pos x="connsiteX6381" y="connsiteY6381"/>
                </a:cxn>
                <a:cxn ang="0">
                  <a:pos x="connsiteX6382" y="connsiteY6382"/>
                </a:cxn>
                <a:cxn ang="0">
                  <a:pos x="connsiteX6383" y="connsiteY6383"/>
                </a:cxn>
                <a:cxn ang="0">
                  <a:pos x="connsiteX6384" y="connsiteY6384"/>
                </a:cxn>
                <a:cxn ang="0">
                  <a:pos x="connsiteX6385" y="connsiteY6385"/>
                </a:cxn>
                <a:cxn ang="0">
                  <a:pos x="connsiteX6386" y="connsiteY6386"/>
                </a:cxn>
                <a:cxn ang="0">
                  <a:pos x="connsiteX6387" y="connsiteY6387"/>
                </a:cxn>
                <a:cxn ang="0">
                  <a:pos x="connsiteX6388" y="connsiteY6388"/>
                </a:cxn>
                <a:cxn ang="0">
                  <a:pos x="connsiteX6389" y="connsiteY6389"/>
                </a:cxn>
                <a:cxn ang="0">
                  <a:pos x="connsiteX6390" y="connsiteY6390"/>
                </a:cxn>
                <a:cxn ang="0">
                  <a:pos x="connsiteX6391" y="connsiteY6391"/>
                </a:cxn>
                <a:cxn ang="0">
                  <a:pos x="connsiteX6392" y="connsiteY6392"/>
                </a:cxn>
                <a:cxn ang="0">
                  <a:pos x="connsiteX6393" y="connsiteY6393"/>
                </a:cxn>
                <a:cxn ang="0">
                  <a:pos x="connsiteX6394" y="connsiteY6394"/>
                </a:cxn>
                <a:cxn ang="0">
                  <a:pos x="connsiteX6395" y="connsiteY6395"/>
                </a:cxn>
                <a:cxn ang="0">
                  <a:pos x="connsiteX6396" y="connsiteY6396"/>
                </a:cxn>
                <a:cxn ang="0">
                  <a:pos x="connsiteX6397" y="connsiteY6397"/>
                </a:cxn>
                <a:cxn ang="0">
                  <a:pos x="connsiteX6398" y="connsiteY6398"/>
                </a:cxn>
                <a:cxn ang="0">
                  <a:pos x="connsiteX6399" y="connsiteY6399"/>
                </a:cxn>
                <a:cxn ang="0">
                  <a:pos x="connsiteX6400" y="connsiteY6400"/>
                </a:cxn>
                <a:cxn ang="0">
                  <a:pos x="connsiteX6401" y="connsiteY6401"/>
                </a:cxn>
                <a:cxn ang="0">
                  <a:pos x="connsiteX6402" y="connsiteY6402"/>
                </a:cxn>
                <a:cxn ang="0">
                  <a:pos x="connsiteX6403" y="connsiteY6403"/>
                </a:cxn>
                <a:cxn ang="0">
                  <a:pos x="connsiteX6404" y="connsiteY6404"/>
                </a:cxn>
                <a:cxn ang="0">
                  <a:pos x="connsiteX6405" y="connsiteY6405"/>
                </a:cxn>
                <a:cxn ang="0">
                  <a:pos x="connsiteX6406" y="connsiteY6406"/>
                </a:cxn>
                <a:cxn ang="0">
                  <a:pos x="connsiteX6407" y="connsiteY6407"/>
                </a:cxn>
                <a:cxn ang="0">
                  <a:pos x="connsiteX6408" y="connsiteY6408"/>
                </a:cxn>
                <a:cxn ang="0">
                  <a:pos x="connsiteX6409" y="connsiteY6409"/>
                </a:cxn>
                <a:cxn ang="0">
                  <a:pos x="connsiteX6410" y="connsiteY6410"/>
                </a:cxn>
                <a:cxn ang="0">
                  <a:pos x="connsiteX6411" y="connsiteY6411"/>
                </a:cxn>
                <a:cxn ang="0">
                  <a:pos x="connsiteX6412" y="connsiteY6412"/>
                </a:cxn>
                <a:cxn ang="0">
                  <a:pos x="connsiteX6413" y="connsiteY6413"/>
                </a:cxn>
                <a:cxn ang="0">
                  <a:pos x="connsiteX6414" y="connsiteY6414"/>
                </a:cxn>
                <a:cxn ang="0">
                  <a:pos x="connsiteX6415" y="connsiteY6415"/>
                </a:cxn>
                <a:cxn ang="0">
                  <a:pos x="connsiteX6416" y="connsiteY6416"/>
                </a:cxn>
                <a:cxn ang="0">
                  <a:pos x="connsiteX6417" y="connsiteY6417"/>
                </a:cxn>
                <a:cxn ang="0">
                  <a:pos x="connsiteX6418" y="connsiteY6418"/>
                </a:cxn>
                <a:cxn ang="0">
                  <a:pos x="connsiteX6419" y="connsiteY6419"/>
                </a:cxn>
                <a:cxn ang="0">
                  <a:pos x="connsiteX6420" y="connsiteY6420"/>
                </a:cxn>
                <a:cxn ang="0">
                  <a:pos x="connsiteX6421" y="connsiteY6421"/>
                </a:cxn>
                <a:cxn ang="0">
                  <a:pos x="connsiteX6422" y="connsiteY6422"/>
                </a:cxn>
                <a:cxn ang="0">
                  <a:pos x="connsiteX6423" y="connsiteY6423"/>
                </a:cxn>
                <a:cxn ang="0">
                  <a:pos x="connsiteX6424" y="connsiteY6424"/>
                </a:cxn>
                <a:cxn ang="0">
                  <a:pos x="connsiteX6425" y="connsiteY6425"/>
                </a:cxn>
                <a:cxn ang="0">
                  <a:pos x="connsiteX6426" y="connsiteY6426"/>
                </a:cxn>
                <a:cxn ang="0">
                  <a:pos x="connsiteX6427" y="connsiteY6427"/>
                </a:cxn>
                <a:cxn ang="0">
                  <a:pos x="connsiteX6428" y="connsiteY6428"/>
                </a:cxn>
                <a:cxn ang="0">
                  <a:pos x="connsiteX6429" y="connsiteY6429"/>
                </a:cxn>
                <a:cxn ang="0">
                  <a:pos x="connsiteX6430" y="connsiteY6430"/>
                </a:cxn>
                <a:cxn ang="0">
                  <a:pos x="connsiteX6431" y="connsiteY6431"/>
                </a:cxn>
                <a:cxn ang="0">
                  <a:pos x="connsiteX6432" y="connsiteY6432"/>
                </a:cxn>
                <a:cxn ang="0">
                  <a:pos x="connsiteX6433" y="connsiteY6433"/>
                </a:cxn>
                <a:cxn ang="0">
                  <a:pos x="connsiteX6434" y="connsiteY6434"/>
                </a:cxn>
                <a:cxn ang="0">
                  <a:pos x="connsiteX6435" y="connsiteY6435"/>
                </a:cxn>
                <a:cxn ang="0">
                  <a:pos x="connsiteX6436" y="connsiteY6436"/>
                </a:cxn>
                <a:cxn ang="0">
                  <a:pos x="connsiteX6437" y="connsiteY6437"/>
                </a:cxn>
                <a:cxn ang="0">
                  <a:pos x="connsiteX6438" y="connsiteY6438"/>
                </a:cxn>
                <a:cxn ang="0">
                  <a:pos x="connsiteX6439" y="connsiteY6439"/>
                </a:cxn>
                <a:cxn ang="0">
                  <a:pos x="connsiteX6440" y="connsiteY6440"/>
                </a:cxn>
                <a:cxn ang="0">
                  <a:pos x="connsiteX6441" y="connsiteY6441"/>
                </a:cxn>
                <a:cxn ang="0">
                  <a:pos x="connsiteX6442" y="connsiteY6442"/>
                </a:cxn>
                <a:cxn ang="0">
                  <a:pos x="connsiteX6443" y="connsiteY6443"/>
                </a:cxn>
                <a:cxn ang="0">
                  <a:pos x="connsiteX6444" y="connsiteY6444"/>
                </a:cxn>
                <a:cxn ang="0">
                  <a:pos x="connsiteX6445" y="connsiteY6445"/>
                </a:cxn>
                <a:cxn ang="0">
                  <a:pos x="connsiteX6446" y="connsiteY6446"/>
                </a:cxn>
                <a:cxn ang="0">
                  <a:pos x="connsiteX6447" y="connsiteY6447"/>
                </a:cxn>
                <a:cxn ang="0">
                  <a:pos x="connsiteX6448" y="connsiteY6448"/>
                </a:cxn>
                <a:cxn ang="0">
                  <a:pos x="connsiteX6449" y="connsiteY6449"/>
                </a:cxn>
                <a:cxn ang="0">
                  <a:pos x="connsiteX6450" y="connsiteY6450"/>
                </a:cxn>
                <a:cxn ang="0">
                  <a:pos x="connsiteX6451" y="connsiteY6451"/>
                </a:cxn>
                <a:cxn ang="0">
                  <a:pos x="connsiteX6452" y="connsiteY6452"/>
                </a:cxn>
                <a:cxn ang="0">
                  <a:pos x="connsiteX6453" y="connsiteY6453"/>
                </a:cxn>
                <a:cxn ang="0">
                  <a:pos x="connsiteX6454" y="connsiteY6454"/>
                </a:cxn>
                <a:cxn ang="0">
                  <a:pos x="connsiteX6455" y="connsiteY6455"/>
                </a:cxn>
                <a:cxn ang="0">
                  <a:pos x="connsiteX6456" y="connsiteY6456"/>
                </a:cxn>
                <a:cxn ang="0">
                  <a:pos x="connsiteX6457" y="connsiteY6457"/>
                </a:cxn>
                <a:cxn ang="0">
                  <a:pos x="connsiteX6458" y="connsiteY6458"/>
                </a:cxn>
                <a:cxn ang="0">
                  <a:pos x="connsiteX6459" y="connsiteY6459"/>
                </a:cxn>
                <a:cxn ang="0">
                  <a:pos x="connsiteX6460" y="connsiteY6460"/>
                </a:cxn>
                <a:cxn ang="0">
                  <a:pos x="connsiteX6461" y="connsiteY6461"/>
                </a:cxn>
                <a:cxn ang="0">
                  <a:pos x="connsiteX6462" y="connsiteY6462"/>
                </a:cxn>
                <a:cxn ang="0">
                  <a:pos x="connsiteX6463" y="connsiteY6463"/>
                </a:cxn>
                <a:cxn ang="0">
                  <a:pos x="connsiteX6464" y="connsiteY6464"/>
                </a:cxn>
                <a:cxn ang="0">
                  <a:pos x="connsiteX6465" y="connsiteY6465"/>
                </a:cxn>
                <a:cxn ang="0">
                  <a:pos x="connsiteX6466" y="connsiteY6466"/>
                </a:cxn>
                <a:cxn ang="0">
                  <a:pos x="connsiteX6467" y="connsiteY6467"/>
                </a:cxn>
                <a:cxn ang="0">
                  <a:pos x="connsiteX6468" y="connsiteY6468"/>
                </a:cxn>
                <a:cxn ang="0">
                  <a:pos x="connsiteX6469" y="connsiteY6469"/>
                </a:cxn>
                <a:cxn ang="0">
                  <a:pos x="connsiteX6470" y="connsiteY6470"/>
                </a:cxn>
                <a:cxn ang="0">
                  <a:pos x="connsiteX6471" y="connsiteY6471"/>
                </a:cxn>
                <a:cxn ang="0">
                  <a:pos x="connsiteX6472" y="connsiteY6472"/>
                </a:cxn>
                <a:cxn ang="0">
                  <a:pos x="connsiteX6473" y="connsiteY6473"/>
                </a:cxn>
                <a:cxn ang="0">
                  <a:pos x="connsiteX6474" y="connsiteY6474"/>
                </a:cxn>
                <a:cxn ang="0">
                  <a:pos x="connsiteX6475" y="connsiteY6475"/>
                </a:cxn>
                <a:cxn ang="0">
                  <a:pos x="connsiteX6476" y="connsiteY6476"/>
                </a:cxn>
                <a:cxn ang="0">
                  <a:pos x="connsiteX6477" y="connsiteY6477"/>
                </a:cxn>
                <a:cxn ang="0">
                  <a:pos x="connsiteX6478" y="connsiteY6478"/>
                </a:cxn>
                <a:cxn ang="0">
                  <a:pos x="connsiteX6479" y="connsiteY6479"/>
                </a:cxn>
                <a:cxn ang="0">
                  <a:pos x="connsiteX6480" y="connsiteY6480"/>
                </a:cxn>
                <a:cxn ang="0">
                  <a:pos x="connsiteX6481" y="connsiteY6481"/>
                </a:cxn>
                <a:cxn ang="0">
                  <a:pos x="connsiteX6482" y="connsiteY6482"/>
                </a:cxn>
                <a:cxn ang="0">
                  <a:pos x="connsiteX6483" y="connsiteY6483"/>
                </a:cxn>
                <a:cxn ang="0">
                  <a:pos x="connsiteX6484" y="connsiteY6484"/>
                </a:cxn>
                <a:cxn ang="0">
                  <a:pos x="connsiteX6485" y="connsiteY6485"/>
                </a:cxn>
                <a:cxn ang="0">
                  <a:pos x="connsiteX6486" y="connsiteY6486"/>
                </a:cxn>
                <a:cxn ang="0">
                  <a:pos x="connsiteX6487" y="connsiteY6487"/>
                </a:cxn>
                <a:cxn ang="0">
                  <a:pos x="connsiteX6488" y="connsiteY6488"/>
                </a:cxn>
                <a:cxn ang="0">
                  <a:pos x="connsiteX6489" y="connsiteY6489"/>
                </a:cxn>
                <a:cxn ang="0">
                  <a:pos x="connsiteX6490" y="connsiteY6490"/>
                </a:cxn>
                <a:cxn ang="0">
                  <a:pos x="connsiteX6491" y="connsiteY6491"/>
                </a:cxn>
                <a:cxn ang="0">
                  <a:pos x="connsiteX6492" y="connsiteY6492"/>
                </a:cxn>
                <a:cxn ang="0">
                  <a:pos x="connsiteX6493" y="connsiteY6493"/>
                </a:cxn>
                <a:cxn ang="0">
                  <a:pos x="connsiteX6494" y="connsiteY6494"/>
                </a:cxn>
                <a:cxn ang="0">
                  <a:pos x="connsiteX6495" y="connsiteY6495"/>
                </a:cxn>
                <a:cxn ang="0">
                  <a:pos x="connsiteX6496" y="connsiteY6496"/>
                </a:cxn>
                <a:cxn ang="0">
                  <a:pos x="connsiteX6497" y="connsiteY6497"/>
                </a:cxn>
                <a:cxn ang="0">
                  <a:pos x="connsiteX6498" y="connsiteY6498"/>
                </a:cxn>
                <a:cxn ang="0">
                  <a:pos x="connsiteX6499" y="connsiteY6499"/>
                </a:cxn>
                <a:cxn ang="0">
                  <a:pos x="connsiteX6500" y="connsiteY6500"/>
                </a:cxn>
                <a:cxn ang="0">
                  <a:pos x="connsiteX6501" y="connsiteY6501"/>
                </a:cxn>
                <a:cxn ang="0">
                  <a:pos x="connsiteX6502" y="connsiteY6502"/>
                </a:cxn>
                <a:cxn ang="0">
                  <a:pos x="connsiteX6503" y="connsiteY6503"/>
                </a:cxn>
                <a:cxn ang="0">
                  <a:pos x="connsiteX6504" y="connsiteY6504"/>
                </a:cxn>
                <a:cxn ang="0">
                  <a:pos x="connsiteX6505" y="connsiteY6505"/>
                </a:cxn>
                <a:cxn ang="0">
                  <a:pos x="connsiteX6506" y="connsiteY6506"/>
                </a:cxn>
                <a:cxn ang="0">
                  <a:pos x="connsiteX6507" y="connsiteY6507"/>
                </a:cxn>
                <a:cxn ang="0">
                  <a:pos x="connsiteX6508" y="connsiteY6508"/>
                </a:cxn>
                <a:cxn ang="0">
                  <a:pos x="connsiteX6509" y="connsiteY6509"/>
                </a:cxn>
                <a:cxn ang="0">
                  <a:pos x="connsiteX6510" y="connsiteY6510"/>
                </a:cxn>
                <a:cxn ang="0">
                  <a:pos x="connsiteX6511" y="connsiteY6511"/>
                </a:cxn>
                <a:cxn ang="0">
                  <a:pos x="connsiteX6512" y="connsiteY6512"/>
                </a:cxn>
                <a:cxn ang="0">
                  <a:pos x="connsiteX6513" y="connsiteY6513"/>
                </a:cxn>
                <a:cxn ang="0">
                  <a:pos x="connsiteX6514" y="connsiteY6514"/>
                </a:cxn>
                <a:cxn ang="0">
                  <a:pos x="connsiteX6515" y="connsiteY6515"/>
                </a:cxn>
                <a:cxn ang="0">
                  <a:pos x="connsiteX6516" y="connsiteY6516"/>
                </a:cxn>
                <a:cxn ang="0">
                  <a:pos x="connsiteX6517" y="connsiteY6517"/>
                </a:cxn>
                <a:cxn ang="0">
                  <a:pos x="connsiteX6518" y="connsiteY6518"/>
                </a:cxn>
                <a:cxn ang="0">
                  <a:pos x="connsiteX6519" y="connsiteY6519"/>
                </a:cxn>
                <a:cxn ang="0">
                  <a:pos x="connsiteX6520" y="connsiteY6520"/>
                </a:cxn>
                <a:cxn ang="0">
                  <a:pos x="connsiteX6521" y="connsiteY6521"/>
                </a:cxn>
                <a:cxn ang="0">
                  <a:pos x="connsiteX6522" y="connsiteY6522"/>
                </a:cxn>
                <a:cxn ang="0">
                  <a:pos x="connsiteX6523" y="connsiteY6523"/>
                </a:cxn>
                <a:cxn ang="0">
                  <a:pos x="connsiteX6524" y="connsiteY6524"/>
                </a:cxn>
                <a:cxn ang="0">
                  <a:pos x="connsiteX6525" y="connsiteY6525"/>
                </a:cxn>
                <a:cxn ang="0">
                  <a:pos x="connsiteX6526" y="connsiteY6526"/>
                </a:cxn>
                <a:cxn ang="0">
                  <a:pos x="connsiteX6527" y="connsiteY6527"/>
                </a:cxn>
                <a:cxn ang="0">
                  <a:pos x="connsiteX6528" y="connsiteY6528"/>
                </a:cxn>
                <a:cxn ang="0">
                  <a:pos x="connsiteX6529" y="connsiteY6529"/>
                </a:cxn>
                <a:cxn ang="0">
                  <a:pos x="connsiteX6530" y="connsiteY6530"/>
                </a:cxn>
                <a:cxn ang="0">
                  <a:pos x="connsiteX6531" y="connsiteY6531"/>
                </a:cxn>
                <a:cxn ang="0">
                  <a:pos x="connsiteX6532" y="connsiteY6532"/>
                </a:cxn>
                <a:cxn ang="0">
                  <a:pos x="connsiteX6533" y="connsiteY6533"/>
                </a:cxn>
                <a:cxn ang="0">
                  <a:pos x="connsiteX6534" y="connsiteY6534"/>
                </a:cxn>
                <a:cxn ang="0">
                  <a:pos x="connsiteX6535" y="connsiteY6535"/>
                </a:cxn>
                <a:cxn ang="0">
                  <a:pos x="connsiteX6536" y="connsiteY6536"/>
                </a:cxn>
                <a:cxn ang="0">
                  <a:pos x="connsiteX6537" y="connsiteY6537"/>
                </a:cxn>
                <a:cxn ang="0">
                  <a:pos x="connsiteX6538" y="connsiteY6538"/>
                </a:cxn>
                <a:cxn ang="0">
                  <a:pos x="connsiteX6539" y="connsiteY6539"/>
                </a:cxn>
                <a:cxn ang="0">
                  <a:pos x="connsiteX6540" y="connsiteY6540"/>
                </a:cxn>
                <a:cxn ang="0">
                  <a:pos x="connsiteX6541" y="connsiteY6541"/>
                </a:cxn>
                <a:cxn ang="0">
                  <a:pos x="connsiteX6542" y="connsiteY6542"/>
                </a:cxn>
                <a:cxn ang="0">
                  <a:pos x="connsiteX6543" y="connsiteY6543"/>
                </a:cxn>
                <a:cxn ang="0">
                  <a:pos x="connsiteX6544" y="connsiteY6544"/>
                </a:cxn>
                <a:cxn ang="0">
                  <a:pos x="connsiteX6545" y="connsiteY6545"/>
                </a:cxn>
                <a:cxn ang="0">
                  <a:pos x="connsiteX6546" y="connsiteY6546"/>
                </a:cxn>
                <a:cxn ang="0">
                  <a:pos x="connsiteX6547" y="connsiteY6547"/>
                </a:cxn>
                <a:cxn ang="0">
                  <a:pos x="connsiteX6548" y="connsiteY6548"/>
                </a:cxn>
                <a:cxn ang="0">
                  <a:pos x="connsiteX6549" y="connsiteY6549"/>
                </a:cxn>
                <a:cxn ang="0">
                  <a:pos x="connsiteX6550" y="connsiteY6550"/>
                </a:cxn>
                <a:cxn ang="0">
                  <a:pos x="connsiteX6551" y="connsiteY6551"/>
                </a:cxn>
                <a:cxn ang="0">
                  <a:pos x="connsiteX6552" y="connsiteY6552"/>
                </a:cxn>
                <a:cxn ang="0">
                  <a:pos x="connsiteX6553" y="connsiteY6553"/>
                </a:cxn>
                <a:cxn ang="0">
                  <a:pos x="connsiteX6554" y="connsiteY6554"/>
                </a:cxn>
                <a:cxn ang="0">
                  <a:pos x="connsiteX6555" y="connsiteY6555"/>
                </a:cxn>
                <a:cxn ang="0">
                  <a:pos x="connsiteX6556" y="connsiteY6556"/>
                </a:cxn>
                <a:cxn ang="0">
                  <a:pos x="connsiteX6557" y="connsiteY6557"/>
                </a:cxn>
                <a:cxn ang="0">
                  <a:pos x="connsiteX6558" y="connsiteY6558"/>
                </a:cxn>
                <a:cxn ang="0">
                  <a:pos x="connsiteX6559" y="connsiteY6559"/>
                </a:cxn>
                <a:cxn ang="0">
                  <a:pos x="connsiteX6560" y="connsiteY6560"/>
                </a:cxn>
                <a:cxn ang="0">
                  <a:pos x="connsiteX6561" y="connsiteY6561"/>
                </a:cxn>
                <a:cxn ang="0">
                  <a:pos x="connsiteX6562" y="connsiteY6562"/>
                </a:cxn>
                <a:cxn ang="0">
                  <a:pos x="connsiteX6563" y="connsiteY6563"/>
                </a:cxn>
                <a:cxn ang="0">
                  <a:pos x="connsiteX6564" y="connsiteY6564"/>
                </a:cxn>
                <a:cxn ang="0">
                  <a:pos x="connsiteX6565" y="connsiteY6565"/>
                </a:cxn>
                <a:cxn ang="0">
                  <a:pos x="connsiteX6566" y="connsiteY6566"/>
                </a:cxn>
                <a:cxn ang="0">
                  <a:pos x="connsiteX6567" y="connsiteY6567"/>
                </a:cxn>
                <a:cxn ang="0">
                  <a:pos x="connsiteX6568" y="connsiteY6568"/>
                </a:cxn>
                <a:cxn ang="0">
                  <a:pos x="connsiteX6569" y="connsiteY6569"/>
                </a:cxn>
                <a:cxn ang="0">
                  <a:pos x="connsiteX6570" y="connsiteY6570"/>
                </a:cxn>
                <a:cxn ang="0">
                  <a:pos x="connsiteX6571" y="connsiteY6571"/>
                </a:cxn>
                <a:cxn ang="0">
                  <a:pos x="connsiteX6572" y="connsiteY6572"/>
                </a:cxn>
                <a:cxn ang="0">
                  <a:pos x="connsiteX6573" y="connsiteY6573"/>
                </a:cxn>
                <a:cxn ang="0">
                  <a:pos x="connsiteX6574" y="connsiteY6574"/>
                </a:cxn>
                <a:cxn ang="0">
                  <a:pos x="connsiteX6575" y="connsiteY6575"/>
                </a:cxn>
                <a:cxn ang="0">
                  <a:pos x="connsiteX6576" y="connsiteY6576"/>
                </a:cxn>
                <a:cxn ang="0">
                  <a:pos x="connsiteX6577" y="connsiteY6577"/>
                </a:cxn>
                <a:cxn ang="0">
                  <a:pos x="connsiteX6578" y="connsiteY6578"/>
                </a:cxn>
                <a:cxn ang="0">
                  <a:pos x="connsiteX6579" y="connsiteY6579"/>
                </a:cxn>
                <a:cxn ang="0">
                  <a:pos x="connsiteX6580" y="connsiteY6580"/>
                </a:cxn>
                <a:cxn ang="0">
                  <a:pos x="connsiteX6581" y="connsiteY6581"/>
                </a:cxn>
                <a:cxn ang="0">
                  <a:pos x="connsiteX6582" y="connsiteY6582"/>
                </a:cxn>
                <a:cxn ang="0">
                  <a:pos x="connsiteX6583" y="connsiteY6583"/>
                </a:cxn>
                <a:cxn ang="0">
                  <a:pos x="connsiteX6584" y="connsiteY6584"/>
                </a:cxn>
                <a:cxn ang="0">
                  <a:pos x="connsiteX6585" y="connsiteY6585"/>
                </a:cxn>
                <a:cxn ang="0">
                  <a:pos x="connsiteX6586" y="connsiteY6586"/>
                </a:cxn>
                <a:cxn ang="0">
                  <a:pos x="connsiteX6587" y="connsiteY6587"/>
                </a:cxn>
                <a:cxn ang="0">
                  <a:pos x="connsiteX6588" y="connsiteY6588"/>
                </a:cxn>
                <a:cxn ang="0">
                  <a:pos x="connsiteX6589" y="connsiteY6589"/>
                </a:cxn>
                <a:cxn ang="0">
                  <a:pos x="connsiteX6590" y="connsiteY6590"/>
                </a:cxn>
                <a:cxn ang="0">
                  <a:pos x="connsiteX6591" y="connsiteY6591"/>
                </a:cxn>
                <a:cxn ang="0">
                  <a:pos x="connsiteX6592" y="connsiteY6592"/>
                </a:cxn>
                <a:cxn ang="0">
                  <a:pos x="connsiteX6593" y="connsiteY6593"/>
                </a:cxn>
                <a:cxn ang="0">
                  <a:pos x="connsiteX6594" y="connsiteY6594"/>
                </a:cxn>
                <a:cxn ang="0">
                  <a:pos x="connsiteX6595" y="connsiteY6595"/>
                </a:cxn>
                <a:cxn ang="0">
                  <a:pos x="connsiteX6596" y="connsiteY6596"/>
                </a:cxn>
                <a:cxn ang="0">
                  <a:pos x="connsiteX6597" y="connsiteY6597"/>
                </a:cxn>
                <a:cxn ang="0">
                  <a:pos x="connsiteX6598" y="connsiteY6598"/>
                </a:cxn>
                <a:cxn ang="0">
                  <a:pos x="connsiteX6599" y="connsiteY6599"/>
                </a:cxn>
                <a:cxn ang="0">
                  <a:pos x="connsiteX6600" y="connsiteY6600"/>
                </a:cxn>
                <a:cxn ang="0">
                  <a:pos x="connsiteX6601" y="connsiteY6601"/>
                </a:cxn>
                <a:cxn ang="0">
                  <a:pos x="connsiteX6602" y="connsiteY6602"/>
                </a:cxn>
                <a:cxn ang="0">
                  <a:pos x="connsiteX6603" y="connsiteY6603"/>
                </a:cxn>
                <a:cxn ang="0">
                  <a:pos x="connsiteX6604" y="connsiteY6604"/>
                </a:cxn>
                <a:cxn ang="0">
                  <a:pos x="connsiteX6605" y="connsiteY6605"/>
                </a:cxn>
                <a:cxn ang="0">
                  <a:pos x="connsiteX6606" y="connsiteY6606"/>
                </a:cxn>
                <a:cxn ang="0">
                  <a:pos x="connsiteX6607" y="connsiteY6607"/>
                </a:cxn>
                <a:cxn ang="0">
                  <a:pos x="connsiteX6608" y="connsiteY6608"/>
                </a:cxn>
                <a:cxn ang="0">
                  <a:pos x="connsiteX6609" y="connsiteY6609"/>
                </a:cxn>
                <a:cxn ang="0">
                  <a:pos x="connsiteX6610" y="connsiteY6610"/>
                </a:cxn>
                <a:cxn ang="0">
                  <a:pos x="connsiteX6611" y="connsiteY6611"/>
                </a:cxn>
                <a:cxn ang="0">
                  <a:pos x="connsiteX6612" y="connsiteY6612"/>
                </a:cxn>
                <a:cxn ang="0">
                  <a:pos x="connsiteX6613" y="connsiteY6613"/>
                </a:cxn>
                <a:cxn ang="0">
                  <a:pos x="connsiteX6614" y="connsiteY6614"/>
                </a:cxn>
                <a:cxn ang="0">
                  <a:pos x="connsiteX6615" y="connsiteY6615"/>
                </a:cxn>
                <a:cxn ang="0">
                  <a:pos x="connsiteX6616" y="connsiteY6616"/>
                </a:cxn>
                <a:cxn ang="0">
                  <a:pos x="connsiteX6617" y="connsiteY6617"/>
                </a:cxn>
                <a:cxn ang="0">
                  <a:pos x="connsiteX6618" y="connsiteY6618"/>
                </a:cxn>
                <a:cxn ang="0">
                  <a:pos x="connsiteX6619" y="connsiteY6619"/>
                </a:cxn>
                <a:cxn ang="0">
                  <a:pos x="connsiteX6620" y="connsiteY6620"/>
                </a:cxn>
                <a:cxn ang="0">
                  <a:pos x="connsiteX6621" y="connsiteY6621"/>
                </a:cxn>
                <a:cxn ang="0">
                  <a:pos x="connsiteX6622" y="connsiteY6622"/>
                </a:cxn>
                <a:cxn ang="0">
                  <a:pos x="connsiteX6623" y="connsiteY6623"/>
                </a:cxn>
                <a:cxn ang="0">
                  <a:pos x="connsiteX6624" y="connsiteY6624"/>
                </a:cxn>
                <a:cxn ang="0">
                  <a:pos x="connsiteX6625" y="connsiteY6625"/>
                </a:cxn>
                <a:cxn ang="0">
                  <a:pos x="connsiteX6626" y="connsiteY6626"/>
                </a:cxn>
                <a:cxn ang="0">
                  <a:pos x="connsiteX6627" y="connsiteY6627"/>
                </a:cxn>
                <a:cxn ang="0">
                  <a:pos x="connsiteX6628" y="connsiteY6628"/>
                </a:cxn>
                <a:cxn ang="0">
                  <a:pos x="connsiteX6629" y="connsiteY6629"/>
                </a:cxn>
                <a:cxn ang="0">
                  <a:pos x="connsiteX6630" y="connsiteY6630"/>
                </a:cxn>
                <a:cxn ang="0">
                  <a:pos x="connsiteX6631" y="connsiteY6631"/>
                </a:cxn>
                <a:cxn ang="0">
                  <a:pos x="connsiteX6632" y="connsiteY6632"/>
                </a:cxn>
                <a:cxn ang="0">
                  <a:pos x="connsiteX6633" y="connsiteY6633"/>
                </a:cxn>
                <a:cxn ang="0">
                  <a:pos x="connsiteX6634" y="connsiteY6634"/>
                </a:cxn>
                <a:cxn ang="0">
                  <a:pos x="connsiteX6635" y="connsiteY6635"/>
                </a:cxn>
                <a:cxn ang="0">
                  <a:pos x="connsiteX6636" y="connsiteY6636"/>
                </a:cxn>
                <a:cxn ang="0">
                  <a:pos x="connsiteX6637" y="connsiteY6637"/>
                </a:cxn>
                <a:cxn ang="0">
                  <a:pos x="connsiteX6638" y="connsiteY6638"/>
                </a:cxn>
                <a:cxn ang="0">
                  <a:pos x="connsiteX6639" y="connsiteY6639"/>
                </a:cxn>
                <a:cxn ang="0">
                  <a:pos x="connsiteX6640" y="connsiteY6640"/>
                </a:cxn>
                <a:cxn ang="0">
                  <a:pos x="connsiteX6641" y="connsiteY6641"/>
                </a:cxn>
                <a:cxn ang="0">
                  <a:pos x="connsiteX6642" y="connsiteY6642"/>
                </a:cxn>
                <a:cxn ang="0">
                  <a:pos x="connsiteX6643" y="connsiteY6643"/>
                </a:cxn>
                <a:cxn ang="0">
                  <a:pos x="connsiteX6644" y="connsiteY6644"/>
                </a:cxn>
                <a:cxn ang="0">
                  <a:pos x="connsiteX6645" y="connsiteY6645"/>
                </a:cxn>
                <a:cxn ang="0">
                  <a:pos x="connsiteX6646" y="connsiteY6646"/>
                </a:cxn>
                <a:cxn ang="0">
                  <a:pos x="connsiteX6647" y="connsiteY6647"/>
                </a:cxn>
                <a:cxn ang="0">
                  <a:pos x="connsiteX6648" y="connsiteY6648"/>
                </a:cxn>
                <a:cxn ang="0">
                  <a:pos x="connsiteX6649" y="connsiteY6649"/>
                </a:cxn>
                <a:cxn ang="0">
                  <a:pos x="connsiteX6650" y="connsiteY6650"/>
                </a:cxn>
                <a:cxn ang="0">
                  <a:pos x="connsiteX6651" y="connsiteY6651"/>
                </a:cxn>
                <a:cxn ang="0">
                  <a:pos x="connsiteX6652" y="connsiteY6652"/>
                </a:cxn>
                <a:cxn ang="0">
                  <a:pos x="connsiteX6653" y="connsiteY6653"/>
                </a:cxn>
                <a:cxn ang="0">
                  <a:pos x="connsiteX6654" y="connsiteY6654"/>
                </a:cxn>
                <a:cxn ang="0">
                  <a:pos x="connsiteX6655" y="connsiteY6655"/>
                </a:cxn>
                <a:cxn ang="0">
                  <a:pos x="connsiteX6656" y="connsiteY6656"/>
                </a:cxn>
                <a:cxn ang="0">
                  <a:pos x="connsiteX6657" y="connsiteY6657"/>
                </a:cxn>
                <a:cxn ang="0">
                  <a:pos x="connsiteX6658" y="connsiteY6658"/>
                </a:cxn>
                <a:cxn ang="0">
                  <a:pos x="connsiteX6659" y="connsiteY6659"/>
                </a:cxn>
                <a:cxn ang="0">
                  <a:pos x="connsiteX6660" y="connsiteY6660"/>
                </a:cxn>
                <a:cxn ang="0">
                  <a:pos x="connsiteX6661" y="connsiteY6661"/>
                </a:cxn>
                <a:cxn ang="0">
                  <a:pos x="connsiteX6662" y="connsiteY6662"/>
                </a:cxn>
                <a:cxn ang="0">
                  <a:pos x="connsiteX6663" y="connsiteY6663"/>
                </a:cxn>
                <a:cxn ang="0">
                  <a:pos x="connsiteX6664" y="connsiteY6664"/>
                </a:cxn>
                <a:cxn ang="0">
                  <a:pos x="connsiteX6665" y="connsiteY6665"/>
                </a:cxn>
                <a:cxn ang="0">
                  <a:pos x="connsiteX6666" y="connsiteY6666"/>
                </a:cxn>
                <a:cxn ang="0">
                  <a:pos x="connsiteX6667" y="connsiteY6667"/>
                </a:cxn>
                <a:cxn ang="0">
                  <a:pos x="connsiteX6668" y="connsiteY6668"/>
                </a:cxn>
                <a:cxn ang="0">
                  <a:pos x="connsiteX6669" y="connsiteY6669"/>
                </a:cxn>
                <a:cxn ang="0">
                  <a:pos x="connsiteX6670" y="connsiteY6670"/>
                </a:cxn>
                <a:cxn ang="0">
                  <a:pos x="connsiteX6671" y="connsiteY6671"/>
                </a:cxn>
                <a:cxn ang="0">
                  <a:pos x="connsiteX6672" y="connsiteY6672"/>
                </a:cxn>
                <a:cxn ang="0">
                  <a:pos x="connsiteX6673" y="connsiteY6673"/>
                </a:cxn>
                <a:cxn ang="0">
                  <a:pos x="connsiteX6674" y="connsiteY6674"/>
                </a:cxn>
                <a:cxn ang="0">
                  <a:pos x="connsiteX6675" y="connsiteY6675"/>
                </a:cxn>
                <a:cxn ang="0">
                  <a:pos x="connsiteX6676" y="connsiteY6676"/>
                </a:cxn>
                <a:cxn ang="0">
                  <a:pos x="connsiteX6677" y="connsiteY6677"/>
                </a:cxn>
                <a:cxn ang="0">
                  <a:pos x="connsiteX6678" y="connsiteY6678"/>
                </a:cxn>
                <a:cxn ang="0">
                  <a:pos x="connsiteX6679" y="connsiteY6679"/>
                </a:cxn>
                <a:cxn ang="0">
                  <a:pos x="connsiteX6680" y="connsiteY6680"/>
                </a:cxn>
                <a:cxn ang="0">
                  <a:pos x="connsiteX6681" y="connsiteY6681"/>
                </a:cxn>
                <a:cxn ang="0">
                  <a:pos x="connsiteX6682" y="connsiteY6682"/>
                </a:cxn>
                <a:cxn ang="0">
                  <a:pos x="connsiteX6683" y="connsiteY6683"/>
                </a:cxn>
                <a:cxn ang="0">
                  <a:pos x="connsiteX6684" y="connsiteY6684"/>
                </a:cxn>
                <a:cxn ang="0">
                  <a:pos x="connsiteX6685" y="connsiteY6685"/>
                </a:cxn>
                <a:cxn ang="0">
                  <a:pos x="connsiteX6686" y="connsiteY6686"/>
                </a:cxn>
                <a:cxn ang="0">
                  <a:pos x="connsiteX6687" y="connsiteY6687"/>
                </a:cxn>
                <a:cxn ang="0">
                  <a:pos x="connsiteX6688" y="connsiteY6688"/>
                </a:cxn>
                <a:cxn ang="0">
                  <a:pos x="connsiteX6689" y="connsiteY6689"/>
                </a:cxn>
                <a:cxn ang="0">
                  <a:pos x="connsiteX6690" y="connsiteY6690"/>
                </a:cxn>
                <a:cxn ang="0">
                  <a:pos x="connsiteX6691" y="connsiteY6691"/>
                </a:cxn>
                <a:cxn ang="0">
                  <a:pos x="connsiteX6692" y="connsiteY6692"/>
                </a:cxn>
                <a:cxn ang="0">
                  <a:pos x="connsiteX6693" y="connsiteY6693"/>
                </a:cxn>
                <a:cxn ang="0">
                  <a:pos x="connsiteX6694" y="connsiteY6694"/>
                </a:cxn>
                <a:cxn ang="0">
                  <a:pos x="connsiteX6695" y="connsiteY6695"/>
                </a:cxn>
                <a:cxn ang="0">
                  <a:pos x="connsiteX6696" y="connsiteY6696"/>
                </a:cxn>
                <a:cxn ang="0">
                  <a:pos x="connsiteX6697" y="connsiteY6697"/>
                </a:cxn>
                <a:cxn ang="0">
                  <a:pos x="connsiteX6698" y="connsiteY6698"/>
                </a:cxn>
                <a:cxn ang="0">
                  <a:pos x="connsiteX6699" y="connsiteY6699"/>
                </a:cxn>
                <a:cxn ang="0">
                  <a:pos x="connsiteX6700" y="connsiteY6700"/>
                </a:cxn>
                <a:cxn ang="0">
                  <a:pos x="connsiteX6701" y="connsiteY6701"/>
                </a:cxn>
                <a:cxn ang="0">
                  <a:pos x="connsiteX6702" y="connsiteY6702"/>
                </a:cxn>
                <a:cxn ang="0">
                  <a:pos x="connsiteX6703" y="connsiteY6703"/>
                </a:cxn>
                <a:cxn ang="0">
                  <a:pos x="connsiteX6704" y="connsiteY6704"/>
                </a:cxn>
                <a:cxn ang="0">
                  <a:pos x="connsiteX6705" y="connsiteY6705"/>
                </a:cxn>
                <a:cxn ang="0">
                  <a:pos x="connsiteX6706" y="connsiteY6706"/>
                </a:cxn>
                <a:cxn ang="0">
                  <a:pos x="connsiteX6707" y="connsiteY6707"/>
                </a:cxn>
                <a:cxn ang="0">
                  <a:pos x="connsiteX6708" y="connsiteY6708"/>
                </a:cxn>
                <a:cxn ang="0">
                  <a:pos x="connsiteX6709" y="connsiteY6709"/>
                </a:cxn>
                <a:cxn ang="0">
                  <a:pos x="connsiteX6710" y="connsiteY6710"/>
                </a:cxn>
                <a:cxn ang="0">
                  <a:pos x="connsiteX6711" y="connsiteY6711"/>
                </a:cxn>
                <a:cxn ang="0">
                  <a:pos x="connsiteX6712" y="connsiteY6712"/>
                </a:cxn>
                <a:cxn ang="0">
                  <a:pos x="connsiteX6713" y="connsiteY6713"/>
                </a:cxn>
                <a:cxn ang="0">
                  <a:pos x="connsiteX6714" y="connsiteY6714"/>
                </a:cxn>
                <a:cxn ang="0">
                  <a:pos x="connsiteX6715" y="connsiteY6715"/>
                </a:cxn>
                <a:cxn ang="0">
                  <a:pos x="connsiteX6716" y="connsiteY6716"/>
                </a:cxn>
                <a:cxn ang="0">
                  <a:pos x="connsiteX6717" y="connsiteY6717"/>
                </a:cxn>
                <a:cxn ang="0">
                  <a:pos x="connsiteX6718" y="connsiteY6718"/>
                </a:cxn>
                <a:cxn ang="0">
                  <a:pos x="connsiteX6719" y="connsiteY6719"/>
                </a:cxn>
                <a:cxn ang="0">
                  <a:pos x="connsiteX6720" y="connsiteY6720"/>
                </a:cxn>
                <a:cxn ang="0">
                  <a:pos x="connsiteX6721" y="connsiteY6721"/>
                </a:cxn>
                <a:cxn ang="0">
                  <a:pos x="connsiteX6722" y="connsiteY6722"/>
                </a:cxn>
                <a:cxn ang="0">
                  <a:pos x="connsiteX6723" y="connsiteY6723"/>
                </a:cxn>
                <a:cxn ang="0">
                  <a:pos x="connsiteX6724" y="connsiteY6724"/>
                </a:cxn>
                <a:cxn ang="0">
                  <a:pos x="connsiteX6725" y="connsiteY6725"/>
                </a:cxn>
                <a:cxn ang="0">
                  <a:pos x="connsiteX6726" y="connsiteY6726"/>
                </a:cxn>
                <a:cxn ang="0">
                  <a:pos x="connsiteX6727" y="connsiteY6727"/>
                </a:cxn>
                <a:cxn ang="0">
                  <a:pos x="connsiteX6728" y="connsiteY6728"/>
                </a:cxn>
                <a:cxn ang="0">
                  <a:pos x="connsiteX6729" y="connsiteY6729"/>
                </a:cxn>
                <a:cxn ang="0">
                  <a:pos x="connsiteX6730" y="connsiteY6730"/>
                </a:cxn>
                <a:cxn ang="0">
                  <a:pos x="connsiteX6731" y="connsiteY6731"/>
                </a:cxn>
                <a:cxn ang="0">
                  <a:pos x="connsiteX6732" y="connsiteY6732"/>
                </a:cxn>
                <a:cxn ang="0">
                  <a:pos x="connsiteX6733" y="connsiteY6733"/>
                </a:cxn>
                <a:cxn ang="0">
                  <a:pos x="connsiteX6734" y="connsiteY6734"/>
                </a:cxn>
                <a:cxn ang="0">
                  <a:pos x="connsiteX6735" y="connsiteY6735"/>
                </a:cxn>
                <a:cxn ang="0">
                  <a:pos x="connsiteX6736" y="connsiteY6736"/>
                </a:cxn>
                <a:cxn ang="0">
                  <a:pos x="connsiteX6737" y="connsiteY6737"/>
                </a:cxn>
                <a:cxn ang="0">
                  <a:pos x="connsiteX6738" y="connsiteY6738"/>
                </a:cxn>
                <a:cxn ang="0">
                  <a:pos x="connsiteX6739" y="connsiteY6739"/>
                </a:cxn>
                <a:cxn ang="0">
                  <a:pos x="connsiteX6740" y="connsiteY6740"/>
                </a:cxn>
                <a:cxn ang="0">
                  <a:pos x="connsiteX6741" y="connsiteY6741"/>
                </a:cxn>
                <a:cxn ang="0">
                  <a:pos x="connsiteX6742" y="connsiteY6742"/>
                </a:cxn>
                <a:cxn ang="0">
                  <a:pos x="connsiteX6743" y="connsiteY6743"/>
                </a:cxn>
                <a:cxn ang="0">
                  <a:pos x="connsiteX6744" y="connsiteY6744"/>
                </a:cxn>
                <a:cxn ang="0">
                  <a:pos x="connsiteX6745" y="connsiteY6745"/>
                </a:cxn>
                <a:cxn ang="0">
                  <a:pos x="connsiteX6746" y="connsiteY6746"/>
                </a:cxn>
                <a:cxn ang="0">
                  <a:pos x="connsiteX6747" y="connsiteY6747"/>
                </a:cxn>
                <a:cxn ang="0">
                  <a:pos x="connsiteX6748" y="connsiteY6748"/>
                </a:cxn>
                <a:cxn ang="0">
                  <a:pos x="connsiteX6749" y="connsiteY6749"/>
                </a:cxn>
                <a:cxn ang="0">
                  <a:pos x="connsiteX6750" y="connsiteY6750"/>
                </a:cxn>
                <a:cxn ang="0">
                  <a:pos x="connsiteX6751" y="connsiteY6751"/>
                </a:cxn>
                <a:cxn ang="0">
                  <a:pos x="connsiteX6752" y="connsiteY6752"/>
                </a:cxn>
                <a:cxn ang="0">
                  <a:pos x="connsiteX6753" y="connsiteY6753"/>
                </a:cxn>
                <a:cxn ang="0">
                  <a:pos x="connsiteX6754" y="connsiteY6754"/>
                </a:cxn>
                <a:cxn ang="0">
                  <a:pos x="connsiteX6755" y="connsiteY6755"/>
                </a:cxn>
                <a:cxn ang="0">
                  <a:pos x="connsiteX6756" y="connsiteY6756"/>
                </a:cxn>
                <a:cxn ang="0">
                  <a:pos x="connsiteX6757" y="connsiteY6757"/>
                </a:cxn>
                <a:cxn ang="0">
                  <a:pos x="connsiteX6758" y="connsiteY6758"/>
                </a:cxn>
                <a:cxn ang="0">
                  <a:pos x="connsiteX6759" y="connsiteY6759"/>
                </a:cxn>
                <a:cxn ang="0">
                  <a:pos x="connsiteX6760" y="connsiteY6760"/>
                </a:cxn>
                <a:cxn ang="0">
                  <a:pos x="connsiteX6761" y="connsiteY6761"/>
                </a:cxn>
                <a:cxn ang="0">
                  <a:pos x="connsiteX6762" y="connsiteY6762"/>
                </a:cxn>
                <a:cxn ang="0">
                  <a:pos x="connsiteX6763" y="connsiteY6763"/>
                </a:cxn>
                <a:cxn ang="0">
                  <a:pos x="connsiteX6764" y="connsiteY6764"/>
                </a:cxn>
                <a:cxn ang="0">
                  <a:pos x="connsiteX6765" y="connsiteY6765"/>
                </a:cxn>
                <a:cxn ang="0">
                  <a:pos x="connsiteX6766" y="connsiteY6766"/>
                </a:cxn>
                <a:cxn ang="0">
                  <a:pos x="connsiteX6767" y="connsiteY6767"/>
                </a:cxn>
                <a:cxn ang="0">
                  <a:pos x="connsiteX6768" y="connsiteY6768"/>
                </a:cxn>
                <a:cxn ang="0">
                  <a:pos x="connsiteX6769" y="connsiteY6769"/>
                </a:cxn>
                <a:cxn ang="0">
                  <a:pos x="connsiteX6770" y="connsiteY6770"/>
                </a:cxn>
                <a:cxn ang="0">
                  <a:pos x="connsiteX6771" y="connsiteY6771"/>
                </a:cxn>
                <a:cxn ang="0">
                  <a:pos x="connsiteX6772" y="connsiteY6772"/>
                </a:cxn>
                <a:cxn ang="0">
                  <a:pos x="connsiteX6773" y="connsiteY6773"/>
                </a:cxn>
                <a:cxn ang="0">
                  <a:pos x="connsiteX6774" y="connsiteY6774"/>
                </a:cxn>
                <a:cxn ang="0">
                  <a:pos x="connsiteX6775" y="connsiteY6775"/>
                </a:cxn>
                <a:cxn ang="0">
                  <a:pos x="connsiteX6776" y="connsiteY6776"/>
                </a:cxn>
                <a:cxn ang="0">
                  <a:pos x="connsiteX6777" y="connsiteY6777"/>
                </a:cxn>
                <a:cxn ang="0">
                  <a:pos x="connsiteX6778" y="connsiteY6778"/>
                </a:cxn>
                <a:cxn ang="0">
                  <a:pos x="connsiteX6779" y="connsiteY6779"/>
                </a:cxn>
                <a:cxn ang="0">
                  <a:pos x="connsiteX6780" y="connsiteY6780"/>
                </a:cxn>
                <a:cxn ang="0">
                  <a:pos x="connsiteX6781" y="connsiteY6781"/>
                </a:cxn>
                <a:cxn ang="0">
                  <a:pos x="connsiteX6782" y="connsiteY6782"/>
                </a:cxn>
                <a:cxn ang="0">
                  <a:pos x="connsiteX6783" y="connsiteY6783"/>
                </a:cxn>
                <a:cxn ang="0">
                  <a:pos x="connsiteX6784" y="connsiteY6784"/>
                </a:cxn>
                <a:cxn ang="0">
                  <a:pos x="connsiteX6785" y="connsiteY6785"/>
                </a:cxn>
                <a:cxn ang="0">
                  <a:pos x="connsiteX6786" y="connsiteY6786"/>
                </a:cxn>
                <a:cxn ang="0">
                  <a:pos x="connsiteX6787" y="connsiteY6787"/>
                </a:cxn>
                <a:cxn ang="0">
                  <a:pos x="connsiteX6788" y="connsiteY6788"/>
                </a:cxn>
                <a:cxn ang="0">
                  <a:pos x="connsiteX6789" y="connsiteY6789"/>
                </a:cxn>
                <a:cxn ang="0">
                  <a:pos x="connsiteX6790" y="connsiteY6790"/>
                </a:cxn>
                <a:cxn ang="0">
                  <a:pos x="connsiteX6791" y="connsiteY6791"/>
                </a:cxn>
                <a:cxn ang="0">
                  <a:pos x="connsiteX6792" y="connsiteY6792"/>
                </a:cxn>
                <a:cxn ang="0">
                  <a:pos x="connsiteX6793" y="connsiteY6793"/>
                </a:cxn>
                <a:cxn ang="0">
                  <a:pos x="connsiteX6794" y="connsiteY6794"/>
                </a:cxn>
                <a:cxn ang="0">
                  <a:pos x="connsiteX6795" y="connsiteY6795"/>
                </a:cxn>
                <a:cxn ang="0">
                  <a:pos x="connsiteX6796" y="connsiteY6796"/>
                </a:cxn>
                <a:cxn ang="0">
                  <a:pos x="connsiteX6797" y="connsiteY6797"/>
                </a:cxn>
                <a:cxn ang="0">
                  <a:pos x="connsiteX6798" y="connsiteY6798"/>
                </a:cxn>
                <a:cxn ang="0">
                  <a:pos x="connsiteX6799" y="connsiteY6799"/>
                </a:cxn>
                <a:cxn ang="0">
                  <a:pos x="connsiteX6800" y="connsiteY6800"/>
                </a:cxn>
                <a:cxn ang="0">
                  <a:pos x="connsiteX6801" y="connsiteY6801"/>
                </a:cxn>
                <a:cxn ang="0">
                  <a:pos x="connsiteX6802" y="connsiteY6802"/>
                </a:cxn>
                <a:cxn ang="0">
                  <a:pos x="connsiteX6803" y="connsiteY6803"/>
                </a:cxn>
                <a:cxn ang="0">
                  <a:pos x="connsiteX6804" y="connsiteY6804"/>
                </a:cxn>
                <a:cxn ang="0">
                  <a:pos x="connsiteX6805" y="connsiteY6805"/>
                </a:cxn>
                <a:cxn ang="0">
                  <a:pos x="connsiteX6806" y="connsiteY6806"/>
                </a:cxn>
                <a:cxn ang="0">
                  <a:pos x="connsiteX6807" y="connsiteY6807"/>
                </a:cxn>
                <a:cxn ang="0">
                  <a:pos x="connsiteX6808" y="connsiteY6808"/>
                </a:cxn>
                <a:cxn ang="0">
                  <a:pos x="connsiteX6809" y="connsiteY6809"/>
                </a:cxn>
                <a:cxn ang="0">
                  <a:pos x="connsiteX6810" y="connsiteY6810"/>
                </a:cxn>
                <a:cxn ang="0">
                  <a:pos x="connsiteX6811" y="connsiteY6811"/>
                </a:cxn>
                <a:cxn ang="0">
                  <a:pos x="connsiteX6812" y="connsiteY6812"/>
                </a:cxn>
                <a:cxn ang="0">
                  <a:pos x="connsiteX6813" y="connsiteY6813"/>
                </a:cxn>
                <a:cxn ang="0">
                  <a:pos x="connsiteX6814" y="connsiteY6814"/>
                </a:cxn>
                <a:cxn ang="0">
                  <a:pos x="connsiteX6815" y="connsiteY6815"/>
                </a:cxn>
                <a:cxn ang="0">
                  <a:pos x="connsiteX6816" y="connsiteY6816"/>
                </a:cxn>
                <a:cxn ang="0">
                  <a:pos x="connsiteX6817" y="connsiteY6817"/>
                </a:cxn>
                <a:cxn ang="0">
                  <a:pos x="connsiteX6818" y="connsiteY6818"/>
                </a:cxn>
                <a:cxn ang="0">
                  <a:pos x="connsiteX6819" y="connsiteY6819"/>
                </a:cxn>
                <a:cxn ang="0">
                  <a:pos x="connsiteX6820" y="connsiteY6820"/>
                </a:cxn>
                <a:cxn ang="0">
                  <a:pos x="connsiteX6821" y="connsiteY6821"/>
                </a:cxn>
                <a:cxn ang="0">
                  <a:pos x="connsiteX6822" y="connsiteY6822"/>
                </a:cxn>
                <a:cxn ang="0">
                  <a:pos x="connsiteX6823" y="connsiteY6823"/>
                </a:cxn>
                <a:cxn ang="0">
                  <a:pos x="connsiteX6824" y="connsiteY6824"/>
                </a:cxn>
                <a:cxn ang="0">
                  <a:pos x="connsiteX6825" y="connsiteY6825"/>
                </a:cxn>
                <a:cxn ang="0">
                  <a:pos x="connsiteX6826" y="connsiteY6826"/>
                </a:cxn>
                <a:cxn ang="0">
                  <a:pos x="connsiteX6827" y="connsiteY6827"/>
                </a:cxn>
                <a:cxn ang="0">
                  <a:pos x="connsiteX6828" y="connsiteY6828"/>
                </a:cxn>
                <a:cxn ang="0">
                  <a:pos x="connsiteX6829" y="connsiteY6829"/>
                </a:cxn>
                <a:cxn ang="0">
                  <a:pos x="connsiteX6830" y="connsiteY6830"/>
                </a:cxn>
                <a:cxn ang="0">
                  <a:pos x="connsiteX6831" y="connsiteY6831"/>
                </a:cxn>
                <a:cxn ang="0">
                  <a:pos x="connsiteX6832" y="connsiteY6832"/>
                </a:cxn>
                <a:cxn ang="0">
                  <a:pos x="connsiteX6833" y="connsiteY6833"/>
                </a:cxn>
                <a:cxn ang="0">
                  <a:pos x="connsiteX6834" y="connsiteY6834"/>
                </a:cxn>
                <a:cxn ang="0">
                  <a:pos x="connsiteX6835" y="connsiteY6835"/>
                </a:cxn>
                <a:cxn ang="0">
                  <a:pos x="connsiteX6836" y="connsiteY6836"/>
                </a:cxn>
                <a:cxn ang="0">
                  <a:pos x="connsiteX6837" y="connsiteY6837"/>
                </a:cxn>
                <a:cxn ang="0">
                  <a:pos x="connsiteX6838" y="connsiteY6838"/>
                </a:cxn>
                <a:cxn ang="0">
                  <a:pos x="connsiteX6839" y="connsiteY6839"/>
                </a:cxn>
                <a:cxn ang="0">
                  <a:pos x="connsiteX6840" y="connsiteY6840"/>
                </a:cxn>
                <a:cxn ang="0">
                  <a:pos x="connsiteX6841" y="connsiteY6841"/>
                </a:cxn>
                <a:cxn ang="0">
                  <a:pos x="connsiteX6842" y="connsiteY6842"/>
                </a:cxn>
                <a:cxn ang="0">
                  <a:pos x="connsiteX6843" y="connsiteY6843"/>
                </a:cxn>
                <a:cxn ang="0">
                  <a:pos x="connsiteX6844" y="connsiteY6844"/>
                </a:cxn>
                <a:cxn ang="0">
                  <a:pos x="connsiteX6845" y="connsiteY6845"/>
                </a:cxn>
                <a:cxn ang="0">
                  <a:pos x="connsiteX6846" y="connsiteY6846"/>
                </a:cxn>
                <a:cxn ang="0">
                  <a:pos x="connsiteX6847" y="connsiteY6847"/>
                </a:cxn>
                <a:cxn ang="0">
                  <a:pos x="connsiteX6848" y="connsiteY6848"/>
                </a:cxn>
                <a:cxn ang="0">
                  <a:pos x="connsiteX6849" y="connsiteY6849"/>
                </a:cxn>
                <a:cxn ang="0">
                  <a:pos x="connsiteX6850" y="connsiteY6850"/>
                </a:cxn>
                <a:cxn ang="0">
                  <a:pos x="connsiteX6851" y="connsiteY6851"/>
                </a:cxn>
                <a:cxn ang="0">
                  <a:pos x="connsiteX6852" y="connsiteY6852"/>
                </a:cxn>
                <a:cxn ang="0">
                  <a:pos x="connsiteX6853" y="connsiteY6853"/>
                </a:cxn>
                <a:cxn ang="0">
                  <a:pos x="connsiteX6854" y="connsiteY6854"/>
                </a:cxn>
                <a:cxn ang="0">
                  <a:pos x="connsiteX6855" y="connsiteY6855"/>
                </a:cxn>
                <a:cxn ang="0">
                  <a:pos x="connsiteX6856" y="connsiteY6856"/>
                </a:cxn>
                <a:cxn ang="0">
                  <a:pos x="connsiteX6857" y="connsiteY6857"/>
                </a:cxn>
                <a:cxn ang="0">
                  <a:pos x="connsiteX6858" y="connsiteY6858"/>
                </a:cxn>
                <a:cxn ang="0">
                  <a:pos x="connsiteX6859" y="connsiteY6859"/>
                </a:cxn>
                <a:cxn ang="0">
                  <a:pos x="connsiteX6860" y="connsiteY6860"/>
                </a:cxn>
                <a:cxn ang="0">
                  <a:pos x="connsiteX6861" y="connsiteY6861"/>
                </a:cxn>
                <a:cxn ang="0">
                  <a:pos x="connsiteX6862" y="connsiteY6862"/>
                </a:cxn>
                <a:cxn ang="0">
                  <a:pos x="connsiteX6863" y="connsiteY6863"/>
                </a:cxn>
                <a:cxn ang="0">
                  <a:pos x="connsiteX6864" y="connsiteY6864"/>
                </a:cxn>
                <a:cxn ang="0">
                  <a:pos x="connsiteX6865" y="connsiteY6865"/>
                </a:cxn>
                <a:cxn ang="0">
                  <a:pos x="connsiteX6866" y="connsiteY6866"/>
                </a:cxn>
                <a:cxn ang="0">
                  <a:pos x="connsiteX6867" y="connsiteY6867"/>
                </a:cxn>
                <a:cxn ang="0">
                  <a:pos x="connsiteX6868" y="connsiteY6868"/>
                </a:cxn>
                <a:cxn ang="0">
                  <a:pos x="connsiteX6869" y="connsiteY6869"/>
                </a:cxn>
                <a:cxn ang="0">
                  <a:pos x="connsiteX6870" y="connsiteY6870"/>
                </a:cxn>
                <a:cxn ang="0">
                  <a:pos x="connsiteX6871" y="connsiteY6871"/>
                </a:cxn>
                <a:cxn ang="0">
                  <a:pos x="connsiteX6872" y="connsiteY6872"/>
                </a:cxn>
                <a:cxn ang="0">
                  <a:pos x="connsiteX6873" y="connsiteY6873"/>
                </a:cxn>
                <a:cxn ang="0">
                  <a:pos x="connsiteX6874" y="connsiteY6874"/>
                </a:cxn>
                <a:cxn ang="0">
                  <a:pos x="connsiteX6875" y="connsiteY6875"/>
                </a:cxn>
                <a:cxn ang="0">
                  <a:pos x="connsiteX6876" y="connsiteY6876"/>
                </a:cxn>
                <a:cxn ang="0">
                  <a:pos x="connsiteX6877" y="connsiteY6877"/>
                </a:cxn>
                <a:cxn ang="0">
                  <a:pos x="connsiteX6878" y="connsiteY6878"/>
                </a:cxn>
                <a:cxn ang="0">
                  <a:pos x="connsiteX6879" y="connsiteY6879"/>
                </a:cxn>
                <a:cxn ang="0">
                  <a:pos x="connsiteX6880" y="connsiteY6880"/>
                </a:cxn>
                <a:cxn ang="0">
                  <a:pos x="connsiteX6881" y="connsiteY6881"/>
                </a:cxn>
                <a:cxn ang="0">
                  <a:pos x="connsiteX6882" y="connsiteY6882"/>
                </a:cxn>
                <a:cxn ang="0">
                  <a:pos x="connsiteX6883" y="connsiteY6883"/>
                </a:cxn>
                <a:cxn ang="0">
                  <a:pos x="connsiteX6884" y="connsiteY6884"/>
                </a:cxn>
                <a:cxn ang="0">
                  <a:pos x="connsiteX6885" y="connsiteY6885"/>
                </a:cxn>
                <a:cxn ang="0">
                  <a:pos x="connsiteX6886" y="connsiteY6886"/>
                </a:cxn>
                <a:cxn ang="0">
                  <a:pos x="connsiteX6887" y="connsiteY6887"/>
                </a:cxn>
                <a:cxn ang="0">
                  <a:pos x="connsiteX6888" y="connsiteY6888"/>
                </a:cxn>
                <a:cxn ang="0">
                  <a:pos x="connsiteX6889" y="connsiteY6889"/>
                </a:cxn>
                <a:cxn ang="0">
                  <a:pos x="connsiteX6890" y="connsiteY6890"/>
                </a:cxn>
                <a:cxn ang="0">
                  <a:pos x="connsiteX6891" y="connsiteY6891"/>
                </a:cxn>
                <a:cxn ang="0">
                  <a:pos x="connsiteX6892" y="connsiteY6892"/>
                </a:cxn>
                <a:cxn ang="0">
                  <a:pos x="connsiteX6893" y="connsiteY6893"/>
                </a:cxn>
                <a:cxn ang="0">
                  <a:pos x="connsiteX6894" y="connsiteY6894"/>
                </a:cxn>
                <a:cxn ang="0">
                  <a:pos x="connsiteX6895" y="connsiteY6895"/>
                </a:cxn>
                <a:cxn ang="0">
                  <a:pos x="connsiteX6896" y="connsiteY6896"/>
                </a:cxn>
                <a:cxn ang="0">
                  <a:pos x="connsiteX6897" y="connsiteY6897"/>
                </a:cxn>
                <a:cxn ang="0">
                  <a:pos x="connsiteX6898" y="connsiteY6898"/>
                </a:cxn>
                <a:cxn ang="0">
                  <a:pos x="connsiteX6899" y="connsiteY6899"/>
                </a:cxn>
                <a:cxn ang="0">
                  <a:pos x="connsiteX6900" y="connsiteY6900"/>
                </a:cxn>
                <a:cxn ang="0">
                  <a:pos x="connsiteX6901" y="connsiteY6901"/>
                </a:cxn>
                <a:cxn ang="0">
                  <a:pos x="connsiteX6902" y="connsiteY6902"/>
                </a:cxn>
                <a:cxn ang="0">
                  <a:pos x="connsiteX6903" y="connsiteY6903"/>
                </a:cxn>
                <a:cxn ang="0">
                  <a:pos x="connsiteX6904" y="connsiteY6904"/>
                </a:cxn>
                <a:cxn ang="0">
                  <a:pos x="connsiteX6905" y="connsiteY6905"/>
                </a:cxn>
                <a:cxn ang="0">
                  <a:pos x="connsiteX6906" y="connsiteY6906"/>
                </a:cxn>
                <a:cxn ang="0">
                  <a:pos x="connsiteX6907" y="connsiteY6907"/>
                </a:cxn>
                <a:cxn ang="0">
                  <a:pos x="connsiteX6908" y="connsiteY6908"/>
                </a:cxn>
                <a:cxn ang="0">
                  <a:pos x="connsiteX6909" y="connsiteY6909"/>
                </a:cxn>
                <a:cxn ang="0">
                  <a:pos x="connsiteX6910" y="connsiteY6910"/>
                </a:cxn>
                <a:cxn ang="0">
                  <a:pos x="connsiteX6911" y="connsiteY6911"/>
                </a:cxn>
                <a:cxn ang="0">
                  <a:pos x="connsiteX6912" y="connsiteY6912"/>
                </a:cxn>
                <a:cxn ang="0">
                  <a:pos x="connsiteX6913" y="connsiteY6913"/>
                </a:cxn>
                <a:cxn ang="0">
                  <a:pos x="connsiteX6914" y="connsiteY6914"/>
                </a:cxn>
                <a:cxn ang="0">
                  <a:pos x="connsiteX6915" y="connsiteY6915"/>
                </a:cxn>
                <a:cxn ang="0">
                  <a:pos x="connsiteX6916" y="connsiteY6916"/>
                </a:cxn>
                <a:cxn ang="0">
                  <a:pos x="connsiteX6917" y="connsiteY6917"/>
                </a:cxn>
                <a:cxn ang="0">
                  <a:pos x="connsiteX6918" y="connsiteY6918"/>
                </a:cxn>
                <a:cxn ang="0">
                  <a:pos x="connsiteX6919" y="connsiteY6919"/>
                </a:cxn>
                <a:cxn ang="0">
                  <a:pos x="connsiteX6920" y="connsiteY6920"/>
                </a:cxn>
                <a:cxn ang="0">
                  <a:pos x="connsiteX6921" y="connsiteY6921"/>
                </a:cxn>
                <a:cxn ang="0">
                  <a:pos x="connsiteX6922" y="connsiteY6922"/>
                </a:cxn>
                <a:cxn ang="0">
                  <a:pos x="connsiteX6923" y="connsiteY6923"/>
                </a:cxn>
                <a:cxn ang="0">
                  <a:pos x="connsiteX6924" y="connsiteY6924"/>
                </a:cxn>
                <a:cxn ang="0">
                  <a:pos x="connsiteX6925" y="connsiteY6925"/>
                </a:cxn>
                <a:cxn ang="0">
                  <a:pos x="connsiteX6926" y="connsiteY6926"/>
                </a:cxn>
                <a:cxn ang="0">
                  <a:pos x="connsiteX6927" y="connsiteY6927"/>
                </a:cxn>
                <a:cxn ang="0">
                  <a:pos x="connsiteX6928" y="connsiteY6928"/>
                </a:cxn>
                <a:cxn ang="0">
                  <a:pos x="connsiteX6929" y="connsiteY6929"/>
                </a:cxn>
                <a:cxn ang="0">
                  <a:pos x="connsiteX6930" y="connsiteY6930"/>
                </a:cxn>
                <a:cxn ang="0">
                  <a:pos x="connsiteX6931" y="connsiteY6931"/>
                </a:cxn>
                <a:cxn ang="0">
                  <a:pos x="connsiteX6932" y="connsiteY6932"/>
                </a:cxn>
                <a:cxn ang="0">
                  <a:pos x="connsiteX6933" y="connsiteY6933"/>
                </a:cxn>
                <a:cxn ang="0">
                  <a:pos x="connsiteX6934" y="connsiteY6934"/>
                </a:cxn>
                <a:cxn ang="0">
                  <a:pos x="connsiteX6935" y="connsiteY6935"/>
                </a:cxn>
                <a:cxn ang="0">
                  <a:pos x="connsiteX6936" y="connsiteY6936"/>
                </a:cxn>
                <a:cxn ang="0">
                  <a:pos x="connsiteX6937" y="connsiteY6937"/>
                </a:cxn>
                <a:cxn ang="0">
                  <a:pos x="connsiteX6938" y="connsiteY6938"/>
                </a:cxn>
                <a:cxn ang="0">
                  <a:pos x="connsiteX6939" y="connsiteY6939"/>
                </a:cxn>
                <a:cxn ang="0">
                  <a:pos x="connsiteX6940" y="connsiteY6940"/>
                </a:cxn>
                <a:cxn ang="0">
                  <a:pos x="connsiteX6941" y="connsiteY6941"/>
                </a:cxn>
                <a:cxn ang="0">
                  <a:pos x="connsiteX6942" y="connsiteY6942"/>
                </a:cxn>
                <a:cxn ang="0">
                  <a:pos x="connsiteX6943" y="connsiteY6943"/>
                </a:cxn>
                <a:cxn ang="0">
                  <a:pos x="connsiteX6944" y="connsiteY6944"/>
                </a:cxn>
                <a:cxn ang="0">
                  <a:pos x="connsiteX6945" y="connsiteY6945"/>
                </a:cxn>
                <a:cxn ang="0">
                  <a:pos x="connsiteX6946" y="connsiteY6946"/>
                </a:cxn>
                <a:cxn ang="0">
                  <a:pos x="connsiteX6947" y="connsiteY6947"/>
                </a:cxn>
                <a:cxn ang="0">
                  <a:pos x="connsiteX6948" y="connsiteY6948"/>
                </a:cxn>
                <a:cxn ang="0">
                  <a:pos x="connsiteX6949" y="connsiteY6949"/>
                </a:cxn>
                <a:cxn ang="0">
                  <a:pos x="connsiteX6950" y="connsiteY6950"/>
                </a:cxn>
                <a:cxn ang="0">
                  <a:pos x="connsiteX6951" y="connsiteY6951"/>
                </a:cxn>
                <a:cxn ang="0">
                  <a:pos x="connsiteX6952" y="connsiteY6952"/>
                </a:cxn>
                <a:cxn ang="0">
                  <a:pos x="connsiteX6953" y="connsiteY6953"/>
                </a:cxn>
                <a:cxn ang="0">
                  <a:pos x="connsiteX6954" y="connsiteY6954"/>
                </a:cxn>
                <a:cxn ang="0">
                  <a:pos x="connsiteX6955" y="connsiteY6955"/>
                </a:cxn>
                <a:cxn ang="0">
                  <a:pos x="connsiteX6956" y="connsiteY6956"/>
                </a:cxn>
                <a:cxn ang="0">
                  <a:pos x="connsiteX6957" y="connsiteY6957"/>
                </a:cxn>
                <a:cxn ang="0">
                  <a:pos x="connsiteX6958" y="connsiteY6958"/>
                </a:cxn>
                <a:cxn ang="0">
                  <a:pos x="connsiteX6959" y="connsiteY6959"/>
                </a:cxn>
                <a:cxn ang="0">
                  <a:pos x="connsiteX6960" y="connsiteY6960"/>
                </a:cxn>
                <a:cxn ang="0">
                  <a:pos x="connsiteX6961" y="connsiteY6961"/>
                </a:cxn>
                <a:cxn ang="0">
                  <a:pos x="connsiteX6962" y="connsiteY6962"/>
                </a:cxn>
                <a:cxn ang="0">
                  <a:pos x="connsiteX6963" y="connsiteY6963"/>
                </a:cxn>
                <a:cxn ang="0">
                  <a:pos x="connsiteX6964" y="connsiteY6964"/>
                </a:cxn>
                <a:cxn ang="0">
                  <a:pos x="connsiteX6965" y="connsiteY6965"/>
                </a:cxn>
                <a:cxn ang="0">
                  <a:pos x="connsiteX6966" y="connsiteY6966"/>
                </a:cxn>
                <a:cxn ang="0">
                  <a:pos x="connsiteX6967" y="connsiteY6967"/>
                </a:cxn>
                <a:cxn ang="0">
                  <a:pos x="connsiteX6968" y="connsiteY6968"/>
                </a:cxn>
                <a:cxn ang="0">
                  <a:pos x="connsiteX6969" y="connsiteY6969"/>
                </a:cxn>
                <a:cxn ang="0">
                  <a:pos x="connsiteX6970" y="connsiteY6970"/>
                </a:cxn>
                <a:cxn ang="0">
                  <a:pos x="connsiteX6971" y="connsiteY6971"/>
                </a:cxn>
                <a:cxn ang="0">
                  <a:pos x="connsiteX6972" y="connsiteY6972"/>
                </a:cxn>
                <a:cxn ang="0">
                  <a:pos x="connsiteX6973" y="connsiteY6973"/>
                </a:cxn>
                <a:cxn ang="0">
                  <a:pos x="connsiteX6974" y="connsiteY6974"/>
                </a:cxn>
                <a:cxn ang="0">
                  <a:pos x="connsiteX6975" y="connsiteY6975"/>
                </a:cxn>
                <a:cxn ang="0">
                  <a:pos x="connsiteX6976" y="connsiteY6976"/>
                </a:cxn>
                <a:cxn ang="0">
                  <a:pos x="connsiteX6977" y="connsiteY6977"/>
                </a:cxn>
                <a:cxn ang="0">
                  <a:pos x="connsiteX6978" y="connsiteY6978"/>
                </a:cxn>
                <a:cxn ang="0">
                  <a:pos x="connsiteX6979" y="connsiteY6979"/>
                </a:cxn>
                <a:cxn ang="0">
                  <a:pos x="connsiteX6980" y="connsiteY6980"/>
                </a:cxn>
                <a:cxn ang="0">
                  <a:pos x="connsiteX6981" y="connsiteY6981"/>
                </a:cxn>
                <a:cxn ang="0">
                  <a:pos x="connsiteX6982" y="connsiteY6982"/>
                </a:cxn>
                <a:cxn ang="0">
                  <a:pos x="connsiteX6983" y="connsiteY6983"/>
                </a:cxn>
                <a:cxn ang="0">
                  <a:pos x="connsiteX6984" y="connsiteY6984"/>
                </a:cxn>
                <a:cxn ang="0">
                  <a:pos x="connsiteX6985" y="connsiteY6985"/>
                </a:cxn>
                <a:cxn ang="0">
                  <a:pos x="connsiteX6986" y="connsiteY6986"/>
                </a:cxn>
                <a:cxn ang="0">
                  <a:pos x="connsiteX6987" y="connsiteY6987"/>
                </a:cxn>
                <a:cxn ang="0">
                  <a:pos x="connsiteX6988" y="connsiteY6988"/>
                </a:cxn>
                <a:cxn ang="0">
                  <a:pos x="connsiteX6989" y="connsiteY6989"/>
                </a:cxn>
                <a:cxn ang="0">
                  <a:pos x="connsiteX6990" y="connsiteY6990"/>
                </a:cxn>
                <a:cxn ang="0">
                  <a:pos x="connsiteX6991" y="connsiteY6991"/>
                </a:cxn>
                <a:cxn ang="0">
                  <a:pos x="connsiteX6992" y="connsiteY6992"/>
                </a:cxn>
                <a:cxn ang="0">
                  <a:pos x="connsiteX6993" y="connsiteY6993"/>
                </a:cxn>
                <a:cxn ang="0">
                  <a:pos x="connsiteX6994" y="connsiteY6994"/>
                </a:cxn>
                <a:cxn ang="0">
                  <a:pos x="connsiteX6995" y="connsiteY6995"/>
                </a:cxn>
                <a:cxn ang="0">
                  <a:pos x="connsiteX6996" y="connsiteY6996"/>
                </a:cxn>
                <a:cxn ang="0">
                  <a:pos x="connsiteX6997" y="connsiteY6997"/>
                </a:cxn>
                <a:cxn ang="0">
                  <a:pos x="connsiteX6998" y="connsiteY6998"/>
                </a:cxn>
                <a:cxn ang="0">
                  <a:pos x="connsiteX6999" y="connsiteY6999"/>
                </a:cxn>
                <a:cxn ang="0">
                  <a:pos x="connsiteX7000" y="connsiteY7000"/>
                </a:cxn>
                <a:cxn ang="0">
                  <a:pos x="connsiteX7001" y="connsiteY7001"/>
                </a:cxn>
                <a:cxn ang="0">
                  <a:pos x="connsiteX7002" y="connsiteY7002"/>
                </a:cxn>
                <a:cxn ang="0">
                  <a:pos x="connsiteX7003" y="connsiteY7003"/>
                </a:cxn>
                <a:cxn ang="0">
                  <a:pos x="connsiteX7004" y="connsiteY7004"/>
                </a:cxn>
                <a:cxn ang="0">
                  <a:pos x="connsiteX7005" y="connsiteY7005"/>
                </a:cxn>
                <a:cxn ang="0">
                  <a:pos x="connsiteX7006" y="connsiteY7006"/>
                </a:cxn>
                <a:cxn ang="0">
                  <a:pos x="connsiteX7007" y="connsiteY7007"/>
                </a:cxn>
                <a:cxn ang="0">
                  <a:pos x="connsiteX7008" y="connsiteY7008"/>
                </a:cxn>
                <a:cxn ang="0">
                  <a:pos x="connsiteX7009" y="connsiteY7009"/>
                </a:cxn>
                <a:cxn ang="0">
                  <a:pos x="connsiteX7010" y="connsiteY7010"/>
                </a:cxn>
                <a:cxn ang="0">
                  <a:pos x="connsiteX7011" y="connsiteY7011"/>
                </a:cxn>
                <a:cxn ang="0">
                  <a:pos x="connsiteX7012" y="connsiteY7012"/>
                </a:cxn>
                <a:cxn ang="0">
                  <a:pos x="connsiteX7013" y="connsiteY7013"/>
                </a:cxn>
                <a:cxn ang="0">
                  <a:pos x="connsiteX7014" y="connsiteY7014"/>
                </a:cxn>
                <a:cxn ang="0">
                  <a:pos x="connsiteX7015" y="connsiteY7015"/>
                </a:cxn>
                <a:cxn ang="0">
                  <a:pos x="connsiteX7016" y="connsiteY7016"/>
                </a:cxn>
                <a:cxn ang="0">
                  <a:pos x="connsiteX7017" y="connsiteY7017"/>
                </a:cxn>
                <a:cxn ang="0">
                  <a:pos x="connsiteX7018" y="connsiteY7018"/>
                </a:cxn>
                <a:cxn ang="0">
                  <a:pos x="connsiteX7019" y="connsiteY7019"/>
                </a:cxn>
                <a:cxn ang="0">
                  <a:pos x="connsiteX7020" y="connsiteY7020"/>
                </a:cxn>
                <a:cxn ang="0">
                  <a:pos x="connsiteX7021" y="connsiteY7021"/>
                </a:cxn>
                <a:cxn ang="0">
                  <a:pos x="connsiteX7022" y="connsiteY7022"/>
                </a:cxn>
                <a:cxn ang="0">
                  <a:pos x="connsiteX7023" y="connsiteY7023"/>
                </a:cxn>
                <a:cxn ang="0">
                  <a:pos x="connsiteX7024" y="connsiteY7024"/>
                </a:cxn>
                <a:cxn ang="0">
                  <a:pos x="connsiteX7025" y="connsiteY7025"/>
                </a:cxn>
                <a:cxn ang="0">
                  <a:pos x="connsiteX7026" y="connsiteY7026"/>
                </a:cxn>
                <a:cxn ang="0">
                  <a:pos x="connsiteX7027" y="connsiteY7027"/>
                </a:cxn>
                <a:cxn ang="0">
                  <a:pos x="connsiteX7028" y="connsiteY7028"/>
                </a:cxn>
                <a:cxn ang="0">
                  <a:pos x="connsiteX7029" y="connsiteY7029"/>
                </a:cxn>
                <a:cxn ang="0">
                  <a:pos x="connsiteX7030" y="connsiteY7030"/>
                </a:cxn>
                <a:cxn ang="0">
                  <a:pos x="connsiteX7031" y="connsiteY7031"/>
                </a:cxn>
                <a:cxn ang="0">
                  <a:pos x="connsiteX7032" y="connsiteY7032"/>
                </a:cxn>
                <a:cxn ang="0">
                  <a:pos x="connsiteX7033" y="connsiteY7033"/>
                </a:cxn>
                <a:cxn ang="0">
                  <a:pos x="connsiteX7034" y="connsiteY7034"/>
                </a:cxn>
                <a:cxn ang="0">
                  <a:pos x="connsiteX7035" y="connsiteY7035"/>
                </a:cxn>
                <a:cxn ang="0">
                  <a:pos x="connsiteX7036" y="connsiteY7036"/>
                </a:cxn>
                <a:cxn ang="0">
                  <a:pos x="connsiteX7037" y="connsiteY7037"/>
                </a:cxn>
                <a:cxn ang="0">
                  <a:pos x="connsiteX7038" y="connsiteY7038"/>
                </a:cxn>
                <a:cxn ang="0">
                  <a:pos x="connsiteX7039" y="connsiteY7039"/>
                </a:cxn>
                <a:cxn ang="0">
                  <a:pos x="connsiteX7040" y="connsiteY7040"/>
                </a:cxn>
                <a:cxn ang="0">
                  <a:pos x="connsiteX7041" y="connsiteY7041"/>
                </a:cxn>
                <a:cxn ang="0">
                  <a:pos x="connsiteX7042" y="connsiteY7042"/>
                </a:cxn>
                <a:cxn ang="0">
                  <a:pos x="connsiteX7043" y="connsiteY7043"/>
                </a:cxn>
                <a:cxn ang="0">
                  <a:pos x="connsiteX7044" y="connsiteY7044"/>
                </a:cxn>
                <a:cxn ang="0">
                  <a:pos x="connsiteX7045" y="connsiteY7045"/>
                </a:cxn>
                <a:cxn ang="0">
                  <a:pos x="connsiteX7046" y="connsiteY7046"/>
                </a:cxn>
                <a:cxn ang="0">
                  <a:pos x="connsiteX7047" y="connsiteY7047"/>
                </a:cxn>
                <a:cxn ang="0">
                  <a:pos x="connsiteX7048" y="connsiteY7048"/>
                </a:cxn>
                <a:cxn ang="0">
                  <a:pos x="connsiteX7049" y="connsiteY7049"/>
                </a:cxn>
                <a:cxn ang="0">
                  <a:pos x="connsiteX7050" y="connsiteY7050"/>
                </a:cxn>
                <a:cxn ang="0">
                  <a:pos x="connsiteX7051" y="connsiteY7051"/>
                </a:cxn>
                <a:cxn ang="0">
                  <a:pos x="connsiteX7052" y="connsiteY7052"/>
                </a:cxn>
                <a:cxn ang="0">
                  <a:pos x="connsiteX7053" y="connsiteY7053"/>
                </a:cxn>
                <a:cxn ang="0">
                  <a:pos x="connsiteX7054" y="connsiteY7054"/>
                </a:cxn>
                <a:cxn ang="0">
                  <a:pos x="connsiteX7055" y="connsiteY7055"/>
                </a:cxn>
                <a:cxn ang="0">
                  <a:pos x="connsiteX7056" y="connsiteY7056"/>
                </a:cxn>
                <a:cxn ang="0">
                  <a:pos x="connsiteX7057" y="connsiteY7057"/>
                </a:cxn>
                <a:cxn ang="0">
                  <a:pos x="connsiteX7058" y="connsiteY7058"/>
                </a:cxn>
                <a:cxn ang="0">
                  <a:pos x="connsiteX7059" y="connsiteY7059"/>
                </a:cxn>
                <a:cxn ang="0">
                  <a:pos x="connsiteX7060" y="connsiteY7060"/>
                </a:cxn>
                <a:cxn ang="0">
                  <a:pos x="connsiteX7061" y="connsiteY7061"/>
                </a:cxn>
                <a:cxn ang="0">
                  <a:pos x="connsiteX7062" y="connsiteY7062"/>
                </a:cxn>
                <a:cxn ang="0">
                  <a:pos x="connsiteX7063" y="connsiteY7063"/>
                </a:cxn>
                <a:cxn ang="0">
                  <a:pos x="connsiteX7064" y="connsiteY7064"/>
                </a:cxn>
                <a:cxn ang="0">
                  <a:pos x="connsiteX7065" y="connsiteY7065"/>
                </a:cxn>
                <a:cxn ang="0">
                  <a:pos x="connsiteX7066" y="connsiteY7066"/>
                </a:cxn>
                <a:cxn ang="0">
                  <a:pos x="connsiteX7067" y="connsiteY7067"/>
                </a:cxn>
                <a:cxn ang="0">
                  <a:pos x="connsiteX7068" y="connsiteY7068"/>
                </a:cxn>
                <a:cxn ang="0">
                  <a:pos x="connsiteX7069" y="connsiteY7069"/>
                </a:cxn>
                <a:cxn ang="0">
                  <a:pos x="connsiteX7070" y="connsiteY7070"/>
                </a:cxn>
                <a:cxn ang="0">
                  <a:pos x="connsiteX7071" y="connsiteY7071"/>
                </a:cxn>
                <a:cxn ang="0">
                  <a:pos x="connsiteX7072" y="connsiteY7072"/>
                </a:cxn>
                <a:cxn ang="0">
                  <a:pos x="connsiteX7073" y="connsiteY7073"/>
                </a:cxn>
                <a:cxn ang="0">
                  <a:pos x="connsiteX7074" y="connsiteY7074"/>
                </a:cxn>
                <a:cxn ang="0">
                  <a:pos x="connsiteX7075" y="connsiteY7075"/>
                </a:cxn>
                <a:cxn ang="0">
                  <a:pos x="connsiteX7076" y="connsiteY7076"/>
                </a:cxn>
                <a:cxn ang="0">
                  <a:pos x="connsiteX7077" y="connsiteY7077"/>
                </a:cxn>
                <a:cxn ang="0">
                  <a:pos x="connsiteX7078" y="connsiteY7078"/>
                </a:cxn>
                <a:cxn ang="0">
                  <a:pos x="connsiteX7079" y="connsiteY7079"/>
                </a:cxn>
                <a:cxn ang="0">
                  <a:pos x="connsiteX7080" y="connsiteY7080"/>
                </a:cxn>
                <a:cxn ang="0">
                  <a:pos x="connsiteX7081" y="connsiteY7081"/>
                </a:cxn>
                <a:cxn ang="0">
                  <a:pos x="connsiteX7082" y="connsiteY7082"/>
                </a:cxn>
                <a:cxn ang="0">
                  <a:pos x="connsiteX7083" y="connsiteY7083"/>
                </a:cxn>
                <a:cxn ang="0">
                  <a:pos x="connsiteX7084" y="connsiteY7084"/>
                </a:cxn>
                <a:cxn ang="0">
                  <a:pos x="connsiteX7085" y="connsiteY7085"/>
                </a:cxn>
                <a:cxn ang="0">
                  <a:pos x="connsiteX7086" y="connsiteY7086"/>
                </a:cxn>
                <a:cxn ang="0">
                  <a:pos x="connsiteX7087" y="connsiteY7087"/>
                </a:cxn>
                <a:cxn ang="0">
                  <a:pos x="connsiteX7088" y="connsiteY7088"/>
                </a:cxn>
                <a:cxn ang="0">
                  <a:pos x="connsiteX7089" y="connsiteY7089"/>
                </a:cxn>
                <a:cxn ang="0">
                  <a:pos x="connsiteX7090" y="connsiteY7090"/>
                </a:cxn>
                <a:cxn ang="0">
                  <a:pos x="connsiteX7091" y="connsiteY7091"/>
                </a:cxn>
                <a:cxn ang="0">
                  <a:pos x="connsiteX7092" y="connsiteY7092"/>
                </a:cxn>
                <a:cxn ang="0">
                  <a:pos x="connsiteX7093" y="connsiteY7093"/>
                </a:cxn>
                <a:cxn ang="0">
                  <a:pos x="connsiteX7094" y="connsiteY7094"/>
                </a:cxn>
                <a:cxn ang="0">
                  <a:pos x="connsiteX7095" y="connsiteY7095"/>
                </a:cxn>
                <a:cxn ang="0">
                  <a:pos x="connsiteX7096" y="connsiteY7096"/>
                </a:cxn>
                <a:cxn ang="0">
                  <a:pos x="connsiteX7097" y="connsiteY7097"/>
                </a:cxn>
                <a:cxn ang="0">
                  <a:pos x="connsiteX7098" y="connsiteY7098"/>
                </a:cxn>
                <a:cxn ang="0">
                  <a:pos x="connsiteX7099" y="connsiteY7099"/>
                </a:cxn>
                <a:cxn ang="0">
                  <a:pos x="connsiteX7100" y="connsiteY7100"/>
                </a:cxn>
                <a:cxn ang="0">
                  <a:pos x="connsiteX7101" y="connsiteY7101"/>
                </a:cxn>
                <a:cxn ang="0">
                  <a:pos x="connsiteX7102" y="connsiteY7102"/>
                </a:cxn>
                <a:cxn ang="0">
                  <a:pos x="connsiteX7103" y="connsiteY7103"/>
                </a:cxn>
                <a:cxn ang="0">
                  <a:pos x="connsiteX7104" y="connsiteY7104"/>
                </a:cxn>
                <a:cxn ang="0">
                  <a:pos x="connsiteX7105" y="connsiteY7105"/>
                </a:cxn>
                <a:cxn ang="0">
                  <a:pos x="connsiteX7106" y="connsiteY7106"/>
                </a:cxn>
                <a:cxn ang="0">
                  <a:pos x="connsiteX7107" y="connsiteY7107"/>
                </a:cxn>
                <a:cxn ang="0">
                  <a:pos x="connsiteX7108" y="connsiteY7108"/>
                </a:cxn>
                <a:cxn ang="0">
                  <a:pos x="connsiteX7109" y="connsiteY7109"/>
                </a:cxn>
                <a:cxn ang="0">
                  <a:pos x="connsiteX7110" y="connsiteY7110"/>
                </a:cxn>
                <a:cxn ang="0">
                  <a:pos x="connsiteX7111" y="connsiteY7111"/>
                </a:cxn>
                <a:cxn ang="0">
                  <a:pos x="connsiteX7112" y="connsiteY7112"/>
                </a:cxn>
                <a:cxn ang="0">
                  <a:pos x="connsiteX7113" y="connsiteY7113"/>
                </a:cxn>
                <a:cxn ang="0">
                  <a:pos x="connsiteX7114" y="connsiteY7114"/>
                </a:cxn>
                <a:cxn ang="0">
                  <a:pos x="connsiteX7115" y="connsiteY7115"/>
                </a:cxn>
                <a:cxn ang="0">
                  <a:pos x="connsiteX7116" y="connsiteY7116"/>
                </a:cxn>
                <a:cxn ang="0">
                  <a:pos x="connsiteX7117" y="connsiteY7117"/>
                </a:cxn>
                <a:cxn ang="0">
                  <a:pos x="connsiteX7118" y="connsiteY7118"/>
                </a:cxn>
                <a:cxn ang="0">
                  <a:pos x="connsiteX7119" y="connsiteY7119"/>
                </a:cxn>
                <a:cxn ang="0">
                  <a:pos x="connsiteX7120" y="connsiteY7120"/>
                </a:cxn>
                <a:cxn ang="0">
                  <a:pos x="connsiteX7121" y="connsiteY7121"/>
                </a:cxn>
                <a:cxn ang="0">
                  <a:pos x="connsiteX7122" y="connsiteY7122"/>
                </a:cxn>
                <a:cxn ang="0">
                  <a:pos x="connsiteX7123" y="connsiteY7123"/>
                </a:cxn>
                <a:cxn ang="0">
                  <a:pos x="connsiteX7124" y="connsiteY7124"/>
                </a:cxn>
                <a:cxn ang="0">
                  <a:pos x="connsiteX7125" y="connsiteY7125"/>
                </a:cxn>
                <a:cxn ang="0">
                  <a:pos x="connsiteX7126" y="connsiteY7126"/>
                </a:cxn>
                <a:cxn ang="0">
                  <a:pos x="connsiteX7127" y="connsiteY7127"/>
                </a:cxn>
                <a:cxn ang="0">
                  <a:pos x="connsiteX7128" y="connsiteY7128"/>
                </a:cxn>
                <a:cxn ang="0">
                  <a:pos x="connsiteX7129" y="connsiteY7129"/>
                </a:cxn>
                <a:cxn ang="0">
                  <a:pos x="connsiteX7130" y="connsiteY7130"/>
                </a:cxn>
                <a:cxn ang="0">
                  <a:pos x="connsiteX7131" y="connsiteY7131"/>
                </a:cxn>
                <a:cxn ang="0">
                  <a:pos x="connsiteX7132" y="connsiteY7132"/>
                </a:cxn>
                <a:cxn ang="0">
                  <a:pos x="connsiteX7133" y="connsiteY7133"/>
                </a:cxn>
                <a:cxn ang="0">
                  <a:pos x="connsiteX7134" y="connsiteY7134"/>
                </a:cxn>
                <a:cxn ang="0">
                  <a:pos x="connsiteX7135" y="connsiteY7135"/>
                </a:cxn>
                <a:cxn ang="0">
                  <a:pos x="connsiteX7136" y="connsiteY7136"/>
                </a:cxn>
                <a:cxn ang="0">
                  <a:pos x="connsiteX7137" y="connsiteY7137"/>
                </a:cxn>
                <a:cxn ang="0">
                  <a:pos x="connsiteX7138" y="connsiteY7138"/>
                </a:cxn>
                <a:cxn ang="0">
                  <a:pos x="connsiteX7139" y="connsiteY7139"/>
                </a:cxn>
                <a:cxn ang="0">
                  <a:pos x="connsiteX7140" y="connsiteY7140"/>
                </a:cxn>
                <a:cxn ang="0">
                  <a:pos x="connsiteX7141" y="connsiteY7141"/>
                </a:cxn>
                <a:cxn ang="0">
                  <a:pos x="connsiteX7142" y="connsiteY7142"/>
                </a:cxn>
                <a:cxn ang="0">
                  <a:pos x="connsiteX7143" y="connsiteY7143"/>
                </a:cxn>
                <a:cxn ang="0">
                  <a:pos x="connsiteX7144" y="connsiteY7144"/>
                </a:cxn>
                <a:cxn ang="0">
                  <a:pos x="connsiteX7145" y="connsiteY7145"/>
                </a:cxn>
                <a:cxn ang="0">
                  <a:pos x="connsiteX7146" y="connsiteY7146"/>
                </a:cxn>
                <a:cxn ang="0">
                  <a:pos x="connsiteX7147" y="connsiteY7147"/>
                </a:cxn>
                <a:cxn ang="0">
                  <a:pos x="connsiteX7148" y="connsiteY7148"/>
                </a:cxn>
                <a:cxn ang="0">
                  <a:pos x="connsiteX7149" y="connsiteY7149"/>
                </a:cxn>
                <a:cxn ang="0">
                  <a:pos x="connsiteX7150" y="connsiteY7150"/>
                </a:cxn>
                <a:cxn ang="0">
                  <a:pos x="connsiteX7151" y="connsiteY7151"/>
                </a:cxn>
                <a:cxn ang="0">
                  <a:pos x="connsiteX7152" y="connsiteY7152"/>
                </a:cxn>
                <a:cxn ang="0">
                  <a:pos x="connsiteX7153" y="connsiteY7153"/>
                </a:cxn>
                <a:cxn ang="0">
                  <a:pos x="connsiteX7154" y="connsiteY7154"/>
                </a:cxn>
                <a:cxn ang="0">
                  <a:pos x="connsiteX7155" y="connsiteY7155"/>
                </a:cxn>
                <a:cxn ang="0">
                  <a:pos x="connsiteX7156" y="connsiteY7156"/>
                </a:cxn>
                <a:cxn ang="0">
                  <a:pos x="connsiteX7157" y="connsiteY7157"/>
                </a:cxn>
                <a:cxn ang="0">
                  <a:pos x="connsiteX7158" y="connsiteY7158"/>
                </a:cxn>
                <a:cxn ang="0">
                  <a:pos x="connsiteX7159" y="connsiteY7159"/>
                </a:cxn>
                <a:cxn ang="0">
                  <a:pos x="connsiteX7160" y="connsiteY7160"/>
                </a:cxn>
                <a:cxn ang="0">
                  <a:pos x="connsiteX7161" y="connsiteY7161"/>
                </a:cxn>
                <a:cxn ang="0">
                  <a:pos x="connsiteX7162" y="connsiteY7162"/>
                </a:cxn>
                <a:cxn ang="0">
                  <a:pos x="connsiteX7163" y="connsiteY7163"/>
                </a:cxn>
                <a:cxn ang="0">
                  <a:pos x="connsiteX7164" y="connsiteY7164"/>
                </a:cxn>
                <a:cxn ang="0">
                  <a:pos x="connsiteX7165" y="connsiteY7165"/>
                </a:cxn>
                <a:cxn ang="0">
                  <a:pos x="connsiteX7166" y="connsiteY7166"/>
                </a:cxn>
                <a:cxn ang="0">
                  <a:pos x="connsiteX7167" y="connsiteY7167"/>
                </a:cxn>
                <a:cxn ang="0">
                  <a:pos x="connsiteX7168" y="connsiteY7168"/>
                </a:cxn>
                <a:cxn ang="0">
                  <a:pos x="connsiteX7169" y="connsiteY7169"/>
                </a:cxn>
                <a:cxn ang="0">
                  <a:pos x="connsiteX7170" y="connsiteY7170"/>
                </a:cxn>
                <a:cxn ang="0">
                  <a:pos x="connsiteX7171" y="connsiteY7171"/>
                </a:cxn>
                <a:cxn ang="0">
                  <a:pos x="connsiteX7172" y="connsiteY7172"/>
                </a:cxn>
                <a:cxn ang="0">
                  <a:pos x="connsiteX7173" y="connsiteY7173"/>
                </a:cxn>
                <a:cxn ang="0">
                  <a:pos x="connsiteX7174" y="connsiteY7174"/>
                </a:cxn>
                <a:cxn ang="0">
                  <a:pos x="connsiteX7175" y="connsiteY7175"/>
                </a:cxn>
                <a:cxn ang="0">
                  <a:pos x="connsiteX7176" y="connsiteY7176"/>
                </a:cxn>
                <a:cxn ang="0">
                  <a:pos x="connsiteX7177" y="connsiteY7177"/>
                </a:cxn>
                <a:cxn ang="0">
                  <a:pos x="connsiteX7178" y="connsiteY7178"/>
                </a:cxn>
                <a:cxn ang="0">
                  <a:pos x="connsiteX7179" y="connsiteY7179"/>
                </a:cxn>
                <a:cxn ang="0">
                  <a:pos x="connsiteX7180" y="connsiteY7180"/>
                </a:cxn>
                <a:cxn ang="0">
                  <a:pos x="connsiteX7181" y="connsiteY7181"/>
                </a:cxn>
                <a:cxn ang="0">
                  <a:pos x="connsiteX7182" y="connsiteY7182"/>
                </a:cxn>
                <a:cxn ang="0">
                  <a:pos x="connsiteX7183" y="connsiteY7183"/>
                </a:cxn>
                <a:cxn ang="0">
                  <a:pos x="connsiteX7184" y="connsiteY7184"/>
                </a:cxn>
                <a:cxn ang="0">
                  <a:pos x="connsiteX7185" y="connsiteY7185"/>
                </a:cxn>
                <a:cxn ang="0">
                  <a:pos x="connsiteX7186" y="connsiteY7186"/>
                </a:cxn>
                <a:cxn ang="0">
                  <a:pos x="connsiteX7187" y="connsiteY7187"/>
                </a:cxn>
                <a:cxn ang="0">
                  <a:pos x="connsiteX7188" y="connsiteY7188"/>
                </a:cxn>
                <a:cxn ang="0">
                  <a:pos x="connsiteX7189" y="connsiteY7189"/>
                </a:cxn>
                <a:cxn ang="0">
                  <a:pos x="connsiteX7190" y="connsiteY7190"/>
                </a:cxn>
                <a:cxn ang="0">
                  <a:pos x="connsiteX7191" y="connsiteY7191"/>
                </a:cxn>
                <a:cxn ang="0">
                  <a:pos x="connsiteX7192" y="connsiteY7192"/>
                </a:cxn>
                <a:cxn ang="0">
                  <a:pos x="connsiteX7193" y="connsiteY7193"/>
                </a:cxn>
                <a:cxn ang="0">
                  <a:pos x="connsiteX7194" y="connsiteY7194"/>
                </a:cxn>
                <a:cxn ang="0">
                  <a:pos x="connsiteX7195" y="connsiteY7195"/>
                </a:cxn>
                <a:cxn ang="0">
                  <a:pos x="connsiteX7196" y="connsiteY7196"/>
                </a:cxn>
                <a:cxn ang="0">
                  <a:pos x="connsiteX7197" y="connsiteY7197"/>
                </a:cxn>
                <a:cxn ang="0">
                  <a:pos x="connsiteX7198" y="connsiteY7198"/>
                </a:cxn>
                <a:cxn ang="0">
                  <a:pos x="connsiteX7199" y="connsiteY7199"/>
                </a:cxn>
                <a:cxn ang="0">
                  <a:pos x="connsiteX7200" y="connsiteY7200"/>
                </a:cxn>
                <a:cxn ang="0">
                  <a:pos x="connsiteX7201" y="connsiteY7201"/>
                </a:cxn>
                <a:cxn ang="0">
                  <a:pos x="connsiteX7202" y="connsiteY7202"/>
                </a:cxn>
                <a:cxn ang="0">
                  <a:pos x="connsiteX7203" y="connsiteY7203"/>
                </a:cxn>
                <a:cxn ang="0">
                  <a:pos x="connsiteX7204" y="connsiteY7204"/>
                </a:cxn>
                <a:cxn ang="0">
                  <a:pos x="connsiteX7205" y="connsiteY7205"/>
                </a:cxn>
                <a:cxn ang="0">
                  <a:pos x="connsiteX7206" y="connsiteY7206"/>
                </a:cxn>
                <a:cxn ang="0">
                  <a:pos x="connsiteX7207" y="connsiteY7207"/>
                </a:cxn>
                <a:cxn ang="0">
                  <a:pos x="connsiteX7208" y="connsiteY7208"/>
                </a:cxn>
                <a:cxn ang="0">
                  <a:pos x="connsiteX7209" y="connsiteY7209"/>
                </a:cxn>
                <a:cxn ang="0">
                  <a:pos x="connsiteX7210" y="connsiteY7210"/>
                </a:cxn>
                <a:cxn ang="0">
                  <a:pos x="connsiteX7211" y="connsiteY7211"/>
                </a:cxn>
                <a:cxn ang="0">
                  <a:pos x="connsiteX7212" y="connsiteY7212"/>
                </a:cxn>
                <a:cxn ang="0">
                  <a:pos x="connsiteX7213" y="connsiteY7213"/>
                </a:cxn>
                <a:cxn ang="0">
                  <a:pos x="connsiteX7214" y="connsiteY7214"/>
                </a:cxn>
                <a:cxn ang="0">
                  <a:pos x="connsiteX7215" y="connsiteY7215"/>
                </a:cxn>
                <a:cxn ang="0">
                  <a:pos x="connsiteX7216" y="connsiteY7216"/>
                </a:cxn>
                <a:cxn ang="0">
                  <a:pos x="connsiteX7217" y="connsiteY7217"/>
                </a:cxn>
                <a:cxn ang="0">
                  <a:pos x="connsiteX7218" y="connsiteY7218"/>
                </a:cxn>
                <a:cxn ang="0">
                  <a:pos x="connsiteX7219" y="connsiteY7219"/>
                </a:cxn>
                <a:cxn ang="0">
                  <a:pos x="connsiteX7220" y="connsiteY7220"/>
                </a:cxn>
                <a:cxn ang="0">
                  <a:pos x="connsiteX7221" y="connsiteY7221"/>
                </a:cxn>
                <a:cxn ang="0">
                  <a:pos x="connsiteX7222" y="connsiteY7222"/>
                </a:cxn>
                <a:cxn ang="0">
                  <a:pos x="connsiteX7223" y="connsiteY7223"/>
                </a:cxn>
                <a:cxn ang="0">
                  <a:pos x="connsiteX7224" y="connsiteY7224"/>
                </a:cxn>
                <a:cxn ang="0">
                  <a:pos x="connsiteX7225" y="connsiteY7225"/>
                </a:cxn>
                <a:cxn ang="0">
                  <a:pos x="connsiteX7226" y="connsiteY7226"/>
                </a:cxn>
                <a:cxn ang="0">
                  <a:pos x="connsiteX7227" y="connsiteY7227"/>
                </a:cxn>
                <a:cxn ang="0">
                  <a:pos x="connsiteX7228" y="connsiteY7228"/>
                </a:cxn>
                <a:cxn ang="0">
                  <a:pos x="connsiteX7229" y="connsiteY7229"/>
                </a:cxn>
                <a:cxn ang="0">
                  <a:pos x="connsiteX7230" y="connsiteY7230"/>
                </a:cxn>
                <a:cxn ang="0">
                  <a:pos x="connsiteX7231" y="connsiteY7231"/>
                </a:cxn>
                <a:cxn ang="0">
                  <a:pos x="connsiteX7232" y="connsiteY7232"/>
                </a:cxn>
                <a:cxn ang="0">
                  <a:pos x="connsiteX7233" y="connsiteY7233"/>
                </a:cxn>
                <a:cxn ang="0">
                  <a:pos x="connsiteX7234" y="connsiteY7234"/>
                </a:cxn>
                <a:cxn ang="0">
                  <a:pos x="connsiteX7235" y="connsiteY7235"/>
                </a:cxn>
                <a:cxn ang="0">
                  <a:pos x="connsiteX7236" y="connsiteY7236"/>
                </a:cxn>
                <a:cxn ang="0">
                  <a:pos x="connsiteX7237" y="connsiteY7237"/>
                </a:cxn>
                <a:cxn ang="0">
                  <a:pos x="connsiteX7238" y="connsiteY7238"/>
                </a:cxn>
                <a:cxn ang="0">
                  <a:pos x="connsiteX7239" y="connsiteY7239"/>
                </a:cxn>
                <a:cxn ang="0">
                  <a:pos x="connsiteX7240" y="connsiteY7240"/>
                </a:cxn>
                <a:cxn ang="0">
                  <a:pos x="connsiteX7241" y="connsiteY7241"/>
                </a:cxn>
                <a:cxn ang="0">
                  <a:pos x="connsiteX7242" y="connsiteY7242"/>
                </a:cxn>
                <a:cxn ang="0">
                  <a:pos x="connsiteX7243" y="connsiteY7243"/>
                </a:cxn>
                <a:cxn ang="0">
                  <a:pos x="connsiteX7244" y="connsiteY7244"/>
                </a:cxn>
                <a:cxn ang="0">
                  <a:pos x="connsiteX7245" y="connsiteY7245"/>
                </a:cxn>
                <a:cxn ang="0">
                  <a:pos x="connsiteX7246" y="connsiteY7246"/>
                </a:cxn>
                <a:cxn ang="0">
                  <a:pos x="connsiteX7247" y="connsiteY7247"/>
                </a:cxn>
                <a:cxn ang="0">
                  <a:pos x="connsiteX7248" y="connsiteY7248"/>
                </a:cxn>
                <a:cxn ang="0">
                  <a:pos x="connsiteX7249" y="connsiteY7249"/>
                </a:cxn>
                <a:cxn ang="0">
                  <a:pos x="connsiteX7250" y="connsiteY7250"/>
                </a:cxn>
                <a:cxn ang="0">
                  <a:pos x="connsiteX7251" y="connsiteY7251"/>
                </a:cxn>
                <a:cxn ang="0">
                  <a:pos x="connsiteX7252" y="connsiteY7252"/>
                </a:cxn>
                <a:cxn ang="0">
                  <a:pos x="connsiteX7253" y="connsiteY7253"/>
                </a:cxn>
                <a:cxn ang="0">
                  <a:pos x="connsiteX7254" y="connsiteY7254"/>
                </a:cxn>
                <a:cxn ang="0">
                  <a:pos x="connsiteX7255" y="connsiteY7255"/>
                </a:cxn>
                <a:cxn ang="0">
                  <a:pos x="connsiteX7256" y="connsiteY7256"/>
                </a:cxn>
                <a:cxn ang="0">
                  <a:pos x="connsiteX7257" y="connsiteY7257"/>
                </a:cxn>
                <a:cxn ang="0">
                  <a:pos x="connsiteX7258" y="connsiteY7258"/>
                </a:cxn>
                <a:cxn ang="0">
                  <a:pos x="connsiteX7259" y="connsiteY7259"/>
                </a:cxn>
                <a:cxn ang="0">
                  <a:pos x="connsiteX7260" y="connsiteY7260"/>
                </a:cxn>
                <a:cxn ang="0">
                  <a:pos x="connsiteX7261" y="connsiteY7261"/>
                </a:cxn>
                <a:cxn ang="0">
                  <a:pos x="connsiteX7262" y="connsiteY7262"/>
                </a:cxn>
                <a:cxn ang="0">
                  <a:pos x="connsiteX7263" y="connsiteY7263"/>
                </a:cxn>
                <a:cxn ang="0">
                  <a:pos x="connsiteX7264" y="connsiteY7264"/>
                </a:cxn>
                <a:cxn ang="0">
                  <a:pos x="connsiteX7265" y="connsiteY7265"/>
                </a:cxn>
                <a:cxn ang="0">
                  <a:pos x="connsiteX7266" y="connsiteY7266"/>
                </a:cxn>
                <a:cxn ang="0">
                  <a:pos x="connsiteX7267" y="connsiteY7267"/>
                </a:cxn>
                <a:cxn ang="0">
                  <a:pos x="connsiteX7268" y="connsiteY7268"/>
                </a:cxn>
                <a:cxn ang="0">
                  <a:pos x="connsiteX7269" y="connsiteY7269"/>
                </a:cxn>
                <a:cxn ang="0">
                  <a:pos x="connsiteX7270" y="connsiteY7270"/>
                </a:cxn>
                <a:cxn ang="0">
                  <a:pos x="connsiteX7271" y="connsiteY7271"/>
                </a:cxn>
                <a:cxn ang="0">
                  <a:pos x="connsiteX7272" y="connsiteY7272"/>
                </a:cxn>
                <a:cxn ang="0">
                  <a:pos x="connsiteX7273" y="connsiteY7273"/>
                </a:cxn>
                <a:cxn ang="0">
                  <a:pos x="connsiteX7274" y="connsiteY7274"/>
                </a:cxn>
                <a:cxn ang="0">
                  <a:pos x="connsiteX7275" y="connsiteY7275"/>
                </a:cxn>
                <a:cxn ang="0">
                  <a:pos x="connsiteX7276" y="connsiteY7276"/>
                </a:cxn>
                <a:cxn ang="0">
                  <a:pos x="connsiteX7277" y="connsiteY7277"/>
                </a:cxn>
                <a:cxn ang="0">
                  <a:pos x="connsiteX7278" y="connsiteY7278"/>
                </a:cxn>
                <a:cxn ang="0">
                  <a:pos x="connsiteX7279" y="connsiteY7279"/>
                </a:cxn>
                <a:cxn ang="0">
                  <a:pos x="connsiteX7280" y="connsiteY7280"/>
                </a:cxn>
                <a:cxn ang="0">
                  <a:pos x="connsiteX7281" y="connsiteY7281"/>
                </a:cxn>
                <a:cxn ang="0">
                  <a:pos x="connsiteX7282" y="connsiteY7282"/>
                </a:cxn>
                <a:cxn ang="0">
                  <a:pos x="connsiteX7283" y="connsiteY7283"/>
                </a:cxn>
                <a:cxn ang="0">
                  <a:pos x="connsiteX7284" y="connsiteY7284"/>
                </a:cxn>
                <a:cxn ang="0">
                  <a:pos x="connsiteX7285" y="connsiteY7285"/>
                </a:cxn>
                <a:cxn ang="0">
                  <a:pos x="connsiteX7286" y="connsiteY7286"/>
                </a:cxn>
                <a:cxn ang="0">
                  <a:pos x="connsiteX7287" y="connsiteY7287"/>
                </a:cxn>
                <a:cxn ang="0">
                  <a:pos x="connsiteX7288" y="connsiteY7288"/>
                </a:cxn>
                <a:cxn ang="0">
                  <a:pos x="connsiteX7289" y="connsiteY7289"/>
                </a:cxn>
                <a:cxn ang="0">
                  <a:pos x="connsiteX7290" y="connsiteY7290"/>
                </a:cxn>
                <a:cxn ang="0">
                  <a:pos x="connsiteX7291" y="connsiteY7291"/>
                </a:cxn>
                <a:cxn ang="0">
                  <a:pos x="connsiteX7292" y="connsiteY7292"/>
                </a:cxn>
                <a:cxn ang="0">
                  <a:pos x="connsiteX7293" y="connsiteY7293"/>
                </a:cxn>
                <a:cxn ang="0">
                  <a:pos x="connsiteX7294" y="connsiteY7294"/>
                </a:cxn>
                <a:cxn ang="0">
                  <a:pos x="connsiteX7295" y="connsiteY7295"/>
                </a:cxn>
                <a:cxn ang="0">
                  <a:pos x="connsiteX7296" y="connsiteY7296"/>
                </a:cxn>
                <a:cxn ang="0">
                  <a:pos x="connsiteX7297" y="connsiteY7297"/>
                </a:cxn>
                <a:cxn ang="0">
                  <a:pos x="connsiteX7298" y="connsiteY7298"/>
                </a:cxn>
                <a:cxn ang="0">
                  <a:pos x="connsiteX7299" y="connsiteY7299"/>
                </a:cxn>
                <a:cxn ang="0">
                  <a:pos x="connsiteX7300" y="connsiteY7300"/>
                </a:cxn>
                <a:cxn ang="0">
                  <a:pos x="connsiteX7301" y="connsiteY7301"/>
                </a:cxn>
                <a:cxn ang="0">
                  <a:pos x="connsiteX7302" y="connsiteY7302"/>
                </a:cxn>
                <a:cxn ang="0">
                  <a:pos x="connsiteX7303" y="connsiteY7303"/>
                </a:cxn>
                <a:cxn ang="0">
                  <a:pos x="connsiteX7304" y="connsiteY7304"/>
                </a:cxn>
                <a:cxn ang="0">
                  <a:pos x="connsiteX7305" y="connsiteY7305"/>
                </a:cxn>
                <a:cxn ang="0">
                  <a:pos x="connsiteX7306" y="connsiteY7306"/>
                </a:cxn>
                <a:cxn ang="0">
                  <a:pos x="connsiteX7307" y="connsiteY7307"/>
                </a:cxn>
                <a:cxn ang="0">
                  <a:pos x="connsiteX7308" y="connsiteY7308"/>
                </a:cxn>
                <a:cxn ang="0">
                  <a:pos x="connsiteX7309" y="connsiteY7309"/>
                </a:cxn>
                <a:cxn ang="0">
                  <a:pos x="connsiteX7310" y="connsiteY7310"/>
                </a:cxn>
                <a:cxn ang="0">
                  <a:pos x="connsiteX7311" y="connsiteY7311"/>
                </a:cxn>
                <a:cxn ang="0">
                  <a:pos x="connsiteX7312" y="connsiteY7312"/>
                </a:cxn>
                <a:cxn ang="0">
                  <a:pos x="connsiteX7313" y="connsiteY7313"/>
                </a:cxn>
                <a:cxn ang="0">
                  <a:pos x="connsiteX7314" y="connsiteY7314"/>
                </a:cxn>
                <a:cxn ang="0">
                  <a:pos x="connsiteX7315" y="connsiteY7315"/>
                </a:cxn>
                <a:cxn ang="0">
                  <a:pos x="connsiteX7316" y="connsiteY7316"/>
                </a:cxn>
                <a:cxn ang="0">
                  <a:pos x="connsiteX7317" y="connsiteY7317"/>
                </a:cxn>
                <a:cxn ang="0">
                  <a:pos x="connsiteX7318" y="connsiteY7318"/>
                </a:cxn>
                <a:cxn ang="0">
                  <a:pos x="connsiteX7319" y="connsiteY7319"/>
                </a:cxn>
                <a:cxn ang="0">
                  <a:pos x="connsiteX7320" y="connsiteY7320"/>
                </a:cxn>
                <a:cxn ang="0">
                  <a:pos x="connsiteX7321" y="connsiteY7321"/>
                </a:cxn>
                <a:cxn ang="0">
                  <a:pos x="connsiteX7322" y="connsiteY7322"/>
                </a:cxn>
                <a:cxn ang="0">
                  <a:pos x="connsiteX7323" y="connsiteY7323"/>
                </a:cxn>
                <a:cxn ang="0">
                  <a:pos x="connsiteX7324" y="connsiteY7324"/>
                </a:cxn>
                <a:cxn ang="0">
                  <a:pos x="connsiteX7325" y="connsiteY7325"/>
                </a:cxn>
                <a:cxn ang="0">
                  <a:pos x="connsiteX7326" y="connsiteY7326"/>
                </a:cxn>
                <a:cxn ang="0">
                  <a:pos x="connsiteX7327" y="connsiteY7327"/>
                </a:cxn>
                <a:cxn ang="0">
                  <a:pos x="connsiteX7328" y="connsiteY7328"/>
                </a:cxn>
                <a:cxn ang="0">
                  <a:pos x="connsiteX7329" y="connsiteY7329"/>
                </a:cxn>
                <a:cxn ang="0">
                  <a:pos x="connsiteX7330" y="connsiteY7330"/>
                </a:cxn>
                <a:cxn ang="0">
                  <a:pos x="connsiteX7331" y="connsiteY7331"/>
                </a:cxn>
                <a:cxn ang="0">
                  <a:pos x="connsiteX7332" y="connsiteY7332"/>
                </a:cxn>
                <a:cxn ang="0">
                  <a:pos x="connsiteX7333" y="connsiteY7333"/>
                </a:cxn>
                <a:cxn ang="0">
                  <a:pos x="connsiteX7334" y="connsiteY7334"/>
                </a:cxn>
                <a:cxn ang="0">
                  <a:pos x="connsiteX7335" y="connsiteY7335"/>
                </a:cxn>
                <a:cxn ang="0">
                  <a:pos x="connsiteX7336" y="connsiteY7336"/>
                </a:cxn>
                <a:cxn ang="0">
                  <a:pos x="connsiteX7337" y="connsiteY7337"/>
                </a:cxn>
                <a:cxn ang="0">
                  <a:pos x="connsiteX7338" y="connsiteY7338"/>
                </a:cxn>
                <a:cxn ang="0">
                  <a:pos x="connsiteX7339" y="connsiteY7339"/>
                </a:cxn>
                <a:cxn ang="0">
                  <a:pos x="connsiteX7340" y="connsiteY7340"/>
                </a:cxn>
                <a:cxn ang="0">
                  <a:pos x="connsiteX7341" y="connsiteY7341"/>
                </a:cxn>
                <a:cxn ang="0">
                  <a:pos x="connsiteX7342" y="connsiteY7342"/>
                </a:cxn>
                <a:cxn ang="0">
                  <a:pos x="connsiteX7343" y="connsiteY7343"/>
                </a:cxn>
                <a:cxn ang="0">
                  <a:pos x="connsiteX7344" y="connsiteY7344"/>
                </a:cxn>
                <a:cxn ang="0">
                  <a:pos x="connsiteX7345" y="connsiteY7345"/>
                </a:cxn>
                <a:cxn ang="0">
                  <a:pos x="connsiteX7346" y="connsiteY7346"/>
                </a:cxn>
                <a:cxn ang="0">
                  <a:pos x="connsiteX7347" y="connsiteY7347"/>
                </a:cxn>
                <a:cxn ang="0">
                  <a:pos x="connsiteX7348" y="connsiteY7348"/>
                </a:cxn>
                <a:cxn ang="0">
                  <a:pos x="connsiteX7349" y="connsiteY7349"/>
                </a:cxn>
                <a:cxn ang="0">
                  <a:pos x="connsiteX7350" y="connsiteY7350"/>
                </a:cxn>
                <a:cxn ang="0">
                  <a:pos x="connsiteX7351" y="connsiteY7351"/>
                </a:cxn>
                <a:cxn ang="0">
                  <a:pos x="connsiteX7352" y="connsiteY7352"/>
                </a:cxn>
                <a:cxn ang="0">
                  <a:pos x="connsiteX7353" y="connsiteY7353"/>
                </a:cxn>
                <a:cxn ang="0">
                  <a:pos x="connsiteX7354" y="connsiteY7354"/>
                </a:cxn>
                <a:cxn ang="0">
                  <a:pos x="connsiteX7355" y="connsiteY7355"/>
                </a:cxn>
                <a:cxn ang="0">
                  <a:pos x="connsiteX7356" y="connsiteY7356"/>
                </a:cxn>
                <a:cxn ang="0">
                  <a:pos x="connsiteX7357" y="connsiteY7357"/>
                </a:cxn>
                <a:cxn ang="0">
                  <a:pos x="connsiteX7358" y="connsiteY7358"/>
                </a:cxn>
                <a:cxn ang="0">
                  <a:pos x="connsiteX7359" y="connsiteY7359"/>
                </a:cxn>
                <a:cxn ang="0">
                  <a:pos x="connsiteX7360" y="connsiteY7360"/>
                </a:cxn>
                <a:cxn ang="0">
                  <a:pos x="connsiteX7361" y="connsiteY7361"/>
                </a:cxn>
                <a:cxn ang="0">
                  <a:pos x="connsiteX7362" y="connsiteY7362"/>
                </a:cxn>
                <a:cxn ang="0">
                  <a:pos x="connsiteX7363" y="connsiteY7363"/>
                </a:cxn>
                <a:cxn ang="0">
                  <a:pos x="connsiteX7364" y="connsiteY7364"/>
                </a:cxn>
                <a:cxn ang="0">
                  <a:pos x="connsiteX7365" y="connsiteY7365"/>
                </a:cxn>
                <a:cxn ang="0">
                  <a:pos x="connsiteX7366" y="connsiteY7366"/>
                </a:cxn>
                <a:cxn ang="0">
                  <a:pos x="connsiteX7367" y="connsiteY7367"/>
                </a:cxn>
                <a:cxn ang="0">
                  <a:pos x="connsiteX7368" y="connsiteY7368"/>
                </a:cxn>
                <a:cxn ang="0">
                  <a:pos x="connsiteX7369" y="connsiteY7369"/>
                </a:cxn>
                <a:cxn ang="0">
                  <a:pos x="connsiteX7370" y="connsiteY7370"/>
                </a:cxn>
                <a:cxn ang="0">
                  <a:pos x="connsiteX7371" y="connsiteY7371"/>
                </a:cxn>
                <a:cxn ang="0">
                  <a:pos x="connsiteX7372" y="connsiteY7372"/>
                </a:cxn>
                <a:cxn ang="0">
                  <a:pos x="connsiteX7373" y="connsiteY7373"/>
                </a:cxn>
                <a:cxn ang="0">
                  <a:pos x="connsiteX7374" y="connsiteY7374"/>
                </a:cxn>
                <a:cxn ang="0">
                  <a:pos x="connsiteX7375" y="connsiteY7375"/>
                </a:cxn>
                <a:cxn ang="0">
                  <a:pos x="connsiteX7376" y="connsiteY7376"/>
                </a:cxn>
                <a:cxn ang="0">
                  <a:pos x="connsiteX7377" y="connsiteY7377"/>
                </a:cxn>
                <a:cxn ang="0">
                  <a:pos x="connsiteX7378" y="connsiteY7378"/>
                </a:cxn>
                <a:cxn ang="0">
                  <a:pos x="connsiteX7379" y="connsiteY7379"/>
                </a:cxn>
                <a:cxn ang="0">
                  <a:pos x="connsiteX7380" y="connsiteY7380"/>
                </a:cxn>
                <a:cxn ang="0">
                  <a:pos x="connsiteX7381" y="connsiteY7381"/>
                </a:cxn>
                <a:cxn ang="0">
                  <a:pos x="connsiteX7382" y="connsiteY7382"/>
                </a:cxn>
                <a:cxn ang="0">
                  <a:pos x="connsiteX7383" y="connsiteY7383"/>
                </a:cxn>
                <a:cxn ang="0">
                  <a:pos x="connsiteX7384" y="connsiteY7384"/>
                </a:cxn>
                <a:cxn ang="0">
                  <a:pos x="connsiteX7385" y="connsiteY7385"/>
                </a:cxn>
                <a:cxn ang="0">
                  <a:pos x="connsiteX7386" y="connsiteY7386"/>
                </a:cxn>
                <a:cxn ang="0">
                  <a:pos x="connsiteX7387" y="connsiteY7387"/>
                </a:cxn>
                <a:cxn ang="0">
                  <a:pos x="connsiteX7388" y="connsiteY7388"/>
                </a:cxn>
                <a:cxn ang="0">
                  <a:pos x="connsiteX7389" y="connsiteY7389"/>
                </a:cxn>
                <a:cxn ang="0">
                  <a:pos x="connsiteX7390" y="connsiteY7390"/>
                </a:cxn>
                <a:cxn ang="0">
                  <a:pos x="connsiteX7391" y="connsiteY7391"/>
                </a:cxn>
                <a:cxn ang="0">
                  <a:pos x="connsiteX7392" y="connsiteY7392"/>
                </a:cxn>
                <a:cxn ang="0">
                  <a:pos x="connsiteX7393" y="connsiteY7393"/>
                </a:cxn>
                <a:cxn ang="0">
                  <a:pos x="connsiteX7394" y="connsiteY7394"/>
                </a:cxn>
                <a:cxn ang="0">
                  <a:pos x="connsiteX7395" y="connsiteY7395"/>
                </a:cxn>
                <a:cxn ang="0">
                  <a:pos x="connsiteX7396" y="connsiteY7396"/>
                </a:cxn>
                <a:cxn ang="0">
                  <a:pos x="connsiteX7397" y="connsiteY7397"/>
                </a:cxn>
                <a:cxn ang="0">
                  <a:pos x="connsiteX7398" y="connsiteY7398"/>
                </a:cxn>
                <a:cxn ang="0">
                  <a:pos x="connsiteX7399" y="connsiteY7399"/>
                </a:cxn>
                <a:cxn ang="0">
                  <a:pos x="connsiteX7400" y="connsiteY7400"/>
                </a:cxn>
                <a:cxn ang="0">
                  <a:pos x="connsiteX7401" y="connsiteY7401"/>
                </a:cxn>
                <a:cxn ang="0">
                  <a:pos x="connsiteX7402" y="connsiteY7402"/>
                </a:cxn>
                <a:cxn ang="0">
                  <a:pos x="connsiteX7403" y="connsiteY7403"/>
                </a:cxn>
                <a:cxn ang="0">
                  <a:pos x="connsiteX7404" y="connsiteY7404"/>
                </a:cxn>
                <a:cxn ang="0">
                  <a:pos x="connsiteX7405" y="connsiteY7405"/>
                </a:cxn>
                <a:cxn ang="0">
                  <a:pos x="connsiteX7406" y="connsiteY7406"/>
                </a:cxn>
                <a:cxn ang="0">
                  <a:pos x="connsiteX7407" y="connsiteY7407"/>
                </a:cxn>
                <a:cxn ang="0">
                  <a:pos x="connsiteX7408" y="connsiteY7408"/>
                </a:cxn>
                <a:cxn ang="0">
                  <a:pos x="connsiteX7409" y="connsiteY7409"/>
                </a:cxn>
                <a:cxn ang="0">
                  <a:pos x="connsiteX7410" y="connsiteY7410"/>
                </a:cxn>
                <a:cxn ang="0">
                  <a:pos x="connsiteX7411" y="connsiteY7411"/>
                </a:cxn>
                <a:cxn ang="0">
                  <a:pos x="connsiteX7412" y="connsiteY7412"/>
                </a:cxn>
                <a:cxn ang="0">
                  <a:pos x="connsiteX7413" y="connsiteY7413"/>
                </a:cxn>
                <a:cxn ang="0">
                  <a:pos x="connsiteX7414" y="connsiteY7414"/>
                </a:cxn>
                <a:cxn ang="0">
                  <a:pos x="connsiteX7415" y="connsiteY7415"/>
                </a:cxn>
                <a:cxn ang="0">
                  <a:pos x="connsiteX7416" y="connsiteY7416"/>
                </a:cxn>
                <a:cxn ang="0">
                  <a:pos x="connsiteX7417" y="connsiteY7417"/>
                </a:cxn>
                <a:cxn ang="0">
                  <a:pos x="connsiteX7418" y="connsiteY7418"/>
                </a:cxn>
                <a:cxn ang="0">
                  <a:pos x="connsiteX7419" y="connsiteY7419"/>
                </a:cxn>
                <a:cxn ang="0">
                  <a:pos x="connsiteX7420" y="connsiteY7420"/>
                </a:cxn>
                <a:cxn ang="0">
                  <a:pos x="connsiteX7421" y="connsiteY7421"/>
                </a:cxn>
                <a:cxn ang="0">
                  <a:pos x="connsiteX7422" y="connsiteY7422"/>
                </a:cxn>
                <a:cxn ang="0">
                  <a:pos x="connsiteX7423" y="connsiteY7423"/>
                </a:cxn>
                <a:cxn ang="0">
                  <a:pos x="connsiteX7424" y="connsiteY7424"/>
                </a:cxn>
                <a:cxn ang="0">
                  <a:pos x="connsiteX7425" y="connsiteY7425"/>
                </a:cxn>
                <a:cxn ang="0">
                  <a:pos x="connsiteX7426" y="connsiteY7426"/>
                </a:cxn>
                <a:cxn ang="0">
                  <a:pos x="connsiteX7427" y="connsiteY7427"/>
                </a:cxn>
                <a:cxn ang="0">
                  <a:pos x="connsiteX7428" y="connsiteY7428"/>
                </a:cxn>
                <a:cxn ang="0">
                  <a:pos x="connsiteX7429" y="connsiteY7429"/>
                </a:cxn>
                <a:cxn ang="0">
                  <a:pos x="connsiteX7430" y="connsiteY7430"/>
                </a:cxn>
                <a:cxn ang="0">
                  <a:pos x="connsiteX7431" y="connsiteY7431"/>
                </a:cxn>
                <a:cxn ang="0">
                  <a:pos x="connsiteX7432" y="connsiteY7432"/>
                </a:cxn>
                <a:cxn ang="0">
                  <a:pos x="connsiteX7433" y="connsiteY7433"/>
                </a:cxn>
                <a:cxn ang="0">
                  <a:pos x="connsiteX7434" y="connsiteY7434"/>
                </a:cxn>
                <a:cxn ang="0">
                  <a:pos x="connsiteX7435" y="connsiteY7435"/>
                </a:cxn>
                <a:cxn ang="0">
                  <a:pos x="connsiteX7436" y="connsiteY7436"/>
                </a:cxn>
                <a:cxn ang="0">
                  <a:pos x="connsiteX7437" y="connsiteY7437"/>
                </a:cxn>
                <a:cxn ang="0">
                  <a:pos x="connsiteX7438" y="connsiteY7438"/>
                </a:cxn>
                <a:cxn ang="0">
                  <a:pos x="connsiteX7439" y="connsiteY7439"/>
                </a:cxn>
                <a:cxn ang="0">
                  <a:pos x="connsiteX7440" y="connsiteY7440"/>
                </a:cxn>
                <a:cxn ang="0">
                  <a:pos x="connsiteX7441" y="connsiteY7441"/>
                </a:cxn>
                <a:cxn ang="0">
                  <a:pos x="connsiteX7442" y="connsiteY7442"/>
                </a:cxn>
                <a:cxn ang="0">
                  <a:pos x="connsiteX7443" y="connsiteY7443"/>
                </a:cxn>
                <a:cxn ang="0">
                  <a:pos x="connsiteX7444" y="connsiteY7444"/>
                </a:cxn>
                <a:cxn ang="0">
                  <a:pos x="connsiteX7445" y="connsiteY7445"/>
                </a:cxn>
                <a:cxn ang="0">
                  <a:pos x="connsiteX7446" y="connsiteY7446"/>
                </a:cxn>
                <a:cxn ang="0">
                  <a:pos x="connsiteX7447" y="connsiteY7447"/>
                </a:cxn>
                <a:cxn ang="0">
                  <a:pos x="connsiteX7448" y="connsiteY7448"/>
                </a:cxn>
                <a:cxn ang="0">
                  <a:pos x="connsiteX7449" y="connsiteY7449"/>
                </a:cxn>
                <a:cxn ang="0">
                  <a:pos x="connsiteX7450" y="connsiteY7450"/>
                </a:cxn>
                <a:cxn ang="0">
                  <a:pos x="connsiteX7451" y="connsiteY7451"/>
                </a:cxn>
                <a:cxn ang="0">
                  <a:pos x="connsiteX7452" y="connsiteY7452"/>
                </a:cxn>
                <a:cxn ang="0">
                  <a:pos x="connsiteX7453" y="connsiteY7453"/>
                </a:cxn>
                <a:cxn ang="0">
                  <a:pos x="connsiteX7454" y="connsiteY7454"/>
                </a:cxn>
                <a:cxn ang="0">
                  <a:pos x="connsiteX7455" y="connsiteY7455"/>
                </a:cxn>
                <a:cxn ang="0">
                  <a:pos x="connsiteX7456" y="connsiteY7456"/>
                </a:cxn>
                <a:cxn ang="0">
                  <a:pos x="connsiteX7457" y="connsiteY7457"/>
                </a:cxn>
                <a:cxn ang="0">
                  <a:pos x="connsiteX7458" y="connsiteY7458"/>
                </a:cxn>
                <a:cxn ang="0">
                  <a:pos x="connsiteX7459" y="connsiteY7459"/>
                </a:cxn>
                <a:cxn ang="0">
                  <a:pos x="connsiteX7460" y="connsiteY7460"/>
                </a:cxn>
                <a:cxn ang="0">
                  <a:pos x="connsiteX7461" y="connsiteY7461"/>
                </a:cxn>
                <a:cxn ang="0">
                  <a:pos x="connsiteX7462" y="connsiteY7462"/>
                </a:cxn>
                <a:cxn ang="0">
                  <a:pos x="connsiteX7463" y="connsiteY7463"/>
                </a:cxn>
                <a:cxn ang="0">
                  <a:pos x="connsiteX7464" y="connsiteY7464"/>
                </a:cxn>
                <a:cxn ang="0">
                  <a:pos x="connsiteX7465" y="connsiteY7465"/>
                </a:cxn>
                <a:cxn ang="0">
                  <a:pos x="connsiteX7466" y="connsiteY7466"/>
                </a:cxn>
                <a:cxn ang="0">
                  <a:pos x="connsiteX7467" y="connsiteY7467"/>
                </a:cxn>
                <a:cxn ang="0">
                  <a:pos x="connsiteX7468" y="connsiteY7468"/>
                </a:cxn>
                <a:cxn ang="0">
                  <a:pos x="connsiteX7469" y="connsiteY7469"/>
                </a:cxn>
                <a:cxn ang="0">
                  <a:pos x="connsiteX7470" y="connsiteY7470"/>
                </a:cxn>
                <a:cxn ang="0">
                  <a:pos x="connsiteX7471" y="connsiteY7471"/>
                </a:cxn>
                <a:cxn ang="0">
                  <a:pos x="connsiteX7472" y="connsiteY7472"/>
                </a:cxn>
                <a:cxn ang="0">
                  <a:pos x="connsiteX7473" y="connsiteY7473"/>
                </a:cxn>
                <a:cxn ang="0">
                  <a:pos x="connsiteX7474" y="connsiteY7474"/>
                </a:cxn>
                <a:cxn ang="0">
                  <a:pos x="connsiteX7475" y="connsiteY7475"/>
                </a:cxn>
                <a:cxn ang="0">
                  <a:pos x="connsiteX7476" y="connsiteY7476"/>
                </a:cxn>
                <a:cxn ang="0">
                  <a:pos x="connsiteX7477" y="connsiteY7477"/>
                </a:cxn>
                <a:cxn ang="0">
                  <a:pos x="connsiteX7478" y="connsiteY7478"/>
                </a:cxn>
                <a:cxn ang="0">
                  <a:pos x="connsiteX7479" y="connsiteY7479"/>
                </a:cxn>
                <a:cxn ang="0">
                  <a:pos x="connsiteX7480" y="connsiteY7480"/>
                </a:cxn>
                <a:cxn ang="0">
                  <a:pos x="connsiteX7481" y="connsiteY7481"/>
                </a:cxn>
                <a:cxn ang="0">
                  <a:pos x="connsiteX7482" y="connsiteY7482"/>
                </a:cxn>
                <a:cxn ang="0">
                  <a:pos x="connsiteX7483" y="connsiteY7483"/>
                </a:cxn>
                <a:cxn ang="0">
                  <a:pos x="connsiteX7484" y="connsiteY7484"/>
                </a:cxn>
                <a:cxn ang="0">
                  <a:pos x="connsiteX7485" y="connsiteY7485"/>
                </a:cxn>
                <a:cxn ang="0">
                  <a:pos x="connsiteX7486" y="connsiteY7486"/>
                </a:cxn>
                <a:cxn ang="0">
                  <a:pos x="connsiteX7487" y="connsiteY7487"/>
                </a:cxn>
                <a:cxn ang="0">
                  <a:pos x="connsiteX7488" y="connsiteY7488"/>
                </a:cxn>
                <a:cxn ang="0">
                  <a:pos x="connsiteX7489" y="connsiteY7489"/>
                </a:cxn>
                <a:cxn ang="0">
                  <a:pos x="connsiteX7490" y="connsiteY7490"/>
                </a:cxn>
                <a:cxn ang="0">
                  <a:pos x="connsiteX7491" y="connsiteY7491"/>
                </a:cxn>
                <a:cxn ang="0">
                  <a:pos x="connsiteX7492" y="connsiteY7492"/>
                </a:cxn>
                <a:cxn ang="0">
                  <a:pos x="connsiteX7493" y="connsiteY7493"/>
                </a:cxn>
                <a:cxn ang="0">
                  <a:pos x="connsiteX7494" y="connsiteY7494"/>
                </a:cxn>
                <a:cxn ang="0">
                  <a:pos x="connsiteX7495" y="connsiteY7495"/>
                </a:cxn>
                <a:cxn ang="0">
                  <a:pos x="connsiteX7496" y="connsiteY7496"/>
                </a:cxn>
                <a:cxn ang="0">
                  <a:pos x="connsiteX7497" y="connsiteY7497"/>
                </a:cxn>
                <a:cxn ang="0">
                  <a:pos x="connsiteX7498" y="connsiteY7498"/>
                </a:cxn>
                <a:cxn ang="0">
                  <a:pos x="connsiteX7499" y="connsiteY7499"/>
                </a:cxn>
                <a:cxn ang="0">
                  <a:pos x="connsiteX7500" y="connsiteY7500"/>
                </a:cxn>
                <a:cxn ang="0">
                  <a:pos x="connsiteX7501" y="connsiteY7501"/>
                </a:cxn>
                <a:cxn ang="0">
                  <a:pos x="connsiteX7502" y="connsiteY7502"/>
                </a:cxn>
                <a:cxn ang="0">
                  <a:pos x="connsiteX7503" y="connsiteY7503"/>
                </a:cxn>
                <a:cxn ang="0">
                  <a:pos x="connsiteX7504" y="connsiteY7504"/>
                </a:cxn>
                <a:cxn ang="0">
                  <a:pos x="connsiteX7505" y="connsiteY7505"/>
                </a:cxn>
                <a:cxn ang="0">
                  <a:pos x="connsiteX7506" y="connsiteY7506"/>
                </a:cxn>
                <a:cxn ang="0">
                  <a:pos x="connsiteX7507" y="connsiteY7507"/>
                </a:cxn>
                <a:cxn ang="0">
                  <a:pos x="connsiteX7508" y="connsiteY7508"/>
                </a:cxn>
                <a:cxn ang="0">
                  <a:pos x="connsiteX7509" y="connsiteY7509"/>
                </a:cxn>
                <a:cxn ang="0">
                  <a:pos x="connsiteX7510" y="connsiteY7510"/>
                </a:cxn>
                <a:cxn ang="0">
                  <a:pos x="connsiteX7511" y="connsiteY7511"/>
                </a:cxn>
                <a:cxn ang="0">
                  <a:pos x="connsiteX7512" y="connsiteY7512"/>
                </a:cxn>
                <a:cxn ang="0">
                  <a:pos x="connsiteX7513" y="connsiteY7513"/>
                </a:cxn>
                <a:cxn ang="0">
                  <a:pos x="connsiteX7514" y="connsiteY7514"/>
                </a:cxn>
                <a:cxn ang="0">
                  <a:pos x="connsiteX7515" y="connsiteY7515"/>
                </a:cxn>
                <a:cxn ang="0">
                  <a:pos x="connsiteX7516" y="connsiteY7516"/>
                </a:cxn>
                <a:cxn ang="0">
                  <a:pos x="connsiteX7517" y="connsiteY7517"/>
                </a:cxn>
                <a:cxn ang="0">
                  <a:pos x="connsiteX7518" y="connsiteY7518"/>
                </a:cxn>
                <a:cxn ang="0">
                  <a:pos x="connsiteX7519" y="connsiteY7519"/>
                </a:cxn>
                <a:cxn ang="0">
                  <a:pos x="connsiteX7520" y="connsiteY7520"/>
                </a:cxn>
                <a:cxn ang="0">
                  <a:pos x="connsiteX7521" y="connsiteY7521"/>
                </a:cxn>
                <a:cxn ang="0">
                  <a:pos x="connsiteX7522" y="connsiteY7522"/>
                </a:cxn>
                <a:cxn ang="0">
                  <a:pos x="connsiteX7523" y="connsiteY7523"/>
                </a:cxn>
                <a:cxn ang="0">
                  <a:pos x="connsiteX7524" y="connsiteY7524"/>
                </a:cxn>
                <a:cxn ang="0">
                  <a:pos x="connsiteX7525" y="connsiteY7525"/>
                </a:cxn>
                <a:cxn ang="0">
                  <a:pos x="connsiteX7526" y="connsiteY7526"/>
                </a:cxn>
                <a:cxn ang="0">
                  <a:pos x="connsiteX7527" y="connsiteY7527"/>
                </a:cxn>
                <a:cxn ang="0">
                  <a:pos x="connsiteX7528" y="connsiteY7528"/>
                </a:cxn>
                <a:cxn ang="0">
                  <a:pos x="connsiteX7529" y="connsiteY7529"/>
                </a:cxn>
                <a:cxn ang="0">
                  <a:pos x="connsiteX7530" y="connsiteY7530"/>
                </a:cxn>
                <a:cxn ang="0">
                  <a:pos x="connsiteX7531" y="connsiteY7531"/>
                </a:cxn>
                <a:cxn ang="0">
                  <a:pos x="connsiteX7532" y="connsiteY7532"/>
                </a:cxn>
                <a:cxn ang="0">
                  <a:pos x="connsiteX7533" y="connsiteY7533"/>
                </a:cxn>
                <a:cxn ang="0">
                  <a:pos x="connsiteX7534" y="connsiteY7534"/>
                </a:cxn>
                <a:cxn ang="0">
                  <a:pos x="connsiteX7535" y="connsiteY7535"/>
                </a:cxn>
                <a:cxn ang="0">
                  <a:pos x="connsiteX7536" y="connsiteY7536"/>
                </a:cxn>
                <a:cxn ang="0">
                  <a:pos x="connsiteX7537" y="connsiteY7537"/>
                </a:cxn>
                <a:cxn ang="0">
                  <a:pos x="connsiteX7538" y="connsiteY7538"/>
                </a:cxn>
                <a:cxn ang="0">
                  <a:pos x="connsiteX7539" y="connsiteY7539"/>
                </a:cxn>
                <a:cxn ang="0">
                  <a:pos x="connsiteX7540" y="connsiteY7540"/>
                </a:cxn>
                <a:cxn ang="0">
                  <a:pos x="connsiteX7541" y="connsiteY7541"/>
                </a:cxn>
                <a:cxn ang="0">
                  <a:pos x="connsiteX7542" y="connsiteY7542"/>
                </a:cxn>
                <a:cxn ang="0">
                  <a:pos x="connsiteX7543" y="connsiteY7543"/>
                </a:cxn>
                <a:cxn ang="0">
                  <a:pos x="connsiteX7544" y="connsiteY7544"/>
                </a:cxn>
                <a:cxn ang="0">
                  <a:pos x="connsiteX7545" y="connsiteY7545"/>
                </a:cxn>
                <a:cxn ang="0">
                  <a:pos x="connsiteX7546" y="connsiteY7546"/>
                </a:cxn>
                <a:cxn ang="0">
                  <a:pos x="connsiteX7547" y="connsiteY7547"/>
                </a:cxn>
                <a:cxn ang="0">
                  <a:pos x="connsiteX7548" y="connsiteY7548"/>
                </a:cxn>
                <a:cxn ang="0">
                  <a:pos x="connsiteX7549" y="connsiteY7549"/>
                </a:cxn>
                <a:cxn ang="0">
                  <a:pos x="connsiteX7550" y="connsiteY7550"/>
                </a:cxn>
                <a:cxn ang="0">
                  <a:pos x="connsiteX7551" y="connsiteY7551"/>
                </a:cxn>
                <a:cxn ang="0">
                  <a:pos x="connsiteX7552" y="connsiteY7552"/>
                </a:cxn>
                <a:cxn ang="0">
                  <a:pos x="connsiteX7553" y="connsiteY7553"/>
                </a:cxn>
                <a:cxn ang="0">
                  <a:pos x="connsiteX7554" y="connsiteY7554"/>
                </a:cxn>
                <a:cxn ang="0">
                  <a:pos x="connsiteX7555" y="connsiteY7555"/>
                </a:cxn>
                <a:cxn ang="0">
                  <a:pos x="connsiteX7556" y="connsiteY7556"/>
                </a:cxn>
                <a:cxn ang="0">
                  <a:pos x="connsiteX7557" y="connsiteY7557"/>
                </a:cxn>
                <a:cxn ang="0">
                  <a:pos x="connsiteX7558" y="connsiteY7558"/>
                </a:cxn>
                <a:cxn ang="0">
                  <a:pos x="connsiteX7559" y="connsiteY7559"/>
                </a:cxn>
                <a:cxn ang="0">
                  <a:pos x="connsiteX7560" y="connsiteY7560"/>
                </a:cxn>
                <a:cxn ang="0">
                  <a:pos x="connsiteX7561" y="connsiteY7561"/>
                </a:cxn>
                <a:cxn ang="0">
                  <a:pos x="connsiteX7562" y="connsiteY7562"/>
                </a:cxn>
                <a:cxn ang="0">
                  <a:pos x="connsiteX7563" y="connsiteY7563"/>
                </a:cxn>
                <a:cxn ang="0">
                  <a:pos x="connsiteX7564" y="connsiteY7564"/>
                </a:cxn>
                <a:cxn ang="0">
                  <a:pos x="connsiteX7565" y="connsiteY7565"/>
                </a:cxn>
                <a:cxn ang="0">
                  <a:pos x="connsiteX7566" y="connsiteY7566"/>
                </a:cxn>
                <a:cxn ang="0">
                  <a:pos x="connsiteX7567" y="connsiteY7567"/>
                </a:cxn>
                <a:cxn ang="0">
                  <a:pos x="connsiteX7568" y="connsiteY7568"/>
                </a:cxn>
                <a:cxn ang="0">
                  <a:pos x="connsiteX7569" y="connsiteY7569"/>
                </a:cxn>
                <a:cxn ang="0">
                  <a:pos x="connsiteX7570" y="connsiteY7570"/>
                </a:cxn>
                <a:cxn ang="0">
                  <a:pos x="connsiteX7571" y="connsiteY7571"/>
                </a:cxn>
                <a:cxn ang="0">
                  <a:pos x="connsiteX7572" y="connsiteY7572"/>
                </a:cxn>
                <a:cxn ang="0">
                  <a:pos x="connsiteX7573" y="connsiteY7573"/>
                </a:cxn>
                <a:cxn ang="0">
                  <a:pos x="connsiteX7574" y="connsiteY7574"/>
                </a:cxn>
                <a:cxn ang="0">
                  <a:pos x="connsiteX7575" y="connsiteY7575"/>
                </a:cxn>
                <a:cxn ang="0">
                  <a:pos x="connsiteX7576" y="connsiteY7576"/>
                </a:cxn>
                <a:cxn ang="0">
                  <a:pos x="connsiteX7577" y="connsiteY7577"/>
                </a:cxn>
                <a:cxn ang="0">
                  <a:pos x="connsiteX7578" y="connsiteY7578"/>
                </a:cxn>
                <a:cxn ang="0">
                  <a:pos x="connsiteX7579" y="connsiteY7579"/>
                </a:cxn>
                <a:cxn ang="0">
                  <a:pos x="connsiteX7580" y="connsiteY7580"/>
                </a:cxn>
                <a:cxn ang="0">
                  <a:pos x="connsiteX7581" y="connsiteY7581"/>
                </a:cxn>
                <a:cxn ang="0">
                  <a:pos x="connsiteX7582" y="connsiteY7582"/>
                </a:cxn>
                <a:cxn ang="0">
                  <a:pos x="connsiteX7583" y="connsiteY7583"/>
                </a:cxn>
                <a:cxn ang="0">
                  <a:pos x="connsiteX7584" y="connsiteY7584"/>
                </a:cxn>
                <a:cxn ang="0">
                  <a:pos x="connsiteX7585" y="connsiteY7585"/>
                </a:cxn>
                <a:cxn ang="0">
                  <a:pos x="connsiteX7586" y="connsiteY7586"/>
                </a:cxn>
                <a:cxn ang="0">
                  <a:pos x="connsiteX7587" y="connsiteY7587"/>
                </a:cxn>
                <a:cxn ang="0">
                  <a:pos x="connsiteX7588" y="connsiteY7588"/>
                </a:cxn>
                <a:cxn ang="0">
                  <a:pos x="connsiteX7589" y="connsiteY7589"/>
                </a:cxn>
                <a:cxn ang="0">
                  <a:pos x="connsiteX7590" y="connsiteY7590"/>
                </a:cxn>
                <a:cxn ang="0">
                  <a:pos x="connsiteX7591" y="connsiteY7591"/>
                </a:cxn>
                <a:cxn ang="0">
                  <a:pos x="connsiteX7592" y="connsiteY7592"/>
                </a:cxn>
                <a:cxn ang="0">
                  <a:pos x="connsiteX7593" y="connsiteY7593"/>
                </a:cxn>
                <a:cxn ang="0">
                  <a:pos x="connsiteX7594" y="connsiteY7594"/>
                </a:cxn>
                <a:cxn ang="0">
                  <a:pos x="connsiteX7595" y="connsiteY7595"/>
                </a:cxn>
                <a:cxn ang="0">
                  <a:pos x="connsiteX7596" y="connsiteY7596"/>
                </a:cxn>
                <a:cxn ang="0">
                  <a:pos x="connsiteX7597" y="connsiteY7597"/>
                </a:cxn>
                <a:cxn ang="0">
                  <a:pos x="connsiteX7598" y="connsiteY7598"/>
                </a:cxn>
                <a:cxn ang="0">
                  <a:pos x="connsiteX7599" y="connsiteY7599"/>
                </a:cxn>
                <a:cxn ang="0">
                  <a:pos x="connsiteX7600" y="connsiteY7600"/>
                </a:cxn>
                <a:cxn ang="0">
                  <a:pos x="connsiteX7601" y="connsiteY7601"/>
                </a:cxn>
                <a:cxn ang="0">
                  <a:pos x="connsiteX7602" y="connsiteY7602"/>
                </a:cxn>
                <a:cxn ang="0">
                  <a:pos x="connsiteX7603" y="connsiteY7603"/>
                </a:cxn>
                <a:cxn ang="0">
                  <a:pos x="connsiteX7604" y="connsiteY7604"/>
                </a:cxn>
                <a:cxn ang="0">
                  <a:pos x="connsiteX7605" y="connsiteY7605"/>
                </a:cxn>
                <a:cxn ang="0">
                  <a:pos x="connsiteX7606" y="connsiteY7606"/>
                </a:cxn>
                <a:cxn ang="0">
                  <a:pos x="connsiteX7607" y="connsiteY7607"/>
                </a:cxn>
                <a:cxn ang="0">
                  <a:pos x="connsiteX7608" y="connsiteY7608"/>
                </a:cxn>
                <a:cxn ang="0">
                  <a:pos x="connsiteX7609" y="connsiteY7609"/>
                </a:cxn>
                <a:cxn ang="0">
                  <a:pos x="connsiteX7610" y="connsiteY7610"/>
                </a:cxn>
                <a:cxn ang="0">
                  <a:pos x="connsiteX7611" y="connsiteY7611"/>
                </a:cxn>
                <a:cxn ang="0">
                  <a:pos x="connsiteX7612" y="connsiteY7612"/>
                </a:cxn>
                <a:cxn ang="0">
                  <a:pos x="connsiteX7613" y="connsiteY7613"/>
                </a:cxn>
                <a:cxn ang="0">
                  <a:pos x="connsiteX7614" y="connsiteY7614"/>
                </a:cxn>
                <a:cxn ang="0">
                  <a:pos x="connsiteX7615" y="connsiteY7615"/>
                </a:cxn>
                <a:cxn ang="0">
                  <a:pos x="connsiteX7616" y="connsiteY7616"/>
                </a:cxn>
                <a:cxn ang="0">
                  <a:pos x="connsiteX7617" y="connsiteY7617"/>
                </a:cxn>
                <a:cxn ang="0">
                  <a:pos x="connsiteX7618" y="connsiteY7618"/>
                </a:cxn>
                <a:cxn ang="0">
                  <a:pos x="connsiteX7619" y="connsiteY7619"/>
                </a:cxn>
                <a:cxn ang="0">
                  <a:pos x="connsiteX7620" y="connsiteY7620"/>
                </a:cxn>
                <a:cxn ang="0">
                  <a:pos x="connsiteX7621" y="connsiteY7621"/>
                </a:cxn>
                <a:cxn ang="0">
                  <a:pos x="connsiteX7622" y="connsiteY7622"/>
                </a:cxn>
                <a:cxn ang="0">
                  <a:pos x="connsiteX7623" y="connsiteY7623"/>
                </a:cxn>
                <a:cxn ang="0">
                  <a:pos x="connsiteX7624" y="connsiteY7624"/>
                </a:cxn>
                <a:cxn ang="0">
                  <a:pos x="connsiteX7625" y="connsiteY7625"/>
                </a:cxn>
                <a:cxn ang="0">
                  <a:pos x="connsiteX7626" y="connsiteY7626"/>
                </a:cxn>
                <a:cxn ang="0">
                  <a:pos x="connsiteX7627" y="connsiteY7627"/>
                </a:cxn>
                <a:cxn ang="0">
                  <a:pos x="connsiteX7628" y="connsiteY7628"/>
                </a:cxn>
                <a:cxn ang="0">
                  <a:pos x="connsiteX7629" y="connsiteY7629"/>
                </a:cxn>
                <a:cxn ang="0">
                  <a:pos x="connsiteX7630" y="connsiteY7630"/>
                </a:cxn>
                <a:cxn ang="0">
                  <a:pos x="connsiteX7631" y="connsiteY7631"/>
                </a:cxn>
                <a:cxn ang="0">
                  <a:pos x="connsiteX7632" y="connsiteY7632"/>
                </a:cxn>
                <a:cxn ang="0">
                  <a:pos x="connsiteX7633" y="connsiteY7633"/>
                </a:cxn>
                <a:cxn ang="0">
                  <a:pos x="connsiteX7634" y="connsiteY7634"/>
                </a:cxn>
                <a:cxn ang="0">
                  <a:pos x="connsiteX7635" y="connsiteY7635"/>
                </a:cxn>
                <a:cxn ang="0">
                  <a:pos x="connsiteX7636" y="connsiteY7636"/>
                </a:cxn>
                <a:cxn ang="0">
                  <a:pos x="connsiteX7637" y="connsiteY7637"/>
                </a:cxn>
                <a:cxn ang="0">
                  <a:pos x="connsiteX7638" y="connsiteY7638"/>
                </a:cxn>
                <a:cxn ang="0">
                  <a:pos x="connsiteX7639" y="connsiteY7639"/>
                </a:cxn>
                <a:cxn ang="0">
                  <a:pos x="connsiteX7640" y="connsiteY7640"/>
                </a:cxn>
                <a:cxn ang="0">
                  <a:pos x="connsiteX7641" y="connsiteY7641"/>
                </a:cxn>
                <a:cxn ang="0">
                  <a:pos x="connsiteX7642" y="connsiteY7642"/>
                </a:cxn>
                <a:cxn ang="0">
                  <a:pos x="connsiteX7643" y="connsiteY7643"/>
                </a:cxn>
                <a:cxn ang="0">
                  <a:pos x="connsiteX7644" y="connsiteY7644"/>
                </a:cxn>
                <a:cxn ang="0">
                  <a:pos x="connsiteX7645" y="connsiteY7645"/>
                </a:cxn>
                <a:cxn ang="0">
                  <a:pos x="connsiteX7646" y="connsiteY7646"/>
                </a:cxn>
                <a:cxn ang="0">
                  <a:pos x="connsiteX7647" y="connsiteY7647"/>
                </a:cxn>
                <a:cxn ang="0">
                  <a:pos x="connsiteX7648" y="connsiteY7648"/>
                </a:cxn>
                <a:cxn ang="0">
                  <a:pos x="connsiteX7649" y="connsiteY7649"/>
                </a:cxn>
                <a:cxn ang="0">
                  <a:pos x="connsiteX7650" y="connsiteY7650"/>
                </a:cxn>
                <a:cxn ang="0">
                  <a:pos x="connsiteX7651" y="connsiteY7651"/>
                </a:cxn>
                <a:cxn ang="0">
                  <a:pos x="connsiteX7652" y="connsiteY7652"/>
                </a:cxn>
                <a:cxn ang="0">
                  <a:pos x="connsiteX7653" y="connsiteY7653"/>
                </a:cxn>
                <a:cxn ang="0">
                  <a:pos x="connsiteX7654" y="connsiteY7654"/>
                </a:cxn>
                <a:cxn ang="0">
                  <a:pos x="connsiteX7655" y="connsiteY7655"/>
                </a:cxn>
                <a:cxn ang="0">
                  <a:pos x="connsiteX7656" y="connsiteY7656"/>
                </a:cxn>
                <a:cxn ang="0">
                  <a:pos x="connsiteX7657" y="connsiteY7657"/>
                </a:cxn>
                <a:cxn ang="0">
                  <a:pos x="connsiteX7658" y="connsiteY7658"/>
                </a:cxn>
                <a:cxn ang="0">
                  <a:pos x="connsiteX7659" y="connsiteY7659"/>
                </a:cxn>
                <a:cxn ang="0">
                  <a:pos x="connsiteX7660" y="connsiteY7660"/>
                </a:cxn>
                <a:cxn ang="0">
                  <a:pos x="connsiteX7661" y="connsiteY7661"/>
                </a:cxn>
                <a:cxn ang="0">
                  <a:pos x="connsiteX7662" y="connsiteY7662"/>
                </a:cxn>
                <a:cxn ang="0">
                  <a:pos x="connsiteX7663" y="connsiteY7663"/>
                </a:cxn>
                <a:cxn ang="0">
                  <a:pos x="connsiteX7664" y="connsiteY7664"/>
                </a:cxn>
                <a:cxn ang="0">
                  <a:pos x="connsiteX7665" y="connsiteY7665"/>
                </a:cxn>
                <a:cxn ang="0">
                  <a:pos x="connsiteX7666" y="connsiteY7666"/>
                </a:cxn>
                <a:cxn ang="0">
                  <a:pos x="connsiteX7667" y="connsiteY7667"/>
                </a:cxn>
                <a:cxn ang="0">
                  <a:pos x="connsiteX7668" y="connsiteY7668"/>
                </a:cxn>
                <a:cxn ang="0">
                  <a:pos x="connsiteX7669" y="connsiteY7669"/>
                </a:cxn>
                <a:cxn ang="0">
                  <a:pos x="connsiteX7670" y="connsiteY7670"/>
                </a:cxn>
                <a:cxn ang="0">
                  <a:pos x="connsiteX7671" y="connsiteY7671"/>
                </a:cxn>
                <a:cxn ang="0">
                  <a:pos x="connsiteX7672" y="connsiteY7672"/>
                </a:cxn>
                <a:cxn ang="0">
                  <a:pos x="connsiteX7673" y="connsiteY7673"/>
                </a:cxn>
                <a:cxn ang="0">
                  <a:pos x="connsiteX7674" y="connsiteY7674"/>
                </a:cxn>
                <a:cxn ang="0">
                  <a:pos x="connsiteX7675" y="connsiteY7675"/>
                </a:cxn>
                <a:cxn ang="0">
                  <a:pos x="connsiteX7676" y="connsiteY7676"/>
                </a:cxn>
                <a:cxn ang="0">
                  <a:pos x="connsiteX7677" y="connsiteY7677"/>
                </a:cxn>
                <a:cxn ang="0">
                  <a:pos x="connsiteX7678" y="connsiteY7678"/>
                </a:cxn>
                <a:cxn ang="0">
                  <a:pos x="connsiteX7679" y="connsiteY7679"/>
                </a:cxn>
                <a:cxn ang="0">
                  <a:pos x="connsiteX7680" y="connsiteY7680"/>
                </a:cxn>
                <a:cxn ang="0">
                  <a:pos x="connsiteX7681" y="connsiteY7681"/>
                </a:cxn>
                <a:cxn ang="0">
                  <a:pos x="connsiteX7682" y="connsiteY7682"/>
                </a:cxn>
                <a:cxn ang="0">
                  <a:pos x="connsiteX7683" y="connsiteY7683"/>
                </a:cxn>
                <a:cxn ang="0">
                  <a:pos x="connsiteX7684" y="connsiteY7684"/>
                </a:cxn>
                <a:cxn ang="0">
                  <a:pos x="connsiteX7685" y="connsiteY7685"/>
                </a:cxn>
                <a:cxn ang="0">
                  <a:pos x="connsiteX7686" y="connsiteY7686"/>
                </a:cxn>
                <a:cxn ang="0">
                  <a:pos x="connsiteX7687" y="connsiteY7687"/>
                </a:cxn>
                <a:cxn ang="0">
                  <a:pos x="connsiteX7688" y="connsiteY7688"/>
                </a:cxn>
                <a:cxn ang="0">
                  <a:pos x="connsiteX7689" y="connsiteY7689"/>
                </a:cxn>
                <a:cxn ang="0">
                  <a:pos x="connsiteX7690" y="connsiteY7690"/>
                </a:cxn>
                <a:cxn ang="0">
                  <a:pos x="connsiteX7691" y="connsiteY7691"/>
                </a:cxn>
                <a:cxn ang="0">
                  <a:pos x="connsiteX7692" y="connsiteY7692"/>
                </a:cxn>
                <a:cxn ang="0">
                  <a:pos x="connsiteX7693" y="connsiteY7693"/>
                </a:cxn>
                <a:cxn ang="0">
                  <a:pos x="connsiteX7694" y="connsiteY7694"/>
                </a:cxn>
                <a:cxn ang="0">
                  <a:pos x="connsiteX7695" y="connsiteY7695"/>
                </a:cxn>
                <a:cxn ang="0">
                  <a:pos x="connsiteX7696" y="connsiteY7696"/>
                </a:cxn>
                <a:cxn ang="0">
                  <a:pos x="connsiteX7697" y="connsiteY7697"/>
                </a:cxn>
                <a:cxn ang="0">
                  <a:pos x="connsiteX7698" y="connsiteY7698"/>
                </a:cxn>
                <a:cxn ang="0">
                  <a:pos x="connsiteX7699" y="connsiteY7699"/>
                </a:cxn>
                <a:cxn ang="0">
                  <a:pos x="connsiteX7700" y="connsiteY7700"/>
                </a:cxn>
                <a:cxn ang="0">
                  <a:pos x="connsiteX7701" y="connsiteY7701"/>
                </a:cxn>
                <a:cxn ang="0">
                  <a:pos x="connsiteX7702" y="connsiteY7702"/>
                </a:cxn>
                <a:cxn ang="0">
                  <a:pos x="connsiteX7703" y="connsiteY7703"/>
                </a:cxn>
                <a:cxn ang="0">
                  <a:pos x="connsiteX7704" y="connsiteY7704"/>
                </a:cxn>
                <a:cxn ang="0">
                  <a:pos x="connsiteX7705" y="connsiteY7705"/>
                </a:cxn>
                <a:cxn ang="0">
                  <a:pos x="connsiteX7706" y="connsiteY7706"/>
                </a:cxn>
                <a:cxn ang="0">
                  <a:pos x="connsiteX7707" y="connsiteY7707"/>
                </a:cxn>
                <a:cxn ang="0">
                  <a:pos x="connsiteX7708" y="connsiteY7708"/>
                </a:cxn>
                <a:cxn ang="0">
                  <a:pos x="connsiteX7709" y="connsiteY7709"/>
                </a:cxn>
                <a:cxn ang="0">
                  <a:pos x="connsiteX7710" y="connsiteY7710"/>
                </a:cxn>
                <a:cxn ang="0">
                  <a:pos x="connsiteX7711" y="connsiteY7711"/>
                </a:cxn>
                <a:cxn ang="0">
                  <a:pos x="connsiteX7712" y="connsiteY7712"/>
                </a:cxn>
                <a:cxn ang="0">
                  <a:pos x="connsiteX7713" y="connsiteY7713"/>
                </a:cxn>
                <a:cxn ang="0">
                  <a:pos x="connsiteX7714" y="connsiteY7714"/>
                </a:cxn>
                <a:cxn ang="0">
                  <a:pos x="connsiteX7715" y="connsiteY7715"/>
                </a:cxn>
                <a:cxn ang="0">
                  <a:pos x="connsiteX7716" y="connsiteY7716"/>
                </a:cxn>
                <a:cxn ang="0">
                  <a:pos x="connsiteX7717" y="connsiteY7717"/>
                </a:cxn>
                <a:cxn ang="0">
                  <a:pos x="connsiteX7718" y="connsiteY7718"/>
                </a:cxn>
                <a:cxn ang="0">
                  <a:pos x="connsiteX7719" y="connsiteY7719"/>
                </a:cxn>
                <a:cxn ang="0">
                  <a:pos x="connsiteX7720" y="connsiteY7720"/>
                </a:cxn>
                <a:cxn ang="0">
                  <a:pos x="connsiteX7721" y="connsiteY7721"/>
                </a:cxn>
                <a:cxn ang="0">
                  <a:pos x="connsiteX7722" y="connsiteY7722"/>
                </a:cxn>
                <a:cxn ang="0">
                  <a:pos x="connsiteX7723" y="connsiteY7723"/>
                </a:cxn>
                <a:cxn ang="0">
                  <a:pos x="connsiteX7724" y="connsiteY7724"/>
                </a:cxn>
                <a:cxn ang="0">
                  <a:pos x="connsiteX7725" y="connsiteY7725"/>
                </a:cxn>
                <a:cxn ang="0">
                  <a:pos x="connsiteX7726" y="connsiteY7726"/>
                </a:cxn>
                <a:cxn ang="0">
                  <a:pos x="connsiteX7727" y="connsiteY7727"/>
                </a:cxn>
                <a:cxn ang="0">
                  <a:pos x="connsiteX7728" y="connsiteY7728"/>
                </a:cxn>
                <a:cxn ang="0">
                  <a:pos x="connsiteX7729" y="connsiteY7729"/>
                </a:cxn>
                <a:cxn ang="0">
                  <a:pos x="connsiteX7730" y="connsiteY7730"/>
                </a:cxn>
                <a:cxn ang="0">
                  <a:pos x="connsiteX7731" y="connsiteY7731"/>
                </a:cxn>
                <a:cxn ang="0">
                  <a:pos x="connsiteX7732" y="connsiteY7732"/>
                </a:cxn>
                <a:cxn ang="0">
                  <a:pos x="connsiteX7733" y="connsiteY7733"/>
                </a:cxn>
                <a:cxn ang="0">
                  <a:pos x="connsiteX7734" y="connsiteY7734"/>
                </a:cxn>
                <a:cxn ang="0">
                  <a:pos x="connsiteX7735" y="connsiteY7735"/>
                </a:cxn>
                <a:cxn ang="0">
                  <a:pos x="connsiteX7736" y="connsiteY7736"/>
                </a:cxn>
                <a:cxn ang="0">
                  <a:pos x="connsiteX7737" y="connsiteY7737"/>
                </a:cxn>
                <a:cxn ang="0">
                  <a:pos x="connsiteX7738" y="connsiteY7738"/>
                </a:cxn>
                <a:cxn ang="0">
                  <a:pos x="connsiteX7739" y="connsiteY7739"/>
                </a:cxn>
                <a:cxn ang="0">
                  <a:pos x="connsiteX7740" y="connsiteY7740"/>
                </a:cxn>
                <a:cxn ang="0">
                  <a:pos x="connsiteX7741" y="connsiteY7741"/>
                </a:cxn>
                <a:cxn ang="0">
                  <a:pos x="connsiteX7742" y="connsiteY7742"/>
                </a:cxn>
                <a:cxn ang="0">
                  <a:pos x="connsiteX7743" y="connsiteY7743"/>
                </a:cxn>
                <a:cxn ang="0">
                  <a:pos x="connsiteX7744" y="connsiteY7744"/>
                </a:cxn>
                <a:cxn ang="0">
                  <a:pos x="connsiteX7745" y="connsiteY7745"/>
                </a:cxn>
                <a:cxn ang="0">
                  <a:pos x="connsiteX7746" y="connsiteY7746"/>
                </a:cxn>
                <a:cxn ang="0">
                  <a:pos x="connsiteX7747" y="connsiteY7747"/>
                </a:cxn>
                <a:cxn ang="0">
                  <a:pos x="connsiteX7748" y="connsiteY7748"/>
                </a:cxn>
                <a:cxn ang="0">
                  <a:pos x="connsiteX7749" y="connsiteY7749"/>
                </a:cxn>
                <a:cxn ang="0">
                  <a:pos x="connsiteX7750" y="connsiteY7750"/>
                </a:cxn>
                <a:cxn ang="0">
                  <a:pos x="connsiteX7751" y="connsiteY7751"/>
                </a:cxn>
                <a:cxn ang="0">
                  <a:pos x="connsiteX7752" y="connsiteY7752"/>
                </a:cxn>
                <a:cxn ang="0">
                  <a:pos x="connsiteX7753" y="connsiteY7753"/>
                </a:cxn>
                <a:cxn ang="0">
                  <a:pos x="connsiteX7754" y="connsiteY7754"/>
                </a:cxn>
                <a:cxn ang="0">
                  <a:pos x="connsiteX7755" y="connsiteY7755"/>
                </a:cxn>
                <a:cxn ang="0">
                  <a:pos x="connsiteX7756" y="connsiteY7756"/>
                </a:cxn>
                <a:cxn ang="0">
                  <a:pos x="connsiteX7757" y="connsiteY7757"/>
                </a:cxn>
                <a:cxn ang="0">
                  <a:pos x="connsiteX7758" y="connsiteY7758"/>
                </a:cxn>
                <a:cxn ang="0">
                  <a:pos x="connsiteX7759" y="connsiteY7759"/>
                </a:cxn>
                <a:cxn ang="0">
                  <a:pos x="connsiteX7760" y="connsiteY7760"/>
                </a:cxn>
                <a:cxn ang="0">
                  <a:pos x="connsiteX7761" y="connsiteY7761"/>
                </a:cxn>
                <a:cxn ang="0">
                  <a:pos x="connsiteX7762" y="connsiteY7762"/>
                </a:cxn>
                <a:cxn ang="0">
                  <a:pos x="connsiteX7763" y="connsiteY7763"/>
                </a:cxn>
                <a:cxn ang="0">
                  <a:pos x="connsiteX7764" y="connsiteY7764"/>
                </a:cxn>
                <a:cxn ang="0">
                  <a:pos x="connsiteX7765" y="connsiteY7765"/>
                </a:cxn>
                <a:cxn ang="0">
                  <a:pos x="connsiteX7766" y="connsiteY7766"/>
                </a:cxn>
                <a:cxn ang="0">
                  <a:pos x="connsiteX7767" y="connsiteY7767"/>
                </a:cxn>
                <a:cxn ang="0">
                  <a:pos x="connsiteX7768" y="connsiteY7768"/>
                </a:cxn>
                <a:cxn ang="0">
                  <a:pos x="connsiteX7769" y="connsiteY7769"/>
                </a:cxn>
                <a:cxn ang="0">
                  <a:pos x="connsiteX7770" y="connsiteY7770"/>
                </a:cxn>
                <a:cxn ang="0">
                  <a:pos x="connsiteX7771" y="connsiteY7771"/>
                </a:cxn>
                <a:cxn ang="0">
                  <a:pos x="connsiteX7772" y="connsiteY7772"/>
                </a:cxn>
                <a:cxn ang="0">
                  <a:pos x="connsiteX7773" y="connsiteY7773"/>
                </a:cxn>
                <a:cxn ang="0">
                  <a:pos x="connsiteX7774" y="connsiteY7774"/>
                </a:cxn>
                <a:cxn ang="0">
                  <a:pos x="connsiteX7775" y="connsiteY7775"/>
                </a:cxn>
                <a:cxn ang="0">
                  <a:pos x="connsiteX7776" y="connsiteY7776"/>
                </a:cxn>
                <a:cxn ang="0">
                  <a:pos x="connsiteX7777" y="connsiteY7777"/>
                </a:cxn>
                <a:cxn ang="0">
                  <a:pos x="connsiteX7778" y="connsiteY7778"/>
                </a:cxn>
                <a:cxn ang="0">
                  <a:pos x="connsiteX7779" y="connsiteY7779"/>
                </a:cxn>
                <a:cxn ang="0">
                  <a:pos x="connsiteX7780" y="connsiteY7780"/>
                </a:cxn>
                <a:cxn ang="0">
                  <a:pos x="connsiteX7781" y="connsiteY7781"/>
                </a:cxn>
                <a:cxn ang="0">
                  <a:pos x="connsiteX7782" y="connsiteY7782"/>
                </a:cxn>
                <a:cxn ang="0">
                  <a:pos x="connsiteX7783" y="connsiteY7783"/>
                </a:cxn>
                <a:cxn ang="0">
                  <a:pos x="connsiteX7784" y="connsiteY7784"/>
                </a:cxn>
                <a:cxn ang="0">
                  <a:pos x="connsiteX7785" y="connsiteY7785"/>
                </a:cxn>
                <a:cxn ang="0">
                  <a:pos x="connsiteX7786" y="connsiteY7786"/>
                </a:cxn>
                <a:cxn ang="0">
                  <a:pos x="connsiteX7787" y="connsiteY7787"/>
                </a:cxn>
                <a:cxn ang="0">
                  <a:pos x="connsiteX7788" y="connsiteY7788"/>
                </a:cxn>
                <a:cxn ang="0">
                  <a:pos x="connsiteX7789" y="connsiteY7789"/>
                </a:cxn>
                <a:cxn ang="0">
                  <a:pos x="connsiteX7790" y="connsiteY7790"/>
                </a:cxn>
                <a:cxn ang="0">
                  <a:pos x="connsiteX7791" y="connsiteY7791"/>
                </a:cxn>
                <a:cxn ang="0">
                  <a:pos x="connsiteX7792" y="connsiteY7792"/>
                </a:cxn>
                <a:cxn ang="0">
                  <a:pos x="connsiteX7793" y="connsiteY7793"/>
                </a:cxn>
                <a:cxn ang="0">
                  <a:pos x="connsiteX7794" y="connsiteY7794"/>
                </a:cxn>
                <a:cxn ang="0">
                  <a:pos x="connsiteX7795" y="connsiteY7795"/>
                </a:cxn>
                <a:cxn ang="0">
                  <a:pos x="connsiteX7796" y="connsiteY7796"/>
                </a:cxn>
                <a:cxn ang="0">
                  <a:pos x="connsiteX7797" y="connsiteY7797"/>
                </a:cxn>
                <a:cxn ang="0">
                  <a:pos x="connsiteX7798" y="connsiteY7798"/>
                </a:cxn>
                <a:cxn ang="0">
                  <a:pos x="connsiteX7799" y="connsiteY7799"/>
                </a:cxn>
                <a:cxn ang="0">
                  <a:pos x="connsiteX7800" y="connsiteY7800"/>
                </a:cxn>
                <a:cxn ang="0">
                  <a:pos x="connsiteX7801" y="connsiteY7801"/>
                </a:cxn>
                <a:cxn ang="0">
                  <a:pos x="connsiteX7802" y="connsiteY7802"/>
                </a:cxn>
                <a:cxn ang="0">
                  <a:pos x="connsiteX7803" y="connsiteY7803"/>
                </a:cxn>
                <a:cxn ang="0">
                  <a:pos x="connsiteX7804" y="connsiteY7804"/>
                </a:cxn>
                <a:cxn ang="0">
                  <a:pos x="connsiteX7805" y="connsiteY7805"/>
                </a:cxn>
                <a:cxn ang="0">
                  <a:pos x="connsiteX7806" y="connsiteY7806"/>
                </a:cxn>
                <a:cxn ang="0">
                  <a:pos x="connsiteX7807" y="connsiteY7807"/>
                </a:cxn>
                <a:cxn ang="0">
                  <a:pos x="connsiteX7808" y="connsiteY7808"/>
                </a:cxn>
                <a:cxn ang="0">
                  <a:pos x="connsiteX7809" y="connsiteY7809"/>
                </a:cxn>
                <a:cxn ang="0">
                  <a:pos x="connsiteX7810" y="connsiteY7810"/>
                </a:cxn>
                <a:cxn ang="0">
                  <a:pos x="connsiteX7811" y="connsiteY7811"/>
                </a:cxn>
                <a:cxn ang="0">
                  <a:pos x="connsiteX7812" y="connsiteY7812"/>
                </a:cxn>
                <a:cxn ang="0">
                  <a:pos x="connsiteX7813" y="connsiteY7813"/>
                </a:cxn>
                <a:cxn ang="0">
                  <a:pos x="connsiteX7814" y="connsiteY7814"/>
                </a:cxn>
                <a:cxn ang="0">
                  <a:pos x="connsiteX7815" y="connsiteY7815"/>
                </a:cxn>
                <a:cxn ang="0">
                  <a:pos x="connsiteX7816" y="connsiteY7816"/>
                </a:cxn>
                <a:cxn ang="0">
                  <a:pos x="connsiteX7817" y="connsiteY7817"/>
                </a:cxn>
                <a:cxn ang="0">
                  <a:pos x="connsiteX7818" y="connsiteY7818"/>
                </a:cxn>
                <a:cxn ang="0">
                  <a:pos x="connsiteX7819" y="connsiteY7819"/>
                </a:cxn>
                <a:cxn ang="0">
                  <a:pos x="connsiteX7820" y="connsiteY7820"/>
                </a:cxn>
                <a:cxn ang="0">
                  <a:pos x="connsiteX7821" y="connsiteY7821"/>
                </a:cxn>
                <a:cxn ang="0">
                  <a:pos x="connsiteX7822" y="connsiteY7822"/>
                </a:cxn>
                <a:cxn ang="0">
                  <a:pos x="connsiteX7823" y="connsiteY7823"/>
                </a:cxn>
                <a:cxn ang="0">
                  <a:pos x="connsiteX7824" y="connsiteY7824"/>
                </a:cxn>
                <a:cxn ang="0">
                  <a:pos x="connsiteX7825" y="connsiteY7825"/>
                </a:cxn>
                <a:cxn ang="0">
                  <a:pos x="connsiteX7826" y="connsiteY7826"/>
                </a:cxn>
                <a:cxn ang="0">
                  <a:pos x="connsiteX7827" y="connsiteY7827"/>
                </a:cxn>
                <a:cxn ang="0">
                  <a:pos x="connsiteX7828" y="connsiteY7828"/>
                </a:cxn>
                <a:cxn ang="0">
                  <a:pos x="connsiteX7829" y="connsiteY7829"/>
                </a:cxn>
                <a:cxn ang="0">
                  <a:pos x="connsiteX7830" y="connsiteY7830"/>
                </a:cxn>
                <a:cxn ang="0">
                  <a:pos x="connsiteX7831" y="connsiteY7831"/>
                </a:cxn>
                <a:cxn ang="0">
                  <a:pos x="connsiteX7832" y="connsiteY7832"/>
                </a:cxn>
                <a:cxn ang="0">
                  <a:pos x="connsiteX7833" y="connsiteY7833"/>
                </a:cxn>
                <a:cxn ang="0">
                  <a:pos x="connsiteX7834" y="connsiteY7834"/>
                </a:cxn>
                <a:cxn ang="0">
                  <a:pos x="connsiteX7835" y="connsiteY7835"/>
                </a:cxn>
                <a:cxn ang="0">
                  <a:pos x="connsiteX7836" y="connsiteY7836"/>
                </a:cxn>
                <a:cxn ang="0">
                  <a:pos x="connsiteX7837" y="connsiteY7837"/>
                </a:cxn>
                <a:cxn ang="0">
                  <a:pos x="connsiteX7838" y="connsiteY7838"/>
                </a:cxn>
                <a:cxn ang="0">
                  <a:pos x="connsiteX7839" y="connsiteY7839"/>
                </a:cxn>
                <a:cxn ang="0">
                  <a:pos x="connsiteX7840" y="connsiteY7840"/>
                </a:cxn>
                <a:cxn ang="0">
                  <a:pos x="connsiteX7841" y="connsiteY7841"/>
                </a:cxn>
                <a:cxn ang="0">
                  <a:pos x="connsiteX7842" y="connsiteY7842"/>
                </a:cxn>
                <a:cxn ang="0">
                  <a:pos x="connsiteX7843" y="connsiteY7843"/>
                </a:cxn>
                <a:cxn ang="0">
                  <a:pos x="connsiteX7844" y="connsiteY7844"/>
                </a:cxn>
                <a:cxn ang="0">
                  <a:pos x="connsiteX7845" y="connsiteY7845"/>
                </a:cxn>
                <a:cxn ang="0">
                  <a:pos x="connsiteX7846" y="connsiteY7846"/>
                </a:cxn>
                <a:cxn ang="0">
                  <a:pos x="connsiteX7847" y="connsiteY7847"/>
                </a:cxn>
                <a:cxn ang="0">
                  <a:pos x="connsiteX7848" y="connsiteY7848"/>
                </a:cxn>
                <a:cxn ang="0">
                  <a:pos x="connsiteX7849" y="connsiteY7849"/>
                </a:cxn>
                <a:cxn ang="0">
                  <a:pos x="connsiteX7850" y="connsiteY7850"/>
                </a:cxn>
                <a:cxn ang="0">
                  <a:pos x="connsiteX7851" y="connsiteY7851"/>
                </a:cxn>
                <a:cxn ang="0">
                  <a:pos x="connsiteX7852" y="connsiteY7852"/>
                </a:cxn>
                <a:cxn ang="0">
                  <a:pos x="connsiteX7853" y="connsiteY7853"/>
                </a:cxn>
                <a:cxn ang="0">
                  <a:pos x="connsiteX7854" y="connsiteY7854"/>
                </a:cxn>
                <a:cxn ang="0">
                  <a:pos x="connsiteX7855" y="connsiteY7855"/>
                </a:cxn>
                <a:cxn ang="0">
                  <a:pos x="connsiteX7856" y="connsiteY7856"/>
                </a:cxn>
                <a:cxn ang="0">
                  <a:pos x="connsiteX7857" y="connsiteY7857"/>
                </a:cxn>
                <a:cxn ang="0">
                  <a:pos x="connsiteX7858" y="connsiteY7858"/>
                </a:cxn>
                <a:cxn ang="0">
                  <a:pos x="connsiteX7859" y="connsiteY7859"/>
                </a:cxn>
                <a:cxn ang="0">
                  <a:pos x="connsiteX7860" y="connsiteY7860"/>
                </a:cxn>
                <a:cxn ang="0">
                  <a:pos x="connsiteX7861" y="connsiteY7861"/>
                </a:cxn>
                <a:cxn ang="0">
                  <a:pos x="connsiteX7862" y="connsiteY7862"/>
                </a:cxn>
                <a:cxn ang="0">
                  <a:pos x="connsiteX7863" y="connsiteY7863"/>
                </a:cxn>
                <a:cxn ang="0">
                  <a:pos x="connsiteX7864" y="connsiteY7864"/>
                </a:cxn>
                <a:cxn ang="0">
                  <a:pos x="connsiteX7865" y="connsiteY7865"/>
                </a:cxn>
                <a:cxn ang="0">
                  <a:pos x="connsiteX7866" y="connsiteY7866"/>
                </a:cxn>
                <a:cxn ang="0">
                  <a:pos x="connsiteX7867" y="connsiteY7867"/>
                </a:cxn>
                <a:cxn ang="0">
                  <a:pos x="connsiteX7868" y="connsiteY7868"/>
                </a:cxn>
                <a:cxn ang="0">
                  <a:pos x="connsiteX7869" y="connsiteY7869"/>
                </a:cxn>
                <a:cxn ang="0">
                  <a:pos x="connsiteX7870" y="connsiteY7870"/>
                </a:cxn>
                <a:cxn ang="0">
                  <a:pos x="connsiteX7871" y="connsiteY7871"/>
                </a:cxn>
                <a:cxn ang="0">
                  <a:pos x="connsiteX7872" y="connsiteY7872"/>
                </a:cxn>
                <a:cxn ang="0">
                  <a:pos x="connsiteX7873" y="connsiteY7873"/>
                </a:cxn>
                <a:cxn ang="0">
                  <a:pos x="connsiteX7874" y="connsiteY7874"/>
                </a:cxn>
                <a:cxn ang="0">
                  <a:pos x="connsiteX7875" y="connsiteY7875"/>
                </a:cxn>
                <a:cxn ang="0">
                  <a:pos x="connsiteX7876" y="connsiteY7876"/>
                </a:cxn>
                <a:cxn ang="0">
                  <a:pos x="connsiteX7877" y="connsiteY7877"/>
                </a:cxn>
                <a:cxn ang="0">
                  <a:pos x="connsiteX7878" y="connsiteY7878"/>
                </a:cxn>
                <a:cxn ang="0">
                  <a:pos x="connsiteX7879" y="connsiteY7879"/>
                </a:cxn>
                <a:cxn ang="0">
                  <a:pos x="connsiteX7880" y="connsiteY7880"/>
                </a:cxn>
                <a:cxn ang="0">
                  <a:pos x="connsiteX7881" y="connsiteY7881"/>
                </a:cxn>
                <a:cxn ang="0">
                  <a:pos x="connsiteX7882" y="connsiteY7882"/>
                </a:cxn>
                <a:cxn ang="0">
                  <a:pos x="connsiteX7883" y="connsiteY7883"/>
                </a:cxn>
                <a:cxn ang="0">
                  <a:pos x="connsiteX7884" y="connsiteY7884"/>
                </a:cxn>
                <a:cxn ang="0">
                  <a:pos x="connsiteX7885" y="connsiteY7885"/>
                </a:cxn>
                <a:cxn ang="0">
                  <a:pos x="connsiteX7886" y="connsiteY7886"/>
                </a:cxn>
                <a:cxn ang="0">
                  <a:pos x="connsiteX7887" y="connsiteY7887"/>
                </a:cxn>
                <a:cxn ang="0">
                  <a:pos x="connsiteX7888" y="connsiteY7888"/>
                </a:cxn>
                <a:cxn ang="0">
                  <a:pos x="connsiteX7889" y="connsiteY7889"/>
                </a:cxn>
                <a:cxn ang="0">
                  <a:pos x="connsiteX7890" y="connsiteY7890"/>
                </a:cxn>
                <a:cxn ang="0">
                  <a:pos x="connsiteX7891" y="connsiteY7891"/>
                </a:cxn>
                <a:cxn ang="0">
                  <a:pos x="connsiteX7892" y="connsiteY7892"/>
                </a:cxn>
                <a:cxn ang="0">
                  <a:pos x="connsiteX7893" y="connsiteY7893"/>
                </a:cxn>
                <a:cxn ang="0">
                  <a:pos x="connsiteX7894" y="connsiteY7894"/>
                </a:cxn>
                <a:cxn ang="0">
                  <a:pos x="connsiteX7895" y="connsiteY7895"/>
                </a:cxn>
                <a:cxn ang="0">
                  <a:pos x="connsiteX7896" y="connsiteY7896"/>
                </a:cxn>
                <a:cxn ang="0">
                  <a:pos x="connsiteX7897" y="connsiteY7897"/>
                </a:cxn>
                <a:cxn ang="0">
                  <a:pos x="connsiteX7898" y="connsiteY7898"/>
                </a:cxn>
                <a:cxn ang="0">
                  <a:pos x="connsiteX7899" y="connsiteY7899"/>
                </a:cxn>
                <a:cxn ang="0">
                  <a:pos x="connsiteX7900" y="connsiteY7900"/>
                </a:cxn>
                <a:cxn ang="0">
                  <a:pos x="connsiteX7901" y="connsiteY7901"/>
                </a:cxn>
                <a:cxn ang="0">
                  <a:pos x="connsiteX7902" y="connsiteY7902"/>
                </a:cxn>
                <a:cxn ang="0">
                  <a:pos x="connsiteX7903" y="connsiteY7903"/>
                </a:cxn>
                <a:cxn ang="0">
                  <a:pos x="connsiteX7904" y="connsiteY7904"/>
                </a:cxn>
                <a:cxn ang="0">
                  <a:pos x="connsiteX7905" y="connsiteY7905"/>
                </a:cxn>
                <a:cxn ang="0">
                  <a:pos x="connsiteX7906" y="connsiteY7906"/>
                </a:cxn>
                <a:cxn ang="0">
                  <a:pos x="connsiteX7907" y="connsiteY7907"/>
                </a:cxn>
                <a:cxn ang="0">
                  <a:pos x="connsiteX7908" y="connsiteY7908"/>
                </a:cxn>
                <a:cxn ang="0">
                  <a:pos x="connsiteX7909" y="connsiteY7909"/>
                </a:cxn>
                <a:cxn ang="0">
                  <a:pos x="connsiteX7910" y="connsiteY7910"/>
                </a:cxn>
                <a:cxn ang="0">
                  <a:pos x="connsiteX7911" y="connsiteY7911"/>
                </a:cxn>
                <a:cxn ang="0">
                  <a:pos x="connsiteX7912" y="connsiteY7912"/>
                </a:cxn>
                <a:cxn ang="0">
                  <a:pos x="connsiteX7913" y="connsiteY7913"/>
                </a:cxn>
                <a:cxn ang="0">
                  <a:pos x="connsiteX7914" y="connsiteY7914"/>
                </a:cxn>
                <a:cxn ang="0">
                  <a:pos x="connsiteX7915" y="connsiteY7915"/>
                </a:cxn>
                <a:cxn ang="0">
                  <a:pos x="connsiteX7916" y="connsiteY7916"/>
                </a:cxn>
                <a:cxn ang="0">
                  <a:pos x="connsiteX7917" y="connsiteY7917"/>
                </a:cxn>
                <a:cxn ang="0">
                  <a:pos x="connsiteX7918" y="connsiteY7918"/>
                </a:cxn>
                <a:cxn ang="0">
                  <a:pos x="connsiteX7919" y="connsiteY7919"/>
                </a:cxn>
                <a:cxn ang="0">
                  <a:pos x="connsiteX7920" y="connsiteY7920"/>
                </a:cxn>
                <a:cxn ang="0">
                  <a:pos x="connsiteX7921" y="connsiteY7921"/>
                </a:cxn>
                <a:cxn ang="0">
                  <a:pos x="connsiteX7922" y="connsiteY7922"/>
                </a:cxn>
                <a:cxn ang="0">
                  <a:pos x="connsiteX7923" y="connsiteY7923"/>
                </a:cxn>
                <a:cxn ang="0">
                  <a:pos x="connsiteX7924" y="connsiteY7924"/>
                </a:cxn>
                <a:cxn ang="0">
                  <a:pos x="connsiteX7925" y="connsiteY7925"/>
                </a:cxn>
                <a:cxn ang="0">
                  <a:pos x="connsiteX7926" y="connsiteY7926"/>
                </a:cxn>
                <a:cxn ang="0">
                  <a:pos x="connsiteX7927" y="connsiteY7927"/>
                </a:cxn>
                <a:cxn ang="0">
                  <a:pos x="connsiteX7928" y="connsiteY7928"/>
                </a:cxn>
                <a:cxn ang="0">
                  <a:pos x="connsiteX7929" y="connsiteY7929"/>
                </a:cxn>
                <a:cxn ang="0">
                  <a:pos x="connsiteX7930" y="connsiteY7930"/>
                </a:cxn>
                <a:cxn ang="0">
                  <a:pos x="connsiteX7931" y="connsiteY7931"/>
                </a:cxn>
                <a:cxn ang="0">
                  <a:pos x="connsiteX7932" y="connsiteY7932"/>
                </a:cxn>
                <a:cxn ang="0">
                  <a:pos x="connsiteX7933" y="connsiteY7933"/>
                </a:cxn>
                <a:cxn ang="0">
                  <a:pos x="connsiteX7934" y="connsiteY7934"/>
                </a:cxn>
                <a:cxn ang="0">
                  <a:pos x="connsiteX7935" y="connsiteY7935"/>
                </a:cxn>
                <a:cxn ang="0">
                  <a:pos x="connsiteX7936" y="connsiteY7936"/>
                </a:cxn>
                <a:cxn ang="0">
                  <a:pos x="connsiteX7937" y="connsiteY7937"/>
                </a:cxn>
                <a:cxn ang="0">
                  <a:pos x="connsiteX7938" y="connsiteY7938"/>
                </a:cxn>
                <a:cxn ang="0">
                  <a:pos x="connsiteX7939" y="connsiteY7939"/>
                </a:cxn>
                <a:cxn ang="0">
                  <a:pos x="connsiteX7940" y="connsiteY7940"/>
                </a:cxn>
                <a:cxn ang="0">
                  <a:pos x="connsiteX7941" y="connsiteY7941"/>
                </a:cxn>
                <a:cxn ang="0">
                  <a:pos x="connsiteX7942" y="connsiteY7942"/>
                </a:cxn>
                <a:cxn ang="0">
                  <a:pos x="connsiteX7943" y="connsiteY7943"/>
                </a:cxn>
                <a:cxn ang="0">
                  <a:pos x="connsiteX7944" y="connsiteY7944"/>
                </a:cxn>
                <a:cxn ang="0">
                  <a:pos x="connsiteX7945" y="connsiteY7945"/>
                </a:cxn>
                <a:cxn ang="0">
                  <a:pos x="connsiteX7946" y="connsiteY7946"/>
                </a:cxn>
                <a:cxn ang="0">
                  <a:pos x="connsiteX7947" y="connsiteY7947"/>
                </a:cxn>
                <a:cxn ang="0">
                  <a:pos x="connsiteX7948" y="connsiteY7948"/>
                </a:cxn>
                <a:cxn ang="0">
                  <a:pos x="connsiteX7949" y="connsiteY7949"/>
                </a:cxn>
                <a:cxn ang="0">
                  <a:pos x="connsiteX7950" y="connsiteY7950"/>
                </a:cxn>
                <a:cxn ang="0">
                  <a:pos x="connsiteX7951" y="connsiteY7951"/>
                </a:cxn>
                <a:cxn ang="0">
                  <a:pos x="connsiteX7952" y="connsiteY7952"/>
                </a:cxn>
                <a:cxn ang="0">
                  <a:pos x="connsiteX7953" y="connsiteY7953"/>
                </a:cxn>
                <a:cxn ang="0">
                  <a:pos x="connsiteX7954" y="connsiteY7954"/>
                </a:cxn>
                <a:cxn ang="0">
                  <a:pos x="connsiteX7955" y="connsiteY7955"/>
                </a:cxn>
                <a:cxn ang="0">
                  <a:pos x="connsiteX7956" y="connsiteY7956"/>
                </a:cxn>
                <a:cxn ang="0">
                  <a:pos x="connsiteX7957" y="connsiteY7957"/>
                </a:cxn>
                <a:cxn ang="0">
                  <a:pos x="connsiteX7958" y="connsiteY7958"/>
                </a:cxn>
                <a:cxn ang="0">
                  <a:pos x="connsiteX7959" y="connsiteY7959"/>
                </a:cxn>
                <a:cxn ang="0">
                  <a:pos x="connsiteX7960" y="connsiteY7960"/>
                </a:cxn>
                <a:cxn ang="0">
                  <a:pos x="connsiteX7961" y="connsiteY7961"/>
                </a:cxn>
                <a:cxn ang="0">
                  <a:pos x="connsiteX7962" y="connsiteY7962"/>
                </a:cxn>
                <a:cxn ang="0">
                  <a:pos x="connsiteX7963" y="connsiteY7963"/>
                </a:cxn>
                <a:cxn ang="0">
                  <a:pos x="connsiteX7964" y="connsiteY7964"/>
                </a:cxn>
                <a:cxn ang="0">
                  <a:pos x="connsiteX7965" y="connsiteY7965"/>
                </a:cxn>
                <a:cxn ang="0">
                  <a:pos x="connsiteX7966" y="connsiteY7966"/>
                </a:cxn>
                <a:cxn ang="0">
                  <a:pos x="connsiteX7967" y="connsiteY7967"/>
                </a:cxn>
                <a:cxn ang="0">
                  <a:pos x="connsiteX7968" y="connsiteY7968"/>
                </a:cxn>
                <a:cxn ang="0">
                  <a:pos x="connsiteX7969" y="connsiteY7969"/>
                </a:cxn>
                <a:cxn ang="0">
                  <a:pos x="connsiteX7970" y="connsiteY7970"/>
                </a:cxn>
                <a:cxn ang="0">
                  <a:pos x="connsiteX7971" y="connsiteY7971"/>
                </a:cxn>
                <a:cxn ang="0">
                  <a:pos x="connsiteX7972" y="connsiteY7972"/>
                </a:cxn>
                <a:cxn ang="0">
                  <a:pos x="connsiteX7973" y="connsiteY7973"/>
                </a:cxn>
                <a:cxn ang="0">
                  <a:pos x="connsiteX7974" y="connsiteY7974"/>
                </a:cxn>
                <a:cxn ang="0">
                  <a:pos x="connsiteX7975" y="connsiteY7975"/>
                </a:cxn>
                <a:cxn ang="0">
                  <a:pos x="connsiteX7976" y="connsiteY7976"/>
                </a:cxn>
                <a:cxn ang="0">
                  <a:pos x="connsiteX7977" y="connsiteY7977"/>
                </a:cxn>
                <a:cxn ang="0">
                  <a:pos x="connsiteX7978" y="connsiteY7978"/>
                </a:cxn>
                <a:cxn ang="0">
                  <a:pos x="connsiteX7979" y="connsiteY7979"/>
                </a:cxn>
                <a:cxn ang="0">
                  <a:pos x="connsiteX7980" y="connsiteY7980"/>
                </a:cxn>
                <a:cxn ang="0">
                  <a:pos x="connsiteX7981" y="connsiteY7981"/>
                </a:cxn>
                <a:cxn ang="0">
                  <a:pos x="connsiteX7982" y="connsiteY7982"/>
                </a:cxn>
                <a:cxn ang="0">
                  <a:pos x="connsiteX7983" y="connsiteY7983"/>
                </a:cxn>
                <a:cxn ang="0">
                  <a:pos x="connsiteX7984" y="connsiteY7984"/>
                </a:cxn>
                <a:cxn ang="0">
                  <a:pos x="connsiteX7985" y="connsiteY7985"/>
                </a:cxn>
                <a:cxn ang="0">
                  <a:pos x="connsiteX7986" y="connsiteY7986"/>
                </a:cxn>
                <a:cxn ang="0">
                  <a:pos x="connsiteX7987" y="connsiteY7987"/>
                </a:cxn>
                <a:cxn ang="0">
                  <a:pos x="connsiteX7988" y="connsiteY7988"/>
                </a:cxn>
                <a:cxn ang="0">
                  <a:pos x="connsiteX7989" y="connsiteY7989"/>
                </a:cxn>
                <a:cxn ang="0">
                  <a:pos x="connsiteX7990" y="connsiteY7990"/>
                </a:cxn>
                <a:cxn ang="0">
                  <a:pos x="connsiteX7991" y="connsiteY7991"/>
                </a:cxn>
                <a:cxn ang="0">
                  <a:pos x="connsiteX7992" y="connsiteY7992"/>
                </a:cxn>
                <a:cxn ang="0">
                  <a:pos x="connsiteX7993" y="connsiteY7993"/>
                </a:cxn>
                <a:cxn ang="0">
                  <a:pos x="connsiteX7994" y="connsiteY7994"/>
                </a:cxn>
                <a:cxn ang="0">
                  <a:pos x="connsiteX7995" y="connsiteY7995"/>
                </a:cxn>
                <a:cxn ang="0">
                  <a:pos x="connsiteX7996" y="connsiteY7996"/>
                </a:cxn>
                <a:cxn ang="0">
                  <a:pos x="connsiteX7997" y="connsiteY7997"/>
                </a:cxn>
                <a:cxn ang="0">
                  <a:pos x="connsiteX7998" y="connsiteY7998"/>
                </a:cxn>
                <a:cxn ang="0">
                  <a:pos x="connsiteX7999" y="connsiteY7999"/>
                </a:cxn>
                <a:cxn ang="0">
                  <a:pos x="connsiteX8000" y="connsiteY8000"/>
                </a:cxn>
                <a:cxn ang="0">
                  <a:pos x="connsiteX8001" y="connsiteY8001"/>
                </a:cxn>
                <a:cxn ang="0">
                  <a:pos x="connsiteX8002" y="connsiteY8002"/>
                </a:cxn>
                <a:cxn ang="0">
                  <a:pos x="connsiteX8003" y="connsiteY8003"/>
                </a:cxn>
                <a:cxn ang="0">
                  <a:pos x="connsiteX8004" y="connsiteY8004"/>
                </a:cxn>
                <a:cxn ang="0">
                  <a:pos x="connsiteX8005" y="connsiteY8005"/>
                </a:cxn>
                <a:cxn ang="0">
                  <a:pos x="connsiteX8006" y="connsiteY8006"/>
                </a:cxn>
                <a:cxn ang="0">
                  <a:pos x="connsiteX8007" y="connsiteY8007"/>
                </a:cxn>
                <a:cxn ang="0">
                  <a:pos x="connsiteX8008" y="connsiteY8008"/>
                </a:cxn>
                <a:cxn ang="0">
                  <a:pos x="connsiteX8009" y="connsiteY8009"/>
                </a:cxn>
                <a:cxn ang="0">
                  <a:pos x="connsiteX8010" y="connsiteY8010"/>
                </a:cxn>
                <a:cxn ang="0">
                  <a:pos x="connsiteX8011" y="connsiteY8011"/>
                </a:cxn>
                <a:cxn ang="0">
                  <a:pos x="connsiteX8012" y="connsiteY8012"/>
                </a:cxn>
                <a:cxn ang="0">
                  <a:pos x="connsiteX8013" y="connsiteY8013"/>
                </a:cxn>
                <a:cxn ang="0">
                  <a:pos x="connsiteX8014" y="connsiteY8014"/>
                </a:cxn>
                <a:cxn ang="0">
                  <a:pos x="connsiteX8015" y="connsiteY8015"/>
                </a:cxn>
                <a:cxn ang="0">
                  <a:pos x="connsiteX8016" y="connsiteY8016"/>
                </a:cxn>
                <a:cxn ang="0">
                  <a:pos x="connsiteX8017" y="connsiteY8017"/>
                </a:cxn>
                <a:cxn ang="0">
                  <a:pos x="connsiteX8018" y="connsiteY8018"/>
                </a:cxn>
                <a:cxn ang="0">
                  <a:pos x="connsiteX8019" y="connsiteY8019"/>
                </a:cxn>
                <a:cxn ang="0">
                  <a:pos x="connsiteX8020" y="connsiteY8020"/>
                </a:cxn>
                <a:cxn ang="0">
                  <a:pos x="connsiteX8021" y="connsiteY8021"/>
                </a:cxn>
                <a:cxn ang="0">
                  <a:pos x="connsiteX8022" y="connsiteY8022"/>
                </a:cxn>
                <a:cxn ang="0">
                  <a:pos x="connsiteX8023" y="connsiteY8023"/>
                </a:cxn>
                <a:cxn ang="0">
                  <a:pos x="connsiteX8024" y="connsiteY8024"/>
                </a:cxn>
                <a:cxn ang="0">
                  <a:pos x="connsiteX8025" y="connsiteY8025"/>
                </a:cxn>
                <a:cxn ang="0">
                  <a:pos x="connsiteX8026" y="connsiteY8026"/>
                </a:cxn>
                <a:cxn ang="0">
                  <a:pos x="connsiteX8027" y="connsiteY8027"/>
                </a:cxn>
                <a:cxn ang="0">
                  <a:pos x="connsiteX8028" y="connsiteY8028"/>
                </a:cxn>
                <a:cxn ang="0">
                  <a:pos x="connsiteX8029" y="connsiteY8029"/>
                </a:cxn>
                <a:cxn ang="0">
                  <a:pos x="connsiteX8030" y="connsiteY8030"/>
                </a:cxn>
                <a:cxn ang="0">
                  <a:pos x="connsiteX8031" y="connsiteY8031"/>
                </a:cxn>
                <a:cxn ang="0">
                  <a:pos x="connsiteX8032" y="connsiteY8032"/>
                </a:cxn>
                <a:cxn ang="0">
                  <a:pos x="connsiteX8033" y="connsiteY8033"/>
                </a:cxn>
                <a:cxn ang="0">
                  <a:pos x="connsiteX8034" y="connsiteY8034"/>
                </a:cxn>
                <a:cxn ang="0">
                  <a:pos x="connsiteX8035" y="connsiteY8035"/>
                </a:cxn>
                <a:cxn ang="0">
                  <a:pos x="connsiteX8036" y="connsiteY8036"/>
                </a:cxn>
                <a:cxn ang="0">
                  <a:pos x="connsiteX8037" y="connsiteY8037"/>
                </a:cxn>
                <a:cxn ang="0">
                  <a:pos x="connsiteX8038" y="connsiteY8038"/>
                </a:cxn>
                <a:cxn ang="0">
                  <a:pos x="connsiteX8039" y="connsiteY8039"/>
                </a:cxn>
                <a:cxn ang="0">
                  <a:pos x="connsiteX8040" y="connsiteY8040"/>
                </a:cxn>
                <a:cxn ang="0">
                  <a:pos x="connsiteX8041" y="connsiteY8041"/>
                </a:cxn>
                <a:cxn ang="0">
                  <a:pos x="connsiteX8042" y="connsiteY8042"/>
                </a:cxn>
                <a:cxn ang="0">
                  <a:pos x="connsiteX8043" y="connsiteY8043"/>
                </a:cxn>
                <a:cxn ang="0">
                  <a:pos x="connsiteX8044" y="connsiteY8044"/>
                </a:cxn>
                <a:cxn ang="0">
                  <a:pos x="connsiteX8045" y="connsiteY8045"/>
                </a:cxn>
                <a:cxn ang="0">
                  <a:pos x="connsiteX8046" y="connsiteY8046"/>
                </a:cxn>
                <a:cxn ang="0">
                  <a:pos x="connsiteX8047" y="connsiteY8047"/>
                </a:cxn>
                <a:cxn ang="0">
                  <a:pos x="connsiteX8048" y="connsiteY8048"/>
                </a:cxn>
                <a:cxn ang="0">
                  <a:pos x="connsiteX8049" y="connsiteY8049"/>
                </a:cxn>
                <a:cxn ang="0">
                  <a:pos x="connsiteX8050" y="connsiteY8050"/>
                </a:cxn>
                <a:cxn ang="0">
                  <a:pos x="connsiteX8051" y="connsiteY8051"/>
                </a:cxn>
                <a:cxn ang="0">
                  <a:pos x="connsiteX8052" y="connsiteY8052"/>
                </a:cxn>
                <a:cxn ang="0">
                  <a:pos x="connsiteX8053" y="connsiteY8053"/>
                </a:cxn>
                <a:cxn ang="0">
                  <a:pos x="connsiteX8054" y="connsiteY8054"/>
                </a:cxn>
                <a:cxn ang="0">
                  <a:pos x="connsiteX8055" y="connsiteY8055"/>
                </a:cxn>
                <a:cxn ang="0">
                  <a:pos x="connsiteX8056" y="connsiteY8056"/>
                </a:cxn>
                <a:cxn ang="0">
                  <a:pos x="connsiteX8057" y="connsiteY8057"/>
                </a:cxn>
                <a:cxn ang="0">
                  <a:pos x="connsiteX8058" y="connsiteY8058"/>
                </a:cxn>
                <a:cxn ang="0">
                  <a:pos x="connsiteX8059" y="connsiteY8059"/>
                </a:cxn>
                <a:cxn ang="0">
                  <a:pos x="connsiteX8060" y="connsiteY8060"/>
                </a:cxn>
                <a:cxn ang="0">
                  <a:pos x="connsiteX8061" y="connsiteY8061"/>
                </a:cxn>
                <a:cxn ang="0">
                  <a:pos x="connsiteX8062" y="connsiteY8062"/>
                </a:cxn>
                <a:cxn ang="0">
                  <a:pos x="connsiteX8063" y="connsiteY8063"/>
                </a:cxn>
                <a:cxn ang="0">
                  <a:pos x="connsiteX8064" y="connsiteY8064"/>
                </a:cxn>
                <a:cxn ang="0">
                  <a:pos x="connsiteX8065" y="connsiteY8065"/>
                </a:cxn>
                <a:cxn ang="0">
                  <a:pos x="connsiteX8066" y="connsiteY8066"/>
                </a:cxn>
                <a:cxn ang="0">
                  <a:pos x="connsiteX8067" y="connsiteY8067"/>
                </a:cxn>
                <a:cxn ang="0">
                  <a:pos x="connsiteX8068" y="connsiteY8068"/>
                </a:cxn>
                <a:cxn ang="0">
                  <a:pos x="connsiteX8069" y="connsiteY8069"/>
                </a:cxn>
                <a:cxn ang="0">
                  <a:pos x="connsiteX8070" y="connsiteY8070"/>
                </a:cxn>
                <a:cxn ang="0">
                  <a:pos x="connsiteX8071" y="connsiteY8071"/>
                </a:cxn>
                <a:cxn ang="0">
                  <a:pos x="connsiteX8072" y="connsiteY8072"/>
                </a:cxn>
                <a:cxn ang="0">
                  <a:pos x="connsiteX8073" y="connsiteY8073"/>
                </a:cxn>
                <a:cxn ang="0">
                  <a:pos x="connsiteX8074" y="connsiteY8074"/>
                </a:cxn>
                <a:cxn ang="0">
                  <a:pos x="connsiteX8075" y="connsiteY8075"/>
                </a:cxn>
                <a:cxn ang="0">
                  <a:pos x="connsiteX8076" y="connsiteY8076"/>
                </a:cxn>
                <a:cxn ang="0">
                  <a:pos x="connsiteX8077" y="connsiteY8077"/>
                </a:cxn>
                <a:cxn ang="0">
                  <a:pos x="connsiteX8078" y="connsiteY8078"/>
                </a:cxn>
                <a:cxn ang="0">
                  <a:pos x="connsiteX8079" y="connsiteY8079"/>
                </a:cxn>
                <a:cxn ang="0">
                  <a:pos x="connsiteX8080" y="connsiteY8080"/>
                </a:cxn>
                <a:cxn ang="0">
                  <a:pos x="connsiteX8081" y="connsiteY8081"/>
                </a:cxn>
                <a:cxn ang="0">
                  <a:pos x="connsiteX8082" y="connsiteY8082"/>
                </a:cxn>
                <a:cxn ang="0">
                  <a:pos x="connsiteX8083" y="connsiteY8083"/>
                </a:cxn>
                <a:cxn ang="0">
                  <a:pos x="connsiteX8084" y="connsiteY8084"/>
                </a:cxn>
                <a:cxn ang="0">
                  <a:pos x="connsiteX8085" y="connsiteY8085"/>
                </a:cxn>
                <a:cxn ang="0">
                  <a:pos x="connsiteX8086" y="connsiteY8086"/>
                </a:cxn>
                <a:cxn ang="0">
                  <a:pos x="connsiteX8087" y="connsiteY8087"/>
                </a:cxn>
                <a:cxn ang="0">
                  <a:pos x="connsiteX8088" y="connsiteY8088"/>
                </a:cxn>
                <a:cxn ang="0">
                  <a:pos x="connsiteX8089" y="connsiteY8089"/>
                </a:cxn>
                <a:cxn ang="0">
                  <a:pos x="connsiteX8090" y="connsiteY8090"/>
                </a:cxn>
                <a:cxn ang="0">
                  <a:pos x="connsiteX8091" y="connsiteY8091"/>
                </a:cxn>
                <a:cxn ang="0">
                  <a:pos x="connsiteX8092" y="connsiteY8092"/>
                </a:cxn>
                <a:cxn ang="0">
                  <a:pos x="connsiteX8093" y="connsiteY8093"/>
                </a:cxn>
                <a:cxn ang="0">
                  <a:pos x="connsiteX8094" y="connsiteY8094"/>
                </a:cxn>
                <a:cxn ang="0">
                  <a:pos x="connsiteX8095" y="connsiteY8095"/>
                </a:cxn>
                <a:cxn ang="0">
                  <a:pos x="connsiteX8096" y="connsiteY8096"/>
                </a:cxn>
                <a:cxn ang="0">
                  <a:pos x="connsiteX8097" y="connsiteY8097"/>
                </a:cxn>
                <a:cxn ang="0">
                  <a:pos x="connsiteX8098" y="connsiteY8098"/>
                </a:cxn>
                <a:cxn ang="0">
                  <a:pos x="connsiteX8099" y="connsiteY8099"/>
                </a:cxn>
                <a:cxn ang="0">
                  <a:pos x="connsiteX8100" y="connsiteY8100"/>
                </a:cxn>
                <a:cxn ang="0">
                  <a:pos x="connsiteX8101" y="connsiteY8101"/>
                </a:cxn>
                <a:cxn ang="0">
                  <a:pos x="connsiteX8102" y="connsiteY8102"/>
                </a:cxn>
                <a:cxn ang="0">
                  <a:pos x="connsiteX8103" y="connsiteY8103"/>
                </a:cxn>
                <a:cxn ang="0">
                  <a:pos x="connsiteX8104" y="connsiteY8104"/>
                </a:cxn>
                <a:cxn ang="0">
                  <a:pos x="connsiteX8105" y="connsiteY8105"/>
                </a:cxn>
                <a:cxn ang="0">
                  <a:pos x="connsiteX8106" y="connsiteY8106"/>
                </a:cxn>
                <a:cxn ang="0">
                  <a:pos x="connsiteX8107" y="connsiteY8107"/>
                </a:cxn>
                <a:cxn ang="0">
                  <a:pos x="connsiteX8108" y="connsiteY8108"/>
                </a:cxn>
                <a:cxn ang="0">
                  <a:pos x="connsiteX8109" y="connsiteY8109"/>
                </a:cxn>
                <a:cxn ang="0">
                  <a:pos x="connsiteX8110" y="connsiteY8110"/>
                </a:cxn>
                <a:cxn ang="0">
                  <a:pos x="connsiteX8111" y="connsiteY8111"/>
                </a:cxn>
                <a:cxn ang="0">
                  <a:pos x="connsiteX8112" y="connsiteY8112"/>
                </a:cxn>
                <a:cxn ang="0">
                  <a:pos x="connsiteX8113" y="connsiteY8113"/>
                </a:cxn>
                <a:cxn ang="0">
                  <a:pos x="connsiteX8114" y="connsiteY8114"/>
                </a:cxn>
                <a:cxn ang="0">
                  <a:pos x="connsiteX8115" y="connsiteY8115"/>
                </a:cxn>
                <a:cxn ang="0">
                  <a:pos x="connsiteX8116" y="connsiteY8116"/>
                </a:cxn>
                <a:cxn ang="0">
                  <a:pos x="connsiteX8117" y="connsiteY8117"/>
                </a:cxn>
                <a:cxn ang="0">
                  <a:pos x="connsiteX8118" y="connsiteY8118"/>
                </a:cxn>
                <a:cxn ang="0">
                  <a:pos x="connsiteX8119" y="connsiteY8119"/>
                </a:cxn>
                <a:cxn ang="0">
                  <a:pos x="connsiteX8120" y="connsiteY8120"/>
                </a:cxn>
                <a:cxn ang="0">
                  <a:pos x="connsiteX8121" y="connsiteY8121"/>
                </a:cxn>
                <a:cxn ang="0">
                  <a:pos x="connsiteX8122" y="connsiteY8122"/>
                </a:cxn>
                <a:cxn ang="0">
                  <a:pos x="connsiteX8123" y="connsiteY8123"/>
                </a:cxn>
                <a:cxn ang="0">
                  <a:pos x="connsiteX8124" y="connsiteY8124"/>
                </a:cxn>
                <a:cxn ang="0">
                  <a:pos x="connsiteX8125" y="connsiteY8125"/>
                </a:cxn>
                <a:cxn ang="0">
                  <a:pos x="connsiteX8126" y="connsiteY8126"/>
                </a:cxn>
                <a:cxn ang="0">
                  <a:pos x="connsiteX8127" y="connsiteY8127"/>
                </a:cxn>
                <a:cxn ang="0">
                  <a:pos x="connsiteX8128" y="connsiteY8128"/>
                </a:cxn>
                <a:cxn ang="0">
                  <a:pos x="connsiteX8129" y="connsiteY8129"/>
                </a:cxn>
                <a:cxn ang="0">
                  <a:pos x="connsiteX8130" y="connsiteY8130"/>
                </a:cxn>
                <a:cxn ang="0">
                  <a:pos x="connsiteX8131" y="connsiteY8131"/>
                </a:cxn>
                <a:cxn ang="0">
                  <a:pos x="connsiteX8132" y="connsiteY8132"/>
                </a:cxn>
                <a:cxn ang="0">
                  <a:pos x="connsiteX8133" y="connsiteY8133"/>
                </a:cxn>
                <a:cxn ang="0">
                  <a:pos x="connsiteX8134" y="connsiteY8134"/>
                </a:cxn>
                <a:cxn ang="0">
                  <a:pos x="connsiteX8135" y="connsiteY8135"/>
                </a:cxn>
                <a:cxn ang="0">
                  <a:pos x="connsiteX8136" y="connsiteY8136"/>
                </a:cxn>
                <a:cxn ang="0">
                  <a:pos x="connsiteX8137" y="connsiteY8137"/>
                </a:cxn>
                <a:cxn ang="0">
                  <a:pos x="connsiteX8138" y="connsiteY8138"/>
                </a:cxn>
                <a:cxn ang="0">
                  <a:pos x="connsiteX8139" y="connsiteY8139"/>
                </a:cxn>
                <a:cxn ang="0">
                  <a:pos x="connsiteX8140" y="connsiteY8140"/>
                </a:cxn>
                <a:cxn ang="0">
                  <a:pos x="connsiteX8141" y="connsiteY8141"/>
                </a:cxn>
                <a:cxn ang="0">
                  <a:pos x="connsiteX8142" y="connsiteY8142"/>
                </a:cxn>
                <a:cxn ang="0">
                  <a:pos x="connsiteX8143" y="connsiteY8143"/>
                </a:cxn>
                <a:cxn ang="0">
                  <a:pos x="connsiteX8144" y="connsiteY8144"/>
                </a:cxn>
                <a:cxn ang="0">
                  <a:pos x="connsiteX8145" y="connsiteY8145"/>
                </a:cxn>
                <a:cxn ang="0">
                  <a:pos x="connsiteX8146" y="connsiteY8146"/>
                </a:cxn>
                <a:cxn ang="0">
                  <a:pos x="connsiteX8147" y="connsiteY8147"/>
                </a:cxn>
                <a:cxn ang="0">
                  <a:pos x="connsiteX8148" y="connsiteY8148"/>
                </a:cxn>
                <a:cxn ang="0">
                  <a:pos x="connsiteX8149" y="connsiteY8149"/>
                </a:cxn>
                <a:cxn ang="0">
                  <a:pos x="connsiteX8150" y="connsiteY8150"/>
                </a:cxn>
                <a:cxn ang="0">
                  <a:pos x="connsiteX8151" y="connsiteY8151"/>
                </a:cxn>
                <a:cxn ang="0">
                  <a:pos x="connsiteX8152" y="connsiteY8152"/>
                </a:cxn>
                <a:cxn ang="0">
                  <a:pos x="connsiteX8153" y="connsiteY8153"/>
                </a:cxn>
                <a:cxn ang="0">
                  <a:pos x="connsiteX8154" y="connsiteY8154"/>
                </a:cxn>
                <a:cxn ang="0">
                  <a:pos x="connsiteX8155" y="connsiteY8155"/>
                </a:cxn>
                <a:cxn ang="0">
                  <a:pos x="connsiteX8156" y="connsiteY8156"/>
                </a:cxn>
                <a:cxn ang="0">
                  <a:pos x="connsiteX8157" y="connsiteY8157"/>
                </a:cxn>
                <a:cxn ang="0">
                  <a:pos x="connsiteX8158" y="connsiteY8158"/>
                </a:cxn>
                <a:cxn ang="0">
                  <a:pos x="connsiteX8159" y="connsiteY8159"/>
                </a:cxn>
                <a:cxn ang="0">
                  <a:pos x="connsiteX8160" y="connsiteY8160"/>
                </a:cxn>
                <a:cxn ang="0">
                  <a:pos x="connsiteX8161" y="connsiteY8161"/>
                </a:cxn>
                <a:cxn ang="0">
                  <a:pos x="connsiteX8162" y="connsiteY8162"/>
                </a:cxn>
                <a:cxn ang="0">
                  <a:pos x="connsiteX8163" y="connsiteY8163"/>
                </a:cxn>
                <a:cxn ang="0">
                  <a:pos x="connsiteX8164" y="connsiteY8164"/>
                </a:cxn>
                <a:cxn ang="0">
                  <a:pos x="connsiteX8165" y="connsiteY8165"/>
                </a:cxn>
                <a:cxn ang="0">
                  <a:pos x="connsiteX8166" y="connsiteY8166"/>
                </a:cxn>
                <a:cxn ang="0">
                  <a:pos x="connsiteX8167" y="connsiteY8167"/>
                </a:cxn>
                <a:cxn ang="0">
                  <a:pos x="connsiteX8168" y="connsiteY8168"/>
                </a:cxn>
                <a:cxn ang="0">
                  <a:pos x="connsiteX8169" y="connsiteY8169"/>
                </a:cxn>
                <a:cxn ang="0">
                  <a:pos x="connsiteX8170" y="connsiteY8170"/>
                </a:cxn>
                <a:cxn ang="0">
                  <a:pos x="connsiteX8171" y="connsiteY8171"/>
                </a:cxn>
                <a:cxn ang="0">
                  <a:pos x="connsiteX8172" y="connsiteY8172"/>
                </a:cxn>
                <a:cxn ang="0">
                  <a:pos x="connsiteX8173" y="connsiteY8173"/>
                </a:cxn>
                <a:cxn ang="0">
                  <a:pos x="connsiteX8174" y="connsiteY8174"/>
                </a:cxn>
                <a:cxn ang="0">
                  <a:pos x="connsiteX8175" y="connsiteY8175"/>
                </a:cxn>
                <a:cxn ang="0">
                  <a:pos x="connsiteX8176" y="connsiteY8176"/>
                </a:cxn>
                <a:cxn ang="0">
                  <a:pos x="connsiteX8177" y="connsiteY8177"/>
                </a:cxn>
                <a:cxn ang="0">
                  <a:pos x="connsiteX8178" y="connsiteY8178"/>
                </a:cxn>
                <a:cxn ang="0">
                  <a:pos x="connsiteX8179" y="connsiteY8179"/>
                </a:cxn>
                <a:cxn ang="0">
                  <a:pos x="connsiteX8180" y="connsiteY8180"/>
                </a:cxn>
                <a:cxn ang="0">
                  <a:pos x="connsiteX8181" y="connsiteY8181"/>
                </a:cxn>
                <a:cxn ang="0">
                  <a:pos x="connsiteX8182" y="connsiteY8182"/>
                </a:cxn>
                <a:cxn ang="0">
                  <a:pos x="connsiteX8183" y="connsiteY8183"/>
                </a:cxn>
                <a:cxn ang="0">
                  <a:pos x="connsiteX8184" y="connsiteY8184"/>
                </a:cxn>
                <a:cxn ang="0">
                  <a:pos x="connsiteX8185" y="connsiteY8185"/>
                </a:cxn>
                <a:cxn ang="0">
                  <a:pos x="connsiteX8186" y="connsiteY8186"/>
                </a:cxn>
                <a:cxn ang="0">
                  <a:pos x="connsiteX8187" y="connsiteY8187"/>
                </a:cxn>
                <a:cxn ang="0">
                  <a:pos x="connsiteX8188" y="connsiteY8188"/>
                </a:cxn>
                <a:cxn ang="0">
                  <a:pos x="connsiteX8189" y="connsiteY8189"/>
                </a:cxn>
                <a:cxn ang="0">
                  <a:pos x="connsiteX8190" y="connsiteY8190"/>
                </a:cxn>
                <a:cxn ang="0">
                  <a:pos x="connsiteX8191" y="connsiteY8191"/>
                </a:cxn>
                <a:cxn ang="0">
                  <a:pos x="connsiteX8192" y="connsiteY8192"/>
                </a:cxn>
                <a:cxn ang="0">
                  <a:pos x="connsiteX8193" y="connsiteY8193"/>
                </a:cxn>
                <a:cxn ang="0">
                  <a:pos x="connsiteX8194" y="connsiteY8194"/>
                </a:cxn>
                <a:cxn ang="0">
                  <a:pos x="connsiteX8195" y="connsiteY8195"/>
                </a:cxn>
                <a:cxn ang="0">
                  <a:pos x="connsiteX8196" y="connsiteY8196"/>
                </a:cxn>
                <a:cxn ang="0">
                  <a:pos x="connsiteX8197" y="connsiteY8197"/>
                </a:cxn>
                <a:cxn ang="0">
                  <a:pos x="connsiteX8198" y="connsiteY8198"/>
                </a:cxn>
                <a:cxn ang="0">
                  <a:pos x="connsiteX8199" y="connsiteY8199"/>
                </a:cxn>
                <a:cxn ang="0">
                  <a:pos x="connsiteX8200" y="connsiteY8200"/>
                </a:cxn>
                <a:cxn ang="0">
                  <a:pos x="connsiteX8201" y="connsiteY8201"/>
                </a:cxn>
                <a:cxn ang="0">
                  <a:pos x="connsiteX8202" y="connsiteY8202"/>
                </a:cxn>
                <a:cxn ang="0">
                  <a:pos x="connsiteX8203" y="connsiteY8203"/>
                </a:cxn>
                <a:cxn ang="0">
                  <a:pos x="connsiteX8204" y="connsiteY8204"/>
                </a:cxn>
                <a:cxn ang="0">
                  <a:pos x="connsiteX8205" y="connsiteY8205"/>
                </a:cxn>
                <a:cxn ang="0">
                  <a:pos x="connsiteX8206" y="connsiteY8206"/>
                </a:cxn>
                <a:cxn ang="0">
                  <a:pos x="connsiteX8207" y="connsiteY8207"/>
                </a:cxn>
                <a:cxn ang="0">
                  <a:pos x="connsiteX8208" y="connsiteY8208"/>
                </a:cxn>
                <a:cxn ang="0">
                  <a:pos x="connsiteX8209" y="connsiteY8209"/>
                </a:cxn>
                <a:cxn ang="0">
                  <a:pos x="connsiteX8210" y="connsiteY8210"/>
                </a:cxn>
                <a:cxn ang="0">
                  <a:pos x="connsiteX8211" y="connsiteY8211"/>
                </a:cxn>
                <a:cxn ang="0">
                  <a:pos x="connsiteX8212" y="connsiteY8212"/>
                </a:cxn>
                <a:cxn ang="0">
                  <a:pos x="connsiteX8213" y="connsiteY8213"/>
                </a:cxn>
                <a:cxn ang="0">
                  <a:pos x="connsiteX8214" y="connsiteY8214"/>
                </a:cxn>
                <a:cxn ang="0">
                  <a:pos x="connsiteX8215" y="connsiteY8215"/>
                </a:cxn>
                <a:cxn ang="0">
                  <a:pos x="connsiteX8216" y="connsiteY8216"/>
                </a:cxn>
                <a:cxn ang="0">
                  <a:pos x="connsiteX8217" y="connsiteY8217"/>
                </a:cxn>
                <a:cxn ang="0">
                  <a:pos x="connsiteX8218" y="connsiteY8218"/>
                </a:cxn>
                <a:cxn ang="0">
                  <a:pos x="connsiteX8219" y="connsiteY8219"/>
                </a:cxn>
                <a:cxn ang="0">
                  <a:pos x="connsiteX8220" y="connsiteY8220"/>
                </a:cxn>
                <a:cxn ang="0">
                  <a:pos x="connsiteX8221" y="connsiteY8221"/>
                </a:cxn>
                <a:cxn ang="0">
                  <a:pos x="connsiteX8222" y="connsiteY8222"/>
                </a:cxn>
                <a:cxn ang="0">
                  <a:pos x="connsiteX8223" y="connsiteY8223"/>
                </a:cxn>
                <a:cxn ang="0">
                  <a:pos x="connsiteX8224" y="connsiteY8224"/>
                </a:cxn>
                <a:cxn ang="0">
                  <a:pos x="connsiteX8225" y="connsiteY8225"/>
                </a:cxn>
                <a:cxn ang="0">
                  <a:pos x="connsiteX8226" y="connsiteY8226"/>
                </a:cxn>
                <a:cxn ang="0">
                  <a:pos x="connsiteX8227" y="connsiteY8227"/>
                </a:cxn>
                <a:cxn ang="0">
                  <a:pos x="connsiteX8228" y="connsiteY8228"/>
                </a:cxn>
                <a:cxn ang="0">
                  <a:pos x="connsiteX8229" y="connsiteY8229"/>
                </a:cxn>
                <a:cxn ang="0">
                  <a:pos x="connsiteX8230" y="connsiteY8230"/>
                </a:cxn>
                <a:cxn ang="0">
                  <a:pos x="connsiteX8231" y="connsiteY8231"/>
                </a:cxn>
                <a:cxn ang="0">
                  <a:pos x="connsiteX8232" y="connsiteY8232"/>
                </a:cxn>
                <a:cxn ang="0">
                  <a:pos x="connsiteX8233" y="connsiteY8233"/>
                </a:cxn>
                <a:cxn ang="0">
                  <a:pos x="connsiteX8234" y="connsiteY8234"/>
                </a:cxn>
                <a:cxn ang="0">
                  <a:pos x="connsiteX8235" y="connsiteY8235"/>
                </a:cxn>
                <a:cxn ang="0">
                  <a:pos x="connsiteX8236" y="connsiteY8236"/>
                </a:cxn>
                <a:cxn ang="0">
                  <a:pos x="connsiteX8237" y="connsiteY8237"/>
                </a:cxn>
                <a:cxn ang="0">
                  <a:pos x="connsiteX8238" y="connsiteY8238"/>
                </a:cxn>
                <a:cxn ang="0">
                  <a:pos x="connsiteX8239" y="connsiteY8239"/>
                </a:cxn>
                <a:cxn ang="0">
                  <a:pos x="connsiteX8240" y="connsiteY8240"/>
                </a:cxn>
                <a:cxn ang="0">
                  <a:pos x="connsiteX8241" y="connsiteY8241"/>
                </a:cxn>
                <a:cxn ang="0">
                  <a:pos x="connsiteX8242" y="connsiteY8242"/>
                </a:cxn>
                <a:cxn ang="0">
                  <a:pos x="connsiteX8243" y="connsiteY8243"/>
                </a:cxn>
                <a:cxn ang="0">
                  <a:pos x="connsiteX8244" y="connsiteY8244"/>
                </a:cxn>
                <a:cxn ang="0">
                  <a:pos x="connsiteX8245" y="connsiteY8245"/>
                </a:cxn>
                <a:cxn ang="0">
                  <a:pos x="connsiteX8246" y="connsiteY8246"/>
                </a:cxn>
                <a:cxn ang="0">
                  <a:pos x="connsiteX8247" y="connsiteY8247"/>
                </a:cxn>
                <a:cxn ang="0">
                  <a:pos x="connsiteX8248" y="connsiteY8248"/>
                </a:cxn>
                <a:cxn ang="0">
                  <a:pos x="connsiteX8249" y="connsiteY8249"/>
                </a:cxn>
                <a:cxn ang="0">
                  <a:pos x="connsiteX8250" y="connsiteY8250"/>
                </a:cxn>
                <a:cxn ang="0">
                  <a:pos x="connsiteX8251" y="connsiteY8251"/>
                </a:cxn>
                <a:cxn ang="0">
                  <a:pos x="connsiteX8252" y="connsiteY8252"/>
                </a:cxn>
                <a:cxn ang="0">
                  <a:pos x="connsiteX8253" y="connsiteY8253"/>
                </a:cxn>
                <a:cxn ang="0">
                  <a:pos x="connsiteX8254" y="connsiteY8254"/>
                </a:cxn>
                <a:cxn ang="0">
                  <a:pos x="connsiteX8255" y="connsiteY8255"/>
                </a:cxn>
                <a:cxn ang="0">
                  <a:pos x="connsiteX8256" y="connsiteY8256"/>
                </a:cxn>
                <a:cxn ang="0">
                  <a:pos x="connsiteX8257" y="connsiteY8257"/>
                </a:cxn>
                <a:cxn ang="0">
                  <a:pos x="connsiteX8258" y="connsiteY8258"/>
                </a:cxn>
                <a:cxn ang="0">
                  <a:pos x="connsiteX8259" y="connsiteY8259"/>
                </a:cxn>
                <a:cxn ang="0">
                  <a:pos x="connsiteX8260" y="connsiteY8260"/>
                </a:cxn>
                <a:cxn ang="0">
                  <a:pos x="connsiteX8261" y="connsiteY8261"/>
                </a:cxn>
                <a:cxn ang="0">
                  <a:pos x="connsiteX8262" y="connsiteY8262"/>
                </a:cxn>
                <a:cxn ang="0">
                  <a:pos x="connsiteX8263" y="connsiteY8263"/>
                </a:cxn>
                <a:cxn ang="0">
                  <a:pos x="connsiteX8264" y="connsiteY8264"/>
                </a:cxn>
                <a:cxn ang="0">
                  <a:pos x="connsiteX8265" y="connsiteY8265"/>
                </a:cxn>
                <a:cxn ang="0">
                  <a:pos x="connsiteX8266" y="connsiteY8266"/>
                </a:cxn>
                <a:cxn ang="0">
                  <a:pos x="connsiteX8267" y="connsiteY8267"/>
                </a:cxn>
                <a:cxn ang="0">
                  <a:pos x="connsiteX8268" y="connsiteY8268"/>
                </a:cxn>
                <a:cxn ang="0">
                  <a:pos x="connsiteX8269" y="connsiteY8269"/>
                </a:cxn>
                <a:cxn ang="0">
                  <a:pos x="connsiteX8270" y="connsiteY8270"/>
                </a:cxn>
                <a:cxn ang="0">
                  <a:pos x="connsiteX8271" y="connsiteY8271"/>
                </a:cxn>
                <a:cxn ang="0">
                  <a:pos x="connsiteX8272" y="connsiteY8272"/>
                </a:cxn>
                <a:cxn ang="0">
                  <a:pos x="connsiteX8273" y="connsiteY8273"/>
                </a:cxn>
                <a:cxn ang="0">
                  <a:pos x="connsiteX8274" y="connsiteY8274"/>
                </a:cxn>
                <a:cxn ang="0">
                  <a:pos x="connsiteX8275" y="connsiteY8275"/>
                </a:cxn>
                <a:cxn ang="0">
                  <a:pos x="connsiteX8276" y="connsiteY8276"/>
                </a:cxn>
                <a:cxn ang="0">
                  <a:pos x="connsiteX8277" y="connsiteY8277"/>
                </a:cxn>
                <a:cxn ang="0">
                  <a:pos x="connsiteX8278" y="connsiteY8278"/>
                </a:cxn>
                <a:cxn ang="0">
                  <a:pos x="connsiteX8279" y="connsiteY8279"/>
                </a:cxn>
                <a:cxn ang="0">
                  <a:pos x="connsiteX8280" y="connsiteY8280"/>
                </a:cxn>
                <a:cxn ang="0">
                  <a:pos x="connsiteX8281" y="connsiteY8281"/>
                </a:cxn>
                <a:cxn ang="0">
                  <a:pos x="connsiteX8282" y="connsiteY8282"/>
                </a:cxn>
                <a:cxn ang="0">
                  <a:pos x="connsiteX8283" y="connsiteY8283"/>
                </a:cxn>
                <a:cxn ang="0">
                  <a:pos x="connsiteX8284" y="connsiteY8284"/>
                </a:cxn>
                <a:cxn ang="0">
                  <a:pos x="connsiteX8285" y="connsiteY8285"/>
                </a:cxn>
                <a:cxn ang="0">
                  <a:pos x="connsiteX8286" y="connsiteY8286"/>
                </a:cxn>
                <a:cxn ang="0">
                  <a:pos x="connsiteX8287" y="connsiteY8287"/>
                </a:cxn>
                <a:cxn ang="0">
                  <a:pos x="connsiteX8288" y="connsiteY8288"/>
                </a:cxn>
                <a:cxn ang="0">
                  <a:pos x="connsiteX8289" y="connsiteY8289"/>
                </a:cxn>
                <a:cxn ang="0">
                  <a:pos x="connsiteX8290" y="connsiteY8290"/>
                </a:cxn>
                <a:cxn ang="0">
                  <a:pos x="connsiteX8291" y="connsiteY8291"/>
                </a:cxn>
                <a:cxn ang="0">
                  <a:pos x="connsiteX8292" y="connsiteY8292"/>
                </a:cxn>
                <a:cxn ang="0">
                  <a:pos x="connsiteX8293" y="connsiteY8293"/>
                </a:cxn>
                <a:cxn ang="0">
                  <a:pos x="connsiteX8294" y="connsiteY8294"/>
                </a:cxn>
                <a:cxn ang="0">
                  <a:pos x="connsiteX8295" y="connsiteY8295"/>
                </a:cxn>
                <a:cxn ang="0">
                  <a:pos x="connsiteX8296" y="connsiteY8296"/>
                </a:cxn>
                <a:cxn ang="0">
                  <a:pos x="connsiteX8297" y="connsiteY8297"/>
                </a:cxn>
                <a:cxn ang="0">
                  <a:pos x="connsiteX8298" y="connsiteY8298"/>
                </a:cxn>
                <a:cxn ang="0">
                  <a:pos x="connsiteX8299" y="connsiteY8299"/>
                </a:cxn>
                <a:cxn ang="0">
                  <a:pos x="connsiteX8300" y="connsiteY8300"/>
                </a:cxn>
                <a:cxn ang="0">
                  <a:pos x="connsiteX8301" y="connsiteY8301"/>
                </a:cxn>
                <a:cxn ang="0">
                  <a:pos x="connsiteX8302" y="connsiteY8302"/>
                </a:cxn>
                <a:cxn ang="0">
                  <a:pos x="connsiteX8303" y="connsiteY8303"/>
                </a:cxn>
                <a:cxn ang="0">
                  <a:pos x="connsiteX8304" y="connsiteY8304"/>
                </a:cxn>
                <a:cxn ang="0">
                  <a:pos x="connsiteX8305" y="connsiteY8305"/>
                </a:cxn>
                <a:cxn ang="0">
                  <a:pos x="connsiteX8306" y="connsiteY8306"/>
                </a:cxn>
                <a:cxn ang="0">
                  <a:pos x="connsiteX8307" y="connsiteY8307"/>
                </a:cxn>
                <a:cxn ang="0">
                  <a:pos x="connsiteX8308" y="connsiteY8308"/>
                </a:cxn>
                <a:cxn ang="0">
                  <a:pos x="connsiteX8309" y="connsiteY8309"/>
                </a:cxn>
                <a:cxn ang="0">
                  <a:pos x="connsiteX8310" y="connsiteY8310"/>
                </a:cxn>
                <a:cxn ang="0">
                  <a:pos x="connsiteX8311" y="connsiteY8311"/>
                </a:cxn>
                <a:cxn ang="0">
                  <a:pos x="connsiteX8312" y="connsiteY8312"/>
                </a:cxn>
                <a:cxn ang="0">
                  <a:pos x="connsiteX8313" y="connsiteY8313"/>
                </a:cxn>
                <a:cxn ang="0">
                  <a:pos x="connsiteX8314" y="connsiteY8314"/>
                </a:cxn>
                <a:cxn ang="0">
                  <a:pos x="connsiteX8315" y="connsiteY8315"/>
                </a:cxn>
                <a:cxn ang="0">
                  <a:pos x="connsiteX8316" y="connsiteY8316"/>
                </a:cxn>
                <a:cxn ang="0">
                  <a:pos x="connsiteX8317" y="connsiteY8317"/>
                </a:cxn>
                <a:cxn ang="0">
                  <a:pos x="connsiteX8318" y="connsiteY8318"/>
                </a:cxn>
                <a:cxn ang="0">
                  <a:pos x="connsiteX8319" y="connsiteY8319"/>
                </a:cxn>
                <a:cxn ang="0">
                  <a:pos x="connsiteX8320" y="connsiteY8320"/>
                </a:cxn>
                <a:cxn ang="0">
                  <a:pos x="connsiteX8321" y="connsiteY8321"/>
                </a:cxn>
                <a:cxn ang="0">
                  <a:pos x="connsiteX8322" y="connsiteY8322"/>
                </a:cxn>
                <a:cxn ang="0">
                  <a:pos x="connsiteX8323" y="connsiteY8323"/>
                </a:cxn>
                <a:cxn ang="0">
                  <a:pos x="connsiteX8324" y="connsiteY8324"/>
                </a:cxn>
                <a:cxn ang="0">
                  <a:pos x="connsiteX8325" y="connsiteY8325"/>
                </a:cxn>
                <a:cxn ang="0">
                  <a:pos x="connsiteX8326" y="connsiteY8326"/>
                </a:cxn>
                <a:cxn ang="0">
                  <a:pos x="connsiteX8327" y="connsiteY8327"/>
                </a:cxn>
                <a:cxn ang="0">
                  <a:pos x="connsiteX8328" y="connsiteY8328"/>
                </a:cxn>
                <a:cxn ang="0">
                  <a:pos x="connsiteX8329" y="connsiteY8329"/>
                </a:cxn>
                <a:cxn ang="0">
                  <a:pos x="connsiteX8330" y="connsiteY8330"/>
                </a:cxn>
                <a:cxn ang="0">
                  <a:pos x="connsiteX8331" y="connsiteY8331"/>
                </a:cxn>
                <a:cxn ang="0">
                  <a:pos x="connsiteX8332" y="connsiteY8332"/>
                </a:cxn>
                <a:cxn ang="0">
                  <a:pos x="connsiteX8333" y="connsiteY8333"/>
                </a:cxn>
                <a:cxn ang="0">
                  <a:pos x="connsiteX8334" y="connsiteY8334"/>
                </a:cxn>
                <a:cxn ang="0">
                  <a:pos x="connsiteX8335" y="connsiteY8335"/>
                </a:cxn>
                <a:cxn ang="0">
                  <a:pos x="connsiteX8336" y="connsiteY8336"/>
                </a:cxn>
                <a:cxn ang="0">
                  <a:pos x="connsiteX8337" y="connsiteY8337"/>
                </a:cxn>
                <a:cxn ang="0">
                  <a:pos x="connsiteX8338" y="connsiteY8338"/>
                </a:cxn>
                <a:cxn ang="0">
                  <a:pos x="connsiteX8339" y="connsiteY8339"/>
                </a:cxn>
                <a:cxn ang="0">
                  <a:pos x="connsiteX8340" y="connsiteY8340"/>
                </a:cxn>
                <a:cxn ang="0">
                  <a:pos x="connsiteX8341" y="connsiteY8341"/>
                </a:cxn>
                <a:cxn ang="0">
                  <a:pos x="connsiteX8342" y="connsiteY8342"/>
                </a:cxn>
                <a:cxn ang="0">
                  <a:pos x="connsiteX8343" y="connsiteY8343"/>
                </a:cxn>
                <a:cxn ang="0">
                  <a:pos x="connsiteX8344" y="connsiteY8344"/>
                </a:cxn>
                <a:cxn ang="0">
                  <a:pos x="connsiteX8345" y="connsiteY8345"/>
                </a:cxn>
                <a:cxn ang="0">
                  <a:pos x="connsiteX8346" y="connsiteY8346"/>
                </a:cxn>
                <a:cxn ang="0">
                  <a:pos x="connsiteX8347" y="connsiteY8347"/>
                </a:cxn>
                <a:cxn ang="0">
                  <a:pos x="connsiteX8348" y="connsiteY8348"/>
                </a:cxn>
                <a:cxn ang="0">
                  <a:pos x="connsiteX8349" y="connsiteY8349"/>
                </a:cxn>
                <a:cxn ang="0">
                  <a:pos x="connsiteX8350" y="connsiteY8350"/>
                </a:cxn>
                <a:cxn ang="0">
                  <a:pos x="connsiteX8351" y="connsiteY8351"/>
                </a:cxn>
                <a:cxn ang="0">
                  <a:pos x="connsiteX8352" y="connsiteY8352"/>
                </a:cxn>
                <a:cxn ang="0">
                  <a:pos x="connsiteX8353" y="connsiteY8353"/>
                </a:cxn>
                <a:cxn ang="0">
                  <a:pos x="connsiteX8354" y="connsiteY8354"/>
                </a:cxn>
                <a:cxn ang="0">
                  <a:pos x="connsiteX8355" y="connsiteY8355"/>
                </a:cxn>
                <a:cxn ang="0">
                  <a:pos x="connsiteX8356" y="connsiteY8356"/>
                </a:cxn>
                <a:cxn ang="0">
                  <a:pos x="connsiteX8357" y="connsiteY8357"/>
                </a:cxn>
                <a:cxn ang="0">
                  <a:pos x="connsiteX8358" y="connsiteY8358"/>
                </a:cxn>
                <a:cxn ang="0">
                  <a:pos x="connsiteX8359" y="connsiteY8359"/>
                </a:cxn>
                <a:cxn ang="0">
                  <a:pos x="connsiteX8360" y="connsiteY8360"/>
                </a:cxn>
                <a:cxn ang="0">
                  <a:pos x="connsiteX8361" y="connsiteY8361"/>
                </a:cxn>
                <a:cxn ang="0">
                  <a:pos x="connsiteX8362" y="connsiteY8362"/>
                </a:cxn>
                <a:cxn ang="0">
                  <a:pos x="connsiteX8363" y="connsiteY8363"/>
                </a:cxn>
                <a:cxn ang="0">
                  <a:pos x="connsiteX8364" y="connsiteY8364"/>
                </a:cxn>
                <a:cxn ang="0">
                  <a:pos x="connsiteX8365" y="connsiteY8365"/>
                </a:cxn>
                <a:cxn ang="0">
                  <a:pos x="connsiteX8366" y="connsiteY8366"/>
                </a:cxn>
                <a:cxn ang="0">
                  <a:pos x="connsiteX8367" y="connsiteY8367"/>
                </a:cxn>
                <a:cxn ang="0">
                  <a:pos x="connsiteX8368" y="connsiteY8368"/>
                </a:cxn>
                <a:cxn ang="0">
                  <a:pos x="connsiteX8369" y="connsiteY8369"/>
                </a:cxn>
                <a:cxn ang="0">
                  <a:pos x="connsiteX8370" y="connsiteY8370"/>
                </a:cxn>
                <a:cxn ang="0">
                  <a:pos x="connsiteX8371" y="connsiteY8371"/>
                </a:cxn>
                <a:cxn ang="0">
                  <a:pos x="connsiteX8372" y="connsiteY8372"/>
                </a:cxn>
                <a:cxn ang="0">
                  <a:pos x="connsiteX8373" y="connsiteY8373"/>
                </a:cxn>
                <a:cxn ang="0">
                  <a:pos x="connsiteX8374" y="connsiteY8374"/>
                </a:cxn>
                <a:cxn ang="0">
                  <a:pos x="connsiteX8375" y="connsiteY8375"/>
                </a:cxn>
                <a:cxn ang="0">
                  <a:pos x="connsiteX8376" y="connsiteY8376"/>
                </a:cxn>
                <a:cxn ang="0">
                  <a:pos x="connsiteX8377" y="connsiteY8377"/>
                </a:cxn>
                <a:cxn ang="0">
                  <a:pos x="connsiteX8378" y="connsiteY8378"/>
                </a:cxn>
                <a:cxn ang="0">
                  <a:pos x="connsiteX8379" y="connsiteY8379"/>
                </a:cxn>
                <a:cxn ang="0">
                  <a:pos x="connsiteX8380" y="connsiteY8380"/>
                </a:cxn>
                <a:cxn ang="0">
                  <a:pos x="connsiteX8381" y="connsiteY8381"/>
                </a:cxn>
                <a:cxn ang="0">
                  <a:pos x="connsiteX8382" y="connsiteY8382"/>
                </a:cxn>
                <a:cxn ang="0">
                  <a:pos x="connsiteX8383" y="connsiteY8383"/>
                </a:cxn>
                <a:cxn ang="0">
                  <a:pos x="connsiteX8384" y="connsiteY8384"/>
                </a:cxn>
                <a:cxn ang="0">
                  <a:pos x="connsiteX8385" y="connsiteY8385"/>
                </a:cxn>
                <a:cxn ang="0">
                  <a:pos x="connsiteX8386" y="connsiteY8386"/>
                </a:cxn>
                <a:cxn ang="0">
                  <a:pos x="connsiteX8387" y="connsiteY8387"/>
                </a:cxn>
                <a:cxn ang="0">
                  <a:pos x="connsiteX8388" y="connsiteY8388"/>
                </a:cxn>
                <a:cxn ang="0">
                  <a:pos x="connsiteX8389" y="connsiteY8389"/>
                </a:cxn>
                <a:cxn ang="0">
                  <a:pos x="connsiteX8390" y="connsiteY8390"/>
                </a:cxn>
                <a:cxn ang="0">
                  <a:pos x="connsiteX8391" y="connsiteY8391"/>
                </a:cxn>
                <a:cxn ang="0">
                  <a:pos x="connsiteX8392" y="connsiteY8392"/>
                </a:cxn>
                <a:cxn ang="0">
                  <a:pos x="connsiteX8393" y="connsiteY8393"/>
                </a:cxn>
                <a:cxn ang="0">
                  <a:pos x="connsiteX8394" y="connsiteY8394"/>
                </a:cxn>
                <a:cxn ang="0">
                  <a:pos x="connsiteX8395" y="connsiteY8395"/>
                </a:cxn>
                <a:cxn ang="0">
                  <a:pos x="connsiteX8396" y="connsiteY8396"/>
                </a:cxn>
                <a:cxn ang="0">
                  <a:pos x="connsiteX8397" y="connsiteY8397"/>
                </a:cxn>
                <a:cxn ang="0">
                  <a:pos x="connsiteX8398" y="connsiteY8398"/>
                </a:cxn>
                <a:cxn ang="0">
                  <a:pos x="connsiteX8399" y="connsiteY8399"/>
                </a:cxn>
                <a:cxn ang="0">
                  <a:pos x="connsiteX8400" y="connsiteY8400"/>
                </a:cxn>
                <a:cxn ang="0">
                  <a:pos x="connsiteX8401" y="connsiteY8401"/>
                </a:cxn>
                <a:cxn ang="0">
                  <a:pos x="connsiteX8402" y="connsiteY8402"/>
                </a:cxn>
                <a:cxn ang="0">
                  <a:pos x="connsiteX8403" y="connsiteY8403"/>
                </a:cxn>
                <a:cxn ang="0">
                  <a:pos x="connsiteX8404" y="connsiteY8404"/>
                </a:cxn>
                <a:cxn ang="0">
                  <a:pos x="connsiteX8405" y="connsiteY8405"/>
                </a:cxn>
                <a:cxn ang="0">
                  <a:pos x="connsiteX8406" y="connsiteY8406"/>
                </a:cxn>
                <a:cxn ang="0">
                  <a:pos x="connsiteX8407" y="connsiteY8407"/>
                </a:cxn>
                <a:cxn ang="0">
                  <a:pos x="connsiteX8408" y="connsiteY8408"/>
                </a:cxn>
                <a:cxn ang="0">
                  <a:pos x="connsiteX8409" y="connsiteY8409"/>
                </a:cxn>
                <a:cxn ang="0">
                  <a:pos x="connsiteX8410" y="connsiteY8410"/>
                </a:cxn>
                <a:cxn ang="0">
                  <a:pos x="connsiteX8411" y="connsiteY8411"/>
                </a:cxn>
                <a:cxn ang="0">
                  <a:pos x="connsiteX8412" y="connsiteY8412"/>
                </a:cxn>
                <a:cxn ang="0">
                  <a:pos x="connsiteX8413" y="connsiteY8413"/>
                </a:cxn>
                <a:cxn ang="0">
                  <a:pos x="connsiteX8414" y="connsiteY8414"/>
                </a:cxn>
                <a:cxn ang="0">
                  <a:pos x="connsiteX8415" y="connsiteY8415"/>
                </a:cxn>
                <a:cxn ang="0">
                  <a:pos x="connsiteX8416" y="connsiteY8416"/>
                </a:cxn>
                <a:cxn ang="0">
                  <a:pos x="connsiteX8417" y="connsiteY8417"/>
                </a:cxn>
                <a:cxn ang="0">
                  <a:pos x="connsiteX8418" y="connsiteY8418"/>
                </a:cxn>
                <a:cxn ang="0">
                  <a:pos x="connsiteX8419" y="connsiteY8419"/>
                </a:cxn>
                <a:cxn ang="0">
                  <a:pos x="connsiteX8420" y="connsiteY8420"/>
                </a:cxn>
                <a:cxn ang="0">
                  <a:pos x="connsiteX8421" y="connsiteY8421"/>
                </a:cxn>
                <a:cxn ang="0">
                  <a:pos x="connsiteX8422" y="connsiteY8422"/>
                </a:cxn>
                <a:cxn ang="0">
                  <a:pos x="connsiteX8423" y="connsiteY8423"/>
                </a:cxn>
                <a:cxn ang="0">
                  <a:pos x="connsiteX8424" y="connsiteY8424"/>
                </a:cxn>
                <a:cxn ang="0">
                  <a:pos x="connsiteX8425" y="connsiteY8425"/>
                </a:cxn>
                <a:cxn ang="0">
                  <a:pos x="connsiteX8426" y="connsiteY8426"/>
                </a:cxn>
                <a:cxn ang="0">
                  <a:pos x="connsiteX8427" y="connsiteY8427"/>
                </a:cxn>
                <a:cxn ang="0">
                  <a:pos x="connsiteX8428" y="connsiteY8428"/>
                </a:cxn>
                <a:cxn ang="0">
                  <a:pos x="connsiteX8429" y="connsiteY8429"/>
                </a:cxn>
                <a:cxn ang="0">
                  <a:pos x="connsiteX8430" y="connsiteY8430"/>
                </a:cxn>
                <a:cxn ang="0">
                  <a:pos x="connsiteX8431" y="connsiteY8431"/>
                </a:cxn>
                <a:cxn ang="0">
                  <a:pos x="connsiteX8432" y="connsiteY8432"/>
                </a:cxn>
                <a:cxn ang="0">
                  <a:pos x="connsiteX8433" y="connsiteY8433"/>
                </a:cxn>
                <a:cxn ang="0">
                  <a:pos x="connsiteX8434" y="connsiteY8434"/>
                </a:cxn>
                <a:cxn ang="0">
                  <a:pos x="connsiteX8435" y="connsiteY8435"/>
                </a:cxn>
                <a:cxn ang="0">
                  <a:pos x="connsiteX8436" y="connsiteY8436"/>
                </a:cxn>
                <a:cxn ang="0">
                  <a:pos x="connsiteX8437" y="connsiteY8437"/>
                </a:cxn>
                <a:cxn ang="0">
                  <a:pos x="connsiteX8438" y="connsiteY8438"/>
                </a:cxn>
                <a:cxn ang="0">
                  <a:pos x="connsiteX8439" y="connsiteY8439"/>
                </a:cxn>
                <a:cxn ang="0">
                  <a:pos x="connsiteX8440" y="connsiteY8440"/>
                </a:cxn>
                <a:cxn ang="0">
                  <a:pos x="connsiteX8441" y="connsiteY8441"/>
                </a:cxn>
                <a:cxn ang="0">
                  <a:pos x="connsiteX8442" y="connsiteY8442"/>
                </a:cxn>
                <a:cxn ang="0">
                  <a:pos x="connsiteX8443" y="connsiteY8443"/>
                </a:cxn>
                <a:cxn ang="0">
                  <a:pos x="connsiteX8444" y="connsiteY8444"/>
                </a:cxn>
                <a:cxn ang="0">
                  <a:pos x="connsiteX8445" y="connsiteY8445"/>
                </a:cxn>
                <a:cxn ang="0">
                  <a:pos x="connsiteX8446" y="connsiteY8446"/>
                </a:cxn>
                <a:cxn ang="0">
                  <a:pos x="connsiteX8447" y="connsiteY8447"/>
                </a:cxn>
                <a:cxn ang="0">
                  <a:pos x="connsiteX8448" y="connsiteY8448"/>
                </a:cxn>
                <a:cxn ang="0">
                  <a:pos x="connsiteX8449" y="connsiteY8449"/>
                </a:cxn>
                <a:cxn ang="0">
                  <a:pos x="connsiteX8450" y="connsiteY8450"/>
                </a:cxn>
                <a:cxn ang="0">
                  <a:pos x="connsiteX8451" y="connsiteY8451"/>
                </a:cxn>
                <a:cxn ang="0">
                  <a:pos x="connsiteX8452" y="connsiteY8452"/>
                </a:cxn>
                <a:cxn ang="0">
                  <a:pos x="connsiteX8453" y="connsiteY8453"/>
                </a:cxn>
                <a:cxn ang="0">
                  <a:pos x="connsiteX8454" y="connsiteY8454"/>
                </a:cxn>
                <a:cxn ang="0">
                  <a:pos x="connsiteX8455" y="connsiteY8455"/>
                </a:cxn>
                <a:cxn ang="0">
                  <a:pos x="connsiteX8456" y="connsiteY8456"/>
                </a:cxn>
                <a:cxn ang="0">
                  <a:pos x="connsiteX8457" y="connsiteY8457"/>
                </a:cxn>
                <a:cxn ang="0">
                  <a:pos x="connsiteX8458" y="connsiteY8458"/>
                </a:cxn>
                <a:cxn ang="0">
                  <a:pos x="connsiteX8459" y="connsiteY8459"/>
                </a:cxn>
                <a:cxn ang="0">
                  <a:pos x="connsiteX8460" y="connsiteY8460"/>
                </a:cxn>
                <a:cxn ang="0">
                  <a:pos x="connsiteX8461" y="connsiteY8461"/>
                </a:cxn>
                <a:cxn ang="0">
                  <a:pos x="connsiteX8462" y="connsiteY8462"/>
                </a:cxn>
                <a:cxn ang="0">
                  <a:pos x="connsiteX8463" y="connsiteY8463"/>
                </a:cxn>
                <a:cxn ang="0">
                  <a:pos x="connsiteX8464" y="connsiteY8464"/>
                </a:cxn>
                <a:cxn ang="0">
                  <a:pos x="connsiteX8465" y="connsiteY8465"/>
                </a:cxn>
                <a:cxn ang="0">
                  <a:pos x="connsiteX8466" y="connsiteY8466"/>
                </a:cxn>
                <a:cxn ang="0">
                  <a:pos x="connsiteX8467" y="connsiteY8467"/>
                </a:cxn>
                <a:cxn ang="0">
                  <a:pos x="connsiteX8468" y="connsiteY8468"/>
                </a:cxn>
                <a:cxn ang="0">
                  <a:pos x="connsiteX8469" y="connsiteY8469"/>
                </a:cxn>
                <a:cxn ang="0">
                  <a:pos x="connsiteX8470" y="connsiteY8470"/>
                </a:cxn>
                <a:cxn ang="0">
                  <a:pos x="connsiteX8471" y="connsiteY8471"/>
                </a:cxn>
                <a:cxn ang="0">
                  <a:pos x="connsiteX8472" y="connsiteY8472"/>
                </a:cxn>
                <a:cxn ang="0">
                  <a:pos x="connsiteX8473" y="connsiteY8473"/>
                </a:cxn>
                <a:cxn ang="0">
                  <a:pos x="connsiteX8474" y="connsiteY8474"/>
                </a:cxn>
                <a:cxn ang="0">
                  <a:pos x="connsiteX8475" y="connsiteY8475"/>
                </a:cxn>
                <a:cxn ang="0">
                  <a:pos x="connsiteX8476" y="connsiteY8476"/>
                </a:cxn>
                <a:cxn ang="0">
                  <a:pos x="connsiteX8477" y="connsiteY8477"/>
                </a:cxn>
                <a:cxn ang="0">
                  <a:pos x="connsiteX8478" y="connsiteY8478"/>
                </a:cxn>
                <a:cxn ang="0">
                  <a:pos x="connsiteX8479" y="connsiteY8479"/>
                </a:cxn>
                <a:cxn ang="0">
                  <a:pos x="connsiteX8480" y="connsiteY8480"/>
                </a:cxn>
                <a:cxn ang="0">
                  <a:pos x="connsiteX8481" y="connsiteY8481"/>
                </a:cxn>
                <a:cxn ang="0">
                  <a:pos x="connsiteX8482" y="connsiteY8482"/>
                </a:cxn>
                <a:cxn ang="0">
                  <a:pos x="connsiteX8483" y="connsiteY8483"/>
                </a:cxn>
                <a:cxn ang="0">
                  <a:pos x="connsiteX8484" y="connsiteY8484"/>
                </a:cxn>
                <a:cxn ang="0">
                  <a:pos x="connsiteX8485" y="connsiteY8485"/>
                </a:cxn>
                <a:cxn ang="0">
                  <a:pos x="connsiteX8486" y="connsiteY8486"/>
                </a:cxn>
                <a:cxn ang="0">
                  <a:pos x="connsiteX8487" y="connsiteY8487"/>
                </a:cxn>
                <a:cxn ang="0">
                  <a:pos x="connsiteX8488" y="connsiteY8488"/>
                </a:cxn>
                <a:cxn ang="0">
                  <a:pos x="connsiteX8489" y="connsiteY8489"/>
                </a:cxn>
                <a:cxn ang="0">
                  <a:pos x="connsiteX8490" y="connsiteY8490"/>
                </a:cxn>
                <a:cxn ang="0">
                  <a:pos x="connsiteX8491" y="connsiteY8491"/>
                </a:cxn>
                <a:cxn ang="0">
                  <a:pos x="connsiteX8492" y="connsiteY8492"/>
                </a:cxn>
                <a:cxn ang="0">
                  <a:pos x="connsiteX8493" y="connsiteY8493"/>
                </a:cxn>
                <a:cxn ang="0">
                  <a:pos x="connsiteX8494" y="connsiteY8494"/>
                </a:cxn>
                <a:cxn ang="0">
                  <a:pos x="connsiteX8495" y="connsiteY8495"/>
                </a:cxn>
                <a:cxn ang="0">
                  <a:pos x="connsiteX8496" y="connsiteY8496"/>
                </a:cxn>
                <a:cxn ang="0">
                  <a:pos x="connsiteX8497" y="connsiteY8497"/>
                </a:cxn>
                <a:cxn ang="0">
                  <a:pos x="connsiteX8498" y="connsiteY8498"/>
                </a:cxn>
                <a:cxn ang="0">
                  <a:pos x="connsiteX8499" y="connsiteY8499"/>
                </a:cxn>
                <a:cxn ang="0">
                  <a:pos x="connsiteX8500" y="connsiteY8500"/>
                </a:cxn>
                <a:cxn ang="0">
                  <a:pos x="connsiteX8501" y="connsiteY8501"/>
                </a:cxn>
                <a:cxn ang="0">
                  <a:pos x="connsiteX8502" y="connsiteY8502"/>
                </a:cxn>
                <a:cxn ang="0">
                  <a:pos x="connsiteX8503" y="connsiteY8503"/>
                </a:cxn>
                <a:cxn ang="0">
                  <a:pos x="connsiteX8504" y="connsiteY8504"/>
                </a:cxn>
                <a:cxn ang="0">
                  <a:pos x="connsiteX8505" y="connsiteY8505"/>
                </a:cxn>
                <a:cxn ang="0">
                  <a:pos x="connsiteX8506" y="connsiteY8506"/>
                </a:cxn>
                <a:cxn ang="0">
                  <a:pos x="connsiteX8507" y="connsiteY8507"/>
                </a:cxn>
                <a:cxn ang="0">
                  <a:pos x="connsiteX8508" y="connsiteY8508"/>
                </a:cxn>
                <a:cxn ang="0">
                  <a:pos x="connsiteX8509" y="connsiteY8509"/>
                </a:cxn>
                <a:cxn ang="0">
                  <a:pos x="connsiteX8510" y="connsiteY8510"/>
                </a:cxn>
                <a:cxn ang="0">
                  <a:pos x="connsiteX8511" y="connsiteY8511"/>
                </a:cxn>
                <a:cxn ang="0">
                  <a:pos x="connsiteX8512" y="connsiteY8512"/>
                </a:cxn>
                <a:cxn ang="0">
                  <a:pos x="connsiteX8513" y="connsiteY8513"/>
                </a:cxn>
                <a:cxn ang="0">
                  <a:pos x="connsiteX8514" y="connsiteY8514"/>
                </a:cxn>
                <a:cxn ang="0">
                  <a:pos x="connsiteX8515" y="connsiteY8515"/>
                </a:cxn>
                <a:cxn ang="0">
                  <a:pos x="connsiteX8516" y="connsiteY8516"/>
                </a:cxn>
                <a:cxn ang="0">
                  <a:pos x="connsiteX8517" y="connsiteY8517"/>
                </a:cxn>
                <a:cxn ang="0">
                  <a:pos x="connsiteX8518" y="connsiteY8518"/>
                </a:cxn>
                <a:cxn ang="0">
                  <a:pos x="connsiteX8519" y="connsiteY8519"/>
                </a:cxn>
                <a:cxn ang="0">
                  <a:pos x="connsiteX8520" y="connsiteY8520"/>
                </a:cxn>
                <a:cxn ang="0">
                  <a:pos x="connsiteX8521" y="connsiteY8521"/>
                </a:cxn>
                <a:cxn ang="0">
                  <a:pos x="connsiteX8522" y="connsiteY8522"/>
                </a:cxn>
                <a:cxn ang="0">
                  <a:pos x="connsiteX8523" y="connsiteY8523"/>
                </a:cxn>
                <a:cxn ang="0">
                  <a:pos x="connsiteX8524" y="connsiteY8524"/>
                </a:cxn>
                <a:cxn ang="0">
                  <a:pos x="connsiteX8525" y="connsiteY8525"/>
                </a:cxn>
                <a:cxn ang="0">
                  <a:pos x="connsiteX8526" y="connsiteY8526"/>
                </a:cxn>
                <a:cxn ang="0">
                  <a:pos x="connsiteX8527" y="connsiteY8527"/>
                </a:cxn>
                <a:cxn ang="0">
                  <a:pos x="connsiteX8528" y="connsiteY8528"/>
                </a:cxn>
                <a:cxn ang="0">
                  <a:pos x="connsiteX8529" y="connsiteY8529"/>
                </a:cxn>
                <a:cxn ang="0">
                  <a:pos x="connsiteX8530" y="connsiteY8530"/>
                </a:cxn>
                <a:cxn ang="0">
                  <a:pos x="connsiteX8531" y="connsiteY8531"/>
                </a:cxn>
                <a:cxn ang="0">
                  <a:pos x="connsiteX8532" y="connsiteY8532"/>
                </a:cxn>
                <a:cxn ang="0">
                  <a:pos x="connsiteX8533" y="connsiteY8533"/>
                </a:cxn>
                <a:cxn ang="0">
                  <a:pos x="connsiteX8534" y="connsiteY8534"/>
                </a:cxn>
                <a:cxn ang="0">
                  <a:pos x="connsiteX8535" y="connsiteY8535"/>
                </a:cxn>
                <a:cxn ang="0">
                  <a:pos x="connsiteX8536" y="connsiteY8536"/>
                </a:cxn>
                <a:cxn ang="0">
                  <a:pos x="connsiteX8537" y="connsiteY8537"/>
                </a:cxn>
                <a:cxn ang="0">
                  <a:pos x="connsiteX8538" y="connsiteY8538"/>
                </a:cxn>
                <a:cxn ang="0">
                  <a:pos x="connsiteX8539" y="connsiteY8539"/>
                </a:cxn>
                <a:cxn ang="0">
                  <a:pos x="connsiteX8540" y="connsiteY8540"/>
                </a:cxn>
                <a:cxn ang="0">
                  <a:pos x="connsiteX8541" y="connsiteY8541"/>
                </a:cxn>
                <a:cxn ang="0">
                  <a:pos x="connsiteX8542" y="connsiteY8542"/>
                </a:cxn>
                <a:cxn ang="0">
                  <a:pos x="connsiteX8543" y="connsiteY8543"/>
                </a:cxn>
                <a:cxn ang="0">
                  <a:pos x="connsiteX8544" y="connsiteY8544"/>
                </a:cxn>
                <a:cxn ang="0">
                  <a:pos x="connsiteX8545" y="connsiteY8545"/>
                </a:cxn>
                <a:cxn ang="0">
                  <a:pos x="connsiteX8546" y="connsiteY8546"/>
                </a:cxn>
                <a:cxn ang="0">
                  <a:pos x="connsiteX8547" y="connsiteY8547"/>
                </a:cxn>
                <a:cxn ang="0">
                  <a:pos x="connsiteX8548" y="connsiteY8548"/>
                </a:cxn>
                <a:cxn ang="0">
                  <a:pos x="connsiteX8549" y="connsiteY8549"/>
                </a:cxn>
                <a:cxn ang="0">
                  <a:pos x="connsiteX8550" y="connsiteY8550"/>
                </a:cxn>
                <a:cxn ang="0">
                  <a:pos x="connsiteX8551" y="connsiteY8551"/>
                </a:cxn>
                <a:cxn ang="0">
                  <a:pos x="connsiteX8552" y="connsiteY8552"/>
                </a:cxn>
                <a:cxn ang="0">
                  <a:pos x="connsiteX8553" y="connsiteY8553"/>
                </a:cxn>
                <a:cxn ang="0">
                  <a:pos x="connsiteX8554" y="connsiteY8554"/>
                </a:cxn>
                <a:cxn ang="0">
                  <a:pos x="connsiteX8555" y="connsiteY8555"/>
                </a:cxn>
                <a:cxn ang="0">
                  <a:pos x="connsiteX8556" y="connsiteY8556"/>
                </a:cxn>
                <a:cxn ang="0">
                  <a:pos x="connsiteX8557" y="connsiteY8557"/>
                </a:cxn>
                <a:cxn ang="0">
                  <a:pos x="connsiteX8558" y="connsiteY8558"/>
                </a:cxn>
                <a:cxn ang="0">
                  <a:pos x="connsiteX8559" y="connsiteY8559"/>
                </a:cxn>
                <a:cxn ang="0">
                  <a:pos x="connsiteX8560" y="connsiteY8560"/>
                </a:cxn>
                <a:cxn ang="0">
                  <a:pos x="connsiteX8561" y="connsiteY8561"/>
                </a:cxn>
                <a:cxn ang="0">
                  <a:pos x="connsiteX8562" y="connsiteY8562"/>
                </a:cxn>
                <a:cxn ang="0">
                  <a:pos x="connsiteX8563" y="connsiteY8563"/>
                </a:cxn>
                <a:cxn ang="0">
                  <a:pos x="connsiteX8564" y="connsiteY8564"/>
                </a:cxn>
                <a:cxn ang="0">
                  <a:pos x="connsiteX8565" y="connsiteY8565"/>
                </a:cxn>
                <a:cxn ang="0">
                  <a:pos x="connsiteX8566" y="connsiteY8566"/>
                </a:cxn>
                <a:cxn ang="0">
                  <a:pos x="connsiteX8567" y="connsiteY8567"/>
                </a:cxn>
                <a:cxn ang="0">
                  <a:pos x="connsiteX8568" y="connsiteY8568"/>
                </a:cxn>
                <a:cxn ang="0">
                  <a:pos x="connsiteX8569" y="connsiteY8569"/>
                </a:cxn>
                <a:cxn ang="0">
                  <a:pos x="connsiteX8570" y="connsiteY8570"/>
                </a:cxn>
                <a:cxn ang="0">
                  <a:pos x="connsiteX8571" y="connsiteY8571"/>
                </a:cxn>
                <a:cxn ang="0">
                  <a:pos x="connsiteX8572" y="connsiteY8572"/>
                </a:cxn>
                <a:cxn ang="0">
                  <a:pos x="connsiteX8573" y="connsiteY8573"/>
                </a:cxn>
                <a:cxn ang="0">
                  <a:pos x="connsiteX8574" y="connsiteY8574"/>
                </a:cxn>
                <a:cxn ang="0">
                  <a:pos x="connsiteX8575" y="connsiteY8575"/>
                </a:cxn>
                <a:cxn ang="0">
                  <a:pos x="connsiteX8576" y="connsiteY8576"/>
                </a:cxn>
                <a:cxn ang="0">
                  <a:pos x="connsiteX8577" y="connsiteY8577"/>
                </a:cxn>
                <a:cxn ang="0">
                  <a:pos x="connsiteX8578" y="connsiteY8578"/>
                </a:cxn>
                <a:cxn ang="0">
                  <a:pos x="connsiteX8579" y="connsiteY8579"/>
                </a:cxn>
                <a:cxn ang="0">
                  <a:pos x="connsiteX8580" y="connsiteY8580"/>
                </a:cxn>
                <a:cxn ang="0">
                  <a:pos x="connsiteX8581" y="connsiteY8581"/>
                </a:cxn>
                <a:cxn ang="0">
                  <a:pos x="connsiteX8582" y="connsiteY8582"/>
                </a:cxn>
                <a:cxn ang="0">
                  <a:pos x="connsiteX8583" y="connsiteY8583"/>
                </a:cxn>
                <a:cxn ang="0">
                  <a:pos x="connsiteX8584" y="connsiteY8584"/>
                </a:cxn>
                <a:cxn ang="0">
                  <a:pos x="connsiteX8585" y="connsiteY8585"/>
                </a:cxn>
                <a:cxn ang="0">
                  <a:pos x="connsiteX8586" y="connsiteY8586"/>
                </a:cxn>
                <a:cxn ang="0">
                  <a:pos x="connsiteX8587" y="connsiteY8587"/>
                </a:cxn>
                <a:cxn ang="0">
                  <a:pos x="connsiteX8588" y="connsiteY8588"/>
                </a:cxn>
                <a:cxn ang="0">
                  <a:pos x="connsiteX8589" y="connsiteY8589"/>
                </a:cxn>
                <a:cxn ang="0">
                  <a:pos x="connsiteX8590" y="connsiteY8590"/>
                </a:cxn>
                <a:cxn ang="0">
                  <a:pos x="connsiteX8591" y="connsiteY8591"/>
                </a:cxn>
                <a:cxn ang="0">
                  <a:pos x="connsiteX8592" y="connsiteY8592"/>
                </a:cxn>
                <a:cxn ang="0">
                  <a:pos x="connsiteX8593" y="connsiteY8593"/>
                </a:cxn>
                <a:cxn ang="0">
                  <a:pos x="connsiteX8594" y="connsiteY8594"/>
                </a:cxn>
                <a:cxn ang="0">
                  <a:pos x="connsiteX8595" y="connsiteY8595"/>
                </a:cxn>
                <a:cxn ang="0">
                  <a:pos x="connsiteX8596" y="connsiteY8596"/>
                </a:cxn>
                <a:cxn ang="0">
                  <a:pos x="connsiteX8597" y="connsiteY8597"/>
                </a:cxn>
                <a:cxn ang="0">
                  <a:pos x="connsiteX8598" y="connsiteY8598"/>
                </a:cxn>
                <a:cxn ang="0">
                  <a:pos x="connsiteX8599" y="connsiteY8599"/>
                </a:cxn>
                <a:cxn ang="0">
                  <a:pos x="connsiteX8600" y="connsiteY8600"/>
                </a:cxn>
                <a:cxn ang="0">
                  <a:pos x="connsiteX8601" y="connsiteY8601"/>
                </a:cxn>
                <a:cxn ang="0">
                  <a:pos x="connsiteX8602" y="connsiteY8602"/>
                </a:cxn>
                <a:cxn ang="0">
                  <a:pos x="connsiteX8603" y="connsiteY8603"/>
                </a:cxn>
                <a:cxn ang="0">
                  <a:pos x="connsiteX8604" y="connsiteY8604"/>
                </a:cxn>
                <a:cxn ang="0">
                  <a:pos x="connsiteX8605" y="connsiteY8605"/>
                </a:cxn>
                <a:cxn ang="0">
                  <a:pos x="connsiteX8606" y="connsiteY8606"/>
                </a:cxn>
                <a:cxn ang="0">
                  <a:pos x="connsiteX8607" y="connsiteY8607"/>
                </a:cxn>
                <a:cxn ang="0">
                  <a:pos x="connsiteX8608" y="connsiteY8608"/>
                </a:cxn>
                <a:cxn ang="0">
                  <a:pos x="connsiteX8609" y="connsiteY8609"/>
                </a:cxn>
                <a:cxn ang="0">
                  <a:pos x="connsiteX8610" y="connsiteY8610"/>
                </a:cxn>
                <a:cxn ang="0">
                  <a:pos x="connsiteX8611" y="connsiteY8611"/>
                </a:cxn>
                <a:cxn ang="0">
                  <a:pos x="connsiteX8612" y="connsiteY8612"/>
                </a:cxn>
                <a:cxn ang="0">
                  <a:pos x="connsiteX8613" y="connsiteY8613"/>
                </a:cxn>
                <a:cxn ang="0">
                  <a:pos x="connsiteX8614" y="connsiteY8614"/>
                </a:cxn>
                <a:cxn ang="0">
                  <a:pos x="connsiteX8615" y="connsiteY8615"/>
                </a:cxn>
                <a:cxn ang="0">
                  <a:pos x="connsiteX8616" y="connsiteY8616"/>
                </a:cxn>
                <a:cxn ang="0">
                  <a:pos x="connsiteX8617" y="connsiteY8617"/>
                </a:cxn>
                <a:cxn ang="0">
                  <a:pos x="connsiteX8618" y="connsiteY8618"/>
                </a:cxn>
                <a:cxn ang="0">
                  <a:pos x="connsiteX8619" y="connsiteY8619"/>
                </a:cxn>
                <a:cxn ang="0">
                  <a:pos x="connsiteX8620" y="connsiteY8620"/>
                </a:cxn>
                <a:cxn ang="0">
                  <a:pos x="connsiteX8621" y="connsiteY8621"/>
                </a:cxn>
                <a:cxn ang="0">
                  <a:pos x="connsiteX8622" y="connsiteY8622"/>
                </a:cxn>
                <a:cxn ang="0">
                  <a:pos x="connsiteX8623" y="connsiteY8623"/>
                </a:cxn>
                <a:cxn ang="0">
                  <a:pos x="connsiteX8624" y="connsiteY8624"/>
                </a:cxn>
                <a:cxn ang="0">
                  <a:pos x="connsiteX8625" y="connsiteY8625"/>
                </a:cxn>
                <a:cxn ang="0">
                  <a:pos x="connsiteX8626" y="connsiteY8626"/>
                </a:cxn>
                <a:cxn ang="0">
                  <a:pos x="connsiteX8627" y="connsiteY8627"/>
                </a:cxn>
                <a:cxn ang="0">
                  <a:pos x="connsiteX8628" y="connsiteY8628"/>
                </a:cxn>
                <a:cxn ang="0">
                  <a:pos x="connsiteX8629" y="connsiteY8629"/>
                </a:cxn>
                <a:cxn ang="0">
                  <a:pos x="connsiteX8630" y="connsiteY8630"/>
                </a:cxn>
                <a:cxn ang="0">
                  <a:pos x="connsiteX8631" y="connsiteY8631"/>
                </a:cxn>
                <a:cxn ang="0">
                  <a:pos x="connsiteX8632" y="connsiteY8632"/>
                </a:cxn>
                <a:cxn ang="0">
                  <a:pos x="connsiteX8633" y="connsiteY8633"/>
                </a:cxn>
                <a:cxn ang="0">
                  <a:pos x="connsiteX8634" y="connsiteY8634"/>
                </a:cxn>
                <a:cxn ang="0">
                  <a:pos x="connsiteX8635" y="connsiteY8635"/>
                </a:cxn>
                <a:cxn ang="0">
                  <a:pos x="connsiteX8636" y="connsiteY8636"/>
                </a:cxn>
                <a:cxn ang="0">
                  <a:pos x="connsiteX8637" y="connsiteY8637"/>
                </a:cxn>
                <a:cxn ang="0">
                  <a:pos x="connsiteX8638" y="connsiteY8638"/>
                </a:cxn>
                <a:cxn ang="0">
                  <a:pos x="connsiteX8639" y="connsiteY8639"/>
                </a:cxn>
                <a:cxn ang="0">
                  <a:pos x="connsiteX8640" y="connsiteY8640"/>
                </a:cxn>
                <a:cxn ang="0">
                  <a:pos x="connsiteX8641" y="connsiteY8641"/>
                </a:cxn>
                <a:cxn ang="0">
                  <a:pos x="connsiteX8642" y="connsiteY8642"/>
                </a:cxn>
                <a:cxn ang="0">
                  <a:pos x="connsiteX8643" y="connsiteY8643"/>
                </a:cxn>
                <a:cxn ang="0">
                  <a:pos x="connsiteX8644" y="connsiteY8644"/>
                </a:cxn>
                <a:cxn ang="0">
                  <a:pos x="connsiteX8645" y="connsiteY8645"/>
                </a:cxn>
                <a:cxn ang="0">
                  <a:pos x="connsiteX8646" y="connsiteY8646"/>
                </a:cxn>
                <a:cxn ang="0">
                  <a:pos x="connsiteX8647" y="connsiteY8647"/>
                </a:cxn>
                <a:cxn ang="0">
                  <a:pos x="connsiteX8648" y="connsiteY8648"/>
                </a:cxn>
                <a:cxn ang="0">
                  <a:pos x="connsiteX8649" y="connsiteY8649"/>
                </a:cxn>
                <a:cxn ang="0">
                  <a:pos x="connsiteX8650" y="connsiteY8650"/>
                </a:cxn>
                <a:cxn ang="0">
                  <a:pos x="connsiteX8651" y="connsiteY8651"/>
                </a:cxn>
                <a:cxn ang="0">
                  <a:pos x="connsiteX8652" y="connsiteY8652"/>
                </a:cxn>
                <a:cxn ang="0">
                  <a:pos x="connsiteX8653" y="connsiteY8653"/>
                </a:cxn>
                <a:cxn ang="0">
                  <a:pos x="connsiteX8654" y="connsiteY8654"/>
                </a:cxn>
                <a:cxn ang="0">
                  <a:pos x="connsiteX8655" y="connsiteY8655"/>
                </a:cxn>
                <a:cxn ang="0">
                  <a:pos x="connsiteX8656" y="connsiteY8656"/>
                </a:cxn>
                <a:cxn ang="0">
                  <a:pos x="connsiteX8657" y="connsiteY8657"/>
                </a:cxn>
                <a:cxn ang="0">
                  <a:pos x="connsiteX8658" y="connsiteY8658"/>
                </a:cxn>
                <a:cxn ang="0">
                  <a:pos x="connsiteX8659" y="connsiteY8659"/>
                </a:cxn>
                <a:cxn ang="0">
                  <a:pos x="connsiteX8660" y="connsiteY8660"/>
                </a:cxn>
                <a:cxn ang="0">
                  <a:pos x="connsiteX8661" y="connsiteY8661"/>
                </a:cxn>
                <a:cxn ang="0">
                  <a:pos x="connsiteX8662" y="connsiteY8662"/>
                </a:cxn>
                <a:cxn ang="0">
                  <a:pos x="connsiteX8663" y="connsiteY8663"/>
                </a:cxn>
                <a:cxn ang="0">
                  <a:pos x="connsiteX8664" y="connsiteY8664"/>
                </a:cxn>
                <a:cxn ang="0">
                  <a:pos x="connsiteX8665" y="connsiteY8665"/>
                </a:cxn>
                <a:cxn ang="0">
                  <a:pos x="connsiteX8666" y="connsiteY8666"/>
                </a:cxn>
                <a:cxn ang="0">
                  <a:pos x="connsiteX8667" y="connsiteY8667"/>
                </a:cxn>
                <a:cxn ang="0">
                  <a:pos x="connsiteX8668" y="connsiteY8668"/>
                </a:cxn>
                <a:cxn ang="0">
                  <a:pos x="connsiteX8669" y="connsiteY8669"/>
                </a:cxn>
                <a:cxn ang="0">
                  <a:pos x="connsiteX8670" y="connsiteY8670"/>
                </a:cxn>
                <a:cxn ang="0">
                  <a:pos x="connsiteX8671" y="connsiteY8671"/>
                </a:cxn>
                <a:cxn ang="0">
                  <a:pos x="connsiteX8672" y="connsiteY8672"/>
                </a:cxn>
                <a:cxn ang="0">
                  <a:pos x="connsiteX8673" y="connsiteY8673"/>
                </a:cxn>
                <a:cxn ang="0">
                  <a:pos x="connsiteX8674" y="connsiteY8674"/>
                </a:cxn>
                <a:cxn ang="0">
                  <a:pos x="connsiteX8675" y="connsiteY8675"/>
                </a:cxn>
                <a:cxn ang="0">
                  <a:pos x="connsiteX8676" y="connsiteY8676"/>
                </a:cxn>
                <a:cxn ang="0">
                  <a:pos x="connsiteX8677" y="connsiteY8677"/>
                </a:cxn>
                <a:cxn ang="0">
                  <a:pos x="connsiteX8678" y="connsiteY8678"/>
                </a:cxn>
                <a:cxn ang="0">
                  <a:pos x="connsiteX8679" y="connsiteY8679"/>
                </a:cxn>
                <a:cxn ang="0">
                  <a:pos x="connsiteX8680" y="connsiteY8680"/>
                </a:cxn>
                <a:cxn ang="0">
                  <a:pos x="connsiteX8681" y="connsiteY8681"/>
                </a:cxn>
                <a:cxn ang="0">
                  <a:pos x="connsiteX8682" y="connsiteY8682"/>
                </a:cxn>
                <a:cxn ang="0">
                  <a:pos x="connsiteX8683" y="connsiteY8683"/>
                </a:cxn>
                <a:cxn ang="0">
                  <a:pos x="connsiteX8684" y="connsiteY8684"/>
                </a:cxn>
                <a:cxn ang="0">
                  <a:pos x="connsiteX8685" y="connsiteY8685"/>
                </a:cxn>
                <a:cxn ang="0">
                  <a:pos x="connsiteX8686" y="connsiteY8686"/>
                </a:cxn>
                <a:cxn ang="0">
                  <a:pos x="connsiteX8687" y="connsiteY8687"/>
                </a:cxn>
                <a:cxn ang="0">
                  <a:pos x="connsiteX8688" y="connsiteY8688"/>
                </a:cxn>
                <a:cxn ang="0">
                  <a:pos x="connsiteX8689" y="connsiteY8689"/>
                </a:cxn>
                <a:cxn ang="0">
                  <a:pos x="connsiteX8690" y="connsiteY8690"/>
                </a:cxn>
                <a:cxn ang="0">
                  <a:pos x="connsiteX8691" y="connsiteY8691"/>
                </a:cxn>
                <a:cxn ang="0">
                  <a:pos x="connsiteX8692" y="connsiteY8692"/>
                </a:cxn>
                <a:cxn ang="0">
                  <a:pos x="connsiteX8693" y="connsiteY8693"/>
                </a:cxn>
                <a:cxn ang="0">
                  <a:pos x="connsiteX8694" y="connsiteY8694"/>
                </a:cxn>
                <a:cxn ang="0">
                  <a:pos x="connsiteX8695" y="connsiteY8695"/>
                </a:cxn>
                <a:cxn ang="0">
                  <a:pos x="connsiteX8696" y="connsiteY8696"/>
                </a:cxn>
                <a:cxn ang="0">
                  <a:pos x="connsiteX8697" y="connsiteY8697"/>
                </a:cxn>
                <a:cxn ang="0">
                  <a:pos x="connsiteX8698" y="connsiteY8698"/>
                </a:cxn>
                <a:cxn ang="0">
                  <a:pos x="connsiteX8699" y="connsiteY8699"/>
                </a:cxn>
                <a:cxn ang="0">
                  <a:pos x="connsiteX8700" y="connsiteY8700"/>
                </a:cxn>
                <a:cxn ang="0">
                  <a:pos x="connsiteX8701" y="connsiteY8701"/>
                </a:cxn>
                <a:cxn ang="0">
                  <a:pos x="connsiteX8702" y="connsiteY8702"/>
                </a:cxn>
                <a:cxn ang="0">
                  <a:pos x="connsiteX8703" y="connsiteY8703"/>
                </a:cxn>
                <a:cxn ang="0">
                  <a:pos x="connsiteX8704" y="connsiteY8704"/>
                </a:cxn>
                <a:cxn ang="0">
                  <a:pos x="connsiteX8705" y="connsiteY8705"/>
                </a:cxn>
                <a:cxn ang="0">
                  <a:pos x="connsiteX8706" y="connsiteY8706"/>
                </a:cxn>
                <a:cxn ang="0">
                  <a:pos x="connsiteX8707" y="connsiteY8707"/>
                </a:cxn>
                <a:cxn ang="0">
                  <a:pos x="connsiteX8708" y="connsiteY8708"/>
                </a:cxn>
                <a:cxn ang="0">
                  <a:pos x="connsiteX8709" y="connsiteY8709"/>
                </a:cxn>
                <a:cxn ang="0">
                  <a:pos x="connsiteX8710" y="connsiteY8710"/>
                </a:cxn>
                <a:cxn ang="0">
                  <a:pos x="connsiteX8711" y="connsiteY8711"/>
                </a:cxn>
                <a:cxn ang="0">
                  <a:pos x="connsiteX8712" y="connsiteY8712"/>
                </a:cxn>
                <a:cxn ang="0">
                  <a:pos x="connsiteX8713" y="connsiteY8713"/>
                </a:cxn>
                <a:cxn ang="0">
                  <a:pos x="connsiteX8714" y="connsiteY8714"/>
                </a:cxn>
                <a:cxn ang="0">
                  <a:pos x="connsiteX8715" y="connsiteY8715"/>
                </a:cxn>
                <a:cxn ang="0">
                  <a:pos x="connsiteX8716" y="connsiteY8716"/>
                </a:cxn>
                <a:cxn ang="0">
                  <a:pos x="connsiteX8717" y="connsiteY8717"/>
                </a:cxn>
                <a:cxn ang="0">
                  <a:pos x="connsiteX8718" y="connsiteY8718"/>
                </a:cxn>
                <a:cxn ang="0">
                  <a:pos x="connsiteX8719" y="connsiteY8719"/>
                </a:cxn>
                <a:cxn ang="0">
                  <a:pos x="connsiteX8720" y="connsiteY8720"/>
                </a:cxn>
                <a:cxn ang="0">
                  <a:pos x="connsiteX8721" y="connsiteY8721"/>
                </a:cxn>
                <a:cxn ang="0">
                  <a:pos x="connsiteX8722" y="connsiteY8722"/>
                </a:cxn>
                <a:cxn ang="0">
                  <a:pos x="connsiteX8723" y="connsiteY8723"/>
                </a:cxn>
                <a:cxn ang="0">
                  <a:pos x="connsiteX8724" y="connsiteY8724"/>
                </a:cxn>
                <a:cxn ang="0">
                  <a:pos x="connsiteX8725" y="connsiteY8725"/>
                </a:cxn>
                <a:cxn ang="0">
                  <a:pos x="connsiteX8726" y="connsiteY8726"/>
                </a:cxn>
                <a:cxn ang="0">
                  <a:pos x="connsiteX8727" y="connsiteY8727"/>
                </a:cxn>
                <a:cxn ang="0">
                  <a:pos x="connsiteX8728" y="connsiteY8728"/>
                </a:cxn>
                <a:cxn ang="0">
                  <a:pos x="connsiteX8729" y="connsiteY8729"/>
                </a:cxn>
                <a:cxn ang="0">
                  <a:pos x="connsiteX8730" y="connsiteY8730"/>
                </a:cxn>
                <a:cxn ang="0">
                  <a:pos x="connsiteX8731" y="connsiteY8731"/>
                </a:cxn>
                <a:cxn ang="0">
                  <a:pos x="connsiteX8732" y="connsiteY8732"/>
                </a:cxn>
                <a:cxn ang="0">
                  <a:pos x="connsiteX8733" y="connsiteY8733"/>
                </a:cxn>
                <a:cxn ang="0">
                  <a:pos x="connsiteX8734" y="connsiteY8734"/>
                </a:cxn>
                <a:cxn ang="0">
                  <a:pos x="connsiteX8735" y="connsiteY8735"/>
                </a:cxn>
                <a:cxn ang="0">
                  <a:pos x="connsiteX8736" y="connsiteY8736"/>
                </a:cxn>
                <a:cxn ang="0">
                  <a:pos x="connsiteX8737" y="connsiteY8737"/>
                </a:cxn>
                <a:cxn ang="0">
                  <a:pos x="connsiteX8738" y="connsiteY8738"/>
                </a:cxn>
                <a:cxn ang="0">
                  <a:pos x="connsiteX8739" y="connsiteY8739"/>
                </a:cxn>
                <a:cxn ang="0">
                  <a:pos x="connsiteX8740" y="connsiteY8740"/>
                </a:cxn>
                <a:cxn ang="0">
                  <a:pos x="connsiteX8741" y="connsiteY8741"/>
                </a:cxn>
                <a:cxn ang="0">
                  <a:pos x="connsiteX8742" y="connsiteY8742"/>
                </a:cxn>
                <a:cxn ang="0">
                  <a:pos x="connsiteX8743" y="connsiteY8743"/>
                </a:cxn>
                <a:cxn ang="0">
                  <a:pos x="connsiteX8744" y="connsiteY8744"/>
                </a:cxn>
                <a:cxn ang="0">
                  <a:pos x="connsiteX8745" y="connsiteY8745"/>
                </a:cxn>
                <a:cxn ang="0">
                  <a:pos x="connsiteX8746" y="connsiteY8746"/>
                </a:cxn>
                <a:cxn ang="0">
                  <a:pos x="connsiteX8747" y="connsiteY8747"/>
                </a:cxn>
                <a:cxn ang="0">
                  <a:pos x="connsiteX8748" y="connsiteY8748"/>
                </a:cxn>
                <a:cxn ang="0">
                  <a:pos x="connsiteX8749" y="connsiteY8749"/>
                </a:cxn>
                <a:cxn ang="0">
                  <a:pos x="connsiteX8750" y="connsiteY8750"/>
                </a:cxn>
                <a:cxn ang="0">
                  <a:pos x="connsiteX8751" y="connsiteY8751"/>
                </a:cxn>
                <a:cxn ang="0">
                  <a:pos x="connsiteX8752" y="connsiteY8752"/>
                </a:cxn>
                <a:cxn ang="0">
                  <a:pos x="connsiteX8753" y="connsiteY8753"/>
                </a:cxn>
                <a:cxn ang="0">
                  <a:pos x="connsiteX8754" y="connsiteY8754"/>
                </a:cxn>
                <a:cxn ang="0">
                  <a:pos x="connsiteX8755" y="connsiteY8755"/>
                </a:cxn>
                <a:cxn ang="0">
                  <a:pos x="connsiteX8756" y="connsiteY8756"/>
                </a:cxn>
                <a:cxn ang="0">
                  <a:pos x="connsiteX8757" y="connsiteY8757"/>
                </a:cxn>
                <a:cxn ang="0">
                  <a:pos x="connsiteX8758" y="connsiteY8758"/>
                </a:cxn>
                <a:cxn ang="0">
                  <a:pos x="connsiteX8759" y="connsiteY8759"/>
                </a:cxn>
                <a:cxn ang="0">
                  <a:pos x="connsiteX8760" y="connsiteY8760"/>
                </a:cxn>
                <a:cxn ang="0">
                  <a:pos x="connsiteX8761" y="connsiteY8761"/>
                </a:cxn>
                <a:cxn ang="0">
                  <a:pos x="connsiteX8762" y="connsiteY8762"/>
                </a:cxn>
                <a:cxn ang="0">
                  <a:pos x="connsiteX8763" y="connsiteY8763"/>
                </a:cxn>
                <a:cxn ang="0">
                  <a:pos x="connsiteX8764" y="connsiteY8764"/>
                </a:cxn>
                <a:cxn ang="0">
                  <a:pos x="connsiteX8765" y="connsiteY8765"/>
                </a:cxn>
                <a:cxn ang="0">
                  <a:pos x="connsiteX8766" y="connsiteY8766"/>
                </a:cxn>
                <a:cxn ang="0">
                  <a:pos x="connsiteX8767" y="connsiteY8767"/>
                </a:cxn>
                <a:cxn ang="0">
                  <a:pos x="connsiteX8768" y="connsiteY8768"/>
                </a:cxn>
                <a:cxn ang="0">
                  <a:pos x="connsiteX8769" y="connsiteY8769"/>
                </a:cxn>
                <a:cxn ang="0">
                  <a:pos x="connsiteX8770" y="connsiteY8770"/>
                </a:cxn>
                <a:cxn ang="0">
                  <a:pos x="connsiteX8771" y="connsiteY8771"/>
                </a:cxn>
                <a:cxn ang="0">
                  <a:pos x="connsiteX8772" y="connsiteY8772"/>
                </a:cxn>
                <a:cxn ang="0">
                  <a:pos x="connsiteX8773" y="connsiteY8773"/>
                </a:cxn>
                <a:cxn ang="0">
                  <a:pos x="connsiteX8774" y="connsiteY8774"/>
                </a:cxn>
                <a:cxn ang="0">
                  <a:pos x="connsiteX8775" y="connsiteY8775"/>
                </a:cxn>
                <a:cxn ang="0">
                  <a:pos x="connsiteX8776" y="connsiteY8776"/>
                </a:cxn>
                <a:cxn ang="0">
                  <a:pos x="connsiteX8777" y="connsiteY8777"/>
                </a:cxn>
                <a:cxn ang="0">
                  <a:pos x="connsiteX8778" y="connsiteY8778"/>
                </a:cxn>
                <a:cxn ang="0">
                  <a:pos x="connsiteX8779" y="connsiteY8779"/>
                </a:cxn>
                <a:cxn ang="0">
                  <a:pos x="connsiteX8780" y="connsiteY8780"/>
                </a:cxn>
                <a:cxn ang="0">
                  <a:pos x="connsiteX8781" y="connsiteY8781"/>
                </a:cxn>
                <a:cxn ang="0">
                  <a:pos x="connsiteX8782" y="connsiteY8782"/>
                </a:cxn>
                <a:cxn ang="0">
                  <a:pos x="connsiteX8783" y="connsiteY8783"/>
                </a:cxn>
                <a:cxn ang="0">
                  <a:pos x="connsiteX8784" y="connsiteY8784"/>
                </a:cxn>
                <a:cxn ang="0">
                  <a:pos x="connsiteX8785" y="connsiteY8785"/>
                </a:cxn>
                <a:cxn ang="0">
                  <a:pos x="connsiteX8786" y="connsiteY8786"/>
                </a:cxn>
                <a:cxn ang="0">
                  <a:pos x="connsiteX8787" y="connsiteY8787"/>
                </a:cxn>
                <a:cxn ang="0">
                  <a:pos x="connsiteX8788" y="connsiteY8788"/>
                </a:cxn>
                <a:cxn ang="0">
                  <a:pos x="connsiteX8789" y="connsiteY8789"/>
                </a:cxn>
                <a:cxn ang="0">
                  <a:pos x="connsiteX8790" y="connsiteY8790"/>
                </a:cxn>
                <a:cxn ang="0">
                  <a:pos x="connsiteX8791" y="connsiteY8791"/>
                </a:cxn>
                <a:cxn ang="0">
                  <a:pos x="connsiteX8792" y="connsiteY8792"/>
                </a:cxn>
                <a:cxn ang="0">
                  <a:pos x="connsiteX8793" y="connsiteY8793"/>
                </a:cxn>
                <a:cxn ang="0">
                  <a:pos x="connsiteX8794" y="connsiteY8794"/>
                </a:cxn>
                <a:cxn ang="0">
                  <a:pos x="connsiteX8795" y="connsiteY8795"/>
                </a:cxn>
                <a:cxn ang="0">
                  <a:pos x="connsiteX8796" y="connsiteY8796"/>
                </a:cxn>
                <a:cxn ang="0">
                  <a:pos x="connsiteX8797" y="connsiteY8797"/>
                </a:cxn>
                <a:cxn ang="0">
                  <a:pos x="connsiteX8798" y="connsiteY8798"/>
                </a:cxn>
                <a:cxn ang="0">
                  <a:pos x="connsiteX8799" y="connsiteY8799"/>
                </a:cxn>
                <a:cxn ang="0">
                  <a:pos x="connsiteX8800" y="connsiteY8800"/>
                </a:cxn>
                <a:cxn ang="0">
                  <a:pos x="connsiteX8801" y="connsiteY8801"/>
                </a:cxn>
                <a:cxn ang="0">
                  <a:pos x="connsiteX8802" y="connsiteY8802"/>
                </a:cxn>
                <a:cxn ang="0">
                  <a:pos x="connsiteX8803" y="connsiteY8803"/>
                </a:cxn>
                <a:cxn ang="0">
                  <a:pos x="connsiteX8804" y="connsiteY8804"/>
                </a:cxn>
                <a:cxn ang="0">
                  <a:pos x="connsiteX8805" y="connsiteY8805"/>
                </a:cxn>
                <a:cxn ang="0">
                  <a:pos x="connsiteX8806" y="connsiteY8806"/>
                </a:cxn>
                <a:cxn ang="0">
                  <a:pos x="connsiteX8807" y="connsiteY8807"/>
                </a:cxn>
                <a:cxn ang="0">
                  <a:pos x="connsiteX8808" y="connsiteY8808"/>
                </a:cxn>
                <a:cxn ang="0">
                  <a:pos x="connsiteX8809" y="connsiteY8809"/>
                </a:cxn>
                <a:cxn ang="0">
                  <a:pos x="connsiteX8810" y="connsiteY8810"/>
                </a:cxn>
                <a:cxn ang="0">
                  <a:pos x="connsiteX8811" y="connsiteY8811"/>
                </a:cxn>
                <a:cxn ang="0">
                  <a:pos x="connsiteX8812" y="connsiteY8812"/>
                </a:cxn>
                <a:cxn ang="0">
                  <a:pos x="connsiteX8813" y="connsiteY8813"/>
                </a:cxn>
                <a:cxn ang="0">
                  <a:pos x="connsiteX8814" y="connsiteY8814"/>
                </a:cxn>
                <a:cxn ang="0">
                  <a:pos x="connsiteX8815" y="connsiteY8815"/>
                </a:cxn>
                <a:cxn ang="0">
                  <a:pos x="connsiteX8816" y="connsiteY8816"/>
                </a:cxn>
                <a:cxn ang="0">
                  <a:pos x="connsiteX8817" y="connsiteY8817"/>
                </a:cxn>
                <a:cxn ang="0">
                  <a:pos x="connsiteX8818" y="connsiteY8818"/>
                </a:cxn>
                <a:cxn ang="0">
                  <a:pos x="connsiteX8819" y="connsiteY8819"/>
                </a:cxn>
                <a:cxn ang="0">
                  <a:pos x="connsiteX8820" y="connsiteY8820"/>
                </a:cxn>
                <a:cxn ang="0">
                  <a:pos x="connsiteX8821" y="connsiteY8821"/>
                </a:cxn>
                <a:cxn ang="0">
                  <a:pos x="connsiteX8822" y="connsiteY8822"/>
                </a:cxn>
                <a:cxn ang="0">
                  <a:pos x="connsiteX8823" y="connsiteY8823"/>
                </a:cxn>
                <a:cxn ang="0">
                  <a:pos x="connsiteX8824" y="connsiteY8824"/>
                </a:cxn>
                <a:cxn ang="0">
                  <a:pos x="connsiteX8825" y="connsiteY8825"/>
                </a:cxn>
                <a:cxn ang="0">
                  <a:pos x="connsiteX8826" y="connsiteY8826"/>
                </a:cxn>
                <a:cxn ang="0">
                  <a:pos x="connsiteX8827" y="connsiteY8827"/>
                </a:cxn>
                <a:cxn ang="0">
                  <a:pos x="connsiteX8828" y="connsiteY8828"/>
                </a:cxn>
                <a:cxn ang="0">
                  <a:pos x="connsiteX8829" y="connsiteY8829"/>
                </a:cxn>
                <a:cxn ang="0">
                  <a:pos x="connsiteX8830" y="connsiteY8830"/>
                </a:cxn>
                <a:cxn ang="0">
                  <a:pos x="connsiteX8831" y="connsiteY8831"/>
                </a:cxn>
                <a:cxn ang="0">
                  <a:pos x="connsiteX8832" y="connsiteY8832"/>
                </a:cxn>
                <a:cxn ang="0">
                  <a:pos x="connsiteX8833" y="connsiteY8833"/>
                </a:cxn>
                <a:cxn ang="0">
                  <a:pos x="connsiteX8834" y="connsiteY8834"/>
                </a:cxn>
                <a:cxn ang="0">
                  <a:pos x="connsiteX8835" y="connsiteY8835"/>
                </a:cxn>
                <a:cxn ang="0">
                  <a:pos x="connsiteX8836" y="connsiteY8836"/>
                </a:cxn>
                <a:cxn ang="0">
                  <a:pos x="connsiteX8837" y="connsiteY8837"/>
                </a:cxn>
                <a:cxn ang="0">
                  <a:pos x="connsiteX8838" y="connsiteY8838"/>
                </a:cxn>
                <a:cxn ang="0">
                  <a:pos x="connsiteX8839" y="connsiteY8839"/>
                </a:cxn>
                <a:cxn ang="0">
                  <a:pos x="connsiteX8840" y="connsiteY8840"/>
                </a:cxn>
                <a:cxn ang="0">
                  <a:pos x="connsiteX8841" y="connsiteY8841"/>
                </a:cxn>
                <a:cxn ang="0">
                  <a:pos x="connsiteX8842" y="connsiteY8842"/>
                </a:cxn>
                <a:cxn ang="0">
                  <a:pos x="connsiteX8843" y="connsiteY8843"/>
                </a:cxn>
                <a:cxn ang="0">
                  <a:pos x="connsiteX8844" y="connsiteY8844"/>
                </a:cxn>
                <a:cxn ang="0">
                  <a:pos x="connsiteX8845" y="connsiteY8845"/>
                </a:cxn>
                <a:cxn ang="0">
                  <a:pos x="connsiteX8846" y="connsiteY8846"/>
                </a:cxn>
                <a:cxn ang="0">
                  <a:pos x="connsiteX8847" y="connsiteY8847"/>
                </a:cxn>
                <a:cxn ang="0">
                  <a:pos x="connsiteX8848" y="connsiteY8848"/>
                </a:cxn>
                <a:cxn ang="0">
                  <a:pos x="connsiteX8849" y="connsiteY8849"/>
                </a:cxn>
                <a:cxn ang="0">
                  <a:pos x="connsiteX8850" y="connsiteY8850"/>
                </a:cxn>
                <a:cxn ang="0">
                  <a:pos x="connsiteX8851" y="connsiteY8851"/>
                </a:cxn>
                <a:cxn ang="0">
                  <a:pos x="connsiteX8852" y="connsiteY8852"/>
                </a:cxn>
                <a:cxn ang="0">
                  <a:pos x="connsiteX8853" y="connsiteY8853"/>
                </a:cxn>
                <a:cxn ang="0">
                  <a:pos x="connsiteX8854" y="connsiteY8854"/>
                </a:cxn>
                <a:cxn ang="0">
                  <a:pos x="connsiteX8855" y="connsiteY8855"/>
                </a:cxn>
                <a:cxn ang="0">
                  <a:pos x="connsiteX8856" y="connsiteY8856"/>
                </a:cxn>
                <a:cxn ang="0">
                  <a:pos x="connsiteX8857" y="connsiteY8857"/>
                </a:cxn>
                <a:cxn ang="0">
                  <a:pos x="connsiteX8858" y="connsiteY8858"/>
                </a:cxn>
                <a:cxn ang="0">
                  <a:pos x="connsiteX8859" y="connsiteY8859"/>
                </a:cxn>
                <a:cxn ang="0">
                  <a:pos x="connsiteX8860" y="connsiteY8860"/>
                </a:cxn>
                <a:cxn ang="0">
                  <a:pos x="connsiteX8861" y="connsiteY8861"/>
                </a:cxn>
                <a:cxn ang="0">
                  <a:pos x="connsiteX8862" y="connsiteY8862"/>
                </a:cxn>
                <a:cxn ang="0">
                  <a:pos x="connsiteX8863" y="connsiteY8863"/>
                </a:cxn>
                <a:cxn ang="0">
                  <a:pos x="connsiteX8864" y="connsiteY8864"/>
                </a:cxn>
                <a:cxn ang="0">
                  <a:pos x="connsiteX8865" y="connsiteY8865"/>
                </a:cxn>
                <a:cxn ang="0">
                  <a:pos x="connsiteX8866" y="connsiteY8866"/>
                </a:cxn>
                <a:cxn ang="0">
                  <a:pos x="connsiteX8867" y="connsiteY8867"/>
                </a:cxn>
                <a:cxn ang="0">
                  <a:pos x="connsiteX8868" y="connsiteY8868"/>
                </a:cxn>
                <a:cxn ang="0">
                  <a:pos x="connsiteX8869" y="connsiteY8869"/>
                </a:cxn>
                <a:cxn ang="0">
                  <a:pos x="connsiteX8870" y="connsiteY8870"/>
                </a:cxn>
                <a:cxn ang="0">
                  <a:pos x="connsiteX8871" y="connsiteY8871"/>
                </a:cxn>
                <a:cxn ang="0">
                  <a:pos x="connsiteX8872" y="connsiteY8872"/>
                </a:cxn>
                <a:cxn ang="0">
                  <a:pos x="connsiteX8873" y="connsiteY8873"/>
                </a:cxn>
                <a:cxn ang="0">
                  <a:pos x="connsiteX8874" y="connsiteY8874"/>
                </a:cxn>
                <a:cxn ang="0">
                  <a:pos x="connsiteX8875" y="connsiteY8875"/>
                </a:cxn>
                <a:cxn ang="0">
                  <a:pos x="connsiteX8876" y="connsiteY8876"/>
                </a:cxn>
                <a:cxn ang="0">
                  <a:pos x="connsiteX8877" y="connsiteY8877"/>
                </a:cxn>
                <a:cxn ang="0">
                  <a:pos x="connsiteX8878" y="connsiteY8878"/>
                </a:cxn>
                <a:cxn ang="0">
                  <a:pos x="connsiteX8879" y="connsiteY8879"/>
                </a:cxn>
                <a:cxn ang="0">
                  <a:pos x="connsiteX8880" y="connsiteY8880"/>
                </a:cxn>
                <a:cxn ang="0">
                  <a:pos x="connsiteX8881" y="connsiteY8881"/>
                </a:cxn>
                <a:cxn ang="0">
                  <a:pos x="connsiteX8882" y="connsiteY8882"/>
                </a:cxn>
                <a:cxn ang="0">
                  <a:pos x="connsiteX8883" y="connsiteY8883"/>
                </a:cxn>
                <a:cxn ang="0">
                  <a:pos x="connsiteX8884" y="connsiteY8884"/>
                </a:cxn>
                <a:cxn ang="0">
                  <a:pos x="connsiteX8885" y="connsiteY8885"/>
                </a:cxn>
                <a:cxn ang="0">
                  <a:pos x="connsiteX8886" y="connsiteY8886"/>
                </a:cxn>
                <a:cxn ang="0">
                  <a:pos x="connsiteX8887" y="connsiteY8887"/>
                </a:cxn>
                <a:cxn ang="0">
                  <a:pos x="connsiteX8888" y="connsiteY8888"/>
                </a:cxn>
                <a:cxn ang="0">
                  <a:pos x="connsiteX8889" y="connsiteY8889"/>
                </a:cxn>
                <a:cxn ang="0">
                  <a:pos x="connsiteX8890" y="connsiteY8890"/>
                </a:cxn>
                <a:cxn ang="0">
                  <a:pos x="connsiteX8891" y="connsiteY8891"/>
                </a:cxn>
                <a:cxn ang="0">
                  <a:pos x="connsiteX8892" y="connsiteY8892"/>
                </a:cxn>
                <a:cxn ang="0">
                  <a:pos x="connsiteX8893" y="connsiteY8893"/>
                </a:cxn>
                <a:cxn ang="0">
                  <a:pos x="connsiteX8894" y="connsiteY8894"/>
                </a:cxn>
                <a:cxn ang="0">
                  <a:pos x="connsiteX8895" y="connsiteY8895"/>
                </a:cxn>
                <a:cxn ang="0">
                  <a:pos x="connsiteX8896" y="connsiteY8896"/>
                </a:cxn>
                <a:cxn ang="0">
                  <a:pos x="connsiteX8897" y="connsiteY8897"/>
                </a:cxn>
                <a:cxn ang="0">
                  <a:pos x="connsiteX8898" y="connsiteY8898"/>
                </a:cxn>
                <a:cxn ang="0">
                  <a:pos x="connsiteX8899" y="connsiteY8899"/>
                </a:cxn>
                <a:cxn ang="0">
                  <a:pos x="connsiteX8900" y="connsiteY8900"/>
                </a:cxn>
                <a:cxn ang="0">
                  <a:pos x="connsiteX8901" y="connsiteY8901"/>
                </a:cxn>
                <a:cxn ang="0">
                  <a:pos x="connsiteX8902" y="connsiteY8902"/>
                </a:cxn>
                <a:cxn ang="0">
                  <a:pos x="connsiteX8903" y="connsiteY8903"/>
                </a:cxn>
                <a:cxn ang="0">
                  <a:pos x="connsiteX8904" y="connsiteY8904"/>
                </a:cxn>
                <a:cxn ang="0">
                  <a:pos x="connsiteX8905" y="connsiteY8905"/>
                </a:cxn>
                <a:cxn ang="0">
                  <a:pos x="connsiteX8906" y="connsiteY8906"/>
                </a:cxn>
                <a:cxn ang="0">
                  <a:pos x="connsiteX8907" y="connsiteY8907"/>
                </a:cxn>
                <a:cxn ang="0">
                  <a:pos x="connsiteX8908" y="connsiteY8908"/>
                </a:cxn>
                <a:cxn ang="0">
                  <a:pos x="connsiteX8909" y="connsiteY8909"/>
                </a:cxn>
                <a:cxn ang="0">
                  <a:pos x="connsiteX8910" y="connsiteY8910"/>
                </a:cxn>
                <a:cxn ang="0">
                  <a:pos x="connsiteX8911" y="connsiteY8911"/>
                </a:cxn>
                <a:cxn ang="0">
                  <a:pos x="connsiteX8912" y="connsiteY8912"/>
                </a:cxn>
                <a:cxn ang="0">
                  <a:pos x="connsiteX8913" y="connsiteY8913"/>
                </a:cxn>
                <a:cxn ang="0">
                  <a:pos x="connsiteX8914" y="connsiteY8914"/>
                </a:cxn>
                <a:cxn ang="0">
                  <a:pos x="connsiteX8915" y="connsiteY8915"/>
                </a:cxn>
                <a:cxn ang="0">
                  <a:pos x="connsiteX8916" y="connsiteY8916"/>
                </a:cxn>
                <a:cxn ang="0">
                  <a:pos x="connsiteX8917" y="connsiteY8917"/>
                </a:cxn>
                <a:cxn ang="0">
                  <a:pos x="connsiteX8918" y="connsiteY8918"/>
                </a:cxn>
                <a:cxn ang="0">
                  <a:pos x="connsiteX8919" y="connsiteY8919"/>
                </a:cxn>
                <a:cxn ang="0">
                  <a:pos x="connsiteX8920" y="connsiteY8920"/>
                </a:cxn>
                <a:cxn ang="0">
                  <a:pos x="connsiteX8921" y="connsiteY8921"/>
                </a:cxn>
                <a:cxn ang="0">
                  <a:pos x="connsiteX8922" y="connsiteY8922"/>
                </a:cxn>
                <a:cxn ang="0">
                  <a:pos x="connsiteX8923" y="connsiteY8923"/>
                </a:cxn>
                <a:cxn ang="0">
                  <a:pos x="connsiteX8924" y="connsiteY8924"/>
                </a:cxn>
                <a:cxn ang="0">
                  <a:pos x="connsiteX8925" y="connsiteY8925"/>
                </a:cxn>
                <a:cxn ang="0">
                  <a:pos x="connsiteX8926" y="connsiteY8926"/>
                </a:cxn>
                <a:cxn ang="0">
                  <a:pos x="connsiteX8927" y="connsiteY8927"/>
                </a:cxn>
                <a:cxn ang="0">
                  <a:pos x="connsiteX8928" y="connsiteY8928"/>
                </a:cxn>
                <a:cxn ang="0">
                  <a:pos x="connsiteX8929" y="connsiteY8929"/>
                </a:cxn>
                <a:cxn ang="0">
                  <a:pos x="connsiteX8930" y="connsiteY8930"/>
                </a:cxn>
                <a:cxn ang="0">
                  <a:pos x="connsiteX8931" y="connsiteY8931"/>
                </a:cxn>
                <a:cxn ang="0">
                  <a:pos x="connsiteX8932" y="connsiteY8932"/>
                </a:cxn>
                <a:cxn ang="0">
                  <a:pos x="connsiteX8933" y="connsiteY8933"/>
                </a:cxn>
                <a:cxn ang="0">
                  <a:pos x="connsiteX8934" y="connsiteY8934"/>
                </a:cxn>
                <a:cxn ang="0">
                  <a:pos x="connsiteX8935" y="connsiteY8935"/>
                </a:cxn>
                <a:cxn ang="0">
                  <a:pos x="connsiteX8936" y="connsiteY8936"/>
                </a:cxn>
                <a:cxn ang="0">
                  <a:pos x="connsiteX8937" y="connsiteY8937"/>
                </a:cxn>
                <a:cxn ang="0">
                  <a:pos x="connsiteX8938" y="connsiteY8938"/>
                </a:cxn>
                <a:cxn ang="0">
                  <a:pos x="connsiteX8939" y="connsiteY8939"/>
                </a:cxn>
                <a:cxn ang="0">
                  <a:pos x="connsiteX8940" y="connsiteY8940"/>
                </a:cxn>
                <a:cxn ang="0">
                  <a:pos x="connsiteX8941" y="connsiteY8941"/>
                </a:cxn>
                <a:cxn ang="0">
                  <a:pos x="connsiteX8942" y="connsiteY8942"/>
                </a:cxn>
                <a:cxn ang="0">
                  <a:pos x="connsiteX8943" y="connsiteY8943"/>
                </a:cxn>
                <a:cxn ang="0">
                  <a:pos x="connsiteX8944" y="connsiteY8944"/>
                </a:cxn>
                <a:cxn ang="0">
                  <a:pos x="connsiteX8945" y="connsiteY8945"/>
                </a:cxn>
                <a:cxn ang="0">
                  <a:pos x="connsiteX8946" y="connsiteY8946"/>
                </a:cxn>
                <a:cxn ang="0">
                  <a:pos x="connsiteX8947" y="connsiteY8947"/>
                </a:cxn>
                <a:cxn ang="0">
                  <a:pos x="connsiteX8948" y="connsiteY8948"/>
                </a:cxn>
                <a:cxn ang="0">
                  <a:pos x="connsiteX8949" y="connsiteY8949"/>
                </a:cxn>
                <a:cxn ang="0">
                  <a:pos x="connsiteX8950" y="connsiteY8950"/>
                </a:cxn>
                <a:cxn ang="0">
                  <a:pos x="connsiteX8951" y="connsiteY8951"/>
                </a:cxn>
                <a:cxn ang="0">
                  <a:pos x="connsiteX8952" y="connsiteY8952"/>
                </a:cxn>
                <a:cxn ang="0">
                  <a:pos x="connsiteX8953" y="connsiteY8953"/>
                </a:cxn>
                <a:cxn ang="0">
                  <a:pos x="connsiteX8954" y="connsiteY8954"/>
                </a:cxn>
                <a:cxn ang="0">
                  <a:pos x="connsiteX8955" y="connsiteY8955"/>
                </a:cxn>
                <a:cxn ang="0">
                  <a:pos x="connsiteX8956" y="connsiteY8956"/>
                </a:cxn>
                <a:cxn ang="0">
                  <a:pos x="connsiteX8957" y="connsiteY8957"/>
                </a:cxn>
                <a:cxn ang="0">
                  <a:pos x="connsiteX8958" y="connsiteY8958"/>
                </a:cxn>
                <a:cxn ang="0">
                  <a:pos x="connsiteX8959" y="connsiteY8959"/>
                </a:cxn>
                <a:cxn ang="0">
                  <a:pos x="connsiteX8960" y="connsiteY8960"/>
                </a:cxn>
                <a:cxn ang="0">
                  <a:pos x="connsiteX8961" y="connsiteY8961"/>
                </a:cxn>
                <a:cxn ang="0">
                  <a:pos x="connsiteX8962" y="connsiteY8962"/>
                </a:cxn>
                <a:cxn ang="0">
                  <a:pos x="connsiteX8963" y="connsiteY8963"/>
                </a:cxn>
                <a:cxn ang="0">
                  <a:pos x="connsiteX8964" y="connsiteY8964"/>
                </a:cxn>
                <a:cxn ang="0">
                  <a:pos x="connsiteX8965" y="connsiteY8965"/>
                </a:cxn>
                <a:cxn ang="0">
                  <a:pos x="connsiteX8966" y="connsiteY8966"/>
                </a:cxn>
                <a:cxn ang="0">
                  <a:pos x="connsiteX8967" y="connsiteY8967"/>
                </a:cxn>
                <a:cxn ang="0">
                  <a:pos x="connsiteX8968" y="connsiteY8968"/>
                </a:cxn>
                <a:cxn ang="0">
                  <a:pos x="connsiteX8969" y="connsiteY8969"/>
                </a:cxn>
                <a:cxn ang="0">
                  <a:pos x="connsiteX8970" y="connsiteY8970"/>
                </a:cxn>
                <a:cxn ang="0">
                  <a:pos x="connsiteX8971" y="connsiteY8971"/>
                </a:cxn>
                <a:cxn ang="0">
                  <a:pos x="connsiteX8972" y="connsiteY8972"/>
                </a:cxn>
                <a:cxn ang="0">
                  <a:pos x="connsiteX8973" y="connsiteY8973"/>
                </a:cxn>
                <a:cxn ang="0">
                  <a:pos x="connsiteX8974" y="connsiteY8974"/>
                </a:cxn>
                <a:cxn ang="0">
                  <a:pos x="connsiteX8975" y="connsiteY8975"/>
                </a:cxn>
                <a:cxn ang="0">
                  <a:pos x="connsiteX8976" y="connsiteY8976"/>
                </a:cxn>
                <a:cxn ang="0">
                  <a:pos x="connsiteX8977" y="connsiteY8977"/>
                </a:cxn>
                <a:cxn ang="0">
                  <a:pos x="connsiteX8978" y="connsiteY8978"/>
                </a:cxn>
                <a:cxn ang="0">
                  <a:pos x="connsiteX8979" y="connsiteY8979"/>
                </a:cxn>
                <a:cxn ang="0">
                  <a:pos x="connsiteX8980" y="connsiteY8980"/>
                </a:cxn>
                <a:cxn ang="0">
                  <a:pos x="connsiteX8981" y="connsiteY8981"/>
                </a:cxn>
                <a:cxn ang="0">
                  <a:pos x="connsiteX8982" y="connsiteY8982"/>
                </a:cxn>
                <a:cxn ang="0">
                  <a:pos x="connsiteX8983" y="connsiteY8983"/>
                </a:cxn>
                <a:cxn ang="0">
                  <a:pos x="connsiteX8984" y="connsiteY8984"/>
                </a:cxn>
                <a:cxn ang="0">
                  <a:pos x="connsiteX8985" y="connsiteY8985"/>
                </a:cxn>
                <a:cxn ang="0">
                  <a:pos x="connsiteX8986" y="connsiteY8986"/>
                </a:cxn>
                <a:cxn ang="0">
                  <a:pos x="connsiteX8987" y="connsiteY8987"/>
                </a:cxn>
                <a:cxn ang="0">
                  <a:pos x="connsiteX8988" y="connsiteY8988"/>
                </a:cxn>
                <a:cxn ang="0">
                  <a:pos x="connsiteX8989" y="connsiteY8989"/>
                </a:cxn>
                <a:cxn ang="0">
                  <a:pos x="connsiteX8990" y="connsiteY8990"/>
                </a:cxn>
                <a:cxn ang="0">
                  <a:pos x="connsiteX8991" y="connsiteY8991"/>
                </a:cxn>
                <a:cxn ang="0">
                  <a:pos x="connsiteX8992" y="connsiteY8992"/>
                </a:cxn>
                <a:cxn ang="0">
                  <a:pos x="connsiteX8993" y="connsiteY8993"/>
                </a:cxn>
                <a:cxn ang="0">
                  <a:pos x="connsiteX8994" y="connsiteY8994"/>
                </a:cxn>
                <a:cxn ang="0">
                  <a:pos x="connsiteX8995" y="connsiteY8995"/>
                </a:cxn>
                <a:cxn ang="0">
                  <a:pos x="connsiteX8996" y="connsiteY8996"/>
                </a:cxn>
                <a:cxn ang="0">
                  <a:pos x="connsiteX8997" y="connsiteY8997"/>
                </a:cxn>
                <a:cxn ang="0">
                  <a:pos x="connsiteX8998" y="connsiteY8998"/>
                </a:cxn>
                <a:cxn ang="0">
                  <a:pos x="connsiteX8999" y="connsiteY8999"/>
                </a:cxn>
                <a:cxn ang="0">
                  <a:pos x="connsiteX9000" y="connsiteY9000"/>
                </a:cxn>
                <a:cxn ang="0">
                  <a:pos x="connsiteX9001" y="connsiteY9001"/>
                </a:cxn>
                <a:cxn ang="0">
                  <a:pos x="connsiteX9002" y="connsiteY9002"/>
                </a:cxn>
                <a:cxn ang="0">
                  <a:pos x="connsiteX9003" y="connsiteY9003"/>
                </a:cxn>
                <a:cxn ang="0">
                  <a:pos x="connsiteX9004" y="connsiteY9004"/>
                </a:cxn>
                <a:cxn ang="0">
                  <a:pos x="connsiteX9005" y="connsiteY9005"/>
                </a:cxn>
                <a:cxn ang="0">
                  <a:pos x="connsiteX9006" y="connsiteY9006"/>
                </a:cxn>
                <a:cxn ang="0">
                  <a:pos x="connsiteX9007" y="connsiteY9007"/>
                </a:cxn>
                <a:cxn ang="0">
                  <a:pos x="connsiteX9008" y="connsiteY9008"/>
                </a:cxn>
                <a:cxn ang="0">
                  <a:pos x="connsiteX9009" y="connsiteY9009"/>
                </a:cxn>
                <a:cxn ang="0">
                  <a:pos x="connsiteX9010" y="connsiteY9010"/>
                </a:cxn>
                <a:cxn ang="0">
                  <a:pos x="connsiteX9011" y="connsiteY9011"/>
                </a:cxn>
                <a:cxn ang="0">
                  <a:pos x="connsiteX9012" y="connsiteY9012"/>
                </a:cxn>
                <a:cxn ang="0">
                  <a:pos x="connsiteX9013" y="connsiteY9013"/>
                </a:cxn>
                <a:cxn ang="0">
                  <a:pos x="connsiteX9014" y="connsiteY9014"/>
                </a:cxn>
                <a:cxn ang="0">
                  <a:pos x="connsiteX9015" y="connsiteY9015"/>
                </a:cxn>
                <a:cxn ang="0">
                  <a:pos x="connsiteX9016" y="connsiteY9016"/>
                </a:cxn>
                <a:cxn ang="0">
                  <a:pos x="connsiteX9017" y="connsiteY9017"/>
                </a:cxn>
                <a:cxn ang="0">
                  <a:pos x="connsiteX9018" y="connsiteY9018"/>
                </a:cxn>
                <a:cxn ang="0">
                  <a:pos x="connsiteX9019" y="connsiteY9019"/>
                </a:cxn>
                <a:cxn ang="0">
                  <a:pos x="connsiteX9020" y="connsiteY9020"/>
                </a:cxn>
                <a:cxn ang="0">
                  <a:pos x="connsiteX9021" y="connsiteY9021"/>
                </a:cxn>
                <a:cxn ang="0">
                  <a:pos x="connsiteX9022" y="connsiteY9022"/>
                </a:cxn>
                <a:cxn ang="0">
                  <a:pos x="connsiteX9023" y="connsiteY9023"/>
                </a:cxn>
                <a:cxn ang="0">
                  <a:pos x="connsiteX9024" y="connsiteY9024"/>
                </a:cxn>
                <a:cxn ang="0">
                  <a:pos x="connsiteX9025" y="connsiteY9025"/>
                </a:cxn>
                <a:cxn ang="0">
                  <a:pos x="connsiteX9026" y="connsiteY9026"/>
                </a:cxn>
                <a:cxn ang="0">
                  <a:pos x="connsiteX9027" y="connsiteY9027"/>
                </a:cxn>
                <a:cxn ang="0">
                  <a:pos x="connsiteX9028" y="connsiteY9028"/>
                </a:cxn>
                <a:cxn ang="0">
                  <a:pos x="connsiteX9029" y="connsiteY9029"/>
                </a:cxn>
                <a:cxn ang="0">
                  <a:pos x="connsiteX9030" y="connsiteY9030"/>
                </a:cxn>
                <a:cxn ang="0">
                  <a:pos x="connsiteX9031" y="connsiteY9031"/>
                </a:cxn>
                <a:cxn ang="0">
                  <a:pos x="connsiteX9032" y="connsiteY9032"/>
                </a:cxn>
                <a:cxn ang="0">
                  <a:pos x="connsiteX9033" y="connsiteY9033"/>
                </a:cxn>
                <a:cxn ang="0">
                  <a:pos x="connsiteX9034" y="connsiteY9034"/>
                </a:cxn>
                <a:cxn ang="0">
                  <a:pos x="connsiteX9035" y="connsiteY9035"/>
                </a:cxn>
                <a:cxn ang="0">
                  <a:pos x="connsiteX9036" y="connsiteY9036"/>
                </a:cxn>
                <a:cxn ang="0">
                  <a:pos x="connsiteX9037" y="connsiteY9037"/>
                </a:cxn>
                <a:cxn ang="0">
                  <a:pos x="connsiteX9038" y="connsiteY9038"/>
                </a:cxn>
                <a:cxn ang="0">
                  <a:pos x="connsiteX9039" y="connsiteY9039"/>
                </a:cxn>
                <a:cxn ang="0">
                  <a:pos x="connsiteX9040" y="connsiteY9040"/>
                </a:cxn>
                <a:cxn ang="0">
                  <a:pos x="connsiteX9041" y="connsiteY9041"/>
                </a:cxn>
                <a:cxn ang="0">
                  <a:pos x="connsiteX9042" y="connsiteY9042"/>
                </a:cxn>
                <a:cxn ang="0">
                  <a:pos x="connsiteX9043" y="connsiteY9043"/>
                </a:cxn>
                <a:cxn ang="0">
                  <a:pos x="connsiteX9044" y="connsiteY9044"/>
                </a:cxn>
                <a:cxn ang="0">
                  <a:pos x="connsiteX9045" y="connsiteY9045"/>
                </a:cxn>
                <a:cxn ang="0">
                  <a:pos x="connsiteX9046" y="connsiteY9046"/>
                </a:cxn>
                <a:cxn ang="0">
                  <a:pos x="connsiteX9047" y="connsiteY9047"/>
                </a:cxn>
                <a:cxn ang="0">
                  <a:pos x="connsiteX9048" y="connsiteY9048"/>
                </a:cxn>
                <a:cxn ang="0">
                  <a:pos x="connsiteX9049" y="connsiteY9049"/>
                </a:cxn>
                <a:cxn ang="0">
                  <a:pos x="connsiteX9050" y="connsiteY9050"/>
                </a:cxn>
                <a:cxn ang="0">
                  <a:pos x="connsiteX9051" y="connsiteY9051"/>
                </a:cxn>
                <a:cxn ang="0">
                  <a:pos x="connsiteX9052" y="connsiteY9052"/>
                </a:cxn>
                <a:cxn ang="0">
                  <a:pos x="connsiteX9053" y="connsiteY9053"/>
                </a:cxn>
                <a:cxn ang="0">
                  <a:pos x="connsiteX9054" y="connsiteY9054"/>
                </a:cxn>
                <a:cxn ang="0">
                  <a:pos x="connsiteX9055" y="connsiteY9055"/>
                </a:cxn>
                <a:cxn ang="0">
                  <a:pos x="connsiteX9056" y="connsiteY9056"/>
                </a:cxn>
                <a:cxn ang="0">
                  <a:pos x="connsiteX9057" y="connsiteY9057"/>
                </a:cxn>
                <a:cxn ang="0">
                  <a:pos x="connsiteX9058" y="connsiteY9058"/>
                </a:cxn>
                <a:cxn ang="0">
                  <a:pos x="connsiteX9059" y="connsiteY9059"/>
                </a:cxn>
                <a:cxn ang="0">
                  <a:pos x="connsiteX9060" y="connsiteY9060"/>
                </a:cxn>
                <a:cxn ang="0">
                  <a:pos x="connsiteX9061" y="connsiteY9061"/>
                </a:cxn>
                <a:cxn ang="0">
                  <a:pos x="connsiteX9062" y="connsiteY9062"/>
                </a:cxn>
                <a:cxn ang="0">
                  <a:pos x="connsiteX9063" y="connsiteY9063"/>
                </a:cxn>
                <a:cxn ang="0">
                  <a:pos x="connsiteX9064" y="connsiteY9064"/>
                </a:cxn>
                <a:cxn ang="0">
                  <a:pos x="connsiteX9065" y="connsiteY9065"/>
                </a:cxn>
                <a:cxn ang="0">
                  <a:pos x="connsiteX9066" y="connsiteY9066"/>
                </a:cxn>
                <a:cxn ang="0">
                  <a:pos x="connsiteX9067" y="connsiteY9067"/>
                </a:cxn>
                <a:cxn ang="0">
                  <a:pos x="connsiteX9068" y="connsiteY9068"/>
                </a:cxn>
                <a:cxn ang="0">
                  <a:pos x="connsiteX9069" y="connsiteY9069"/>
                </a:cxn>
                <a:cxn ang="0">
                  <a:pos x="connsiteX9070" y="connsiteY9070"/>
                </a:cxn>
                <a:cxn ang="0">
                  <a:pos x="connsiteX9071" y="connsiteY9071"/>
                </a:cxn>
                <a:cxn ang="0">
                  <a:pos x="connsiteX9072" y="connsiteY9072"/>
                </a:cxn>
                <a:cxn ang="0">
                  <a:pos x="connsiteX9073" y="connsiteY9073"/>
                </a:cxn>
                <a:cxn ang="0">
                  <a:pos x="connsiteX9074" y="connsiteY9074"/>
                </a:cxn>
                <a:cxn ang="0">
                  <a:pos x="connsiteX9075" y="connsiteY9075"/>
                </a:cxn>
                <a:cxn ang="0">
                  <a:pos x="connsiteX9076" y="connsiteY9076"/>
                </a:cxn>
                <a:cxn ang="0">
                  <a:pos x="connsiteX9077" y="connsiteY9077"/>
                </a:cxn>
                <a:cxn ang="0">
                  <a:pos x="connsiteX9078" y="connsiteY9078"/>
                </a:cxn>
                <a:cxn ang="0">
                  <a:pos x="connsiteX9079" y="connsiteY9079"/>
                </a:cxn>
                <a:cxn ang="0">
                  <a:pos x="connsiteX9080" y="connsiteY9080"/>
                </a:cxn>
                <a:cxn ang="0">
                  <a:pos x="connsiteX9081" y="connsiteY9081"/>
                </a:cxn>
                <a:cxn ang="0">
                  <a:pos x="connsiteX9082" y="connsiteY9082"/>
                </a:cxn>
                <a:cxn ang="0">
                  <a:pos x="connsiteX9083" y="connsiteY9083"/>
                </a:cxn>
                <a:cxn ang="0">
                  <a:pos x="connsiteX9084" y="connsiteY9084"/>
                </a:cxn>
                <a:cxn ang="0">
                  <a:pos x="connsiteX9085" y="connsiteY9085"/>
                </a:cxn>
                <a:cxn ang="0">
                  <a:pos x="connsiteX9086" y="connsiteY9086"/>
                </a:cxn>
                <a:cxn ang="0">
                  <a:pos x="connsiteX9087" y="connsiteY9087"/>
                </a:cxn>
                <a:cxn ang="0">
                  <a:pos x="connsiteX9088" y="connsiteY9088"/>
                </a:cxn>
                <a:cxn ang="0">
                  <a:pos x="connsiteX9089" y="connsiteY9089"/>
                </a:cxn>
                <a:cxn ang="0">
                  <a:pos x="connsiteX9090" y="connsiteY9090"/>
                </a:cxn>
                <a:cxn ang="0">
                  <a:pos x="connsiteX9091" y="connsiteY9091"/>
                </a:cxn>
                <a:cxn ang="0">
                  <a:pos x="connsiteX9092" y="connsiteY9092"/>
                </a:cxn>
                <a:cxn ang="0">
                  <a:pos x="connsiteX9093" y="connsiteY9093"/>
                </a:cxn>
                <a:cxn ang="0">
                  <a:pos x="connsiteX9094" y="connsiteY9094"/>
                </a:cxn>
                <a:cxn ang="0">
                  <a:pos x="connsiteX9095" y="connsiteY9095"/>
                </a:cxn>
                <a:cxn ang="0">
                  <a:pos x="connsiteX9096" y="connsiteY9096"/>
                </a:cxn>
                <a:cxn ang="0">
                  <a:pos x="connsiteX9097" y="connsiteY9097"/>
                </a:cxn>
                <a:cxn ang="0">
                  <a:pos x="connsiteX9098" y="connsiteY9098"/>
                </a:cxn>
                <a:cxn ang="0">
                  <a:pos x="connsiteX9099" y="connsiteY9099"/>
                </a:cxn>
                <a:cxn ang="0">
                  <a:pos x="connsiteX9100" y="connsiteY9100"/>
                </a:cxn>
                <a:cxn ang="0">
                  <a:pos x="connsiteX9101" y="connsiteY9101"/>
                </a:cxn>
                <a:cxn ang="0">
                  <a:pos x="connsiteX9102" y="connsiteY9102"/>
                </a:cxn>
                <a:cxn ang="0">
                  <a:pos x="connsiteX9103" y="connsiteY9103"/>
                </a:cxn>
                <a:cxn ang="0">
                  <a:pos x="connsiteX9104" y="connsiteY9104"/>
                </a:cxn>
                <a:cxn ang="0">
                  <a:pos x="connsiteX9105" y="connsiteY9105"/>
                </a:cxn>
                <a:cxn ang="0">
                  <a:pos x="connsiteX9106" y="connsiteY9106"/>
                </a:cxn>
                <a:cxn ang="0">
                  <a:pos x="connsiteX9107" y="connsiteY9107"/>
                </a:cxn>
                <a:cxn ang="0">
                  <a:pos x="connsiteX9108" y="connsiteY9108"/>
                </a:cxn>
                <a:cxn ang="0">
                  <a:pos x="connsiteX9109" y="connsiteY9109"/>
                </a:cxn>
                <a:cxn ang="0">
                  <a:pos x="connsiteX9110" y="connsiteY9110"/>
                </a:cxn>
                <a:cxn ang="0">
                  <a:pos x="connsiteX9111" y="connsiteY9111"/>
                </a:cxn>
                <a:cxn ang="0">
                  <a:pos x="connsiteX9112" y="connsiteY9112"/>
                </a:cxn>
                <a:cxn ang="0">
                  <a:pos x="connsiteX9113" y="connsiteY9113"/>
                </a:cxn>
                <a:cxn ang="0">
                  <a:pos x="connsiteX9114" y="connsiteY9114"/>
                </a:cxn>
                <a:cxn ang="0">
                  <a:pos x="connsiteX9115" y="connsiteY9115"/>
                </a:cxn>
                <a:cxn ang="0">
                  <a:pos x="connsiteX9116" y="connsiteY9116"/>
                </a:cxn>
                <a:cxn ang="0">
                  <a:pos x="connsiteX9117" y="connsiteY9117"/>
                </a:cxn>
                <a:cxn ang="0">
                  <a:pos x="connsiteX9118" y="connsiteY9118"/>
                </a:cxn>
                <a:cxn ang="0">
                  <a:pos x="connsiteX9119" y="connsiteY9119"/>
                </a:cxn>
                <a:cxn ang="0">
                  <a:pos x="connsiteX9120" y="connsiteY9120"/>
                </a:cxn>
                <a:cxn ang="0">
                  <a:pos x="connsiteX9121" y="connsiteY9121"/>
                </a:cxn>
                <a:cxn ang="0">
                  <a:pos x="connsiteX9122" y="connsiteY9122"/>
                </a:cxn>
                <a:cxn ang="0">
                  <a:pos x="connsiteX9123" y="connsiteY9123"/>
                </a:cxn>
                <a:cxn ang="0">
                  <a:pos x="connsiteX9124" y="connsiteY9124"/>
                </a:cxn>
                <a:cxn ang="0">
                  <a:pos x="connsiteX9125" y="connsiteY9125"/>
                </a:cxn>
                <a:cxn ang="0">
                  <a:pos x="connsiteX9126" y="connsiteY9126"/>
                </a:cxn>
                <a:cxn ang="0">
                  <a:pos x="connsiteX9127" y="connsiteY9127"/>
                </a:cxn>
                <a:cxn ang="0">
                  <a:pos x="connsiteX9128" y="connsiteY9128"/>
                </a:cxn>
                <a:cxn ang="0">
                  <a:pos x="connsiteX9129" y="connsiteY9129"/>
                </a:cxn>
                <a:cxn ang="0">
                  <a:pos x="connsiteX9130" y="connsiteY9130"/>
                </a:cxn>
                <a:cxn ang="0">
                  <a:pos x="connsiteX9131" y="connsiteY9131"/>
                </a:cxn>
                <a:cxn ang="0">
                  <a:pos x="connsiteX9132" y="connsiteY9132"/>
                </a:cxn>
                <a:cxn ang="0">
                  <a:pos x="connsiteX9133" y="connsiteY9133"/>
                </a:cxn>
                <a:cxn ang="0">
                  <a:pos x="connsiteX9134" y="connsiteY9134"/>
                </a:cxn>
                <a:cxn ang="0">
                  <a:pos x="connsiteX9135" y="connsiteY9135"/>
                </a:cxn>
                <a:cxn ang="0">
                  <a:pos x="connsiteX9136" y="connsiteY9136"/>
                </a:cxn>
                <a:cxn ang="0">
                  <a:pos x="connsiteX9137" y="connsiteY9137"/>
                </a:cxn>
                <a:cxn ang="0">
                  <a:pos x="connsiteX9138" y="connsiteY9138"/>
                </a:cxn>
                <a:cxn ang="0">
                  <a:pos x="connsiteX9139" y="connsiteY9139"/>
                </a:cxn>
                <a:cxn ang="0">
                  <a:pos x="connsiteX9140" y="connsiteY9140"/>
                </a:cxn>
                <a:cxn ang="0">
                  <a:pos x="connsiteX9141" y="connsiteY9141"/>
                </a:cxn>
                <a:cxn ang="0">
                  <a:pos x="connsiteX9142" y="connsiteY9142"/>
                </a:cxn>
                <a:cxn ang="0">
                  <a:pos x="connsiteX9143" y="connsiteY9143"/>
                </a:cxn>
                <a:cxn ang="0">
                  <a:pos x="connsiteX9144" y="connsiteY9144"/>
                </a:cxn>
                <a:cxn ang="0">
                  <a:pos x="connsiteX9145" y="connsiteY9145"/>
                </a:cxn>
                <a:cxn ang="0">
                  <a:pos x="connsiteX9146" y="connsiteY9146"/>
                </a:cxn>
                <a:cxn ang="0">
                  <a:pos x="connsiteX9147" y="connsiteY9147"/>
                </a:cxn>
                <a:cxn ang="0">
                  <a:pos x="connsiteX9148" y="connsiteY9148"/>
                </a:cxn>
                <a:cxn ang="0">
                  <a:pos x="connsiteX9149" y="connsiteY9149"/>
                </a:cxn>
                <a:cxn ang="0">
                  <a:pos x="connsiteX9150" y="connsiteY9150"/>
                </a:cxn>
                <a:cxn ang="0">
                  <a:pos x="connsiteX9151" y="connsiteY9151"/>
                </a:cxn>
                <a:cxn ang="0">
                  <a:pos x="connsiteX9152" y="connsiteY9152"/>
                </a:cxn>
                <a:cxn ang="0">
                  <a:pos x="connsiteX9153" y="connsiteY9153"/>
                </a:cxn>
                <a:cxn ang="0">
                  <a:pos x="connsiteX9154" y="connsiteY9154"/>
                </a:cxn>
                <a:cxn ang="0">
                  <a:pos x="connsiteX9155" y="connsiteY9155"/>
                </a:cxn>
                <a:cxn ang="0">
                  <a:pos x="connsiteX9156" y="connsiteY9156"/>
                </a:cxn>
                <a:cxn ang="0">
                  <a:pos x="connsiteX9157" y="connsiteY9157"/>
                </a:cxn>
                <a:cxn ang="0">
                  <a:pos x="connsiteX9158" y="connsiteY9158"/>
                </a:cxn>
                <a:cxn ang="0">
                  <a:pos x="connsiteX9159" y="connsiteY9159"/>
                </a:cxn>
                <a:cxn ang="0">
                  <a:pos x="connsiteX9160" y="connsiteY9160"/>
                </a:cxn>
                <a:cxn ang="0">
                  <a:pos x="connsiteX9161" y="connsiteY9161"/>
                </a:cxn>
                <a:cxn ang="0">
                  <a:pos x="connsiteX9162" y="connsiteY9162"/>
                </a:cxn>
                <a:cxn ang="0">
                  <a:pos x="connsiteX9163" y="connsiteY9163"/>
                </a:cxn>
                <a:cxn ang="0">
                  <a:pos x="connsiteX9164" y="connsiteY9164"/>
                </a:cxn>
                <a:cxn ang="0">
                  <a:pos x="connsiteX9165" y="connsiteY9165"/>
                </a:cxn>
                <a:cxn ang="0">
                  <a:pos x="connsiteX9166" y="connsiteY9166"/>
                </a:cxn>
                <a:cxn ang="0">
                  <a:pos x="connsiteX9167" y="connsiteY9167"/>
                </a:cxn>
                <a:cxn ang="0">
                  <a:pos x="connsiteX9168" y="connsiteY9168"/>
                </a:cxn>
                <a:cxn ang="0">
                  <a:pos x="connsiteX9169" y="connsiteY9169"/>
                </a:cxn>
                <a:cxn ang="0">
                  <a:pos x="connsiteX9170" y="connsiteY9170"/>
                </a:cxn>
                <a:cxn ang="0">
                  <a:pos x="connsiteX9171" y="connsiteY9171"/>
                </a:cxn>
                <a:cxn ang="0">
                  <a:pos x="connsiteX9172" y="connsiteY9172"/>
                </a:cxn>
                <a:cxn ang="0">
                  <a:pos x="connsiteX9173" y="connsiteY9173"/>
                </a:cxn>
                <a:cxn ang="0">
                  <a:pos x="connsiteX9174" y="connsiteY9174"/>
                </a:cxn>
                <a:cxn ang="0">
                  <a:pos x="connsiteX9175" y="connsiteY9175"/>
                </a:cxn>
                <a:cxn ang="0">
                  <a:pos x="connsiteX9176" y="connsiteY9176"/>
                </a:cxn>
                <a:cxn ang="0">
                  <a:pos x="connsiteX9177" y="connsiteY9177"/>
                </a:cxn>
                <a:cxn ang="0">
                  <a:pos x="connsiteX9178" y="connsiteY9178"/>
                </a:cxn>
                <a:cxn ang="0">
                  <a:pos x="connsiteX9179" y="connsiteY9179"/>
                </a:cxn>
                <a:cxn ang="0">
                  <a:pos x="connsiteX9180" y="connsiteY9180"/>
                </a:cxn>
                <a:cxn ang="0">
                  <a:pos x="connsiteX9181" y="connsiteY9181"/>
                </a:cxn>
                <a:cxn ang="0">
                  <a:pos x="connsiteX9182" y="connsiteY9182"/>
                </a:cxn>
                <a:cxn ang="0">
                  <a:pos x="connsiteX9183" y="connsiteY9183"/>
                </a:cxn>
                <a:cxn ang="0">
                  <a:pos x="connsiteX9184" y="connsiteY9184"/>
                </a:cxn>
                <a:cxn ang="0">
                  <a:pos x="connsiteX9185" y="connsiteY9185"/>
                </a:cxn>
                <a:cxn ang="0">
                  <a:pos x="connsiteX9186" y="connsiteY9186"/>
                </a:cxn>
                <a:cxn ang="0">
                  <a:pos x="connsiteX9187" y="connsiteY9187"/>
                </a:cxn>
                <a:cxn ang="0">
                  <a:pos x="connsiteX9188" y="connsiteY9188"/>
                </a:cxn>
                <a:cxn ang="0">
                  <a:pos x="connsiteX9189" y="connsiteY9189"/>
                </a:cxn>
                <a:cxn ang="0">
                  <a:pos x="connsiteX9190" y="connsiteY9190"/>
                </a:cxn>
                <a:cxn ang="0">
                  <a:pos x="connsiteX9191" y="connsiteY9191"/>
                </a:cxn>
                <a:cxn ang="0">
                  <a:pos x="connsiteX9192" y="connsiteY9192"/>
                </a:cxn>
                <a:cxn ang="0">
                  <a:pos x="connsiteX9193" y="connsiteY9193"/>
                </a:cxn>
                <a:cxn ang="0">
                  <a:pos x="connsiteX9194" y="connsiteY9194"/>
                </a:cxn>
                <a:cxn ang="0">
                  <a:pos x="connsiteX9195" y="connsiteY9195"/>
                </a:cxn>
                <a:cxn ang="0">
                  <a:pos x="connsiteX9196" y="connsiteY9196"/>
                </a:cxn>
                <a:cxn ang="0">
                  <a:pos x="connsiteX9197" y="connsiteY9197"/>
                </a:cxn>
                <a:cxn ang="0">
                  <a:pos x="connsiteX9198" y="connsiteY9198"/>
                </a:cxn>
                <a:cxn ang="0">
                  <a:pos x="connsiteX9199" y="connsiteY9199"/>
                </a:cxn>
                <a:cxn ang="0">
                  <a:pos x="connsiteX9200" y="connsiteY9200"/>
                </a:cxn>
                <a:cxn ang="0">
                  <a:pos x="connsiteX9201" y="connsiteY9201"/>
                </a:cxn>
                <a:cxn ang="0">
                  <a:pos x="connsiteX9202" y="connsiteY9202"/>
                </a:cxn>
                <a:cxn ang="0">
                  <a:pos x="connsiteX9203" y="connsiteY9203"/>
                </a:cxn>
                <a:cxn ang="0">
                  <a:pos x="connsiteX9204" y="connsiteY9204"/>
                </a:cxn>
                <a:cxn ang="0">
                  <a:pos x="connsiteX9205" y="connsiteY9205"/>
                </a:cxn>
                <a:cxn ang="0">
                  <a:pos x="connsiteX9206" y="connsiteY9206"/>
                </a:cxn>
                <a:cxn ang="0">
                  <a:pos x="connsiteX9207" y="connsiteY9207"/>
                </a:cxn>
                <a:cxn ang="0">
                  <a:pos x="connsiteX9208" y="connsiteY9208"/>
                </a:cxn>
                <a:cxn ang="0">
                  <a:pos x="connsiteX9209" y="connsiteY9209"/>
                </a:cxn>
                <a:cxn ang="0">
                  <a:pos x="connsiteX9210" y="connsiteY9210"/>
                </a:cxn>
                <a:cxn ang="0">
                  <a:pos x="connsiteX9211" y="connsiteY9211"/>
                </a:cxn>
                <a:cxn ang="0">
                  <a:pos x="connsiteX9212" y="connsiteY9212"/>
                </a:cxn>
                <a:cxn ang="0">
                  <a:pos x="connsiteX9213" y="connsiteY9213"/>
                </a:cxn>
                <a:cxn ang="0">
                  <a:pos x="connsiteX9214" y="connsiteY9214"/>
                </a:cxn>
                <a:cxn ang="0">
                  <a:pos x="connsiteX9215" y="connsiteY9215"/>
                </a:cxn>
                <a:cxn ang="0">
                  <a:pos x="connsiteX9216" y="connsiteY9216"/>
                </a:cxn>
                <a:cxn ang="0">
                  <a:pos x="connsiteX9217" y="connsiteY9217"/>
                </a:cxn>
                <a:cxn ang="0">
                  <a:pos x="connsiteX9218" y="connsiteY9218"/>
                </a:cxn>
                <a:cxn ang="0">
                  <a:pos x="connsiteX9219" y="connsiteY9219"/>
                </a:cxn>
                <a:cxn ang="0">
                  <a:pos x="connsiteX9220" y="connsiteY9220"/>
                </a:cxn>
                <a:cxn ang="0">
                  <a:pos x="connsiteX9221" y="connsiteY9221"/>
                </a:cxn>
                <a:cxn ang="0">
                  <a:pos x="connsiteX9222" y="connsiteY9222"/>
                </a:cxn>
                <a:cxn ang="0">
                  <a:pos x="connsiteX9223" y="connsiteY9223"/>
                </a:cxn>
                <a:cxn ang="0">
                  <a:pos x="connsiteX9224" y="connsiteY9224"/>
                </a:cxn>
                <a:cxn ang="0">
                  <a:pos x="connsiteX9225" y="connsiteY9225"/>
                </a:cxn>
                <a:cxn ang="0">
                  <a:pos x="connsiteX9226" y="connsiteY9226"/>
                </a:cxn>
                <a:cxn ang="0">
                  <a:pos x="connsiteX9227" y="connsiteY9227"/>
                </a:cxn>
                <a:cxn ang="0">
                  <a:pos x="connsiteX9228" y="connsiteY9228"/>
                </a:cxn>
                <a:cxn ang="0">
                  <a:pos x="connsiteX9229" y="connsiteY9229"/>
                </a:cxn>
                <a:cxn ang="0">
                  <a:pos x="connsiteX9230" y="connsiteY9230"/>
                </a:cxn>
                <a:cxn ang="0">
                  <a:pos x="connsiteX9231" y="connsiteY9231"/>
                </a:cxn>
                <a:cxn ang="0">
                  <a:pos x="connsiteX9232" y="connsiteY9232"/>
                </a:cxn>
                <a:cxn ang="0">
                  <a:pos x="connsiteX9233" y="connsiteY9233"/>
                </a:cxn>
                <a:cxn ang="0">
                  <a:pos x="connsiteX9234" y="connsiteY9234"/>
                </a:cxn>
                <a:cxn ang="0">
                  <a:pos x="connsiteX9235" y="connsiteY9235"/>
                </a:cxn>
                <a:cxn ang="0">
                  <a:pos x="connsiteX9236" y="connsiteY9236"/>
                </a:cxn>
                <a:cxn ang="0">
                  <a:pos x="connsiteX9237" y="connsiteY9237"/>
                </a:cxn>
                <a:cxn ang="0">
                  <a:pos x="connsiteX9238" y="connsiteY9238"/>
                </a:cxn>
                <a:cxn ang="0">
                  <a:pos x="connsiteX9239" y="connsiteY9239"/>
                </a:cxn>
                <a:cxn ang="0">
                  <a:pos x="connsiteX9240" y="connsiteY9240"/>
                </a:cxn>
                <a:cxn ang="0">
                  <a:pos x="connsiteX9241" y="connsiteY9241"/>
                </a:cxn>
                <a:cxn ang="0">
                  <a:pos x="connsiteX9242" y="connsiteY9242"/>
                </a:cxn>
                <a:cxn ang="0">
                  <a:pos x="connsiteX9243" y="connsiteY9243"/>
                </a:cxn>
                <a:cxn ang="0">
                  <a:pos x="connsiteX9244" y="connsiteY9244"/>
                </a:cxn>
                <a:cxn ang="0">
                  <a:pos x="connsiteX9245" y="connsiteY9245"/>
                </a:cxn>
                <a:cxn ang="0">
                  <a:pos x="connsiteX9246" y="connsiteY9246"/>
                </a:cxn>
                <a:cxn ang="0">
                  <a:pos x="connsiteX9247" y="connsiteY9247"/>
                </a:cxn>
                <a:cxn ang="0">
                  <a:pos x="connsiteX9248" y="connsiteY9248"/>
                </a:cxn>
                <a:cxn ang="0">
                  <a:pos x="connsiteX9249" y="connsiteY9249"/>
                </a:cxn>
                <a:cxn ang="0">
                  <a:pos x="connsiteX9250" y="connsiteY9250"/>
                </a:cxn>
                <a:cxn ang="0">
                  <a:pos x="connsiteX9251" y="connsiteY9251"/>
                </a:cxn>
                <a:cxn ang="0">
                  <a:pos x="connsiteX9252" y="connsiteY9252"/>
                </a:cxn>
                <a:cxn ang="0">
                  <a:pos x="connsiteX9253" y="connsiteY9253"/>
                </a:cxn>
                <a:cxn ang="0">
                  <a:pos x="connsiteX9254" y="connsiteY9254"/>
                </a:cxn>
                <a:cxn ang="0">
                  <a:pos x="connsiteX9255" y="connsiteY9255"/>
                </a:cxn>
                <a:cxn ang="0">
                  <a:pos x="connsiteX9256" y="connsiteY9256"/>
                </a:cxn>
                <a:cxn ang="0">
                  <a:pos x="connsiteX9257" y="connsiteY9257"/>
                </a:cxn>
                <a:cxn ang="0">
                  <a:pos x="connsiteX9258" y="connsiteY9258"/>
                </a:cxn>
                <a:cxn ang="0">
                  <a:pos x="connsiteX9259" y="connsiteY9259"/>
                </a:cxn>
                <a:cxn ang="0">
                  <a:pos x="connsiteX9260" y="connsiteY9260"/>
                </a:cxn>
                <a:cxn ang="0">
                  <a:pos x="connsiteX9261" y="connsiteY9261"/>
                </a:cxn>
                <a:cxn ang="0">
                  <a:pos x="connsiteX9262" y="connsiteY9262"/>
                </a:cxn>
                <a:cxn ang="0">
                  <a:pos x="connsiteX9263" y="connsiteY9263"/>
                </a:cxn>
                <a:cxn ang="0">
                  <a:pos x="connsiteX9264" y="connsiteY9264"/>
                </a:cxn>
                <a:cxn ang="0">
                  <a:pos x="connsiteX9265" y="connsiteY9265"/>
                </a:cxn>
                <a:cxn ang="0">
                  <a:pos x="connsiteX9266" y="connsiteY9266"/>
                </a:cxn>
                <a:cxn ang="0">
                  <a:pos x="connsiteX9267" y="connsiteY9267"/>
                </a:cxn>
                <a:cxn ang="0">
                  <a:pos x="connsiteX9268" y="connsiteY9268"/>
                </a:cxn>
                <a:cxn ang="0">
                  <a:pos x="connsiteX9269" y="connsiteY9269"/>
                </a:cxn>
                <a:cxn ang="0">
                  <a:pos x="connsiteX9270" y="connsiteY9270"/>
                </a:cxn>
                <a:cxn ang="0">
                  <a:pos x="connsiteX9271" y="connsiteY9271"/>
                </a:cxn>
                <a:cxn ang="0">
                  <a:pos x="connsiteX9272" y="connsiteY9272"/>
                </a:cxn>
                <a:cxn ang="0">
                  <a:pos x="connsiteX9273" y="connsiteY9273"/>
                </a:cxn>
                <a:cxn ang="0">
                  <a:pos x="connsiteX9274" y="connsiteY9274"/>
                </a:cxn>
                <a:cxn ang="0">
                  <a:pos x="connsiteX9275" y="connsiteY9275"/>
                </a:cxn>
                <a:cxn ang="0">
                  <a:pos x="connsiteX9276" y="connsiteY9276"/>
                </a:cxn>
                <a:cxn ang="0">
                  <a:pos x="connsiteX9277" y="connsiteY9277"/>
                </a:cxn>
                <a:cxn ang="0">
                  <a:pos x="connsiteX9278" y="connsiteY9278"/>
                </a:cxn>
                <a:cxn ang="0">
                  <a:pos x="connsiteX9279" y="connsiteY9279"/>
                </a:cxn>
                <a:cxn ang="0">
                  <a:pos x="connsiteX9280" y="connsiteY9280"/>
                </a:cxn>
                <a:cxn ang="0">
                  <a:pos x="connsiteX9281" y="connsiteY9281"/>
                </a:cxn>
                <a:cxn ang="0">
                  <a:pos x="connsiteX9282" y="connsiteY9282"/>
                </a:cxn>
                <a:cxn ang="0">
                  <a:pos x="connsiteX9283" y="connsiteY9283"/>
                </a:cxn>
                <a:cxn ang="0">
                  <a:pos x="connsiteX9284" y="connsiteY9284"/>
                </a:cxn>
                <a:cxn ang="0">
                  <a:pos x="connsiteX9285" y="connsiteY9285"/>
                </a:cxn>
                <a:cxn ang="0">
                  <a:pos x="connsiteX9286" y="connsiteY9286"/>
                </a:cxn>
                <a:cxn ang="0">
                  <a:pos x="connsiteX9287" y="connsiteY9287"/>
                </a:cxn>
                <a:cxn ang="0">
                  <a:pos x="connsiteX9288" y="connsiteY9288"/>
                </a:cxn>
                <a:cxn ang="0">
                  <a:pos x="connsiteX9289" y="connsiteY9289"/>
                </a:cxn>
                <a:cxn ang="0">
                  <a:pos x="connsiteX9290" y="connsiteY9290"/>
                </a:cxn>
                <a:cxn ang="0">
                  <a:pos x="connsiteX9291" y="connsiteY9291"/>
                </a:cxn>
                <a:cxn ang="0">
                  <a:pos x="connsiteX9292" y="connsiteY9292"/>
                </a:cxn>
                <a:cxn ang="0">
                  <a:pos x="connsiteX9293" y="connsiteY9293"/>
                </a:cxn>
                <a:cxn ang="0">
                  <a:pos x="connsiteX9294" y="connsiteY9294"/>
                </a:cxn>
                <a:cxn ang="0">
                  <a:pos x="connsiteX9295" y="connsiteY9295"/>
                </a:cxn>
                <a:cxn ang="0">
                  <a:pos x="connsiteX9296" y="connsiteY9296"/>
                </a:cxn>
                <a:cxn ang="0">
                  <a:pos x="connsiteX9297" y="connsiteY9297"/>
                </a:cxn>
                <a:cxn ang="0">
                  <a:pos x="connsiteX9298" y="connsiteY9298"/>
                </a:cxn>
                <a:cxn ang="0">
                  <a:pos x="connsiteX9299" y="connsiteY9299"/>
                </a:cxn>
                <a:cxn ang="0">
                  <a:pos x="connsiteX9300" y="connsiteY9300"/>
                </a:cxn>
                <a:cxn ang="0">
                  <a:pos x="connsiteX9301" y="connsiteY9301"/>
                </a:cxn>
                <a:cxn ang="0">
                  <a:pos x="connsiteX9302" y="connsiteY9302"/>
                </a:cxn>
                <a:cxn ang="0">
                  <a:pos x="connsiteX9303" y="connsiteY9303"/>
                </a:cxn>
                <a:cxn ang="0">
                  <a:pos x="connsiteX9304" y="connsiteY9304"/>
                </a:cxn>
                <a:cxn ang="0">
                  <a:pos x="connsiteX9305" y="connsiteY9305"/>
                </a:cxn>
                <a:cxn ang="0">
                  <a:pos x="connsiteX9306" y="connsiteY9306"/>
                </a:cxn>
                <a:cxn ang="0">
                  <a:pos x="connsiteX9307" y="connsiteY9307"/>
                </a:cxn>
                <a:cxn ang="0">
                  <a:pos x="connsiteX9308" y="connsiteY9308"/>
                </a:cxn>
                <a:cxn ang="0">
                  <a:pos x="connsiteX9309" y="connsiteY9309"/>
                </a:cxn>
                <a:cxn ang="0">
                  <a:pos x="connsiteX9310" y="connsiteY9310"/>
                </a:cxn>
                <a:cxn ang="0">
                  <a:pos x="connsiteX9311" y="connsiteY9311"/>
                </a:cxn>
                <a:cxn ang="0">
                  <a:pos x="connsiteX9312" y="connsiteY9312"/>
                </a:cxn>
                <a:cxn ang="0">
                  <a:pos x="connsiteX9313" y="connsiteY9313"/>
                </a:cxn>
                <a:cxn ang="0">
                  <a:pos x="connsiteX9314" y="connsiteY9314"/>
                </a:cxn>
                <a:cxn ang="0">
                  <a:pos x="connsiteX9315" y="connsiteY9315"/>
                </a:cxn>
                <a:cxn ang="0">
                  <a:pos x="connsiteX9316" y="connsiteY9316"/>
                </a:cxn>
                <a:cxn ang="0">
                  <a:pos x="connsiteX9317" y="connsiteY9317"/>
                </a:cxn>
                <a:cxn ang="0">
                  <a:pos x="connsiteX9318" y="connsiteY9318"/>
                </a:cxn>
                <a:cxn ang="0">
                  <a:pos x="connsiteX9319" y="connsiteY9319"/>
                </a:cxn>
                <a:cxn ang="0">
                  <a:pos x="connsiteX9320" y="connsiteY9320"/>
                </a:cxn>
                <a:cxn ang="0">
                  <a:pos x="connsiteX9321" y="connsiteY9321"/>
                </a:cxn>
                <a:cxn ang="0">
                  <a:pos x="connsiteX9322" y="connsiteY9322"/>
                </a:cxn>
                <a:cxn ang="0">
                  <a:pos x="connsiteX9323" y="connsiteY9323"/>
                </a:cxn>
                <a:cxn ang="0">
                  <a:pos x="connsiteX9324" y="connsiteY9324"/>
                </a:cxn>
                <a:cxn ang="0">
                  <a:pos x="connsiteX9325" y="connsiteY9325"/>
                </a:cxn>
                <a:cxn ang="0">
                  <a:pos x="connsiteX9326" y="connsiteY9326"/>
                </a:cxn>
                <a:cxn ang="0">
                  <a:pos x="connsiteX9327" y="connsiteY9327"/>
                </a:cxn>
                <a:cxn ang="0">
                  <a:pos x="connsiteX9328" y="connsiteY9328"/>
                </a:cxn>
                <a:cxn ang="0">
                  <a:pos x="connsiteX9329" y="connsiteY9329"/>
                </a:cxn>
                <a:cxn ang="0">
                  <a:pos x="connsiteX9330" y="connsiteY9330"/>
                </a:cxn>
                <a:cxn ang="0">
                  <a:pos x="connsiteX9331" y="connsiteY9331"/>
                </a:cxn>
                <a:cxn ang="0">
                  <a:pos x="connsiteX9332" y="connsiteY9332"/>
                </a:cxn>
                <a:cxn ang="0">
                  <a:pos x="connsiteX9333" y="connsiteY9333"/>
                </a:cxn>
                <a:cxn ang="0">
                  <a:pos x="connsiteX9334" y="connsiteY9334"/>
                </a:cxn>
                <a:cxn ang="0">
                  <a:pos x="connsiteX9335" y="connsiteY9335"/>
                </a:cxn>
                <a:cxn ang="0">
                  <a:pos x="connsiteX9336" y="connsiteY9336"/>
                </a:cxn>
                <a:cxn ang="0">
                  <a:pos x="connsiteX9337" y="connsiteY9337"/>
                </a:cxn>
                <a:cxn ang="0">
                  <a:pos x="connsiteX9338" y="connsiteY9338"/>
                </a:cxn>
                <a:cxn ang="0">
                  <a:pos x="connsiteX9339" y="connsiteY9339"/>
                </a:cxn>
                <a:cxn ang="0">
                  <a:pos x="connsiteX9340" y="connsiteY9340"/>
                </a:cxn>
                <a:cxn ang="0">
                  <a:pos x="connsiteX9341" y="connsiteY9341"/>
                </a:cxn>
                <a:cxn ang="0">
                  <a:pos x="connsiteX9342" y="connsiteY9342"/>
                </a:cxn>
                <a:cxn ang="0">
                  <a:pos x="connsiteX9343" y="connsiteY9343"/>
                </a:cxn>
                <a:cxn ang="0">
                  <a:pos x="connsiteX9344" y="connsiteY9344"/>
                </a:cxn>
                <a:cxn ang="0">
                  <a:pos x="connsiteX9345" y="connsiteY9345"/>
                </a:cxn>
                <a:cxn ang="0">
                  <a:pos x="connsiteX9346" y="connsiteY9346"/>
                </a:cxn>
                <a:cxn ang="0">
                  <a:pos x="connsiteX9347" y="connsiteY9347"/>
                </a:cxn>
                <a:cxn ang="0">
                  <a:pos x="connsiteX9348" y="connsiteY9348"/>
                </a:cxn>
                <a:cxn ang="0">
                  <a:pos x="connsiteX9349" y="connsiteY9349"/>
                </a:cxn>
                <a:cxn ang="0">
                  <a:pos x="connsiteX9350" y="connsiteY9350"/>
                </a:cxn>
                <a:cxn ang="0">
                  <a:pos x="connsiteX9351" y="connsiteY9351"/>
                </a:cxn>
                <a:cxn ang="0">
                  <a:pos x="connsiteX9352" y="connsiteY9352"/>
                </a:cxn>
                <a:cxn ang="0">
                  <a:pos x="connsiteX9353" y="connsiteY9353"/>
                </a:cxn>
                <a:cxn ang="0">
                  <a:pos x="connsiteX9354" y="connsiteY9354"/>
                </a:cxn>
                <a:cxn ang="0">
                  <a:pos x="connsiteX9355" y="connsiteY9355"/>
                </a:cxn>
                <a:cxn ang="0">
                  <a:pos x="connsiteX9356" y="connsiteY9356"/>
                </a:cxn>
                <a:cxn ang="0">
                  <a:pos x="connsiteX9357" y="connsiteY9357"/>
                </a:cxn>
                <a:cxn ang="0">
                  <a:pos x="connsiteX9358" y="connsiteY9358"/>
                </a:cxn>
                <a:cxn ang="0">
                  <a:pos x="connsiteX9359" y="connsiteY9359"/>
                </a:cxn>
                <a:cxn ang="0">
                  <a:pos x="connsiteX9360" y="connsiteY9360"/>
                </a:cxn>
                <a:cxn ang="0">
                  <a:pos x="connsiteX9361" y="connsiteY9361"/>
                </a:cxn>
                <a:cxn ang="0">
                  <a:pos x="connsiteX9362" y="connsiteY9362"/>
                </a:cxn>
                <a:cxn ang="0">
                  <a:pos x="connsiteX9363" y="connsiteY9363"/>
                </a:cxn>
                <a:cxn ang="0">
                  <a:pos x="connsiteX9364" y="connsiteY9364"/>
                </a:cxn>
                <a:cxn ang="0">
                  <a:pos x="connsiteX9365" y="connsiteY9365"/>
                </a:cxn>
                <a:cxn ang="0">
                  <a:pos x="connsiteX9366" y="connsiteY9366"/>
                </a:cxn>
                <a:cxn ang="0">
                  <a:pos x="connsiteX9367" y="connsiteY9367"/>
                </a:cxn>
                <a:cxn ang="0">
                  <a:pos x="connsiteX9368" y="connsiteY9368"/>
                </a:cxn>
                <a:cxn ang="0">
                  <a:pos x="connsiteX9369" y="connsiteY9369"/>
                </a:cxn>
                <a:cxn ang="0">
                  <a:pos x="connsiteX9370" y="connsiteY9370"/>
                </a:cxn>
                <a:cxn ang="0">
                  <a:pos x="connsiteX9371" y="connsiteY9371"/>
                </a:cxn>
                <a:cxn ang="0">
                  <a:pos x="connsiteX9372" y="connsiteY9372"/>
                </a:cxn>
                <a:cxn ang="0">
                  <a:pos x="connsiteX9373" y="connsiteY9373"/>
                </a:cxn>
                <a:cxn ang="0">
                  <a:pos x="connsiteX9374" y="connsiteY9374"/>
                </a:cxn>
                <a:cxn ang="0">
                  <a:pos x="connsiteX9375" y="connsiteY9375"/>
                </a:cxn>
                <a:cxn ang="0">
                  <a:pos x="connsiteX9376" y="connsiteY9376"/>
                </a:cxn>
                <a:cxn ang="0">
                  <a:pos x="connsiteX9377" y="connsiteY9377"/>
                </a:cxn>
                <a:cxn ang="0">
                  <a:pos x="connsiteX9378" y="connsiteY9378"/>
                </a:cxn>
                <a:cxn ang="0">
                  <a:pos x="connsiteX9379" y="connsiteY9379"/>
                </a:cxn>
                <a:cxn ang="0">
                  <a:pos x="connsiteX9380" y="connsiteY9380"/>
                </a:cxn>
                <a:cxn ang="0">
                  <a:pos x="connsiteX9381" y="connsiteY9381"/>
                </a:cxn>
                <a:cxn ang="0">
                  <a:pos x="connsiteX9382" y="connsiteY9382"/>
                </a:cxn>
                <a:cxn ang="0">
                  <a:pos x="connsiteX9383" y="connsiteY9383"/>
                </a:cxn>
                <a:cxn ang="0">
                  <a:pos x="connsiteX9384" y="connsiteY9384"/>
                </a:cxn>
                <a:cxn ang="0">
                  <a:pos x="connsiteX9385" y="connsiteY9385"/>
                </a:cxn>
                <a:cxn ang="0">
                  <a:pos x="connsiteX9386" y="connsiteY9386"/>
                </a:cxn>
                <a:cxn ang="0">
                  <a:pos x="connsiteX9387" y="connsiteY9387"/>
                </a:cxn>
                <a:cxn ang="0">
                  <a:pos x="connsiteX9388" y="connsiteY9388"/>
                </a:cxn>
                <a:cxn ang="0">
                  <a:pos x="connsiteX9389" y="connsiteY9389"/>
                </a:cxn>
                <a:cxn ang="0">
                  <a:pos x="connsiteX9390" y="connsiteY9390"/>
                </a:cxn>
                <a:cxn ang="0">
                  <a:pos x="connsiteX9391" y="connsiteY9391"/>
                </a:cxn>
                <a:cxn ang="0">
                  <a:pos x="connsiteX9392" y="connsiteY9392"/>
                </a:cxn>
                <a:cxn ang="0">
                  <a:pos x="connsiteX9393" y="connsiteY9393"/>
                </a:cxn>
                <a:cxn ang="0">
                  <a:pos x="connsiteX9394" y="connsiteY9394"/>
                </a:cxn>
                <a:cxn ang="0">
                  <a:pos x="connsiteX9395" y="connsiteY9395"/>
                </a:cxn>
                <a:cxn ang="0">
                  <a:pos x="connsiteX9396" y="connsiteY9396"/>
                </a:cxn>
                <a:cxn ang="0">
                  <a:pos x="connsiteX9397" y="connsiteY9397"/>
                </a:cxn>
                <a:cxn ang="0">
                  <a:pos x="connsiteX9398" y="connsiteY9398"/>
                </a:cxn>
                <a:cxn ang="0">
                  <a:pos x="connsiteX9399" y="connsiteY9399"/>
                </a:cxn>
                <a:cxn ang="0">
                  <a:pos x="connsiteX9400" y="connsiteY9400"/>
                </a:cxn>
                <a:cxn ang="0">
                  <a:pos x="connsiteX9401" y="connsiteY9401"/>
                </a:cxn>
                <a:cxn ang="0">
                  <a:pos x="connsiteX9402" y="connsiteY9402"/>
                </a:cxn>
                <a:cxn ang="0">
                  <a:pos x="connsiteX9403" y="connsiteY9403"/>
                </a:cxn>
                <a:cxn ang="0">
                  <a:pos x="connsiteX9404" y="connsiteY9404"/>
                </a:cxn>
                <a:cxn ang="0">
                  <a:pos x="connsiteX9405" y="connsiteY9405"/>
                </a:cxn>
                <a:cxn ang="0">
                  <a:pos x="connsiteX9406" y="connsiteY9406"/>
                </a:cxn>
                <a:cxn ang="0">
                  <a:pos x="connsiteX9407" y="connsiteY9407"/>
                </a:cxn>
                <a:cxn ang="0">
                  <a:pos x="connsiteX9408" y="connsiteY9408"/>
                </a:cxn>
                <a:cxn ang="0">
                  <a:pos x="connsiteX9409" y="connsiteY9409"/>
                </a:cxn>
                <a:cxn ang="0">
                  <a:pos x="connsiteX9410" y="connsiteY9410"/>
                </a:cxn>
                <a:cxn ang="0">
                  <a:pos x="connsiteX9411" y="connsiteY9411"/>
                </a:cxn>
                <a:cxn ang="0">
                  <a:pos x="connsiteX9412" y="connsiteY9412"/>
                </a:cxn>
                <a:cxn ang="0">
                  <a:pos x="connsiteX9413" y="connsiteY9413"/>
                </a:cxn>
                <a:cxn ang="0">
                  <a:pos x="connsiteX9414" y="connsiteY9414"/>
                </a:cxn>
                <a:cxn ang="0">
                  <a:pos x="connsiteX9415" y="connsiteY9415"/>
                </a:cxn>
                <a:cxn ang="0">
                  <a:pos x="connsiteX9416" y="connsiteY9416"/>
                </a:cxn>
                <a:cxn ang="0">
                  <a:pos x="connsiteX9417" y="connsiteY9417"/>
                </a:cxn>
                <a:cxn ang="0">
                  <a:pos x="connsiteX9418" y="connsiteY9418"/>
                </a:cxn>
                <a:cxn ang="0">
                  <a:pos x="connsiteX9419" y="connsiteY9419"/>
                </a:cxn>
                <a:cxn ang="0">
                  <a:pos x="connsiteX9420" y="connsiteY9420"/>
                </a:cxn>
                <a:cxn ang="0">
                  <a:pos x="connsiteX9421" y="connsiteY9421"/>
                </a:cxn>
                <a:cxn ang="0">
                  <a:pos x="connsiteX9422" y="connsiteY9422"/>
                </a:cxn>
                <a:cxn ang="0">
                  <a:pos x="connsiteX9423" y="connsiteY9423"/>
                </a:cxn>
                <a:cxn ang="0">
                  <a:pos x="connsiteX9424" y="connsiteY9424"/>
                </a:cxn>
                <a:cxn ang="0">
                  <a:pos x="connsiteX9425" y="connsiteY9425"/>
                </a:cxn>
                <a:cxn ang="0">
                  <a:pos x="connsiteX9426" y="connsiteY9426"/>
                </a:cxn>
                <a:cxn ang="0">
                  <a:pos x="connsiteX9427" y="connsiteY9427"/>
                </a:cxn>
                <a:cxn ang="0">
                  <a:pos x="connsiteX9428" y="connsiteY9428"/>
                </a:cxn>
                <a:cxn ang="0">
                  <a:pos x="connsiteX9429" y="connsiteY9429"/>
                </a:cxn>
                <a:cxn ang="0">
                  <a:pos x="connsiteX9430" y="connsiteY9430"/>
                </a:cxn>
                <a:cxn ang="0">
                  <a:pos x="connsiteX9431" y="connsiteY9431"/>
                </a:cxn>
                <a:cxn ang="0">
                  <a:pos x="connsiteX9432" y="connsiteY9432"/>
                </a:cxn>
                <a:cxn ang="0">
                  <a:pos x="connsiteX9433" y="connsiteY9433"/>
                </a:cxn>
                <a:cxn ang="0">
                  <a:pos x="connsiteX9434" y="connsiteY9434"/>
                </a:cxn>
                <a:cxn ang="0">
                  <a:pos x="connsiteX9435" y="connsiteY9435"/>
                </a:cxn>
                <a:cxn ang="0">
                  <a:pos x="connsiteX9436" y="connsiteY9436"/>
                </a:cxn>
                <a:cxn ang="0">
                  <a:pos x="connsiteX9437" y="connsiteY9437"/>
                </a:cxn>
                <a:cxn ang="0">
                  <a:pos x="connsiteX9438" y="connsiteY9438"/>
                </a:cxn>
                <a:cxn ang="0">
                  <a:pos x="connsiteX9439" y="connsiteY9439"/>
                </a:cxn>
                <a:cxn ang="0">
                  <a:pos x="connsiteX9440" y="connsiteY9440"/>
                </a:cxn>
                <a:cxn ang="0">
                  <a:pos x="connsiteX9441" y="connsiteY9441"/>
                </a:cxn>
                <a:cxn ang="0">
                  <a:pos x="connsiteX9442" y="connsiteY9442"/>
                </a:cxn>
                <a:cxn ang="0">
                  <a:pos x="connsiteX9443" y="connsiteY9443"/>
                </a:cxn>
                <a:cxn ang="0">
                  <a:pos x="connsiteX9444" y="connsiteY9444"/>
                </a:cxn>
                <a:cxn ang="0">
                  <a:pos x="connsiteX9445" y="connsiteY9445"/>
                </a:cxn>
                <a:cxn ang="0">
                  <a:pos x="connsiteX9446" y="connsiteY9446"/>
                </a:cxn>
                <a:cxn ang="0">
                  <a:pos x="connsiteX9447" y="connsiteY9447"/>
                </a:cxn>
                <a:cxn ang="0">
                  <a:pos x="connsiteX9448" y="connsiteY9448"/>
                </a:cxn>
                <a:cxn ang="0">
                  <a:pos x="connsiteX9449" y="connsiteY9449"/>
                </a:cxn>
                <a:cxn ang="0">
                  <a:pos x="connsiteX9450" y="connsiteY9450"/>
                </a:cxn>
                <a:cxn ang="0">
                  <a:pos x="connsiteX9451" y="connsiteY9451"/>
                </a:cxn>
                <a:cxn ang="0">
                  <a:pos x="connsiteX9452" y="connsiteY9452"/>
                </a:cxn>
                <a:cxn ang="0">
                  <a:pos x="connsiteX9453" y="connsiteY9453"/>
                </a:cxn>
                <a:cxn ang="0">
                  <a:pos x="connsiteX9454" y="connsiteY9454"/>
                </a:cxn>
                <a:cxn ang="0">
                  <a:pos x="connsiteX9455" y="connsiteY9455"/>
                </a:cxn>
                <a:cxn ang="0">
                  <a:pos x="connsiteX9456" y="connsiteY9456"/>
                </a:cxn>
                <a:cxn ang="0">
                  <a:pos x="connsiteX9457" y="connsiteY9457"/>
                </a:cxn>
                <a:cxn ang="0">
                  <a:pos x="connsiteX9458" y="connsiteY9458"/>
                </a:cxn>
                <a:cxn ang="0">
                  <a:pos x="connsiteX9459" y="connsiteY9459"/>
                </a:cxn>
                <a:cxn ang="0">
                  <a:pos x="connsiteX9460" y="connsiteY9460"/>
                </a:cxn>
                <a:cxn ang="0">
                  <a:pos x="connsiteX9461" y="connsiteY9461"/>
                </a:cxn>
                <a:cxn ang="0">
                  <a:pos x="connsiteX9462" y="connsiteY9462"/>
                </a:cxn>
                <a:cxn ang="0">
                  <a:pos x="connsiteX9463" y="connsiteY9463"/>
                </a:cxn>
                <a:cxn ang="0">
                  <a:pos x="connsiteX9464" y="connsiteY9464"/>
                </a:cxn>
                <a:cxn ang="0">
                  <a:pos x="connsiteX9465" y="connsiteY9465"/>
                </a:cxn>
                <a:cxn ang="0">
                  <a:pos x="connsiteX9466" y="connsiteY9466"/>
                </a:cxn>
                <a:cxn ang="0">
                  <a:pos x="connsiteX9467" y="connsiteY9467"/>
                </a:cxn>
                <a:cxn ang="0">
                  <a:pos x="connsiteX9468" y="connsiteY9468"/>
                </a:cxn>
                <a:cxn ang="0">
                  <a:pos x="connsiteX9469" y="connsiteY9469"/>
                </a:cxn>
                <a:cxn ang="0">
                  <a:pos x="connsiteX9470" y="connsiteY9470"/>
                </a:cxn>
                <a:cxn ang="0">
                  <a:pos x="connsiteX9471" y="connsiteY9471"/>
                </a:cxn>
                <a:cxn ang="0">
                  <a:pos x="connsiteX9472" y="connsiteY9472"/>
                </a:cxn>
                <a:cxn ang="0">
                  <a:pos x="connsiteX9473" y="connsiteY9473"/>
                </a:cxn>
                <a:cxn ang="0">
                  <a:pos x="connsiteX9474" y="connsiteY9474"/>
                </a:cxn>
                <a:cxn ang="0">
                  <a:pos x="connsiteX9475" y="connsiteY9475"/>
                </a:cxn>
                <a:cxn ang="0">
                  <a:pos x="connsiteX9476" y="connsiteY9476"/>
                </a:cxn>
                <a:cxn ang="0">
                  <a:pos x="connsiteX9477" y="connsiteY9477"/>
                </a:cxn>
                <a:cxn ang="0">
                  <a:pos x="connsiteX9478" y="connsiteY9478"/>
                </a:cxn>
                <a:cxn ang="0">
                  <a:pos x="connsiteX9479" y="connsiteY9479"/>
                </a:cxn>
                <a:cxn ang="0">
                  <a:pos x="connsiteX9480" y="connsiteY9480"/>
                </a:cxn>
                <a:cxn ang="0">
                  <a:pos x="connsiteX9481" y="connsiteY9481"/>
                </a:cxn>
                <a:cxn ang="0">
                  <a:pos x="connsiteX9482" y="connsiteY9482"/>
                </a:cxn>
                <a:cxn ang="0">
                  <a:pos x="connsiteX9483" y="connsiteY9483"/>
                </a:cxn>
                <a:cxn ang="0">
                  <a:pos x="connsiteX9484" y="connsiteY9484"/>
                </a:cxn>
                <a:cxn ang="0">
                  <a:pos x="connsiteX9485" y="connsiteY9485"/>
                </a:cxn>
                <a:cxn ang="0">
                  <a:pos x="connsiteX9486" y="connsiteY9486"/>
                </a:cxn>
                <a:cxn ang="0">
                  <a:pos x="connsiteX9487" y="connsiteY9487"/>
                </a:cxn>
                <a:cxn ang="0">
                  <a:pos x="connsiteX9488" y="connsiteY9488"/>
                </a:cxn>
                <a:cxn ang="0">
                  <a:pos x="connsiteX9489" y="connsiteY9489"/>
                </a:cxn>
                <a:cxn ang="0">
                  <a:pos x="connsiteX9490" y="connsiteY9490"/>
                </a:cxn>
                <a:cxn ang="0">
                  <a:pos x="connsiteX9491" y="connsiteY9491"/>
                </a:cxn>
                <a:cxn ang="0">
                  <a:pos x="connsiteX9492" y="connsiteY9492"/>
                </a:cxn>
                <a:cxn ang="0">
                  <a:pos x="connsiteX9493" y="connsiteY9493"/>
                </a:cxn>
                <a:cxn ang="0">
                  <a:pos x="connsiteX9494" y="connsiteY9494"/>
                </a:cxn>
                <a:cxn ang="0">
                  <a:pos x="connsiteX9495" y="connsiteY9495"/>
                </a:cxn>
                <a:cxn ang="0">
                  <a:pos x="connsiteX9496" y="connsiteY9496"/>
                </a:cxn>
                <a:cxn ang="0">
                  <a:pos x="connsiteX9497" y="connsiteY9497"/>
                </a:cxn>
                <a:cxn ang="0">
                  <a:pos x="connsiteX9498" y="connsiteY9498"/>
                </a:cxn>
                <a:cxn ang="0">
                  <a:pos x="connsiteX9499" y="connsiteY9499"/>
                </a:cxn>
                <a:cxn ang="0">
                  <a:pos x="connsiteX9500" y="connsiteY9500"/>
                </a:cxn>
                <a:cxn ang="0">
                  <a:pos x="connsiteX9501" y="connsiteY9501"/>
                </a:cxn>
                <a:cxn ang="0">
                  <a:pos x="connsiteX9502" y="connsiteY9502"/>
                </a:cxn>
                <a:cxn ang="0">
                  <a:pos x="connsiteX9503" y="connsiteY9503"/>
                </a:cxn>
                <a:cxn ang="0">
                  <a:pos x="connsiteX9504" y="connsiteY9504"/>
                </a:cxn>
                <a:cxn ang="0">
                  <a:pos x="connsiteX9505" y="connsiteY9505"/>
                </a:cxn>
                <a:cxn ang="0">
                  <a:pos x="connsiteX9506" y="connsiteY9506"/>
                </a:cxn>
                <a:cxn ang="0">
                  <a:pos x="connsiteX9507" y="connsiteY9507"/>
                </a:cxn>
                <a:cxn ang="0">
                  <a:pos x="connsiteX9508" y="connsiteY9508"/>
                </a:cxn>
                <a:cxn ang="0">
                  <a:pos x="connsiteX9509" y="connsiteY9509"/>
                </a:cxn>
                <a:cxn ang="0">
                  <a:pos x="connsiteX9510" y="connsiteY9510"/>
                </a:cxn>
                <a:cxn ang="0">
                  <a:pos x="connsiteX9511" y="connsiteY9511"/>
                </a:cxn>
                <a:cxn ang="0">
                  <a:pos x="connsiteX9512" y="connsiteY9512"/>
                </a:cxn>
                <a:cxn ang="0">
                  <a:pos x="connsiteX9513" y="connsiteY9513"/>
                </a:cxn>
                <a:cxn ang="0">
                  <a:pos x="connsiteX9514" y="connsiteY9514"/>
                </a:cxn>
                <a:cxn ang="0">
                  <a:pos x="connsiteX9515" y="connsiteY9515"/>
                </a:cxn>
                <a:cxn ang="0">
                  <a:pos x="connsiteX9516" y="connsiteY9516"/>
                </a:cxn>
                <a:cxn ang="0">
                  <a:pos x="connsiteX9517" y="connsiteY9517"/>
                </a:cxn>
                <a:cxn ang="0">
                  <a:pos x="connsiteX9518" y="connsiteY9518"/>
                </a:cxn>
                <a:cxn ang="0">
                  <a:pos x="connsiteX9519" y="connsiteY9519"/>
                </a:cxn>
                <a:cxn ang="0">
                  <a:pos x="connsiteX9520" y="connsiteY9520"/>
                </a:cxn>
                <a:cxn ang="0">
                  <a:pos x="connsiteX9521" y="connsiteY9521"/>
                </a:cxn>
                <a:cxn ang="0">
                  <a:pos x="connsiteX9522" y="connsiteY9522"/>
                </a:cxn>
                <a:cxn ang="0">
                  <a:pos x="connsiteX9523" y="connsiteY9523"/>
                </a:cxn>
                <a:cxn ang="0">
                  <a:pos x="connsiteX9524" y="connsiteY9524"/>
                </a:cxn>
                <a:cxn ang="0">
                  <a:pos x="connsiteX9525" y="connsiteY9525"/>
                </a:cxn>
                <a:cxn ang="0">
                  <a:pos x="connsiteX9526" y="connsiteY9526"/>
                </a:cxn>
                <a:cxn ang="0">
                  <a:pos x="connsiteX9527" y="connsiteY9527"/>
                </a:cxn>
                <a:cxn ang="0">
                  <a:pos x="connsiteX9528" y="connsiteY9528"/>
                </a:cxn>
                <a:cxn ang="0">
                  <a:pos x="connsiteX9529" y="connsiteY9529"/>
                </a:cxn>
                <a:cxn ang="0">
                  <a:pos x="connsiteX9530" y="connsiteY9530"/>
                </a:cxn>
                <a:cxn ang="0">
                  <a:pos x="connsiteX9531" y="connsiteY9531"/>
                </a:cxn>
                <a:cxn ang="0">
                  <a:pos x="connsiteX9532" y="connsiteY9532"/>
                </a:cxn>
                <a:cxn ang="0">
                  <a:pos x="connsiteX9533" y="connsiteY9533"/>
                </a:cxn>
                <a:cxn ang="0">
                  <a:pos x="connsiteX9534" y="connsiteY9534"/>
                </a:cxn>
                <a:cxn ang="0">
                  <a:pos x="connsiteX9535" y="connsiteY9535"/>
                </a:cxn>
                <a:cxn ang="0">
                  <a:pos x="connsiteX9536" y="connsiteY9536"/>
                </a:cxn>
                <a:cxn ang="0">
                  <a:pos x="connsiteX9537" y="connsiteY9537"/>
                </a:cxn>
                <a:cxn ang="0">
                  <a:pos x="connsiteX9538" y="connsiteY9538"/>
                </a:cxn>
                <a:cxn ang="0">
                  <a:pos x="connsiteX9539" y="connsiteY9539"/>
                </a:cxn>
                <a:cxn ang="0">
                  <a:pos x="connsiteX9540" y="connsiteY9540"/>
                </a:cxn>
                <a:cxn ang="0">
                  <a:pos x="connsiteX9541" y="connsiteY9541"/>
                </a:cxn>
                <a:cxn ang="0">
                  <a:pos x="connsiteX9542" y="connsiteY9542"/>
                </a:cxn>
                <a:cxn ang="0">
                  <a:pos x="connsiteX9543" y="connsiteY9543"/>
                </a:cxn>
                <a:cxn ang="0">
                  <a:pos x="connsiteX9544" y="connsiteY9544"/>
                </a:cxn>
                <a:cxn ang="0">
                  <a:pos x="connsiteX9545" y="connsiteY9545"/>
                </a:cxn>
                <a:cxn ang="0">
                  <a:pos x="connsiteX9546" y="connsiteY9546"/>
                </a:cxn>
                <a:cxn ang="0">
                  <a:pos x="connsiteX9547" y="connsiteY9547"/>
                </a:cxn>
                <a:cxn ang="0">
                  <a:pos x="connsiteX9548" y="connsiteY9548"/>
                </a:cxn>
                <a:cxn ang="0">
                  <a:pos x="connsiteX9549" y="connsiteY9549"/>
                </a:cxn>
                <a:cxn ang="0">
                  <a:pos x="connsiteX9550" y="connsiteY9550"/>
                </a:cxn>
                <a:cxn ang="0">
                  <a:pos x="connsiteX9551" y="connsiteY9551"/>
                </a:cxn>
                <a:cxn ang="0">
                  <a:pos x="connsiteX9552" y="connsiteY9552"/>
                </a:cxn>
                <a:cxn ang="0">
                  <a:pos x="connsiteX9553" y="connsiteY9553"/>
                </a:cxn>
                <a:cxn ang="0">
                  <a:pos x="connsiteX9554" y="connsiteY9554"/>
                </a:cxn>
                <a:cxn ang="0">
                  <a:pos x="connsiteX9555" y="connsiteY9555"/>
                </a:cxn>
                <a:cxn ang="0">
                  <a:pos x="connsiteX9556" y="connsiteY9556"/>
                </a:cxn>
                <a:cxn ang="0">
                  <a:pos x="connsiteX9557" y="connsiteY9557"/>
                </a:cxn>
                <a:cxn ang="0">
                  <a:pos x="connsiteX9558" y="connsiteY9558"/>
                </a:cxn>
                <a:cxn ang="0">
                  <a:pos x="connsiteX9559" y="connsiteY9559"/>
                </a:cxn>
                <a:cxn ang="0">
                  <a:pos x="connsiteX9560" y="connsiteY9560"/>
                </a:cxn>
                <a:cxn ang="0">
                  <a:pos x="connsiteX9561" y="connsiteY9561"/>
                </a:cxn>
                <a:cxn ang="0">
                  <a:pos x="connsiteX9562" y="connsiteY9562"/>
                </a:cxn>
                <a:cxn ang="0">
                  <a:pos x="connsiteX9563" y="connsiteY9563"/>
                </a:cxn>
                <a:cxn ang="0">
                  <a:pos x="connsiteX9564" y="connsiteY9564"/>
                </a:cxn>
                <a:cxn ang="0">
                  <a:pos x="connsiteX9565" y="connsiteY9565"/>
                </a:cxn>
                <a:cxn ang="0">
                  <a:pos x="connsiteX9566" y="connsiteY9566"/>
                </a:cxn>
                <a:cxn ang="0">
                  <a:pos x="connsiteX9567" y="connsiteY9567"/>
                </a:cxn>
                <a:cxn ang="0">
                  <a:pos x="connsiteX9568" y="connsiteY9568"/>
                </a:cxn>
                <a:cxn ang="0">
                  <a:pos x="connsiteX9569" y="connsiteY9569"/>
                </a:cxn>
                <a:cxn ang="0">
                  <a:pos x="connsiteX9570" y="connsiteY9570"/>
                </a:cxn>
                <a:cxn ang="0">
                  <a:pos x="connsiteX9571" y="connsiteY9571"/>
                </a:cxn>
                <a:cxn ang="0">
                  <a:pos x="connsiteX9572" y="connsiteY9572"/>
                </a:cxn>
                <a:cxn ang="0">
                  <a:pos x="connsiteX9573" y="connsiteY9573"/>
                </a:cxn>
                <a:cxn ang="0">
                  <a:pos x="connsiteX9574" y="connsiteY9574"/>
                </a:cxn>
                <a:cxn ang="0">
                  <a:pos x="connsiteX9575" y="connsiteY9575"/>
                </a:cxn>
                <a:cxn ang="0">
                  <a:pos x="connsiteX9576" y="connsiteY9576"/>
                </a:cxn>
                <a:cxn ang="0">
                  <a:pos x="connsiteX9577" y="connsiteY9577"/>
                </a:cxn>
                <a:cxn ang="0">
                  <a:pos x="connsiteX9578" y="connsiteY9578"/>
                </a:cxn>
                <a:cxn ang="0">
                  <a:pos x="connsiteX9579" y="connsiteY9579"/>
                </a:cxn>
                <a:cxn ang="0">
                  <a:pos x="connsiteX9580" y="connsiteY9580"/>
                </a:cxn>
                <a:cxn ang="0">
                  <a:pos x="connsiteX9581" y="connsiteY9581"/>
                </a:cxn>
                <a:cxn ang="0">
                  <a:pos x="connsiteX9582" y="connsiteY9582"/>
                </a:cxn>
                <a:cxn ang="0">
                  <a:pos x="connsiteX9583" y="connsiteY9583"/>
                </a:cxn>
                <a:cxn ang="0">
                  <a:pos x="connsiteX9584" y="connsiteY9584"/>
                </a:cxn>
                <a:cxn ang="0">
                  <a:pos x="connsiteX9585" y="connsiteY9585"/>
                </a:cxn>
                <a:cxn ang="0">
                  <a:pos x="connsiteX9586" y="connsiteY9586"/>
                </a:cxn>
                <a:cxn ang="0">
                  <a:pos x="connsiteX9587" y="connsiteY9587"/>
                </a:cxn>
                <a:cxn ang="0">
                  <a:pos x="connsiteX9588" y="connsiteY9588"/>
                </a:cxn>
                <a:cxn ang="0">
                  <a:pos x="connsiteX9589" y="connsiteY9589"/>
                </a:cxn>
                <a:cxn ang="0">
                  <a:pos x="connsiteX9590" y="connsiteY9590"/>
                </a:cxn>
                <a:cxn ang="0">
                  <a:pos x="connsiteX9591" y="connsiteY9591"/>
                </a:cxn>
                <a:cxn ang="0">
                  <a:pos x="connsiteX9592" y="connsiteY9592"/>
                </a:cxn>
                <a:cxn ang="0">
                  <a:pos x="connsiteX9593" y="connsiteY9593"/>
                </a:cxn>
                <a:cxn ang="0">
                  <a:pos x="connsiteX9594" y="connsiteY9594"/>
                </a:cxn>
                <a:cxn ang="0">
                  <a:pos x="connsiteX9595" y="connsiteY9595"/>
                </a:cxn>
                <a:cxn ang="0">
                  <a:pos x="connsiteX9596" y="connsiteY9596"/>
                </a:cxn>
                <a:cxn ang="0">
                  <a:pos x="connsiteX9597" y="connsiteY9597"/>
                </a:cxn>
                <a:cxn ang="0">
                  <a:pos x="connsiteX9598" y="connsiteY9598"/>
                </a:cxn>
                <a:cxn ang="0">
                  <a:pos x="connsiteX9599" y="connsiteY9599"/>
                </a:cxn>
                <a:cxn ang="0">
                  <a:pos x="connsiteX9600" y="connsiteY9600"/>
                </a:cxn>
                <a:cxn ang="0">
                  <a:pos x="connsiteX9601" y="connsiteY9601"/>
                </a:cxn>
                <a:cxn ang="0">
                  <a:pos x="connsiteX9602" y="connsiteY9602"/>
                </a:cxn>
                <a:cxn ang="0">
                  <a:pos x="connsiteX9603" y="connsiteY9603"/>
                </a:cxn>
                <a:cxn ang="0">
                  <a:pos x="connsiteX9604" y="connsiteY9604"/>
                </a:cxn>
                <a:cxn ang="0">
                  <a:pos x="connsiteX9605" y="connsiteY9605"/>
                </a:cxn>
                <a:cxn ang="0">
                  <a:pos x="connsiteX9606" y="connsiteY9606"/>
                </a:cxn>
                <a:cxn ang="0">
                  <a:pos x="connsiteX9607" y="connsiteY9607"/>
                </a:cxn>
                <a:cxn ang="0">
                  <a:pos x="connsiteX9608" y="connsiteY9608"/>
                </a:cxn>
                <a:cxn ang="0">
                  <a:pos x="connsiteX9609" y="connsiteY9609"/>
                </a:cxn>
                <a:cxn ang="0">
                  <a:pos x="connsiteX9610" y="connsiteY9610"/>
                </a:cxn>
                <a:cxn ang="0">
                  <a:pos x="connsiteX9611" y="connsiteY9611"/>
                </a:cxn>
                <a:cxn ang="0">
                  <a:pos x="connsiteX9612" y="connsiteY9612"/>
                </a:cxn>
                <a:cxn ang="0">
                  <a:pos x="connsiteX9613" y="connsiteY9613"/>
                </a:cxn>
                <a:cxn ang="0">
                  <a:pos x="connsiteX9614" y="connsiteY9614"/>
                </a:cxn>
                <a:cxn ang="0">
                  <a:pos x="connsiteX9615" y="connsiteY9615"/>
                </a:cxn>
                <a:cxn ang="0">
                  <a:pos x="connsiteX9616" y="connsiteY9616"/>
                </a:cxn>
                <a:cxn ang="0">
                  <a:pos x="connsiteX9617" y="connsiteY9617"/>
                </a:cxn>
                <a:cxn ang="0">
                  <a:pos x="connsiteX9618" y="connsiteY9618"/>
                </a:cxn>
                <a:cxn ang="0">
                  <a:pos x="connsiteX9619" y="connsiteY9619"/>
                </a:cxn>
                <a:cxn ang="0">
                  <a:pos x="connsiteX9620" y="connsiteY9620"/>
                </a:cxn>
                <a:cxn ang="0">
                  <a:pos x="connsiteX9621" y="connsiteY9621"/>
                </a:cxn>
                <a:cxn ang="0">
                  <a:pos x="connsiteX9622" y="connsiteY9622"/>
                </a:cxn>
                <a:cxn ang="0">
                  <a:pos x="connsiteX9623" y="connsiteY9623"/>
                </a:cxn>
                <a:cxn ang="0">
                  <a:pos x="connsiteX9624" y="connsiteY9624"/>
                </a:cxn>
                <a:cxn ang="0">
                  <a:pos x="connsiteX9625" y="connsiteY9625"/>
                </a:cxn>
                <a:cxn ang="0">
                  <a:pos x="connsiteX9626" y="connsiteY9626"/>
                </a:cxn>
                <a:cxn ang="0">
                  <a:pos x="connsiteX9627" y="connsiteY9627"/>
                </a:cxn>
                <a:cxn ang="0">
                  <a:pos x="connsiteX9628" y="connsiteY9628"/>
                </a:cxn>
                <a:cxn ang="0">
                  <a:pos x="connsiteX9629" y="connsiteY9629"/>
                </a:cxn>
                <a:cxn ang="0">
                  <a:pos x="connsiteX9630" y="connsiteY9630"/>
                </a:cxn>
                <a:cxn ang="0">
                  <a:pos x="connsiteX9631" y="connsiteY9631"/>
                </a:cxn>
                <a:cxn ang="0">
                  <a:pos x="connsiteX9632" y="connsiteY9632"/>
                </a:cxn>
                <a:cxn ang="0">
                  <a:pos x="connsiteX9633" y="connsiteY9633"/>
                </a:cxn>
                <a:cxn ang="0">
                  <a:pos x="connsiteX9634" y="connsiteY9634"/>
                </a:cxn>
                <a:cxn ang="0">
                  <a:pos x="connsiteX9635" y="connsiteY9635"/>
                </a:cxn>
                <a:cxn ang="0">
                  <a:pos x="connsiteX9636" y="connsiteY9636"/>
                </a:cxn>
                <a:cxn ang="0">
                  <a:pos x="connsiteX9637" y="connsiteY9637"/>
                </a:cxn>
                <a:cxn ang="0">
                  <a:pos x="connsiteX9638" y="connsiteY9638"/>
                </a:cxn>
                <a:cxn ang="0">
                  <a:pos x="connsiteX9639" y="connsiteY9639"/>
                </a:cxn>
                <a:cxn ang="0">
                  <a:pos x="connsiteX9640" y="connsiteY9640"/>
                </a:cxn>
                <a:cxn ang="0">
                  <a:pos x="connsiteX9641" y="connsiteY9641"/>
                </a:cxn>
                <a:cxn ang="0">
                  <a:pos x="connsiteX9642" y="connsiteY9642"/>
                </a:cxn>
                <a:cxn ang="0">
                  <a:pos x="connsiteX9643" y="connsiteY9643"/>
                </a:cxn>
                <a:cxn ang="0">
                  <a:pos x="connsiteX9644" y="connsiteY9644"/>
                </a:cxn>
                <a:cxn ang="0">
                  <a:pos x="connsiteX9645" y="connsiteY9645"/>
                </a:cxn>
                <a:cxn ang="0">
                  <a:pos x="connsiteX9646" y="connsiteY9646"/>
                </a:cxn>
                <a:cxn ang="0">
                  <a:pos x="connsiteX9647" y="connsiteY9647"/>
                </a:cxn>
                <a:cxn ang="0">
                  <a:pos x="connsiteX9648" y="connsiteY9648"/>
                </a:cxn>
                <a:cxn ang="0">
                  <a:pos x="connsiteX9649" y="connsiteY9649"/>
                </a:cxn>
                <a:cxn ang="0">
                  <a:pos x="connsiteX9650" y="connsiteY9650"/>
                </a:cxn>
                <a:cxn ang="0">
                  <a:pos x="connsiteX9651" y="connsiteY9651"/>
                </a:cxn>
                <a:cxn ang="0">
                  <a:pos x="connsiteX9652" y="connsiteY9652"/>
                </a:cxn>
                <a:cxn ang="0">
                  <a:pos x="connsiteX9653" y="connsiteY9653"/>
                </a:cxn>
                <a:cxn ang="0">
                  <a:pos x="connsiteX9654" y="connsiteY9654"/>
                </a:cxn>
                <a:cxn ang="0">
                  <a:pos x="connsiteX9655" y="connsiteY9655"/>
                </a:cxn>
                <a:cxn ang="0">
                  <a:pos x="connsiteX9656" y="connsiteY9656"/>
                </a:cxn>
                <a:cxn ang="0">
                  <a:pos x="connsiteX9657" y="connsiteY9657"/>
                </a:cxn>
                <a:cxn ang="0">
                  <a:pos x="connsiteX9658" y="connsiteY9658"/>
                </a:cxn>
                <a:cxn ang="0">
                  <a:pos x="connsiteX9659" y="connsiteY9659"/>
                </a:cxn>
                <a:cxn ang="0">
                  <a:pos x="connsiteX9660" y="connsiteY9660"/>
                </a:cxn>
                <a:cxn ang="0">
                  <a:pos x="connsiteX9661" y="connsiteY9661"/>
                </a:cxn>
                <a:cxn ang="0">
                  <a:pos x="connsiteX9662" y="connsiteY9662"/>
                </a:cxn>
                <a:cxn ang="0">
                  <a:pos x="connsiteX9663" y="connsiteY9663"/>
                </a:cxn>
                <a:cxn ang="0">
                  <a:pos x="connsiteX9664" y="connsiteY9664"/>
                </a:cxn>
                <a:cxn ang="0">
                  <a:pos x="connsiteX9665" y="connsiteY9665"/>
                </a:cxn>
                <a:cxn ang="0">
                  <a:pos x="connsiteX9666" y="connsiteY9666"/>
                </a:cxn>
                <a:cxn ang="0">
                  <a:pos x="connsiteX9667" y="connsiteY9667"/>
                </a:cxn>
                <a:cxn ang="0">
                  <a:pos x="connsiteX9668" y="connsiteY9668"/>
                </a:cxn>
                <a:cxn ang="0">
                  <a:pos x="connsiteX9669" y="connsiteY9669"/>
                </a:cxn>
                <a:cxn ang="0">
                  <a:pos x="connsiteX9670" y="connsiteY9670"/>
                </a:cxn>
                <a:cxn ang="0">
                  <a:pos x="connsiteX9671" y="connsiteY9671"/>
                </a:cxn>
                <a:cxn ang="0">
                  <a:pos x="connsiteX9672" y="connsiteY9672"/>
                </a:cxn>
                <a:cxn ang="0">
                  <a:pos x="connsiteX9673" y="connsiteY9673"/>
                </a:cxn>
                <a:cxn ang="0">
                  <a:pos x="connsiteX9674" y="connsiteY9674"/>
                </a:cxn>
                <a:cxn ang="0">
                  <a:pos x="connsiteX9675" y="connsiteY9675"/>
                </a:cxn>
                <a:cxn ang="0">
                  <a:pos x="connsiteX9676" y="connsiteY9676"/>
                </a:cxn>
                <a:cxn ang="0">
                  <a:pos x="connsiteX9677" y="connsiteY9677"/>
                </a:cxn>
                <a:cxn ang="0">
                  <a:pos x="connsiteX9678" y="connsiteY9678"/>
                </a:cxn>
                <a:cxn ang="0">
                  <a:pos x="connsiteX9679" y="connsiteY9679"/>
                </a:cxn>
                <a:cxn ang="0">
                  <a:pos x="connsiteX9680" y="connsiteY9680"/>
                </a:cxn>
                <a:cxn ang="0">
                  <a:pos x="connsiteX9681" y="connsiteY9681"/>
                </a:cxn>
                <a:cxn ang="0">
                  <a:pos x="connsiteX9682" y="connsiteY9682"/>
                </a:cxn>
                <a:cxn ang="0">
                  <a:pos x="connsiteX9683" y="connsiteY9683"/>
                </a:cxn>
                <a:cxn ang="0">
                  <a:pos x="connsiteX9684" y="connsiteY9684"/>
                </a:cxn>
                <a:cxn ang="0">
                  <a:pos x="connsiteX9685" y="connsiteY9685"/>
                </a:cxn>
                <a:cxn ang="0">
                  <a:pos x="connsiteX9686" y="connsiteY9686"/>
                </a:cxn>
                <a:cxn ang="0">
                  <a:pos x="connsiteX9687" y="connsiteY9687"/>
                </a:cxn>
                <a:cxn ang="0">
                  <a:pos x="connsiteX9688" y="connsiteY9688"/>
                </a:cxn>
                <a:cxn ang="0">
                  <a:pos x="connsiteX9689" y="connsiteY9689"/>
                </a:cxn>
                <a:cxn ang="0">
                  <a:pos x="connsiteX9690" y="connsiteY9690"/>
                </a:cxn>
                <a:cxn ang="0">
                  <a:pos x="connsiteX9691" y="connsiteY9691"/>
                </a:cxn>
                <a:cxn ang="0">
                  <a:pos x="connsiteX9692" y="connsiteY9692"/>
                </a:cxn>
                <a:cxn ang="0">
                  <a:pos x="connsiteX9693" y="connsiteY9693"/>
                </a:cxn>
                <a:cxn ang="0">
                  <a:pos x="connsiteX9694" y="connsiteY9694"/>
                </a:cxn>
                <a:cxn ang="0">
                  <a:pos x="connsiteX9695" y="connsiteY9695"/>
                </a:cxn>
                <a:cxn ang="0">
                  <a:pos x="connsiteX9696" y="connsiteY9696"/>
                </a:cxn>
                <a:cxn ang="0">
                  <a:pos x="connsiteX9697" y="connsiteY9697"/>
                </a:cxn>
                <a:cxn ang="0">
                  <a:pos x="connsiteX9698" y="connsiteY9698"/>
                </a:cxn>
                <a:cxn ang="0">
                  <a:pos x="connsiteX9699" y="connsiteY9699"/>
                </a:cxn>
                <a:cxn ang="0">
                  <a:pos x="connsiteX9700" y="connsiteY9700"/>
                </a:cxn>
                <a:cxn ang="0">
                  <a:pos x="connsiteX9701" y="connsiteY9701"/>
                </a:cxn>
                <a:cxn ang="0">
                  <a:pos x="connsiteX9702" y="connsiteY9702"/>
                </a:cxn>
                <a:cxn ang="0">
                  <a:pos x="connsiteX9703" y="connsiteY9703"/>
                </a:cxn>
                <a:cxn ang="0">
                  <a:pos x="connsiteX9704" y="connsiteY9704"/>
                </a:cxn>
                <a:cxn ang="0">
                  <a:pos x="connsiteX9705" y="connsiteY9705"/>
                </a:cxn>
                <a:cxn ang="0">
                  <a:pos x="connsiteX9706" y="connsiteY9706"/>
                </a:cxn>
                <a:cxn ang="0">
                  <a:pos x="connsiteX9707" y="connsiteY9707"/>
                </a:cxn>
                <a:cxn ang="0">
                  <a:pos x="connsiteX9708" y="connsiteY9708"/>
                </a:cxn>
                <a:cxn ang="0">
                  <a:pos x="connsiteX9709" y="connsiteY9709"/>
                </a:cxn>
                <a:cxn ang="0">
                  <a:pos x="connsiteX9710" y="connsiteY9710"/>
                </a:cxn>
                <a:cxn ang="0">
                  <a:pos x="connsiteX9711" y="connsiteY9711"/>
                </a:cxn>
                <a:cxn ang="0">
                  <a:pos x="connsiteX9712" y="connsiteY9712"/>
                </a:cxn>
                <a:cxn ang="0">
                  <a:pos x="connsiteX9713" y="connsiteY9713"/>
                </a:cxn>
                <a:cxn ang="0">
                  <a:pos x="connsiteX9714" y="connsiteY9714"/>
                </a:cxn>
                <a:cxn ang="0">
                  <a:pos x="connsiteX9715" y="connsiteY9715"/>
                </a:cxn>
                <a:cxn ang="0">
                  <a:pos x="connsiteX9716" y="connsiteY9716"/>
                </a:cxn>
                <a:cxn ang="0">
                  <a:pos x="connsiteX9717" y="connsiteY9717"/>
                </a:cxn>
                <a:cxn ang="0">
                  <a:pos x="connsiteX9718" y="connsiteY9718"/>
                </a:cxn>
                <a:cxn ang="0">
                  <a:pos x="connsiteX9719" y="connsiteY9719"/>
                </a:cxn>
                <a:cxn ang="0">
                  <a:pos x="connsiteX9720" y="connsiteY9720"/>
                </a:cxn>
                <a:cxn ang="0">
                  <a:pos x="connsiteX9721" y="connsiteY9721"/>
                </a:cxn>
                <a:cxn ang="0">
                  <a:pos x="connsiteX9722" y="connsiteY9722"/>
                </a:cxn>
                <a:cxn ang="0">
                  <a:pos x="connsiteX9723" y="connsiteY9723"/>
                </a:cxn>
                <a:cxn ang="0">
                  <a:pos x="connsiteX9724" y="connsiteY9724"/>
                </a:cxn>
                <a:cxn ang="0">
                  <a:pos x="connsiteX9725" y="connsiteY9725"/>
                </a:cxn>
                <a:cxn ang="0">
                  <a:pos x="connsiteX9726" y="connsiteY9726"/>
                </a:cxn>
                <a:cxn ang="0">
                  <a:pos x="connsiteX9727" y="connsiteY9727"/>
                </a:cxn>
                <a:cxn ang="0">
                  <a:pos x="connsiteX9728" y="connsiteY9728"/>
                </a:cxn>
                <a:cxn ang="0">
                  <a:pos x="connsiteX9729" y="connsiteY9729"/>
                </a:cxn>
                <a:cxn ang="0">
                  <a:pos x="connsiteX9730" y="connsiteY9730"/>
                </a:cxn>
                <a:cxn ang="0">
                  <a:pos x="connsiteX9731" y="connsiteY9731"/>
                </a:cxn>
                <a:cxn ang="0">
                  <a:pos x="connsiteX9732" y="connsiteY9732"/>
                </a:cxn>
                <a:cxn ang="0">
                  <a:pos x="connsiteX9733" y="connsiteY9733"/>
                </a:cxn>
                <a:cxn ang="0">
                  <a:pos x="connsiteX9734" y="connsiteY9734"/>
                </a:cxn>
                <a:cxn ang="0">
                  <a:pos x="connsiteX9735" y="connsiteY9735"/>
                </a:cxn>
                <a:cxn ang="0">
                  <a:pos x="connsiteX9736" y="connsiteY9736"/>
                </a:cxn>
                <a:cxn ang="0">
                  <a:pos x="connsiteX9737" y="connsiteY9737"/>
                </a:cxn>
                <a:cxn ang="0">
                  <a:pos x="connsiteX9738" y="connsiteY9738"/>
                </a:cxn>
                <a:cxn ang="0">
                  <a:pos x="connsiteX9739" y="connsiteY9739"/>
                </a:cxn>
                <a:cxn ang="0">
                  <a:pos x="connsiteX9740" y="connsiteY9740"/>
                </a:cxn>
                <a:cxn ang="0">
                  <a:pos x="connsiteX9741" y="connsiteY9741"/>
                </a:cxn>
                <a:cxn ang="0">
                  <a:pos x="connsiteX9742" y="connsiteY9742"/>
                </a:cxn>
                <a:cxn ang="0">
                  <a:pos x="connsiteX9743" y="connsiteY9743"/>
                </a:cxn>
                <a:cxn ang="0">
                  <a:pos x="connsiteX9744" y="connsiteY9744"/>
                </a:cxn>
                <a:cxn ang="0">
                  <a:pos x="connsiteX9745" y="connsiteY9745"/>
                </a:cxn>
                <a:cxn ang="0">
                  <a:pos x="connsiteX9746" y="connsiteY9746"/>
                </a:cxn>
                <a:cxn ang="0">
                  <a:pos x="connsiteX9747" y="connsiteY9747"/>
                </a:cxn>
                <a:cxn ang="0">
                  <a:pos x="connsiteX9748" y="connsiteY9748"/>
                </a:cxn>
                <a:cxn ang="0">
                  <a:pos x="connsiteX9749" y="connsiteY9749"/>
                </a:cxn>
                <a:cxn ang="0">
                  <a:pos x="connsiteX9750" y="connsiteY9750"/>
                </a:cxn>
                <a:cxn ang="0">
                  <a:pos x="connsiteX9751" y="connsiteY9751"/>
                </a:cxn>
                <a:cxn ang="0">
                  <a:pos x="connsiteX9752" y="connsiteY9752"/>
                </a:cxn>
                <a:cxn ang="0">
                  <a:pos x="connsiteX9753" y="connsiteY9753"/>
                </a:cxn>
                <a:cxn ang="0">
                  <a:pos x="connsiteX9754" y="connsiteY9754"/>
                </a:cxn>
                <a:cxn ang="0">
                  <a:pos x="connsiteX9755" y="connsiteY9755"/>
                </a:cxn>
                <a:cxn ang="0">
                  <a:pos x="connsiteX9756" y="connsiteY9756"/>
                </a:cxn>
                <a:cxn ang="0">
                  <a:pos x="connsiteX9757" y="connsiteY9757"/>
                </a:cxn>
                <a:cxn ang="0">
                  <a:pos x="connsiteX9758" y="connsiteY9758"/>
                </a:cxn>
                <a:cxn ang="0">
                  <a:pos x="connsiteX9759" y="connsiteY9759"/>
                </a:cxn>
                <a:cxn ang="0">
                  <a:pos x="connsiteX9760" y="connsiteY9760"/>
                </a:cxn>
                <a:cxn ang="0">
                  <a:pos x="connsiteX9761" y="connsiteY9761"/>
                </a:cxn>
                <a:cxn ang="0">
                  <a:pos x="connsiteX9762" y="connsiteY9762"/>
                </a:cxn>
                <a:cxn ang="0">
                  <a:pos x="connsiteX9763" y="connsiteY9763"/>
                </a:cxn>
                <a:cxn ang="0">
                  <a:pos x="connsiteX9764" y="connsiteY9764"/>
                </a:cxn>
                <a:cxn ang="0">
                  <a:pos x="connsiteX9765" y="connsiteY9765"/>
                </a:cxn>
                <a:cxn ang="0">
                  <a:pos x="connsiteX9766" y="connsiteY9766"/>
                </a:cxn>
                <a:cxn ang="0">
                  <a:pos x="connsiteX9767" y="connsiteY9767"/>
                </a:cxn>
                <a:cxn ang="0">
                  <a:pos x="connsiteX9768" y="connsiteY9768"/>
                </a:cxn>
                <a:cxn ang="0">
                  <a:pos x="connsiteX9769" y="connsiteY9769"/>
                </a:cxn>
                <a:cxn ang="0">
                  <a:pos x="connsiteX9770" y="connsiteY9770"/>
                </a:cxn>
                <a:cxn ang="0">
                  <a:pos x="connsiteX9771" y="connsiteY9771"/>
                </a:cxn>
                <a:cxn ang="0">
                  <a:pos x="connsiteX9772" y="connsiteY9772"/>
                </a:cxn>
                <a:cxn ang="0">
                  <a:pos x="connsiteX9773" y="connsiteY9773"/>
                </a:cxn>
                <a:cxn ang="0">
                  <a:pos x="connsiteX9774" y="connsiteY9774"/>
                </a:cxn>
                <a:cxn ang="0">
                  <a:pos x="connsiteX9775" y="connsiteY9775"/>
                </a:cxn>
                <a:cxn ang="0">
                  <a:pos x="connsiteX9776" y="connsiteY9776"/>
                </a:cxn>
                <a:cxn ang="0">
                  <a:pos x="connsiteX9777" y="connsiteY9777"/>
                </a:cxn>
                <a:cxn ang="0">
                  <a:pos x="connsiteX9778" y="connsiteY9778"/>
                </a:cxn>
                <a:cxn ang="0">
                  <a:pos x="connsiteX9779" y="connsiteY9779"/>
                </a:cxn>
                <a:cxn ang="0">
                  <a:pos x="connsiteX9780" y="connsiteY9780"/>
                </a:cxn>
                <a:cxn ang="0">
                  <a:pos x="connsiteX9781" y="connsiteY9781"/>
                </a:cxn>
                <a:cxn ang="0">
                  <a:pos x="connsiteX9782" y="connsiteY9782"/>
                </a:cxn>
                <a:cxn ang="0">
                  <a:pos x="connsiteX9783" y="connsiteY9783"/>
                </a:cxn>
                <a:cxn ang="0">
                  <a:pos x="connsiteX9784" y="connsiteY9784"/>
                </a:cxn>
                <a:cxn ang="0">
                  <a:pos x="connsiteX9785" y="connsiteY9785"/>
                </a:cxn>
                <a:cxn ang="0">
                  <a:pos x="connsiteX9786" y="connsiteY9786"/>
                </a:cxn>
                <a:cxn ang="0">
                  <a:pos x="connsiteX9787" y="connsiteY9787"/>
                </a:cxn>
                <a:cxn ang="0">
                  <a:pos x="connsiteX9788" y="connsiteY9788"/>
                </a:cxn>
                <a:cxn ang="0">
                  <a:pos x="connsiteX9789" y="connsiteY9789"/>
                </a:cxn>
                <a:cxn ang="0">
                  <a:pos x="connsiteX9790" y="connsiteY9790"/>
                </a:cxn>
                <a:cxn ang="0">
                  <a:pos x="connsiteX9791" y="connsiteY9791"/>
                </a:cxn>
                <a:cxn ang="0">
                  <a:pos x="connsiteX9792" y="connsiteY9792"/>
                </a:cxn>
                <a:cxn ang="0">
                  <a:pos x="connsiteX9793" y="connsiteY9793"/>
                </a:cxn>
                <a:cxn ang="0">
                  <a:pos x="connsiteX9794" y="connsiteY9794"/>
                </a:cxn>
                <a:cxn ang="0">
                  <a:pos x="connsiteX9795" y="connsiteY9795"/>
                </a:cxn>
                <a:cxn ang="0">
                  <a:pos x="connsiteX9796" y="connsiteY9796"/>
                </a:cxn>
                <a:cxn ang="0">
                  <a:pos x="connsiteX9797" y="connsiteY9797"/>
                </a:cxn>
                <a:cxn ang="0">
                  <a:pos x="connsiteX9798" y="connsiteY9798"/>
                </a:cxn>
                <a:cxn ang="0">
                  <a:pos x="connsiteX9799" y="connsiteY9799"/>
                </a:cxn>
                <a:cxn ang="0">
                  <a:pos x="connsiteX9800" y="connsiteY9800"/>
                </a:cxn>
                <a:cxn ang="0">
                  <a:pos x="connsiteX9801" y="connsiteY9801"/>
                </a:cxn>
                <a:cxn ang="0">
                  <a:pos x="connsiteX9802" y="connsiteY9802"/>
                </a:cxn>
                <a:cxn ang="0">
                  <a:pos x="connsiteX9803" y="connsiteY9803"/>
                </a:cxn>
                <a:cxn ang="0">
                  <a:pos x="connsiteX9804" y="connsiteY9804"/>
                </a:cxn>
                <a:cxn ang="0">
                  <a:pos x="connsiteX9805" y="connsiteY9805"/>
                </a:cxn>
                <a:cxn ang="0">
                  <a:pos x="connsiteX9806" y="connsiteY9806"/>
                </a:cxn>
                <a:cxn ang="0">
                  <a:pos x="connsiteX9807" y="connsiteY9807"/>
                </a:cxn>
                <a:cxn ang="0">
                  <a:pos x="connsiteX9808" y="connsiteY9808"/>
                </a:cxn>
                <a:cxn ang="0">
                  <a:pos x="connsiteX9809" y="connsiteY9809"/>
                </a:cxn>
                <a:cxn ang="0">
                  <a:pos x="connsiteX9810" y="connsiteY9810"/>
                </a:cxn>
                <a:cxn ang="0">
                  <a:pos x="connsiteX9811" y="connsiteY9811"/>
                </a:cxn>
                <a:cxn ang="0">
                  <a:pos x="connsiteX9812" y="connsiteY9812"/>
                </a:cxn>
                <a:cxn ang="0">
                  <a:pos x="connsiteX9813" y="connsiteY9813"/>
                </a:cxn>
                <a:cxn ang="0">
                  <a:pos x="connsiteX9814" y="connsiteY9814"/>
                </a:cxn>
                <a:cxn ang="0">
                  <a:pos x="connsiteX9815" y="connsiteY9815"/>
                </a:cxn>
                <a:cxn ang="0">
                  <a:pos x="connsiteX9816" y="connsiteY9816"/>
                </a:cxn>
                <a:cxn ang="0">
                  <a:pos x="connsiteX9817" y="connsiteY9817"/>
                </a:cxn>
                <a:cxn ang="0">
                  <a:pos x="connsiteX9818" y="connsiteY9818"/>
                </a:cxn>
                <a:cxn ang="0">
                  <a:pos x="connsiteX9819" y="connsiteY9819"/>
                </a:cxn>
                <a:cxn ang="0">
                  <a:pos x="connsiteX9820" y="connsiteY9820"/>
                </a:cxn>
                <a:cxn ang="0">
                  <a:pos x="connsiteX9821" y="connsiteY9821"/>
                </a:cxn>
                <a:cxn ang="0">
                  <a:pos x="connsiteX9822" y="connsiteY9822"/>
                </a:cxn>
                <a:cxn ang="0">
                  <a:pos x="connsiteX9823" y="connsiteY9823"/>
                </a:cxn>
                <a:cxn ang="0">
                  <a:pos x="connsiteX9824" y="connsiteY9824"/>
                </a:cxn>
                <a:cxn ang="0">
                  <a:pos x="connsiteX9825" y="connsiteY9825"/>
                </a:cxn>
                <a:cxn ang="0">
                  <a:pos x="connsiteX9826" y="connsiteY9826"/>
                </a:cxn>
                <a:cxn ang="0">
                  <a:pos x="connsiteX9827" y="connsiteY9827"/>
                </a:cxn>
                <a:cxn ang="0">
                  <a:pos x="connsiteX9828" y="connsiteY9828"/>
                </a:cxn>
                <a:cxn ang="0">
                  <a:pos x="connsiteX9829" y="connsiteY9829"/>
                </a:cxn>
                <a:cxn ang="0">
                  <a:pos x="connsiteX9830" y="connsiteY9830"/>
                </a:cxn>
                <a:cxn ang="0">
                  <a:pos x="connsiteX9831" y="connsiteY9831"/>
                </a:cxn>
                <a:cxn ang="0">
                  <a:pos x="connsiteX9832" y="connsiteY9832"/>
                </a:cxn>
                <a:cxn ang="0">
                  <a:pos x="connsiteX9833" y="connsiteY9833"/>
                </a:cxn>
                <a:cxn ang="0">
                  <a:pos x="connsiteX9834" y="connsiteY9834"/>
                </a:cxn>
                <a:cxn ang="0">
                  <a:pos x="connsiteX9835" y="connsiteY9835"/>
                </a:cxn>
                <a:cxn ang="0">
                  <a:pos x="connsiteX9836" y="connsiteY9836"/>
                </a:cxn>
                <a:cxn ang="0">
                  <a:pos x="connsiteX9837" y="connsiteY9837"/>
                </a:cxn>
                <a:cxn ang="0">
                  <a:pos x="connsiteX9838" y="connsiteY9838"/>
                </a:cxn>
                <a:cxn ang="0">
                  <a:pos x="connsiteX9839" y="connsiteY9839"/>
                </a:cxn>
                <a:cxn ang="0">
                  <a:pos x="connsiteX9840" y="connsiteY9840"/>
                </a:cxn>
                <a:cxn ang="0">
                  <a:pos x="connsiteX9841" y="connsiteY9841"/>
                </a:cxn>
                <a:cxn ang="0">
                  <a:pos x="connsiteX9842" y="connsiteY9842"/>
                </a:cxn>
                <a:cxn ang="0">
                  <a:pos x="connsiteX9843" y="connsiteY9843"/>
                </a:cxn>
                <a:cxn ang="0">
                  <a:pos x="connsiteX9844" y="connsiteY9844"/>
                </a:cxn>
                <a:cxn ang="0">
                  <a:pos x="connsiteX9845" y="connsiteY9845"/>
                </a:cxn>
                <a:cxn ang="0">
                  <a:pos x="connsiteX9846" y="connsiteY9846"/>
                </a:cxn>
                <a:cxn ang="0">
                  <a:pos x="connsiteX9847" y="connsiteY9847"/>
                </a:cxn>
                <a:cxn ang="0">
                  <a:pos x="connsiteX9848" y="connsiteY9848"/>
                </a:cxn>
                <a:cxn ang="0">
                  <a:pos x="connsiteX9849" y="connsiteY9849"/>
                </a:cxn>
                <a:cxn ang="0">
                  <a:pos x="connsiteX9850" y="connsiteY9850"/>
                </a:cxn>
                <a:cxn ang="0">
                  <a:pos x="connsiteX9851" y="connsiteY9851"/>
                </a:cxn>
                <a:cxn ang="0">
                  <a:pos x="connsiteX9852" y="connsiteY9852"/>
                </a:cxn>
                <a:cxn ang="0">
                  <a:pos x="connsiteX9853" y="connsiteY9853"/>
                </a:cxn>
                <a:cxn ang="0">
                  <a:pos x="connsiteX9854" y="connsiteY9854"/>
                </a:cxn>
                <a:cxn ang="0">
                  <a:pos x="connsiteX9855" y="connsiteY9855"/>
                </a:cxn>
                <a:cxn ang="0">
                  <a:pos x="connsiteX9856" y="connsiteY9856"/>
                </a:cxn>
                <a:cxn ang="0">
                  <a:pos x="connsiteX9857" y="connsiteY9857"/>
                </a:cxn>
                <a:cxn ang="0">
                  <a:pos x="connsiteX9858" y="connsiteY9858"/>
                </a:cxn>
                <a:cxn ang="0">
                  <a:pos x="connsiteX9859" y="connsiteY9859"/>
                </a:cxn>
                <a:cxn ang="0">
                  <a:pos x="connsiteX9860" y="connsiteY9860"/>
                </a:cxn>
                <a:cxn ang="0">
                  <a:pos x="connsiteX9861" y="connsiteY9861"/>
                </a:cxn>
                <a:cxn ang="0">
                  <a:pos x="connsiteX9862" y="connsiteY9862"/>
                </a:cxn>
                <a:cxn ang="0">
                  <a:pos x="connsiteX9863" y="connsiteY9863"/>
                </a:cxn>
                <a:cxn ang="0">
                  <a:pos x="connsiteX9864" y="connsiteY9864"/>
                </a:cxn>
                <a:cxn ang="0">
                  <a:pos x="connsiteX9865" y="connsiteY9865"/>
                </a:cxn>
                <a:cxn ang="0">
                  <a:pos x="connsiteX9866" y="connsiteY9866"/>
                </a:cxn>
                <a:cxn ang="0">
                  <a:pos x="connsiteX9867" y="connsiteY9867"/>
                </a:cxn>
                <a:cxn ang="0">
                  <a:pos x="connsiteX9868" y="connsiteY9868"/>
                </a:cxn>
                <a:cxn ang="0">
                  <a:pos x="connsiteX9869" y="connsiteY9869"/>
                </a:cxn>
                <a:cxn ang="0">
                  <a:pos x="connsiteX9870" y="connsiteY9870"/>
                </a:cxn>
                <a:cxn ang="0">
                  <a:pos x="connsiteX9871" y="connsiteY9871"/>
                </a:cxn>
                <a:cxn ang="0">
                  <a:pos x="connsiteX9872" y="connsiteY9872"/>
                </a:cxn>
                <a:cxn ang="0">
                  <a:pos x="connsiteX9873" y="connsiteY9873"/>
                </a:cxn>
                <a:cxn ang="0">
                  <a:pos x="connsiteX9874" y="connsiteY9874"/>
                </a:cxn>
                <a:cxn ang="0">
                  <a:pos x="connsiteX9875" y="connsiteY9875"/>
                </a:cxn>
                <a:cxn ang="0">
                  <a:pos x="connsiteX9876" y="connsiteY9876"/>
                </a:cxn>
                <a:cxn ang="0">
                  <a:pos x="connsiteX9877" y="connsiteY9877"/>
                </a:cxn>
                <a:cxn ang="0">
                  <a:pos x="connsiteX9878" y="connsiteY9878"/>
                </a:cxn>
                <a:cxn ang="0">
                  <a:pos x="connsiteX9879" y="connsiteY9879"/>
                </a:cxn>
                <a:cxn ang="0">
                  <a:pos x="connsiteX9880" y="connsiteY9880"/>
                </a:cxn>
                <a:cxn ang="0">
                  <a:pos x="connsiteX9881" y="connsiteY9881"/>
                </a:cxn>
                <a:cxn ang="0">
                  <a:pos x="connsiteX9882" y="connsiteY9882"/>
                </a:cxn>
                <a:cxn ang="0">
                  <a:pos x="connsiteX9883" y="connsiteY9883"/>
                </a:cxn>
                <a:cxn ang="0">
                  <a:pos x="connsiteX9884" y="connsiteY9884"/>
                </a:cxn>
                <a:cxn ang="0">
                  <a:pos x="connsiteX9885" y="connsiteY9885"/>
                </a:cxn>
                <a:cxn ang="0">
                  <a:pos x="connsiteX9886" y="connsiteY9886"/>
                </a:cxn>
                <a:cxn ang="0">
                  <a:pos x="connsiteX9887" y="connsiteY9887"/>
                </a:cxn>
                <a:cxn ang="0">
                  <a:pos x="connsiteX9888" y="connsiteY9888"/>
                </a:cxn>
                <a:cxn ang="0">
                  <a:pos x="connsiteX9889" y="connsiteY9889"/>
                </a:cxn>
                <a:cxn ang="0">
                  <a:pos x="connsiteX9890" y="connsiteY9890"/>
                </a:cxn>
                <a:cxn ang="0">
                  <a:pos x="connsiteX9891" y="connsiteY9891"/>
                </a:cxn>
                <a:cxn ang="0">
                  <a:pos x="connsiteX9892" y="connsiteY9892"/>
                </a:cxn>
                <a:cxn ang="0">
                  <a:pos x="connsiteX9893" y="connsiteY9893"/>
                </a:cxn>
                <a:cxn ang="0">
                  <a:pos x="connsiteX9894" y="connsiteY9894"/>
                </a:cxn>
                <a:cxn ang="0">
                  <a:pos x="connsiteX9895" y="connsiteY9895"/>
                </a:cxn>
                <a:cxn ang="0">
                  <a:pos x="connsiteX9896" y="connsiteY9896"/>
                </a:cxn>
                <a:cxn ang="0">
                  <a:pos x="connsiteX9897" y="connsiteY9897"/>
                </a:cxn>
                <a:cxn ang="0">
                  <a:pos x="connsiteX9898" y="connsiteY9898"/>
                </a:cxn>
                <a:cxn ang="0">
                  <a:pos x="connsiteX9899" y="connsiteY9899"/>
                </a:cxn>
                <a:cxn ang="0">
                  <a:pos x="connsiteX9900" y="connsiteY9900"/>
                </a:cxn>
                <a:cxn ang="0">
                  <a:pos x="connsiteX9901" y="connsiteY9901"/>
                </a:cxn>
                <a:cxn ang="0">
                  <a:pos x="connsiteX9902" y="connsiteY9902"/>
                </a:cxn>
                <a:cxn ang="0">
                  <a:pos x="connsiteX9903" y="connsiteY9903"/>
                </a:cxn>
                <a:cxn ang="0">
                  <a:pos x="connsiteX9904" y="connsiteY9904"/>
                </a:cxn>
                <a:cxn ang="0">
                  <a:pos x="connsiteX9905" y="connsiteY9905"/>
                </a:cxn>
                <a:cxn ang="0">
                  <a:pos x="connsiteX9906" y="connsiteY9906"/>
                </a:cxn>
                <a:cxn ang="0">
                  <a:pos x="connsiteX9907" y="connsiteY9907"/>
                </a:cxn>
                <a:cxn ang="0">
                  <a:pos x="connsiteX9908" y="connsiteY9908"/>
                </a:cxn>
                <a:cxn ang="0">
                  <a:pos x="connsiteX9909" y="connsiteY9909"/>
                </a:cxn>
                <a:cxn ang="0">
                  <a:pos x="connsiteX9910" y="connsiteY9910"/>
                </a:cxn>
                <a:cxn ang="0">
                  <a:pos x="connsiteX9911" y="connsiteY9911"/>
                </a:cxn>
                <a:cxn ang="0">
                  <a:pos x="connsiteX9912" y="connsiteY9912"/>
                </a:cxn>
                <a:cxn ang="0">
                  <a:pos x="connsiteX9913" y="connsiteY9913"/>
                </a:cxn>
                <a:cxn ang="0">
                  <a:pos x="connsiteX9914" y="connsiteY9914"/>
                </a:cxn>
                <a:cxn ang="0">
                  <a:pos x="connsiteX9915" y="connsiteY9915"/>
                </a:cxn>
                <a:cxn ang="0">
                  <a:pos x="connsiteX9916" y="connsiteY9916"/>
                </a:cxn>
                <a:cxn ang="0">
                  <a:pos x="connsiteX9917" y="connsiteY9917"/>
                </a:cxn>
                <a:cxn ang="0">
                  <a:pos x="connsiteX9918" y="connsiteY9918"/>
                </a:cxn>
                <a:cxn ang="0">
                  <a:pos x="connsiteX9919" y="connsiteY9919"/>
                </a:cxn>
                <a:cxn ang="0">
                  <a:pos x="connsiteX9920" y="connsiteY9920"/>
                </a:cxn>
                <a:cxn ang="0">
                  <a:pos x="connsiteX9921" y="connsiteY9921"/>
                </a:cxn>
                <a:cxn ang="0">
                  <a:pos x="connsiteX9922" y="connsiteY9922"/>
                </a:cxn>
                <a:cxn ang="0">
                  <a:pos x="connsiteX9923" y="connsiteY9923"/>
                </a:cxn>
                <a:cxn ang="0">
                  <a:pos x="connsiteX9924" y="connsiteY9924"/>
                </a:cxn>
                <a:cxn ang="0">
                  <a:pos x="connsiteX9925" y="connsiteY9925"/>
                </a:cxn>
                <a:cxn ang="0">
                  <a:pos x="connsiteX9926" y="connsiteY9926"/>
                </a:cxn>
                <a:cxn ang="0">
                  <a:pos x="connsiteX9927" y="connsiteY9927"/>
                </a:cxn>
                <a:cxn ang="0">
                  <a:pos x="connsiteX9928" y="connsiteY9928"/>
                </a:cxn>
                <a:cxn ang="0">
                  <a:pos x="connsiteX9929" y="connsiteY9929"/>
                </a:cxn>
                <a:cxn ang="0">
                  <a:pos x="connsiteX9930" y="connsiteY9930"/>
                </a:cxn>
                <a:cxn ang="0">
                  <a:pos x="connsiteX9931" y="connsiteY9931"/>
                </a:cxn>
                <a:cxn ang="0">
                  <a:pos x="connsiteX9932" y="connsiteY9932"/>
                </a:cxn>
                <a:cxn ang="0">
                  <a:pos x="connsiteX9933" y="connsiteY9933"/>
                </a:cxn>
                <a:cxn ang="0">
                  <a:pos x="connsiteX9934" y="connsiteY9934"/>
                </a:cxn>
                <a:cxn ang="0">
                  <a:pos x="connsiteX9935" y="connsiteY9935"/>
                </a:cxn>
                <a:cxn ang="0">
                  <a:pos x="connsiteX9936" y="connsiteY9936"/>
                </a:cxn>
                <a:cxn ang="0">
                  <a:pos x="connsiteX9937" y="connsiteY9937"/>
                </a:cxn>
                <a:cxn ang="0">
                  <a:pos x="connsiteX9938" y="connsiteY9938"/>
                </a:cxn>
                <a:cxn ang="0">
                  <a:pos x="connsiteX9939" y="connsiteY9939"/>
                </a:cxn>
                <a:cxn ang="0">
                  <a:pos x="connsiteX9940" y="connsiteY9940"/>
                </a:cxn>
                <a:cxn ang="0">
                  <a:pos x="connsiteX9941" y="connsiteY9941"/>
                </a:cxn>
                <a:cxn ang="0">
                  <a:pos x="connsiteX9942" y="connsiteY9942"/>
                </a:cxn>
                <a:cxn ang="0">
                  <a:pos x="connsiteX9943" y="connsiteY9943"/>
                </a:cxn>
                <a:cxn ang="0">
                  <a:pos x="connsiteX9944" y="connsiteY9944"/>
                </a:cxn>
                <a:cxn ang="0">
                  <a:pos x="connsiteX9945" y="connsiteY9945"/>
                </a:cxn>
                <a:cxn ang="0">
                  <a:pos x="connsiteX9946" y="connsiteY9946"/>
                </a:cxn>
                <a:cxn ang="0">
                  <a:pos x="connsiteX9947" y="connsiteY9947"/>
                </a:cxn>
                <a:cxn ang="0">
                  <a:pos x="connsiteX9948" y="connsiteY9948"/>
                </a:cxn>
                <a:cxn ang="0">
                  <a:pos x="connsiteX9949" y="connsiteY9949"/>
                </a:cxn>
                <a:cxn ang="0">
                  <a:pos x="connsiteX9950" y="connsiteY9950"/>
                </a:cxn>
                <a:cxn ang="0">
                  <a:pos x="connsiteX9951" y="connsiteY9951"/>
                </a:cxn>
                <a:cxn ang="0">
                  <a:pos x="connsiteX9952" y="connsiteY9952"/>
                </a:cxn>
                <a:cxn ang="0">
                  <a:pos x="connsiteX9953" y="connsiteY9953"/>
                </a:cxn>
                <a:cxn ang="0">
                  <a:pos x="connsiteX9954" y="connsiteY9954"/>
                </a:cxn>
                <a:cxn ang="0">
                  <a:pos x="connsiteX9955" y="connsiteY9955"/>
                </a:cxn>
                <a:cxn ang="0">
                  <a:pos x="connsiteX9956" y="connsiteY9956"/>
                </a:cxn>
                <a:cxn ang="0">
                  <a:pos x="connsiteX9957" y="connsiteY9957"/>
                </a:cxn>
                <a:cxn ang="0">
                  <a:pos x="connsiteX9958" y="connsiteY9958"/>
                </a:cxn>
                <a:cxn ang="0">
                  <a:pos x="connsiteX9959" y="connsiteY9959"/>
                </a:cxn>
                <a:cxn ang="0">
                  <a:pos x="connsiteX9960" y="connsiteY9960"/>
                </a:cxn>
                <a:cxn ang="0">
                  <a:pos x="connsiteX9961" y="connsiteY9961"/>
                </a:cxn>
                <a:cxn ang="0">
                  <a:pos x="connsiteX9962" y="connsiteY9962"/>
                </a:cxn>
                <a:cxn ang="0">
                  <a:pos x="connsiteX9963" y="connsiteY9963"/>
                </a:cxn>
                <a:cxn ang="0">
                  <a:pos x="connsiteX9964" y="connsiteY9964"/>
                </a:cxn>
                <a:cxn ang="0">
                  <a:pos x="connsiteX9965" y="connsiteY9965"/>
                </a:cxn>
                <a:cxn ang="0">
                  <a:pos x="connsiteX9966" y="connsiteY9966"/>
                </a:cxn>
                <a:cxn ang="0">
                  <a:pos x="connsiteX9967" y="connsiteY9967"/>
                </a:cxn>
                <a:cxn ang="0">
                  <a:pos x="connsiteX9968" y="connsiteY9968"/>
                </a:cxn>
                <a:cxn ang="0">
                  <a:pos x="connsiteX9969" y="connsiteY9969"/>
                </a:cxn>
                <a:cxn ang="0">
                  <a:pos x="connsiteX9970" y="connsiteY9970"/>
                </a:cxn>
                <a:cxn ang="0">
                  <a:pos x="connsiteX9971" y="connsiteY9971"/>
                </a:cxn>
                <a:cxn ang="0">
                  <a:pos x="connsiteX9972" y="connsiteY9972"/>
                </a:cxn>
                <a:cxn ang="0">
                  <a:pos x="connsiteX9973" y="connsiteY9973"/>
                </a:cxn>
                <a:cxn ang="0">
                  <a:pos x="connsiteX9974" y="connsiteY9974"/>
                </a:cxn>
                <a:cxn ang="0">
                  <a:pos x="connsiteX9975" y="connsiteY9975"/>
                </a:cxn>
                <a:cxn ang="0">
                  <a:pos x="connsiteX9976" y="connsiteY9976"/>
                </a:cxn>
                <a:cxn ang="0">
                  <a:pos x="connsiteX9977" y="connsiteY9977"/>
                </a:cxn>
                <a:cxn ang="0">
                  <a:pos x="connsiteX9978" y="connsiteY9978"/>
                </a:cxn>
                <a:cxn ang="0">
                  <a:pos x="connsiteX9979" y="connsiteY9979"/>
                </a:cxn>
                <a:cxn ang="0">
                  <a:pos x="connsiteX9980" y="connsiteY9980"/>
                </a:cxn>
                <a:cxn ang="0">
                  <a:pos x="connsiteX9981" y="connsiteY9981"/>
                </a:cxn>
                <a:cxn ang="0">
                  <a:pos x="connsiteX9982" y="connsiteY9982"/>
                </a:cxn>
                <a:cxn ang="0">
                  <a:pos x="connsiteX9983" y="connsiteY9983"/>
                </a:cxn>
                <a:cxn ang="0">
                  <a:pos x="connsiteX9984" y="connsiteY9984"/>
                </a:cxn>
                <a:cxn ang="0">
                  <a:pos x="connsiteX9985" y="connsiteY9985"/>
                </a:cxn>
                <a:cxn ang="0">
                  <a:pos x="connsiteX9986" y="connsiteY9986"/>
                </a:cxn>
                <a:cxn ang="0">
                  <a:pos x="connsiteX9987" y="connsiteY9987"/>
                </a:cxn>
                <a:cxn ang="0">
                  <a:pos x="connsiteX9988" y="connsiteY9988"/>
                </a:cxn>
                <a:cxn ang="0">
                  <a:pos x="connsiteX9989" y="connsiteY9989"/>
                </a:cxn>
                <a:cxn ang="0">
                  <a:pos x="connsiteX9990" y="connsiteY9990"/>
                </a:cxn>
                <a:cxn ang="0">
                  <a:pos x="connsiteX9991" y="connsiteY9991"/>
                </a:cxn>
                <a:cxn ang="0">
                  <a:pos x="connsiteX9992" y="connsiteY9992"/>
                </a:cxn>
                <a:cxn ang="0">
                  <a:pos x="connsiteX9993" y="connsiteY9993"/>
                </a:cxn>
                <a:cxn ang="0">
                  <a:pos x="connsiteX9994" y="connsiteY9994"/>
                </a:cxn>
                <a:cxn ang="0">
                  <a:pos x="connsiteX9995" y="connsiteY9995"/>
                </a:cxn>
                <a:cxn ang="0">
                  <a:pos x="connsiteX9996" y="connsiteY9996"/>
                </a:cxn>
                <a:cxn ang="0">
                  <a:pos x="connsiteX9997" y="connsiteY9997"/>
                </a:cxn>
                <a:cxn ang="0">
                  <a:pos x="connsiteX9998" y="connsiteY9998"/>
                </a:cxn>
                <a:cxn ang="0">
                  <a:pos x="connsiteX9999" y="connsiteY9999"/>
                </a:cxn>
                <a:cxn ang="0">
                  <a:pos x="connsiteX10000" y="connsiteY10000"/>
                </a:cxn>
                <a:cxn ang="0">
                  <a:pos x="connsiteX10001" y="connsiteY10001"/>
                </a:cxn>
                <a:cxn ang="0">
                  <a:pos x="connsiteX10002" y="connsiteY10002"/>
                </a:cxn>
                <a:cxn ang="0">
                  <a:pos x="connsiteX10003" y="connsiteY10003"/>
                </a:cxn>
                <a:cxn ang="0">
                  <a:pos x="connsiteX10004" y="connsiteY10004"/>
                </a:cxn>
                <a:cxn ang="0">
                  <a:pos x="connsiteX10005" y="connsiteY10005"/>
                </a:cxn>
                <a:cxn ang="0">
                  <a:pos x="connsiteX10006" y="connsiteY10006"/>
                </a:cxn>
                <a:cxn ang="0">
                  <a:pos x="connsiteX10007" y="connsiteY10007"/>
                </a:cxn>
                <a:cxn ang="0">
                  <a:pos x="connsiteX10008" y="connsiteY10008"/>
                </a:cxn>
                <a:cxn ang="0">
                  <a:pos x="connsiteX10009" y="connsiteY10009"/>
                </a:cxn>
                <a:cxn ang="0">
                  <a:pos x="connsiteX10010" y="connsiteY10010"/>
                </a:cxn>
                <a:cxn ang="0">
                  <a:pos x="connsiteX10011" y="connsiteY10011"/>
                </a:cxn>
                <a:cxn ang="0">
                  <a:pos x="connsiteX10012" y="connsiteY10012"/>
                </a:cxn>
                <a:cxn ang="0">
                  <a:pos x="connsiteX10013" y="connsiteY10013"/>
                </a:cxn>
                <a:cxn ang="0">
                  <a:pos x="connsiteX10014" y="connsiteY10014"/>
                </a:cxn>
                <a:cxn ang="0">
                  <a:pos x="connsiteX10015" y="connsiteY10015"/>
                </a:cxn>
                <a:cxn ang="0">
                  <a:pos x="connsiteX10016" y="connsiteY10016"/>
                </a:cxn>
                <a:cxn ang="0">
                  <a:pos x="connsiteX10017" y="connsiteY10017"/>
                </a:cxn>
                <a:cxn ang="0">
                  <a:pos x="connsiteX10018" y="connsiteY10018"/>
                </a:cxn>
                <a:cxn ang="0">
                  <a:pos x="connsiteX10019" y="connsiteY10019"/>
                </a:cxn>
                <a:cxn ang="0">
                  <a:pos x="connsiteX10020" y="connsiteY10020"/>
                </a:cxn>
                <a:cxn ang="0">
                  <a:pos x="connsiteX10021" y="connsiteY10021"/>
                </a:cxn>
                <a:cxn ang="0">
                  <a:pos x="connsiteX10022" y="connsiteY10022"/>
                </a:cxn>
                <a:cxn ang="0">
                  <a:pos x="connsiteX10023" y="connsiteY10023"/>
                </a:cxn>
                <a:cxn ang="0">
                  <a:pos x="connsiteX10024" y="connsiteY10024"/>
                </a:cxn>
                <a:cxn ang="0">
                  <a:pos x="connsiteX10025" y="connsiteY10025"/>
                </a:cxn>
                <a:cxn ang="0">
                  <a:pos x="connsiteX10026" y="connsiteY10026"/>
                </a:cxn>
                <a:cxn ang="0">
                  <a:pos x="connsiteX10027" y="connsiteY10027"/>
                </a:cxn>
                <a:cxn ang="0">
                  <a:pos x="connsiteX10028" y="connsiteY10028"/>
                </a:cxn>
                <a:cxn ang="0">
                  <a:pos x="connsiteX10029" y="connsiteY10029"/>
                </a:cxn>
                <a:cxn ang="0">
                  <a:pos x="connsiteX10030" y="connsiteY10030"/>
                </a:cxn>
                <a:cxn ang="0">
                  <a:pos x="connsiteX10031" y="connsiteY10031"/>
                </a:cxn>
                <a:cxn ang="0">
                  <a:pos x="connsiteX10032" y="connsiteY10032"/>
                </a:cxn>
                <a:cxn ang="0">
                  <a:pos x="connsiteX10033" y="connsiteY10033"/>
                </a:cxn>
                <a:cxn ang="0">
                  <a:pos x="connsiteX10034" y="connsiteY10034"/>
                </a:cxn>
                <a:cxn ang="0">
                  <a:pos x="connsiteX10035" y="connsiteY10035"/>
                </a:cxn>
                <a:cxn ang="0">
                  <a:pos x="connsiteX10036" y="connsiteY10036"/>
                </a:cxn>
                <a:cxn ang="0">
                  <a:pos x="connsiteX10037" y="connsiteY10037"/>
                </a:cxn>
                <a:cxn ang="0">
                  <a:pos x="connsiteX10038" y="connsiteY10038"/>
                </a:cxn>
                <a:cxn ang="0">
                  <a:pos x="connsiteX10039" y="connsiteY10039"/>
                </a:cxn>
                <a:cxn ang="0">
                  <a:pos x="connsiteX10040" y="connsiteY10040"/>
                </a:cxn>
                <a:cxn ang="0">
                  <a:pos x="connsiteX10041" y="connsiteY10041"/>
                </a:cxn>
                <a:cxn ang="0">
                  <a:pos x="connsiteX10042" y="connsiteY10042"/>
                </a:cxn>
                <a:cxn ang="0">
                  <a:pos x="connsiteX10043" y="connsiteY10043"/>
                </a:cxn>
                <a:cxn ang="0">
                  <a:pos x="connsiteX10044" y="connsiteY10044"/>
                </a:cxn>
                <a:cxn ang="0">
                  <a:pos x="connsiteX10045" y="connsiteY10045"/>
                </a:cxn>
                <a:cxn ang="0">
                  <a:pos x="connsiteX10046" y="connsiteY10046"/>
                </a:cxn>
                <a:cxn ang="0">
                  <a:pos x="connsiteX10047" y="connsiteY10047"/>
                </a:cxn>
                <a:cxn ang="0">
                  <a:pos x="connsiteX10048" y="connsiteY10048"/>
                </a:cxn>
                <a:cxn ang="0">
                  <a:pos x="connsiteX10049" y="connsiteY10049"/>
                </a:cxn>
                <a:cxn ang="0">
                  <a:pos x="connsiteX10050" y="connsiteY10050"/>
                </a:cxn>
                <a:cxn ang="0">
                  <a:pos x="connsiteX10051" y="connsiteY10051"/>
                </a:cxn>
                <a:cxn ang="0">
                  <a:pos x="connsiteX10052" y="connsiteY10052"/>
                </a:cxn>
                <a:cxn ang="0">
                  <a:pos x="connsiteX10053" y="connsiteY10053"/>
                </a:cxn>
                <a:cxn ang="0">
                  <a:pos x="connsiteX10054" y="connsiteY10054"/>
                </a:cxn>
                <a:cxn ang="0">
                  <a:pos x="connsiteX10055" y="connsiteY10055"/>
                </a:cxn>
                <a:cxn ang="0">
                  <a:pos x="connsiteX10056" y="connsiteY10056"/>
                </a:cxn>
                <a:cxn ang="0">
                  <a:pos x="connsiteX10057" y="connsiteY10057"/>
                </a:cxn>
                <a:cxn ang="0">
                  <a:pos x="connsiteX10058" y="connsiteY10058"/>
                </a:cxn>
                <a:cxn ang="0">
                  <a:pos x="connsiteX10059" y="connsiteY10059"/>
                </a:cxn>
                <a:cxn ang="0">
                  <a:pos x="connsiteX10060" y="connsiteY10060"/>
                </a:cxn>
                <a:cxn ang="0">
                  <a:pos x="connsiteX10061" y="connsiteY10061"/>
                </a:cxn>
                <a:cxn ang="0">
                  <a:pos x="connsiteX10062" y="connsiteY10062"/>
                </a:cxn>
                <a:cxn ang="0">
                  <a:pos x="connsiteX10063" y="connsiteY10063"/>
                </a:cxn>
                <a:cxn ang="0">
                  <a:pos x="connsiteX10064" y="connsiteY10064"/>
                </a:cxn>
                <a:cxn ang="0">
                  <a:pos x="connsiteX10065" y="connsiteY10065"/>
                </a:cxn>
                <a:cxn ang="0">
                  <a:pos x="connsiteX10066" y="connsiteY10066"/>
                </a:cxn>
                <a:cxn ang="0">
                  <a:pos x="connsiteX10067" y="connsiteY10067"/>
                </a:cxn>
                <a:cxn ang="0">
                  <a:pos x="connsiteX10068" y="connsiteY10068"/>
                </a:cxn>
                <a:cxn ang="0">
                  <a:pos x="connsiteX10069" y="connsiteY10069"/>
                </a:cxn>
                <a:cxn ang="0">
                  <a:pos x="connsiteX10070" y="connsiteY10070"/>
                </a:cxn>
                <a:cxn ang="0">
                  <a:pos x="connsiteX10071" y="connsiteY10071"/>
                </a:cxn>
                <a:cxn ang="0">
                  <a:pos x="connsiteX10072" y="connsiteY10072"/>
                </a:cxn>
                <a:cxn ang="0">
                  <a:pos x="connsiteX10073" y="connsiteY10073"/>
                </a:cxn>
                <a:cxn ang="0">
                  <a:pos x="connsiteX10074" y="connsiteY10074"/>
                </a:cxn>
                <a:cxn ang="0">
                  <a:pos x="connsiteX10075" y="connsiteY10075"/>
                </a:cxn>
                <a:cxn ang="0">
                  <a:pos x="connsiteX10076" y="connsiteY10076"/>
                </a:cxn>
                <a:cxn ang="0">
                  <a:pos x="connsiteX10077" y="connsiteY10077"/>
                </a:cxn>
                <a:cxn ang="0">
                  <a:pos x="connsiteX10078" y="connsiteY10078"/>
                </a:cxn>
                <a:cxn ang="0">
                  <a:pos x="connsiteX10079" y="connsiteY10079"/>
                </a:cxn>
                <a:cxn ang="0">
                  <a:pos x="connsiteX10080" y="connsiteY10080"/>
                </a:cxn>
                <a:cxn ang="0">
                  <a:pos x="connsiteX10081" y="connsiteY10081"/>
                </a:cxn>
                <a:cxn ang="0">
                  <a:pos x="connsiteX10082" y="connsiteY10082"/>
                </a:cxn>
                <a:cxn ang="0">
                  <a:pos x="connsiteX10083" y="connsiteY10083"/>
                </a:cxn>
                <a:cxn ang="0">
                  <a:pos x="connsiteX10084" y="connsiteY10084"/>
                </a:cxn>
                <a:cxn ang="0">
                  <a:pos x="connsiteX10085" y="connsiteY10085"/>
                </a:cxn>
                <a:cxn ang="0">
                  <a:pos x="connsiteX10086" y="connsiteY10086"/>
                </a:cxn>
                <a:cxn ang="0">
                  <a:pos x="connsiteX10087" y="connsiteY10087"/>
                </a:cxn>
                <a:cxn ang="0">
                  <a:pos x="connsiteX10088" y="connsiteY10088"/>
                </a:cxn>
                <a:cxn ang="0">
                  <a:pos x="connsiteX10089" y="connsiteY10089"/>
                </a:cxn>
                <a:cxn ang="0">
                  <a:pos x="connsiteX10090" y="connsiteY10090"/>
                </a:cxn>
                <a:cxn ang="0">
                  <a:pos x="connsiteX10091" y="connsiteY10091"/>
                </a:cxn>
                <a:cxn ang="0">
                  <a:pos x="connsiteX10092" y="connsiteY10092"/>
                </a:cxn>
                <a:cxn ang="0">
                  <a:pos x="connsiteX10093" y="connsiteY10093"/>
                </a:cxn>
                <a:cxn ang="0">
                  <a:pos x="connsiteX10094" y="connsiteY10094"/>
                </a:cxn>
                <a:cxn ang="0">
                  <a:pos x="connsiteX10095" y="connsiteY10095"/>
                </a:cxn>
                <a:cxn ang="0">
                  <a:pos x="connsiteX10096" y="connsiteY10096"/>
                </a:cxn>
                <a:cxn ang="0">
                  <a:pos x="connsiteX10097" y="connsiteY10097"/>
                </a:cxn>
                <a:cxn ang="0">
                  <a:pos x="connsiteX10098" y="connsiteY10098"/>
                </a:cxn>
                <a:cxn ang="0">
                  <a:pos x="connsiteX10099" y="connsiteY10099"/>
                </a:cxn>
                <a:cxn ang="0">
                  <a:pos x="connsiteX10100" y="connsiteY10100"/>
                </a:cxn>
                <a:cxn ang="0">
                  <a:pos x="connsiteX10101" y="connsiteY10101"/>
                </a:cxn>
                <a:cxn ang="0">
                  <a:pos x="connsiteX10102" y="connsiteY10102"/>
                </a:cxn>
                <a:cxn ang="0">
                  <a:pos x="connsiteX10103" y="connsiteY10103"/>
                </a:cxn>
                <a:cxn ang="0">
                  <a:pos x="connsiteX10104" y="connsiteY10104"/>
                </a:cxn>
                <a:cxn ang="0">
                  <a:pos x="connsiteX10105" y="connsiteY10105"/>
                </a:cxn>
                <a:cxn ang="0">
                  <a:pos x="connsiteX10106" y="connsiteY10106"/>
                </a:cxn>
                <a:cxn ang="0">
                  <a:pos x="connsiteX10107" y="connsiteY10107"/>
                </a:cxn>
                <a:cxn ang="0">
                  <a:pos x="connsiteX10108" y="connsiteY10108"/>
                </a:cxn>
                <a:cxn ang="0">
                  <a:pos x="connsiteX10109" y="connsiteY10109"/>
                </a:cxn>
                <a:cxn ang="0">
                  <a:pos x="connsiteX10110" y="connsiteY10110"/>
                </a:cxn>
                <a:cxn ang="0">
                  <a:pos x="connsiteX10111" y="connsiteY10111"/>
                </a:cxn>
                <a:cxn ang="0">
                  <a:pos x="connsiteX10112" y="connsiteY10112"/>
                </a:cxn>
                <a:cxn ang="0">
                  <a:pos x="connsiteX10113" y="connsiteY10113"/>
                </a:cxn>
                <a:cxn ang="0">
                  <a:pos x="connsiteX10114" y="connsiteY10114"/>
                </a:cxn>
                <a:cxn ang="0">
                  <a:pos x="connsiteX10115" y="connsiteY10115"/>
                </a:cxn>
                <a:cxn ang="0">
                  <a:pos x="connsiteX10116" y="connsiteY10116"/>
                </a:cxn>
                <a:cxn ang="0">
                  <a:pos x="connsiteX10117" y="connsiteY10117"/>
                </a:cxn>
                <a:cxn ang="0">
                  <a:pos x="connsiteX10118" y="connsiteY10118"/>
                </a:cxn>
                <a:cxn ang="0">
                  <a:pos x="connsiteX10119" y="connsiteY10119"/>
                </a:cxn>
                <a:cxn ang="0">
                  <a:pos x="connsiteX10120" y="connsiteY10120"/>
                </a:cxn>
                <a:cxn ang="0">
                  <a:pos x="connsiteX10121" y="connsiteY10121"/>
                </a:cxn>
                <a:cxn ang="0">
                  <a:pos x="connsiteX10122" y="connsiteY10122"/>
                </a:cxn>
                <a:cxn ang="0">
                  <a:pos x="connsiteX10123" y="connsiteY10123"/>
                </a:cxn>
                <a:cxn ang="0">
                  <a:pos x="connsiteX10124" y="connsiteY10124"/>
                </a:cxn>
                <a:cxn ang="0">
                  <a:pos x="connsiteX10125" y="connsiteY10125"/>
                </a:cxn>
                <a:cxn ang="0">
                  <a:pos x="connsiteX10126" y="connsiteY10126"/>
                </a:cxn>
                <a:cxn ang="0">
                  <a:pos x="connsiteX10127" y="connsiteY10127"/>
                </a:cxn>
                <a:cxn ang="0">
                  <a:pos x="connsiteX10128" y="connsiteY10128"/>
                </a:cxn>
                <a:cxn ang="0">
                  <a:pos x="connsiteX10129" y="connsiteY10129"/>
                </a:cxn>
                <a:cxn ang="0">
                  <a:pos x="connsiteX10130" y="connsiteY10130"/>
                </a:cxn>
                <a:cxn ang="0">
                  <a:pos x="connsiteX10131" y="connsiteY10131"/>
                </a:cxn>
                <a:cxn ang="0">
                  <a:pos x="connsiteX10132" y="connsiteY10132"/>
                </a:cxn>
                <a:cxn ang="0">
                  <a:pos x="connsiteX10133" y="connsiteY10133"/>
                </a:cxn>
                <a:cxn ang="0">
                  <a:pos x="connsiteX10134" y="connsiteY10134"/>
                </a:cxn>
                <a:cxn ang="0">
                  <a:pos x="connsiteX10135" y="connsiteY10135"/>
                </a:cxn>
                <a:cxn ang="0">
                  <a:pos x="connsiteX10136" y="connsiteY10136"/>
                </a:cxn>
                <a:cxn ang="0">
                  <a:pos x="connsiteX10137" y="connsiteY10137"/>
                </a:cxn>
                <a:cxn ang="0">
                  <a:pos x="connsiteX10138" y="connsiteY10138"/>
                </a:cxn>
                <a:cxn ang="0">
                  <a:pos x="connsiteX10139" y="connsiteY10139"/>
                </a:cxn>
                <a:cxn ang="0">
                  <a:pos x="connsiteX10140" y="connsiteY10140"/>
                </a:cxn>
                <a:cxn ang="0">
                  <a:pos x="connsiteX10141" y="connsiteY10141"/>
                </a:cxn>
                <a:cxn ang="0">
                  <a:pos x="connsiteX10142" y="connsiteY10142"/>
                </a:cxn>
                <a:cxn ang="0">
                  <a:pos x="connsiteX10143" y="connsiteY10143"/>
                </a:cxn>
                <a:cxn ang="0">
                  <a:pos x="connsiteX10144" y="connsiteY10144"/>
                </a:cxn>
                <a:cxn ang="0">
                  <a:pos x="connsiteX10145" y="connsiteY10145"/>
                </a:cxn>
                <a:cxn ang="0">
                  <a:pos x="connsiteX10146" y="connsiteY10146"/>
                </a:cxn>
                <a:cxn ang="0">
                  <a:pos x="connsiteX10147" y="connsiteY10147"/>
                </a:cxn>
                <a:cxn ang="0">
                  <a:pos x="connsiteX10148" y="connsiteY10148"/>
                </a:cxn>
                <a:cxn ang="0">
                  <a:pos x="connsiteX10149" y="connsiteY10149"/>
                </a:cxn>
                <a:cxn ang="0">
                  <a:pos x="connsiteX10150" y="connsiteY10150"/>
                </a:cxn>
                <a:cxn ang="0">
                  <a:pos x="connsiteX10151" y="connsiteY10151"/>
                </a:cxn>
                <a:cxn ang="0">
                  <a:pos x="connsiteX10152" y="connsiteY10152"/>
                </a:cxn>
                <a:cxn ang="0">
                  <a:pos x="connsiteX10153" y="connsiteY10153"/>
                </a:cxn>
                <a:cxn ang="0">
                  <a:pos x="connsiteX10154" y="connsiteY10154"/>
                </a:cxn>
                <a:cxn ang="0">
                  <a:pos x="connsiteX10155" y="connsiteY10155"/>
                </a:cxn>
                <a:cxn ang="0">
                  <a:pos x="connsiteX10156" y="connsiteY10156"/>
                </a:cxn>
                <a:cxn ang="0">
                  <a:pos x="connsiteX10157" y="connsiteY10157"/>
                </a:cxn>
                <a:cxn ang="0">
                  <a:pos x="connsiteX10158" y="connsiteY10158"/>
                </a:cxn>
                <a:cxn ang="0">
                  <a:pos x="connsiteX10159" y="connsiteY10159"/>
                </a:cxn>
                <a:cxn ang="0">
                  <a:pos x="connsiteX10160" y="connsiteY10160"/>
                </a:cxn>
                <a:cxn ang="0">
                  <a:pos x="connsiteX10161" y="connsiteY10161"/>
                </a:cxn>
                <a:cxn ang="0">
                  <a:pos x="connsiteX10162" y="connsiteY10162"/>
                </a:cxn>
                <a:cxn ang="0">
                  <a:pos x="connsiteX10163" y="connsiteY10163"/>
                </a:cxn>
                <a:cxn ang="0">
                  <a:pos x="connsiteX10164" y="connsiteY10164"/>
                </a:cxn>
                <a:cxn ang="0">
                  <a:pos x="connsiteX10165" y="connsiteY10165"/>
                </a:cxn>
                <a:cxn ang="0">
                  <a:pos x="connsiteX10166" y="connsiteY10166"/>
                </a:cxn>
                <a:cxn ang="0">
                  <a:pos x="connsiteX10167" y="connsiteY10167"/>
                </a:cxn>
                <a:cxn ang="0">
                  <a:pos x="connsiteX10168" y="connsiteY10168"/>
                </a:cxn>
                <a:cxn ang="0">
                  <a:pos x="connsiteX10169" y="connsiteY10169"/>
                </a:cxn>
                <a:cxn ang="0">
                  <a:pos x="connsiteX10170" y="connsiteY10170"/>
                </a:cxn>
                <a:cxn ang="0">
                  <a:pos x="connsiteX10171" y="connsiteY10171"/>
                </a:cxn>
                <a:cxn ang="0">
                  <a:pos x="connsiteX10172" y="connsiteY10172"/>
                </a:cxn>
                <a:cxn ang="0">
                  <a:pos x="connsiteX10173" y="connsiteY10173"/>
                </a:cxn>
                <a:cxn ang="0">
                  <a:pos x="connsiteX10174" y="connsiteY10174"/>
                </a:cxn>
                <a:cxn ang="0">
                  <a:pos x="connsiteX10175" y="connsiteY10175"/>
                </a:cxn>
                <a:cxn ang="0">
                  <a:pos x="connsiteX10176" y="connsiteY10176"/>
                </a:cxn>
                <a:cxn ang="0">
                  <a:pos x="connsiteX10177" y="connsiteY10177"/>
                </a:cxn>
                <a:cxn ang="0">
                  <a:pos x="connsiteX10178" y="connsiteY10178"/>
                </a:cxn>
                <a:cxn ang="0">
                  <a:pos x="connsiteX10179" y="connsiteY10179"/>
                </a:cxn>
                <a:cxn ang="0">
                  <a:pos x="connsiteX10180" y="connsiteY10180"/>
                </a:cxn>
                <a:cxn ang="0">
                  <a:pos x="connsiteX10181" y="connsiteY10181"/>
                </a:cxn>
                <a:cxn ang="0">
                  <a:pos x="connsiteX10182" y="connsiteY10182"/>
                </a:cxn>
                <a:cxn ang="0">
                  <a:pos x="connsiteX10183" y="connsiteY10183"/>
                </a:cxn>
                <a:cxn ang="0">
                  <a:pos x="connsiteX10184" y="connsiteY10184"/>
                </a:cxn>
                <a:cxn ang="0">
                  <a:pos x="connsiteX10185" y="connsiteY10185"/>
                </a:cxn>
                <a:cxn ang="0">
                  <a:pos x="connsiteX10186" y="connsiteY10186"/>
                </a:cxn>
                <a:cxn ang="0">
                  <a:pos x="connsiteX10187" y="connsiteY10187"/>
                </a:cxn>
                <a:cxn ang="0">
                  <a:pos x="connsiteX10188" y="connsiteY10188"/>
                </a:cxn>
                <a:cxn ang="0">
                  <a:pos x="connsiteX10189" y="connsiteY10189"/>
                </a:cxn>
                <a:cxn ang="0">
                  <a:pos x="connsiteX10190" y="connsiteY10190"/>
                </a:cxn>
                <a:cxn ang="0">
                  <a:pos x="connsiteX10191" y="connsiteY10191"/>
                </a:cxn>
                <a:cxn ang="0">
                  <a:pos x="connsiteX10192" y="connsiteY10192"/>
                </a:cxn>
                <a:cxn ang="0">
                  <a:pos x="connsiteX10193" y="connsiteY10193"/>
                </a:cxn>
                <a:cxn ang="0">
                  <a:pos x="connsiteX10194" y="connsiteY10194"/>
                </a:cxn>
                <a:cxn ang="0">
                  <a:pos x="connsiteX10195" y="connsiteY10195"/>
                </a:cxn>
                <a:cxn ang="0">
                  <a:pos x="connsiteX10196" y="connsiteY10196"/>
                </a:cxn>
                <a:cxn ang="0">
                  <a:pos x="connsiteX10197" y="connsiteY10197"/>
                </a:cxn>
                <a:cxn ang="0">
                  <a:pos x="connsiteX10198" y="connsiteY10198"/>
                </a:cxn>
                <a:cxn ang="0">
                  <a:pos x="connsiteX10199" y="connsiteY10199"/>
                </a:cxn>
                <a:cxn ang="0">
                  <a:pos x="connsiteX10200" y="connsiteY10200"/>
                </a:cxn>
                <a:cxn ang="0">
                  <a:pos x="connsiteX10201" y="connsiteY10201"/>
                </a:cxn>
                <a:cxn ang="0">
                  <a:pos x="connsiteX10202" y="connsiteY10202"/>
                </a:cxn>
                <a:cxn ang="0">
                  <a:pos x="connsiteX10203" y="connsiteY10203"/>
                </a:cxn>
                <a:cxn ang="0">
                  <a:pos x="connsiteX10204" y="connsiteY10204"/>
                </a:cxn>
                <a:cxn ang="0">
                  <a:pos x="connsiteX10205" y="connsiteY10205"/>
                </a:cxn>
                <a:cxn ang="0">
                  <a:pos x="connsiteX10206" y="connsiteY10206"/>
                </a:cxn>
                <a:cxn ang="0">
                  <a:pos x="connsiteX10207" y="connsiteY10207"/>
                </a:cxn>
                <a:cxn ang="0">
                  <a:pos x="connsiteX10208" y="connsiteY10208"/>
                </a:cxn>
                <a:cxn ang="0">
                  <a:pos x="connsiteX10209" y="connsiteY10209"/>
                </a:cxn>
                <a:cxn ang="0">
                  <a:pos x="connsiteX10210" y="connsiteY10210"/>
                </a:cxn>
                <a:cxn ang="0">
                  <a:pos x="connsiteX10211" y="connsiteY10211"/>
                </a:cxn>
                <a:cxn ang="0">
                  <a:pos x="connsiteX10212" y="connsiteY10212"/>
                </a:cxn>
                <a:cxn ang="0">
                  <a:pos x="connsiteX10213" y="connsiteY10213"/>
                </a:cxn>
                <a:cxn ang="0">
                  <a:pos x="connsiteX10214" y="connsiteY10214"/>
                </a:cxn>
                <a:cxn ang="0">
                  <a:pos x="connsiteX10215" y="connsiteY10215"/>
                </a:cxn>
                <a:cxn ang="0">
                  <a:pos x="connsiteX10216" y="connsiteY10216"/>
                </a:cxn>
                <a:cxn ang="0">
                  <a:pos x="connsiteX10217" y="connsiteY10217"/>
                </a:cxn>
                <a:cxn ang="0">
                  <a:pos x="connsiteX10218" y="connsiteY10218"/>
                </a:cxn>
                <a:cxn ang="0">
                  <a:pos x="connsiteX10219" y="connsiteY10219"/>
                </a:cxn>
                <a:cxn ang="0">
                  <a:pos x="connsiteX10220" y="connsiteY10220"/>
                </a:cxn>
                <a:cxn ang="0">
                  <a:pos x="connsiteX10221" y="connsiteY10221"/>
                </a:cxn>
                <a:cxn ang="0">
                  <a:pos x="connsiteX10222" y="connsiteY10222"/>
                </a:cxn>
                <a:cxn ang="0">
                  <a:pos x="connsiteX10223" y="connsiteY10223"/>
                </a:cxn>
                <a:cxn ang="0">
                  <a:pos x="connsiteX10224" y="connsiteY10224"/>
                </a:cxn>
                <a:cxn ang="0">
                  <a:pos x="connsiteX10225" y="connsiteY10225"/>
                </a:cxn>
                <a:cxn ang="0">
                  <a:pos x="connsiteX10226" y="connsiteY10226"/>
                </a:cxn>
                <a:cxn ang="0">
                  <a:pos x="connsiteX10227" y="connsiteY10227"/>
                </a:cxn>
                <a:cxn ang="0">
                  <a:pos x="connsiteX10228" y="connsiteY10228"/>
                </a:cxn>
                <a:cxn ang="0">
                  <a:pos x="connsiteX10229" y="connsiteY10229"/>
                </a:cxn>
                <a:cxn ang="0">
                  <a:pos x="connsiteX10230" y="connsiteY10230"/>
                </a:cxn>
                <a:cxn ang="0">
                  <a:pos x="connsiteX10231" y="connsiteY10231"/>
                </a:cxn>
                <a:cxn ang="0">
                  <a:pos x="connsiteX10232" y="connsiteY10232"/>
                </a:cxn>
                <a:cxn ang="0">
                  <a:pos x="connsiteX10233" y="connsiteY10233"/>
                </a:cxn>
                <a:cxn ang="0">
                  <a:pos x="connsiteX10234" y="connsiteY10234"/>
                </a:cxn>
                <a:cxn ang="0">
                  <a:pos x="connsiteX10235" y="connsiteY10235"/>
                </a:cxn>
                <a:cxn ang="0">
                  <a:pos x="connsiteX10236" y="connsiteY10236"/>
                </a:cxn>
                <a:cxn ang="0">
                  <a:pos x="connsiteX10237" y="connsiteY10237"/>
                </a:cxn>
                <a:cxn ang="0">
                  <a:pos x="connsiteX10238" y="connsiteY10238"/>
                </a:cxn>
                <a:cxn ang="0">
                  <a:pos x="connsiteX10239" y="connsiteY10239"/>
                </a:cxn>
                <a:cxn ang="0">
                  <a:pos x="connsiteX10240" y="connsiteY10240"/>
                </a:cxn>
                <a:cxn ang="0">
                  <a:pos x="connsiteX10241" y="connsiteY10241"/>
                </a:cxn>
                <a:cxn ang="0">
                  <a:pos x="connsiteX10242" y="connsiteY10242"/>
                </a:cxn>
                <a:cxn ang="0">
                  <a:pos x="connsiteX10243" y="connsiteY10243"/>
                </a:cxn>
                <a:cxn ang="0">
                  <a:pos x="connsiteX10244" y="connsiteY10244"/>
                </a:cxn>
                <a:cxn ang="0">
                  <a:pos x="connsiteX10245" y="connsiteY10245"/>
                </a:cxn>
                <a:cxn ang="0">
                  <a:pos x="connsiteX10246" y="connsiteY10246"/>
                </a:cxn>
                <a:cxn ang="0">
                  <a:pos x="connsiteX10247" y="connsiteY10247"/>
                </a:cxn>
                <a:cxn ang="0">
                  <a:pos x="connsiteX10248" y="connsiteY10248"/>
                </a:cxn>
                <a:cxn ang="0">
                  <a:pos x="connsiteX10249" y="connsiteY10249"/>
                </a:cxn>
                <a:cxn ang="0">
                  <a:pos x="connsiteX10250" y="connsiteY10250"/>
                </a:cxn>
                <a:cxn ang="0">
                  <a:pos x="connsiteX10251" y="connsiteY10251"/>
                </a:cxn>
                <a:cxn ang="0">
                  <a:pos x="connsiteX10252" y="connsiteY10252"/>
                </a:cxn>
                <a:cxn ang="0">
                  <a:pos x="connsiteX10253" y="connsiteY10253"/>
                </a:cxn>
                <a:cxn ang="0">
                  <a:pos x="connsiteX10254" y="connsiteY10254"/>
                </a:cxn>
                <a:cxn ang="0">
                  <a:pos x="connsiteX10255" y="connsiteY10255"/>
                </a:cxn>
                <a:cxn ang="0">
                  <a:pos x="connsiteX10256" y="connsiteY10256"/>
                </a:cxn>
                <a:cxn ang="0">
                  <a:pos x="connsiteX10257" y="connsiteY10257"/>
                </a:cxn>
                <a:cxn ang="0">
                  <a:pos x="connsiteX10258" y="connsiteY10258"/>
                </a:cxn>
                <a:cxn ang="0">
                  <a:pos x="connsiteX10259" y="connsiteY10259"/>
                </a:cxn>
                <a:cxn ang="0">
                  <a:pos x="connsiteX10260" y="connsiteY10260"/>
                </a:cxn>
                <a:cxn ang="0">
                  <a:pos x="connsiteX10261" y="connsiteY10261"/>
                </a:cxn>
                <a:cxn ang="0">
                  <a:pos x="connsiteX10262" y="connsiteY10262"/>
                </a:cxn>
                <a:cxn ang="0">
                  <a:pos x="connsiteX10263" y="connsiteY10263"/>
                </a:cxn>
                <a:cxn ang="0">
                  <a:pos x="connsiteX10264" y="connsiteY10264"/>
                </a:cxn>
                <a:cxn ang="0">
                  <a:pos x="connsiteX10265" y="connsiteY10265"/>
                </a:cxn>
                <a:cxn ang="0">
                  <a:pos x="connsiteX10266" y="connsiteY10266"/>
                </a:cxn>
                <a:cxn ang="0">
                  <a:pos x="connsiteX10267" y="connsiteY10267"/>
                </a:cxn>
                <a:cxn ang="0">
                  <a:pos x="connsiteX10268" y="connsiteY10268"/>
                </a:cxn>
                <a:cxn ang="0">
                  <a:pos x="connsiteX10269" y="connsiteY10269"/>
                </a:cxn>
                <a:cxn ang="0">
                  <a:pos x="connsiteX10270" y="connsiteY10270"/>
                </a:cxn>
                <a:cxn ang="0">
                  <a:pos x="connsiteX10271" y="connsiteY10271"/>
                </a:cxn>
                <a:cxn ang="0">
                  <a:pos x="connsiteX10272" y="connsiteY10272"/>
                </a:cxn>
                <a:cxn ang="0">
                  <a:pos x="connsiteX10273" y="connsiteY10273"/>
                </a:cxn>
                <a:cxn ang="0">
                  <a:pos x="connsiteX10274" y="connsiteY10274"/>
                </a:cxn>
                <a:cxn ang="0">
                  <a:pos x="connsiteX10275" y="connsiteY10275"/>
                </a:cxn>
                <a:cxn ang="0">
                  <a:pos x="connsiteX10276" y="connsiteY10276"/>
                </a:cxn>
                <a:cxn ang="0">
                  <a:pos x="connsiteX10277" y="connsiteY10277"/>
                </a:cxn>
                <a:cxn ang="0">
                  <a:pos x="connsiteX10278" y="connsiteY10278"/>
                </a:cxn>
                <a:cxn ang="0">
                  <a:pos x="connsiteX10279" y="connsiteY10279"/>
                </a:cxn>
                <a:cxn ang="0">
                  <a:pos x="connsiteX10280" y="connsiteY10280"/>
                </a:cxn>
                <a:cxn ang="0">
                  <a:pos x="connsiteX10281" y="connsiteY10281"/>
                </a:cxn>
                <a:cxn ang="0">
                  <a:pos x="connsiteX10282" y="connsiteY10282"/>
                </a:cxn>
                <a:cxn ang="0">
                  <a:pos x="connsiteX10283" y="connsiteY10283"/>
                </a:cxn>
                <a:cxn ang="0">
                  <a:pos x="connsiteX10284" y="connsiteY10284"/>
                </a:cxn>
                <a:cxn ang="0">
                  <a:pos x="connsiteX10285" y="connsiteY10285"/>
                </a:cxn>
                <a:cxn ang="0">
                  <a:pos x="connsiteX10286" y="connsiteY10286"/>
                </a:cxn>
                <a:cxn ang="0">
                  <a:pos x="connsiteX10287" y="connsiteY10287"/>
                </a:cxn>
                <a:cxn ang="0">
                  <a:pos x="connsiteX10288" y="connsiteY10288"/>
                </a:cxn>
                <a:cxn ang="0">
                  <a:pos x="connsiteX10289" y="connsiteY10289"/>
                </a:cxn>
                <a:cxn ang="0">
                  <a:pos x="connsiteX10290" y="connsiteY10290"/>
                </a:cxn>
                <a:cxn ang="0">
                  <a:pos x="connsiteX10291" y="connsiteY10291"/>
                </a:cxn>
                <a:cxn ang="0">
                  <a:pos x="connsiteX10292" y="connsiteY10292"/>
                </a:cxn>
                <a:cxn ang="0">
                  <a:pos x="connsiteX10293" y="connsiteY10293"/>
                </a:cxn>
                <a:cxn ang="0">
                  <a:pos x="connsiteX10294" y="connsiteY10294"/>
                </a:cxn>
                <a:cxn ang="0">
                  <a:pos x="connsiteX10295" y="connsiteY10295"/>
                </a:cxn>
                <a:cxn ang="0">
                  <a:pos x="connsiteX10296" y="connsiteY10296"/>
                </a:cxn>
                <a:cxn ang="0">
                  <a:pos x="connsiteX10297" y="connsiteY10297"/>
                </a:cxn>
                <a:cxn ang="0">
                  <a:pos x="connsiteX10298" y="connsiteY10298"/>
                </a:cxn>
                <a:cxn ang="0">
                  <a:pos x="connsiteX10299" y="connsiteY10299"/>
                </a:cxn>
                <a:cxn ang="0">
                  <a:pos x="connsiteX10300" y="connsiteY10300"/>
                </a:cxn>
                <a:cxn ang="0">
                  <a:pos x="connsiteX10301" y="connsiteY10301"/>
                </a:cxn>
                <a:cxn ang="0">
                  <a:pos x="connsiteX10302" y="connsiteY10302"/>
                </a:cxn>
                <a:cxn ang="0">
                  <a:pos x="connsiteX10303" y="connsiteY10303"/>
                </a:cxn>
                <a:cxn ang="0">
                  <a:pos x="connsiteX10304" y="connsiteY10304"/>
                </a:cxn>
                <a:cxn ang="0">
                  <a:pos x="connsiteX10305" y="connsiteY10305"/>
                </a:cxn>
                <a:cxn ang="0">
                  <a:pos x="connsiteX10306" y="connsiteY10306"/>
                </a:cxn>
                <a:cxn ang="0">
                  <a:pos x="connsiteX10307" y="connsiteY10307"/>
                </a:cxn>
                <a:cxn ang="0">
                  <a:pos x="connsiteX10308" y="connsiteY10308"/>
                </a:cxn>
                <a:cxn ang="0">
                  <a:pos x="connsiteX10309" y="connsiteY10309"/>
                </a:cxn>
                <a:cxn ang="0">
                  <a:pos x="connsiteX10310" y="connsiteY10310"/>
                </a:cxn>
                <a:cxn ang="0">
                  <a:pos x="connsiteX10311" y="connsiteY10311"/>
                </a:cxn>
                <a:cxn ang="0">
                  <a:pos x="connsiteX10312" y="connsiteY10312"/>
                </a:cxn>
                <a:cxn ang="0">
                  <a:pos x="connsiteX10313" y="connsiteY10313"/>
                </a:cxn>
                <a:cxn ang="0">
                  <a:pos x="connsiteX10314" y="connsiteY10314"/>
                </a:cxn>
                <a:cxn ang="0">
                  <a:pos x="connsiteX10315" y="connsiteY10315"/>
                </a:cxn>
                <a:cxn ang="0">
                  <a:pos x="connsiteX10316" y="connsiteY10316"/>
                </a:cxn>
                <a:cxn ang="0">
                  <a:pos x="connsiteX10317" y="connsiteY10317"/>
                </a:cxn>
                <a:cxn ang="0">
                  <a:pos x="connsiteX10318" y="connsiteY10318"/>
                </a:cxn>
                <a:cxn ang="0">
                  <a:pos x="connsiteX10319" y="connsiteY10319"/>
                </a:cxn>
                <a:cxn ang="0">
                  <a:pos x="connsiteX10320" y="connsiteY10320"/>
                </a:cxn>
                <a:cxn ang="0">
                  <a:pos x="connsiteX10321" y="connsiteY10321"/>
                </a:cxn>
                <a:cxn ang="0">
                  <a:pos x="connsiteX10322" y="connsiteY10322"/>
                </a:cxn>
                <a:cxn ang="0">
                  <a:pos x="connsiteX10323" y="connsiteY10323"/>
                </a:cxn>
                <a:cxn ang="0">
                  <a:pos x="connsiteX10324" y="connsiteY10324"/>
                </a:cxn>
                <a:cxn ang="0">
                  <a:pos x="connsiteX10325" y="connsiteY10325"/>
                </a:cxn>
                <a:cxn ang="0">
                  <a:pos x="connsiteX10326" y="connsiteY10326"/>
                </a:cxn>
                <a:cxn ang="0">
                  <a:pos x="connsiteX10327" y="connsiteY10327"/>
                </a:cxn>
                <a:cxn ang="0">
                  <a:pos x="connsiteX10328" y="connsiteY10328"/>
                </a:cxn>
                <a:cxn ang="0">
                  <a:pos x="connsiteX10329" y="connsiteY10329"/>
                </a:cxn>
                <a:cxn ang="0">
                  <a:pos x="connsiteX10330" y="connsiteY10330"/>
                </a:cxn>
                <a:cxn ang="0">
                  <a:pos x="connsiteX10331" y="connsiteY10331"/>
                </a:cxn>
                <a:cxn ang="0">
                  <a:pos x="connsiteX10332" y="connsiteY10332"/>
                </a:cxn>
                <a:cxn ang="0">
                  <a:pos x="connsiteX10333" y="connsiteY10333"/>
                </a:cxn>
                <a:cxn ang="0">
                  <a:pos x="connsiteX10334" y="connsiteY10334"/>
                </a:cxn>
                <a:cxn ang="0">
                  <a:pos x="connsiteX10335" y="connsiteY10335"/>
                </a:cxn>
                <a:cxn ang="0">
                  <a:pos x="connsiteX10336" y="connsiteY10336"/>
                </a:cxn>
                <a:cxn ang="0">
                  <a:pos x="connsiteX10337" y="connsiteY10337"/>
                </a:cxn>
                <a:cxn ang="0">
                  <a:pos x="connsiteX10338" y="connsiteY10338"/>
                </a:cxn>
                <a:cxn ang="0">
                  <a:pos x="connsiteX10339" y="connsiteY10339"/>
                </a:cxn>
                <a:cxn ang="0">
                  <a:pos x="connsiteX10340" y="connsiteY10340"/>
                </a:cxn>
                <a:cxn ang="0">
                  <a:pos x="connsiteX10341" y="connsiteY10341"/>
                </a:cxn>
                <a:cxn ang="0">
                  <a:pos x="connsiteX10342" y="connsiteY10342"/>
                </a:cxn>
                <a:cxn ang="0">
                  <a:pos x="connsiteX10343" y="connsiteY10343"/>
                </a:cxn>
                <a:cxn ang="0">
                  <a:pos x="connsiteX10344" y="connsiteY10344"/>
                </a:cxn>
                <a:cxn ang="0">
                  <a:pos x="connsiteX10345" y="connsiteY10345"/>
                </a:cxn>
                <a:cxn ang="0">
                  <a:pos x="connsiteX10346" y="connsiteY10346"/>
                </a:cxn>
                <a:cxn ang="0">
                  <a:pos x="connsiteX10347" y="connsiteY10347"/>
                </a:cxn>
                <a:cxn ang="0">
                  <a:pos x="connsiteX10348" y="connsiteY10348"/>
                </a:cxn>
                <a:cxn ang="0">
                  <a:pos x="connsiteX10349" y="connsiteY10349"/>
                </a:cxn>
                <a:cxn ang="0">
                  <a:pos x="connsiteX10350" y="connsiteY10350"/>
                </a:cxn>
                <a:cxn ang="0">
                  <a:pos x="connsiteX10351" y="connsiteY10351"/>
                </a:cxn>
                <a:cxn ang="0">
                  <a:pos x="connsiteX10352" y="connsiteY10352"/>
                </a:cxn>
                <a:cxn ang="0">
                  <a:pos x="connsiteX10353" y="connsiteY10353"/>
                </a:cxn>
                <a:cxn ang="0">
                  <a:pos x="connsiteX10354" y="connsiteY10354"/>
                </a:cxn>
                <a:cxn ang="0">
                  <a:pos x="connsiteX10355" y="connsiteY10355"/>
                </a:cxn>
                <a:cxn ang="0">
                  <a:pos x="connsiteX10356" y="connsiteY10356"/>
                </a:cxn>
                <a:cxn ang="0">
                  <a:pos x="connsiteX10357" y="connsiteY10357"/>
                </a:cxn>
                <a:cxn ang="0">
                  <a:pos x="connsiteX10358" y="connsiteY10358"/>
                </a:cxn>
                <a:cxn ang="0">
                  <a:pos x="connsiteX10359" y="connsiteY10359"/>
                </a:cxn>
                <a:cxn ang="0">
                  <a:pos x="connsiteX10360" y="connsiteY10360"/>
                </a:cxn>
                <a:cxn ang="0">
                  <a:pos x="connsiteX10361" y="connsiteY10361"/>
                </a:cxn>
                <a:cxn ang="0">
                  <a:pos x="connsiteX10362" y="connsiteY10362"/>
                </a:cxn>
                <a:cxn ang="0">
                  <a:pos x="connsiteX10363" y="connsiteY10363"/>
                </a:cxn>
                <a:cxn ang="0">
                  <a:pos x="connsiteX10364" y="connsiteY10364"/>
                </a:cxn>
                <a:cxn ang="0">
                  <a:pos x="connsiteX10365" y="connsiteY10365"/>
                </a:cxn>
                <a:cxn ang="0">
                  <a:pos x="connsiteX10366" y="connsiteY10366"/>
                </a:cxn>
                <a:cxn ang="0">
                  <a:pos x="connsiteX10367" y="connsiteY10367"/>
                </a:cxn>
                <a:cxn ang="0">
                  <a:pos x="connsiteX10368" y="connsiteY10368"/>
                </a:cxn>
                <a:cxn ang="0">
                  <a:pos x="connsiteX10369" y="connsiteY10369"/>
                </a:cxn>
                <a:cxn ang="0">
                  <a:pos x="connsiteX10370" y="connsiteY10370"/>
                </a:cxn>
                <a:cxn ang="0">
                  <a:pos x="connsiteX10371" y="connsiteY10371"/>
                </a:cxn>
                <a:cxn ang="0">
                  <a:pos x="connsiteX10372" y="connsiteY10372"/>
                </a:cxn>
                <a:cxn ang="0">
                  <a:pos x="connsiteX10373" y="connsiteY10373"/>
                </a:cxn>
                <a:cxn ang="0">
                  <a:pos x="connsiteX10374" y="connsiteY10374"/>
                </a:cxn>
                <a:cxn ang="0">
                  <a:pos x="connsiteX10375" y="connsiteY10375"/>
                </a:cxn>
                <a:cxn ang="0">
                  <a:pos x="connsiteX10376" y="connsiteY10376"/>
                </a:cxn>
                <a:cxn ang="0">
                  <a:pos x="connsiteX10377" y="connsiteY10377"/>
                </a:cxn>
                <a:cxn ang="0">
                  <a:pos x="connsiteX10378" y="connsiteY10378"/>
                </a:cxn>
                <a:cxn ang="0">
                  <a:pos x="connsiteX10379" y="connsiteY10379"/>
                </a:cxn>
                <a:cxn ang="0">
                  <a:pos x="connsiteX10380" y="connsiteY10380"/>
                </a:cxn>
                <a:cxn ang="0">
                  <a:pos x="connsiteX10381" y="connsiteY10381"/>
                </a:cxn>
                <a:cxn ang="0">
                  <a:pos x="connsiteX10382" y="connsiteY10382"/>
                </a:cxn>
                <a:cxn ang="0">
                  <a:pos x="connsiteX10383" y="connsiteY10383"/>
                </a:cxn>
                <a:cxn ang="0">
                  <a:pos x="connsiteX10384" y="connsiteY10384"/>
                </a:cxn>
                <a:cxn ang="0">
                  <a:pos x="connsiteX10385" y="connsiteY10385"/>
                </a:cxn>
                <a:cxn ang="0">
                  <a:pos x="connsiteX10386" y="connsiteY10386"/>
                </a:cxn>
                <a:cxn ang="0">
                  <a:pos x="connsiteX10387" y="connsiteY10387"/>
                </a:cxn>
                <a:cxn ang="0">
                  <a:pos x="connsiteX10388" y="connsiteY10388"/>
                </a:cxn>
                <a:cxn ang="0">
                  <a:pos x="connsiteX10389" y="connsiteY10389"/>
                </a:cxn>
                <a:cxn ang="0">
                  <a:pos x="connsiteX10390" y="connsiteY10390"/>
                </a:cxn>
                <a:cxn ang="0">
                  <a:pos x="connsiteX10391" y="connsiteY10391"/>
                </a:cxn>
                <a:cxn ang="0">
                  <a:pos x="connsiteX10392" y="connsiteY10392"/>
                </a:cxn>
                <a:cxn ang="0">
                  <a:pos x="connsiteX10393" y="connsiteY10393"/>
                </a:cxn>
                <a:cxn ang="0">
                  <a:pos x="connsiteX10394" y="connsiteY10394"/>
                </a:cxn>
                <a:cxn ang="0">
                  <a:pos x="connsiteX10395" y="connsiteY10395"/>
                </a:cxn>
                <a:cxn ang="0">
                  <a:pos x="connsiteX10396" y="connsiteY10396"/>
                </a:cxn>
                <a:cxn ang="0">
                  <a:pos x="connsiteX10397" y="connsiteY10397"/>
                </a:cxn>
                <a:cxn ang="0">
                  <a:pos x="connsiteX10398" y="connsiteY10398"/>
                </a:cxn>
                <a:cxn ang="0">
                  <a:pos x="connsiteX10399" y="connsiteY10399"/>
                </a:cxn>
                <a:cxn ang="0">
                  <a:pos x="connsiteX10400" y="connsiteY10400"/>
                </a:cxn>
                <a:cxn ang="0">
                  <a:pos x="connsiteX10401" y="connsiteY10401"/>
                </a:cxn>
                <a:cxn ang="0">
                  <a:pos x="connsiteX10402" y="connsiteY10402"/>
                </a:cxn>
                <a:cxn ang="0">
                  <a:pos x="connsiteX10403" y="connsiteY10403"/>
                </a:cxn>
                <a:cxn ang="0">
                  <a:pos x="connsiteX10404" y="connsiteY10404"/>
                </a:cxn>
                <a:cxn ang="0">
                  <a:pos x="connsiteX10405" y="connsiteY10405"/>
                </a:cxn>
                <a:cxn ang="0">
                  <a:pos x="connsiteX10406" y="connsiteY10406"/>
                </a:cxn>
                <a:cxn ang="0">
                  <a:pos x="connsiteX10407" y="connsiteY10407"/>
                </a:cxn>
                <a:cxn ang="0">
                  <a:pos x="connsiteX10408" y="connsiteY10408"/>
                </a:cxn>
                <a:cxn ang="0">
                  <a:pos x="connsiteX10409" y="connsiteY10409"/>
                </a:cxn>
                <a:cxn ang="0">
                  <a:pos x="connsiteX10410" y="connsiteY10410"/>
                </a:cxn>
                <a:cxn ang="0">
                  <a:pos x="connsiteX10411" y="connsiteY10411"/>
                </a:cxn>
                <a:cxn ang="0">
                  <a:pos x="connsiteX10412" y="connsiteY10412"/>
                </a:cxn>
                <a:cxn ang="0">
                  <a:pos x="connsiteX10413" y="connsiteY10413"/>
                </a:cxn>
                <a:cxn ang="0">
                  <a:pos x="connsiteX10414" y="connsiteY10414"/>
                </a:cxn>
                <a:cxn ang="0">
                  <a:pos x="connsiteX10415" y="connsiteY10415"/>
                </a:cxn>
                <a:cxn ang="0">
                  <a:pos x="connsiteX10416" y="connsiteY10416"/>
                </a:cxn>
                <a:cxn ang="0">
                  <a:pos x="connsiteX10417" y="connsiteY10417"/>
                </a:cxn>
                <a:cxn ang="0">
                  <a:pos x="connsiteX10418" y="connsiteY10418"/>
                </a:cxn>
                <a:cxn ang="0">
                  <a:pos x="connsiteX10419" y="connsiteY10419"/>
                </a:cxn>
                <a:cxn ang="0">
                  <a:pos x="connsiteX10420" y="connsiteY10420"/>
                </a:cxn>
                <a:cxn ang="0">
                  <a:pos x="connsiteX10421" y="connsiteY10421"/>
                </a:cxn>
                <a:cxn ang="0">
                  <a:pos x="connsiteX10422" y="connsiteY10422"/>
                </a:cxn>
                <a:cxn ang="0">
                  <a:pos x="connsiteX10423" y="connsiteY10423"/>
                </a:cxn>
                <a:cxn ang="0">
                  <a:pos x="connsiteX10424" y="connsiteY10424"/>
                </a:cxn>
                <a:cxn ang="0">
                  <a:pos x="connsiteX10425" y="connsiteY10425"/>
                </a:cxn>
                <a:cxn ang="0">
                  <a:pos x="connsiteX10426" y="connsiteY10426"/>
                </a:cxn>
                <a:cxn ang="0">
                  <a:pos x="connsiteX10427" y="connsiteY10427"/>
                </a:cxn>
                <a:cxn ang="0">
                  <a:pos x="connsiteX10428" y="connsiteY10428"/>
                </a:cxn>
                <a:cxn ang="0">
                  <a:pos x="connsiteX10429" y="connsiteY10429"/>
                </a:cxn>
                <a:cxn ang="0">
                  <a:pos x="connsiteX10430" y="connsiteY10430"/>
                </a:cxn>
                <a:cxn ang="0">
                  <a:pos x="connsiteX10431" y="connsiteY10431"/>
                </a:cxn>
                <a:cxn ang="0">
                  <a:pos x="connsiteX10432" y="connsiteY10432"/>
                </a:cxn>
                <a:cxn ang="0">
                  <a:pos x="connsiteX10433" y="connsiteY10433"/>
                </a:cxn>
                <a:cxn ang="0">
                  <a:pos x="connsiteX10434" y="connsiteY10434"/>
                </a:cxn>
                <a:cxn ang="0">
                  <a:pos x="connsiteX10435" y="connsiteY10435"/>
                </a:cxn>
                <a:cxn ang="0">
                  <a:pos x="connsiteX10436" y="connsiteY10436"/>
                </a:cxn>
                <a:cxn ang="0">
                  <a:pos x="connsiteX10437" y="connsiteY10437"/>
                </a:cxn>
                <a:cxn ang="0">
                  <a:pos x="connsiteX10438" y="connsiteY10438"/>
                </a:cxn>
                <a:cxn ang="0">
                  <a:pos x="connsiteX10439" y="connsiteY10439"/>
                </a:cxn>
                <a:cxn ang="0">
                  <a:pos x="connsiteX10440" y="connsiteY10440"/>
                </a:cxn>
                <a:cxn ang="0">
                  <a:pos x="connsiteX10441" y="connsiteY10441"/>
                </a:cxn>
                <a:cxn ang="0">
                  <a:pos x="connsiteX10442" y="connsiteY10442"/>
                </a:cxn>
                <a:cxn ang="0">
                  <a:pos x="connsiteX10443" y="connsiteY10443"/>
                </a:cxn>
                <a:cxn ang="0">
                  <a:pos x="connsiteX10444" y="connsiteY10444"/>
                </a:cxn>
                <a:cxn ang="0">
                  <a:pos x="connsiteX10445" y="connsiteY10445"/>
                </a:cxn>
                <a:cxn ang="0">
                  <a:pos x="connsiteX10446" y="connsiteY10446"/>
                </a:cxn>
                <a:cxn ang="0">
                  <a:pos x="connsiteX10447" y="connsiteY10447"/>
                </a:cxn>
                <a:cxn ang="0">
                  <a:pos x="connsiteX10448" y="connsiteY10448"/>
                </a:cxn>
                <a:cxn ang="0">
                  <a:pos x="connsiteX10449" y="connsiteY10449"/>
                </a:cxn>
                <a:cxn ang="0">
                  <a:pos x="connsiteX10450" y="connsiteY10450"/>
                </a:cxn>
                <a:cxn ang="0">
                  <a:pos x="connsiteX10451" y="connsiteY10451"/>
                </a:cxn>
                <a:cxn ang="0">
                  <a:pos x="connsiteX10452" y="connsiteY10452"/>
                </a:cxn>
                <a:cxn ang="0">
                  <a:pos x="connsiteX10453" y="connsiteY10453"/>
                </a:cxn>
                <a:cxn ang="0">
                  <a:pos x="connsiteX10454" y="connsiteY10454"/>
                </a:cxn>
                <a:cxn ang="0">
                  <a:pos x="connsiteX10455" y="connsiteY10455"/>
                </a:cxn>
                <a:cxn ang="0">
                  <a:pos x="connsiteX10456" y="connsiteY10456"/>
                </a:cxn>
                <a:cxn ang="0">
                  <a:pos x="connsiteX10457" y="connsiteY10457"/>
                </a:cxn>
                <a:cxn ang="0">
                  <a:pos x="connsiteX10458" y="connsiteY10458"/>
                </a:cxn>
                <a:cxn ang="0">
                  <a:pos x="connsiteX10459" y="connsiteY10459"/>
                </a:cxn>
                <a:cxn ang="0">
                  <a:pos x="connsiteX10460" y="connsiteY10460"/>
                </a:cxn>
                <a:cxn ang="0">
                  <a:pos x="connsiteX10461" y="connsiteY10461"/>
                </a:cxn>
                <a:cxn ang="0">
                  <a:pos x="connsiteX10462" y="connsiteY10462"/>
                </a:cxn>
                <a:cxn ang="0">
                  <a:pos x="connsiteX10463" y="connsiteY10463"/>
                </a:cxn>
                <a:cxn ang="0">
                  <a:pos x="connsiteX10464" y="connsiteY10464"/>
                </a:cxn>
                <a:cxn ang="0">
                  <a:pos x="connsiteX10465" y="connsiteY10465"/>
                </a:cxn>
                <a:cxn ang="0">
                  <a:pos x="connsiteX10466" y="connsiteY10466"/>
                </a:cxn>
                <a:cxn ang="0">
                  <a:pos x="connsiteX10467" y="connsiteY10467"/>
                </a:cxn>
                <a:cxn ang="0">
                  <a:pos x="connsiteX10468" y="connsiteY10468"/>
                </a:cxn>
                <a:cxn ang="0">
                  <a:pos x="connsiteX10469" y="connsiteY10469"/>
                </a:cxn>
                <a:cxn ang="0">
                  <a:pos x="connsiteX10470" y="connsiteY10470"/>
                </a:cxn>
                <a:cxn ang="0">
                  <a:pos x="connsiteX10471" y="connsiteY10471"/>
                </a:cxn>
                <a:cxn ang="0">
                  <a:pos x="connsiteX10472" y="connsiteY10472"/>
                </a:cxn>
                <a:cxn ang="0">
                  <a:pos x="connsiteX10473" y="connsiteY10473"/>
                </a:cxn>
                <a:cxn ang="0">
                  <a:pos x="connsiteX10474" y="connsiteY10474"/>
                </a:cxn>
                <a:cxn ang="0">
                  <a:pos x="connsiteX10475" y="connsiteY10475"/>
                </a:cxn>
                <a:cxn ang="0">
                  <a:pos x="connsiteX10476" y="connsiteY10476"/>
                </a:cxn>
                <a:cxn ang="0">
                  <a:pos x="connsiteX10477" y="connsiteY10477"/>
                </a:cxn>
                <a:cxn ang="0">
                  <a:pos x="connsiteX10478" y="connsiteY10478"/>
                </a:cxn>
                <a:cxn ang="0">
                  <a:pos x="connsiteX10479" y="connsiteY10479"/>
                </a:cxn>
                <a:cxn ang="0">
                  <a:pos x="connsiteX10480" y="connsiteY10480"/>
                </a:cxn>
                <a:cxn ang="0">
                  <a:pos x="connsiteX10481" y="connsiteY10481"/>
                </a:cxn>
                <a:cxn ang="0">
                  <a:pos x="connsiteX10482" y="connsiteY10482"/>
                </a:cxn>
                <a:cxn ang="0">
                  <a:pos x="connsiteX10483" y="connsiteY10483"/>
                </a:cxn>
                <a:cxn ang="0">
                  <a:pos x="connsiteX10484" y="connsiteY10484"/>
                </a:cxn>
                <a:cxn ang="0">
                  <a:pos x="connsiteX10485" y="connsiteY10485"/>
                </a:cxn>
                <a:cxn ang="0">
                  <a:pos x="connsiteX10486" y="connsiteY10486"/>
                </a:cxn>
                <a:cxn ang="0">
                  <a:pos x="connsiteX10487" y="connsiteY10487"/>
                </a:cxn>
                <a:cxn ang="0">
                  <a:pos x="connsiteX10488" y="connsiteY10488"/>
                </a:cxn>
                <a:cxn ang="0">
                  <a:pos x="connsiteX10489" y="connsiteY10489"/>
                </a:cxn>
                <a:cxn ang="0">
                  <a:pos x="connsiteX10490" y="connsiteY10490"/>
                </a:cxn>
                <a:cxn ang="0">
                  <a:pos x="connsiteX10491" y="connsiteY10491"/>
                </a:cxn>
                <a:cxn ang="0">
                  <a:pos x="connsiteX10492" y="connsiteY10492"/>
                </a:cxn>
                <a:cxn ang="0">
                  <a:pos x="connsiteX10493" y="connsiteY10493"/>
                </a:cxn>
                <a:cxn ang="0">
                  <a:pos x="connsiteX10494" y="connsiteY10494"/>
                </a:cxn>
                <a:cxn ang="0">
                  <a:pos x="connsiteX10495" y="connsiteY10495"/>
                </a:cxn>
                <a:cxn ang="0">
                  <a:pos x="connsiteX10496" y="connsiteY10496"/>
                </a:cxn>
                <a:cxn ang="0">
                  <a:pos x="connsiteX10497" y="connsiteY10497"/>
                </a:cxn>
                <a:cxn ang="0">
                  <a:pos x="connsiteX10498" y="connsiteY10498"/>
                </a:cxn>
                <a:cxn ang="0">
                  <a:pos x="connsiteX10499" y="connsiteY10499"/>
                </a:cxn>
                <a:cxn ang="0">
                  <a:pos x="connsiteX10500" y="connsiteY10500"/>
                </a:cxn>
                <a:cxn ang="0">
                  <a:pos x="connsiteX10501" y="connsiteY10501"/>
                </a:cxn>
                <a:cxn ang="0">
                  <a:pos x="connsiteX10502" y="connsiteY10502"/>
                </a:cxn>
                <a:cxn ang="0">
                  <a:pos x="connsiteX10503" y="connsiteY10503"/>
                </a:cxn>
                <a:cxn ang="0">
                  <a:pos x="connsiteX10504" y="connsiteY10504"/>
                </a:cxn>
                <a:cxn ang="0">
                  <a:pos x="connsiteX10505" y="connsiteY10505"/>
                </a:cxn>
                <a:cxn ang="0">
                  <a:pos x="connsiteX10506" y="connsiteY10506"/>
                </a:cxn>
                <a:cxn ang="0">
                  <a:pos x="connsiteX10507" y="connsiteY10507"/>
                </a:cxn>
                <a:cxn ang="0">
                  <a:pos x="connsiteX10508" y="connsiteY10508"/>
                </a:cxn>
                <a:cxn ang="0">
                  <a:pos x="connsiteX10509" y="connsiteY10509"/>
                </a:cxn>
                <a:cxn ang="0">
                  <a:pos x="connsiteX10510" y="connsiteY10510"/>
                </a:cxn>
                <a:cxn ang="0">
                  <a:pos x="connsiteX10511" y="connsiteY10511"/>
                </a:cxn>
                <a:cxn ang="0">
                  <a:pos x="connsiteX10512" y="connsiteY10512"/>
                </a:cxn>
                <a:cxn ang="0">
                  <a:pos x="connsiteX10513" y="connsiteY10513"/>
                </a:cxn>
                <a:cxn ang="0">
                  <a:pos x="connsiteX10514" y="connsiteY10514"/>
                </a:cxn>
                <a:cxn ang="0">
                  <a:pos x="connsiteX10515" y="connsiteY10515"/>
                </a:cxn>
                <a:cxn ang="0">
                  <a:pos x="connsiteX10516" y="connsiteY10516"/>
                </a:cxn>
                <a:cxn ang="0">
                  <a:pos x="connsiteX10517" y="connsiteY10517"/>
                </a:cxn>
                <a:cxn ang="0">
                  <a:pos x="connsiteX10518" y="connsiteY10518"/>
                </a:cxn>
                <a:cxn ang="0">
                  <a:pos x="connsiteX10519" y="connsiteY10519"/>
                </a:cxn>
                <a:cxn ang="0">
                  <a:pos x="connsiteX10520" y="connsiteY10520"/>
                </a:cxn>
                <a:cxn ang="0">
                  <a:pos x="connsiteX10521" y="connsiteY10521"/>
                </a:cxn>
                <a:cxn ang="0">
                  <a:pos x="connsiteX10522" y="connsiteY10522"/>
                </a:cxn>
                <a:cxn ang="0">
                  <a:pos x="connsiteX10523" y="connsiteY10523"/>
                </a:cxn>
                <a:cxn ang="0">
                  <a:pos x="connsiteX10524" y="connsiteY10524"/>
                </a:cxn>
                <a:cxn ang="0">
                  <a:pos x="connsiteX10525" y="connsiteY10525"/>
                </a:cxn>
                <a:cxn ang="0">
                  <a:pos x="connsiteX10526" y="connsiteY10526"/>
                </a:cxn>
                <a:cxn ang="0">
                  <a:pos x="connsiteX10527" y="connsiteY10527"/>
                </a:cxn>
                <a:cxn ang="0">
                  <a:pos x="connsiteX10528" y="connsiteY10528"/>
                </a:cxn>
                <a:cxn ang="0">
                  <a:pos x="connsiteX10529" y="connsiteY10529"/>
                </a:cxn>
                <a:cxn ang="0">
                  <a:pos x="connsiteX10530" y="connsiteY10530"/>
                </a:cxn>
                <a:cxn ang="0">
                  <a:pos x="connsiteX10531" y="connsiteY10531"/>
                </a:cxn>
                <a:cxn ang="0">
                  <a:pos x="connsiteX10532" y="connsiteY10532"/>
                </a:cxn>
                <a:cxn ang="0">
                  <a:pos x="connsiteX10533" y="connsiteY10533"/>
                </a:cxn>
                <a:cxn ang="0">
                  <a:pos x="connsiteX10534" y="connsiteY10534"/>
                </a:cxn>
                <a:cxn ang="0">
                  <a:pos x="connsiteX10535" y="connsiteY10535"/>
                </a:cxn>
                <a:cxn ang="0">
                  <a:pos x="connsiteX10536" y="connsiteY10536"/>
                </a:cxn>
                <a:cxn ang="0">
                  <a:pos x="connsiteX10537" y="connsiteY10537"/>
                </a:cxn>
                <a:cxn ang="0">
                  <a:pos x="connsiteX10538" y="connsiteY10538"/>
                </a:cxn>
                <a:cxn ang="0">
                  <a:pos x="connsiteX10539" y="connsiteY10539"/>
                </a:cxn>
                <a:cxn ang="0">
                  <a:pos x="connsiteX10540" y="connsiteY10540"/>
                </a:cxn>
                <a:cxn ang="0">
                  <a:pos x="connsiteX10541" y="connsiteY10541"/>
                </a:cxn>
                <a:cxn ang="0">
                  <a:pos x="connsiteX10542" y="connsiteY10542"/>
                </a:cxn>
                <a:cxn ang="0">
                  <a:pos x="connsiteX10543" y="connsiteY10543"/>
                </a:cxn>
                <a:cxn ang="0">
                  <a:pos x="connsiteX10544" y="connsiteY10544"/>
                </a:cxn>
                <a:cxn ang="0">
                  <a:pos x="connsiteX10545" y="connsiteY10545"/>
                </a:cxn>
                <a:cxn ang="0">
                  <a:pos x="connsiteX10546" y="connsiteY10546"/>
                </a:cxn>
                <a:cxn ang="0">
                  <a:pos x="connsiteX10547" y="connsiteY10547"/>
                </a:cxn>
                <a:cxn ang="0">
                  <a:pos x="connsiteX10548" y="connsiteY10548"/>
                </a:cxn>
                <a:cxn ang="0">
                  <a:pos x="connsiteX10549" y="connsiteY10549"/>
                </a:cxn>
                <a:cxn ang="0">
                  <a:pos x="connsiteX10550" y="connsiteY10550"/>
                </a:cxn>
                <a:cxn ang="0">
                  <a:pos x="connsiteX10551" y="connsiteY10551"/>
                </a:cxn>
                <a:cxn ang="0">
                  <a:pos x="connsiteX10552" y="connsiteY10552"/>
                </a:cxn>
                <a:cxn ang="0">
                  <a:pos x="connsiteX10553" y="connsiteY10553"/>
                </a:cxn>
                <a:cxn ang="0">
                  <a:pos x="connsiteX10554" y="connsiteY10554"/>
                </a:cxn>
                <a:cxn ang="0">
                  <a:pos x="connsiteX10555" y="connsiteY10555"/>
                </a:cxn>
                <a:cxn ang="0">
                  <a:pos x="connsiteX10556" y="connsiteY10556"/>
                </a:cxn>
                <a:cxn ang="0">
                  <a:pos x="connsiteX10557" y="connsiteY10557"/>
                </a:cxn>
                <a:cxn ang="0">
                  <a:pos x="connsiteX10558" y="connsiteY10558"/>
                </a:cxn>
                <a:cxn ang="0">
                  <a:pos x="connsiteX10559" y="connsiteY10559"/>
                </a:cxn>
                <a:cxn ang="0">
                  <a:pos x="connsiteX10560" y="connsiteY10560"/>
                </a:cxn>
                <a:cxn ang="0">
                  <a:pos x="connsiteX10561" y="connsiteY10561"/>
                </a:cxn>
                <a:cxn ang="0">
                  <a:pos x="connsiteX10562" y="connsiteY10562"/>
                </a:cxn>
                <a:cxn ang="0">
                  <a:pos x="connsiteX10563" y="connsiteY10563"/>
                </a:cxn>
                <a:cxn ang="0">
                  <a:pos x="connsiteX10564" y="connsiteY10564"/>
                </a:cxn>
                <a:cxn ang="0">
                  <a:pos x="connsiteX10565" y="connsiteY10565"/>
                </a:cxn>
                <a:cxn ang="0">
                  <a:pos x="connsiteX10566" y="connsiteY10566"/>
                </a:cxn>
                <a:cxn ang="0">
                  <a:pos x="connsiteX10567" y="connsiteY10567"/>
                </a:cxn>
                <a:cxn ang="0">
                  <a:pos x="connsiteX10568" y="connsiteY10568"/>
                </a:cxn>
                <a:cxn ang="0">
                  <a:pos x="connsiteX10569" y="connsiteY10569"/>
                </a:cxn>
                <a:cxn ang="0">
                  <a:pos x="connsiteX10570" y="connsiteY10570"/>
                </a:cxn>
                <a:cxn ang="0">
                  <a:pos x="connsiteX10571" y="connsiteY10571"/>
                </a:cxn>
                <a:cxn ang="0">
                  <a:pos x="connsiteX10572" y="connsiteY10572"/>
                </a:cxn>
                <a:cxn ang="0">
                  <a:pos x="connsiteX10573" y="connsiteY10573"/>
                </a:cxn>
                <a:cxn ang="0">
                  <a:pos x="connsiteX10574" y="connsiteY10574"/>
                </a:cxn>
                <a:cxn ang="0">
                  <a:pos x="connsiteX10575" y="connsiteY10575"/>
                </a:cxn>
                <a:cxn ang="0">
                  <a:pos x="connsiteX10576" y="connsiteY10576"/>
                </a:cxn>
                <a:cxn ang="0">
                  <a:pos x="connsiteX10577" y="connsiteY10577"/>
                </a:cxn>
                <a:cxn ang="0">
                  <a:pos x="connsiteX10578" y="connsiteY10578"/>
                </a:cxn>
                <a:cxn ang="0">
                  <a:pos x="connsiteX10579" y="connsiteY10579"/>
                </a:cxn>
                <a:cxn ang="0">
                  <a:pos x="connsiteX10580" y="connsiteY10580"/>
                </a:cxn>
                <a:cxn ang="0">
                  <a:pos x="connsiteX10581" y="connsiteY10581"/>
                </a:cxn>
                <a:cxn ang="0">
                  <a:pos x="connsiteX10582" y="connsiteY10582"/>
                </a:cxn>
                <a:cxn ang="0">
                  <a:pos x="connsiteX10583" y="connsiteY10583"/>
                </a:cxn>
                <a:cxn ang="0">
                  <a:pos x="connsiteX10584" y="connsiteY10584"/>
                </a:cxn>
                <a:cxn ang="0">
                  <a:pos x="connsiteX10585" y="connsiteY10585"/>
                </a:cxn>
                <a:cxn ang="0">
                  <a:pos x="connsiteX10586" y="connsiteY10586"/>
                </a:cxn>
                <a:cxn ang="0">
                  <a:pos x="connsiteX10587" y="connsiteY10587"/>
                </a:cxn>
                <a:cxn ang="0">
                  <a:pos x="connsiteX10588" y="connsiteY10588"/>
                </a:cxn>
                <a:cxn ang="0">
                  <a:pos x="connsiteX10589" y="connsiteY10589"/>
                </a:cxn>
                <a:cxn ang="0">
                  <a:pos x="connsiteX10590" y="connsiteY10590"/>
                </a:cxn>
                <a:cxn ang="0">
                  <a:pos x="connsiteX10591" y="connsiteY10591"/>
                </a:cxn>
                <a:cxn ang="0">
                  <a:pos x="connsiteX10592" y="connsiteY10592"/>
                </a:cxn>
                <a:cxn ang="0">
                  <a:pos x="connsiteX10593" y="connsiteY10593"/>
                </a:cxn>
                <a:cxn ang="0">
                  <a:pos x="connsiteX10594" y="connsiteY10594"/>
                </a:cxn>
                <a:cxn ang="0">
                  <a:pos x="connsiteX10595" y="connsiteY10595"/>
                </a:cxn>
                <a:cxn ang="0">
                  <a:pos x="connsiteX10596" y="connsiteY10596"/>
                </a:cxn>
                <a:cxn ang="0">
                  <a:pos x="connsiteX10597" y="connsiteY10597"/>
                </a:cxn>
                <a:cxn ang="0">
                  <a:pos x="connsiteX10598" y="connsiteY10598"/>
                </a:cxn>
                <a:cxn ang="0">
                  <a:pos x="connsiteX10599" y="connsiteY10599"/>
                </a:cxn>
                <a:cxn ang="0">
                  <a:pos x="connsiteX10600" y="connsiteY10600"/>
                </a:cxn>
                <a:cxn ang="0">
                  <a:pos x="connsiteX10601" y="connsiteY10601"/>
                </a:cxn>
                <a:cxn ang="0">
                  <a:pos x="connsiteX10602" y="connsiteY10602"/>
                </a:cxn>
                <a:cxn ang="0">
                  <a:pos x="connsiteX10603" y="connsiteY10603"/>
                </a:cxn>
                <a:cxn ang="0">
                  <a:pos x="connsiteX10604" y="connsiteY10604"/>
                </a:cxn>
                <a:cxn ang="0">
                  <a:pos x="connsiteX10605" y="connsiteY10605"/>
                </a:cxn>
                <a:cxn ang="0">
                  <a:pos x="connsiteX10606" y="connsiteY10606"/>
                </a:cxn>
                <a:cxn ang="0">
                  <a:pos x="connsiteX10607" y="connsiteY10607"/>
                </a:cxn>
                <a:cxn ang="0">
                  <a:pos x="connsiteX10608" y="connsiteY10608"/>
                </a:cxn>
                <a:cxn ang="0">
                  <a:pos x="connsiteX10609" y="connsiteY10609"/>
                </a:cxn>
                <a:cxn ang="0">
                  <a:pos x="connsiteX10610" y="connsiteY10610"/>
                </a:cxn>
                <a:cxn ang="0">
                  <a:pos x="connsiteX10611" y="connsiteY10611"/>
                </a:cxn>
                <a:cxn ang="0">
                  <a:pos x="connsiteX10612" y="connsiteY10612"/>
                </a:cxn>
                <a:cxn ang="0">
                  <a:pos x="connsiteX10613" y="connsiteY10613"/>
                </a:cxn>
                <a:cxn ang="0">
                  <a:pos x="connsiteX10614" y="connsiteY10614"/>
                </a:cxn>
                <a:cxn ang="0">
                  <a:pos x="connsiteX10615" y="connsiteY10615"/>
                </a:cxn>
                <a:cxn ang="0">
                  <a:pos x="connsiteX10616" y="connsiteY10616"/>
                </a:cxn>
                <a:cxn ang="0">
                  <a:pos x="connsiteX10617" y="connsiteY10617"/>
                </a:cxn>
                <a:cxn ang="0">
                  <a:pos x="connsiteX10618" y="connsiteY10618"/>
                </a:cxn>
                <a:cxn ang="0">
                  <a:pos x="connsiteX10619" y="connsiteY10619"/>
                </a:cxn>
                <a:cxn ang="0">
                  <a:pos x="connsiteX10620" y="connsiteY10620"/>
                </a:cxn>
                <a:cxn ang="0">
                  <a:pos x="connsiteX10621" y="connsiteY10621"/>
                </a:cxn>
                <a:cxn ang="0">
                  <a:pos x="connsiteX10622" y="connsiteY10622"/>
                </a:cxn>
                <a:cxn ang="0">
                  <a:pos x="connsiteX10623" y="connsiteY10623"/>
                </a:cxn>
                <a:cxn ang="0">
                  <a:pos x="connsiteX10624" y="connsiteY10624"/>
                </a:cxn>
                <a:cxn ang="0">
                  <a:pos x="connsiteX10625" y="connsiteY10625"/>
                </a:cxn>
                <a:cxn ang="0">
                  <a:pos x="connsiteX10626" y="connsiteY10626"/>
                </a:cxn>
                <a:cxn ang="0">
                  <a:pos x="connsiteX10627" y="connsiteY10627"/>
                </a:cxn>
                <a:cxn ang="0">
                  <a:pos x="connsiteX10628" y="connsiteY10628"/>
                </a:cxn>
                <a:cxn ang="0">
                  <a:pos x="connsiteX10629" y="connsiteY10629"/>
                </a:cxn>
                <a:cxn ang="0">
                  <a:pos x="connsiteX10630" y="connsiteY10630"/>
                </a:cxn>
                <a:cxn ang="0">
                  <a:pos x="connsiteX10631" y="connsiteY10631"/>
                </a:cxn>
                <a:cxn ang="0">
                  <a:pos x="connsiteX10632" y="connsiteY10632"/>
                </a:cxn>
                <a:cxn ang="0">
                  <a:pos x="connsiteX10633" y="connsiteY10633"/>
                </a:cxn>
                <a:cxn ang="0">
                  <a:pos x="connsiteX10634" y="connsiteY10634"/>
                </a:cxn>
                <a:cxn ang="0">
                  <a:pos x="connsiteX10635" y="connsiteY10635"/>
                </a:cxn>
                <a:cxn ang="0">
                  <a:pos x="connsiteX10636" y="connsiteY10636"/>
                </a:cxn>
                <a:cxn ang="0">
                  <a:pos x="connsiteX10637" y="connsiteY10637"/>
                </a:cxn>
                <a:cxn ang="0">
                  <a:pos x="connsiteX10638" y="connsiteY10638"/>
                </a:cxn>
                <a:cxn ang="0">
                  <a:pos x="connsiteX10639" y="connsiteY10639"/>
                </a:cxn>
                <a:cxn ang="0">
                  <a:pos x="connsiteX10640" y="connsiteY10640"/>
                </a:cxn>
                <a:cxn ang="0">
                  <a:pos x="connsiteX10641" y="connsiteY10641"/>
                </a:cxn>
                <a:cxn ang="0">
                  <a:pos x="connsiteX10642" y="connsiteY10642"/>
                </a:cxn>
                <a:cxn ang="0">
                  <a:pos x="connsiteX10643" y="connsiteY10643"/>
                </a:cxn>
                <a:cxn ang="0">
                  <a:pos x="connsiteX10644" y="connsiteY10644"/>
                </a:cxn>
                <a:cxn ang="0">
                  <a:pos x="connsiteX10645" y="connsiteY10645"/>
                </a:cxn>
                <a:cxn ang="0">
                  <a:pos x="connsiteX10646" y="connsiteY10646"/>
                </a:cxn>
                <a:cxn ang="0">
                  <a:pos x="connsiteX10647" y="connsiteY10647"/>
                </a:cxn>
                <a:cxn ang="0">
                  <a:pos x="connsiteX10648" y="connsiteY10648"/>
                </a:cxn>
                <a:cxn ang="0">
                  <a:pos x="connsiteX10649" y="connsiteY10649"/>
                </a:cxn>
                <a:cxn ang="0">
                  <a:pos x="connsiteX10650" y="connsiteY10650"/>
                </a:cxn>
                <a:cxn ang="0">
                  <a:pos x="connsiteX10651" y="connsiteY10651"/>
                </a:cxn>
                <a:cxn ang="0">
                  <a:pos x="connsiteX10652" y="connsiteY10652"/>
                </a:cxn>
                <a:cxn ang="0">
                  <a:pos x="connsiteX10653" y="connsiteY10653"/>
                </a:cxn>
                <a:cxn ang="0">
                  <a:pos x="connsiteX10654" y="connsiteY10654"/>
                </a:cxn>
                <a:cxn ang="0">
                  <a:pos x="connsiteX10655" y="connsiteY10655"/>
                </a:cxn>
                <a:cxn ang="0">
                  <a:pos x="connsiteX10656" y="connsiteY10656"/>
                </a:cxn>
                <a:cxn ang="0">
                  <a:pos x="connsiteX10657" y="connsiteY10657"/>
                </a:cxn>
                <a:cxn ang="0">
                  <a:pos x="connsiteX10658" y="connsiteY10658"/>
                </a:cxn>
                <a:cxn ang="0">
                  <a:pos x="connsiteX10659" y="connsiteY10659"/>
                </a:cxn>
                <a:cxn ang="0">
                  <a:pos x="connsiteX10660" y="connsiteY10660"/>
                </a:cxn>
                <a:cxn ang="0">
                  <a:pos x="connsiteX10661" y="connsiteY10661"/>
                </a:cxn>
                <a:cxn ang="0">
                  <a:pos x="connsiteX10662" y="connsiteY10662"/>
                </a:cxn>
                <a:cxn ang="0">
                  <a:pos x="connsiteX10663" y="connsiteY10663"/>
                </a:cxn>
                <a:cxn ang="0">
                  <a:pos x="connsiteX10664" y="connsiteY10664"/>
                </a:cxn>
                <a:cxn ang="0">
                  <a:pos x="connsiteX10665" y="connsiteY10665"/>
                </a:cxn>
                <a:cxn ang="0">
                  <a:pos x="connsiteX10666" y="connsiteY10666"/>
                </a:cxn>
                <a:cxn ang="0">
                  <a:pos x="connsiteX10667" y="connsiteY10667"/>
                </a:cxn>
                <a:cxn ang="0">
                  <a:pos x="connsiteX10668" y="connsiteY10668"/>
                </a:cxn>
                <a:cxn ang="0">
                  <a:pos x="connsiteX10669" y="connsiteY10669"/>
                </a:cxn>
                <a:cxn ang="0">
                  <a:pos x="connsiteX10670" y="connsiteY10670"/>
                </a:cxn>
                <a:cxn ang="0">
                  <a:pos x="connsiteX10671" y="connsiteY10671"/>
                </a:cxn>
                <a:cxn ang="0">
                  <a:pos x="connsiteX10672" y="connsiteY10672"/>
                </a:cxn>
                <a:cxn ang="0">
                  <a:pos x="connsiteX10673" y="connsiteY10673"/>
                </a:cxn>
                <a:cxn ang="0">
                  <a:pos x="connsiteX10674" y="connsiteY10674"/>
                </a:cxn>
                <a:cxn ang="0">
                  <a:pos x="connsiteX10675" y="connsiteY10675"/>
                </a:cxn>
                <a:cxn ang="0">
                  <a:pos x="connsiteX10676" y="connsiteY10676"/>
                </a:cxn>
                <a:cxn ang="0">
                  <a:pos x="connsiteX10677" y="connsiteY10677"/>
                </a:cxn>
                <a:cxn ang="0">
                  <a:pos x="connsiteX10678" y="connsiteY10678"/>
                </a:cxn>
                <a:cxn ang="0">
                  <a:pos x="connsiteX10679" y="connsiteY10679"/>
                </a:cxn>
                <a:cxn ang="0">
                  <a:pos x="connsiteX10680" y="connsiteY10680"/>
                </a:cxn>
                <a:cxn ang="0">
                  <a:pos x="connsiteX10681" y="connsiteY10681"/>
                </a:cxn>
                <a:cxn ang="0">
                  <a:pos x="connsiteX10682" y="connsiteY10682"/>
                </a:cxn>
                <a:cxn ang="0">
                  <a:pos x="connsiteX10683" y="connsiteY10683"/>
                </a:cxn>
                <a:cxn ang="0">
                  <a:pos x="connsiteX10684" y="connsiteY10684"/>
                </a:cxn>
                <a:cxn ang="0">
                  <a:pos x="connsiteX10685" y="connsiteY10685"/>
                </a:cxn>
                <a:cxn ang="0">
                  <a:pos x="connsiteX10686" y="connsiteY10686"/>
                </a:cxn>
                <a:cxn ang="0">
                  <a:pos x="connsiteX10687" y="connsiteY10687"/>
                </a:cxn>
                <a:cxn ang="0">
                  <a:pos x="connsiteX10688" y="connsiteY10688"/>
                </a:cxn>
                <a:cxn ang="0">
                  <a:pos x="connsiteX10689" y="connsiteY10689"/>
                </a:cxn>
                <a:cxn ang="0">
                  <a:pos x="connsiteX10690" y="connsiteY10690"/>
                </a:cxn>
                <a:cxn ang="0">
                  <a:pos x="connsiteX10691" y="connsiteY10691"/>
                </a:cxn>
                <a:cxn ang="0">
                  <a:pos x="connsiteX10692" y="connsiteY10692"/>
                </a:cxn>
                <a:cxn ang="0">
                  <a:pos x="connsiteX10693" y="connsiteY10693"/>
                </a:cxn>
                <a:cxn ang="0">
                  <a:pos x="connsiteX10694" y="connsiteY10694"/>
                </a:cxn>
                <a:cxn ang="0">
                  <a:pos x="connsiteX10695" y="connsiteY10695"/>
                </a:cxn>
                <a:cxn ang="0">
                  <a:pos x="connsiteX10696" y="connsiteY10696"/>
                </a:cxn>
                <a:cxn ang="0">
                  <a:pos x="connsiteX10697" y="connsiteY10697"/>
                </a:cxn>
                <a:cxn ang="0">
                  <a:pos x="connsiteX10698" y="connsiteY10698"/>
                </a:cxn>
                <a:cxn ang="0">
                  <a:pos x="connsiteX10699" y="connsiteY10699"/>
                </a:cxn>
                <a:cxn ang="0">
                  <a:pos x="connsiteX10700" y="connsiteY10700"/>
                </a:cxn>
                <a:cxn ang="0">
                  <a:pos x="connsiteX10701" y="connsiteY10701"/>
                </a:cxn>
                <a:cxn ang="0">
                  <a:pos x="connsiteX10702" y="connsiteY10702"/>
                </a:cxn>
                <a:cxn ang="0">
                  <a:pos x="connsiteX10703" y="connsiteY10703"/>
                </a:cxn>
                <a:cxn ang="0">
                  <a:pos x="connsiteX10704" y="connsiteY10704"/>
                </a:cxn>
                <a:cxn ang="0">
                  <a:pos x="connsiteX10705" y="connsiteY10705"/>
                </a:cxn>
                <a:cxn ang="0">
                  <a:pos x="connsiteX10706" y="connsiteY10706"/>
                </a:cxn>
                <a:cxn ang="0">
                  <a:pos x="connsiteX10707" y="connsiteY10707"/>
                </a:cxn>
                <a:cxn ang="0">
                  <a:pos x="connsiteX10708" y="connsiteY10708"/>
                </a:cxn>
                <a:cxn ang="0">
                  <a:pos x="connsiteX10709" y="connsiteY10709"/>
                </a:cxn>
                <a:cxn ang="0">
                  <a:pos x="connsiteX10710" y="connsiteY10710"/>
                </a:cxn>
                <a:cxn ang="0">
                  <a:pos x="connsiteX10711" y="connsiteY10711"/>
                </a:cxn>
                <a:cxn ang="0">
                  <a:pos x="connsiteX10712" y="connsiteY10712"/>
                </a:cxn>
                <a:cxn ang="0">
                  <a:pos x="connsiteX10713" y="connsiteY10713"/>
                </a:cxn>
                <a:cxn ang="0">
                  <a:pos x="connsiteX10714" y="connsiteY10714"/>
                </a:cxn>
                <a:cxn ang="0">
                  <a:pos x="connsiteX10715" y="connsiteY10715"/>
                </a:cxn>
                <a:cxn ang="0">
                  <a:pos x="connsiteX10716" y="connsiteY10716"/>
                </a:cxn>
                <a:cxn ang="0">
                  <a:pos x="connsiteX10717" y="connsiteY10717"/>
                </a:cxn>
                <a:cxn ang="0">
                  <a:pos x="connsiteX10718" y="connsiteY10718"/>
                </a:cxn>
                <a:cxn ang="0">
                  <a:pos x="connsiteX10719" y="connsiteY10719"/>
                </a:cxn>
                <a:cxn ang="0">
                  <a:pos x="connsiteX10720" y="connsiteY10720"/>
                </a:cxn>
                <a:cxn ang="0">
                  <a:pos x="connsiteX10721" y="connsiteY10721"/>
                </a:cxn>
                <a:cxn ang="0">
                  <a:pos x="connsiteX10722" y="connsiteY10722"/>
                </a:cxn>
                <a:cxn ang="0">
                  <a:pos x="connsiteX10723" y="connsiteY10723"/>
                </a:cxn>
                <a:cxn ang="0">
                  <a:pos x="connsiteX10724" y="connsiteY10724"/>
                </a:cxn>
                <a:cxn ang="0">
                  <a:pos x="connsiteX10725" y="connsiteY10725"/>
                </a:cxn>
                <a:cxn ang="0">
                  <a:pos x="connsiteX10726" y="connsiteY10726"/>
                </a:cxn>
                <a:cxn ang="0">
                  <a:pos x="connsiteX10727" y="connsiteY10727"/>
                </a:cxn>
                <a:cxn ang="0">
                  <a:pos x="connsiteX10728" y="connsiteY10728"/>
                </a:cxn>
                <a:cxn ang="0">
                  <a:pos x="connsiteX10729" y="connsiteY10729"/>
                </a:cxn>
                <a:cxn ang="0">
                  <a:pos x="connsiteX10730" y="connsiteY10730"/>
                </a:cxn>
                <a:cxn ang="0">
                  <a:pos x="connsiteX10731" y="connsiteY10731"/>
                </a:cxn>
                <a:cxn ang="0">
                  <a:pos x="connsiteX10732" y="connsiteY10732"/>
                </a:cxn>
                <a:cxn ang="0">
                  <a:pos x="connsiteX10733" y="connsiteY10733"/>
                </a:cxn>
                <a:cxn ang="0">
                  <a:pos x="connsiteX10734" y="connsiteY10734"/>
                </a:cxn>
                <a:cxn ang="0">
                  <a:pos x="connsiteX10735" y="connsiteY10735"/>
                </a:cxn>
                <a:cxn ang="0">
                  <a:pos x="connsiteX10736" y="connsiteY10736"/>
                </a:cxn>
                <a:cxn ang="0">
                  <a:pos x="connsiteX10737" y="connsiteY10737"/>
                </a:cxn>
                <a:cxn ang="0">
                  <a:pos x="connsiteX10738" y="connsiteY10738"/>
                </a:cxn>
                <a:cxn ang="0">
                  <a:pos x="connsiteX10739" y="connsiteY10739"/>
                </a:cxn>
                <a:cxn ang="0">
                  <a:pos x="connsiteX10740" y="connsiteY10740"/>
                </a:cxn>
                <a:cxn ang="0">
                  <a:pos x="connsiteX10741" y="connsiteY10741"/>
                </a:cxn>
                <a:cxn ang="0">
                  <a:pos x="connsiteX10742" y="connsiteY10742"/>
                </a:cxn>
                <a:cxn ang="0">
                  <a:pos x="connsiteX10743" y="connsiteY10743"/>
                </a:cxn>
                <a:cxn ang="0">
                  <a:pos x="connsiteX10744" y="connsiteY10744"/>
                </a:cxn>
                <a:cxn ang="0">
                  <a:pos x="connsiteX10745" y="connsiteY10745"/>
                </a:cxn>
                <a:cxn ang="0">
                  <a:pos x="connsiteX10746" y="connsiteY10746"/>
                </a:cxn>
                <a:cxn ang="0">
                  <a:pos x="connsiteX10747" y="connsiteY10747"/>
                </a:cxn>
                <a:cxn ang="0">
                  <a:pos x="connsiteX10748" y="connsiteY10748"/>
                </a:cxn>
                <a:cxn ang="0">
                  <a:pos x="connsiteX10749" y="connsiteY10749"/>
                </a:cxn>
                <a:cxn ang="0">
                  <a:pos x="connsiteX10750" y="connsiteY10750"/>
                </a:cxn>
                <a:cxn ang="0">
                  <a:pos x="connsiteX10751" y="connsiteY10751"/>
                </a:cxn>
                <a:cxn ang="0">
                  <a:pos x="connsiteX10752" y="connsiteY10752"/>
                </a:cxn>
                <a:cxn ang="0">
                  <a:pos x="connsiteX10753" y="connsiteY10753"/>
                </a:cxn>
                <a:cxn ang="0">
                  <a:pos x="connsiteX10754" y="connsiteY10754"/>
                </a:cxn>
                <a:cxn ang="0">
                  <a:pos x="connsiteX10755" y="connsiteY10755"/>
                </a:cxn>
                <a:cxn ang="0">
                  <a:pos x="connsiteX10756" y="connsiteY10756"/>
                </a:cxn>
                <a:cxn ang="0">
                  <a:pos x="connsiteX10757" y="connsiteY10757"/>
                </a:cxn>
                <a:cxn ang="0">
                  <a:pos x="connsiteX10758" y="connsiteY10758"/>
                </a:cxn>
                <a:cxn ang="0">
                  <a:pos x="connsiteX10759" y="connsiteY10759"/>
                </a:cxn>
                <a:cxn ang="0">
                  <a:pos x="connsiteX10760" y="connsiteY10760"/>
                </a:cxn>
                <a:cxn ang="0">
                  <a:pos x="connsiteX10761" y="connsiteY10761"/>
                </a:cxn>
                <a:cxn ang="0">
                  <a:pos x="connsiteX10762" y="connsiteY10762"/>
                </a:cxn>
                <a:cxn ang="0">
                  <a:pos x="connsiteX10763" y="connsiteY10763"/>
                </a:cxn>
                <a:cxn ang="0">
                  <a:pos x="connsiteX10764" y="connsiteY10764"/>
                </a:cxn>
                <a:cxn ang="0">
                  <a:pos x="connsiteX10765" y="connsiteY10765"/>
                </a:cxn>
                <a:cxn ang="0">
                  <a:pos x="connsiteX10766" y="connsiteY10766"/>
                </a:cxn>
                <a:cxn ang="0">
                  <a:pos x="connsiteX10767" y="connsiteY10767"/>
                </a:cxn>
                <a:cxn ang="0">
                  <a:pos x="connsiteX10768" y="connsiteY10768"/>
                </a:cxn>
                <a:cxn ang="0">
                  <a:pos x="connsiteX10769" y="connsiteY10769"/>
                </a:cxn>
                <a:cxn ang="0">
                  <a:pos x="connsiteX10770" y="connsiteY10770"/>
                </a:cxn>
                <a:cxn ang="0">
                  <a:pos x="connsiteX10771" y="connsiteY10771"/>
                </a:cxn>
                <a:cxn ang="0">
                  <a:pos x="connsiteX10772" y="connsiteY10772"/>
                </a:cxn>
                <a:cxn ang="0">
                  <a:pos x="connsiteX10773" y="connsiteY10773"/>
                </a:cxn>
                <a:cxn ang="0">
                  <a:pos x="connsiteX10774" y="connsiteY10774"/>
                </a:cxn>
                <a:cxn ang="0">
                  <a:pos x="connsiteX10775" y="connsiteY10775"/>
                </a:cxn>
                <a:cxn ang="0">
                  <a:pos x="connsiteX10776" y="connsiteY10776"/>
                </a:cxn>
                <a:cxn ang="0">
                  <a:pos x="connsiteX10777" y="connsiteY10777"/>
                </a:cxn>
                <a:cxn ang="0">
                  <a:pos x="connsiteX10778" y="connsiteY10778"/>
                </a:cxn>
                <a:cxn ang="0">
                  <a:pos x="connsiteX10779" y="connsiteY10779"/>
                </a:cxn>
                <a:cxn ang="0">
                  <a:pos x="connsiteX10780" y="connsiteY10780"/>
                </a:cxn>
                <a:cxn ang="0">
                  <a:pos x="connsiteX10781" y="connsiteY10781"/>
                </a:cxn>
                <a:cxn ang="0">
                  <a:pos x="connsiteX10782" y="connsiteY10782"/>
                </a:cxn>
                <a:cxn ang="0">
                  <a:pos x="connsiteX10783" y="connsiteY10783"/>
                </a:cxn>
                <a:cxn ang="0">
                  <a:pos x="connsiteX10784" y="connsiteY10784"/>
                </a:cxn>
                <a:cxn ang="0">
                  <a:pos x="connsiteX10785" y="connsiteY10785"/>
                </a:cxn>
                <a:cxn ang="0">
                  <a:pos x="connsiteX10786" y="connsiteY10786"/>
                </a:cxn>
                <a:cxn ang="0">
                  <a:pos x="connsiteX10787" y="connsiteY10787"/>
                </a:cxn>
                <a:cxn ang="0">
                  <a:pos x="connsiteX10788" y="connsiteY10788"/>
                </a:cxn>
                <a:cxn ang="0">
                  <a:pos x="connsiteX10789" y="connsiteY10789"/>
                </a:cxn>
                <a:cxn ang="0">
                  <a:pos x="connsiteX10790" y="connsiteY10790"/>
                </a:cxn>
                <a:cxn ang="0">
                  <a:pos x="connsiteX10791" y="connsiteY10791"/>
                </a:cxn>
                <a:cxn ang="0">
                  <a:pos x="connsiteX10792" y="connsiteY10792"/>
                </a:cxn>
                <a:cxn ang="0">
                  <a:pos x="connsiteX10793" y="connsiteY10793"/>
                </a:cxn>
                <a:cxn ang="0">
                  <a:pos x="connsiteX10794" y="connsiteY10794"/>
                </a:cxn>
                <a:cxn ang="0">
                  <a:pos x="connsiteX10795" y="connsiteY10795"/>
                </a:cxn>
                <a:cxn ang="0">
                  <a:pos x="connsiteX10796" y="connsiteY10796"/>
                </a:cxn>
                <a:cxn ang="0">
                  <a:pos x="connsiteX10797" y="connsiteY10797"/>
                </a:cxn>
                <a:cxn ang="0">
                  <a:pos x="connsiteX10798" y="connsiteY10798"/>
                </a:cxn>
                <a:cxn ang="0">
                  <a:pos x="connsiteX10799" y="connsiteY10799"/>
                </a:cxn>
                <a:cxn ang="0">
                  <a:pos x="connsiteX10800" y="connsiteY10800"/>
                </a:cxn>
                <a:cxn ang="0">
                  <a:pos x="connsiteX10801" y="connsiteY10801"/>
                </a:cxn>
                <a:cxn ang="0">
                  <a:pos x="connsiteX10802" y="connsiteY10802"/>
                </a:cxn>
                <a:cxn ang="0">
                  <a:pos x="connsiteX10803" y="connsiteY10803"/>
                </a:cxn>
                <a:cxn ang="0">
                  <a:pos x="connsiteX10804" y="connsiteY10804"/>
                </a:cxn>
                <a:cxn ang="0">
                  <a:pos x="connsiteX10805" y="connsiteY10805"/>
                </a:cxn>
                <a:cxn ang="0">
                  <a:pos x="connsiteX10806" y="connsiteY10806"/>
                </a:cxn>
                <a:cxn ang="0">
                  <a:pos x="connsiteX10807" y="connsiteY10807"/>
                </a:cxn>
                <a:cxn ang="0">
                  <a:pos x="connsiteX10808" y="connsiteY10808"/>
                </a:cxn>
                <a:cxn ang="0">
                  <a:pos x="connsiteX10809" y="connsiteY10809"/>
                </a:cxn>
                <a:cxn ang="0">
                  <a:pos x="connsiteX10810" y="connsiteY10810"/>
                </a:cxn>
                <a:cxn ang="0">
                  <a:pos x="connsiteX10811" y="connsiteY10811"/>
                </a:cxn>
                <a:cxn ang="0">
                  <a:pos x="connsiteX10812" y="connsiteY10812"/>
                </a:cxn>
                <a:cxn ang="0">
                  <a:pos x="connsiteX10813" y="connsiteY10813"/>
                </a:cxn>
                <a:cxn ang="0">
                  <a:pos x="connsiteX10814" y="connsiteY10814"/>
                </a:cxn>
                <a:cxn ang="0">
                  <a:pos x="connsiteX10815" y="connsiteY10815"/>
                </a:cxn>
                <a:cxn ang="0">
                  <a:pos x="connsiteX10816" y="connsiteY10816"/>
                </a:cxn>
                <a:cxn ang="0">
                  <a:pos x="connsiteX10817" y="connsiteY10817"/>
                </a:cxn>
                <a:cxn ang="0">
                  <a:pos x="connsiteX10818" y="connsiteY10818"/>
                </a:cxn>
                <a:cxn ang="0">
                  <a:pos x="connsiteX10819" y="connsiteY10819"/>
                </a:cxn>
                <a:cxn ang="0">
                  <a:pos x="connsiteX10820" y="connsiteY10820"/>
                </a:cxn>
                <a:cxn ang="0">
                  <a:pos x="connsiteX10821" y="connsiteY10821"/>
                </a:cxn>
                <a:cxn ang="0">
                  <a:pos x="connsiteX10822" y="connsiteY10822"/>
                </a:cxn>
                <a:cxn ang="0">
                  <a:pos x="connsiteX10823" y="connsiteY10823"/>
                </a:cxn>
                <a:cxn ang="0">
                  <a:pos x="connsiteX10824" y="connsiteY10824"/>
                </a:cxn>
                <a:cxn ang="0">
                  <a:pos x="connsiteX10825" y="connsiteY10825"/>
                </a:cxn>
                <a:cxn ang="0">
                  <a:pos x="connsiteX10826" y="connsiteY10826"/>
                </a:cxn>
                <a:cxn ang="0">
                  <a:pos x="connsiteX10827" y="connsiteY10827"/>
                </a:cxn>
                <a:cxn ang="0">
                  <a:pos x="connsiteX10828" y="connsiteY10828"/>
                </a:cxn>
                <a:cxn ang="0">
                  <a:pos x="connsiteX10829" y="connsiteY10829"/>
                </a:cxn>
                <a:cxn ang="0">
                  <a:pos x="connsiteX10830" y="connsiteY10830"/>
                </a:cxn>
                <a:cxn ang="0">
                  <a:pos x="connsiteX10831" y="connsiteY10831"/>
                </a:cxn>
                <a:cxn ang="0">
                  <a:pos x="connsiteX10832" y="connsiteY10832"/>
                </a:cxn>
                <a:cxn ang="0">
                  <a:pos x="connsiteX10833" y="connsiteY10833"/>
                </a:cxn>
                <a:cxn ang="0">
                  <a:pos x="connsiteX10834" y="connsiteY10834"/>
                </a:cxn>
                <a:cxn ang="0">
                  <a:pos x="connsiteX10835" y="connsiteY10835"/>
                </a:cxn>
                <a:cxn ang="0">
                  <a:pos x="connsiteX10836" y="connsiteY10836"/>
                </a:cxn>
                <a:cxn ang="0">
                  <a:pos x="connsiteX10837" y="connsiteY10837"/>
                </a:cxn>
                <a:cxn ang="0">
                  <a:pos x="connsiteX10838" y="connsiteY10838"/>
                </a:cxn>
                <a:cxn ang="0">
                  <a:pos x="connsiteX10839" y="connsiteY10839"/>
                </a:cxn>
                <a:cxn ang="0">
                  <a:pos x="connsiteX10840" y="connsiteY10840"/>
                </a:cxn>
                <a:cxn ang="0">
                  <a:pos x="connsiteX10841" y="connsiteY10841"/>
                </a:cxn>
                <a:cxn ang="0">
                  <a:pos x="connsiteX10842" y="connsiteY10842"/>
                </a:cxn>
                <a:cxn ang="0">
                  <a:pos x="connsiteX10843" y="connsiteY10843"/>
                </a:cxn>
                <a:cxn ang="0">
                  <a:pos x="connsiteX10844" y="connsiteY10844"/>
                </a:cxn>
                <a:cxn ang="0">
                  <a:pos x="connsiteX10845" y="connsiteY10845"/>
                </a:cxn>
                <a:cxn ang="0">
                  <a:pos x="connsiteX10846" y="connsiteY10846"/>
                </a:cxn>
                <a:cxn ang="0">
                  <a:pos x="connsiteX10847" y="connsiteY10847"/>
                </a:cxn>
                <a:cxn ang="0">
                  <a:pos x="connsiteX10848" y="connsiteY10848"/>
                </a:cxn>
                <a:cxn ang="0">
                  <a:pos x="connsiteX10849" y="connsiteY10849"/>
                </a:cxn>
                <a:cxn ang="0">
                  <a:pos x="connsiteX10850" y="connsiteY10850"/>
                </a:cxn>
                <a:cxn ang="0">
                  <a:pos x="connsiteX10851" y="connsiteY10851"/>
                </a:cxn>
                <a:cxn ang="0">
                  <a:pos x="connsiteX10852" y="connsiteY10852"/>
                </a:cxn>
                <a:cxn ang="0">
                  <a:pos x="connsiteX10853" y="connsiteY10853"/>
                </a:cxn>
                <a:cxn ang="0">
                  <a:pos x="connsiteX10854" y="connsiteY10854"/>
                </a:cxn>
                <a:cxn ang="0">
                  <a:pos x="connsiteX10855" y="connsiteY10855"/>
                </a:cxn>
                <a:cxn ang="0">
                  <a:pos x="connsiteX10856" y="connsiteY10856"/>
                </a:cxn>
                <a:cxn ang="0">
                  <a:pos x="connsiteX10857" y="connsiteY10857"/>
                </a:cxn>
                <a:cxn ang="0">
                  <a:pos x="connsiteX10858" y="connsiteY10858"/>
                </a:cxn>
                <a:cxn ang="0">
                  <a:pos x="connsiteX10859" y="connsiteY10859"/>
                </a:cxn>
                <a:cxn ang="0">
                  <a:pos x="connsiteX10860" y="connsiteY10860"/>
                </a:cxn>
                <a:cxn ang="0">
                  <a:pos x="connsiteX10861" y="connsiteY10861"/>
                </a:cxn>
                <a:cxn ang="0">
                  <a:pos x="connsiteX10862" y="connsiteY10862"/>
                </a:cxn>
                <a:cxn ang="0">
                  <a:pos x="connsiteX10863" y="connsiteY10863"/>
                </a:cxn>
                <a:cxn ang="0">
                  <a:pos x="connsiteX10864" y="connsiteY10864"/>
                </a:cxn>
                <a:cxn ang="0">
                  <a:pos x="connsiteX10865" y="connsiteY10865"/>
                </a:cxn>
                <a:cxn ang="0">
                  <a:pos x="connsiteX10866" y="connsiteY10866"/>
                </a:cxn>
                <a:cxn ang="0">
                  <a:pos x="connsiteX10867" y="connsiteY10867"/>
                </a:cxn>
                <a:cxn ang="0">
                  <a:pos x="connsiteX10868" y="connsiteY10868"/>
                </a:cxn>
                <a:cxn ang="0">
                  <a:pos x="connsiteX10869" y="connsiteY10869"/>
                </a:cxn>
                <a:cxn ang="0">
                  <a:pos x="connsiteX10870" y="connsiteY10870"/>
                </a:cxn>
                <a:cxn ang="0">
                  <a:pos x="connsiteX10871" y="connsiteY10871"/>
                </a:cxn>
                <a:cxn ang="0">
                  <a:pos x="connsiteX10872" y="connsiteY10872"/>
                </a:cxn>
                <a:cxn ang="0">
                  <a:pos x="connsiteX10873" y="connsiteY10873"/>
                </a:cxn>
                <a:cxn ang="0">
                  <a:pos x="connsiteX10874" y="connsiteY10874"/>
                </a:cxn>
                <a:cxn ang="0">
                  <a:pos x="connsiteX10875" y="connsiteY10875"/>
                </a:cxn>
                <a:cxn ang="0">
                  <a:pos x="connsiteX10876" y="connsiteY10876"/>
                </a:cxn>
                <a:cxn ang="0">
                  <a:pos x="connsiteX10877" y="connsiteY10877"/>
                </a:cxn>
                <a:cxn ang="0">
                  <a:pos x="connsiteX10878" y="connsiteY10878"/>
                </a:cxn>
                <a:cxn ang="0">
                  <a:pos x="connsiteX10879" y="connsiteY10879"/>
                </a:cxn>
                <a:cxn ang="0">
                  <a:pos x="connsiteX10880" y="connsiteY10880"/>
                </a:cxn>
                <a:cxn ang="0">
                  <a:pos x="connsiteX10881" y="connsiteY10881"/>
                </a:cxn>
                <a:cxn ang="0">
                  <a:pos x="connsiteX10882" y="connsiteY10882"/>
                </a:cxn>
                <a:cxn ang="0">
                  <a:pos x="connsiteX10883" y="connsiteY10883"/>
                </a:cxn>
                <a:cxn ang="0">
                  <a:pos x="connsiteX10884" y="connsiteY10884"/>
                </a:cxn>
                <a:cxn ang="0">
                  <a:pos x="connsiteX10885" y="connsiteY10885"/>
                </a:cxn>
                <a:cxn ang="0">
                  <a:pos x="connsiteX10886" y="connsiteY10886"/>
                </a:cxn>
                <a:cxn ang="0">
                  <a:pos x="connsiteX10887" y="connsiteY10887"/>
                </a:cxn>
                <a:cxn ang="0">
                  <a:pos x="connsiteX10888" y="connsiteY10888"/>
                </a:cxn>
                <a:cxn ang="0">
                  <a:pos x="connsiteX10889" y="connsiteY10889"/>
                </a:cxn>
                <a:cxn ang="0">
                  <a:pos x="connsiteX10890" y="connsiteY10890"/>
                </a:cxn>
                <a:cxn ang="0">
                  <a:pos x="connsiteX10891" y="connsiteY10891"/>
                </a:cxn>
                <a:cxn ang="0">
                  <a:pos x="connsiteX10892" y="connsiteY10892"/>
                </a:cxn>
                <a:cxn ang="0">
                  <a:pos x="connsiteX10893" y="connsiteY10893"/>
                </a:cxn>
                <a:cxn ang="0">
                  <a:pos x="connsiteX10894" y="connsiteY10894"/>
                </a:cxn>
                <a:cxn ang="0">
                  <a:pos x="connsiteX10895" y="connsiteY10895"/>
                </a:cxn>
                <a:cxn ang="0">
                  <a:pos x="connsiteX10896" y="connsiteY10896"/>
                </a:cxn>
                <a:cxn ang="0">
                  <a:pos x="connsiteX10897" y="connsiteY10897"/>
                </a:cxn>
                <a:cxn ang="0">
                  <a:pos x="connsiteX10898" y="connsiteY10898"/>
                </a:cxn>
                <a:cxn ang="0">
                  <a:pos x="connsiteX10899" y="connsiteY10899"/>
                </a:cxn>
                <a:cxn ang="0">
                  <a:pos x="connsiteX10900" y="connsiteY10900"/>
                </a:cxn>
                <a:cxn ang="0">
                  <a:pos x="connsiteX10901" y="connsiteY10901"/>
                </a:cxn>
                <a:cxn ang="0">
                  <a:pos x="connsiteX10902" y="connsiteY10902"/>
                </a:cxn>
                <a:cxn ang="0">
                  <a:pos x="connsiteX10903" y="connsiteY10903"/>
                </a:cxn>
                <a:cxn ang="0">
                  <a:pos x="connsiteX10904" y="connsiteY10904"/>
                </a:cxn>
                <a:cxn ang="0">
                  <a:pos x="connsiteX10905" y="connsiteY10905"/>
                </a:cxn>
                <a:cxn ang="0">
                  <a:pos x="connsiteX10906" y="connsiteY10906"/>
                </a:cxn>
                <a:cxn ang="0">
                  <a:pos x="connsiteX10907" y="connsiteY10907"/>
                </a:cxn>
                <a:cxn ang="0">
                  <a:pos x="connsiteX10908" y="connsiteY10908"/>
                </a:cxn>
                <a:cxn ang="0">
                  <a:pos x="connsiteX10909" y="connsiteY10909"/>
                </a:cxn>
                <a:cxn ang="0">
                  <a:pos x="connsiteX10910" y="connsiteY10910"/>
                </a:cxn>
                <a:cxn ang="0">
                  <a:pos x="connsiteX10911" y="connsiteY10911"/>
                </a:cxn>
                <a:cxn ang="0">
                  <a:pos x="connsiteX10912" y="connsiteY10912"/>
                </a:cxn>
                <a:cxn ang="0">
                  <a:pos x="connsiteX10913" y="connsiteY10913"/>
                </a:cxn>
                <a:cxn ang="0">
                  <a:pos x="connsiteX10914" y="connsiteY10914"/>
                </a:cxn>
                <a:cxn ang="0">
                  <a:pos x="connsiteX10915" y="connsiteY10915"/>
                </a:cxn>
                <a:cxn ang="0">
                  <a:pos x="connsiteX10916" y="connsiteY10916"/>
                </a:cxn>
                <a:cxn ang="0">
                  <a:pos x="connsiteX10917" y="connsiteY10917"/>
                </a:cxn>
                <a:cxn ang="0">
                  <a:pos x="connsiteX10918" y="connsiteY10918"/>
                </a:cxn>
                <a:cxn ang="0">
                  <a:pos x="connsiteX10919" y="connsiteY10919"/>
                </a:cxn>
                <a:cxn ang="0">
                  <a:pos x="connsiteX10920" y="connsiteY10920"/>
                </a:cxn>
                <a:cxn ang="0">
                  <a:pos x="connsiteX10921" y="connsiteY10921"/>
                </a:cxn>
                <a:cxn ang="0">
                  <a:pos x="connsiteX10922" y="connsiteY10922"/>
                </a:cxn>
                <a:cxn ang="0">
                  <a:pos x="connsiteX10923" y="connsiteY10923"/>
                </a:cxn>
                <a:cxn ang="0">
                  <a:pos x="connsiteX10924" y="connsiteY10924"/>
                </a:cxn>
                <a:cxn ang="0">
                  <a:pos x="connsiteX10925" y="connsiteY10925"/>
                </a:cxn>
                <a:cxn ang="0">
                  <a:pos x="connsiteX10926" y="connsiteY10926"/>
                </a:cxn>
                <a:cxn ang="0">
                  <a:pos x="connsiteX10927" y="connsiteY10927"/>
                </a:cxn>
                <a:cxn ang="0">
                  <a:pos x="connsiteX10928" y="connsiteY10928"/>
                </a:cxn>
                <a:cxn ang="0">
                  <a:pos x="connsiteX10929" y="connsiteY10929"/>
                </a:cxn>
                <a:cxn ang="0">
                  <a:pos x="connsiteX10930" y="connsiteY10930"/>
                </a:cxn>
                <a:cxn ang="0">
                  <a:pos x="connsiteX10931" y="connsiteY10931"/>
                </a:cxn>
                <a:cxn ang="0">
                  <a:pos x="connsiteX10932" y="connsiteY10932"/>
                </a:cxn>
                <a:cxn ang="0">
                  <a:pos x="connsiteX10933" y="connsiteY10933"/>
                </a:cxn>
                <a:cxn ang="0">
                  <a:pos x="connsiteX10934" y="connsiteY10934"/>
                </a:cxn>
                <a:cxn ang="0">
                  <a:pos x="connsiteX10935" y="connsiteY10935"/>
                </a:cxn>
                <a:cxn ang="0">
                  <a:pos x="connsiteX10936" y="connsiteY10936"/>
                </a:cxn>
                <a:cxn ang="0">
                  <a:pos x="connsiteX10937" y="connsiteY10937"/>
                </a:cxn>
                <a:cxn ang="0">
                  <a:pos x="connsiteX10938" y="connsiteY10938"/>
                </a:cxn>
                <a:cxn ang="0">
                  <a:pos x="connsiteX10939" y="connsiteY10939"/>
                </a:cxn>
                <a:cxn ang="0">
                  <a:pos x="connsiteX10940" y="connsiteY10940"/>
                </a:cxn>
                <a:cxn ang="0">
                  <a:pos x="connsiteX10941" y="connsiteY10941"/>
                </a:cxn>
                <a:cxn ang="0">
                  <a:pos x="connsiteX10942" y="connsiteY10942"/>
                </a:cxn>
                <a:cxn ang="0">
                  <a:pos x="connsiteX10943" y="connsiteY10943"/>
                </a:cxn>
                <a:cxn ang="0">
                  <a:pos x="connsiteX10944" y="connsiteY10944"/>
                </a:cxn>
                <a:cxn ang="0">
                  <a:pos x="connsiteX10945" y="connsiteY10945"/>
                </a:cxn>
                <a:cxn ang="0">
                  <a:pos x="connsiteX10946" y="connsiteY10946"/>
                </a:cxn>
                <a:cxn ang="0">
                  <a:pos x="connsiteX10947" y="connsiteY10947"/>
                </a:cxn>
                <a:cxn ang="0">
                  <a:pos x="connsiteX10948" y="connsiteY10948"/>
                </a:cxn>
                <a:cxn ang="0">
                  <a:pos x="connsiteX10949" y="connsiteY10949"/>
                </a:cxn>
                <a:cxn ang="0">
                  <a:pos x="connsiteX10950" y="connsiteY10950"/>
                </a:cxn>
                <a:cxn ang="0">
                  <a:pos x="connsiteX10951" y="connsiteY10951"/>
                </a:cxn>
                <a:cxn ang="0">
                  <a:pos x="connsiteX10952" y="connsiteY10952"/>
                </a:cxn>
                <a:cxn ang="0">
                  <a:pos x="connsiteX10953" y="connsiteY10953"/>
                </a:cxn>
                <a:cxn ang="0">
                  <a:pos x="connsiteX10954" y="connsiteY10954"/>
                </a:cxn>
                <a:cxn ang="0">
                  <a:pos x="connsiteX10955" y="connsiteY10955"/>
                </a:cxn>
                <a:cxn ang="0">
                  <a:pos x="connsiteX10956" y="connsiteY10956"/>
                </a:cxn>
                <a:cxn ang="0">
                  <a:pos x="connsiteX10957" y="connsiteY10957"/>
                </a:cxn>
                <a:cxn ang="0">
                  <a:pos x="connsiteX10958" y="connsiteY10958"/>
                </a:cxn>
                <a:cxn ang="0">
                  <a:pos x="connsiteX10959" y="connsiteY10959"/>
                </a:cxn>
                <a:cxn ang="0">
                  <a:pos x="connsiteX10960" y="connsiteY10960"/>
                </a:cxn>
                <a:cxn ang="0">
                  <a:pos x="connsiteX10961" y="connsiteY10961"/>
                </a:cxn>
                <a:cxn ang="0">
                  <a:pos x="connsiteX10962" y="connsiteY10962"/>
                </a:cxn>
                <a:cxn ang="0">
                  <a:pos x="connsiteX10963" y="connsiteY10963"/>
                </a:cxn>
                <a:cxn ang="0">
                  <a:pos x="connsiteX10964" y="connsiteY10964"/>
                </a:cxn>
                <a:cxn ang="0">
                  <a:pos x="connsiteX10965" y="connsiteY10965"/>
                </a:cxn>
                <a:cxn ang="0">
                  <a:pos x="connsiteX10966" y="connsiteY10966"/>
                </a:cxn>
                <a:cxn ang="0">
                  <a:pos x="connsiteX10967" y="connsiteY10967"/>
                </a:cxn>
                <a:cxn ang="0">
                  <a:pos x="connsiteX10968" y="connsiteY10968"/>
                </a:cxn>
                <a:cxn ang="0">
                  <a:pos x="connsiteX10969" y="connsiteY10969"/>
                </a:cxn>
                <a:cxn ang="0">
                  <a:pos x="connsiteX10970" y="connsiteY10970"/>
                </a:cxn>
                <a:cxn ang="0">
                  <a:pos x="connsiteX10971" y="connsiteY10971"/>
                </a:cxn>
                <a:cxn ang="0">
                  <a:pos x="connsiteX10972" y="connsiteY10972"/>
                </a:cxn>
                <a:cxn ang="0">
                  <a:pos x="connsiteX10973" y="connsiteY10973"/>
                </a:cxn>
                <a:cxn ang="0">
                  <a:pos x="connsiteX10974" y="connsiteY10974"/>
                </a:cxn>
                <a:cxn ang="0">
                  <a:pos x="connsiteX10975" y="connsiteY10975"/>
                </a:cxn>
                <a:cxn ang="0">
                  <a:pos x="connsiteX10976" y="connsiteY10976"/>
                </a:cxn>
                <a:cxn ang="0">
                  <a:pos x="connsiteX10977" y="connsiteY10977"/>
                </a:cxn>
                <a:cxn ang="0">
                  <a:pos x="connsiteX10978" y="connsiteY10978"/>
                </a:cxn>
                <a:cxn ang="0">
                  <a:pos x="connsiteX10979" y="connsiteY10979"/>
                </a:cxn>
                <a:cxn ang="0">
                  <a:pos x="connsiteX10980" y="connsiteY10980"/>
                </a:cxn>
                <a:cxn ang="0">
                  <a:pos x="connsiteX10981" y="connsiteY10981"/>
                </a:cxn>
                <a:cxn ang="0">
                  <a:pos x="connsiteX10982" y="connsiteY10982"/>
                </a:cxn>
                <a:cxn ang="0">
                  <a:pos x="connsiteX10983" y="connsiteY10983"/>
                </a:cxn>
                <a:cxn ang="0">
                  <a:pos x="connsiteX10984" y="connsiteY10984"/>
                </a:cxn>
                <a:cxn ang="0">
                  <a:pos x="connsiteX10985" y="connsiteY10985"/>
                </a:cxn>
                <a:cxn ang="0">
                  <a:pos x="connsiteX10986" y="connsiteY10986"/>
                </a:cxn>
                <a:cxn ang="0">
                  <a:pos x="connsiteX10987" y="connsiteY10987"/>
                </a:cxn>
                <a:cxn ang="0">
                  <a:pos x="connsiteX10988" y="connsiteY10988"/>
                </a:cxn>
                <a:cxn ang="0">
                  <a:pos x="connsiteX10989" y="connsiteY10989"/>
                </a:cxn>
                <a:cxn ang="0">
                  <a:pos x="connsiteX10990" y="connsiteY10990"/>
                </a:cxn>
                <a:cxn ang="0">
                  <a:pos x="connsiteX10991" y="connsiteY10991"/>
                </a:cxn>
                <a:cxn ang="0">
                  <a:pos x="connsiteX10992" y="connsiteY10992"/>
                </a:cxn>
                <a:cxn ang="0">
                  <a:pos x="connsiteX10993" y="connsiteY10993"/>
                </a:cxn>
                <a:cxn ang="0">
                  <a:pos x="connsiteX10994" y="connsiteY10994"/>
                </a:cxn>
                <a:cxn ang="0">
                  <a:pos x="connsiteX10995" y="connsiteY10995"/>
                </a:cxn>
                <a:cxn ang="0">
                  <a:pos x="connsiteX10996" y="connsiteY10996"/>
                </a:cxn>
                <a:cxn ang="0">
                  <a:pos x="connsiteX10997" y="connsiteY10997"/>
                </a:cxn>
                <a:cxn ang="0">
                  <a:pos x="connsiteX10998" y="connsiteY10998"/>
                </a:cxn>
                <a:cxn ang="0">
                  <a:pos x="connsiteX10999" y="connsiteY10999"/>
                </a:cxn>
                <a:cxn ang="0">
                  <a:pos x="connsiteX11000" y="connsiteY11000"/>
                </a:cxn>
                <a:cxn ang="0">
                  <a:pos x="connsiteX11001" y="connsiteY11001"/>
                </a:cxn>
                <a:cxn ang="0">
                  <a:pos x="connsiteX11002" y="connsiteY11002"/>
                </a:cxn>
                <a:cxn ang="0">
                  <a:pos x="connsiteX11003" y="connsiteY11003"/>
                </a:cxn>
                <a:cxn ang="0">
                  <a:pos x="connsiteX11004" y="connsiteY11004"/>
                </a:cxn>
                <a:cxn ang="0">
                  <a:pos x="connsiteX11005" y="connsiteY11005"/>
                </a:cxn>
                <a:cxn ang="0">
                  <a:pos x="connsiteX11006" y="connsiteY11006"/>
                </a:cxn>
                <a:cxn ang="0">
                  <a:pos x="connsiteX11007" y="connsiteY11007"/>
                </a:cxn>
                <a:cxn ang="0">
                  <a:pos x="connsiteX11008" y="connsiteY11008"/>
                </a:cxn>
                <a:cxn ang="0">
                  <a:pos x="connsiteX11009" y="connsiteY11009"/>
                </a:cxn>
                <a:cxn ang="0">
                  <a:pos x="connsiteX11010" y="connsiteY11010"/>
                </a:cxn>
                <a:cxn ang="0">
                  <a:pos x="connsiteX11011" y="connsiteY11011"/>
                </a:cxn>
                <a:cxn ang="0">
                  <a:pos x="connsiteX11012" y="connsiteY11012"/>
                </a:cxn>
                <a:cxn ang="0">
                  <a:pos x="connsiteX11013" y="connsiteY11013"/>
                </a:cxn>
                <a:cxn ang="0">
                  <a:pos x="connsiteX11014" y="connsiteY11014"/>
                </a:cxn>
                <a:cxn ang="0">
                  <a:pos x="connsiteX11015" y="connsiteY11015"/>
                </a:cxn>
                <a:cxn ang="0">
                  <a:pos x="connsiteX11016" y="connsiteY11016"/>
                </a:cxn>
                <a:cxn ang="0">
                  <a:pos x="connsiteX11017" y="connsiteY11017"/>
                </a:cxn>
                <a:cxn ang="0">
                  <a:pos x="connsiteX11018" y="connsiteY11018"/>
                </a:cxn>
                <a:cxn ang="0">
                  <a:pos x="connsiteX11019" y="connsiteY11019"/>
                </a:cxn>
                <a:cxn ang="0">
                  <a:pos x="connsiteX11020" y="connsiteY11020"/>
                </a:cxn>
                <a:cxn ang="0">
                  <a:pos x="connsiteX11021" y="connsiteY11021"/>
                </a:cxn>
                <a:cxn ang="0">
                  <a:pos x="connsiteX11022" y="connsiteY11022"/>
                </a:cxn>
                <a:cxn ang="0">
                  <a:pos x="connsiteX11023" y="connsiteY11023"/>
                </a:cxn>
                <a:cxn ang="0">
                  <a:pos x="connsiteX11024" y="connsiteY11024"/>
                </a:cxn>
                <a:cxn ang="0">
                  <a:pos x="connsiteX11025" y="connsiteY11025"/>
                </a:cxn>
                <a:cxn ang="0">
                  <a:pos x="connsiteX11026" y="connsiteY11026"/>
                </a:cxn>
                <a:cxn ang="0">
                  <a:pos x="connsiteX11027" y="connsiteY11027"/>
                </a:cxn>
                <a:cxn ang="0">
                  <a:pos x="connsiteX11028" y="connsiteY11028"/>
                </a:cxn>
                <a:cxn ang="0">
                  <a:pos x="connsiteX11029" y="connsiteY11029"/>
                </a:cxn>
                <a:cxn ang="0">
                  <a:pos x="connsiteX11030" y="connsiteY11030"/>
                </a:cxn>
                <a:cxn ang="0">
                  <a:pos x="connsiteX11031" y="connsiteY11031"/>
                </a:cxn>
                <a:cxn ang="0">
                  <a:pos x="connsiteX11032" y="connsiteY11032"/>
                </a:cxn>
                <a:cxn ang="0">
                  <a:pos x="connsiteX11033" y="connsiteY11033"/>
                </a:cxn>
                <a:cxn ang="0">
                  <a:pos x="connsiteX11034" y="connsiteY11034"/>
                </a:cxn>
                <a:cxn ang="0">
                  <a:pos x="connsiteX11035" y="connsiteY11035"/>
                </a:cxn>
                <a:cxn ang="0">
                  <a:pos x="connsiteX11036" y="connsiteY11036"/>
                </a:cxn>
                <a:cxn ang="0">
                  <a:pos x="connsiteX11037" y="connsiteY11037"/>
                </a:cxn>
                <a:cxn ang="0">
                  <a:pos x="connsiteX11038" y="connsiteY11038"/>
                </a:cxn>
                <a:cxn ang="0">
                  <a:pos x="connsiteX11039" y="connsiteY11039"/>
                </a:cxn>
                <a:cxn ang="0">
                  <a:pos x="connsiteX11040" y="connsiteY11040"/>
                </a:cxn>
                <a:cxn ang="0">
                  <a:pos x="connsiteX11041" y="connsiteY11041"/>
                </a:cxn>
                <a:cxn ang="0">
                  <a:pos x="connsiteX11042" y="connsiteY11042"/>
                </a:cxn>
                <a:cxn ang="0">
                  <a:pos x="connsiteX11043" y="connsiteY11043"/>
                </a:cxn>
                <a:cxn ang="0">
                  <a:pos x="connsiteX11044" y="connsiteY11044"/>
                </a:cxn>
                <a:cxn ang="0">
                  <a:pos x="connsiteX11045" y="connsiteY11045"/>
                </a:cxn>
                <a:cxn ang="0">
                  <a:pos x="connsiteX11046" y="connsiteY11046"/>
                </a:cxn>
                <a:cxn ang="0">
                  <a:pos x="connsiteX11047" y="connsiteY11047"/>
                </a:cxn>
                <a:cxn ang="0">
                  <a:pos x="connsiteX11048" y="connsiteY11048"/>
                </a:cxn>
                <a:cxn ang="0">
                  <a:pos x="connsiteX11049" y="connsiteY11049"/>
                </a:cxn>
                <a:cxn ang="0">
                  <a:pos x="connsiteX11050" y="connsiteY11050"/>
                </a:cxn>
                <a:cxn ang="0">
                  <a:pos x="connsiteX11051" y="connsiteY11051"/>
                </a:cxn>
                <a:cxn ang="0">
                  <a:pos x="connsiteX11052" y="connsiteY11052"/>
                </a:cxn>
                <a:cxn ang="0">
                  <a:pos x="connsiteX11053" y="connsiteY11053"/>
                </a:cxn>
                <a:cxn ang="0">
                  <a:pos x="connsiteX11054" y="connsiteY11054"/>
                </a:cxn>
                <a:cxn ang="0">
                  <a:pos x="connsiteX11055" y="connsiteY11055"/>
                </a:cxn>
                <a:cxn ang="0">
                  <a:pos x="connsiteX11056" y="connsiteY11056"/>
                </a:cxn>
                <a:cxn ang="0">
                  <a:pos x="connsiteX11057" y="connsiteY11057"/>
                </a:cxn>
                <a:cxn ang="0">
                  <a:pos x="connsiteX11058" y="connsiteY11058"/>
                </a:cxn>
                <a:cxn ang="0">
                  <a:pos x="connsiteX11059" y="connsiteY11059"/>
                </a:cxn>
                <a:cxn ang="0">
                  <a:pos x="connsiteX11060" y="connsiteY11060"/>
                </a:cxn>
                <a:cxn ang="0">
                  <a:pos x="connsiteX11061" y="connsiteY11061"/>
                </a:cxn>
                <a:cxn ang="0">
                  <a:pos x="connsiteX11062" y="connsiteY11062"/>
                </a:cxn>
                <a:cxn ang="0">
                  <a:pos x="connsiteX11063" y="connsiteY11063"/>
                </a:cxn>
                <a:cxn ang="0">
                  <a:pos x="connsiteX11064" y="connsiteY11064"/>
                </a:cxn>
                <a:cxn ang="0">
                  <a:pos x="connsiteX11065" y="connsiteY11065"/>
                </a:cxn>
                <a:cxn ang="0">
                  <a:pos x="connsiteX11066" y="connsiteY11066"/>
                </a:cxn>
                <a:cxn ang="0">
                  <a:pos x="connsiteX11067" y="connsiteY11067"/>
                </a:cxn>
                <a:cxn ang="0">
                  <a:pos x="connsiteX11068" y="connsiteY11068"/>
                </a:cxn>
                <a:cxn ang="0">
                  <a:pos x="connsiteX11069" y="connsiteY11069"/>
                </a:cxn>
                <a:cxn ang="0">
                  <a:pos x="connsiteX11070" y="connsiteY11070"/>
                </a:cxn>
                <a:cxn ang="0">
                  <a:pos x="connsiteX11071" y="connsiteY11071"/>
                </a:cxn>
                <a:cxn ang="0">
                  <a:pos x="connsiteX11072" y="connsiteY11072"/>
                </a:cxn>
                <a:cxn ang="0">
                  <a:pos x="connsiteX11073" y="connsiteY11073"/>
                </a:cxn>
                <a:cxn ang="0">
                  <a:pos x="connsiteX11074" y="connsiteY11074"/>
                </a:cxn>
                <a:cxn ang="0">
                  <a:pos x="connsiteX11075" y="connsiteY11075"/>
                </a:cxn>
                <a:cxn ang="0">
                  <a:pos x="connsiteX11076" y="connsiteY11076"/>
                </a:cxn>
                <a:cxn ang="0">
                  <a:pos x="connsiteX11077" y="connsiteY11077"/>
                </a:cxn>
                <a:cxn ang="0">
                  <a:pos x="connsiteX11078" y="connsiteY11078"/>
                </a:cxn>
                <a:cxn ang="0">
                  <a:pos x="connsiteX11079" y="connsiteY11079"/>
                </a:cxn>
                <a:cxn ang="0">
                  <a:pos x="connsiteX11080" y="connsiteY11080"/>
                </a:cxn>
                <a:cxn ang="0">
                  <a:pos x="connsiteX11081" y="connsiteY11081"/>
                </a:cxn>
                <a:cxn ang="0">
                  <a:pos x="connsiteX11082" y="connsiteY11082"/>
                </a:cxn>
                <a:cxn ang="0">
                  <a:pos x="connsiteX11083" y="connsiteY11083"/>
                </a:cxn>
                <a:cxn ang="0">
                  <a:pos x="connsiteX11084" y="connsiteY11084"/>
                </a:cxn>
                <a:cxn ang="0">
                  <a:pos x="connsiteX11085" y="connsiteY11085"/>
                </a:cxn>
                <a:cxn ang="0">
                  <a:pos x="connsiteX11086" y="connsiteY11086"/>
                </a:cxn>
                <a:cxn ang="0">
                  <a:pos x="connsiteX11087" y="connsiteY11087"/>
                </a:cxn>
                <a:cxn ang="0">
                  <a:pos x="connsiteX11088" y="connsiteY11088"/>
                </a:cxn>
                <a:cxn ang="0">
                  <a:pos x="connsiteX11089" y="connsiteY11089"/>
                </a:cxn>
                <a:cxn ang="0">
                  <a:pos x="connsiteX11090" y="connsiteY11090"/>
                </a:cxn>
                <a:cxn ang="0">
                  <a:pos x="connsiteX11091" y="connsiteY11091"/>
                </a:cxn>
                <a:cxn ang="0">
                  <a:pos x="connsiteX11092" y="connsiteY11092"/>
                </a:cxn>
                <a:cxn ang="0">
                  <a:pos x="connsiteX11093" y="connsiteY11093"/>
                </a:cxn>
                <a:cxn ang="0">
                  <a:pos x="connsiteX11094" y="connsiteY11094"/>
                </a:cxn>
                <a:cxn ang="0">
                  <a:pos x="connsiteX11095" y="connsiteY11095"/>
                </a:cxn>
                <a:cxn ang="0">
                  <a:pos x="connsiteX11096" y="connsiteY11096"/>
                </a:cxn>
                <a:cxn ang="0">
                  <a:pos x="connsiteX11097" y="connsiteY11097"/>
                </a:cxn>
                <a:cxn ang="0">
                  <a:pos x="connsiteX11098" y="connsiteY11098"/>
                </a:cxn>
                <a:cxn ang="0">
                  <a:pos x="connsiteX11099" y="connsiteY11099"/>
                </a:cxn>
                <a:cxn ang="0">
                  <a:pos x="connsiteX11100" y="connsiteY11100"/>
                </a:cxn>
                <a:cxn ang="0">
                  <a:pos x="connsiteX11101" y="connsiteY11101"/>
                </a:cxn>
                <a:cxn ang="0">
                  <a:pos x="connsiteX11102" y="connsiteY11102"/>
                </a:cxn>
                <a:cxn ang="0">
                  <a:pos x="connsiteX11103" y="connsiteY11103"/>
                </a:cxn>
                <a:cxn ang="0">
                  <a:pos x="connsiteX11104" y="connsiteY11104"/>
                </a:cxn>
                <a:cxn ang="0">
                  <a:pos x="connsiteX11105" y="connsiteY11105"/>
                </a:cxn>
                <a:cxn ang="0">
                  <a:pos x="connsiteX11106" y="connsiteY11106"/>
                </a:cxn>
                <a:cxn ang="0">
                  <a:pos x="connsiteX11107" y="connsiteY11107"/>
                </a:cxn>
                <a:cxn ang="0">
                  <a:pos x="connsiteX11108" y="connsiteY11108"/>
                </a:cxn>
                <a:cxn ang="0">
                  <a:pos x="connsiteX11109" y="connsiteY11109"/>
                </a:cxn>
                <a:cxn ang="0">
                  <a:pos x="connsiteX11110" y="connsiteY11110"/>
                </a:cxn>
                <a:cxn ang="0">
                  <a:pos x="connsiteX11111" y="connsiteY11111"/>
                </a:cxn>
                <a:cxn ang="0">
                  <a:pos x="connsiteX11112" y="connsiteY11112"/>
                </a:cxn>
                <a:cxn ang="0">
                  <a:pos x="connsiteX11113" y="connsiteY11113"/>
                </a:cxn>
                <a:cxn ang="0">
                  <a:pos x="connsiteX11114" y="connsiteY11114"/>
                </a:cxn>
                <a:cxn ang="0">
                  <a:pos x="connsiteX11115" y="connsiteY11115"/>
                </a:cxn>
                <a:cxn ang="0">
                  <a:pos x="connsiteX11116" y="connsiteY11116"/>
                </a:cxn>
                <a:cxn ang="0">
                  <a:pos x="connsiteX11117" y="connsiteY11117"/>
                </a:cxn>
                <a:cxn ang="0">
                  <a:pos x="connsiteX11118" y="connsiteY11118"/>
                </a:cxn>
                <a:cxn ang="0">
                  <a:pos x="connsiteX11119" y="connsiteY11119"/>
                </a:cxn>
                <a:cxn ang="0">
                  <a:pos x="connsiteX11120" y="connsiteY11120"/>
                </a:cxn>
                <a:cxn ang="0">
                  <a:pos x="connsiteX11121" y="connsiteY11121"/>
                </a:cxn>
                <a:cxn ang="0">
                  <a:pos x="connsiteX11122" y="connsiteY11122"/>
                </a:cxn>
                <a:cxn ang="0">
                  <a:pos x="connsiteX11123" y="connsiteY11123"/>
                </a:cxn>
                <a:cxn ang="0">
                  <a:pos x="connsiteX11124" y="connsiteY11124"/>
                </a:cxn>
                <a:cxn ang="0">
                  <a:pos x="connsiteX11125" y="connsiteY11125"/>
                </a:cxn>
                <a:cxn ang="0">
                  <a:pos x="connsiteX11126" y="connsiteY11126"/>
                </a:cxn>
                <a:cxn ang="0">
                  <a:pos x="connsiteX11127" y="connsiteY11127"/>
                </a:cxn>
                <a:cxn ang="0">
                  <a:pos x="connsiteX11128" y="connsiteY11128"/>
                </a:cxn>
                <a:cxn ang="0">
                  <a:pos x="connsiteX11129" y="connsiteY11129"/>
                </a:cxn>
                <a:cxn ang="0">
                  <a:pos x="connsiteX11130" y="connsiteY11130"/>
                </a:cxn>
                <a:cxn ang="0">
                  <a:pos x="connsiteX11131" y="connsiteY11131"/>
                </a:cxn>
                <a:cxn ang="0">
                  <a:pos x="connsiteX11132" y="connsiteY11132"/>
                </a:cxn>
                <a:cxn ang="0">
                  <a:pos x="connsiteX11133" y="connsiteY11133"/>
                </a:cxn>
                <a:cxn ang="0">
                  <a:pos x="connsiteX11134" y="connsiteY11134"/>
                </a:cxn>
                <a:cxn ang="0">
                  <a:pos x="connsiteX11135" y="connsiteY11135"/>
                </a:cxn>
                <a:cxn ang="0">
                  <a:pos x="connsiteX11136" y="connsiteY11136"/>
                </a:cxn>
                <a:cxn ang="0">
                  <a:pos x="connsiteX11137" y="connsiteY11137"/>
                </a:cxn>
                <a:cxn ang="0">
                  <a:pos x="connsiteX11138" y="connsiteY11138"/>
                </a:cxn>
                <a:cxn ang="0">
                  <a:pos x="connsiteX11139" y="connsiteY11139"/>
                </a:cxn>
                <a:cxn ang="0">
                  <a:pos x="connsiteX11140" y="connsiteY11140"/>
                </a:cxn>
                <a:cxn ang="0">
                  <a:pos x="connsiteX11141" y="connsiteY11141"/>
                </a:cxn>
                <a:cxn ang="0">
                  <a:pos x="connsiteX11142" y="connsiteY11142"/>
                </a:cxn>
                <a:cxn ang="0">
                  <a:pos x="connsiteX11143" y="connsiteY11143"/>
                </a:cxn>
                <a:cxn ang="0">
                  <a:pos x="connsiteX11144" y="connsiteY11144"/>
                </a:cxn>
                <a:cxn ang="0">
                  <a:pos x="connsiteX11145" y="connsiteY11145"/>
                </a:cxn>
                <a:cxn ang="0">
                  <a:pos x="connsiteX11146" y="connsiteY11146"/>
                </a:cxn>
                <a:cxn ang="0">
                  <a:pos x="connsiteX11147" y="connsiteY11147"/>
                </a:cxn>
                <a:cxn ang="0">
                  <a:pos x="connsiteX11148" y="connsiteY11148"/>
                </a:cxn>
                <a:cxn ang="0">
                  <a:pos x="connsiteX11149" y="connsiteY11149"/>
                </a:cxn>
                <a:cxn ang="0">
                  <a:pos x="connsiteX11150" y="connsiteY11150"/>
                </a:cxn>
                <a:cxn ang="0">
                  <a:pos x="connsiteX11151" y="connsiteY11151"/>
                </a:cxn>
                <a:cxn ang="0">
                  <a:pos x="connsiteX11152" y="connsiteY11152"/>
                </a:cxn>
                <a:cxn ang="0">
                  <a:pos x="connsiteX11153" y="connsiteY11153"/>
                </a:cxn>
                <a:cxn ang="0">
                  <a:pos x="connsiteX11154" y="connsiteY11154"/>
                </a:cxn>
                <a:cxn ang="0">
                  <a:pos x="connsiteX11155" y="connsiteY11155"/>
                </a:cxn>
                <a:cxn ang="0">
                  <a:pos x="connsiteX11156" y="connsiteY11156"/>
                </a:cxn>
                <a:cxn ang="0">
                  <a:pos x="connsiteX11157" y="connsiteY11157"/>
                </a:cxn>
                <a:cxn ang="0">
                  <a:pos x="connsiteX11158" y="connsiteY11158"/>
                </a:cxn>
                <a:cxn ang="0">
                  <a:pos x="connsiteX11159" y="connsiteY11159"/>
                </a:cxn>
                <a:cxn ang="0">
                  <a:pos x="connsiteX11160" y="connsiteY11160"/>
                </a:cxn>
                <a:cxn ang="0">
                  <a:pos x="connsiteX11161" y="connsiteY11161"/>
                </a:cxn>
                <a:cxn ang="0">
                  <a:pos x="connsiteX11162" y="connsiteY11162"/>
                </a:cxn>
                <a:cxn ang="0">
                  <a:pos x="connsiteX11163" y="connsiteY11163"/>
                </a:cxn>
                <a:cxn ang="0">
                  <a:pos x="connsiteX11164" y="connsiteY11164"/>
                </a:cxn>
                <a:cxn ang="0">
                  <a:pos x="connsiteX11165" y="connsiteY11165"/>
                </a:cxn>
                <a:cxn ang="0">
                  <a:pos x="connsiteX11166" y="connsiteY11166"/>
                </a:cxn>
                <a:cxn ang="0">
                  <a:pos x="connsiteX11167" y="connsiteY11167"/>
                </a:cxn>
                <a:cxn ang="0">
                  <a:pos x="connsiteX11168" y="connsiteY11168"/>
                </a:cxn>
                <a:cxn ang="0">
                  <a:pos x="connsiteX11169" y="connsiteY11169"/>
                </a:cxn>
                <a:cxn ang="0">
                  <a:pos x="connsiteX11170" y="connsiteY11170"/>
                </a:cxn>
                <a:cxn ang="0">
                  <a:pos x="connsiteX11171" y="connsiteY11171"/>
                </a:cxn>
                <a:cxn ang="0">
                  <a:pos x="connsiteX11172" y="connsiteY11172"/>
                </a:cxn>
                <a:cxn ang="0">
                  <a:pos x="connsiteX11173" y="connsiteY11173"/>
                </a:cxn>
                <a:cxn ang="0">
                  <a:pos x="connsiteX11174" y="connsiteY11174"/>
                </a:cxn>
                <a:cxn ang="0">
                  <a:pos x="connsiteX11175" y="connsiteY11175"/>
                </a:cxn>
                <a:cxn ang="0">
                  <a:pos x="connsiteX11176" y="connsiteY11176"/>
                </a:cxn>
                <a:cxn ang="0">
                  <a:pos x="connsiteX11177" y="connsiteY11177"/>
                </a:cxn>
                <a:cxn ang="0">
                  <a:pos x="connsiteX11178" y="connsiteY11178"/>
                </a:cxn>
                <a:cxn ang="0">
                  <a:pos x="connsiteX11179" y="connsiteY11179"/>
                </a:cxn>
                <a:cxn ang="0">
                  <a:pos x="connsiteX11180" y="connsiteY11180"/>
                </a:cxn>
                <a:cxn ang="0">
                  <a:pos x="connsiteX11181" y="connsiteY11181"/>
                </a:cxn>
                <a:cxn ang="0">
                  <a:pos x="connsiteX11182" y="connsiteY11182"/>
                </a:cxn>
                <a:cxn ang="0">
                  <a:pos x="connsiteX11183" y="connsiteY11183"/>
                </a:cxn>
                <a:cxn ang="0">
                  <a:pos x="connsiteX11184" y="connsiteY11184"/>
                </a:cxn>
                <a:cxn ang="0">
                  <a:pos x="connsiteX11185" y="connsiteY11185"/>
                </a:cxn>
                <a:cxn ang="0">
                  <a:pos x="connsiteX11186" y="connsiteY11186"/>
                </a:cxn>
                <a:cxn ang="0">
                  <a:pos x="connsiteX11187" y="connsiteY11187"/>
                </a:cxn>
                <a:cxn ang="0">
                  <a:pos x="connsiteX11188" y="connsiteY11188"/>
                </a:cxn>
                <a:cxn ang="0">
                  <a:pos x="connsiteX11189" y="connsiteY11189"/>
                </a:cxn>
                <a:cxn ang="0">
                  <a:pos x="connsiteX11190" y="connsiteY11190"/>
                </a:cxn>
                <a:cxn ang="0">
                  <a:pos x="connsiteX11191" y="connsiteY11191"/>
                </a:cxn>
                <a:cxn ang="0">
                  <a:pos x="connsiteX11192" y="connsiteY11192"/>
                </a:cxn>
                <a:cxn ang="0">
                  <a:pos x="connsiteX11193" y="connsiteY11193"/>
                </a:cxn>
                <a:cxn ang="0">
                  <a:pos x="connsiteX11194" y="connsiteY11194"/>
                </a:cxn>
                <a:cxn ang="0">
                  <a:pos x="connsiteX11195" y="connsiteY11195"/>
                </a:cxn>
                <a:cxn ang="0">
                  <a:pos x="connsiteX11196" y="connsiteY11196"/>
                </a:cxn>
                <a:cxn ang="0">
                  <a:pos x="connsiteX11197" y="connsiteY11197"/>
                </a:cxn>
                <a:cxn ang="0">
                  <a:pos x="connsiteX11198" y="connsiteY11198"/>
                </a:cxn>
                <a:cxn ang="0">
                  <a:pos x="connsiteX11199" y="connsiteY11199"/>
                </a:cxn>
                <a:cxn ang="0">
                  <a:pos x="connsiteX11200" y="connsiteY11200"/>
                </a:cxn>
                <a:cxn ang="0">
                  <a:pos x="connsiteX11201" y="connsiteY11201"/>
                </a:cxn>
                <a:cxn ang="0">
                  <a:pos x="connsiteX11202" y="connsiteY11202"/>
                </a:cxn>
                <a:cxn ang="0">
                  <a:pos x="connsiteX11203" y="connsiteY11203"/>
                </a:cxn>
                <a:cxn ang="0">
                  <a:pos x="connsiteX11204" y="connsiteY11204"/>
                </a:cxn>
                <a:cxn ang="0">
                  <a:pos x="connsiteX11205" y="connsiteY11205"/>
                </a:cxn>
                <a:cxn ang="0">
                  <a:pos x="connsiteX11206" y="connsiteY11206"/>
                </a:cxn>
                <a:cxn ang="0">
                  <a:pos x="connsiteX11207" y="connsiteY11207"/>
                </a:cxn>
                <a:cxn ang="0">
                  <a:pos x="connsiteX11208" y="connsiteY11208"/>
                </a:cxn>
                <a:cxn ang="0">
                  <a:pos x="connsiteX11209" y="connsiteY11209"/>
                </a:cxn>
                <a:cxn ang="0">
                  <a:pos x="connsiteX11210" y="connsiteY11210"/>
                </a:cxn>
                <a:cxn ang="0">
                  <a:pos x="connsiteX11211" y="connsiteY11211"/>
                </a:cxn>
                <a:cxn ang="0">
                  <a:pos x="connsiteX11212" y="connsiteY11212"/>
                </a:cxn>
                <a:cxn ang="0">
                  <a:pos x="connsiteX11213" y="connsiteY11213"/>
                </a:cxn>
                <a:cxn ang="0">
                  <a:pos x="connsiteX11214" y="connsiteY11214"/>
                </a:cxn>
                <a:cxn ang="0">
                  <a:pos x="connsiteX11215" y="connsiteY11215"/>
                </a:cxn>
                <a:cxn ang="0">
                  <a:pos x="connsiteX11216" y="connsiteY11216"/>
                </a:cxn>
                <a:cxn ang="0">
                  <a:pos x="connsiteX11217" y="connsiteY11217"/>
                </a:cxn>
                <a:cxn ang="0">
                  <a:pos x="connsiteX11218" y="connsiteY11218"/>
                </a:cxn>
                <a:cxn ang="0">
                  <a:pos x="connsiteX11219" y="connsiteY11219"/>
                </a:cxn>
                <a:cxn ang="0">
                  <a:pos x="connsiteX11220" y="connsiteY11220"/>
                </a:cxn>
                <a:cxn ang="0">
                  <a:pos x="connsiteX11221" y="connsiteY11221"/>
                </a:cxn>
                <a:cxn ang="0">
                  <a:pos x="connsiteX11222" y="connsiteY11222"/>
                </a:cxn>
                <a:cxn ang="0">
                  <a:pos x="connsiteX11223" y="connsiteY11223"/>
                </a:cxn>
                <a:cxn ang="0">
                  <a:pos x="connsiteX11224" y="connsiteY11224"/>
                </a:cxn>
                <a:cxn ang="0">
                  <a:pos x="connsiteX11225" y="connsiteY11225"/>
                </a:cxn>
                <a:cxn ang="0">
                  <a:pos x="connsiteX11226" y="connsiteY11226"/>
                </a:cxn>
                <a:cxn ang="0">
                  <a:pos x="connsiteX11227" y="connsiteY11227"/>
                </a:cxn>
                <a:cxn ang="0">
                  <a:pos x="connsiteX11228" y="connsiteY11228"/>
                </a:cxn>
                <a:cxn ang="0">
                  <a:pos x="connsiteX11229" y="connsiteY11229"/>
                </a:cxn>
                <a:cxn ang="0">
                  <a:pos x="connsiteX11230" y="connsiteY11230"/>
                </a:cxn>
                <a:cxn ang="0">
                  <a:pos x="connsiteX11231" y="connsiteY11231"/>
                </a:cxn>
                <a:cxn ang="0">
                  <a:pos x="connsiteX11232" y="connsiteY11232"/>
                </a:cxn>
                <a:cxn ang="0">
                  <a:pos x="connsiteX11233" y="connsiteY11233"/>
                </a:cxn>
                <a:cxn ang="0">
                  <a:pos x="connsiteX11234" y="connsiteY11234"/>
                </a:cxn>
                <a:cxn ang="0">
                  <a:pos x="connsiteX11235" y="connsiteY11235"/>
                </a:cxn>
                <a:cxn ang="0">
                  <a:pos x="connsiteX11236" y="connsiteY11236"/>
                </a:cxn>
                <a:cxn ang="0">
                  <a:pos x="connsiteX11237" y="connsiteY11237"/>
                </a:cxn>
                <a:cxn ang="0">
                  <a:pos x="connsiteX11238" y="connsiteY11238"/>
                </a:cxn>
                <a:cxn ang="0">
                  <a:pos x="connsiteX11239" y="connsiteY11239"/>
                </a:cxn>
                <a:cxn ang="0">
                  <a:pos x="connsiteX11240" y="connsiteY11240"/>
                </a:cxn>
                <a:cxn ang="0">
                  <a:pos x="connsiteX11241" y="connsiteY11241"/>
                </a:cxn>
                <a:cxn ang="0">
                  <a:pos x="connsiteX11242" y="connsiteY11242"/>
                </a:cxn>
                <a:cxn ang="0">
                  <a:pos x="connsiteX11243" y="connsiteY11243"/>
                </a:cxn>
                <a:cxn ang="0">
                  <a:pos x="connsiteX11244" y="connsiteY11244"/>
                </a:cxn>
                <a:cxn ang="0">
                  <a:pos x="connsiteX11245" y="connsiteY11245"/>
                </a:cxn>
                <a:cxn ang="0">
                  <a:pos x="connsiteX11246" y="connsiteY11246"/>
                </a:cxn>
                <a:cxn ang="0">
                  <a:pos x="connsiteX11247" y="connsiteY11247"/>
                </a:cxn>
                <a:cxn ang="0">
                  <a:pos x="connsiteX11248" y="connsiteY11248"/>
                </a:cxn>
                <a:cxn ang="0">
                  <a:pos x="connsiteX11249" y="connsiteY11249"/>
                </a:cxn>
                <a:cxn ang="0">
                  <a:pos x="connsiteX11250" y="connsiteY11250"/>
                </a:cxn>
                <a:cxn ang="0">
                  <a:pos x="connsiteX11251" y="connsiteY11251"/>
                </a:cxn>
                <a:cxn ang="0">
                  <a:pos x="connsiteX11252" y="connsiteY11252"/>
                </a:cxn>
                <a:cxn ang="0">
                  <a:pos x="connsiteX11253" y="connsiteY11253"/>
                </a:cxn>
                <a:cxn ang="0">
                  <a:pos x="connsiteX11254" y="connsiteY11254"/>
                </a:cxn>
                <a:cxn ang="0">
                  <a:pos x="connsiteX11255" y="connsiteY11255"/>
                </a:cxn>
                <a:cxn ang="0">
                  <a:pos x="connsiteX11256" y="connsiteY11256"/>
                </a:cxn>
                <a:cxn ang="0">
                  <a:pos x="connsiteX11257" y="connsiteY11257"/>
                </a:cxn>
                <a:cxn ang="0">
                  <a:pos x="connsiteX11258" y="connsiteY11258"/>
                </a:cxn>
                <a:cxn ang="0">
                  <a:pos x="connsiteX11259" y="connsiteY11259"/>
                </a:cxn>
                <a:cxn ang="0">
                  <a:pos x="connsiteX11260" y="connsiteY11260"/>
                </a:cxn>
                <a:cxn ang="0">
                  <a:pos x="connsiteX11261" y="connsiteY11261"/>
                </a:cxn>
                <a:cxn ang="0">
                  <a:pos x="connsiteX11262" y="connsiteY11262"/>
                </a:cxn>
                <a:cxn ang="0">
                  <a:pos x="connsiteX11263" y="connsiteY11263"/>
                </a:cxn>
                <a:cxn ang="0">
                  <a:pos x="connsiteX11264" y="connsiteY11264"/>
                </a:cxn>
                <a:cxn ang="0">
                  <a:pos x="connsiteX11265" y="connsiteY11265"/>
                </a:cxn>
                <a:cxn ang="0">
                  <a:pos x="connsiteX11266" y="connsiteY11266"/>
                </a:cxn>
                <a:cxn ang="0">
                  <a:pos x="connsiteX11267" y="connsiteY11267"/>
                </a:cxn>
                <a:cxn ang="0">
                  <a:pos x="connsiteX11268" y="connsiteY11268"/>
                </a:cxn>
                <a:cxn ang="0">
                  <a:pos x="connsiteX11269" y="connsiteY11269"/>
                </a:cxn>
                <a:cxn ang="0">
                  <a:pos x="connsiteX11270" y="connsiteY11270"/>
                </a:cxn>
                <a:cxn ang="0">
                  <a:pos x="connsiteX11271" y="connsiteY11271"/>
                </a:cxn>
                <a:cxn ang="0">
                  <a:pos x="connsiteX11272" y="connsiteY11272"/>
                </a:cxn>
                <a:cxn ang="0">
                  <a:pos x="connsiteX11273" y="connsiteY11273"/>
                </a:cxn>
                <a:cxn ang="0">
                  <a:pos x="connsiteX11274" y="connsiteY11274"/>
                </a:cxn>
                <a:cxn ang="0">
                  <a:pos x="connsiteX11275" y="connsiteY11275"/>
                </a:cxn>
                <a:cxn ang="0">
                  <a:pos x="connsiteX11276" y="connsiteY11276"/>
                </a:cxn>
                <a:cxn ang="0">
                  <a:pos x="connsiteX11277" y="connsiteY11277"/>
                </a:cxn>
                <a:cxn ang="0">
                  <a:pos x="connsiteX11278" y="connsiteY11278"/>
                </a:cxn>
                <a:cxn ang="0">
                  <a:pos x="connsiteX11279" y="connsiteY11279"/>
                </a:cxn>
                <a:cxn ang="0">
                  <a:pos x="connsiteX11280" y="connsiteY11280"/>
                </a:cxn>
                <a:cxn ang="0">
                  <a:pos x="connsiteX11281" y="connsiteY11281"/>
                </a:cxn>
                <a:cxn ang="0">
                  <a:pos x="connsiteX11282" y="connsiteY11282"/>
                </a:cxn>
                <a:cxn ang="0">
                  <a:pos x="connsiteX11283" y="connsiteY11283"/>
                </a:cxn>
                <a:cxn ang="0">
                  <a:pos x="connsiteX11284" y="connsiteY11284"/>
                </a:cxn>
                <a:cxn ang="0">
                  <a:pos x="connsiteX11285" y="connsiteY11285"/>
                </a:cxn>
                <a:cxn ang="0">
                  <a:pos x="connsiteX11286" y="connsiteY11286"/>
                </a:cxn>
                <a:cxn ang="0">
                  <a:pos x="connsiteX11287" y="connsiteY11287"/>
                </a:cxn>
                <a:cxn ang="0">
                  <a:pos x="connsiteX11288" y="connsiteY11288"/>
                </a:cxn>
                <a:cxn ang="0">
                  <a:pos x="connsiteX11289" y="connsiteY11289"/>
                </a:cxn>
                <a:cxn ang="0">
                  <a:pos x="connsiteX11290" y="connsiteY11290"/>
                </a:cxn>
                <a:cxn ang="0">
                  <a:pos x="connsiteX11291" y="connsiteY11291"/>
                </a:cxn>
                <a:cxn ang="0">
                  <a:pos x="connsiteX11292" y="connsiteY11292"/>
                </a:cxn>
                <a:cxn ang="0">
                  <a:pos x="connsiteX11293" y="connsiteY11293"/>
                </a:cxn>
                <a:cxn ang="0">
                  <a:pos x="connsiteX11294" y="connsiteY11294"/>
                </a:cxn>
                <a:cxn ang="0">
                  <a:pos x="connsiteX11295" y="connsiteY11295"/>
                </a:cxn>
                <a:cxn ang="0">
                  <a:pos x="connsiteX11296" y="connsiteY11296"/>
                </a:cxn>
                <a:cxn ang="0">
                  <a:pos x="connsiteX11297" y="connsiteY11297"/>
                </a:cxn>
                <a:cxn ang="0">
                  <a:pos x="connsiteX11298" y="connsiteY11298"/>
                </a:cxn>
                <a:cxn ang="0">
                  <a:pos x="connsiteX11299" y="connsiteY11299"/>
                </a:cxn>
                <a:cxn ang="0">
                  <a:pos x="connsiteX11300" y="connsiteY11300"/>
                </a:cxn>
                <a:cxn ang="0">
                  <a:pos x="connsiteX11301" y="connsiteY11301"/>
                </a:cxn>
                <a:cxn ang="0">
                  <a:pos x="connsiteX11302" y="connsiteY11302"/>
                </a:cxn>
                <a:cxn ang="0">
                  <a:pos x="connsiteX11303" y="connsiteY11303"/>
                </a:cxn>
                <a:cxn ang="0">
                  <a:pos x="connsiteX11304" y="connsiteY11304"/>
                </a:cxn>
                <a:cxn ang="0">
                  <a:pos x="connsiteX11305" y="connsiteY11305"/>
                </a:cxn>
                <a:cxn ang="0">
                  <a:pos x="connsiteX11306" y="connsiteY11306"/>
                </a:cxn>
                <a:cxn ang="0">
                  <a:pos x="connsiteX11307" y="connsiteY11307"/>
                </a:cxn>
                <a:cxn ang="0">
                  <a:pos x="connsiteX11308" y="connsiteY11308"/>
                </a:cxn>
                <a:cxn ang="0">
                  <a:pos x="connsiteX11309" y="connsiteY11309"/>
                </a:cxn>
                <a:cxn ang="0">
                  <a:pos x="connsiteX11310" y="connsiteY11310"/>
                </a:cxn>
                <a:cxn ang="0">
                  <a:pos x="connsiteX11311" y="connsiteY11311"/>
                </a:cxn>
                <a:cxn ang="0">
                  <a:pos x="connsiteX11312" y="connsiteY11312"/>
                </a:cxn>
                <a:cxn ang="0">
                  <a:pos x="connsiteX11313" y="connsiteY11313"/>
                </a:cxn>
                <a:cxn ang="0">
                  <a:pos x="connsiteX11314" y="connsiteY11314"/>
                </a:cxn>
                <a:cxn ang="0">
                  <a:pos x="connsiteX11315" y="connsiteY11315"/>
                </a:cxn>
                <a:cxn ang="0">
                  <a:pos x="connsiteX11316" y="connsiteY11316"/>
                </a:cxn>
                <a:cxn ang="0">
                  <a:pos x="connsiteX11317" y="connsiteY11317"/>
                </a:cxn>
                <a:cxn ang="0">
                  <a:pos x="connsiteX11318" y="connsiteY11318"/>
                </a:cxn>
                <a:cxn ang="0">
                  <a:pos x="connsiteX11319" y="connsiteY11319"/>
                </a:cxn>
                <a:cxn ang="0">
                  <a:pos x="connsiteX11320" y="connsiteY11320"/>
                </a:cxn>
                <a:cxn ang="0">
                  <a:pos x="connsiteX11321" y="connsiteY11321"/>
                </a:cxn>
                <a:cxn ang="0">
                  <a:pos x="connsiteX11322" y="connsiteY11322"/>
                </a:cxn>
                <a:cxn ang="0">
                  <a:pos x="connsiteX11323" y="connsiteY11323"/>
                </a:cxn>
                <a:cxn ang="0">
                  <a:pos x="connsiteX11324" y="connsiteY11324"/>
                </a:cxn>
                <a:cxn ang="0">
                  <a:pos x="connsiteX11325" y="connsiteY11325"/>
                </a:cxn>
                <a:cxn ang="0">
                  <a:pos x="connsiteX11326" y="connsiteY11326"/>
                </a:cxn>
                <a:cxn ang="0">
                  <a:pos x="connsiteX11327" y="connsiteY11327"/>
                </a:cxn>
                <a:cxn ang="0">
                  <a:pos x="connsiteX11328" y="connsiteY11328"/>
                </a:cxn>
                <a:cxn ang="0">
                  <a:pos x="connsiteX11329" y="connsiteY11329"/>
                </a:cxn>
                <a:cxn ang="0">
                  <a:pos x="connsiteX11330" y="connsiteY11330"/>
                </a:cxn>
                <a:cxn ang="0">
                  <a:pos x="connsiteX11331" y="connsiteY11331"/>
                </a:cxn>
                <a:cxn ang="0">
                  <a:pos x="connsiteX11332" y="connsiteY11332"/>
                </a:cxn>
                <a:cxn ang="0">
                  <a:pos x="connsiteX11333" y="connsiteY11333"/>
                </a:cxn>
                <a:cxn ang="0">
                  <a:pos x="connsiteX11334" y="connsiteY11334"/>
                </a:cxn>
                <a:cxn ang="0">
                  <a:pos x="connsiteX11335" y="connsiteY11335"/>
                </a:cxn>
                <a:cxn ang="0">
                  <a:pos x="connsiteX11336" y="connsiteY11336"/>
                </a:cxn>
                <a:cxn ang="0">
                  <a:pos x="connsiteX11337" y="connsiteY11337"/>
                </a:cxn>
                <a:cxn ang="0">
                  <a:pos x="connsiteX11338" y="connsiteY11338"/>
                </a:cxn>
                <a:cxn ang="0">
                  <a:pos x="connsiteX11339" y="connsiteY11339"/>
                </a:cxn>
                <a:cxn ang="0">
                  <a:pos x="connsiteX11340" y="connsiteY11340"/>
                </a:cxn>
                <a:cxn ang="0">
                  <a:pos x="connsiteX11341" y="connsiteY11341"/>
                </a:cxn>
                <a:cxn ang="0">
                  <a:pos x="connsiteX11342" y="connsiteY11342"/>
                </a:cxn>
                <a:cxn ang="0">
                  <a:pos x="connsiteX11343" y="connsiteY11343"/>
                </a:cxn>
                <a:cxn ang="0">
                  <a:pos x="connsiteX11344" y="connsiteY11344"/>
                </a:cxn>
                <a:cxn ang="0">
                  <a:pos x="connsiteX11345" y="connsiteY11345"/>
                </a:cxn>
                <a:cxn ang="0">
                  <a:pos x="connsiteX11346" y="connsiteY11346"/>
                </a:cxn>
                <a:cxn ang="0">
                  <a:pos x="connsiteX11347" y="connsiteY11347"/>
                </a:cxn>
                <a:cxn ang="0">
                  <a:pos x="connsiteX11348" y="connsiteY11348"/>
                </a:cxn>
                <a:cxn ang="0">
                  <a:pos x="connsiteX11349" y="connsiteY11349"/>
                </a:cxn>
                <a:cxn ang="0">
                  <a:pos x="connsiteX11350" y="connsiteY11350"/>
                </a:cxn>
                <a:cxn ang="0">
                  <a:pos x="connsiteX11351" y="connsiteY11351"/>
                </a:cxn>
                <a:cxn ang="0">
                  <a:pos x="connsiteX11352" y="connsiteY11352"/>
                </a:cxn>
                <a:cxn ang="0">
                  <a:pos x="connsiteX11353" y="connsiteY11353"/>
                </a:cxn>
                <a:cxn ang="0">
                  <a:pos x="connsiteX11354" y="connsiteY11354"/>
                </a:cxn>
                <a:cxn ang="0">
                  <a:pos x="connsiteX11355" y="connsiteY11355"/>
                </a:cxn>
                <a:cxn ang="0">
                  <a:pos x="connsiteX11356" y="connsiteY11356"/>
                </a:cxn>
                <a:cxn ang="0">
                  <a:pos x="connsiteX11357" y="connsiteY11357"/>
                </a:cxn>
                <a:cxn ang="0">
                  <a:pos x="connsiteX11358" y="connsiteY11358"/>
                </a:cxn>
                <a:cxn ang="0">
                  <a:pos x="connsiteX11359" y="connsiteY11359"/>
                </a:cxn>
                <a:cxn ang="0">
                  <a:pos x="connsiteX11360" y="connsiteY11360"/>
                </a:cxn>
                <a:cxn ang="0">
                  <a:pos x="connsiteX11361" y="connsiteY11361"/>
                </a:cxn>
                <a:cxn ang="0">
                  <a:pos x="connsiteX11362" y="connsiteY11362"/>
                </a:cxn>
                <a:cxn ang="0">
                  <a:pos x="connsiteX11363" y="connsiteY11363"/>
                </a:cxn>
                <a:cxn ang="0">
                  <a:pos x="connsiteX11364" y="connsiteY11364"/>
                </a:cxn>
                <a:cxn ang="0">
                  <a:pos x="connsiteX11365" y="connsiteY11365"/>
                </a:cxn>
                <a:cxn ang="0">
                  <a:pos x="connsiteX11366" y="connsiteY11366"/>
                </a:cxn>
                <a:cxn ang="0">
                  <a:pos x="connsiteX11367" y="connsiteY11367"/>
                </a:cxn>
                <a:cxn ang="0">
                  <a:pos x="connsiteX11368" y="connsiteY11368"/>
                </a:cxn>
                <a:cxn ang="0">
                  <a:pos x="connsiteX11369" y="connsiteY11369"/>
                </a:cxn>
                <a:cxn ang="0">
                  <a:pos x="connsiteX11370" y="connsiteY11370"/>
                </a:cxn>
                <a:cxn ang="0">
                  <a:pos x="connsiteX11371" y="connsiteY11371"/>
                </a:cxn>
                <a:cxn ang="0">
                  <a:pos x="connsiteX11372" y="connsiteY11372"/>
                </a:cxn>
                <a:cxn ang="0">
                  <a:pos x="connsiteX11373" y="connsiteY11373"/>
                </a:cxn>
                <a:cxn ang="0">
                  <a:pos x="connsiteX11374" y="connsiteY11374"/>
                </a:cxn>
                <a:cxn ang="0">
                  <a:pos x="connsiteX11375" y="connsiteY11375"/>
                </a:cxn>
                <a:cxn ang="0">
                  <a:pos x="connsiteX11376" y="connsiteY11376"/>
                </a:cxn>
                <a:cxn ang="0">
                  <a:pos x="connsiteX11377" y="connsiteY11377"/>
                </a:cxn>
                <a:cxn ang="0">
                  <a:pos x="connsiteX11378" y="connsiteY11378"/>
                </a:cxn>
                <a:cxn ang="0">
                  <a:pos x="connsiteX11379" y="connsiteY11379"/>
                </a:cxn>
                <a:cxn ang="0">
                  <a:pos x="connsiteX11380" y="connsiteY11380"/>
                </a:cxn>
                <a:cxn ang="0">
                  <a:pos x="connsiteX11381" y="connsiteY11381"/>
                </a:cxn>
                <a:cxn ang="0">
                  <a:pos x="connsiteX11382" y="connsiteY11382"/>
                </a:cxn>
                <a:cxn ang="0">
                  <a:pos x="connsiteX11383" y="connsiteY11383"/>
                </a:cxn>
                <a:cxn ang="0">
                  <a:pos x="connsiteX11384" y="connsiteY11384"/>
                </a:cxn>
                <a:cxn ang="0">
                  <a:pos x="connsiteX11385" y="connsiteY11385"/>
                </a:cxn>
                <a:cxn ang="0">
                  <a:pos x="connsiteX11386" y="connsiteY11386"/>
                </a:cxn>
                <a:cxn ang="0">
                  <a:pos x="connsiteX11387" y="connsiteY11387"/>
                </a:cxn>
                <a:cxn ang="0">
                  <a:pos x="connsiteX11388" y="connsiteY11388"/>
                </a:cxn>
                <a:cxn ang="0">
                  <a:pos x="connsiteX11389" y="connsiteY11389"/>
                </a:cxn>
                <a:cxn ang="0">
                  <a:pos x="connsiteX11390" y="connsiteY11390"/>
                </a:cxn>
                <a:cxn ang="0">
                  <a:pos x="connsiteX11391" y="connsiteY11391"/>
                </a:cxn>
                <a:cxn ang="0">
                  <a:pos x="connsiteX11392" y="connsiteY11392"/>
                </a:cxn>
                <a:cxn ang="0">
                  <a:pos x="connsiteX11393" y="connsiteY11393"/>
                </a:cxn>
                <a:cxn ang="0">
                  <a:pos x="connsiteX11394" y="connsiteY11394"/>
                </a:cxn>
                <a:cxn ang="0">
                  <a:pos x="connsiteX11395" y="connsiteY11395"/>
                </a:cxn>
                <a:cxn ang="0">
                  <a:pos x="connsiteX11396" y="connsiteY11396"/>
                </a:cxn>
                <a:cxn ang="0">
                  <a:pos x="connsiteX11397" y="connsiteY11397"/>
                </a:cxn>
                <a:cxn ang="0">
                  <a:pos x="connsiteX11398" y="connsiteY11398"/>
                </a:cxn>
                <a:cxn ang="0">
                  <a:pos x="connsiteX11399" y="connsiteY11399"/>
                </a:cxn>
                <a:cxn ang="0">
                  <a:pos x="connsiteX11400" y="connsiteY11400"/>
                </a:cxn>
                <a:cxn ang="0">
                  <a:pos x="connsiteX11401" y="connsiteY11401"/>
                </a:cxn>
                <a:cxn ang="0">
                  <a:pos x="connsiteX11402" y="connsiteY11402"/>
                </a:cxn>
                <a:cxn ang="0">
                  <a:pos x="connsiteX11403" y="connsiteY11403"/>
                </a:cxn>
                <a:cxn ang="0">
                  <a:pos x="connsiteX11404" y="connsiteY11404"/>
                </a:cxn>
                <a:cxn ang="0">
                  <a:pos x="connsiteX11405" y="connsiteY11405"/>
                </a:cxn>
                <a:cxn ang="0">
                  <a:pos x="connsiteX11406" y="connsiteY11406"/>
                </a:cxn>
                <a:cxn ang="0">
                  <a:pos x="connsiteX11407" y="connsiteY11407"/>
                </a:cxn>
                <a:cxn ang="0">
                  <a:pos x="connsiteX11408" y="connsiteY11408"/>
                </a:cxn>
                <a:cxn ang="0">
                  <a:pos x="connsiteX11409" y="connsiteY11409"/>
                </a:cxn>
                <a:cxn ang="0">
                  <a:pos x="connsiteX11410" y="connsiteY11410"/>
                </a:cxn>
                <a:cxn ang="0">
                  <a:pos x="connsiteX11411" y="connsiteY11411"/>
                </a:cxn>
                <a:cxn ang="0">
                  <a:pos x="connsiteX11412" y="connsiteY11412"/>
                </a:cxn>
                <a:cxn ang="0">
                  <a:pos x="connsiteX11413" y="connsiteY11413"/>
                </a:cxn>
                <a:cxn ang="0">
                  <a:pos x="connsiteX11414" y="connsiteY11414"/>
                </a:cxn>
                <a:cxn ang="0">
                  <a:pos x="connsiteX11415" y="connsiteY11415"/>
                </a:cxn>
                <a:cxn ang="0">
                  <a:pos x="connsiteX11416" y="connsiteY11416"/>
                </a:cxn>
                <a:cxn ang="0">
                  <a:pos x="connsiteX11417" y="connsiteY11417"/>
                </a:cxn>
                <a:cxn ang="0">
                  <a:pos x="connsiteX11418" y="connsiteY11418"/>
                </a:cxn>
                <a:cxn ang="0">
                  <a:pos x="connsiteX11419" y="connsiteY11419"/>
                </a:cxn>
                <a:cxn ang="0">
                  <a:pos x="connsiteX11420" y="connsiteY11420"/>
                </a:cxn>
                <a:cxn ang="0">
                  <a:pos x="connsiteX11421" y="connsiteY11421"/>
                </a:cxn>
                <a:cxn ang="0">
                  <a:pos x="connsiteX11422" y="connsiteY11422"/>
                </a:cxn>
                <a:cxn ang="0">
                  <a:pos x="connsiteX11423" y="connsiteY11423"/>
                </a:cxn>
                <a:cxn ang="0">
                  <a:pos x="connsiteX11424" y="connsiteY11424"/>
                </a:cxn>
                <a:cxn ang="0">
                  <a:pos x="connsiteX11425" y="connsiteY11425"/>
                </a:cxn>
                <a:cxn ang="0">
                  <a:pos x="connsiteX11426" y="connsiteY11426"/>
                </a:cxn>
                <a:cxn ang="0">
                  <a:pos x="connsiteX11427" y="connsiteY11427"/>
                </a:cxn>
                <a:cxn ang="0">
                  <a:pos x="connsiteX11428" y="connsiteY11428"/>
                </a:cxn>
                <a:cxn ang="0">
                  <a:pos x="connsiteX11429" y="connsiteY11429"/>
                </a:cxn>
                <a:cxn ang="0">
                  <a:pos x="connsiteX11430" y="connsiteY11430"/>
                </a:cxn>
                <a:cxn ang="0">
                  <a:pos x="connsiteX11431" y="connsiteY11431"/>
                </a:cxn>
                <a:cxn ang="0">
                  <a:pos x="connsiteX11432" y="connsiteY11432"/>
                </a:cxn>
                <a:cxn ang="0">
                  <a:pos x="connsiteX11433" y="connsiteY11433"/>
                </a:cxn>
                <a:cxn ang="0">
                  <a:pos x="connsiteX11434" y="connsiteY11434"/>
                </a:cxn>
                <a:cxn ang="0">
                  <a:pos x="connsiteX11435" y="connsiteY11435"/>
                </a:cxn>
                <a:cxn ang="0">
                  <a:pos x="connsiteX11436" y="connsiteY11436"/>
                </a:cxn>
                <a:cxn ang="0">
                  <a:pos x="connsiteX11437" y="connsiteY11437"/>
                </a:cxn>
                <a:cxn ang="0">
                  <a:pos x="connsiteX11438" y="connsiteY11438"/>
                </a:cxn>
                <a:cxn ang="0">
                  <a:pos x="connsiteX11439" y="connsiteY11439"/>
                </a:cxn>
                <a:cxn ang="0">
                  <a:pos x="connsiteX11440" y="connsiteY11440"/>
                </a:cxn>
                <a:cxn ang="0">
                  <a:pos x="connsiteX11441" y="connsiteY11441"/>
                </a:cxn>
                <a:cxn ang="0">
                  <a:pos x="connsiteX11442" y="connsiteY11442"/>
                </a:cxn>
                <a:cxn ang="0">
                  <a:pos x="connsiteX11443" y="connsiteY11443"/>
                </a:cxn>
                <a:cxn ang="0">
                  <a:pos x="connsiteX11444" y="connsiteY11444"/>
                </a:cxn>
                <a:cxn ang="0">
                  <a:pos x="connsiteX11445" y="connsiteY11445"/>
                </a:cxn>
                <a:cxn ang="0">
                  <a:pos x="connsiteX11446" y="connsiteY11446"/>
                </a:cxn>
                <a:cxn ang="0">
                  <a:pos x="connsiteX11447" y="connsiteY11447"/>
                </a:cxn>
                <a:cxn ang="0">
                  <a:pos x="connsiteX11448" y="connsiteY11448"/>
                </a:cxn>
                <a:cxn ang="0">
                  <a:pos x="connsiteX11449" y="connsiteY11449"/>
                </a:cxn>
                <a:cxn ang="0">
                  <a:pos x="connsiteX11450" y="connsiteY11450"/>
                </a:cxn>
                <a:cxn ang="0">
                  <a:pos x="connsiteX11451" y="connsiteY11451"/>
                </a:cxn>
                <a:cxn ang="0">
                  <a:pos x="connsiteX11452" y="connsiteY11452"/>
                </a:cxn>
                <a:cxn ang="0">
                  <a:pos x="connsiteX11453" y="connsiteY11453"/>
                </a:cxn>
                <a:cxn ang="0">
                  <a:pos x="connsiteX11454" y="connsiteY11454"/>
                </a:cxn>
                <a:cxn ang="0">
                  <a:pos x="connsiteX11455" y="connsiteY11455"/>
                </a:cxn>
                <a:cxn ang="0">
                  <a:pos x="connsiteX11456" y="connsiteY11456"/>
                </a:cxn>
                <a:cxn ang="0">
                  <a:pos x="connsiteX11457" y="connsiteY11457"/>
                </a:cxn>
                <a:cxn ang="0">
                  <a:pos x="connsiteX11458" y="connsiteY11458"/>
                </a:cxn>
                <a:cxn ang="0">
                  <a:pos x="connsiteX11459" y="connsiteY11459"/>
                </a:cxn>
                <a:cxn ang="0">
                  <a:pos x="connsiteX11460" y="connsiteY11460"/>
                </a:cxn>
                <a:cxn ang="0">
                  <a:pos x="connsiteX11461" y="connsiteY11461"/>
                </a:cxn>
                <a:cxn ang="0">
                  <a:pos x="connsiteX11462" y="connsiteY11462"/>
                </a:cxn>
                <a:cxn ang="0">
                  <a:pos x="connsiteX11463" y="connsiteY11463"/>
                </a:cxn>
                <a:cxn ang="0">
                  <a:pos x="connsiteX11464" y="connsiteY11464"/>
                </a:cxn>
                <a:cxn ang="0">
                  <a:pos x="connsiteX11465" y="connsiteY11465"/>
                </a:cxn>
                <a:cxn ang="0">
                  <a:pos x="connsiteX11466" y="connsiteY11466"/>
                </a:cxn>
                <a:cxn ang="0">
                  <a:pos x="connsiteX11467" y="connsiteY11467"/>
                </a:cxn>
                <a:cxn ang="0">
                  <a:pos x="connsiteX11468" y="connsiteY11468"/>
                </a:cxn>
                <a:cxn ang="0">
                  <a:pos x="connsiteX11469" y="connsiteY11469"/>
                </a:cxn>
                <a:cxn ang="0">
                  <a:pos x="connsiteX11470" y="connsiteY11470"/>
                </a:cxn>
                <a:cxn ang="0">
                  <a:pos x="connsiteX11471" y="connsiteY11471"/>
                </a:cxn>
                <a:cxn ang="0">
                  <a:pos x="connsiteX11472" y="connsiteY11472"/>
                </a:cxn>
                <a:cxn ang="0">
                  <a:pos x="connsiteX11473" y="connsiteY11473"/>
                </a:cxn>
                <a:cxn ang="0">
                  <a:pos x="connsiteX11474" y="connsiteY11474"/>
                </a:cxn>
                <a:cxn ang="0">
                  <a:pos x="connsiteX11475" y="connsiteY11475"/>
                </a:cxn>
                <a:cxn ang="0">
                  <a:pos x="connsiteX11476" y="connsiteY11476"/>
                </a:cxn>
                <a:cxn ang="0">
                  <a:pos x="connsiteX11477" y="connsiteY11477"/>
                </a:cxn>
                <a:cxn ang="0">
                  <a:pos x="connsiteX11478" y="connsiteY11478"/>
                </a:cxn>
                <a:cxn ang="0">
                  <a:pos x="connsiteX11479" y="connsiteY11479"/>
                </a:cxn>
                <a:cxn ang="0">
                  <a:pos x="connsiteX11480" y="connsiteY11480"/>
                </a:cxn>
                <a:cxn ang="0">
                  <a:pos x="connsiteX11481" y="connsiteY11481"/>
                </a:cxn>
                <a:cxn ang="0">
                  <a:pos x="connsiteX11482" y="connsiteY11482"/>
                </a:cxn>
                <a:cxn ang="0">
                  <a:pos x="connsiteX11483" y="connsiteY11483"/>
                </a:cxn>
                <a:cxn ang="0">
                  <a:pos x="connsiteX11484" y="connsiteY11484"/>
                </a:cxn>
                <a:cxn ang="0">
                  <a:pos x="connsiteX11485" y="connsiteY11485"/>
                </a:cxn>
                <a:cxn ang="0">
                  <a:pos x="connsiteX11486" y="connsiteY11486"/>
                </a:cxn>
                <a:cxn ang="0">
                  <a:pos x="connsiteX11487" y="connsiteY11487"/>
                </a:cxn>
                <a:cxn ang="0">
                  <a:pos x="connsiteX11488" y="connsiteY11488"/>
                </a:cxn>
                <a:cxn ang="0">
                  <a:pos x="connsiteX11489" y="connsiteY11489"/>
                </a:cxn>
                <a:cxn ang="0">
                  <a:pos x="connsiteX11490" y="connsiteY11490"/>
                </a:cxn>
                <a:cxn ang="0">
                  <a:pos x="connsiteX11491" y="connsiteY11491"/>
                </a:cxn>
                <a:cxn ang="0">
                  <a:pos x="connsiteX11492" y="connsiteY11492"/>
                </a:cxn>
                <a:cxn ang="0">
                  <a:pos x="connsiteX11493" y="connsiteY11493"/>
                </a:cxn>
                <a:cxn ang="0">
                  <a:pos x="connsiteX11494" y="connsiteY11494"/>
                </a:cxn>
                <a:cxn ang="0">
                  <a:pos x="connsiteX11495" y="connsiteY11495"/>
                </a:cxn>
                <a:cxn ang="0">
                  <a:pos x="connsiteX11496" y="connsiteY11496"/>
                </a:cxn>
                <a:cxn ang="0">
                  <a:pos x="connsiteX11497" y="connsiteY11497"/>
                </a:cxn>
                <a:cxn ang="0">
                  <a:pos x="connsiteX11498" y="connsiteY11498"/>
                </a:cxn>
                <a:cxn ang="0">
                  <a:pos x="connsiteX11499" y="connsiteY11499"/>
                </a:cxn>
                <a:cxn ang="0">
                  <a:pos x="connsiteX11500" y="connsiteY11500"/>
                </a:cxn>
                <a:cxn ang="0">
                  <a:pos x="connsiteX11501" y="connsiteY11501"/>
                </a:cxn>
                <a:cxn ang="0">
                  <a:pos x="connsiteX11502" y="connsiteY11502"/>
                </a:cxn>
                <a:cxn ang="0">
                  <a:pos x="connsiteX11503" y="connsiteY11503"/>
                </a:cxn>
                <a:cxn ang="0">
                  <a:pos x="connsiteX11504" y="connsiteY11504"/>
                </a:cxn>
                <a:cxn ang="0">
                  <a:pos x="connsiteX11505" y="connsiteY11505"/>
                </a:cxn>
                <a:cxn ang="0">
                  <a:pos x="connsiteX11506" y="connsiteY11506"/>
                </a:cxn>
                <a:cxn ang="0">
                  <a:pos x="connsiteX11507" y="connsiteY11507"/>
                </a:cxn>
                <a:cxn ang="0">
                  <a:pos x="connsiteX11508" y="connsiteY11508"/>
                </a:cxn>
                <a:cxn ang="0">
                  <a:pos x="connsiteX11509" y="connsiteY11509"/>
                </a:cxn>
                <a:cxn ang="0">
                  <a:pos x="connsiteX11510" y="connsiteY11510"/>
                </a:cxn>
                <a:cxn ang="0">
                  <a:pos x="connsiteX11511" y="connsiteY11511"/>
                </a:cxn>
                <a:cxn ang="0">
                  <a:pos x="connsiteX11512" y="connsiteY11512"/>
                </a:cxn>
                <a:cxn ang="0">
                  <a:pos x="connsiteX11513" y="connsiteY11513"/>
                </a:cxn>
                <a:cxn ang="0">
                  <a:pos x="connsiteX11514" y="connsiteY11514"/>
                </a:cxn>
                <a:cxn ang="0">
                  <a:pos x="connsiteX11515" y="connsiteY11515"/>
                </a:cxn>
                <a:cxn ang="0">
                  <a:pos x="connsiteX11516" y="connsiteY11516"/>
                </a:cxn>
                <a:cxn ang="0">
                  <a:pos x="connsiteX11517" y="connsiteY11517"/>
                </a:cxn>
                <a:cxn ang="0">
                  <a:pos x="connsiteX11518" y="connsiteY11518"/>
                </a:cxn>
                <a:cxn ang="0">
                  <a:pos x="connsiteX11519" y="connsiteY11519"/>
                </a:cxn>
                <a:cxn ang="0">
                  <a:pos x="connsiteX11520" y="connsiteY11520"/>
                </a:cxn>
                <a:cxn ang="0">
                  <a:pos x="connsiteX11521" y="connsiteY11521"/>
                </a:cxn>
                <a:cxn ang="0">
                  <a:pos x="connsiteX11522" y="connsiteY11522"/>
                </a:cxn>
                <a:cxn ang="0">
                  <a:pos x="connsiteX11523" y="connsiteY11523"/>
                </a:cxn>
                <a:cxn ang="0">
                  <a:pos x="connsiteX11524" y="connsiteY11524"/>
                </a:cxn>
                <a:cxn ang="0">
                  <a:pos x="connsiteX11525" y="connsiteY11525"/>
                </a:cxn>
                <a:cxn ang="0">
                  <a:pos x="connsiteX11526" y="connsiteY11526"/>
                </a:cxn>
                <a:cxn ang="0">
                  <a:pos x="connsiteX11527" y="connsiteY11527"/>
                </a:cxn>
                <a:cxn ang="0">
                  <a:pos x="connsiteX11528" y="connsiteY11528"/>
                </a:cxn>
                <a:cxn ang="0">
                  <a:pos x="connsiteX11529" y="connsiteY11529"/>
                </a:cxn>
                <a:cxn ang="0">
                  <a:pos x="connsiteX11530" y="connsiteY11530"/>
                </a:cxn>
                <a:cxn ang="0">
                  <a:pos x="connsiteX11531" y="connsiteY11531"/>
                </a:cxn>
                <a:cxn ang="0">
                  <a:pos x="connsiteX11532" y="connsiteY11532"/>
                </a:cxn>
                <a:cxn ang="0">
                  <a:pos x="connsiteX11533" y="connsiteY11533"/>
                </a:cxn>
                <a:cxn ang="0">
                  <a:pos x="connsiteX11534" y="connsiteY11534"/>
                </a:cxn>
                <a:cxn ang="0">
                  <a:pos x="connsiteX11535" y="connsiteY11535"/>
                </a:cxn>
                <a:cxn ang="0">
                  <a:pos x="connsiteX11536" y="connsiteY11536"/>
                </a:cxn>
                <a:cxn ang="0">
                  <a:pos x="connsiteX11537" y="connsiteY11537"/>
                </a:cxn>
                <a:cxn ang="0">
                  <a:pos x="connsiteX11538" y="connsiteY11538"/>
                </a:cxn>
                <a:cxn ang="0">
                  <a:pos x="connsiteX11539" y="connsiteY11539"/>
                </a:cxn>
                <a:cxn ang="0">
                  <a:pos x="connsiteX11540" y="connsiteY11540"/>
                </a:cxn>
                <a:cxn ang="0">
                  <a:pos x="connsiteX11541" y="connsiteY11541"/>
                </a:cxn>
                <a:cxn ang="0">
                  <a:pos x="connsiteX11542" y="connsiteY11542"/>
                </a:cxn>
                <a:cxn ang="0">
                  <a:pos x="connsiteX11543" y="connsiteY11543"/>
                </a:cxn>
                <a:cxn ang="0">
                  <a:pos x="connsiteX11544" y="connsiteY11544"/>
                </a:cxn>
                <a:cxn ang="0">
                  <a:pos x="connsiteX11545" y="connsiteY11545"/>
                </a:cxn>
                <a:cxn ang="0">
                  <a:pos x="connsiteX11546" y="connsiteY11546"/>
                </a:cxn>
                <a:cxn ang="0">
                  <a:pos x="connsiteX11547" y="connsiteY11547"/>
                </a:cxn>
                <a:cxn ang="0">
                  <a:pos x="connsiteX11548" y="connsiteY11548"/>
                </a:cxn>
                <a:cxn ang="0">
                  <a:pos x="connsiteX11549" y="connsiteY11549"/>
                </a:cxn>
                <a:cxn ang="0">
                  <a:pos x="connsiteX11550" y="connsiteY11550"/>
                </a:cxn>
                <a:cxn ang="0">
                  <a:pos x="connsiteX11551" y="connsiteY11551"/>
                </a:cxn>
                <a:cxn ang="0">
                  <a:pos x="connsiteX11552" y="connsiteY11552"/>
                </a:cxn>
                <a:cxn ang="0">
                  <a:pos x="connsiteX11553" y="connsiteY11553"/>
                </a:cxn>
                <a:cxn ang="0">
                  <a:pos x="connsiteX11554" y="connsiteY11554"/>
                </a:cxn>
                <a:cxn ang="0">
                  <a:pos x="connsiteX11555" y="connsiteY11555"/>
                </a:cxn>
                <a:cxn ang="0">
                  <a:pos x="connsiteX11556" y="connsiteY11556"/>
                </a:cxn>
                <a:cxn ang="0">
                  <a:pos x="connsiteX11557" y="connsiteY11557"/>
                </a:cxn>
                <a:cxn ang="0">
                  <a:pos x="connsiteX11558" y="connsiteY11558"/>
                </a:cxn>
                <a:cxn ang="0">
                  <a:pos x="connsiteX11559" y="connsiteY11559"/>
                </a:cxn>
                <a:cxn ang="0">
                  <a:pos x="connsiteX11560" y="connsiteY11560"/>
                </a:cxn>
                <a:cxn ang="0">
                  <a:pos x="connsiteX11561" y="connsiteY11561"/>
                </a:cxn>
                <a:cxn ang="0">
                  <a:pos x="connsiteX11562" y="connsiteY11562"/>
                </a:cxn>
                <a:cxn ang="0">
                  <a:pos x="connsiteX11563" y="connsiteY11563"/>
                </a:cxn>
                <a:cxn ang="0">
                  <a:pos x="connsiteX11564" y="connsiteY11564"/>
                </a:cxn>
                <a:cxn ang="0">
                  <a:pos x="connsiteX11565" y="connsiteY11565"/>
                </a:cxn>
                <a:cxn ang="0">
                  <a:pos x="connsiteX11566" y="connsiteY11566"/>
                </a:cxn>
                <a:cxn ang="0">
                  <a:pos x="connsiteX11567" y="connsiteY11567"/>
                </a:cxn>
                <a:cxn ang="0">
                  <a:pos x="connsiteX11568" y="connsiteY11568"/>
                </a:cxn>
                <a:cxn ang="0">
                  <a:pos x="connsiteX11569" y="connsiteY11569"/>
                </a:cxn>
                <a:cxn ang="0">
                  <a:pos x="connsiteX11570" y="connsiteY11570"/>
                </a:cxn>
                <a:cxn ang="0">
                  <a:pos x="connsiteX11571" y="connsiteY11571"/>
                </a:cxn>
                <a:cxn ang="0">
                  <a:pos x="connsiteX11572" y="connsiteY11572"/>
                </a:cxn>
                <a:cxn ang="0">
                  <a:pos x="connsiteX11573" y="connsiteY11573"/>
                </a:cxn>
                <a:cxn ang="0">
                  <a:pos x="connsiteX11574" y="connsiteY11574"/>
                </a:cxn>
                <a:cxn ang="0">
                  <a:pos x="connsiteX11575" y="connsiteY11575"/>
                </a:cxn>
                <a:cxn ang="0">
                  <a:pos x="connsiteX11576" y="connsiteY11576"/>
                </a:cxn>
                <a:cxn ang="0">
                  <a:pos x="connsiteX11577" y="connsiteY11577"/>
                </a:cxn>
                <a:cxn ang="0">
                  <a:pos x="connsiteX11578" y="connsiteY11578"/>
                </a:cxn>
                <a:cxn ang="0">
                  <a:pos x="connsiteX11579" y="connsiteY11579"/>
                </a:cxn>
                <a:cxn ang="0">
                  <a:pos x="connsiteX11580" y="connsiteY11580"/>
                </a:cxn>
                <a:cxn ang="0">
                  <a:pos x="connsiteX11581" y="connsiteY11581"/>
                </a:cxn>
                <a:cxn ang="0">
                  <a:pos x="connsiteX11582" y="connsiteY11582"/>
                </a:cxn>
                <a:cxn ang="0">
                  <a:pos x="connsiteX11583" y="connsiteY11583"/>
                </a:cxn>
                <a:cxn ang="0">
                  <a:pos x="connsiteX11584" y="connsiteY11584"/>
                </a:cxn>
                <a:cxn ang="0">
                  <a:pos x="connsiteX11585" y="connsiteY11585"/>
                </a:cxn>
                <a:cxn ang="0">
                  <a:pos x="connsiteX11586" y="connsiteY11586"/>
                </a:cxn>
                <a:cxn ang="0">
                  <a:pos x="connsiteX11587" y="connsiteY11587"/>
                </a:cxn>
                <a:cxn ang="0">
                  <a:pos x="connsiteX11588" y="connsiteY11588"/>
                </a:cxn>
                <a:cxn ang="0">
                  <a:pos x="connsiteX11589" y="connsiteY11589"/>
                </a:cxn>
                <a:cxn ang="0">
                  <a:pos x="connsiteX11590" y="connsiteY11590"/>
                </a:cxn>
                <a:cxn ang="0">
                  <a:pos x="connsiteX11591" y="connsiteY11591"/>
                </a:cxn>
                <a:cxn ang="0">
                  <a:pos x="connsiteX11592" y="connsiteY11592"/>
                </a:cxn>
                <a:cxn ang="0">
                  <a:pos x="connsiteX11593" y="connsiteY11593"/>
                </a:cxn>
                <a:cxn ang="0">
                  <a:pos x="connsiteX11594" y="connsiteY11594"/>
                </a:cxn>
                <a:cxn ang="0">
                  <a:pos x="connsiteX11595" y="connsiteY11595"/>
                </a:cxn>
                <a:cxn ang="0">
                  <a:pos x="connsiteX11596" y="connsiteY11596"/>
                </a:cxn>
                <a:cxn ang="0">
                  <a:pos x="connsiteX11597" y="connsiteY11597"/>
                </a:cxn>
                <a:cxn ang="0">
                  <a:pos x="connsiteX11598" y="connsiteY11598"/>
                </a:cxn>
                <a:cxn ang="0">
                  <a:pos x="connsiteX11599" y="connsiteY11599"/>
                </a:cxn>
                <a:cxn ang="0">
                  <a:pos x="connsiteX11600" y="connsiteY11600"/>
                </a:cxn>
                <a:cxn ang="0">
                  <a:pos x="connsiteX11601" y="connsiteY11601"/>
                </a:cxn>
                <a:cxn ang="0">
                  <a:pos x="connsiteX11602" y="connsiteY11602"/>
                </a:cxn>
                <a:cxn ang="0">
                  <a:pos x="connsiteX11603" y="connsiteY11603"/>
                </a:cxn>
                <a:cxn ang="0">
                  <a:pos x="connsiteX11604" y="connsiteY11604"/>
                </a:cxn>
                <a:cxn ang="0">
                  <a:pos x="connsiteX11605" y="connsiteY11605"/>
                </a:cxn>
                <a:cxn ang="0">
                  <a:pos x="connsiteX11606" y="connsiteY11606"/>
                </a:cxn>
                <a:cxn ang="0">
                  <a:pos x="connsiteX11607" y="connsiteY11607"/>
                </a:cxn>
                <a:cxn ang="0">
                  <a:pos x="connsiteX11608" y="connsiteY11608"/>
                </a:cxn>
                <a:cxn ang="0">
                  <a:pos x="connsiteX11609" y="connsiteY11609"/>
                </a:cxn>
                <a:cxn ang="0">
                  <a:pos x="connsiteX11610" y="connsiteY11610"/>
                </a:cxn>
                <a:cxn ang="0">
                  <a:pos x="connsiteX11611" y="connsiteY11611"/>
                </a:cxn>
                <a:cxn ang="0">
                  <a:pos x="connsiteX11612" y="connsiteY11612"/>
                </a:cxn>
                <a:cxn ang="0">
                  <a:pos x="connsiteX11613" y="connsiteY11613"/>
                </a:cxn>
                <a:cxn ang="0">
                  <a:pos x="connsiteX11614" y="connsiteY11614"/>
                </a:cxn>
                <a:cxn ang="0">
                  <a:pos x="connsiteX11615" y="connsiteY11615"/>
                </a:cxn>
                <a:cxn ang="0">
                  <a:pos x="connsiteX11616" y="connsiteY11616"/>
                </a:cxn>
                <a:cxn ang="0">
                  <a:pos x="connsiteX11617" y="connsiteY11617"/>
                </a:cxn>
                <a:cxn ang="0">
                  <a:pos x="connsiteX11618" y="connsiteY11618"/>
                </a:cxn>
                <a:cxn ang="0">
                  <a:pos x="connsiteX11619" y="connsiteY11619"/>
                </a:cxn>
                <a:cxn ang="0">
                  <a:pos x="connsiteX11620" y="connsiteY11620"/>
                </a:cxn>
                <a:cxn ang="0">
                  <a:pos x="connsiteX11621" y="connsiteY11621"/>
                </a:cxn>
                <a:cxn ang="0">
                  <a:pos x="connsiteX11622" y="connsiteY11622"/>
                </a:cxn>
                <a:cxn ang="0">
                  <a:pos x="connsiteX11623" y="connsiteY11623"/>
                </a:cxn>
                <a:cxn ang="0">
                  <a:pos x="connsiteX11624" y="connsiteY11624"/>
                </a:cxn>
                <a:cxn ang="0">
                  <a:pos x="connsiteX11625" y="connsiteY11625"/>
                </a:cxn>
                <a:cxn ang="0">
                  <a:pos x="connsiteX11626" y="connsiteY11626"/>
                </a:cxn>
                <a:cxn ang="0">
                  <a:pos x="connsiteX11627" y="connsiteY11627"/>
                </a:cxn>
                <a:cxn ang="0">
                  <a:pos x="connsiteX11628" y="connsiteY11628"/>
                </a:cxn>
                <a:cxn ang="0">
                  <a:pos x="connsiteX11629" y="connsiteY11629"/>
                </a:cxn>
                <a:cxn ang="0">
                  <a:pos x="connsiteX11630" y="connsiteY11630"/>
                </a:cxn>
                <a:cxn ang="0">
                  <a:pos x="connsiteX11631" y="connsiteY11631"/>
                </a:cxn>
                <a:cxn ang="0">
                  <a:pos x="connsiteX11632" y="connsiteY11632"/>
                </a:cxn>
                <a:cxn ang="0">
                  <a:pos x="connsiteX11633" y="connsiteY11633"/>
                </a:cxn>
                <a:cxn ang="0">
                  <a:pos x="connsiteX11634" y="connsiteY11634"/>
                </a:cxn>
                <a:cxn ang="0">
                  <a:pos x="connsiteX11635" y="connsiteY11635"/>
                </a:cxn>
                <a:cxn ang="0">
                  <a:pos x="connsiteX11636" y="connsiteY11636"/>
                </a:cxn>
                <a:cxn ang="0">
                  <a:pos x="connsiteX11637" y="connsiteY11637"/>
                </a:cxn>
                <a:cxn ang="0">
                  <a:pos x="connsiteX11638" y="connsiteY11638"/>
                </a:cxn>
                <a:cxn ang="0">
                  <a:pos x="connsiteX11639" y="connsiteY11639"/>
                </a:cxn>
                <a:cxn ang="0">
                  <a:pos x="connsiteX11640" y="connsiteY11640"/>
                </a:cxn>
                <a:cxn ang="0">
                  <a:pos x="connsiteX11641" y="connsiteY11641"/>
                </a:cxn>
                <a:cxn ang="0">
                  <a:pos x="connsiteX11642" y="connsiteY11642"/>
                </a:cxn>
                <a:cxn ang="0">
                  <a:pos x="connsiteX11643" y="connsiteY11643"/>
                </a:cxn>
                <a:cxn ang="0">
                  <a:pos x="connsiteX11644" y="connsiteY11644"/>
                </a:cxn>
                <a:cxn ang="0">
                  <a:pos x="connsiteX11645" y="connsiteY11645"/>
                </a:cxn>
                <a:cxn ang="0">
                  <a:pos x="connsiteX11646" y="connsiteY11646"/>
                </a:cxn>
                <a:cxn ang="0">
                  <a:pos x="connsiteX11647" y="connsiteY11647"/>
                </a:cxn>
                <a:cxn ang="0">
                  <a:pos x="connsiteX11648" y="connsiteY11648"/>
                </a:cxn>
                <a:cxn ang="0">
                  <a:pos x="connsiteX11649" y="connsiteY11649"/>
                </a:cxn>
                <a:cxn ang="0">
                  <a:pos x="connsiteX11650" y="connsiteY11650"/>
                </a:cxn>
                <a:cxn ang="0">
                  <a:pos x="connsiteX11651" y="connsiteY11651"/>
                </a:cxn>
                <a:cxn ang="0">
                  <a:pos x="connsiteX11652" y="connsiteY11652"/>
                </a:cxn>
                <a:cxn ang="0">
                  <a:pos x="connsiteX11653" y="connsiteY11653"/>
                </a:cxn>
                <a:cxn ang="0">
                  <a:pos x="connsiteX11654" y="connsiteY11654"/>
                </a:cxn>
                <a:cxn ang="0">
                  <a:pos x="connsiteX11655" y="connsiteY11655"/>
                </a:cxn>
                <a:cxn ang="0">
                  <a:pos x="connsiteX11656" y="connsiteY11656"/>
                </a:cxn>
                <a:cxn ang="0">
                  <a:pos x="connsiteX11657" y="connsiteY11657"/>
                </a:cxn>
                <a:cxn ang="0">
                  <a:pos x="connsiteX11658" y="connsiteY11658"/>
                </a:cxn>
                <a:cxn ang="0">
                  <a:pos x="connsiteX11659" y="connsiteY11659"/>
                </a:cxn>
                <a:cxn ang="0">
                  <a:pos x="connsiteX11660" y="connsiteY11660"/>
                </a:cxn>
                <a:cxn ang="0">
                  <a:pos x="connsiteX11661" y="connsiteY11661"/>
                </a:cxn>
                <a:cxn ang="0">
                  <a:pos x="connsiteX11662" y="connsiteY11662"/>
                </a:cxn>
                <a:cxn ang="0">
                  <a:pos x="connsiteX11663" y="connsiteY11663"/>
                </a:cxn>
                <a:cxn ang="0">
                  <a:pos x="connsiteX11664" y="connsiteY11664"/>
                </a:cxn>
                <a:cxn ang="0">
                  <a:pos x="connsiteX11665" y="connsiteY11665"/>
                </a:cxn>
                <a:cxn ang="0">
                  <a:pos x="connsiteX11666" y="connsiteY11666"/>
                </a:cxn>
                <a:cxn ang="0">
                  <a:pos x="connsiteX11667" y="connsiteY11667"/>
                </a:cxn>
                <a:cxn ang="0">
                  <a:pos x="connsiteX11668" y="connsiteY11668"/>
                </a:cxn>
                <a:cxn ang="0">
                  <a:pos x="connsiteX11669" y="connsiteY11669"/>
                </a:cxn>
                <a:cxn ang="0">
                  <a:pos x="connsiteX11670" y="connsiteY11670"/>
                </a:cxn>
                <a:cxn ang="0">
                  <a:pos x="connsiteX11671" y="connsiteY11671"/>
                </a:cxn>
                <a:cxn ang="0">
                  <a:pos x="connsiteX11672" y="connsiteY11672"/>
                </a:cxn>
                <a:cxn ang="0">
                  <a:pos x="connsiteX11673" y="connsiteY11673"/>
                </a:cxn>
                <a:cxn ang="0">
                  <a:pos x="connsiteX11674" y="connsiteY11674"/>
                </a:cxn>
                <a:cxn ang="0">
                  <a:pos x="connsiteX11675" y="connsiteY11675"/>
                </a:cxn>
                <a:cxn ang="0">
                  <a:pos x="connsiteX11676" y="connsiteY11676"/>
                </a:cxn>
                <a:cxn ang="0">
                  <a:pos x="connsiteX11677" y="connsiteY11677"/>
                </a:cxn>
                <a:cxn ang="0">
                  <a:pos x="connsiteX11678" y="connsiteY11678"/>
                </a:cxn>
                <a:cxn ang="0">
                  <a:pos x="connsiteX11679" y="connsiteY11679"/>
                </a:cxn>
                <a:cxn ang="0">
                  <a:pos x="connsiteX11680" y="connsiteY11680"/>
                </a:cxn>
                <a:cxn ang="0">
                  <a:pos x="connsiteX11681" y="connsiteY11681"/>
                </a:cxn>
                <a:cxn ang="0">
                  <a:pos x="connsiteX11682" y="connsiteY11682"/>
                </a:cxn>
                <a:cxn ang="0">
                  <a:pos x="connsiteX11683" y="connsiteY11683"/>
                </a:cxn>
                <a:cxn ang="0">
                  <a:pos x="connsiteX11684" y="connsiteY11684"/>
                </a:cxn>
                <a:cxn ang="0">
                  <a:pos x="connsiteX11685" y="connsiteY11685"/>
                </a:cxn>
                <a:cxn ang="0">
                  <a:pos x="connsiteX11686" y="connsiteY11686"/>
                </a:cxn>
                <a:cxn ang="0">
                  <a:pos x="connsiteX11687" y="connsiteY11687"/>
                </a:cxn>
                <a:cxn ang="0">
                  <a:pos x="connsiteX11688" y="connsiteY11688"/>
                </a:cxn>
                <a:cxn ang="0">
                  <a:pos x="connsiteX11689" y="connsiteY11689"/>
                </a:cxn>
                <a:cxn ang="0">
                  <a:pos x="connsiteX11690" y="connsiteY11690"/>
                </a:cxn>
                <a:cxn ang="0">
                  <a:pos x="connsiteX11691" y="connsiteY11691"/>
                </a:cxn>
                <a:cxn ang="0">
                  <a:pos x="connsiteX11692" y="connsiteY11692"/>
                </a:cxn>
                <a:cxn ang="0">
                  <a:pos x="connsiteX11693" y="connsiteY11693"/>
                </a:cxn>
                <a:cxn ang="0">
                  <a:pos x="connsiteX11694" y="connsiteY11694"/>
                </a:cxn>
                <a:cxn ang="0">
                  <a:pos x="connsiteX11695" y="connsiteY11695"/>
                </a:cxn>
                <a:cxn ang="0">
                  <a:pos x="connsiteX11696" y="connsiteY11696"/>
                </a:cxn>
                <a:cxn ang="0">
                  <a:pos x="connsiteX11697" y="connsiteY11697"/>
                </a:cxn>
                <a:cxn ang="0">
                  <a:pos x="connsiteX11698" y="connsiteY11698"/>
                </a:cxn>
                <a:cxn ang="0">
                  <a:pos x="connsiteX11699" y="connsiteY11699"/>
                </a:cxn>
                <a:cxn ang="0">
                  <a:pos x="connsiteX11700" y="connsiteY11700"/>
                </a:cxn>
                <a:cxn ang="0">
                  <a:pos x="connsiteX11701" y="connsiteY11701"/>
                </a:cxn>
                <a:cxn ang="0">
                  <a:pos x="connsiteX11702" y="connsiteY11702"/>
                </a:cxn>
                <a:cxn ang="0">
                  <a:pos x="connsiteX11703" y="connsiteY11703"/>
                </a:cxn>
                <a:cxn ang="0">
                  <a:pos x="connsiteX11704" y="connsiteY11704"/>
                </a:cxn>
                <a:cxn ang="0">
                  <a:pos x="connsiteX11705" y="connsiteY11705"/>
                </a:cxn>
                <a:cxn ang="0">
                  <a:pos x="connsiteX11706" y="connsiteY11706"/>
                </a:cxn>
                <a:cxn ang="0">
                  <a:pos x="connsiteX11707" y="connsiteY11707"/>
                </a:cxn>
                <a:cxn ang="0">
                  <a:pos x="connsiteX11708" y="connsiteY11708"/>
                </a:cxn>
                <a:cxn ang="0">
                  <a:pos x="connsiteX11709" y="connsiteY11709"/>
                </a:cxn>
                <a:cxn ang="0">
                  <a:pos x="connsiteX11710" y="connsiteY11710"/>
                </a:cxn>
                <a:cxn ang="0">
                  <a:pos x="connsiteX11711" y="connsiteY11711"/>
                </a:cxn>
                <a:cxn ang="0">
                  <a:pos x="connsiteX11712" y="connsiteY11712"/>
                </a:cxn>
                <a:cxn ang="0">
                  <a:pos x="connsiteX11713" y="connsiteY11713"/>
                </a:cxn>
                <a:cxn ang="0">
                  <a:pos x="connsiteX11714" y="connsiteY11714"/>
                </a:cxn>
                <a:cxn ang="0">
                  <a:pos x="connsiteX11715" y="connsiteY11715"/>
                </a:cxn>
                <a:cxn ang="0">
                  <a:pos x="connsiteX11716" y="connsiteY11716"/>
                </a:cxn>
                <a:cxn ang="0">
                  <a:pos x="connsiteX11717" y="connsiteY11717"/>
                </a:cxn>
                <a:cxn ang="0">
                  <a:pos x="connsiteX11718" y="connsiteY11718"/>
                </a:cxn>
                <a:cxn ang="0">
                  <a:pos x="connsiteX11719" y="connsiteY11719"/>
                </a:cxn>
                <a:cxn ang="0">
                  <a:pos x="connsiteX11720" y="connsiteY11720"/>
                </a:cxn>
                <a:cxn ang="0">
                  <a:pos x="connsiteX11721" y="connsiteY11721"/>
                </a:cxn>
                <a:cxn ang="0">
                  <a:pos x="connsiteX11722" y="connsiteY11722"/>
                </a:cxn>
                <a:cxn ang="0">
                  <a:pos x="connsiteX11723" y="connsiteY11723"/>
                </a:cxn>
                <a:cxn ang="0">
                  <a:pos x="connsiteX11724" y="connsiteY11724"/>
                </a:cxn>
                <a:cxn ang="0">
                  <a:pos x="connsiteX11725" y="connsiteY11725"/>
                </a:cxn>
                <a:cxn ang="0">
                  <a:pos x="connsiteX11726" y="connsiteY11726"/>
                </a:cxn>
                <a:cxn ang="0">
                  <a:pos x="connsiteX11727" y="connsiteY11727"/>
                </a:cxn>
                <a:cxn ang="0">
                  <a:pos x="connsiteX11728" y="connsiteY11728"/>
                </a:cxn>
                <a:cxn ang="0">
                  <a:pos x="connsiteX11729" y="connsiteY11729"/>
                </a:cxn>
                <a:cxn ang="0">
                  <a:pos x="connsiteX11730" y="connsiteY11730"/>
                </a:cxn>
                <a:cxn ang="0">
                  <a:pos x="connsiteX11731" y="connsiteY11731"/>
                </a:cxn>
                <a:cxn ang="0">
                  <a:pos x="connsiteX11732" y="connsiteY11732"/>
                </a:cxn>
                <a:cxn ang="0">
                  <a:pos x="connsiteX11733" y="connsiteY11733"/>
                </a:cxn>
                <a:cxn ang="0">
                  <a:pos x="connsiteX11734" y="connsiteY11734"/>
                </a:cxn>
                <a:cxn ang="0">
                  <a:pos x="connsiteX11735" y="connsiteY11735"/>
                </a:cxn>
                <a:cxn ang="0">
                  <a:pos x="connsiteX11736" y="connsiteY11736"/>
                </a:cxn>
                <a:cxn ang="0">
                  <a:pos x="connsiteX11737" y="connsiteY11737"/>
                </a:cxn>
                <a:cxn ang="0">
                  <a:pos x="connsiteX11738" y="connsiteY11738"/>
                </a:cxn>
                <a:cxn ang="0">
                  <a:pos x="connsiteX11739" y="connsiteY11739"/>
                </a:cxn>
                <a:cxn ang="0">
                  <a:pos x="connsiteX11740" y="connsiteY11740"/>
                </a:cxn>
                <a:cxn ang="0">
                  <a:pos x="connsiteX11741" y="connsiteY11741"/>
                </a:cxn>
                <a:cxn ang="0">
                  <a:pos x="connsiteX11742" y="connsiteY11742"/>
                </a:cxn>
                <a:cxn ang="0">
                  <a:pos x="connsiteX11743" y="connsiteY11743"/>
                </a:cxn>
                <a:cxn ang="0">
                  <a:pos x="connsiteX11744" y="connsiteY11744"/>
                </a:cxn>
                <a:cxn ang="0">
                  <a:pos x="connsiteX11745" y="connsiteY11745"/>
                </a:cxn>
                <a:cxn ang="0">
                  <a:pos x="connsiteX11746" y="connsiteY11746"/>
                </a:cxn>
                <a:cxn ang="0">
                  <a:pos x="connsiteX11747" y="connsiteY11747"/>
                </a:cxn>
                <a:cxn ang="0">
                  <a:pos x="connsiteX11748" y="connsiteY11748"/>
                </a:cxn>
                <a:cxn ang="0">
                  <a:pos x="connsiteX11749" y="connsiteY11749"/>
                </a:cxn>
                <a:cxn ang="0">
                  <a:pos x="connsiteX11750" y="connsiteY11750"/>
                </a:cxn>
                <a:cxn ang="0">
                  <a:pos x="connsiteX11751" y="connsiteY11751"/>
                </a:cxn>
                <a:cxn ang="0">
                  <a:pos x="connsiteX11752" y="connsiteY11752"/>
                </a:cxn>
                <a:cxn ang="0">
                  <a:pos x="connsiteX11753" y="connsiteY11753"/>
                </a:cxn>
                <a:cxn ang="0">
                  <a:pos x="connsiteX11754" y="connsiteY11754"/>
                </a:cxn>
                <a:cxn ang="0">
                  <a:pos x="connsiteX11755" y="connsiteY11755"/>
                </a:cxn>
                <a:cxn ang="0">
                  <a:pos x="connsiteX11756" y="connsiteY11756"/>
                </a:cxn>
                <a:cxn ang="0">
                  <a:pos x="connsiteX11757" y="connsiteY11757"/>
                </a:cxn>
                <a:cxn ang="0">
                  <a:pos x="connsiteX11758" y="connsiteY11758"/>
                </a:cxn>
                <a:cxn ang="0">
                  <a:pos x="connsiteX11759" y="connsiteY11759"/>
                </a:cxn>
                <a:cxn ang="0">
                  <a:pos x="connsiteX11760" y="connsiteY11760"/>
                </a:cxn>
                <a:cxn ang="0">
                  <a:pos x="connsiteX11761" y="connsiteY11761"/>
                </a:cxn>
                <a:cxn ang="0">
                  <a:pos x="connsiteX11762" y="connsiteY11762"/>
                </a:cxn>
                <a:cxn ang="0">
                  <a:pos x="connsiteX11763" y="connsiteY11763"/>
                </a:cxn>
                <a:cxn ang="0">
                  <a:pos x="connsiteX11764" y="connsiteY11764"/>
                </a:cxn>
                <a:cxn ang="0">
                  <a:pos x="connsiteX11765" y="connsiteY11765"/>
                </a:cxn>
                <a:cxn ang="0">
                  <a:pos x="connsiteX11766" y="connsiteY11766"/>
                </a:cxn>
                <a:cxn ang="0">
                  <a:pos x="connsiteX11767" y="connsiteY11767"/>
                </a:cxn>
                <a:cxn ang="0">
                  <a:pos x="connsiteX11768" y="connsiteY11768"/>
                </a:cxn>
                <a:cxn ang="0">
                  <a:pos x="connsiteX11769" y="connsiteY11769"/>
                </a:cxn>
                <a:cxn ang="0">
                  <a:pos x="connsiteX11770" y="connsiteY11770"/>
                </a:cxn>
                <a:cxn ang="0">
                  <a:pos x="connsiteX11771" y="connsiteY11771"/>
                </a:cxn>
                <a:cxn ang="0">
                  <a:pos x="connsiteX11772" y="connsiteY11772"/>
                </a:cxn>
                <a:cxn ang="0">
                  <a:pos x="connsiteX11773" y="connsiteY11773"/>
                </a:cxn>
                <a:cxn ang="0">
                  <a:pos x="connsiteX11774" y="connsiteY11774"/>
                </a:cxn>
                <a:cxn ang="0">
                  <a:pos x="connsiteX11775" y="connsiteY11775"/>
                </a:cxn>
                <a:cxn ang="0">
                  <a:pos x="connsiteX11776" y="connsiteY11776"/>
                </a:cxn>
                <a:cxn ang="0">
                  <a:pos x="connsiteX11777" y="connsiteY11777"/>
                </a:cxn>
                <a:cxn ang="0">
                  <a:pos x="connsiteX11778" y="connsiteY11778"/>
                </a:cxn>
                <a:cxn ang="0">
                  <a:pos x="connsiteX11779" y="connsiteY11779"/>
                </a:cxn>
                <a:cxn ang="0">
                  <a:pos x="connsiteX11780" y="connsiteY11780"/>
                </a:cxn>
                <a:cxn ang="0">
                  <a:pos x="connsiteX11781" y="connsiteY11781"/>
                </a:cxn>
                <a:cxn ang="0">
                  <a:pos x="connsiteX11782" y="connsiteY11782"/>
                </a:cxn>
                <a:cxn ang="0">
                  <a:pos x="connsiteX11783" y="connsiteY11783"/>
                </a:cxn>
                <a:cxn ang="0">
                  <a:pos x="connsiteX11784" y="connsiteY11784"/>
                </a:cxn>
                <a:cxn ang="0">
                  <a:pos x="connsiteX11785" y="connsiteY11785"/>
                </a:cxn>
                <a:cxn ang="0">
                  <a:pos x="connsiteX11786" y="connsiteY11786"/>
                </a:cxn>
                <a:cxn ang="0">
                  <a:pos x="connsiteX11787" y="connsiteY11787"/>
                </a:cxn>
                <a:cxn ang="0">
                  <a:pos x="connsiteX11788" y="connsiteY11788"/>
                </a:cxn>
                <a:cxn ang="0">
                  <a:pos x="connsiteX11789" y="connsiteY11789"/>
                </a:cxn>
                <a:cxn ang="0">
                  <a:pos x="connsiteX11790" y="connsiteY11790"/>
                </a:cxn>
                <a:cxn ang="0">
                  <a:pos x="connsiteX11791" y="connsiteY11791"/>
                </a:cxn>
                <a:cxn ang="0">
                  <a:pos x="connsiteX11792" y="connsiteY11792"/>
                </a:cxn>
                <a:cxn ang="0">
                  <a:pos x="connsiteX11793" y="connsiteY11793"/>
                </a:cxn>
                <a:cxn ang="0">
                  <a:pos x="connsiteX11794" y="connsiteY11794"/>
                </a:cxn>
                <a:cxn ang="0">
                  <a:pos x="connsiteX11795" y="connsiteY11795"/>
                </a:cxn>
                <a:cxn ang="0">
                  <a:pos x="connsiteX11796" y="connsiteY11796"/>
                </a:cxn>
                <a:cxn ang="0">
                  <a:pos x="connsiteX11797" y="connsiteY11797"/>
                </a:cxn>
                <a:cxn ang="0">
                  <a:pos x="connsiteX11798" y="connsiteY11798"/>
                </a:cxn>
                <a:cxn ang="0">
                  <a:pos x="connsiteX11799" y="connsiteY11799"/>
                </a:cxn>
                <a:cxn ang="0">
                  <a:pos x="connsiteX11800" y="connsiteY11800"/>
                </a:cxn>
                <a:cxn ang="0">
                  <a:pos x="connsiteX11801" y="connsiteY11801"/>
                </a:cxn>
                <a:cxn ang="0">
                  <a:pos x="connsiteX11802" y="connsiteY11802"/>
                </a:cxn>
                <a:cxn ang="0">
                  <a:pos x="connsiteX11803" y="connsiteY11803"/>
                </a:cxn>
                <a:cxn ang="0">
                  <a:pos x="connsiteX11804" y="connsiteY11804"/>
                </a:cxn>
                <a:cxn ang="0">
                  <a:pos x="connsiteX11805" y="connsiteY11805"/>
                </a:cxn>
                <a:cxn ang="0">
                  <a:pos x="connsiteX11806" y="connsiteY11806"/>
                </a:cxn>
                <a:cxn ang="0">
                  <a:pos x="connsiteX11807" y="connsiteY11807"/>
                </a:cxn>
                <a:cxn ang="0">
                  <a:pos x="connsiteX11808" y="connsiteY11808"/>
                </a:cxn>
                <a:cxn ang="0">
                  <a:pos x="connsiteX11809" y="connsiteY11809"/>
                </a:cxn>
                <a:cxn ang="0">
                  <a:pos x="connsiteX11810" y="connsiteY11810"/>
                </a:cxn>
                <a:cxn ang="0">
                  <a:pos x="connsiteX11811" y="connsiteY11811"/>
                </a:cxn>
                <a:cxn ang="0">
                  <a:pos x="connsiteX11812" y="connsiteY11812"/>
                </a:cxn>
                <a:cxn ang="0">
                  <a:pos x="connsiteX11813" y="connsiteY11813"/>
                </a:cxn>
                <a:cxn ang="0">
                  <a:pos x="connsiteX11814" y="connsiteY11814"/>
                </a:cxn>
                <a:cxn ang="0">
                  <a:pos x="connsiteX11815" y="connsiteY11815"/>
                </a:cxn>
                <a:cxn ang="0">
                  <a:pos x="connsiteX11816" y="connsiteY11816"/>
                </a:cxn>
                <a:cxn ang="0">
                  <a:pos x="connsiteX11817" y="connsiteY11817"/>
                </a:cxn>
                <a:cxn ang="0">
                  <a:pos x="connsiteX11818" y="connsiteY11818"/>
                </a:cxn>
                <a:cxn ang="0">
                  <a:pos x="connsiteX11819" y="connsiteY11819"/>
                </a:cxn>
                <a:cxn ang="0">
                  <a:pos x="connsiteX11820" y="connsiteY11820"/>
                </a:cxn>
                <a:cxn ang="0">
                  <a:pos x="connsiteX11821" y="connsiteY11821"/>
                </a:cxn>
                <a:cxn ang="0">
                  <a:pos x="connsiteX11822" y="connsiteY11822"/>
                </a:cxn>
                <a:cxn ang="0">
                  <a:pos x="connsiteX11823" y="connsiteY11823"/>
                </a:cxn>
                <a:cxn ang="0">
                  <a:pos x="connsiteX11824" y="connsiteY11824"/>
                </a:cxn>
                <a:cxn ang="0">
                  <a:pos x="connsiteX11825" y="connsiteY11825"/>
                </a:cxn>
                <a:cxn ang="0">
                  <a:pos x="connsiteX11826" y="connsiteY11826"/>
                </a:cxn>
                <a:cxn ang="0">
                  <a:pos x="connsiteX11827" y="connsiteY11827"/>
                </a:cxn>
                <a:cxn ang="0">
                  <a:pos x="connsiteX11828" y="connsiteY11828"/>
                </a:cxn>
                <a:cxn ang="0">
                  <a:pos x="connsiteX11829" y="connsiteY11829"/>
                </a:cxn>
                <a:cxn ang="0">
                  <a:pos x="connsiteX11830" y="connsiteY11830"/>
                </a:cxn>
                <a:cxn ang="0">
                  <a:pos x="connsiteX11831" y="connsiteY11831"/>
                </a:cxn>
                <a:cxn ang="0">
                  <a:pos x="connsiteX11832" y="connsiteY11832"/>
                </a:cxn>
                <a:cxn ang="0">
                  <a:pos x="connsiteX11833" y="connsiteY11833"/>
                </a:cxn>
                <a:cxn ang="0">
                  <a:pos x="connsiteX11834" y="connsiteY11834"/>
                </a:cxn>
                <a:cxn ang="0">
                  <a:pos x="connsiteX11835" y="connsiteY11835"/>
                </a:cxn>
                <a:cxn ang="0">
                  <a:pos x="connsiteX11836" y="connsiteY11836"/>
                </a:cxn>
                <a:cxn ang="0">
                  <a:pos x="connsiteX11837" y="connsiteY11837"/>
                </a:cxn>
                <a:cxn ang="0">
                  <a:pos x="connsiteX11838" y="connsiteY11838"/>
                </a:cxn>
                <a:cxn ang="0">
                  <a:pos x="connsiteX11839" y="connsiteY11839"/>
                </a:cxn>
                <a:cxn ang="0">
                  <a:pos x="connsiteX11840" y="connsiteY11840"/>
                </a:cxn>
                <a:cxn ang="0">
                  <a:pos x="connsiteX11841" y="connsiteY11841"/>
                </a:cxn>
                <a:cxn ang="0">
                  <a:pos x="connsiteX11842" y="connsiteY11842"/>
                </a:cxn>
                <a:cxn ang="0">
                  <a:pos x="connsiteX11843" y="connsiteY11843"/>
                </a:cxn>
                <a:cxn ang="0">
                  <a:pos x="connsiteX11844" y="connsiteY11844"/>
                </a:cxn>
                <a:cxn ang="0">
                  <a:pos x="connsiteX11845" y="connsiteY11845"/>
                </a:cxn>
                <a:cxn ang="0">
                  <a:pos x="connsiteX11846" y="connsiteY11846"/>
                </a:cxn>
                <a:cxn ang="0">
                  <a:pos x="connsiteX11847" y="connsiteY11847"/>
                </a:cxn>
                <a:cxn ang="0">
                  <a:pos x="connsiteX11848" y="connsiteY11848"/>
                </a:cxn>
                <a:cxn ang="0">
                  <a:pos x="connsiteX11849" y="connsiteY11849"/>
                </a:cxn>
                <a:cxn ang="0">
                  <a:pos x="connsiteX11850" y="connsiteY11850"/>
                </a:cxn>
                <a:cxn ang="0">
                  <a:pos x="connsiteX11851" y="connsiteY11851"/>
                </a:cxn>
                <a:cxn ang="0">
                  <a:pos x="connsiteX11852" y="connsiteY11852"/>
                </a:cxn>
                <a:cxn ang="0">
                  <a:pos x="connsiteX11853" y="connsiteY11853"/>
                </a:cxn>
                <a:cxn ang="0">
                  <a:pos x="connsiteX11854" y="connsiteY11854"/>
                </a:cxn>
                <a:cxn ang="0">
                  <a:pos x="connsiteX11855" y="connsiteY11855"/>
                </a:cxn>
                <a:cxn ang="0">
                  <a:pos x="connsiteX11856" y="connsiteY11856"/>
                </a:cxn>
                <a:cxn ang="0">
                  <a:pos x="connsiteX11857" y="connsiteY11857"/>
                </a:cxn>
                <a:cxn ang="0">
                  <a:pos x="connsiteX11858" y="connsiteY11858"/>
                </a:cxn>
                <a:cxn ang="0">
                  <a:pos x="connsiteX11859" y="connsiteY11859"/>
                </a:cxn>
                <a:cxn ang="0">
                  <a:pos x="connsiteX11860" y="connsiteY11860"/>
                </a:cxn>
                <a:cxn ang="0">
                  <a:pos x="connsiteX11861" y="connsiteY11861"/>
                </a:cxn>
                <a:cxn ang="0">
                  <a:pos x="connsiteX11862" y="connsiteY11862"/>
                </a:cxn>
                <a:cxn ang="0">
                  <a:pos x="connsiteX11863" y="connsiteY11863"/>
                </a:cxn>
                <a:cxn ang="0">
                  <a:pos x="connsiteX11864" y="connsiteY11864"/>
                </a:cxn>
                <a:cxn ang="0">
                  <a:pos x="connsiteX11865" y="connsiteY11865"/>
                </a:cxn>
                <a:cxn ang="0">
                  <a:pos x="connsiteX11866" y="connsiteY11866"/>
                </a:cxn>
                <a:cxn ang="0">
                  <a:pos x="connsiteX11867" y="connsiteY11867"/>
                </a:cxn>
                <a:cxn ang="0">
                  <a:pos x="connsiteX11868" y="connsiteY11868"/>
                </a:cxn>
                <a:cxn ang="0">
                  <a:pos x="connsiteX11869" y="connsiteY11869"/>
                </a:cxn>
                <a:cxn ang="0">
                  <a:pos x="connsiteX11870" y="connsiteY11870"/>
                </a:cxn>
                <a:cxn ang="0">
                  <a:pos x="connsiteX11871" y="connsiteY11871"/>
                </a:cxn>
                <a:cxn ang="0">
                  <a:pos x="connsiteX11872" y="connsiteY11872"/>
                </a:cxn>
                <a:cxn ang="0">
                  <a:pos x="connsiteX11873" y="connsiteY11873"/>
                </a:cxn>
                <a:cxn ang="0">
                  <a:pos x="connsiteX11874" y="connsiteY11874"/>
                </a:cxn>
                <a:cxn ang="0">
                  <a:pos x="connsiteX11875" y="connsiteY11875"/>
                </a:cxn>
                <a:cxn ang="0">
                  <a:pos x="connsiteX11876" y="connsiteY11876"/>
                </a:cxn>
                <a:cxn ang="0">
                  <a:pos x="connsiteX11877" y="connsiteY11877"/>
                </a:cxn>
                <a:cxn ang="0">
                  <a:pos x="connsiteX11878" y="connsiteY11878"/>
                </a:cxn>
                <a:cxn ang="0">
                  <a:pos x="connsiteX11879" y="connsiteY11879"/>
                </a:cxn>
                <a:cxn ang="0">
                  <a:pos x="connsiteX11880" y="connsiteY11880"/>
                </a:cxn>
                <a:cxn ang="0">
                  <a:pos x="connsiteX11881" y="connsiteY11881"/>
                </a:cxn>
                <a:cxn ang="0">
                  <a:pos x="connsiteX11882" y="connsiteY11882"/>
                </a:cxn>
                <a:cxn ang="0">
                  <a:pos x="connsiteX11883" y="connsiteY11883"/>
                </a:cxn>
                <a:cxn ang="0">
                  <a:pos x="connsiteX11884" y="connsiteY11884"/>
                </a:cxn>
                <a:cxn ang="0">
                  <a:pos x="connsiteX11885" y="connsiteY11885"/>
                </a:cxn>
                <a:cxn ang="0">
                  <a:pos x="connsiteX11886" y="connsiteY11886"/>
                </a:cxn>
                <a:cxn ang="0">
                  <a:pos x="connsiteX11887" y="connsiteY11887"/>
                </a:cxn>
                <a:cxn ang="0">
                  <a:pos x="connsiteX11888" y="connsiteY11888"/>
                </a:cxn>
                <a:cxn ang="0">
                  <a:pos x="connsiteX11889" y="connsiteY11889"/>
                </a:cxn>
                <a:cxn ang="0">
                  <a:pos x="connsiteX11890" y="connsiteY11890"/>
                </a:cxn>
                <a:cxn ang="0">
                  <a:pos x="connsiteX11891" y="connsiteY11891"/>
                </a:cxn>
                <a:cxn ang="0">
                  <a:pos x="connsiteX11892" y="connsiteY11892"/>
                </a:cxn>
                <a:cxn ang="0">
                  <a:pos x="connsiteX11893" y="connsiteY11893"/>
                </a:cxn>
                <a:cxn ang="0">
                  <a:pos x="connsiteX11894" y="connsiteY11894"/>
                </a:cxn>
                <a:cxn ang="0">
                  <a:pos x="connsiteX11895" y="connsiteY11895"/>
                </a:cxn>
                <a:cxn ang="0">
                  <a:pos x="connsiteX11896" y="connsiteY11896"/>
                </a:cxn>
                <a:cxn ang="0">
                  <a:pos x="connsiteX11897" y="connsiteY11897"/>
                </a:cxn>
                <a:cxn ang="0">
                  <a:pos x="connsiteX11898" y="connsiteY11898"/>
                </a:cxn>
                <a:cxn ang="0">
                  <a:pos x="connsiteX11899" y="connsiteY11899"/>
                </a:cxn>
                <a:cxn ang="0">
                  <a:pos x="connsiteX11900" y="connsiteY11900"/>
                </a:cxn>
                <a:cxn ang="0">
                  <a:pos x="connsiteX11901" y="connsiteY11901"/>
                </a:cxn>
                <a:cxn ang="0">
                  <a:pos x="connsiteX11902" y="connsiteY11902"/>
                </a:cxn>
                <a:cxn ang="0">
                  <a:pos x="connsiteX11903" y="connsiteY11903"/>
                </a:cxn>
                <a:cxn ang="0">
                  <a:pos x="connsiteX11904" y="connsiteY11904"/>
                </a:cxn>
                <a:cxn ang="0">
                  <a:pos x="connsiteX11905" y="connsiteY11905"/>
                </a:cxn>
                <a:cxn ang="0">
                  <a:pos x="connsiteX11906" y="connsiteY11906"/>
                </a:cxn>
                <a:cxn ang="0">
                  <a:pos x="connsiteX11907" y="connsiteY11907"/>
                </a:cxn>
                <a:cxn ang="0">
                  <a:pos x="connsiteX11908" y="connsiteY11908"/>
                </a:cxn>
                <a:cxn ang="0">
                  <a:pos x="connsiteX11909" y="connsiteY11909"/>
                </a:cxn>
                <a:cxn ang="0">
                  <a:pos x="connsiteX11910" y="connsiteY11910"/>
                </a:cxn>
                <a:cxn ang="0">
                  <a:pos x="connsiteX11911" y="connsiteY11911"/>
                </a:cxn>
                <a:cxn ang="0">
                  <a:pos x="connsiteX11912" y="connsiteY11912"/>
                </a:cxn>
                <a:cxn ang="0">
                  <a:pos x="connsiteX11913" y="connsiteY11913"/>
                </a:cxn>
                <a:cxn ang="0">
                  <a:pos x="connsiteX11914" y="connsiteY11914"/>
                </a:cxn>
                <a:cxn ang="0">
                  <a:pos x="connsiteX11915" y="connsiteY11915"/>
                </a:cxn>
                <a:cxn ang="0">
                  <a:pos x="connsiteX11916" y="connsiteY11916"/>
                </a:cxn>
                <a:cxn ang="0">
                  <a:pos x="connsiteX11917" y="connsiteY11917"/>
                </a:cxn>
                <a:cxn ang="0">
                  <a:pos x="connsiteX11918" y="connsiteY11918"/>
                </a:cxn>
                <a:cxn ang="0">
                  <a:pos x="connsiteX11919" y="connsiteY11919"/>
                </a:cxn>
                <a:cxn ang="0">
                  <a:pos x="connsiteX11920" y="connsiteY11920"/>
                </a:cxn>
                <a:cxn ang="0">
                  <a:pos x="connsiteX11921" y="connsiteY11921"/>
                </a:cxn>
                <a:cxn ang="0">
                  <a:pos x="connsiteX11922" y="connsiteY11922"/>
                </a:cxn>
                <a:cxn ang="0">
                  <a:pos x="connsiteX11923" y="connsiteY11923"/>
                </a:cxn>
                <a:cxn ang="0">
                  <a:pos x="connsiteX11924" y="connsiteY11924"/>
                </a:cxn>
                <a:cxn ang="0">
                  <a:pos x="connsiteX11925" y="connsiteY11925"/>
                </a:cxn>
                <a:cxn ang="0">
                  <a:pos x="connsiteX11926" y="connsiteY11926"/>
                </a:cxn>
                <a:cxn ang="0">
                  <a:pos x="connsiteX11927" y="connsiteY11927"/>
                </a:cxn>
                <a:cxn ang="0">
                  <a:pos x="connsiteX11928" y="connsiteY11928"/>
                </a:cxn>
                <a:cxn ang="0">
                  <a:pos x="connsiteX11929" y="connsiteY11929"/>
                </a:cxn>
                <a:cxn ang="0">
                  <a:pos x="connsiteX11930" y="connsiteY11930"/>
                </a:cxn>
                <a:cxn ang="0">
                  <a:pos x="connsiteX11931" y="connsiteY11931"/>
                </a:cxn>
                <a:cxn ang="0">
                  <a:pos x="connsiteX11932" y="connsiteY11932"/>
                </a:cxn>
                <a:cxn ang="0">
                  <a:pos x="connsiteX11933" y="connsiteY11933"/>
                </a:cxn>
                <a:cxn ang="0">
                  <a:pos x="connsiteX11934" y="connsiteY11934"/>
                </a:cxn>
                <a:cxn ang="0">
                  <a:pos x="connsiteX11935" y="connsiteY11935"/>
                </a:cxn>
                <a:cxn ang="0">
                  <a:pos x="connsiteX11936" y="connsiteY11936"/>
                </a:cxn>
                <a:cxn ang="0">
                  <a:pos x="connsiteX11937" y="connsiteY11937"/>
                </a:cxn>
                <a:cxn ang="0">
                  <a:pos x="connsiteX11938" y="connsiteY11938"/>
                </a:cxn>
                <a:cxn ang="0">
                  <a:pos x="connsiteX11939" y="connsiteY11939"/>
                </a:cxn>
                <a:cxn ang="0">
                  <a:pos x="connsiteX11940" y="connsiteY11940"/>
                </a:cxn>
                <a:cxn ang="0">
                  <a:pos x="connsiteX11941" y="connsiteY11941"/>
                </a:cxn>
                <a:cxn ang="0">
                  <a:pos x="connsiteX11942" y="connsiteY11942"/>
                </a:cxn>
                <a:cxn ang="0">
                  <a:pos x="connsiteX11943" y="connsiteY11943"/>
                </a:cxn>
                <a:cxn ang="0">
                  <a:pos x="connsiteX11944" y="connsiteY11944"/>
                </a:cxn>
                <a:cxn ang="0">
                  <a:pos x="connsiteX11945" y="connsiteY11945"/>
                </a:cxn>
                <a:cxn ang="0">
                  <a:pos x="connsiteX11946" y="connsiteY11946"/>
                </a:cxn>
                <a:cxn ang="0">
                  <a:pos x="connsiteX11947" y="connsiteY11947"/>
                </a:cxn>
                <a:cxn ang="0">
                  <a:pos x="connsiteX11948" y="connsiteY11948"/>
                </a:cxn>
                <a:cxn ang="0">
                  <a:pos x="connsiteX11949" y="connsiteY11949"/>
                </a:cxn>
                <a:cxn ang="0">
                  <a:pos x="connsiteX11950" y="connsiteY11950"/>
                </a:cxn>
                <a:cxn ang="0">
                  <a:pos x="connsiteX11951" y="connsiteY11951"/>
                </a:cxn>
                <a:cxn ang="0">
                  <a:pos x="connsiteX11952" y="connsiteY11952"/>
                </a:cxn>
                <a:cxn ang="0">
                  <a:pos x="connsiteX11953" y="connsiteY11953"/>
                </a:cxn>
                <a:cxn ang="0">
                  <a:pos x="connsiteX11954" y="connsiteY11954"/>
                </a:cxn>
                <a:cxn ang="0">
                  <a:pos x="connsiteX11955" y="connsiteY11955"/>
                </a:cxn>
                <a:cxn ang="0">
                  <a:pos x="connsiteX11956" y="connsiteY11956"/>
                </a:cxn>
                <a:cxn ang="0">
                  <a:pos x="connsiteX11957" y="connsiteY11957"/>
                </a:cxn>
                <a:cxn ang="0">
                  <a:pos x="connsiteX11958" y="connsiteY11958"/>
                </a:cxn>
                <a:cxn ang="0">
                  <a:pos x="connsiteX11959" y="connsiteY11959"/>
                </a:cxn>
                <a:cxn ang="0">
                  <a:pos x="connsiteX11960" y="connsiteY11960"/>
                </a:cxn>
                <a:cxn ang="0">
                  <a:pos x="connsiteX11961" y="connsiteY11961"/>
                </a:cxn>
                <a:cxn ang="0">
                  <a:pos x="connsiteX11962" y="connsiteY11962"/>
                </a:cxn>
                <a:cxn ang="0">
                  <a:pos x="connsiteX11963" y="connsiteY11963"/>
                </a:cxn>
                <a:cxn ang="0">
                  <a:pos x="connsiteX11964" y="connsiteY11964"/>
                </a:cxn>
                <a:cxn ang="0">
                  <a:pos x="connsiteX11965" y="connsiteY11965"/>
                </a:cxn>
                <a:cxn ang="0">
                  <a:pos x="connsiteX11966" y="connsiteY11966"/>
                </a:cxn>
                <a:cxn ang="0">
                  <a:pos x="connsiteX11967" y="connsiteY11967"/>
                </a:cxn>
                <a:cxn ang="0">
                  <a:pos x="connsiteX11968" y="connsiteY11968"/>
                </a:cxn>
                <a:cxn ang="0">
                  <a:pos x="connsiteX11969" y="connsiteY11969"/>
                </a:cxn>
                <a:cxn ang="0">
                  <a:pos x="connsiteX11970" y="connsiteY11970"/>
                </a:cxn>
                <a:cxn ang="0">
                  <a:pos x="connsiteX11971" y="connsiteY11971"/>
                </a:cxn>
                <a:cxn ang="0">
                  <a:pos x="connsiteX11972" y="connsiteY11972"/>
                </a:cxn>
                <a:cxn ang="0">
                  <a:pos x="connsiteX11973" y="connsiteY11973"/>
                </a:cxn>
                <a:cxn ang="0">
                  <a:pos x="connsiteX11974" y="connsiteY11974"/>
                </a:cxn>
                <a:cxn ang="0">
                  <a:pos x="connsiteX11975" y="connsiteY11975"/>
                </a:cxn>
                <a:cxn ang="0">
                  <a:pos x="connsiteX11976" y="connsiteY11976"/>
                </a:cxn>
                <a:cxn ang="0">
                  <a:pos x="connsiteX11977" y="connsiteY11977"/>
                </a:cxn>
                <a:cxn ang="0">
                  <a:pos x="connsiteX11978" y="connsiteY11978"/>
                </a:cxn>
                <a:cxn ang="0">
                  <a:pos x="connsiteX11979" y="connsiteY11979"/>
                </a:cxn>
                <a:cxn ang="0">
                  <a:pos x="connsiteX11980" y="connsiteY11980"/>
                </a:cxn>
                <a:cxn ang="0">
                  <a:pos x="connsiteX11981" y="connsiteY11981"/>
                </a:cxn>
                <a:cxn ang="0">
                  <a:pos x="connsiteX11982" y="connsiteY11982"/>
                </a:cxn>
                <a:cxn ang="0">
                  <a:pos x="connsiteX11983" y="connsiteY11983"/>
                </a:cxn>
                <a:cxn ang="0">
                  <a:pos x="connsiteX11984" y="connsiteY11984"/>
                </a:cxn>
                <a:cxn ang="0">
                  <a:pos x="connsiteX11985" y="connsiteY11985"/>
                </a:cxn>
                <a:cxn ang="0">
                  <a:pos x="connsiteX11986" y="connsiteY11986"/>
                </a:cxn>
                <a:cxn ang="0">
                  <a:pos x="connsiteX11987" y="connsiteY11987"/>
                </a:cxn>
                <a:cxn ang="0">
                  <a:pos x="connsiteX11988" y="connsiteY11988"/>
                </a:cxn>
                <a:cxn ang="0">
                  <a:pos x="connsiteX11989" y="connsiteY11989"/>
                </a:cxn>
                <a:cxn ang="0">
                  <a:pos x="connsiteX11990" y="connsiteY11990"/>
                </a:cxn>
                <a:cxn ang="0">
                  <a:pos x="connsiteX11991" y="connsiteY11991"/>
                </a:cxn>
                <a:cxn ang="0">
                  <a:pos x="connsiteX11992" y="connsiteY11992"/>
                </a:cxn>
                <a:cxn ang="0">
                  <a:pos x="connsiteX11993" y="connsiteY11993"/>
                </a:cxn>
                <a:cxn ang="0">
                  <a:pos x="connsiteX11994" y="connsiteY11994"/>
                </a:cxn>
                <a:cxn ang="0">
                  <a:pos x="connsiteX11995" y="connsiteY11995"/>
                </a:cxn>
                <a:cxn ang="0">
                  <a:pos x="connsiteX11996" y="connsiteY11996"/>
                </a:cxn>
                <a:cxn ang="0">
                  <a:pos x="connsiteX11997" y="connsiteY11997"/>
                </a:cxn>
                <a:cxn ang="0">
                  <a:pos x="connsiteX11998" y="connsiteY11998"/>
                </a:cxn>
                <a:cxn ang="0">
                  <a:pos x="connsiteX11999" y="connsiteY11999"/>
                </a:cxn>
                <a:cxn ang="0">
                  <a:pos x="connsiteX12000" y="connsiteY12000"/>
                </a:cxn>
                <a:cxn ang="0">
                  <a:pos x="connsiteX12001" y="connsiteY12001"/>
                </a:cxn>
                <a:cxn ang="0">
                  <a:pos x="connsiteX12002" y="connsiteY12002"/>
                </a:cxn>
                <a:cxn ang="0">
                  <a:pos x="connsiteX12003" y="connsiteY12003"/>
                </a:cxn>
                <a:cxn ang="0">
                  <a:pos x="connsiteX12004" y="connsiteY12004"/>
                </a:cxn>
                <a:cxn ang="0">
                  <a:pos x="connsiteX12005" y="connsiteY12005"/>
                </a:cxn>
                <a:cxn ang="0">
                  <a:pos x="connsiteX12006" y="connsiteY12006"/>
                </a:cxn>
                <a:cxn ang="0">
                  <a:pos x="connsiteX12007" y="connsiteY12007"/>
                </a:cxn>
                <a:cxn ang="0">
                  <a:pos x="connsiteX12008" y="connsiteY12008"/>
                </a:cxn>
                <a:cxn ang="0">
                  <a:pos x="connsiteX12009" y="connsiteY12009"/>
                </a:cxn>
                <a:cxn ang="0">
                  <a:pos x="connsiteX12010" y="connsiteY12010"/>
                </a:cxn>
                <a:cxn ang="0">
                  <a:pos x="connsiteX12011" y="connsiteY12011"/>
                </a:cxn>
                <a:cxn ang="0">
                  <a:pos x="connsiteX12012" y="connsiteY12012"/>
                </a:cxn>
                <a:cxn ang="0">
                  <a:pos x="connsiteX12013" y="connsiteY12013"/>
                </a:cxn>
                <a:cxn ang="0">
                  <a:pos x="connsiteX12014" y="connsiteY12014"/>
                </a:cxn>
                <a:cxn ang="0">
                  <a:pos x="connsiteX12015" y="connsiteY12015"/>
                </a:cxn>
                <a:cxn ang="0">
                  <a:pos x="connsiteX12016" y="connsiteY12016"/>
                </a:cxn>
                <a:cxn ang="0">
                  <a:pos x="connsiteX12017" y="connsiteY12017"/>
                </a:cxn>
                <a:cxn ang="0">
                  <a:pos x="connsiteX12018" y="connsiteY12018"/>
                </a:cxn>
                <a:cxn ang="0">
                  <a:pos x="connsiteX12019" y="connsiteY12019"/>
                </a:cxn>
                <a:cxn ang="0">
                  <a:pos x="connsiteX12020" y="connsiteY12020"/>
                </a:cxn>
                <a:cxn ang="0">
                  <a:pos x="connsiteX12021" y="connsiteY12021"/>
                </a:cxn>
                <a:cxn ang="0">
                  <a:pos x="connsiteX12022" y="connsiteY12022"/>
                </a:cxn>
                <a:cxn ang="0">
                  <a:pos x="connsiteX12023" y="connsiteY12023"/>
                </a:cxn>
                <a:cxn ang="0">
                  <a:pos x="connsiteX12024" y="connsiteY12024"/>
                </a:cxn>
                <a:cxn ang="0">
                  <a:pos x="connsiteX12025" y="connsiteY12025"/>
                </a:cxn>
                <a:cxn ang="0">
                  <a:pos x="connsiteX12026" y="connsiteY12026"/>
                </a:cxn>
                <a:cxn ang="0">
                  <a:pos x="connsiteX12027" y="connsiteY12027"/>
                </a:cxn>
                <a:cxn ang="0">
                  <a:pos x="connsiteX12028" y="connsiteY12028"/>
                </a:cxn>
                <a:cxn ang="0">
                  <a:pos x="connsiteX12029" y="connsiteY12029"/>
                </a:cxn>
                <a:cxn ang="0">
                  <a:pos x="connsiteX12030" y="connsiteY12030"/>
                </a:cxn>
                <a:cxn ang="0">
                  <a:pos x="connsiteX12031" y="connsiteY12031"/>
                </a:cxn>
                <a:cxn ang="0">
                  <a:pos x="connsiteX12032" y="connsiteY12032"/>
                </a:cxn>
                <a:cxn ang="0">
                  <a:pos x="connsiteX12033" y="connsiteY12033"/>
                </a:cxn>
                <a:cxn ang="0">
                  <a:pos x="connsiteX12034" y="connsiteY12034"/>
                </a:cxn>
                <a:cxn ang="0">
                  <a:pos x="connsiteX12035" y="connsiteY12035"/>
                </a:cxn>
                <a:cxn ang="0">
                  <a:pos x="connsiteX12036" y="connsiteY12036"/>
                </a:cxn>
                <a:cxn ang="0">
                  <a:pos x="connsiteX12037" y="connsiteY12037"/>
                </a:cxn>
                <a:cxn ang="0">
                  <a:pos x="connsiteX12038" y="connsiteY12038"/>
                </a:cxn>
                <a:cxn ang="0">
                  <a:pos x="connsiteX12039" y="connsiteY12039"/>
                </a:cxn>
                <a:cxn ang="0">
                  <a:pos x="connsiteX12040" y="connsiteY12040"/>
                </a:cxn>
                <a:cxn ang="0">
                  <a:pos x="connsiteX12041" y="connsiteY12041"/>
                </a:cxn>
                <a:cxn ang="0">
                  <a:pos x="connsiteX12042" y="connsiteY12042"/>
                </a:cxn>
                <a:cxn ang="0">
                  <a:pos x="connsiteX12043" y="connsiteY12043"/>
                </a:cxn>
                <a:cxn ang="0">
                  <a:pos x="connsiteX12044" y="connsiteY12044"/>
                </a:cxn>
                <a:cxn ang="0">
                  <a:pos x="connsiteX12045" y="connsiteY12045"/>
                </a:cxn>
                <a:cxn ang="0">
                  <a:pos x="connsiteX12046" y="connsiteY12046"/>
                </a:cxn>
                <a:cxn ang="0">
                  <a:pos x="connsiteX12047" y="connsiteY12047"/>
                </a:cxn>
                <a:cxn ang="0">
                  <a:pos x="connsiteX12048" y="connsiteY12048"/>
                </a:cxn>
                <a:cxn ang="0">
                  <a:pos x="connsiteX12049" y="connsiteY12049"/>
                </a:cxn>
                <a:cxn ang="0">
                  <a:pos x="connsiteX12050" y="connsiteY12050"/>
                </a:cxn>
                <a:cxn ang="0">
                  <a:pos x="connsiteX12051" y="connsiteY12051"/>
                </a:cxn>
                <a:cxn ang="0">
                  <a:pos x="connsiteX12052" y="connsiteY12052"/>
                </a:cxn>
                <a:cxn ang="0">
                  <a:pos x="connsiteX12053" y="connsiteY12053"/>
                </a:cxn>
                <a:cxn ang="0">
                  <a:pos x="connsiteX12054" y="connsiteY12054"/>
                </a:cxn>
                <a:cxn ang="0">
                  <a:pos x="connsiteX12055" y="connsiteY12055"/>
                </a:cxn>
                <a:cxn ang="0">
                  <a:pos x="connsiteX12056" y="connsiteY12056"/>
                </a:cxn>
                <a:cxn ang="0">
                  <a:pos x="connsiteX12057" y="connsiteY12057"/>
                </a:cxn>
                <a:cxn ang="0">
                  <a:pos x="connsiteX12058" y="connsiteY12058"/>
                </a:cxn>
                <a:cxn ang="0">
                  <a:pos x="connsiteX12059" y="connsiteY12059"/>
                </a:cxn>
                <a:cxn ang="0">
                  <a:pos x="connsiteX12060" y="connsiteY12060"/>
                </a:cxn>
                <a:cxn ang="0">
                  <a:pos x="connsiteX12061" y="connsiteY12061"/>
                </a:cxn>
                <a:cxn ang="0">
                  <a:pos x="connsiteX12062" y="connsiteY12062"/>
                </a:cxn>
                <a:cxn ang="0">
                  <a:pos x="connsiteX12063" y="connsiteY12063"/>
                </a:cxn>
                <a:cxn ang="0">
                  <a:pos x="connsiteX12064" y="connsiteY12064"/>
                </a:cxn>
                <a:cxn ang="0">
                  <a:pos x="connsiteX12065" y="connsiteY12065"/>
                </a:cxn>
                <a:cxn ang="0">
                  <a:pos x="connsiteX12066" y="connsiteY12066"/>
                </a:cxn>
                <a:cxn ang="0">
                  <a:pos x="connsiteX12067" y="connsiteY12067"/>
                </a:cxn>
                <a:cxn ang="0">
                  <a:pos x="connsiteX12068" y="connsiteY12068"/>
                </a:cxn>
                <a:cxn ang="0">
                  <a:pos x="connsiteX12069" y="connsiteY12069"/>
                </a:cxn>
                <a:cxn ang="0">
                  <a:pos x="connsiteX12070" y="connsiteY12070"/>
                </a:cxn>
                <a:cxn ang="0">
                  <a:pos x="connsiteX12071" y="connsiteY12071"/>
                </a:cxn>
                <a:cxn ang="0">
                  <a:pos x="connsiteX12072" y="connsiteY12072"/>
                </a:cxn>
                <a:cxn ang="0">
                  <a:pos x="connsiteX12073" y="connsiteY12073"/>
                </a:cxn>
                <a:cxn ang="0">
                  <a:pos x="connsiteX12074" y="connsiteY12074"/>
                </a:cxn>
                <a:cxn ang="0">
                  <a:pos x="connsiteX12075" y="connsiteY12075"/>
                </a:cxn>
                <a:cxn ang="0">
                  <a:pos x="connsiteX12076" y="connsiteY12076"/>
                </a:cxn>
                <a:cxn ang="0">
                  <a:pos x="connsiteX12077" y="connsiteY12077"/>
                </a:cxn>
                <a:cxn ang="0">
                  <a:pos x="connsiteX12078" y="connsiteY12078"/>
                </a:cxn>
                <a:cxn ang="0">
                  <a:pos x="connsiteX12079" y="connsiteY12079"/>
                </a:cxn>
                <a:cxn ang="0">
                  <a:pos x="connsiteX12080" y="connsiteY12080"/>
                </a:cxn>
                <a:cxn ang="0">
                  <a:pos x="connsiteX12081" y="connsiteY12081"/>
                </a:cxn>
                <a:cxn ang="0">
                  <a:pos x="connsiteX12082" y="connsiteY12082"/>
                </a:cxn>
                <a:cxn ang="0">
                  <a:pos x="connsiteX12083" y="connsiteY12083"/>
                </a:cxn>
                <a:cxn ang="0">
                  <a:pos x="connsiteX12084" y="connsiteY12084"/>
                </a:cxn>
                <a:cxn ang="0">
                  <a:pos x="connsiteX12085" y="connsiteY12085"/>
                </a:cxn>
                <a:cxn ang="0">
                  <a:pos x="connsiteX12086" y="connsiteY12086"/>
                </a:cxn>
                <a:cxn ang="0">
                  <a:pos x="connsiteX12087" y="connsiteY12087"/>
                </a:cxn>
                <a:cxn ang="0">
                  <a:pos x="connsiteX12088" y="connsiteY12088"/>
                </a:cxn>
                <a:cxn ang="0">
                  <a:pos x="connsiteX12089" y="connsiteY12089"/>
                </a:cxn>
                <a:cxn ang="0">
                  <a:pos x="connsiteX12090" y="connsiteY12090"/>
                </a:cxn>
                <a:cxn ang="0">
                  <a:pos x="connsiteX12091" y="connsiteY12091"/>
                </a:cxn>
                <a:cxn ang="0">
                  <a:pos x="connsiteX12092" y="connsiteY12092"/>
                </a:cxn>
                <a:cxn ang="0">
                  <a:pos x="connsiteX12093" y="connsiteY12093"/>
                </a:cxn>
                <a:cxn ang="0">
                  <a:pos x="connsiteX12094" y="connsiteY12094"/>
                </a:cxn>
                <a:cxn ang="0">
                  <a:pos x="connsiteX12095" y="connsiteY12095"/>
                </a:cxn>
                <a:cxn ang="0">
                  <a:pos x="connsiteX12096" y="connsiteY12096"/>
                </a:cxn>
                <a:cxn ang="0">
                  <a:pos x="connsiteX12097" y="connsiteY12097"/>
                </a:cxn>
                <a:cxn ang="0">
                  <a:pos x="connsiteX12098" y="connsiteY12098"/>
                </a:cxn>
                <a:cxn ang="0">
                  <a:pos x="connsiteX12099" y="connsiteY12099"/>
                </a:cxn>
                <a:cxn ang="0">
                  <a:pos x="connsiteX12100" y="connsiteY12100"/>
                </a:cxn>
                <a:cxn ang="0">
                  <a:pos x="connsiteX12101" y="connsiteY12101"/>
                </a:cxn>
                <a:cxn ang="0">
                  <a:pos x="connsiteX12102" y="connsiteY12102"/>
                </a:cxn>
                <a:cxn ang="0">
                  <a:pos x="connsiteX12103" y="connsiteY12103"/>
                </a:cxn>
                <a:cxn ang="0">
                  <a:pos x="connsiteX12104" y="connsiteY12104"/>
                </a:cxn>
                <a:cxn ang="0">
                  <a:pos x="connsiteX12105" y="connsiteY12105"/>
                </a:cxn>
                <a:cxn ang="0">
                  <a:pos x="connsiteX12106" y="connsiteY12106"/>
                </a:cxn>
                <a:cxn ang="0">
                  <a:pos x="connsiteX12107" y="connsiteY12107"/>
                </a:cxn>
                <a:cxn ang="0">
                  <a:pos x="connsiteX12108" y="connsiteY12108"/>
                </a:cxn>
                <a:cxn ang="0">
                  <a:pos x="connsiteX12109" y="connsiteY12109"/>
                </a:cxn>
                <a:cxn ang="0">
                  <a:pos x="connsiteX12110" y="connsiteY12110"/>
                </a:cxn>
                <a:cxn ang="0">
                  <a:pos x="connsiteX12111" y="connsiteY12111"/>
                </a:cxn>
                <a:cxn ang="0">
                  <a:pos x="connsiteX12112" y="connsiteY12112"/>
                </a:cxn>
                <a:cxn ang="0">
                  <a:pos x="connsiteX12113" y="connsiteY12113"/>
                </a:cxn>
                <a:cxn ang="0">
                  <a:pos x="connsiteX12114" y="connsiteY12114"/>
                </a:cxn>
                <a:cxn ang="0">
                  <a:pos x="connsiteX12115" y="connsiteY12115"/>
                </a:cxn>
                <a:cxn ang="0">
                  <a:pos x="connsiteX12116" y="connsiteY12116"/>
                </a:cxn>
                <a:cxn ang="0">
                  <a:pos x="connsiteX12117" y="connsiteY12117"/>
                </a:cxn>
                <a:cxn ang="0">
                  <a:pos x="connsiteX12118" y="connsiteY12118"/>
                </a:cxn>
                <a:cxn ang="0">
                  <a:pos x="connsiteX12119" y="connsiteY12119"/>
                </a:cxn>
                <a:cxn ang="0">
                  <a:pos x="connsiteX12120" y="connsiteY12120"/>
                </a:cxn>
                <a:cxn ang="0">
                  <a:pos x="connsiteX12121" y="connsiteY12121"/>
                </a:cxn>
                <a:cxn ang="0">
                  <a:pos x="connsiteX12122" y="connsiteY12122"/>
                </a:cxn>
                <a:cxn ang="0">
                  <a:pos x="connsiteX12123" y="connsiteY12123"/>
                </a:cxn>
                <a:cxn ang="0">
                  <a:pos x="connsiteX12124" y="connsiteY12124"/>
                </a:cxn>
                <a:cxn ang="0">
                  <a:pos x="connsiteX12125" y="connsiteY12125"/>
                </a:cxn>
                <a:cxn ang="0">
                  <a:pos x="connsiteX12126" y="connsiteY12126"/>
                </a:cxn>
                <a:cxn ang="0">
                  <a:pos x="connsiteX12127" y="connsiteY12127"/>
                </a:cxn>
                <a:cxn ang="0">
                  <a:pos x="connsiteX12128" y="connsiteY12128"/>
                </a:cxn>
                <a:cxn ang="0">
                  <a:pos x="connsiteX12129" y="connsiteY12129"/>
                </a:cxn>
                <a:cxn ang="0">
                  <a:pos x="connsiteX12130" y="connsiteY12130"/>
                </a:cxn>
                <a:cxn ang="0">
                  <a:pos x="connsiteX12131" y="connsiteY12131"/>
                </a:cxn>
                <a:cxn ang="0">
                  <a:pos x="connsiteX12132" y="connsiteY12132"/>
                </a:cxn>
                <a:cxn ang="0">
                  <a:pos x="connsiteX12133" y="connsiteY12133"/>
                </a:cxn>
                <a:cxn ang="0">
                  <a:pos x="connsiteX12134" y="connsiteY12134"/>
                </a:cxn>
                <a:cxn ang="0">
                  <a:pos x="connsiteX12135" y="connsiteY12135"/>
                </a:cxn>
                <a:cxn ang="0">
                  <a:pos x="connsiteX12136" y="connsiteY12136"/>
                </a:cxn>
                <a:cxn ang="0">
                  <a:pos x="connsiteX12137" y="connsiteY12137"/>
                </a:cxn>
                <a:cxn ang="0">
                  <a:pos x="connsiteX12138" y="connsiteY12138"/>
                </a:cxn>
                <a:cxn ang="0">
                  <a:pos x="connsiteX12139" y="connsiteY12139"/>
                </a:cxn>
                <a:cxn ang="0">
                  <a:pos x="connsiteX12140" y="connsiteY12140"/>
                </a:cxn>
                <a:cxn ang="0">
                  <a:pos x="connsiteX12141" y="connsiteY12141"/>
                </a:cxn>
                <a:cxn ang="0">
                  <a:pos x="connsiteX12142" y="connsiteY12142"/>
                </a:cxn>
                <a:cxn ang="0">
                  <a:pos x="connsiteX12143" y="connsiteY12143"/>
                </a:cxn>
                <a:cxn ang="0">
                  <a:pos x="connsiteX12144" y="connsiteY12144"/>
                </a:cxn>
                <a:cxn ang="0">
                  <a:pos x="connsiteX12145" y="connsiteY12145"/>
                </a:cxn>
                <a:cxn ang="0">
                  <a:pos x="connsiteX12146" y="connsiteY12146"/>
                </a:cxn>
                <a:cxn ang="0">
                  <a:pos x="connsiteX12147" y="connsiteY12147"/>
                </a:cxn>
                <a:cxn ang="0">
                  <a:pos x="connsiteX12148" y="connsiteY12148"/>
                </a:cxn>
                <a:cxn ang="0">
                  <a:pos x="connsiteX12149" y="connsiteY12149"/>
                </a:cxn>
                <a:cxn ang="0">
                  <a:pos x="connsiteX12150" y="connsiteY12150"/>
                </a:cxn>
                <a:cxn ang="0">
                  <a:pos x="connsiteX12151" y="connsiteY12151"/>
                </a:cxn>
                <a:cxn ang="0">
                  <a:pos x="connsiteX12152" y="connsiteY12152"/>
                </a:cxn>
                <a:cxn ang="0">
                  <a:pos x="connsiteX12153" y="connsiteY12153"/>
                </a:cxn>
                <a:cxn ang="0">
                  <a:pos x="connsiteX12154" y="connsiteY12154"/>
                </a:cxn>
                <a:cxn ang="0">
                  <a:pos x="connsiteX12155" y="connsiteY12155"/>
                </a:cxn>
                <a:cxn ang="0">
                  <a:pos x="connsiteX12156" y="connsiteY12156"/>
                </a:cxn>
                <a:cxn ang="0">
                  <a:pos x="connsiteX12157" y="connsiteY12157"/>
                </a:cxn>
                <a:cxn ang="0">
                  <a:pos x="connsiteX12158" y="connsiteY12158"/>
                </a:cxn>
                <a:cxn ang="0">
                  <a:pos x="connsiteX12159" y="connsiteY12159"/>
                </a:cxn>
                <a:cxn ang="0">
                  <a:pos x="connsiteX12160" y="connsiteY12160"/>
                </a:cxn>
                <a:cxn ang="0">
                  <a:pos x="connsiteX12161" y="connsiteY12161"/>
                </a:cxn>
                <a:cxn ang="0">
                  <a:pos x="connsiteX12162" y="connsiteY12162"/>
                </a:cxn>
                <a:cxn ang="0">
                  <a:pos x="connsiteX12163" y="connsiteY12163"/>
                </a:cxn>
                <a:cxn ang="0">
                  <a:pos x="connsiteX12164" y="connsiteY12164"/>
                </a:cxn>
                <a:cxn ang="0">
                  <a:pos x="connsiteX12165" y="connsiteY12165"/>
                </a:cxn>
                <a:cxn ang="0">
                  <a:pos x="connsiteX12166" y="connsiteY12166"/>
                </a:cxn>
                <a:cxn ang="0">
                  <a:pos x="connsiteX12167" y="connsiteY12167"/>
                </a:cxn>
                <a:cxn ang="0">
                  <a:pos x="connsiteX12168" y="connsiteY12168"/>
                </a:cxn>
                <a:cxn ang="0">
                  <a:pos x="connsiteX12169" y="connsiteY12169"/>
                </a:cxn>
                <a:cxn ang="0">
                  <a:pos x="connsiteX12170" y="connsiteY12170"/>
                </a:cxn>
                <a:cxn ang="0">
                  <a:pos x="connsiteX12171" y="connsiteY12171"/>
                </a:cxn>
                <a:cxn ang="0">
                  <a:pos x="connsiteX12172" y="connsiteY12172"/>
                </a:cxn>
                <a:cxn ang="0">
                  <a:pos x="connsiteX12173" y="connsiteY12173"/>
                </a:cxn>
                <a:cxn ang="0">
                  <a:pos x="connsiteX12174" y="connsiteY12174"/>
                </a:cxn>
                <a:cxn ang="0">
                  <a:pos x="connsiteX12175" y="connsiteY12175"/>
                </a:cxn>
                <a:cxn ang="0">
                  <a:pos x="connsiteX12176" y="connsiteY12176"/>
                </a:cxn>
                <a:cxn ang="0">
                  <a:pos x="connsiteX12177" y="connsiteY12177"/>
                </a:cxn>
                <a:cxn ang="0">
                  <a:pos x="connsiteX12178" y="connsiteY12178"/>
                </a:cxn>
                <a:cxn ang="0">
                  <a:pos x="connsiteX12179" y="connsiteY12179"/>
                </a:cxn>
                <a:cxn ang="0">
                  <a:pos x="connsiteX12180" y="connsiteY12180"/>
                </a:cxn>
                <a:cxn ang="0">
                  <a:pos x="connsiteX12181" y="connsiteY12181"/>
                </a:cxn>
                <a:cxn ang="0">
                  <a:pos x="connsiteX12182" y="connsiteY12182"/>
                </a:cxn>
                <a:cxn ang="0">
                  <a:pos x="connsiteX12183" y="connsiteY12183"/>
                </a:cxn>
                <a:cxn ang="0">
                  <a:pos x="connsiteX12184" y="connsiteY12184"/>
                </a:cxn>
                <a:cxn ang="0">
                  <a:pos x="connsiteX12185" y="connsiteY12185"/>
                </a:cxn>
                <a:cxn ang="0">
                  <a:pos x="connsiteX12186" y="connsiteY12186"/>
                </a:cxn>
                <a:cxn ang="0">
                  <a:pos x="connsiteX12187" y="connsiteY12187"/>
                </a:cxn>
                <a:cxn ang="0">
                  <a:pos x="connsiteX12188" y="connsiteY12188"/>
                </a:cxn>
                <a:cxn ang="0">
                  <a:pos x="connsiteX12189" y="connsiteY12189"/>
                </a:cxn>
                <a:cxn ang="0">
                  <a:pos x="connsiteX12190" y="connsiteY12190"/>
                </a:cxn>
                <a:cxn ang="0">
                  <a:pos x="connsiteX12191" y="connsiteY12191"/>
                </a:cxn>
                <a:cxn ang="0">
                  <a:pos x="connsiteX12192" y="connsiteY12192"/>
                </a:cxn>
                <a:cxn ang="0">
                  <a:pos x="connsiteX12193" y="connsiteY12193"/>
                </a:cxn>
                <a:cxn ang="0">
                  <a:pos x="connsiteX12194" y="connsiteY12194"/>
                </a:cxn>
                <a:cxn ang="0">
                  <a:pos x="connsiteX12195" y="connsiteY12195"/>
                </a:cxn>
                <a:cxn ang="0">
                  <a:pos x="connsiteX12196" y="connsiteY12196"/>
                </a:cxn>
                <a:cxn ang="0">
                  <a:pos x="connsiteX12197" y="connsiteY12197"/>
                </a:cxn>
                <a:cxn ang="0">
                  <a:pos x="connsiteX12198" y="connsiteY12198"/>
                </a:cxn>
                <a:cxn ang="0">
                  <a:pos x="connsiteX12199" y="connsiteY12199"/>
                </a:cxn>
                <a:cxn ang="0">
                  <a:pos x="connsiteX12200" y="connsiteY12200"/>
                </a:cxn>
                <a:cxn ang="0">
                  <a:pos x="connsiteX12201" y="connsiteY12201"/>
                </a:cxn>
                <a:cxn ang="0">
                  <a:pos x="connsiteX12202" y="connsiteY12202"/>
                </a:cxn>
                <a:cxn ang="0">
                  <a:pos x="connsiteX12203" y="connsiteY12203"/>
                </a:cxn>
                <a:cxn ang="0">
                  <a:pos x="connsiteX12204" y="connsiteY12204"/>
                </a:cxn>
                <a:cxn ang="0">
                  <a:pos x="connsiteX12205" y="connsiteY12205"/>
                </a:cxn>
                <a:cxn ang="0">
                  <a:pos x="connsiteX12206" y="connsiteY12206"/>
                </a:cxn>
                <a:cxn ang="0">
                  <a:pos x="connsiteX12207" y="connsiteY12207"/>
                </a:cxn>
                <a:cxn ang="0">
                  <a:pos x="connsiteX12208" y="connsiteY12208"/>
                </a:cxn>
                <a:cxn ang="0">
                  <a:pos x="connsiteX12209" y="connsiteY12209"/>
                </a:cxn>
                <a:cxn ang="0">
                  <a:pos x="connsiteX12210" y="connsiteY12210"/>
                </a:cxn>
                <a:cxn ang="0">
                  <a:pos x="connsiteX12211" y="connsiteY12211"/>
                </a:cxn>
                <a:cxn ang="0">
                  <a:pos x="connsiteX12212" y="connsiteY12212"/>
                </a:cxn>
                <a:cxn ang="0">
                  <a:pos x="connsiteX12213" y="connsiteY12213"/>
                </a:cxn>
                <a:cxn ang="0">
                  <a:pos x="connsiteX12214" y="connsiteY12214"/>
                </a:cxn>
                <a:cxn ang="0">
                  <a:pos x="connsiteX12215" y="connsiteY12215"/>
                </a:cxn>
                <a:cxn ang="0">
                  <a:pos x="connsiteX12216" y="connsiteY12216"/>
                </a:cxn>
                <a:cxn ang="0">
                  <a:pos x="connsiteX12217" y="connsiteY12217"/>
                </a:cxn>
                <a:cxn ang="0">
                  <a:pos x="connsiteX12218" y="connsiteY12218"/>
                </a:cxn>
                <a:cxn ang="0">
                  <a:pos x="connsiteX12219" y="connsiteY12219"/>
                </a:cxn>
                <a:cxn ang="0">
                  <a:pos x="connsiteX12220" y="connsiteY12220"/>
                </a:cxn>
                <a:cxn ang="0">
                  <a:pos x="connsiteX12221" y="connsiteY12221"/>
                </a:cxn>
                <a:cxn ang="0">
                  <a:pos x="connsiteX12222" y="connsiteY12222"/>
                </a:cxn>
                <a:cxn ang="0">
                  <a:pos x="connsiteX12223" y="connsiteY12223"/>
                </a:cxn>
                <a:cxn ang="0">
                  <a:pos x="connsiteX12224" y="connsiteY12224"/>
                </a:cxn>
                <a:cxn ang="0">
                  <a:pos x="connsiteX12225" y="connsiteY12225"/>
                </a:cxn>
                <a:cxn ang="0">
                  <a:pos x="connsiteX12226" y="connsiteY12226"/>
                </a:cxn>
                <a:cxn ang="0">
                  <a:pos x="connsiteX12227" y="connsiteY12227"/>
                </a:cxn>
                <a:cxn ang="0">
                  <a:pos x="connsiteX12228" y="connsiteY12228"/>
                </a:cxn>
                <a:cxn ang="0">
                  <a:pos x="connsiteX12229" y="connsiteY12229"/>
                </a:cxn>
                <a:cxn ang="0">
                  <a:pos x="connsiteX12230" y="connsiteY12230"/>
                </a:cxn>
                <a:cxn ang="0">
                  <a:pos x="connsiteX12231" y="connsiteY12231"/>
                </a:cxn>
                <a:cxn ang="0">
                  <a:pos x="connsiteX12232" y="connsiteY12232"/>
                </a:cxn>
                <a:cxn ang="0">
                  <a:pos x="connsiteX12233" y="connsiteY12233"/>
                </a:cxn>
                <a:cxn ang="0">
                  <a:pos x="connsiteX12234" y="connsiteY12234"/>
                </a:cxn>
                <a:cxn ang="0">
                  <a:pos x="connsiteX12235" y="connsiteY12235"/>
                </a:cxn>
                <a:cxn ang="0">
                  <a:pos x="connsiteX12236" y="connsiteY12236"/>
                </a:cxn>
                <a:cxn ang="0">
                  <a:pos x="connsiteX12237" y="connsiteY12237"/>
                </a:cxn>
                <a:cxn ang="0">
                  <a:pos x="connsiteX12238" y="connsiteY12238"/>
                </a:cxn>
                <a:cxn ang="0">
                  <a:pos x="connsiteX12239" y="connsiteY12239"/>
                </a:cxn>
                <a:cxn ang="0">
                  <a:pos x="connsiteX12240" y="connsiteY12240"/>
                </a:cxn>
                <a:cxn ang="0">
                  <a:pos x="connsiteX12241" y="connsiteY12241"/>
                </a:cxn>
                <a:cxn ang="0">
                  <a:pos x="connsiteX12242" y="connsiteY12242"/>
                </a:cxn>
                <a:cxn ang="0">
                  <a:pos x="connsiteX12243" y="connsiteY12243"/>
                </a:cxn>
                <a:cxn ang="0">
                  <a:pos x="connsiteX12244" y="connsiteY12244"/>
                </a:cxn>
                <a:cxn ang="0">
                  <a:pos x="connsiteX12245" y="connsiteY12245"/>
                </a:cxn>
                <a:cxn ang="0">
                  <a:pos x="connsiteX12246" y="connsiteY12246"/>
                </a:cxn>
                <a:cxn ang="0">
                  <a:pos x="connsiteX12247" y="connsiteY12247"/>
                </a:cxn>
                <a:cxn ang="0">
                  <a:pos x="connsiteX12248" y="connsiteY12248"/>
                </a:cxn>
                <a:cxn ang="0">
                  <a:pos x="connsiteX12249" y="connsiteY12249"/>
                </a:cxn>
                <a:cxn ang="0">
                  <a:pos x="connsiteX12250" y="connsiteY12250"/>
                </a:cxn>
                <a:cxn ang="0">
                  <a:pos x="connsiteX12251" y="connsiteY12251"/>
                </a:cxn>
                <a:cxn ang="0">
                  <a:pos x="connsiteX12252" y="connsiteY12252"/>
                </a:cxn>
                <a:cxn ang="0">
                  <a:pos x="connsiteX12253" y="connsiteY12253"/>
                </a:cxn>
                <a:cxn ang="0">
                  <a:pos x="connsiteX12254" y="connsiteY12254"/>
                </a:cxn>
                <a:cxn ang="0">
                  <a:pos x="connsiteX12255" y="connsiteY12255"/>
                </a:cxn>
                <a:cxn ang="0">
                  <a:pos x="connsiteX12256" y="connsiteY12256"/>
                </a:cxn>
                <a:cxn ang="0">
                  <a:pos x="connsiteX12257" y="connsiteY12257"/>
                </a:cxn>
                <a:cxn ang="0">
                  <a:pos x="connsiteX12258" y="connsiteY12258"/>
                </a:cxn>
                <a:cxn ang="0">
                  <a:pos x="connsiteX12259" y="connsiteY12259"/>
                </a:cxn>
                <a:cxn ang="0">
                  <a:pos x="connsiteX12260" y="connsiteY12260"/>
                </a:cxn>
                <a:cxn ang="0">
                  <a:pos x="connsiteX12261" y="connsiteY12261"/>
                </a:cxn>
                <a:cxn ang="0">
                  <a:pos x="connsiteX12262" y="connsiteY12262"/>
                </a:cxn>
                <a:cxn ang="0">
                  <a:pos x="connsiteX12263" y="connsiteY12263"/>
                </a:cxn>
                <a:cxn ang="0">
                  <a:pos x="connsiteX12264" y="connsiteY12264"/>
                </a:cxn>
                <a:cxn ang="0">
                  <a:pos x="connsiteX12265" y="connsiteY12265"/>
                </a:cxn>
                <a:cxn ang="0">
                  <a:pos x="connsiteX12266" y="connsiteY12266"/>
                </a:cxn>
                <a:cxn ang="0">
                  <a:pos x="connsiteX12267" y="connsiteY12267"/>
                </a:cxn>
                <a:cxn ang="0">
                  <a:pos x="connsiteX12268" y="connsiteY12268"/>
                </a:cxn>
                <a:cxn ang="0">
                  <a:pos x="connsiteX12269" y="connsiteY12269"/>
                </a:cxn>
                <a:cxn ang="0">
                  <a:pos x="connsiteX12270" y="connsiteY12270"/>
                </a:cxn>
                <a:cxn ang="0">
                  <a:pos x="connsiteX12271" y="connsiteY12271"/>
                </a:cxn>
                <a:cxn ang="0">
                  <a:pos x="connsiteX12272" y="connsiteY12272"/>
                </a:cxn>
                <a:cxn ang="0">
                  <a:pos x="connsiteX12273" y="connsiteY12273"/>
                </a:cxn>
                <a:cxn ang="0">
                  <a:pos x="connsiteX12274" y="connsiteY12274"/>
                </a:cxn>
                <a:cxn ang="0">
                  <a:pos x="connsiteX12275" y="connsiteY12275"/>
                </a:cxn>
                <a:cxn ang="0">
                  <a:pos x="connsiteX12276" y="connsiteY12276"/>
                </a:cxn>
                <a:cxn ang="0">
                  <a:pos x="connsiteX12277" y="connsiteY12277"/>
                </a:cxn>
                <a:cxn ang="0">
                  <a:pos x="connsiteX12278" y="connsiteY12278"/>
                </a:cxn>
                <a:cxn ang="0">
                  <a:pos x="connsiteX12279" y="connsiteY12279"/>
                </a:cxn>
                <a:cxn ang="0">
                  <a:pos x="connsiteX12280" y="connsiteY12280"/>
                </a:cxn>
                <a:cxn ang="0">
                  <a:pos x="connsiteX12281" y="connsiteY12281"/>
                </a:cxn>
                <a:cxn ang="0">
                  <a:pos x="connsiteX12282" y="connsiteY12282"/>
                </a:cxn>
                <a:cxn ang="0">
                  <a:pos x="connsiteX12283" y="connsiteY12283"/>
                </a:cxn>
                <a:cxn ang="0">
                  <a:pos x="connsiteX12284" y="connsiteY12284"/>
                </a:cxn>
                <a:cxn ang="0">
                  <a:pos x="connsiteX12285" y="connsiteY12285"/>
                </a:cxn>
                <a:cxn ang="0">
                  <a:pos x="connsiteX12286" y="connsiteY12286"/>
                </a:cxn>
                <a:cxn ang="0">
                  <a:pos x="connsiteX12287" y="connsiteY12287"/>
                </a:cxn>
                <a:cxn ang="0">
                  <a:pos x="connsiteX12288" y="connsiteY12288"/>
                </a:cxn>
                <a:cxn ang="0">
                  <a:pos x="connsiteX12289" y="connsiteY12289"/>
                </a:cxn>
                <a:cxn ang="0">
                  <a:pos x="connsiteX12290" y="connsiteY12290"/>
                </a:cxn>
                <a:cxn ang="0">
                  <a:pos x="connsiteX12291" y="connsiteY12291"/>
                </a:cxn>
                <a:cxn ang="0">
                  <a:pos x="connsiteX12292" y="connsiteY12292"/>
                </a:cxn>
                <a:cxn ang="0">
                  <a:pos x="connsiteX12293" y="connsiteY12293"/>
                </a:cxn>
                <a:cxn ang="0">
                  <a:pos x="connsiteX12294" y="connsiteY12294"/>
                </a:cxn>
                <a:cxn ang="0">
                  <a:pos x="connsiteX12295" y="connsiteY12295"/>
                </a:cxn>
                <a:cxn ang="0">
                  <a:pos x="connsiteX12296" y="connsiteY12296"/>
                </a:cxn>
                <a:cxn ang="0">
                  <a:pos x="connsiteX12297" y="connsiteY12297"/>
                </a:cxn>
                <a:cxn ang="0">
                  <a:pos x="connsiteX12298" y="connsiteY12298"/>
                </a:cxn>
                <a:cxn ang="0">
                  <a:pos x="connsiteX12299" y="connsiteY12299"/>
                </a:cxn>
                <a:cxn ang="0">
                  <a:pos x="connsiteX12300" y="connsiteY12300"/>
                </a:cxn>
                <a:cxn ang="0">
                  <a:pos x="connsiteX12301" y="connsiteY12301"/>
                </a:cxn>
                <a:cxn ang="0">
                  <a:pos x="connsiteX12302" y="connsiteY12302"/>
                </a:cxn>
                <a:cxn ang="0">
                  <a:pos x="connsiteX12303" y="connsiteY12303"/>
                </a:cxn>
                <a:cxn ang="0">
                  <a:pos x="connsiteX12304" y="connsiteY12304"/>
                </a:cxn>
                <a:cxn ang="0">
                  <a:pos x="connsiteX12305" y="connsiteY12305"/>
                </a:cxn>
                <a:cxn ang="0">
                  <a:pos x="connsiteX12306" y="connsiteY12306"/>
                </a:cxn>
                <a:cxn ang="0">
                  <a:pos x="connsiteX12307" y="connsiteY12307"/>
                </a:cxn>
                <a:cxn ang="0">
                  <a:pos x="connsiteX12308" y="connsiteY12308"/>
                </a:cxn>
                <a:cxn ang="0">
                  <a:pos x="connsiteX12309" y="connsiteY12309"/>
                </a:cxn>
                <a:cxn ang="0">
                  <a:pos x="connsiteX12310" y="connsiteY12310"/>
                </a:cxn>
                <a:cxn ang="0">
                  <a:pos x="connsiteX12311" y="connsiteY12311"/>
                </a:cxn>
                <a:cxn ang="0">
                  <a:pos x="connsiteX12312" y="connsiteY12312"/>
                </a:cxn>
                <a:cxn ang="0">
                  <a:pos x="connsiteX12313" y="connsiteY12313"/>
                </a:cxn>
                <a:cxn ang="0">
                  <a:pos x="connsiteX12314" y="connsiteY12314"/>
                </a:cxn>
                <a:cxn ang="0">
                  <a:pos x="connsiteX12315" y="connsiteY12315"/>
                </a:cxn>
                <a:cxn ang="0">
                  <a:pos x="connsiteX12316" y="connsiteY12316"/>
                </a:cxn>
                <a:cxn ang="0">
                  <a:pos x="connsiteX12317" y="connsiteY12317"/>
                </a:cxn>
                <a:cxn ang="0">
                  <a:pos x="connsiteX12318" y="connsiteY12318"/>
                </a:cxn>
                <a:cxn ang="0">
                  <a:pos x="connsiteX12319" y="connsiteY12319"/>
                </a:cxn>
                <a:cxn ang="0">
                  <a:pos x="connsiteX12320" y="connsiteY12320"/>
                </a:cxn>
                <a:cxn ang="0">
                  <a:pos x="connsiteX12321" y="connsiteY12321"/>
                </a:cxn>
                <a:cxn ang="0">
                  <a:pos x="connsiteX12322" y="connsiteY12322"/>
                </a:cxn>
                <a:cxn ang="0">
                  <a:pos x="connsiteX12323" y="connsiteY12323"/>
                </a:cxn>
                <a:cxn ang="0">
                  <a:pos x="connsiteX12324" y="connsiteY12324"/>
                </a:cxn>
                <a:cxn ang="0">
                  <a:pos x="connsiteX12325" y="connsiteY12325"/>
                </a:cxn>
                <a:cxn ang="0">
                  <a:pos x="connsiteX12326" y="connsiteY12326"/>
                </a:cxn>
                <a:cxn ang="0">
                  <a:pos x="connsiteX12327" y="connsiteY12327"/>
                </a:cxn>
                <a:cxn ang="0">
                  <a:pos x="connsiteX12328" y="connsiteY12328"/>
                </a:cxn>
                <a:cxn ang="0">
                  <a:pos x="connsiteX12329" y="connsiteY12329"/>
                </a:cxn>
                <a:cxn ang="0">
                  <a:pos x="connsiteX12330" y="connsiteY12330"/>
                </a:cxn>
                <a:cxn ang="0">
                  <a:pos x="connsiteX12331" y="connsiteY12331"/>
                </a:cxn>
                <a:cxn ang="0">
                  <a:pos x="connsiteX12332" y="connsiteY12332"/>
                </a:cxn>
                <a:cxn ang="0">
                  <a:pos x="connsiteX12333" y="connsiteY12333"/>
                </a:cxn>
                <a:cxn ang="0">
                  <a:pos x="connsiteX12334" y="connsiteY12334"/>
                </a:cxn>
                <a:cxn ang="0">
                  <a:pos x="connsiteX12335" y="connsiteY12335"/>
                </a:cxn>
                <a:cxn ang="0">
                  <a:pos x="connsiteX12336" y="connsiteY12336"/>
                </a:cxn>
                <a:cxn ang="0">
                  <a:pos x="connsiteX12337" y="connsiteY12337"/>
                </a:cxn>
                <a:cxn ang="0">
                  <a:pos x="connsiteX12338" y="connsiteY12338"/>
                </a:cxn>
                <a:cxn ang="0">
                  <a:pos x="connsiteX12339" y="connsiteY12339"/>
                </a:cxn>
                <a:cxn ang="0">
                  <a:pos x="connsiteX12340" y="connsiteY12340"/>
                </a:cxn>
                <a:cxn ang="0">
                  <a:pos x="connsiteX12341" y="connsiteY12341"/>
                </a:cxn>
                <a:cxn ang="0">
                  <a:pos x="connsiteX12342" y="connsiteY12342"/>
                </a:cxn>
                <a:cxn ang="0">
                  <a:pos x="connsiteX12343" y="connsiteY12343"/>
                </a:cxn>
                <a:cxn ang="0">
                  <a:pos x="connsiteX12344" y="connsiteY12344"/>
                </a:cxn>
                <a:cxn ang="0">
                  <a:pos x="connsiteX12345" y="connsiteY12345"/>
                </a:cxn>
                <a:cxn ang="0">
                  <a:pos x="connsiteX12346" y="connsiteY12346"/>
                </a:cxn>
                <a:cxn ang="0">
                  <a:pos x="connsiteX12347" y="connsiteY12347"/>
                </a:cxn>
                <a:cxn ang="0">
                  <a:pos x="connsiteX12348" y="connsiteY12348"/>
                </a:cxn>
                <a:cxn ang="0">
                  <a:pos x="connsiteX12349" y="connsiteY12349"/>
                </a:cxn>
                <a:cxn ang="0">
                  <a:pos x="connsiteX12350" y="connsiteY12350"/>
                </a:cxn>
                <a:cxn ang="0">
                  <a:pos x="connsiteX12351" y="connsiteY12351"/>
                </a:cxn>
                <a:cxn ang="0">
                  <a:pos x="connsiteX12352" y="connsiteY12352"/>
                </a:cxn>
                <a:cxn ang="0">
                  <a:pos x="connsiteX12353" y="connsiteY12353"/>
                </a:cxn>
                <a:cxn ang="0">
                  <a:pos x="connsiteX12354" y="connsiteY12354"/>
                </a:cxn>
                <a:cxn ang="0">
                  <a:pos x="connsiteX12355" y="connsiteY12355"/>
                </a:cxn>
                <a:cxn ang="0">
                  <a:pos x="connsiteX12356" y="connsiteY12356"/>
                </a:cxn>
                <a:cxn ang="0">
                  <a:pos x="connsiteX12357" y="connsiteY12357"/>
                </a:cxn>
                <a:cxn ang="0">
                  <a:pos x="connsiteX12358" y="connsiteY12358"/>
                </a:cxn>
                <a:cxn ang="0">
                  <a:pos x="connsiteX12359" y="connsiteY12359"/>
                </a:cxn>
                <a:cxn ang="0">
                  <a:pos x="connsiteX12360" y="connsiteY12360"/>
                </a:cxn>
                <a:cxn ang="0">
                  <a:pos x="connsiteX12361" y="connsiteY12361"/>
                </a:cxn>
                <a:cxn ang="0">
                  <a:pos x="connsiteX12362" y="connsiteY12362"/>
                </a:cxn>
                <a:cxn ang="0">
                  <a:pos x="connsiteX12363" y="connsiteY12363"/>
                </a:cxn>
                <a:cxn ang="0">
                  <a:pos x="connsiteX12364" y="connsiteY12364"/>
                </a:cxn>
                <a:cxn ang="0">
                  <a:pos x="connsiteX12365" y="connsiteY12365"/>
                </a:cxn>
                <a:cxn ang="0">
                  <a:pos x="connsiteX12366" y="connsiteY12366"/>
                </a:cxn>
                <a:cxn ang="0">
                  <a:pos x="connsiteX12367" y="connsiteY12367"/>
                </a:cxn>
                <a:cxn ang="0">
                  <a:pos x="connsiteX12368" y="connsiteY12368"/>
                </a:cxn>
                <a:cxn ang="0">
                  <a:pos x="connsiteX12369" y="connsiteY12369"/>
                </a:cxn>
                <a:cxn ang="0">
                  <a:pos x="connsiteX12370" y="connsiteY12370"/>
                </a:cxn>
                <a:cxn ang="0">
                  <a:pos x="connsiteX12371" y="connsiteY12371"/>
                </a:cxn>
                <a:cxn ang="0">
                  <a:pos x="connsiteX12372" y="connsiteY12372"/>
                </a:cxn>
                <a:cxn ang="0">
                  <a:pos x="connsiteX12373" y="connsiteY12373"/>
                </a:cxn>
                <a:cxn ang="0">
                  <a:pos x="connsiteX12374" y="connsiteY12374"/>
                </a:cxn>
                <a:cxn ang="0">
                  <a:pos x="connsiteX12375" y="connsiteY12375"/>
                </a:cxn>
                <a:cxn ang="0">
                  <a:pos x="connsiteX12376" y="connsiteY12376"/>
                </a:cxn>
                <a:cxn ang="0">
                  <a:pos x="connsiteX12377" y="connsiteY12377"/>
                </a:cxn>
                <a:cxn ang="0">
                  <a:pos x="connsiteX12378" y="connsiteY12378"/>
                </a:cxn>
                <a:cxn ang="0">
                  <a:pos x="connsiteX12379" y="connsiteY12379"/>
                </a:cxn>
                <a:cxn ang="0">
                  <a:pos x="connsiteX12380" y="connsiteY12380"/>
                </a:cxn>
                <a:cxn ang="0">
                  <a:pos x="connsiteX12381" y="connsiteY12381"/>
                </a:cxn>
                <a:cxn ang="0">
                  <a:pos x="connsiteX12382" y="connsiteY12382"/>
                </a:cxn>
                <a:cxn ang="0">
                  <a:pos x="connsiteX12383" y="connsiteY12383"/>
                </a:cxn>
                <a:cxn ang="0">
                  <a:pos x="connsiteX12384" y="connsiteY12384"/>
                </a:cxn>
                <a:cxn ang="0">
                  <a:pos x="connsiteX12385" y="connsiteY12385"/>
                </a:cxn>
                <a:cxn ang="0">
                  <a:pos x="connsiteX12386" y="connsiteY12386"/>
                </a:cxn>
                <a:cxn ang="0">
                  <a:pos x="connsiteX12387" y="connsiteY12387"/>
                </a:cxn>
                <a:cxn ang="0">
                  <a:pos x="connsiteX12388" y="connsiteY12388"/>
                </a:cxn>
                <a:cxn ang="0">
                  <a:pos x="connsiteX12389" y="connsiteY12389"/>
                </a:cxn>
                <a:cxn ang="0">
                  <a:pos x="connsiteX12390" y="connsiteY12390"/>
                </a:cxn>
                <a:cxn ang="0">
                  <a:pos x="connsiteX12391" y="connsiteY12391"/>
                </a:cxn>
                <a:cxn ang="0">
                  <a:pos x="connsiteX12392" y="connsiteY12392"/>
                </a:cxn>
                <a:cxn ang="0">
                  <a:pos x="connsiteX12393" y="connsiteY12393"/>
                </a:cxn>
                <a:cxn ang="0">
                  <a:pos x="connsiteX12394" y="connsiteY12394"/>
                </a:cxn>
                <a:cxn ang="0">
                  <a:pos x="connsiteX12395" y="connsiteY12395"/>
                </a:cxn>
                <a:cxn ang="0">
                  <a:pos x="connsiteX12396" y="connsiteY12396"/>
                </a:cxn>
                <a:cxn ang="0">
                  <a:pos x="connsiteX12397" y="connsiteY12397"/>
                </a:cxn>
                <a:cxn ang="0">
                  <a:pos x="connsiteX12398" y="connsiteY12398"/>
                </a:cxn>
                <a:cxn ang="0">
                  <a:pos x="connsiteX12399" y="connsiteY12399"/>
                </a:cxn>
                <a:cxn ang="0">
                  <a:pos x="connsiteX12400" y="connsiteY12400"/>
                </a:cxn>
                <a:cxn ang="0">
                  <a:pos x="connsiteX12401" y="connsiteY12401"/>
                </a:cxn>
                <a:cxn ang="0">
                  <a:pos x="connsiteX12402" y="connsiteY12402"/>
                </a:cxn>
                <a:cxn ang="0">
                  <a:pos x="connsiteX12403" y="connsiteY12403"/>
                </a:cxn>
                <a:cxn ang="0">
                  <a:pos x="connsiteX12404" y="connsiteY12404"/>
                </a:cxn>
                <a:cxn ang="0">
                  <a:pos x="connsiteX12405" y="connsiteY12405"/>
                </a:cxn>
                <a:cxn ang="0">
                  <a:pos x="connsiteX12406" y="connsiteY12406"/>
                </a:cxn>
                <a:cxn ang="0">
                  <a:pos x="connsiteX12407" y="connsiteY12407"/>
                </a:cxn>
                <a:cxn ang="0">
                  <a:pos x="connsiteX12408" y="connsiteY12408"/>
                </a:cxn>
                <a:cxn ang="0">
                  <a:pos x="connsiteX12409" y="connsiteY12409"/>
                </a:cxn>
                <a:cxn ang="0">
                  <a:pos x="connsiteX12410" y="connsiteY12410"/>
                </a:cxn>
                <a:cxn ang="0">
                  <a:pos x="connsiteX12411" y="connsiteY12411"/>
                </a:cxn>
                <a:cxn ang="0">
                  <a:pos x="connsiteX12412" y="connsiteY12412"/>
                </a:cxn>
                <a:cxn ang="0">
                  <a:pos x="connsiteX12413" y="connsiteY12413"/>
                </a:cxn>
                <a:cxn ang="0">
                  <a:pos x="connsiteX12414" y="connsiteY12414"/>
                </a:cxn>
                <a:cxn ang="0">
                  <a:pos x="connsiteX12415" y="connsiteY12415"/>
                </a:cxn>
                <a:cxn ang="0">
                  <a:pos x="connsiteX12416" y="connsiteY12416"/>
                </a:cxn>
                <a:cxn ang="0">
                  <a:pos x="connsiteX12417" y="connsiteY12417"/>
                </a:cxn>
                <a:cxn ang="0">
                  <a:pos x="connsiteX12418" y="connsiteY12418"/>
                </a:cxn>
                <a:cxn ang="0">
                  <a:pos x="connsiteX12419" y="connsiteY12419"/>
                </a:cxn>
                <a:cxn ang="0">
                  <a:pos x="connsiteX12420" y="connsiteY12420"/>
                </a:cxn>
                <a:cxn ang="0">
                  <a:pos x="connsiteX12421" y="connsiteY12421"/>
                </a:cxn>
                <a:cxn ang="0">
                  <a:pos x="connsiteX12422" y="connsiteY12422"/>
                </a:cxn>
                <a:cxn ang="0">
                  <a:pos x="connsiteX12423" y="connsiteY12423"/>
                </a:cxn>
                <a:cxn ang="0">
                  <a:pos x="connsiteX12424" y="connsiteY12424"/>
                </a:cxn>
                <a:cxn ang="0">
                  <a:pos x="connsiteX12425" y="connsiteY12425"/>
                </a:cxn>
                <a:cxn ang="0">
                  <a:pos x="connsiteX12426" y="connsiteY12426"/>
                </a:cxn>
                <a:cxn ang="0">
                  <a:pos x="connsiteX12427" y="connsiteY12427"/>
                </a:cxn>
                <a:cxn ang="0">
                  <a:pos x="connsiteX12428" y="connsiteY12428"/>
                </a:cxn>
                <a:cxn ang="0">
                  <a:pos x="connsiteX12429" y="connsiteY12429"/>
                </a:cxn>
                <a:cxn ang="0">
                  <a:pos x="connsiteX12430" y="connsiteY12430"/>
                </a:cxn>
                <a:cxn ang="0">
                  <a:pos x="connsiteX12431" y="connsiteY12431"/>
                </a:cxn>
                <a:cxn ang="0">
                  <a:pos x="connsiteX12432" y="connsiteY12432"/>
                </a:cxn>
                <a:cxn ang="0">
                  <a:pos x="connsiteX12433" y="connsiteY12433"/>
                </a:cxn>
                <a:cxn ang="0">
                  <a:pos x="connsiteX12434" y="connsiteY12434"/>
                </a:cxn>
                <a:cxn ang="0">
                  <a:pos x="connsiteX12435" y="connsiteY12435"/>
                </a:cxn>
                <a:cxn ang="0">
                  <a:pos x="connsiteX12436" y="connsiteY12436"/>
                </a:cxn>
                <a:cxn ang="0">
                  <a:pos x="connsiteX12437" y="connsiteY12437"/>
                </a:cxn>
                <a:cxn ang="0">
                  <a:pos x="connsiteX12438" y="connsiteY12438"/>
                </a:cxn>
                <a:cxn ang="0">
                  <a:pos x="connsiteX12439" y="connsiteY12439"/>
                </a:cxn>
                <a:cxn ang="0">
                  <a:pos x="connsiteX12440" y="connsiteY12440"/>
                </a:cxn>
                <a:cxn ang="0">
                  <a:pos x="connsiteX12441" y="connsiteY12441"/>
                </a:cxn>
                <a:cxn ang="0">
                  <a:pos x="connsiteX12442" y="connsiteY12442"/>
                </a:cxn>
                <a:cxn ang="0">
                  <a:pos x="connsiteX12443" y="connsiteY12443"/>
                </a:cxn>
                <a:cxn ang="0">
                  <a:pos x="connsiteX12444" y="connsiteY12444"/>
                </a:cxn>
                <a:cxn ang="0">
                  <a:pos x="connsiteX12445" y="connsiteY12445"/>
                </a:cxn>
                <a:cxn ang="0">
                  <a:pos x="connsiteX12446" y="connsiteY12446"/>
                </a:cxn>
                <a:cxn ang="0">
                  <a:pos x="connsiteX12447" y="connsiteY12447"/>
                </a:cxn>
                <a:cxn ang="0">
                  <a:pos x="connsiteX12448" y="connsiteY12448"/>
                </a:cxn>
                <a:cxn ang="0">
                  <a:pos x="connsiteX12449" y="connsiteY12449"/>
                </a:cxn>
                <a:cxn ang="0">
                  <a:pos x="connsiteX12450" y="connsiteY12450"/>
                </a:cxn>
                <a:cxn ang="0">
                  <a:pos x="connsiteX12451" y="connsiteY12451"/>
                </a:cxn>
                <a:cxn ang="0">
                  <a:pos x="connsiteX12452" y="connsiteY12452"/>
                </a:cxn>
                <a:cxn ang="0">
                  <a:pos x="connsiteX12453" y="connsiteY12453"/>
                </a:cxn>
                <a:cxn ang="0">
                  <a:pos x="connsiteX12454" y="connsiteY12454"/>
                </a:cxn>
                <a:cxn ang="0">
                  <a:pos x="connsiteX12455" y="connsiteY12455"/>
                </a:cxn>
                <a:cxn ang="0">
                  <a:pos x="connsiteX12456" y="connsiteY12456"/>
                </a:cxn>
                <a:cxn ang="0">
                  <a:pos x="connsiteX12457" y="connsiteY12457"/>
                </a:cxn>
                <a:cxn ang="0">
                  <a:pos x="connsiteX12458" y="connsiteY12458"/>
                </a:cxn>
                <a:cxn ang="0">
                  <a:pos x="connsiteX12459" y="connsiteY12459"/>
                </a:cxn>
                <a:cxn ang="0">
                  <a:pos x="connsiteX12460" y="connsiteY12460"/>
                </a:cxn>
                <a:cxn ang="0">
                  <a:pos x="connsiteX12461" y="connsiteY12461"/>
                </a:cxn>
                <a:cxn ang="0">
                  <a:pos x="connsiteX12462" y="connsiteY12462"/>
                </a:cxn>
                <a:cxn ang="0">
                  <a:pos x="connsiteX12463" y="connsiteY12463"/>
                </a:cxn>
                <a:cxn ang="0">
                  <a:pos x="connsiteX12464" y="connsiteY12464"/>
                </a:cxn>
                <a:cxn ang="0">
                  <a:pos x="connsiteX12465" y="connsiteY12465"/>
                </a:cxn>
                <a:cxn ang="0">
                  <a:pos x="connsiteX12466" y="connsiteY12466"/>
                </a:cxn>
                <a:cxn ang="0">
                  <a:pos x="connsiteX12467" y="connsiteY12467"/>
                </a:cxn>
                <a:cxn ang="0">
                  <a:pos x="connsiteX12468" y="connsiteY12468"/>
                </a:cxn>
                <a:cxn ang="0">
                  <a:pos x="connsiteX12469" y="connsiteY12469"/>
                </a:cxn>
                <a:cxn ang="0">
                  <a:pos x="connsiteX12470" y="connsiteY12470"/>
                </a:cxn>
                <a:cxn ang="0">
                  <a:pos x="connsiteX12471" y="connsiteY12471"/>
                </a:cxn>
                <a:cxn ang="0">
                  <a:pos x="connsiteX12472" y="connsiteY12472"/>
                </a:cxn>
                <a:cxn ang="0">
                  <a:pos x="connsiteX12473" y="connsiteY12473"/>
                </a:cxn>
                <a:cxn ang="0">
                  <a:pos x="connsiteX12474" y="connsiteY12474"/>
                </a:cxn>
                <a:cxn ang="0">
                  <a:pos x="connsiteX12475" y="connsiteY12475"/>
                </a:cxn>
                <a:cxn ang="0">
                  <a:pos x="connsiteX12476" y="connsiteY12476"/>
                </a:cxn>
                <a:cxn ang="0">
                  <a:pos x="connsiteX12477" y="connsiteY12477"/>
                </a:cxn>
                <a:cxn ang="0">
                  <a:pos x="connsiteX12478" y="connsiteY12478"/>
                </a:cxn>
                <a:cxn ang="0">
                  <a:pos x="connsiteX12479" y="connsiteY12479"/>
                </a:cxn>
                <a:cxn ang="0">
                  <a:pos x="connsiteX12480" y="connsiteY12480"/>
                </a:cxn>
                <a:cxn ang="0">
                  <a:pos x="connsiteX12481" y="connsiteY12481"/>
                </a:cxn>
                <a:cxn ang="0">
                  <a:pos x="connsiteX12482" y="connsiteY12482"/>
                </a:cxn>
                <a:cxn ang="0">
                  <a:pos x="connsiteX12483" y="connsiteY12483"/>
                </a:cxn>
                <a:cxn ang="0">
                  <a:pos x="connsiteX12484" y="connsiteY12484"/>
                </a:cxn>
                <a:cxn ang="0">
                  <a:pos x="connsiteX12485" y="connsiteY12485"/>
                </a:cxn>
                <a:cxn ang="0">
                  <a:pos x="connsiteX12486" y="connsiteY12486"/>
                </a:cxn>
                <a:cxn ang="0">
                  <a:pos x="connsiteX12487" y="connsiteY12487"/>
                </a:cxn>
                <a:cxn ang="0">
                  <a:pos x="connsiteX12488" y="connsiteY12488"/>
                </a:cxn>
                <a:cxn ang="0">
                  <a:pos x="connsiteX12489" y="connsiteY12489"/>
                </a:cxn>
                <a:cxn ang="0">
                  <a:pos x="connsiteX12490" y="connsiteY12490"/>
                </a:cxn>
                <a:cxn ang="0">
                  <a:pos x="connsiteX12491" y="connsiteY12491"/>
                </a:cxn>
                <a:cxn ang="0">
                  <a:pos x="connsiteX12492" y="connsiteY12492"/>
                </a:cxn>
                <a:cxn ang="0">
                  <a:pos x="connsiteX12493" y="connsiteY12493"/>
                </a:cxn>
                <a:cxn ang="0">
                  <a:pos x="connsiteX12494" y="connsiteY12494"/>
                </a:cxn>
                <a:cxn ang="0">
                  <a:pos x="connsiteX12495" y="connsiteY12495"/>
                </a:cxn>
                <a:cxn ang="0">
                  <a:pos x="connsiteX12496" y="connsiteY12496"/>
                </a:cxn>
                <a:cxn ang="0">
                  <a:pos x="connsiteX12497" y="connsiteY12497"/>
                </a:cxn>
                <a:cxn ang="0">
                  <a:pos x="connsiteX12498" y="connsiteY12498"/>
                </a:cxn>
                <a:cxn ang="0">
                  <a:pos x="connsiteX12499" y="connsiteY12499"/>
                </a:cxn>
                <a:cxn ang="0">
                  <a:pos x="connsiteX12500" y="connsiteY12500"/>
                </a:cxn>
                <a:cxn ang="0">
                  <a:pos x="connsiteX12501" y="connsiteY12501"/>
                </a:cxn>
                <a:cxn ang="0">
                  <a:pos x="connsiteX12502" y="connsiteY12502"/>
                </a:cxn>
                <a:cxn ang="0">
                  <a:pos x="connsiteX12503" y="connsiteY12503"/>
                </a:cxn>
                <a:cxn ang="0">
                  <a:pos x="connsiteX12504" y="connsiteY12504"/>
                </a:cxn>
                <a:cxn ang="0">
                  <a:pos x="connsiteX12505" y="connsiteY12505"/>
                </a:cxn>
                <a:cxn ang="0">
                  <a:pos x="connsiteX12506" y="connsiteY12506"/>
                </a:cxn>
                <a:cxn ang="0">
                  <a:pos x="connsiteX12507" y="connsiteY12507"/>
                </a:cxn>
                <a:cxn ang="0">
                  <a:pos x="connsiteX12508" y="connsiteY12508"/>
                </a:cxn>
                <a:cxn ang="0">
                  <a:pos x="connsiteX12509" y="connsiteY12509"/>
                </a:cxn>
                <a:cxn ang="0">
                  <a:pos x="connsiteX12510" y="connsiteY12510"/>
                </a:cxn>
                <a:cxn ang="0">
                  <a:pos x="connsiteX12511" y="connsiteY12511"/>
                </a:cxn>
                <a:cxn ang="0">
                  <a:pos x="connsiteX12512" y="connsiteY12512"/>
                </a:cxn>
                <a:cxn ang="0">
                  <a:pos x="connsiteX12513" y="connsiteY12513"/>
                </a:cxn>
                <a:cxn ang="0">
                  <a:pos x="connsiteX12514" y="connsiteY12514"/>
                </a:cxn>
                <a:cxn ang="0">
                  <a:pos x="connsiteX12515" y="connsiteY12515"/>
                </a:cxn>
                <a:cxn ang="0">
                  <a:pos x="connsiteX12516" y="connsiteY12516"/>
                </a:cxn>
                <a:cxn ang="0">
                  <a:pos x="connsiteX12517" y="connsiteY12517"/>
                </a:cxn>
                <a:cxn ang="0">
                  <a:pos x="connsiteX12518" y="connsiteY12518"/>
                </a:cxn>
                <a:cxn ang="0">
                  <a:pos x="connsiteX12519" y="connsiteY12519"/>
                </a:cxn>
                <a:cxn ang="0">
                  <a:pos x="connsiteX12520" y="connsiteY12520"/>
                </a:cxn>
                <a:cxn ang="0">
                  <a:pos x="connsiteX12521" y="connsiteY12521"/>
                </a:cxn>
                <a:cxn ang="0">
                  <a:pos x="connsiteX12522" y="connsiteY12522"/>
                </a:cxn>
                <a:cxn ang="0">
                  <a:pos x="connsiteX12523" y="connsiteY12523"/>
                </a:cxn>
                <a:cxn ang="0">
                  <a:pos x="connsiteX12524" y="connsiteY12524"/>
                </a:cxn>
                <a:cxn ang="0">
                  <a:pos x="connsiteX12525" y="connsiteY12525"/>
                </a:cxn>
                <a:cxn ang="0">
                  <a:pos x="connsiteX12526" y="connsiteY12526"/>
                </a:cxn>
                <a:cxn ang="0">
                  <a:pos x="connsiteX12527" y="connsiteY12527"/>
                </a:cxn>
                <a:cxn ang="0">
                  <a:pos x="connsiteX12528" y="connsiteY12528"/>
                </a:cxn>
                <a:cxn ang="0">
                  <a:pos x="connsiteX12529" y="connsiteY12529"/>
                </a:cxn>
                <a:cxn ang="0">
                  <a:pos x="connsiteX12530" y="connsiteY12530"/>
                </a:cxn>
                <a:cxn ang="0">
                  <a:pos x="connsiteX12531" y="connsiteY12531"/>
                </a:cxn>
                <a:cxn ang="0">
                  <a:pos x="connsiteX12532" y="connsiteY12532"/>
                </a:cxn>
                <a:cxn ang="0">
                  <a:pos x="connsiteX12533" y="connsiteY12533"/>
                </a:cxn>
                <a:cxn ang="0">
                  <a:pos x="connsiteX12534" y="connsiteY12534"/>
                </a:cxn>
                <a:cxn ang="0">
                  <a:pos x="connsiteX12535" y="connsiteY12535"/>
                </a:cxn>
                <a:cxn ang="0">
                  <a:pos x="connsiteX12536" y="connsiteY12536"/>
                </a:cxn>
                <a:cxn ang="0">
                  <a:pos x="connsiteX12537" y="connsiteY12537"/>
                </a:cxn>
                <a:cxn ang="0">
                  <a:pos x="connsiteX12538" y="connsiteY12538"/>
                </a:cxn>
                <a:cxn ang="0">
                  <a:pos x="connsiteX12539" y="connsiteY12539"/>
                </a:cxn>
                <a:cxn ang="0">
                  <a:pos x="connsiteX12540" y="connsiteY12540"/>
                </a:cxn>
                <a:cxn ang="0">
                  <a:pos x="connsiteX12541" y="connsiteY12541"/>
                </a:cxn>
                <a:cxn ang="0">
                  <a:pos x="connsiteX12542" y="connsiteY12542"/>
                </a:cxn>
                <a:cxn ang="0">
                  <a:pos x="connsiteX12543" y="connsiteY12543"/>
                </a:cxn>
                <a:cxn ang="0">
                  <a:pos x="connsiteX12544" y="connsiteY12544"/>
                </a:cxn>
                <a:cxn ang="0">
                  <a:pos x="connsiteX12545" y="connsiteY12545"/>
                </a:cxn>
                <a:cxn ang="0">
                  <a:pos x="connsiteX12546" y="connsiteY12546"/>
                </a:cxn>
                <a:cxn ang="0">
                  <a:pos x="connsiteX12547" y="connsiteY12547"/>
                </a:cxn>
                <a:cxn ang="0">
                  <a:pos x="connsiteX12548" y="connsiteY12548"/>
                </a:cxn>
                <a:cxn ang="0">
                  <a:pos x="connsiteX12549" y="connsiteY12549"/>
                </a:cxn>
                <a:cxn ang="0">
                  <a:pos x="connsiteX12550" y="connsiteY12550"/>
                </a:cxn>
                <a:cxn ang="0">
                  <a:pos x="connsiteX12551" y="connsiteY12551"/>
                </a:cxn>
                <a:cxn ang="0">
                  <a:pos x="connsiteX12552" y="connsiteY12552"/>
                </a:cxn>
                <a:cxn ang="0">
                  <a:pos x="connsiteX12553" y="connsiteY12553"/>
                </a:cxn>
                <a:cxn ang="0">
                  <a:pos x="connsiteX12554" y="connsiteY12554"/>
                </a:cxn>
                <a:cxn ang="0">
                  <a:pos x="connsiteX12555" y="connsiteY12555"/>
                </a:cxn>
                <a:cxn ang="0">
                  <a:pos x="connsiteX12556" y="connsiteY12556"/>
                </a:cxn>
                <a:cxn ang="0">
                  <a:pos x="connsiteX12557" y="connsiteY12557"/>
                </a:cxn>
                <a:cxn ang="0">
                  <a:pos x="connsiteX12558" y="connsiteY12558"/>
                </a:cxn>
                <a:cxn ang="0">
                  <a:pos x="connsiteX12559" y="connsiteY12559"/>
                </a:cxn>
                <a:cxn ang="0">
                  <a:pos x="connsiteX12560" y="connsiteY12560"/>
                </a:cxn>
                <a:cxn ang="0">
                  <a:pos x="connsiteX12561" y="connsiteY12561"/>
                </a:cxn>
                <a:cxn ang="0">
                  <a:pos x="connsiteX12562" y="connsiteY12562"/>
                </a:cxn>
                <a:cxn ang="0">
                  <a:pos x="connsiteX12563" y="connsiteY12563"/>
                </a:cxn>
                <a:cxn ang="0">
                  <a:pos x="connsiteX12564" y="connsiteY12564"/>
                </a:cxn>
                <a:cxn ang="0">
                  <a:pos x="connsiteX12565" y="connsiteY12565"/>
                </a:cxn>
                <a:cxn ang="0">
                  <a:pos x="connsiteX12566" y="connsiteY12566"/>
                </a:cxn>
                <a:cxn ang="0">
                  <a:pos x="connsiteX12567" y="connsiteY12567"/>
                </a:cxn>
                <a:cxn ang="0">
                  <a:pos x="connsiteX12568" y="connsiteY12568"/>
                </a:cxn>
                <a:cxn ang="0">
                  <a:pos x="connsiteX12569" y="connsiteY12569"/>
                </a:cxn>
                <a:cxn ang="0">
                  <a:pos x="connsiteX12570" y="connsiteY12570"/>
                </a:cxn>
                <a:cxn ang="0">
                  <a:pos x="connsiteX12571" y="connsiteY12571"/>
                </a:cxn>
                <a:cxn ang="0">
                  <a:pos x="connsiteX12572" y="connsiteY12572"/>
                </a:cxn>
                <a:cxn ang="0">
                  <a:pos x="connsiteX12573" y="connsiteY12573"/>
                </a:cxn>
                <a:cxn ang="0">
                  <a:pos x="connsiteX12574" y="connsiteY12574"/>
                </a:cxn>
                <a:cxn ang="0">
                  <a:pos x="connsiteX12575" y="connsiteY12575"/>
                </a:cxn>
                <a:cxn ang="0">
                  <a:pos x="connsiteX12576" y="connsiteY12576"/>
                </a:cxn>
                <a:cxn ang="0">
                  <a:pos x="connsiteX12577" y="connsiteY12577"/>
                </a:cxn>
                <a:cxn ang="0">
                  <a:pos x="connsiteX12578" y="connsiteY12578"/>
                </a:cxn>
                <a:cxn ang="0">
                  <a:pos x="connsiteX12579" y="connsiteY12579"/>
                </a:cxn>
                <a:cxn ang="0">
                  <a:pos x="connsiteX12580" y="connsiteY12580"/>
                </a:cxn>
                <a:cxn ang="0">
                  <a:pos x="connsiteX12581" y="connsiteY12581"/>
                </a:cxn>
                <a:cxn ang="0">
                  <a:pos x="connsiteX12582" y="connsiteY12582"/>
                </a:cxn>
                <a:cxn ang="0">
                  <a:pos x="connsiteX12583" y="connsiteY12583"/>
                </a:cxn>
                <a:cxn ang="0">
                  <a:pos x="connsiteX12584" y="connsiteY12584"/>
                </a:cxn>
                <a:cxn ang="0">
                  <a:pos x="connsiteX12585" y="connsiteY12585"/>
                </a:cxn>
                <a:cxn ang="0">
                  <a:pos x="connsiteX12586" y="connsiteY12586"/>
                </a:cxn>
                <a:cxn ang="0">
                  <a:pos x="connsiteX12587" y="connsiteY12587"/>
                </a:cxn>
                <a:cxn ang="0">
                  <a:pos x="connsiteX12588" y="connsiteY12588"/>
                </a:cxn>
                <a:cxn ang="0">
                  <a:pos x="connsiteX12589" y="connsiteY12589"/>
                </a:cxn>
                <a:cxn ang="0">
                  <a:pos x="connsiteX12590" y="connsiteY12590"/>
                </a:cxn>
                <a:cxn ang="0">
                  <a:pos x="connsiteX12591" y="connsiteY12591"/>
                </a:cxn>
                <a:cxn ang="0">
                  <a:pos x="connsiteX12592" y="connsiteY12592"/>
                </a:cxn>
                <a:cxn ang="0">
                  <a:pos x="connsiteX12593" y="connsiteY12593"/>
                </a:cxn>
                <a:cxn ang="0">
                  <a:pos x="connsiteX12594" y="connsiteY12594"/>
                </a:cxn>
                <a:cxn ang="0">
                  <a:pos x="connsiteX12595" y="connsiteY12595"/>
                </a:cxn>
                <a:cxn ang="0">
                  <a:pos x="connsiteX12596" y="connsiteY12596"/>
                </a:cxn>
                <a:cxn ang="0">
                  <a:pos x="connsiteX12597" y="connsiteY12597"/>
                </a:cxn>
                <a:cxn ang="0">
                  <a:pos x="connsiteX12598" y="connsiteY12598"/>
                </a:cxn>
                <a:cxn ang="0">
                  <a:pos x="connsiteX12599" y="connsiteY12599"/>
                </a:cxn>
                <a:cxn ang="0">
                  <a:pos x="connsiteX12600" y="connsiteY12600"/>
                </a:cxn>
                <a:cxn ang="0">
                  <a:pos x="connsiteX12601" y="connsiteY12601"/>
                </a:cxn>
                <a:cxn ang="0">
                  <a:pos x="connsiteX12602" y="connsiteY12602"/>
                </a:cxn>
                <a:cxn ang="0">
                  <a:pos x="connsiteX12603" y="connsiteY12603"/>
                </a:cxn>
                <a:cxn ang="0">
                  <a:pos x="connsiteX12604" y="connsiteY12604"/>
                </a:cxn>
                <a:cxn ang="0">
                  <a:pos x="connsiteX12605" y="connsiteY12605"/>
                </a:cxn>
                <a:cxn ang="0">
                  <a:pos x="connsiteX12606" y="connsiteY12606"/>
                </a:cxn>
                <a:cxn ang="0">
                  <a:pos x="connsiteX12607" y="connsiteY12607"/>
                </a:cxn>
                <a:cxn ang="0">
                  <a:pos x="connsiteX12608" y="connsiteY12608"/>
                </a:cxn>
                <a:cxn ang="0">
                  <a:pos x="connsiteX12609" y="connsiteY12609"/>
                </a:cxn>
                <a:cxn ang="0">
                  <a:pos x="connsiteX12610" y="connsiteY12610"/>
                </a:cxn>
                <a:cxn ang="0">
                  <a:pos x="connsiteX12611" y="connsiteY12611"/>
                </a:cxn>
                <a:cxn ang="0">
                  <a:pos x="connsiteX12612" y="connsiteY12612"/>
                </a:cxn>
                <a:cxn ang="0">
                  <a:pos x="connsiteX12613" y="connsiteY12613"/>
                </a:cxn>
                <a:cxn ang="0">
                  <a:pos x="connsiteX12614" y="connsiteY12614"/>
                </a:cxn>
                <a:cxn ang="0">
                  <a:pos x="connsiteX12615" y="connsiteY12615"/>
                </a:cxn>
                <a:cxn ang="0">
                  <a:pos x="connsiteX12616" y="connsiteY12616"/>
                </a:cxn>
                <a:cxn ang="0">
                  <a:pos x="connsiteX12617" y="connsiteY12617"/>
                </a:cxn>
                <a:cxn ang="0">
                  <a:pos x="connsiteX12618" y="connsiteY12618"/>
                </a:cxn>
                <a:cxn ang="0">
                  <a:pos x="connsiteX12619" y="connsiteY12619"/>
                </a:cxn>
                <a:cxn ang="0">
                  <a:pos x="connsiteX12620" y="connsiteY12620"/>
                </a:cxn>
                <a:cxn ang="0">
                  <a:pos x="connsiteX12621" y="connsiteY12621"/>
                </a:cxn>
                <a:cxn ang="0">
                  <a:pos x="connsiteX12622" y="connsiteY12622"/>
                </a:cxn>
                <a:cxn ang="0">
                  <a:pos x="connsiteX12623" y="connsiteY12623"/>
                </a:cxn>
                <a:cxn ang="0">
                  <a:pos x="connsiteX12624" y="connsiteY12624"/>
                </a:cxn>
                <a:cxn ang="0">
                  <a:pos x="connsiteX12625" y="connsiteY12625"/>
                </a:cxn>
                <a:cxn ang="0">
                  <a:pos x="connsiteX12626" y="connsiteY12626"/>
                </a:cxn>
                <a:cxn ang="0">
                  <a:pos x="connsiteX12627" y="connsiteY12627"/>
                </a:cxn>
                <a:cxn ang="0">
                  <a:pos x="connsiteX12628" y="connsiteY12628"/>
                </a:cxn>
                <a:cxn ang="0">
                  <a:pos x="connsiteX12629" y="connsiteY12629"/>
                </a:cxn>
                <a:cxn ang="0">
                  <a:pos x="connsiteX12630" y="connsiteY12630"/>
                </a:cxn>
                <a:cxn ang="0">
                  <a:pos x="connsiteX12631" y="connsiteY12631"/>
                </a:cxn>
                <a:cxn ang="0">
                  <a:pos x="connsiteX12632" y="connsiteY12632"/>
                </a:cxn>
                <a:cxn ang="0">
                  <a:pos x="connsiteX12633" y="connsiteY12633"/>
                </a:cxn>
                <a:cxn ang="0">
                  <a:pos x="connsiteX12634" y="connsiteY12634"/>
                </a:cxn>
                <a:cxn ang="0">
                  <a:pos x="connsiteX12635" y="connsiteY12635"/>
                </a:cxn>
                <a:cxn ang="0">
                  <a:pos x="connsiteX12636" y="connsiteY12636"/>
                </a:cxn>
                <a:cxn ang="0">
                  <a:pos x="connsiteX12637" y="connsiteY12637"/>
                </a:cxn>
                <a:cxn ang="0">
                  <a:pos x="connsiteX12638" y="connsiteY12638"/>
                </a:cxn>
                <a:cxn ang="0">
                  <a:pos x="connsiteX12639" y="connsiteY12639"/>
                </a:cxn>
                <a:cxn ang="0">
                  <a:pos x="connsiteX12640" y="connsiteY12640"/>
                </a:cxn>
                <a:cxn ang="0">
                  <a:pos x="connsiteX12641" y="connsiteY12641"/>
                </a:cxn>
                <a:cxn ang="0">
                  <a:pos x="connsiteX12642" y="connsiteY12642"/>
                </a:cxn>
                <a:cxn ang="0">
                  <a:pos x="connsiteX12643" y="connsiteY12643"/>
                </a:cxn>
                <a:cxn ang="0">
                  <a:pos x="connsiteX12644" y="connsiteY12644"/>
                </a:cxn>
                <a:cxn ang="0">
                  <a:pos x="connsiteX12645" y="connsiteY12645"/>
                </a:cxn>
                <a:cxn ang="0">
                  <a:pos x="connsiteX12646" y="connsiteY12646"/>
                </a:cxn>
                <a:cxn ang="0">
                  <a:pos x="connsiteX12647" y="connsiteY12647"/>
                </a:cxn>
                <a:cxn ang="0">
                  <a:pos x="connsiteX12648" y="connsiteY12648"/>
                </a:cxn>
                <a:cxn ang="0">
                  <a:pos x="connsiteX12649" y="connsiteY12649"/>
                </a:cxn>
                <a:cxn ang="0">
                  <a:pos x="connsiteX12650" y="connsiteY12650"/>
                </a:cxn>
                <a:cxn ang="0">
                  <a:pos x="connsiteX12651" y="connsiteY12651"/>
                </a:cxn>
                <a:cxn ang="0">
                  <a:pos x="connsiteX12652" y="connsiteY12652"/>
                </a:cxn>
                <a:cxn ang="0">
                  <a:pos x="connsiteX12653" y="connsiteY12653"/>
                </a:cxn>
                <a:cxn ang="0">
                  <a:pos x="connsiteX12654" y="connsiteY12654"/>
                </a:cxn>
                <a:cxn ang="0">
                  <a:pos x="connsiteX12655" y="connsiteY12655"/>
                </a:cxn>
                <a:cxn ang="0">
                  <a:pos x="connsiteX12656" y="connsiteY12656"/>
                </a:cxn>
                <a:cxn ang="0">
                  <a:pos x="connsiteX12657" y="connsiteY12657"/>
                </a:cxn>
                <a:cxn ang="0">
                  <a:pos x="connsiteX12658" y="connsiteY12658"/>
                </a:cxn>
                <a:cxn ang="0">
                  <a:pos x="connsiteX12659" y="connsiteY12659"/>
                </a:cxn>
                <a:cxn ang="0">
                  <a:pos x="connsiteX12660" y="connsiteY12660"/>
                </a:cxn>
                <a:cxn ang="0">
                  <a:pos x="connsiteX12661" y="connsiteY12661"/>
                </a:cxn>
                <a:cxn ang="0">
                  <a:pos x="connsiteX12662" y="connsiteY12662"/>
                </a:cxn>
                <a:cxn ang="0">
                  <a:pos x="connsiteX12663" y="connsiteY12663"/>
                </a:cxn>
                <a:cxn ang="0">
                  <a:pos x="connsiteX12664" y="connsiteY12664"/>
                </a:cxn>
                <a:cxn ang="0">
                  <a:pos x="connsiteX12665" y="connsiteY12665"/>
                </a:cxn>
                <a:cxn ang="0">
                  <a:pos x="connsiteX12666" y="connsiteY12666"/>
                </a:cxn>
                <a:cxn ang="0">
                  <a:pos x="connsiteX12667" y="connsiteY12667"/>
                </a:cxn>
                <a:cxn ang="0">
                  <a:pos x="connsiteX12668" y="connsiteY12668"/>
                </a:cxn>
                <a:cxn ang="0">
                  <a:pos x="connsiteX12669" y="connsiteY12669"/>
                </a:cxn>
                <a:cxn ang="0">
                  <a:pos x="connsiteX12670" y="connsiteY12670"/>
                </a:cxn>
                <a:cxn ang="0">
                  <a:pos x="connsiteX12671" y="connsiteY12671"/>
                </a:cxn>
                <a:cxn ang="0">
                  <a:pos x="connsiteX12672" y="connsiteY12672"/>
                </a:cxn>
                <a:cxn ang="0">
                  <a:pos x="connsiteX12673" y="connsiteY12673"/>
                </a:cxn>
                <a:cxn ang="0">
                  <a:pos x="connsiteX12674" y="connsiteY12674"/>
                </a:cxn>
                <a:cxn ang="0">
                  <a:pos x="connsiteX12675" y="connsiteY12675"/>
                </a:cxn>
                <a:cxn ang="0">
                  <a:pos x="connsiteX12676" y="connsiteY12676"/>
                </a:cxn>
                <a:cxn ang="0">
                  <a:pos x="connsiteX12677" y="connsiteY12677"/>
                </a:cxn>
                <a:cxn ang="0">
                  <a:pos x="connsiteX12678" y="connsiteY12678"/>
                </a:cxn>
                <a:cxn ang="0">
                  <a:pos x="connsiteX12679" y="connsiteY12679"/>
                </a:cxn>
                <a:cxn ang="0">
                  <a:pos x="connsiteX12680" y="connsiteY12680"/>
                </a:cxn>
                <a:cxn ang="0">
                  <a:pos x="connsiteX12681" y="connsiteY12681"/>
                </a:cxn>
                <a:cxn ang="0">
                  <a:pos x="connsiteX12682" y="connsiteY12682"/>
                </a:cxn>
                <a:cxn ang="0">
                  <a:pos x="connsiteX12683" y="connsiteY12683"/>
                </a:cxn>
                <a:cxn ang="0">
                  <a:pos x="connsiteX12684" y="connsiteY12684"/>
                </a:cxn>
                <a:cxn ang="0">
                  <a:pos x="connsiteX12685" y="connsiteY12685"/>
                </a:cxn>
                <a:cxn ang="0">
                  <a:pos x="connsiteX12686" y="connsiteY12686"/>
                </a:cxn>
                <a:cxn ang="0">
                  <a:pos x="connsiteX12687" y="connsiteY12687"/>
                </a:cxn>
                <a:cxn ang="0">
                  <a:pos x="connsiteX12688" y="connsiteY12688"/>
                </a:cxn>
                <a:cxn ang="0">
                  <a:pos x="connsiteX12689" y="connsiteY12689"/>
                </a:cxn>
                <a:cxn ang="0">
                  <a:pos x="connsiteX12690" y="connsiteY12690"/>
                </a:cxn>
                <a:cxn ang="0">
                  <a:pos x="connsiteX12691" y="connsiteY12691"/>
                </a:cxn>
                <a:cxn ang="0">
                  <a:pos x="connsiteX12692" y="connsiteY12692"/>
                </a:cxn>
                <a:cxn ang="0">
                  <a:pos x="connsiteX12693" y="connsiteY12693"/>
                </a:cxn>
                <a:cxn ang="0">
                  <a:pos x="connsiteX12694" y="connsiteY12694"/>
                </a:cxn>
                <a:cxn ang="0">
                  <a:pos x="connsiteX12695" y="connsiteY12695"/>
                </a:cxn>
                <a:cxn ang="0">
                  <a:pos x="connsiteX12696" y="connsiteY12696"/>
                </a:cxn>
                <a:cxn ang="0">
                  <a:pos x="connsiteX12697" y="connsiteY12697"/>
                </a:cxn>
                <a:cxn ang="0">
                  <a:pos x="connsiteX12698" y="connsiteY12698"/>
                </a:cxn>
                <a:cxn ang="0">
                  <a:pos x="connsiteX12699" y="connsiteY12699"/>
                </a:cxn>
                <a:cxn ang="0">
                  <a:pos x="connsiteX12700" y="connsiteY12700"/>
                </a:cxn>
                <a:cxn ang="0">
                  <a:pos x="connsiteX12701" y="connsiteY12701"/>
                </a:cxn>
                <a:cxn ang="0">
                  <a:pos x="connsiteX12702" y="connsiteY12702"/>
                </a:cxn>
                <a:cxn ang="0">
                  <a:pos x="connsiteX12703" y="connsiteY12703"/>
                </a:cxn>
                <a:cxn ang="0">
                  <a:pos x="connsiteX12704" y="connsiteY12704"/>
                </a:cxn>
                <a:cxn ang="0">
                  <a:pos x="connsiteX12705" y="connsiteY12705"/>
                </a:cxn>
                <a:cxn ang="0">
                  <a:pos x="connsiteX12706" y="connsiteY12706"/>
                </a:cxn>
                <a:cxn ang="0">
                  <a:pos x="connsiteX12707" y="connsiteY12707"/>
                </a:cxn>
                <a:cxn ang="0">
                  <a:pos x="connsiteX12708" y="connsiteY12708"/>
                </a:cxn>
                <a:cxn ang="0">
                  <a:pos x="connsiteX12709" y="connsiteY12709"/>
                </a:cxn>
                <a:cxn ang="0">
                  <a:pos x="connsiteX12710" y="connsiteY12710"/>
                </a:cxn>
                <a:cxn ang="0">
                  <a:pos x="connsiteX12711" y="connsiteY12711"/>
                </a:cxn>
                <a:cxn ang="0">
                  <a:pos x="connsiteX12712" y="connsiteY12712"/>
                </a:cxn>
                <a:cxn ang="0">
                  <a:pos x="connsiteX12713" y="connsiteY12713"/>
                </a:cxn>
                <a:cxn ang="0">
                  <a:pos x="connsiteX12714" y="connsiteY12714"/>
                </a:cxn>
                <a:cxn ang="0">
                  <a:pos x="connsiteX12715" y="connsiteY12715"/>
                </a:cxn>
                <a:cxn ang="0">
                  <a:pos x="connsiteX12716" y="connsiteY12716"/>
                </a:cxn>
                <a:cxn ang="0">
                  <a:pos x="connsiteX12717" y="connsiteY12717"/>
                </a:cxn>
                <a:cxn ang="0">
                  <a:pos x="connsiteX12718" y="connsiteY12718"/>
                </a:cxn>
                <a:cxn ang="0">
                  <a:pos x="connsiteX12719" y="connsiteY12719"/>
                </a:cxn>
                <a:cxn ang="0">
                  <a:pos x="connsiteX12720" y="connsiteY12720"/>
                </a:cxn>
                <a:cxn ang="0">
                  <a:pos x="connsiteX12721" y="connsiteY12721"/>
                </a:cxn>
                <a:cxn ang="0">
                  <a:pos x="connsiteX12722" y="connsiteY12722"/>
                </a:cxn>
                <a:cxn ang="0">
                  <a:pos x="connsiteX12723" y="connsiteY12723"/>
                </a:cxn>
                <a:cxn ang="0">
                  <a:pos x="connsiteX12724" y="connsiteY12724"/>
                </a:cxn>
                <a:cxn ang="0">
                  <a:pos x="connsiteX12725" y="connsiteY12725"/>
                </a:cxn>
                <a:cxn ang="0">
                  <a:pos x="connsiteX12726" y="connsiteY12726"/>
                </a:cxn>
                <a:cxn ang="0">
                  <a:pos x="connsiteX12727" y="connsiteY12727"/>
                </a:cxn>
                <a:cxn ang="0">
                  <a:pos x="connsiteX12728" y="connsiteY12728"/>
                </a:cxn>
                <a:cxn ang="0">
                  <a:pos x="connsiteX12729" y="connsiteY12729"/>
                </a:cxn>
                <a:cxn ang="0">
                  <a:pos x="connsiteX12730" y="connsiteY12730"/>
                </a:cxn>
                <a:cxn ang="0">
                  <a:pos x="connsiteX12731" y="connsiteY12731"/>
                </a:cxn>
                <a:cxn ang="0">
                  <a:pos x="connsiteX12732" y="connsiteY12732"/>
                </a:cxn>
                <a:cxn ang="0">
                  <a:pos x="connsiteX12733" y="connsiteY12733"/>
                </a:cxn>
                <a:cxn ang="0">
                  <a:pos x="connsiteX12734" y="connsiteY12734"/>
                </a:cxn>
                <a:cxn ang="0">
                  <a:pos x="connsiteX12735" y="connsiteY12735"/>
                </a:cxn>
                <a:cxn ang="0">
                  <a:pos x="connsiteX12736" y="connsiteY12736"/>
                </a:cxn>
                <a:cxn ang="0">
                  <a:pos x="connsiteX12737" y="connsiteY12737"/>
                </a:cxn>
                <a:cxn ang="0">
                  <a:pos x="connsiteX12738" y="connsiteY12738"/>
                </a:cxn>
                <a:cxn ang="0">
                  <a:pos x="connsiteX12739" y="connsiteY12739"/>
                </a:cxn>
                <a:cxn ang="0">
                  <a:pos x="connsiteX12740" y="connsiteY12740"/>
                </a:cxn>
                <a:cxn ang="0">
                  <a:pos x="connsiteX12741" y="connsiteY12741"/>
                </a:cxn>
                <a:cxn ang="0">
                  <a:pos x="connsiteX12742" y="connsiteY12742"/>
                </a:cxn>
                <a:cxn ang="0">
                  <a:pos x="connsiteX12743" y="connsiteY12743"/>
                </a:cxn>
                <a:cxn ang="0">
                  <a:pos x="connsiteX12744" y="connsiteY12744"/>
                </a:cxn>
                <a:cxn ang="0">
                  <a:pos x="connsiteX12745" y="connsiteY12745"/>
                </a:cxn>
                <a:cxn ang="0">
                  <a:pos x="connsiteX12746" y="connsiteY12746"/>
                </a:cxn>
                <a:cxn ang="0">
                  <a:pos x="connsiteX12747" y="connsiteY12747"/>
                </a:cxn>
                <a:cxn ang="0">
                  <a:pos x="connsiteX12748" y="connsiteY12748"/>
                </a:cxn>
                <a:cxn ang="0">
                  <a:pos x="connsiteX12749" y="connsiteY12749"/>
                </a:cxn>
                <a:cxn ang="0">
                  <a:pos x="connsiteX12750" y="connsiteY12750"/>
                </a:cxn>
                <a:cxn ang="0">
                  <a:pos x="connsiteX12751" y="connsiteY12751"/>
                </a:cxn>
                <a:cxn ang="0">
                  <a:pos x="connsiteX12752" y="connsiteY12752"/>
                </a:cxn>
                <a:cxn ang="0">
                  <a:pos x="connsiteX12753" y="connsiteY12753"/>
                </a:cxn>
                <a:cxn ang="0">
                  <a:pos x="connsiteX12754" y="connsiteY12754"/>
                </a:cxn>
                <a:cxn ang="0">
                  <a:pos x="connsiteX12755" y="connsiteY12755"/>
                </a:cxn>
                <a:cxn ang="0">
                  <a:pos x="connsiteX12756" y="connsiteY12756"/>
                </a:cxn>
                <a:cxn ang="0">
                  <a:pos x="connsiteX12757" y="connsiteY12757"/>
                </a:cxn>
                <a:cxn ang="0">
                  <a:pos x="connsiteX12758" y="connsiteY12758"/>
                </a:cxn>
                <a:cxn ang="0">
                  <a:pos x="connsiteX12759" y="connsiteY12759"/>
                </a:cxn>
                <a:cxn ang="0">
                  <a:pos x="connsiteX12760" y="connsiteY12760"/>
                </a:cxn>
                <a:cxn ang="0">
                  <a:pos x="connsiteX12761" y="connsiteY12761"/>
                </a:cxn>
                <a:cxn ang="0">
                  <a:pos x="connsiteX12762" y="connsiteY12762"/>
                </a:cxn>
                <a:cxn ang="0">
                  <a:pos x="connsiteX12763" y="connsiteY12763"/>
                </a:cxn>
                <a:cxn ang="0">
                  <a:pos x="connsiteX12764" y="connsiteY12764"/>
                </a:cxn>
                <a:cxn ang="0">
                  <a:pos x="connsiteX12765" y="connsiteY12765"/>
                </a:cxn>
                <a:cxn ang="0">
                  <a:pos x="connsiteX12766" y="connsiteY12766"/>
                </a:cxn>
                <a:cxn ang="0">
                  <a:pos x="connsiteX12767" y="connsiteY12767"/>
                </a:cxn>
                <a:cxn ang="0">
                  <a:pos x="connsiteX12768" y="connsiteY12768"/>
                </a:cxn>
                <a:cxn ang="0">
                  <a:pos x="connsiteX12769" y="connsiteY12769"/>
                </a:cxn>
                <a:cxn ang="0">
                  <a:pos x="connsiteX12770" y="connsiteY12770"/>
                </a:cxn>
                <a:cxn ang="0">
                  <a:pos x="connsiteX12771" y="connsiteY12771"/>
                </a:cxn>
                <a:cxn ang="0">
                  <a:pos x="connsiteX12772" y="connsiteY12772"/>
                </a:cxn>
                <a:cxn ang="0">
                  <a:pos x="connsiteX12773" y="connsiteY12773"/>
                </a:cxn>
                <a:cxn ang="0">
                  <a:pos x="connsiteX12774" y="connsiteY12774"/>
                </a:cxn>
                <a:cxn ang="0">
                  <a:pos x="connsiteX12775" y="connsiteY12775"/>
                </a:cxn>
                <a:cxn ang="0">
                  <a:pos x="connsiteX12776" y="connsiteY12776"/>
                </a:cxn>
                <a:cxn ang="0">
                  <a:pos x="connsiteX12777" y="connsiteY12777"/>
                </a:cxn>
                <a:cxn ang="0">
                  <a:pos x="connsiteX12778" y="connsiteY12778"/>
                </a:cxn>
                <a:cxn ang="0">
                  <a:pos x="connsiteX12779" y="connsiteY12779"/>
                </a:cxn>
                <a:cxn ang="0">
                  <a:pos x="connsiteX12780" y="connsiteY12780"/>
                </a:cxn>
                <a:cxn ang="0">
                  <a:pos x="connsiteX12781" y="connsiteY12781"/>
                </a:cxn>
                <a:cxn ang="0">
                  <a:pos x="connsiteX12782" y="connsiteY12782"/>
                </a:cxn>
                <a:cxn ang="0">
                  <a:pos x="connsiteX12783" y="connsiteY12783"/>
                </a:cxn>
                <a:cxn ang="0">
                  <a:pos x="connsiteX12784" y="connsiteY12784"/>
                </a:cxn>
                <a:cxn ang="0">
                  <a:pos x="connsiteX12785" y="connsiteY12785"/>
                </a:cxn>
                <a:cxn ang="0">
                  <a:pos x="connsiteX12786" y="connsiteY12786"/>
                </a:cxn>
                <a:cxn ang="0">
                  <a:pos x="connsiteX12787" y="connsiteY12787"/>
                </a:cxn>
                <a:cxn ang="0">
                  <a:pos x="connsiteX12788" y="connsiteY12788"/>
                </a:cxn>
                <a:cxn ang="0">
                  <a:pos x="connsiteX12789" y="connsiteY12789"/>
                </a:cxn>
                <a:cxn ang="0">
                  <a:pos x="connsiteX12790" y="connsiteY12790"/>
                </a:cxn>
                <a:cxn ang="0">
                  <a:pos x="connsiteX12791" y="connsiteY12791"/>
                </a:cxn>
                <a:cxn ang="0">
                  <a:pos x="connsiteX12792" y="connsiteY12792"/>
                </a:cxn>
                <a:cxn ang="0">
                  <a:pos x="connsiteX12793" y="connsiteY12793"/>
                </a:cxn>
                <a:cxn ang="0">
                  <a:pos x="connsiteX12794" y="connsiteY12794"/>
                </a:cxn>
                <a:cxn ang="0">
                  <a:pos x="connsiteX12795" y="connsiteY12795"/>
                </a:cxn>
                <a:cxn ang="0">
                  <a:pos x="connsiteX12796" y="connsiteY12796"/>
                </a:cxn>
                <a:cxn ang="0">
                  <a:pos x="connsiteX12797" y="connsiteY12797"/>
                </a:cxn>
                <a:cxn ang="0">
                  <a:pos x="connsiteX12798" y="connsiteY12798"/>
                </a:cxn>
                <a:cxn ang="0">
                  <a:pos x="connsiteX12799" y="connsiteY12799"/>
                </a:cxn>
                <a:cxn ang="0">
                  <a:pos x="connsiteX12800" y="connsiteY12800"/>
                </a:cxn>
                <a:cxn ang="0">
                  <a:pos x="connsiteX12801" y="connsiteY12801"/>
                </a:cxn>
                <a:cxn ang="0">
                  <a:pos x="connsiteX12802" y="connsiteY12802"/>
                </a:cxn>
                <a:cxn ang="0">
                  <a:pos x="connsiteX12803" y="connsiteY12803"/>
                </a:cxn>
                <a:cxn ang="0">
                  <a:pos x="connsiteX12804" y="connsiteY12804"/>
                </a:cxn>
                <a:cxn ang="0">
                  <a:pos x="connsiteX12805" y="connsiteY12805"/>
                </a:cxn>
                <a:cxn ang="0">
                  <a:pos x="connsiteX12806" y="connsiteY12806"/>
                </a:cxn>
                <a:cxn ang="0">
                  <a:pos x="connsiteX12807" y="connsiteY12807"/>
                </a:cxn>
                <a:cxn ang="0">
                  <a:pos x="connsiteX12808" y="connsiteY12808"/>
                </a:cxn>
                <a:cxn ang="0">
                  <a:pos x="connsiteX12809" y="connsiteY12809"/>
                </a:cxn>
                <a:cxn ang="0">
                  <a:pos x="connsiteX12810" y="connsiteY12810"/>
                </a:cxn>
                <a:cxn ang="0">
                  <a:pos x="connsiteX12811" y="connsiteY12811"/>
                </a:cxn>
                <a:cxn ang="0">
                  <a:pos x="connsiteX12812" y="connsiteY12812"/>
                </a:cxn>
                <a:cxn ang="0">
                  <a:pos x="connsiteX12813" y="connsiteY12813"/>
                </a:cxn>
                <a:cxn ang="0">
                  <a:pos x="connsiteX12814" y="connsiteY12814"/>
                </a:cxn>
                <a:cxn ang="0">
                  <a:pos x="connsiteX12815" y="connsiteY12815"/>
                </a:cxn>
                <a:cxn ang="0">
                  <a:pos x="connsiteX12816" y="connsiteY12816"/>
                </a:cxn>
                <a:cxn ang="0">
                  <a:pos x="connsiteX12817" y="connsiteY12817"/>
                </a:cxn>
                <a:cxn ang="0">
                  <a:pos x="connsiteX12818" y="connsiteY12818"/>
                </a:cxn>
                <a:cxn ang="0">
                  <a:pos x="connsiteX12819" y="connsiteY12819"/>
                </a:cxn>
                <a:cxn ang="0">
                  <a:pos x="connsiteX12820" y="connsiteY12820"/>
                </a:cxn>
                <a:cxn ang="0">
                  <a:pos x="connsiteX12821" y="connsiteY12821"/>
                </a:cxn>
                <a:cxn ang="0">
                  <a:pos x="connsiteX12822" y="connsiteY12822"/>
                </a:cxn>
                <a:cxn ang="0">
                  <a:pos x="connsiteX12823" y="connsiteY12823"/>
                </a:cxn>
                <a:cxn ang="0">
                  <a:pos x="connsiteX12824" y="connsiteY12824"/>
                </a:cxn>
                <a:cxn ang="0">
                  <a:pos x="connsiteX12825" y="connsiteY12825"/>
                </a:cxn>
                <a:cxn ang="0">
                  <a:pos x="connsiteX12826" y="connsiteY12826"/>
                </a:cxn>
                <a:cxn ang="0">
                  <a:pos x="connsiteX12827" y="connsiteY12827"/>
                </a:cxn>
                <a:cxn ang="0">
                  <a:pos x="connsiteX12828" y="connsiteY12828"/>
                </a:cxn>
                <a:cxn ang="0">
                  <a:pos x="connsiteX12829" y="connsiteY12829"/>
                </a:cxn>
                <a:cxn ang="0">
                  <a:pos x="connsiteX12830" y="connsiteY12830"/>
                </a:cxn>
                <a:cxn ang="0">
                  <a:pos x="connsiteX12831" y="connsiteY12831"/>
                </a:cxn>
                <a:cxn ang="0">
                  <a:pos x="connsiteX12832" y="connsiteY12832"/>
                </a:cxn>
                <a:cxn ang="0">
                  <a:pos x="connsiteX12833" y="connsiteY12833"/>
                </a:cxn>
                <a:cxn ang="0">
                  <a:pos x="connsiteX12834" y="connsiteY12834"/>
                </a:cxn>
                <a:cxn ang="0">
                  <a:pos x="connsiteX12835" y="connsiteY12835"/>
                </a:cxn>
                <a:cxn ang="0">
                  <a:pos x="connsiteX12836" y="connsiteY12836"/>
                </a:cxn>
                <a:cxn ang="0">
                  <a:pos x="connsiteX12837" y="connsiteY12837"/>
                </a:cxn>
                <a:cxn ang="0">
                  <a:pos x="connsiteX12838" y="connsiteY12838"/>
                </a:cxn>
                <a:cxn ang="0">
                  <a:pos x="connsiteX12839" y="connsiteY12839"/>
                </a:cxn>
                <a:cxn ang="0">
                  <a:pos x="connsiteX12840" y="connsiteY12840"/>
                </a:cxn>
                <a:cxn ang="0">
                  <a:pos x="connsiteX12841" y="connsiteY12841"/>
                </a:cxn>
                <a:cxn ang="0">
                  <a:pos x="connsiteX12842" y="connsiteY12842"/>
                </a:cxn>
                <a:cxn ang="0">
                  <a:pos x="connsiteX12843" y="connsiteY12843"/>
                </a:cxn>
                <a:cxn ang="0">
                  <a:pos x="connsiteX12844" y="connsiteY12844"/>
                </a:cxn>
                <a:cxn ang="0">
                  <a:pos x="connsiteX12845" y="connsiteY12845"/>
                </a:cxn>
                <a:cxn ang="0">
                  <a:pos x="connsiteX12846" y="connsiteY12846"/>
                </a:cxn>
                <a:cxn ang="0">
                  <a:pos x="connsiteX12847" y="connsiteY12847"/>
                </a:cxn>
                <a:cxn ang="0">
                  <a:pos x="connsiteX12848" y="connsiteY12848"/>
                </a:cxn>
                <a:cxn ang="0">
                  <a:pos x="connsiteX12849" y="connsiteY12849"/>
                </a:cxn>
                <a:cxn ang="0">
                  <a:pos x="connsiteX12850" y="connsiteY12850"/>
                </a:cxn>
                <a:cxn ang="0">
                  <a:pos x="connsiteX12851" y="connsiteY12851"/>
                </a:cxn>
                <a:cxn ang="0">
                  <a:pos x="connsiteX12852" y="connsiteY12852"/>
                </a:cxn>
                <a:cxn ang="0">
                  <a:pos x="connsiteX12853" y="connsiteY12853"/>
                </a:cxn>
                <a:cxn ang="0">
                  <a:pos x="connsiteX12854" y="connsiteY12854"/>
                </a:cxn>
                <a:cxn ang="0">
                  <a:pos x="connsiteX12855" y="connsiteY12855"/>
                </a:cxn>
                <a:cxn ang="0">
                  <a:pos x="connsiteX12856" y="connsiteY12856"/>
                </a:cxn>
                <a:cxn ang="0">
                  <a:pos x="connsiteX12857" y="connsiteY12857"/>
                </a:cxn>
                <a:cxn ang="0">
                  <a:pos x="connsiteX12858" y="connsiteY12858"/>
                </a:cxn>
                <a:cxn ang="0">
                  <a:pos x="connsiteX12859" y="connsiteY12859"/>
                </a:cxn>
                <a:cxn ang="0">
                  <a:pos x="connsiteX12860" y="connsiteY12860"/>
                </a:cxn>
                <a:cxn ang="0">
                  <a:pos x="connsiteX12861" y="connsiteY12861"/>
                </a:cxn>
                <a:cxn ang="0">
                  <a:pos x="connsiteX12862" y="connsiteY12862"/>
                </a:cxn>
                <a:cxn ang="0">
                  <a:pos x="connsiteX12863" y="connsiteY12863"/>
                </a:cxn>
                <a:cxn ang="0">
                  <a:pos x="connsiteX12864" y="connsiteY12864"/>
                </a:cxn>
                <a:cxn ang="0">
                  <a:pos x="connsiteX12865" y="connsiteY12865"/>
                </a:cxn>
                <a:cxn ang="0">
                  <a:pos x="connsiteX12866" y="connsiteY12866"/>
                </a:cxn>
                <a:cxn ang="0">
                  <a:pos x="connsiteX12867" y="connsiteY12867"/>
                </a:cxn>
                <a:cxn ang="0">
                  <a:pos x="connsiteX12868" y="connsiteY12868"/>
                </a:cxn>
                <a:cxn ang="0">
                  <a:pos x="connsiteX12869" y="connsiteY12869"/>
                </a:cxn>
                <a:cxn ang="0">
                  <a:pos x="connsiteX12870" y="connsiteY12870"/>
                </a:cxn>
                <a:cxn ang="0">
                  <a:pos x="connsiteX12871" y="connsiteY12871"/>
                </a:cxn>
                <a:cxn ang="0">
                  <a:pos x="connsiteX12872" y="connsiteY12872"/>
                </a:cxn>
                <a:cxn ang="0">
                  <a:pos x="connsiteX12873" y="connsiteY12873"/>
                </a:cxn>
                <a:cxn ang="0">
                  <a:pos x="connsiteX12874" y="connsiteY12874"/>
                </a:cxn>
                <a:cxn ang="0">
                  <a:pos x="connsiteX12875" y="connsiteY12875"/>
                </a:cxn>
                <a:cxn ang="0">
                  <a:pos x="connsiteX12876" y="connsiteY12876"/>
                </a:cxn>
                <a:cxn ang="0">
                  <a:pos x="connsiteX12877" y="connsiteY12877"/>
                </a:cxn>
                <a:cxn ang="0">
                  <a:pos x="connsiteX12878" y="connsiteY12878"/>
                </a:cxn>
                <a:cxn ang="0">
                  <a:pos x="connsiteX12879" y="connsiteY12879"/>
                </a:cxn>
                <a:cxn ang="0">
                  <a:pos x="connsiteX12880" y="connsiteY12880"/>
                </a:cxn>
                <a:cxn ang="0">
                  <a:pos x="connsiteX12881" y="connsiteY12881"/>
                </a:cxn>
                <a:cxn ang="0">
                  <a:pos x="connsiteX12882" y="connsiteY12882"/>
                </a:cxn>
                <a:cxn ang="0">
                  <a:pos x="connsiteX12883" y="connsiteY12883"/>
                </a:cxn>
                <a:cxn ang="0">
                  <a:pos x="connsiteX12884" y="connsiteY12884"/>
                </a:cxn>
                <a:cxn ang="0">
                  <a:pos x="connsiteX12885" y="connsiteY12885"/>
                </a:cxn>
                <a:cxn ang="0">
                  <a:pos x="connsiteX12886" y="connsiteY12886"/>
                </a:cxn>
                <a:cxn ang="0">
                  <a:pos x="connsiteX12887" y="connsiteY12887"/>
                </a:cxn>
                <a:cxn ang="0">
                  <a:pos x="connsiteX12888" y="connsiteY12888"/>
                </a:cxn>
                <a:cxn ang="0">
                  <a:pos x="connsiteX12889" y="connsiteY12889"/>
                </a:cxn>
                <a:cxn ang="0">
                  <a:pos x="connsiteX12890" y="connsiteY12890"/>
                </a:cxn>
                <a:cxn ang="0">
                  <a:pos x="connsiteX12891" y="connsiteY12891"/>
                </a:cxn>
                <a:cxn ang="0">
                  <a:pos x="connsiteX12892" y="connsiteY12892"/>
                </a:cxn>
                <a:cxn ang="0">
                  <a:pos x="connsiteX12893" y="connsiteY12893"/>
                </a:cxn>
                <a:cxn ang="0">
                  <a:pos x="connsiteX12894" y="connsiteY12894"/>
                </a:cxn>
                <a:cxn ang="0">
                  <a:pos x="connsiteX12895" y="connsiteY12895"/>
                </a:cxn>
                <a:cxn ang="0">
                  <a:pos x="connsiteX12896" y="connsiteY12896"/>
                </a:cxn>
                <a:cxn ang="0">
                  <a:pos x="connsiteX12897" y="connsiteY12897"/>
                </a:cxn>
                <a:cxn ang="0">
                  <a:pos x="connsiteX12898" y="connsiteY12898"/>
                </a:cxn>
                <a:cxn ang="0">
                  <a:pos x="connsiteX12899" y="connsiteY12899"/>
                </a:cxn>
                <a:cxn ang="0">
                  <a:pos x="connsiteX12900" y="connsiteY12900"/>
                </a:cxn>
                <a:cxn ang="0">
                  <a:pos x="connsiteX12901" y="connsiteY12901"/>
                </a:cxn>
                <a:cxn ang="0">
                  <a:pos x="connsiteX12902" y="connsiteY12902"/>
                </a:cxn>
                <a:cxn ang="0">
                  <a:pos x="connsiteX12903" y="connsiteY12903"/>
                </a:cxn>
                <a:cxn ang="0">
                  <a:pos x="connsiteX12904" y="connsiteY12904"/>
                </a:cxn>
                <a:cxn ang="0">
                  <a:pos x="connsiteX12905" y="connsiteY12905"/>
                </a:cxn>
                <a:cxn ang="0">
                  <a:pos x="connsiteX12906" y="connsiteY12906"/>
                </a:cxn>
                <a:cxn ang="0">
                  <a:pos x="connsiteX12907" y="connsiteY12907"/>
                </a:cxn>
                <a:cxn ang="0">
                  <a:pos x="connsiteX12908" y="connsiteY12908"/>
                </a:cxn>
                <a:cxn ang="0">
                  <a:pos x="connsiteX12909" y="connsiteY12909"/>
                </a:cxn>
                <a:cxn ang="0">
                  <a:pos x="connsiteX12910" y="connsiteY12910"/>
                </a:cxn>
                <a:cxn ang="0">
                  <a:pos x="connsiteX12911" y="connsiteY12911"/>
                </a:cxn>
                <a:cxn ang="0">
                  <a:pos x="connsiteX12912" y="connsiteY12912"/>
                </a:cxn>
                <a:cxn ang="0">
                  <a:pos x="connsiteX12913" y="connsiteY12913"/>
                </a:cxn>
                <a:cxn ang="0">
                  <a:pos x="connsiteX12914" y="connsiteY12914"/>
                </a:cxn>
                <a:cxn ang="0">
                  <a:pos x="connsiteX12915" y="connsiteY12915"/>
                </a:cxn>
                <a:cxn ang="0">
                  <a:pos x="connsiteX12916" y="connsiteY12916"/>
                </a:cxn>
                <a:cxn ang="0">
                  <a:pos x="connsiteX12917" y="connsiteY12917"/>
                </a:cxn>
                <a:cxn ang="0">
                  <a:pos x="connsiteX12918" y="connsiteY12918"/>
                </a:cxn>
                <a:cxn ang="0">
                  <a:pos x="connsiteX12919" y="connsiteY12919"/>
                </a:cxn>
                <a:cxn ang="0">
                  <a:pos x="connsiteX12920" y="connsiteY12920"/>
                </a:cxn>
                <a:cxn ang="0">
                  <a:pos x="connsiteX12921" y="connsiteY12921"/>
                </a:cxn>
                <a:cxn ang="0">
                  <a:pos x="connsiteX12922" y="connsiteY12922"/>
                </a:cxn>
                <a:cxn ang="0">
                  <a:pos x="connsiteX12923" y="connsiteY12923"/>
                </a:cxn>
                <a:cxn ang="0">
                  <a:pos x="connsiteX12924" y="connsiteY12924"/>
                </a:cxn>
                <a:cxn ang="0">
                  <a:pos x="connsiteX12925" y="connsiteY12925"/>
                </a:cxn>
                <a:cxn ang="0">
                  <a:pos x="connsiteX12926" y="connsiteY12926"/>
                </a:cxn>
                <a:cxn ang="0">
                  <a:pos x="connsiteX12927" y="connsiteY12927"/>
                </a:cxn>
                <a:cxn ang="0">
                  <a:pos x="connsiteX12928" y="connsiteY12928"/>
                </a:cxn>
                <a:cxn ang="0">
                  <a:pos x="connsiteX12929" y="connsiteY12929"/>
                </a:cxn>
                <a:cxn ang="0">
                  <a:pos x="connsiteX12930" y="connsiteY12930"/>
                </a:cxn>
                <a:cxn ang="0">
                  <a:pos x="connsiteX12931" y="connsiteY12931"/>
                </a:cxn>
                <a:cxn ang="0">
                  <a:pos x="connsiteX12932" y="connsiteY12932"/>
                </a:cxn>
                <a:cxn ang="0">
                  <a:pos x="connsiteX12933" y="connsiteY12933"/>
                </a:cxn>
                <a:cxn ang="0">
                  <a:pos x="connsiteX12934" y="connsiteY12934"/>
                </a:cxn>
                <a:cxn ang="0">
                  <a:pos x="connsiteX12935" y="connsiteY12935"/>
                </a:cxn>
                <a:cxn ang="0">
                  <a:pos x="connsiteX12936" y="connsiteY12936"/>
                </a:cxn>
                <a:cxn ang="0">
                  <a:pos x="connsiteX12937" y="connsiteY12937"/>
                </a:cxn>
                <a:cxn ang="0">
                  <a:pos x="connsiteX12938" y="connsiteY12938"/>
                </a:cxn>
                <a:cxn ang="0">
                  <a:pos x="connsiteX12939" y="connsiteY12939"/>
                </a:cxn>
                <a:cxn ang="0">
                  <a:pos x="connsiteX12940" y="connsiteY12940"/>
                </a:cxn>
                <a:cxn ang="0">
                  <a:pos x="connsiteX12941" y="connsiteY12941"/>
                </a:cxn>
                <a:cxn ang="0">
                  <a:pos x="connsiteX12942" y="connsiteY12942"/>
                </a:cxn>
                <a:cxn ang="0">
                  <a:pos x="connsiteX12943" y="connsiteY12943"/>
                </a:cxn>
                <a:cxn ang="0">
                  <a:pos x="connsiteX12944" y="connsiteY12944"/>
                </a:cxn>
                <a:cxn ang="0">
                  <a:pos x="connsiteX12945" y="connsiteY12945"/>
                </a:cxn>
                <a:cxn ang="0">
                  <a:pos x="connsiteX12946" y="connsiteY12946"/>
                </a:cxn>
                <a:cxn ang="0">
                  <a:pos x="connsiteX12947" y="connsiteY12947"/>
                </a:cxn>
                <a:cxn ang="0">
                  <a:pos x="connsiteX12948" y="connsiteY12948"/>
                </a:cxn>
                <a:cxn ang="0">
                  <a:pos x="connsiteX12949" y="connsiteY12949"/>
                </a:cxn>
                <a:cxn ang="0">
                  <a:pos x="connsiteX12950" y="connsiteY12950"/>
                </a:cxn>
                <a:cxn ang="0">
                  <a:pos x="connsiteX12951" y="connsiteY12951"/>
                </a:cxn>
                <a:cxn ang="0">
                  <a:pos x="connsiteX12952" y="connsiteY12952"/>
                </a:cxn>
                <a:cxn ang="0">
                  <a:pos x="connsiteX12953" y="connsiteY12953"/>
                </a:cxn>
                <a:cxn ang="0">
                  <a:pos x="connsiteX12954" y="connsiteY12954"/>
                </a:cxn>
                <a:cxn ang="0">
                  <a:pos x="connsiteX12955" y="connsiteY12955"/>
                </a:cxn>
                <a:cxn ang="0">
                  <a:pos x="connsiteX12956" y="connsiteY12956"/>
                </a:cxn>
                <a:cxn ang="0">
                  <a:pos x="connsiteX12957" y="connsiteY12957"/>
                </a:cxn>
                <a:cxn ang="0">
                  <a:pos x="connsiteX12958" y="connsiteY12958"/>
                </a:cxn>
                <a:cxn ang="0">
                  <a:pos x="connsiteX12959" y="connsiteY12959"/>
                </a:cxn>
                <a:cxn ang="0">
                  <a:pos x="connsiteX12960" y="connsiteY12960"/>
                </a:cxn>
                <a:cxn ang="0">
                  <a:pos x="connsiteX12961" y="connsiteY12961"/>
                </a:cxn>
                <a:cxn ang="0">
                  <a:pos x="connsiteX12962" y="connsiteY12962"/>
                </a:cxn>
                <a:cxn ang="0">
                  <a:pos x="connsiteX12963" y="connsiteY12963"/>
                </a:cxn>
                <a:cxn ang="0">
                  <a:pos x="connsiteX12964" y="connsiteY12964"/>
                </a:cxn>
                <a:cxn ang="0">
                  <a:pos x="connsiteX12965" y="connsiteY12965"/>
                </a:cxn>
                <a:cxn ang="0">
                  <a:pos x="connsiteX12966" y="connsiteY12966"/>
                </a:cxn>
                <a:cxn ang="0">
                  <a:pos x="connsiteX12967" y="connsiteY12967"/>
                </a:cxn>
                <a:cxn ang="0">
                  <a:pos x="connsiteX12968" y="connsiteY12968"/>
                </a:cxn>
                <a:cxn ang="0">
                  <a:pos x="connsiteX12969" y="connsiteY12969"/>
                </a:cxn>
                <a:cxn ang="0">
                  <a:pos x="connsiteX12970" y="connsiteY12970"/>
                </a:cxn>
                <a:cxn ang="0">
                  <a:pos x="connsiteX12971" y="connsiteY12971"/>
                </a:cxn>
                <a:cxn ang="0">
                  <a:pos x="connsiteX12972" y="connsiteY12972"/>
                </a:cxn>
                <a:cxn ang="0">
                  <a:pos x="connsiteX12973" y="connsiteY12973"/>
                </a:cxn>
                <a:cxn ang="0">
                  <a:pos x="connsiteX12974" y="connsiteY12974"/>
                </a:cxn>
                <a:cxn ang="0">
                  <a:pos x="connsiteX12975" y="connsiteY12975"/>
                </a:cxn>
                <a:cxn ang="0">
                  <a:pos x="connsiteX12976" y="connsiteY12976"/>
                </a:cxn>
                <a:cxn ang="0">
                  <a:pos x="connsiteX12977" y="connsiteY12977"/>
                </a:cxn>
                <a:cxn ang="0">
                  <a:pos x="connsiteX12978" y="connsiteY12978"/>
                </a:cxn>
                <a:cxn ang="0">
                  <a:pos x="connsiteX12979" y="connsiteY12979"/>
                </a:cxn>
                <a:cxn ang="0">
                  <a:pos x="connsiteX12980" y="connsiteY12980"/>
                </a:cxn>
                <a:cxn ang="0">
                  <a:pos x="connsiteX12981" y="connsiteY12981"/>
                </a:cxn>
                <a:cxn ang="0">
                  <a:pos x="connsiteX12982" y="connsiteY12982"/>
                </a:cxn>
                <a:cxn ang="0">
                  <a:pos x="connsiteX12983" y="connsiteY12983"/>
                </a:cxn>
                <a:cxn ang="0">
                  <a:pos x="connsiteX12984" y="connsiteY12984"/>
                </a:cxn>
                <a:cxn ang="0">
                  <a:pos x="connsiteX12985" y="connsiteY12985"/>
                </a:cxn>
                <a:cxn ang="0">
                  <a:pos x="connsiteX12986" y="connsiteY12986"/>
                </a:cxn>
                <a:cxn ang="0">
                  <a:pos x="connsiteX12987" y="connsiteY12987"/>
                </a:cxn>
                <a:cxn ang="0">
                  <a:pos x="connsiteX12988" y="connsiteY12988"/>
                </a:cxn>
                <a:cxn ang="0">
                  <a:pos x="connsiteX12989" y="connsiteY12989"/>
                </a:cxn>
                <a:cxn ang="0">
                  <a:pos x="connsiteX12990" y="connsiteY12990"/>
                </a:cxn>
                <a:cxn ang="0">
                  <a:pos x="connsiteX12991" y="connsiteY12991"/>
                </a:cxn>
                <a:cxn ang="0">
                  <a:pos x="connsiteX12992" y="connsiteY12992"/>
                </a:cxn>
                <a:cxn ang="0">
                  <a:pos x="connsiteX12993" y="connsiteY12993"/>
                </a:cxn>
                <a:cxn ang="0">
                  <a:pos x="connsiteX12994" y="connsiteY12994"/>
                </a:cxn>
                <a:cxn ang="0">
                  <a:pos x="connsiteX12995" y="connsiteY12995"/>
                </a:cxn>
                <a:cxn ang="0">
                  <a:pos x="connsiteX12996" y="connsiteY12996"/>
                </a:cxn>
                <a:cxn ang="0">
                  <a:pos x="connsiteX12997" y="connsiteY12997"/>
                </a:cxn>
                <a:cxn ang="0">
                  <a:pos x="connsiteX12998" y="connsiteY12998"/>
                </a:cxn>
                <a:cxn ang="0">
                  <a:pos x="connsiteX12999" y="connsiteY12999"/>
                </a:cxn>
                <a:cxn ang="0">
                  <a:pos x="connsiteX13000" y="connsiteY13000"/>
                </a:cxn>
                <a:cxn ang="0">
                  <a:pos x="connsiteX13001" y="connsiteY13001"/>
                </a:cxn>
                <a:cxn ang="0">
                  <a:pos x="connsiteX13002" y="connsiteY13002"/>
                </a:cxn>
                <a:cxn ang="0">
                  <a:pos x="connsiteX13003" y="connsiteY13003"/>
                </a:cxn>
                <a:cxn ang="0">
                  <a:pos x="connsiteX13004" y="connsiteY13004"/>
                </a:cxn>
                <a:cxn ang="0">
                  <a:pos x="connsiteX13005" y="connsiteY13005"/>
                </a:cxn>
                <a:cxn ang="0">
                  <a:pos x="connsiteX13006" y="connsiteY13006"/>
                </a:cxn>
                <a:cxn ang="0">
                  <a:pos x="connsiteX13007" y="connsiteY13007"/>
                </a:cxn>
                <a:cxn ang="0">
                  <a:pos x="connsiteX13008" y="connsiteY13008"/>
                </a:cxn>
                <a:cxn ang="0">
                  <a:pos x="connsiteX13009" y="connsiteY13009"/>
                </a:cxn>
                <a:cxn ang="0">
                  <a:pos x="connsiteX13010" y="connsiteY13010"/>
                </a:cxn>
                <a:cxn ang="0">
                  <a:pos x="connsiteX13011" y="connsiteY13011"/>
                </a:cxn>
                <a:cxn ang="0">
                  <a:pos x="connsiteX13012" y="connsiteY13012"/>
                </a:cxn>
                <a:cxn ang="0">
                  <a:pos x="connsiteX13013" y="connsiteY13013"/>
                </a:cxn>
                <a:cxn ang="0">
                  <a:pos x="connsiteX13014" y="connsiteY13014"/>
                </a:cxn>
                <a:cxn ang="0">
                  <a:pos x="connsiteX13015" y="connsiteY13015"/>
                </a:cxn>
                <a:cxn ang="0">
                  <a:pos x="connsiteX13016" y="connsiteY13016"/>
                </a:cxn>
                <a:cxn ang="0">
                  <a:pos x="connsiteX13017" y="connsiteY13017"/>
                </a:cxn>
                <a:cxn ang="0">
                  <a:pos x="connsiteX13018" y="connsiteY13018"/>
                </a:cxn>
                <a:cxn ang="0">
                  <a:pos x="connsiteX13019" y="connsiteY13019"/>
                </a:cxn>
                <a:cxn ang="0">
                  <a:pos x="connsiteX13020" y="connsiteY13020"/>
                </a:cxn>
                <a:cxn ang="0">
                  <a:pos x="connsiteX13021" y="connsiteY13021"/>
                </a:cxn>
                <a:cxn ang="0">
                  <a:pos x="connsiteX13022" y="connsiteY13022"/>
                </a:cxn>
                <a:cxn ang="0">
                  <a:pos x="connsiteX13023" y="connsiteY13023"/>
                </a:cxn>
                <a:cxn ang="0">
                  <a:pos x="connsiteX13024" y="connsiteY13024"/>
                </a:cxn>
                <a:cxn ang="0">
                  <a:pos x="connsiteX13025" y="connsiteY13025"/>
                </a:cxn>
                <a:cxn ang="0">
                  <a:pos x="connsiteX13026" y="connsiteY13026"/>
                </a:cxn>
                <a:cxn ang="0">
                  <a:pos x="connsiteX13027" y="connsiteY13027"/>
                </a:cxn>
                <a:cxn ang="0">
                  <a:pos x="connsiteX13028" y="connsiteY13028"/>
                </a:cxn>
                <a:cxn ang="0">
                  <a:pos x="connsiteX13029" y="connsiteY13029"/>
                </a:cxn>
                <a:cxn ang="0">
                  <a:pos x="connsiteX13030" y="connsiteY13030"/>
                </a:cxn>
                <a:cxn ang="0">
                  <a:pos x="connsiteX13031" y="connsiteY13031"/>
                </a:cxn>
                <a:cxn ang="0">
                  <a:pos x="connsiteX13032" y="connsiteY13032"/>
                </a:cxn>
                <a:cxn ang="0">
                  <a:pos x="connsiteX13033" y="connsiteY13033"/>
                </a:cxn>
                <a:cxn ang="0">
                  <a:pos x="connsiteX13034" y="connsiteY13034"/>
                </a:cxn>
                <a:cxn ang="0">
                  <a:pos x="connsiteX13035" y="connsiteY13035"/>
                </a:cxn>
                <a:cxn ang="0">
                  <a:pos x="connsiteX13036" y="connsiteY13036"/>
                </a:cxn>
                <a:cxn ang="0">
                  <a:pos x="connsiteX13037" y="connsiteY13037"/>
                </a:cxn>
                <a:cxn ang="0">
                  <a:pos x="connsiteX13038" y="connsiteY13038"/>
                </a:cxn>
                <a:cxn ang="0">
                  <a:pos x="connsiteX13039" y="connsiteY13039"/>
                </a:cxn>
                <a:cxn ang="0">
                  <a:pos x="connsiteX13040" y="connsiteY13040"/>
                </a:cxn>
                <a:cxn ang="0">
                  <a:pos x="connsiteX13041" y="connsiteY13041"/>
                </a:cxn>
                <a:cxn ang="0">
                  <a:pos x="connsiteX13042" y="connsiteY13042"/>
                </a:cxn>
                <a:cxn ang="0">
                  <a:pos x="connsiteX13043" y="connsiteY13043"/>
                </a:cxn>
                <a:cxn ang="0">
                  <a:pos x="connsiteX13044" y="connsiteY13044"/>
                </a:cxn>
                <a:cxn ang="0">
                  <a:pos x="connsiteX13045" y="connsiteY13045"/>
                </a:cxn>
                <a:cxn ang="0">
                  <a:pos x="connsiteX13046" y="connsiteY13046"/>
                </a:cxn>
                <a:cxn ang="0">
                  <a:pos x="connsiteX13047" y="connsiteY13047"/>
                </a:cxn>
                <a:cxn ang="0">
                  <a:pos x="connsiteX13048" y="connsiteY13048"/>
                </a:cxn>
                <a:cxn ang="0">
                  <a:pos x="connsiteX13049" y="connsiteY13049"/>
                </a:cxn>
                <a:cxn ang="0">
                  <a:pos x="connsiteX13050" y="connsiteY13050"/>
                </a:cxn>
                <a:cxn ang="0">
                  <a:pos x="connsiteX13051" y="connsiteY13051"/>
                </a:cxn>
                <a:cxn ang="0">
                  <a:pos x="connsiteX13052" y="connsiteY13052"/>
                </a:cxn>
                <a:cxn ang="0">
                  <a:pos x="connsiteX13053" y="connsiteY13053"/>
                </a:cxn>
                <a:cxn ang="0">
                  <a:pos x="connsiteX13054" y="connsiteY13054"/>
                </a:cxn>
                <a:cxn ang="0">
                  <a:pos x="connsiteX13055" y="connsiteY13055"/>
                </a:cxn>
                <a:cxn ang="0">
                  <a:pos x="connsiteX13056" y="connsiteY13056"/>
                </a:cxn>
                <a:cxn ang="0">
                  <a:pos x="connsiteX13057" y="connsiteY13057"/>
                </a:cxn>
                <a:cxn ang="0">
                  <a:pos x="connsiteX13058" y="connsiteY13058"/>
                </a:cxn>
                <a:cxn ang="0">
                  <a:pos x="connsiteX13059" y="connsiteY13059"/>
                </a:cxn>
                <a:cxn ang="0">
                  <a:pos x="connsiteX13060" y="connsiteY13060"/>
                </a:cxn>
                <a:cxn ang="0">
                  <a:pos x="connsiteX13061" y="connsiteY13061"/>
                </a:cxn>
                <a:cxn ang="0">
                  <a:pos x="connsiteX13062" y="connsiteY13062"/>
                </a:cxn>
                <a:cxn ang="0">
                  <a:pos x="connsiteX13063" y="connsiteY13063"/>
                </a:cxn>
                <a:cxn ang="0">
                  <a:pos x="connsiteX13064" y="connsiteY13064"/>
                </a:cxn>
                <a:cxn ang="0">
                  <a:pos x="connsiteX13065" y="connsiteY13065"/>
                </a:cxn>
                <a:cxn ang="0">
                  <a:pos x="connsiteX13066" y="connsiteY13066"/>
                </a:cxn>
                <a:cxn ang="0">
                  <a:pos x="connsiteX13067" y="connsiteY13067"/>
                </a:cxn>
                <a:cxn ang="0">
                  <a:pos x="connsiteX13068" y="connsiteY13068"/>
                </a:cxn>
                <a:cxn ang="0">
                  <a:pos x="connsiteX13069" y="connsiteY13069"/>
                </a:cxn>
                <a:cxn ang="0">
                  <a:pos x="connsiteX13070" y="connsiteY13070"/>
                </a:cxn>
                <a:cxn ang="0">
                  <a:pos x="connsiteX13071" y="connsiteY13071"/>
                </a:cxn>
                <a:cxn ang="0">
                  <a:pos x="connsiteX13072" y="connsiteY13072"/>
                </a:cxn>
                <a:cxn ang="0">
                  <a:pos x="connsiteX13073" y="connsiteY13073"/>
                </a:cxn>
                <a:cxn ang="0">
                  <a:pos x="connsiteX13074" y="connsiteY13074"/>
                </a:cxn>
                <a:cxn ang="0">
                  <a:pos x="connsiteX13075" y="connsiteY13075"/>
                </a:cxn>
                <a:cxn ang="0">
                  <a:pos x="connsiteX13076" y="connsiteY13076"/>
                </a:cxn>
                <a:cxn ang="0">
                  <a:pos x="connsiteX13077" y="connsiteY13077"/>
                </a:cxn>
                <a:cxn ang="0">
                  <a:pos x="connsiteX13078" y="connsiteY13078"/>
                </a:cxn>
                <a:cxn ang="0">
                  <a:pos x="connsiteX13079" y="connsiteY13079"/>
                </a:cxn>
                <a:cxn ang="0">
                  <a:pos x="connsiteX13080" y="connsiteY13080"/>
                </a:cxn>
                <a:cxn ang="0">
                  <a:pos x="connsiteX13081" y="connsiteY13081"/>
                </a:cxn>
                <a:cxn ang="0">
                  <a:pos x="connsiteX13082" y="connsiteY13082"/>
                </a:cxn>
                <a:cxn ang="0">
                  <a:pos x="connsiteX13083" y="connsiteY13083"/>
                </a:cxn>
                <a:cxn ang="0">
                  <a:pos x="connsiteX13084" y="connsiteY13084"/>
                </a:cxn>
                <a:cxn ang="0">
                  <a:pos x="connsiteX13085" y="connsiteY13085"/>
                </a:cxn>
                <a:cxn ang="0">
                  <a:pos x="connsiteX13086" y="connsiteY13086"/>
                </a:cxn>
                <a:cxn ang="0">
                  <a:pos x="connsiteX13087" y="connsiteY13087"/>
                </a:cxn>
                <a:cxn ang="0">
                  <a:pos x="connsiteX13088" y="connsiteY13088"/>
                </a:cxn>
                <a:cxn ang="0">
                  <a:pos x="connsiteX13089" y="connsiteY13089"/>
                </a:cxn>
                <a:cxn ang="0">
                  <a:pos x="connsiteX13090" y="connsiteY13090"/>
                </a:cxn>
                <a:cxn ang="0">
                  <a:pos x="connsiteX13091" y="connsiteY13091"/>
                </a:cxn>
                <a:cxn ang="0">
                  <a:pos x="connsiteX13092" y="connsiteY13092"/>
                </a:cxn>
                <a:cxn ang="0">
                  <a:pos x="connsiteX13093" y="connsiteY13093"/>
                </a:cxn>
                <a:cxn ang="0">
                  <a:pos x="connsiteX13094" y="connsiteY13094"/>
                </a:cxn>
                <a:cxn ang="0">
                  <a:pos x="connsiteX13095" y="connsiteY13095"/>
                </a:cxn>
                <a:cxn ang="0">
                  <a:pos x="connsiteX13096" y="connsiteY13096"/>
                </a:cxn>
                <a:cxn ang="0">
                  <a:pos x="connsiteX13097" y="connsiteY13097"/>
                </a:cxn>
                <a:cxn ang="0">
                  <a:pos x="connsiteX13098" y="connsiteY13098"/>
                </a:cxn>
                <a:cxn ang="0">
                  <a:pos x="connsiteX13099" y="connsiteY13099"/>
                </a:cxn>
                <a:cxn ang="0">
                  <a:pos x="connsiteX13100" y="connsiteY13100"/>
                </a:cxn>
                <a:cxn ang="0">
                  <a:pos x="connsiteX13101" y="connsiteY13101"/>
                </a:cxn>
                <a:cxn ang="0">
                  <a:pos x="connsiteX13102" y="connsiteY13102"/>
                </a:cxn>
                <a:cxn ang="0">
                  <a:pos x="connsiteX13103" y="connsiteY13103"/>
                </a:cxn>
                <a:cxn ang="0">
                  <a:pos x="connsiteX13104" y="connsiteY13104"/>
                </a:cxn>
                <a:cxn ang="0">
                  <a:pos x="connsiteX13105" y="connsiteY13105"/>
                </a:cxn>
                <a:cxn ang="0">
                  <a:pos x="connsiteX13106" y="connsiteY13106"/>
                </a:cxn>
                <a:cxn ang="0">
                  <a:pos x="connsiteX13107" y="connsiteY13107"/>
                </a:cxn>
                <a:cxn ang="0">
                  <a:pos x="connsiteX13108" y="connsiteY13108"/>
                </a:cxn>
                <a:cxn ang="0">
                  <a:pos x="connsiteX13109" y="connsiteY13109"/>
                </a:cxn>
                <a:cxn ang="0">
                  <a:pos x="connsiteX13110" y="connsiteY13110"/>
                </a:cxn>
                <a:cxn ang="0">
                  <a:pos x="connsiteX13111" y="connsiteY13111"/>
                </a:cxn>
                <a:cxn ang="0">
                  <a:pos x="connsiteX13112" y="connsiteY13112"/>
                </a:cxn>
                <a:cxn ang="0">
                  <a:pos x="connsiteX13113" y="connsiteY13113"/>
                </a:cxn>
                <a:cxn ang="0">
                  <a:pos x="connsiteX13114" y="connsiteY13114"/>
                </a:cxn>
                <a:cxn ang="0">
                  <a:pos x="connsiteX13115" y="connsiteY13115"/>
                </a:cxn>
                <a:cxn ang="0">
                  <a:pos x="connsiteX13116" y="connsiteY13116"/>
                </a:cxn>
                <a:cxn ang="0">
                  <a:pos x="connsiteX13117" y="connsiteY13117"/>
                </a:cxn>
                <a:cxn ang="0">
                  <a:pos x="connsiteX13118" y="connsiteY13118"/>
                </a:cxn>
                <a:cxn ang="0">
                  <a:pos x="connsiteX13119" y="connsiteY13119"/>
                </a:cxn>
                <a:cxn ang="0">
                  <a:pos x="connsiteX13120" y="connsiteY13120"/>
                </a:cxn>
                <a:cxn ang="0">
                  <a:pos x="connsiteX13121" y="connsiteY13121"/>
                </a:cxn>
                <a:cxn ang="0">
                  <a:pos x="connsiteX13122" y="connsiteY13122"/>
                </a:cxn>
                <a:cxn ang="0">
                  <a:pos x="connsiteX13123" y="connsiteY13123"/>
                </a:cxn>
                <a:cxn ang="0">
                  <a:pos x="connsiteX13124" y="connsiteY13124"/>
                </a:cxn>
                <a:cxn ang="0">
                  <a:pos x="connsiteX13125" y="connsiteY13125"/>
                </a:cxn>
                <a:cxn ang="0">
                  <a:pos x="connsiteX13126" y="connsiteY13126"/>
                </a:cxn>
                <a:cxn ang="0">
                  <a:pos x="connsiteX13127" y="connsiteY13127"/>
                </a:cxn>
                <a:cxn ang="0">
                  <a:pos x="connsiteX13128" y="connsiteY13128"/>
                </a:cxn>
                <a:cxn ang="0">
                  <a:pos x="connsiteX13129" y="connsiteY13129"/>
                </a:cxn>
                <a:cxn ang="0">
                  <a:pos x="connsiteX13130" y="connsiteY13130"/>
                </a:cxn>
                <a:cxn ang="0">
                  <a:pos x="connsiteX13131" y="connsiteY13131"/>
                </a:cxn>
                <a:cxn ang="0">
                  <a:pos x="connsiteX13132" y="connsiteY13132"/>
                </a:cxn>
                <a:cxn ang="0">
                  <a:pos x="connsiteX13133" y="connsiteY13133"/>
                </a:cxn>
                <a:cxn ang="0">
                  <a:pos x="connsiteX13134" y="connsiteY13134"/>
                </a:cxn>
                <a:cxn ang="0">
                  <a:pos x="connsiteX13135" y="connsiteY13135"/>
                </a:cxn>
                <a:cxn ang="0">
                  <a:pos x="connsiteX13136" y="connsiteY13136"/>
                </a:cxn>
                <a:cxn ang="0">
                  <a:pos x="connsiteX13137" y="connsiteY13137"/>
                </a:cxn>
                <a:cxn ang="0">
                  <a:pos x="connsiteX13138" y="connsiteY13138"/>
                </a:cxn>
                <a:cxn ang="0">
                  <a:pos x="connsiteX13139" y="connsiteY13139"/>
                </a:cxn>
                <a:cxn ang="0">
                  <a:pos x="connsiteX13140" y="connsiteY13140"/>
                </a:cxn>
                <a:cxn ang="0">
                  <a:pos x="connsiteX13141" y="connsiteY13141"/>
                </a:cxn>
                <a:cxn ang="0">
                  <a:pos x="connsiteX13142" y="connsiteY13142"/>
                </a:cxn>
                <a:cxn ang="0">
                  <a:pos x="connsiteX13143" y="connsiteY13143"/>
                </a:cxn>
                <a:cxn ang="0">
                  <a:pos x="connsiteX13144" y="connsiteY13144"/>
                </a:cxn>
                <a:cxn ang="0">
                  <a:pos x="connsiteX13145" y="connsiteY13145"/>
                </a:cxn>
                <a:cxn ang="0">
                  <a:pos x="connsiteX13146" y="connsiteY13146"/>
                </a:cxn>
                <a:cxn ang="0">
                  <a:pos x="connsiteX13147" y="connsiteY13147"/>
                </a:cxn>
                <a:cxn ang="0">
                  <a:pos x="connsiteX13148" y="connsiteY13148"/>
                </a:cxn>
                <a:cxn ang="0">
                  <a:pos x="connsiteX13149" y="connsiteY13149"/>
                </a:cxn>
                <a:cxn ang="0">
                  <a:pos x="connsiteX13150" y="connsiteY13150"/>
                </a:cxn>
                <a:cxn ang="0">
                  <a:pos x="connsiteX13151" y="connsiteY13151"/>
                </a:cxn>
                <a:cxn ang="0">
                  <a:pos x="connsiteX13152" y="connsiteY13152"/>
                </a:cxn>
                <a:cxn ang="0">
                  <a:pos x="connsiteX13153" y="connsiteY13153"/>
                </a:cxn>
                <a:cxn ang="0">
                  <a:pos x="connsiteX13154" y="connsiteY13154"/>
                </a:cxn>
                <a:cxn ang="0">
                  <a:pos x="connsiteX13155" y="connsiteY13155"/>
                </a:cxn>
                <a:cxn ang="0">
                  <a:pos x="connsiteX13156" y="connsiteY13156"/>
                </a:cxn>
                <a:cxn ang="0">
                  <a:pos x="connsiteX13157" y="connsiteY13157"/>
                </a:cxn>
                <a:cxn ang="0">
                  <a:pos x="connsiteX13158" y="connsiteY13158"/>
                </a:cxn>
                <a:cxn ang="0">
                  <a:pos x="connsiteX13159" y="connsiteY13159"/>
                </a:cxn>
                <a:cxn ang="0">
                  <a:pos x="connsiteX13160" y="connsiteY13160"/>
                </a:cxn>
                <a:cxn ang="0">
                  <a:pos x="connsiteX13161" y="connsiteY13161"/>
                </a:cxn>
                <a:cxn ang="0">
                  <a:pos x="connsiteX13162" y="connsiteY13162"/>
                </a:cxn>
                <a:cxn ang="0">
                  <a:pos x="connsiteX13163" y="connsiteY13163"/>
                </a:cxn>
                <a:cxn ang="0">
                  <a:pos x="connsiteX13164" y="connsiteY13164"/>
                </a:cxn>
                <a:cxn ang="0">
                  <a:pos x="connsiteX13165" y="connsiteY13165"/>
                </a:cxn>
                <a:cxn ang="0">
                  <a:pos x="connsiteX13166" y="connsiteY13166"/>
                </a:cxn>
                <a:cxn ang="0">
                  <a:pos x="connsiteX13167" y="connsiteY13167"/>
                </a:cxn>
                <a:cxn ang="0">
                  <a:pos x="connsiteX13168" y="connsiteY13168"/>
                </a:cxn>
                <a:cxn ang="0">
                  <a:pos x="connsiteX13169" y="connsiteY13169"/>
                </a:cxn>
                <a:cxn ang="0">
                  <a:pos x="connsiteX13170" y="connsiteY13170"/>
                </a:cxn>
                <a:cxn ang="0">
                  <a:pos x="connsiteX13171" y="connsiteY13171"/>
                </a:cxn>
                <a:cxn ang="0">
                  <a:pos x="connsiteX13172" y="connsiteY13172"/>
                </a:cxn>
                <a:cxn ang="0">
                  <a:pos x="connsiteX13173" y="connsiteY13173"/>
                </a:cxn>
                <a:cxn ang="0">
                  <a:pos x="connsiteX13174" y="connsiteY13174"/>
                </a:cxn>
                <a:cxn ang="0">
                  <a:pos x="connsiteX13175" y="connsiteY13175"/>
                </a:cxn>
                <a:cxn ang="0">
                  <a:pos x="connsiteX13176" y="connsiteY13176"/>
                </a:cxn>
                <a:cxn ang="0">
                  <a:pos x="connsiteX13177" y="connsiteY13177"/>
                </a:cxn>
                <a:cxn ang="0">
                  <a:pos x="connsiteX13178" y="connsiteY13178"/>
                </a:cxn>
                <a:cxn ang="0">
                  <a:pos x="connsiteX13179" y="connsiteY13179"/>
                </a:cxn>
                <a:cxn ang="0">
                  <a:pos x="connsiteX13180" y="connsiteY13180"/>
                </a:cxn>
                <a:cxn ang="0">
                  <a:pos x="connsiteX13181" y="connsiteY13181"/>
                </a:cxn>
                <a:cxn ang="0">
                  <a:pos x="connsiteX13182" y="connsiteY13182"/>
                </a:cxn>
                <a:cxn ang="0">
                  <a:pos x="connsiteX13183" y="connsiteY13183"/>
                </a:cxn>
                <a:cxn ang="0">
                  <a:pos x="connsiteX13184" y="connsiteY13184"/>
                </a:cxn>
                <a:cxn ang="0">
                  <a:pos x="connsiteX13185" y="connsiteY13185"/>
                </a:cxn>
                <a:cxn ang="0">
                  <a:pos x="connsiteX13186" y="connsiteY13186"/>
                </a:cxn>
                <a:cxn ang="0">
                  <a:pos x="connsiteX13187" y="connsiteY13187"/>
                </a:cxn>
                <a:cxn ang="0">
                  <a:pos x="connsiteX13188" y="connsiteY13188"/>
                </a:cxn>
                <a:cxn ang="0">
                  <a:pos x="connsiteX13189" y="connsiteY13189"/>
                </a:cxn>
                <a:cxn ang="0">
                  <a:pos x="connsiteX13190" y="connsiteY13190"/>
                </a:cxn>
                <a:cxn ang="0">
                  <a:pos x="connsiteX13191" y="connsiteY13191"/>
                </a:cxn>
                <a:cxn ang="0">
                  <a:pos x="connsiteX13192" y="connsiteY13192"/>
                </a:cxn>
                <a:cxn ang="0">
                  <a:pos x="connsiteX13193" y="connsiteY13193"/>
                </a:cxn>
                <a:cxn ang="0">
                  <a:pos x="connsiteX13194" y="connsiteY13194"/>
                </a:cxn>
                <a:cxn ang="0">
                  <a:pos x="connsiteX13195" y="connsiteY13195"/>
                </a:cxn>
                <a:cxn ang="0">
                  <a:pos x="connsiteX13196" y="connsiteY13196"/>
                </a:cxn>
                <a:cxn ang="0">
                  <a:pos x="connsiteX13197" y="connsiteY13197"/>
                </a:cxn>
                <a:cxn ang="0">
                  <a:pos x="connsiteX13198" y="connsiteY13198"/>
                </a:cxn>
                <a:cxn ang="0">
                  <a:pos x="connsiteX13199" y="connsiteY13199"/>
                </a:cxn>
                <a:cxn ang="0">
                  <a:pos x="connsiteX13200" y="connsiteY13200"/>
                </a:cxn>
                <a:cxn ang="0">
                  <a:pos x="connsiteX13201" y="connsiteY13201"/>
                </a:cxn>
                <a:cxn ang="0">
                  <a:pos x="connsiteX13202" y="connsiteY13202"/>
                </a:cxn>
                <a:cxn ang="0">
                  <a:pos x="connsiteX13203" y="connsiteY13203"/>
                </a:cxn>
                <a:cxn ang="0">
                  <a:pos x="connsiteX13204" y="connsiteY13204"/>
                </a:cxn>
                <a:cxn ang="0">
                  <a:pos x="connsiteX13205" y="connsiteY13205"/>
                </a:cxn>
                <a:cxn ang="0">
                  <a:pos x="connsiteX13206" y="connsiteY13206"/>
                </a:cxn>
                <a:cxn ang="0">
                  <a:pos x="connsiteX13207" y="connsiteY13207"/>
                </a:cxn>
                <a:cxn ang="0">
                  <a:pos x="connsiteX13208" y="connsiteY13208"/>
                </a:cxn>
                <a:cxn ang="0">
                  <a:pos x="connsiteX13209" y="connsiteY13209"/>
                </a:cxn>
                <a:cxn ang="0">
                  <a:pos x="connsiteX13210" y="connsiteY13210"/>
                </a:cxn>
                <a:cxn ang="0">
                  <a:pos x="connsiteX13211" y="connsiteY13211"/>
                </a:cxn>
                <a:cxn ang="0">
                  <a:pos x="connsiteX13212" y="connsiteY13212"/>
                </a:cxn>
                <a:cxn ang="0">
                  <a:pos x="connsiteX13213" y="connsiteY13213"/>
                </a:cxn>
                <a:cxn ang="0">
                  <a:pos x="connsiteX13214" y="connsiteY13214"/>
                </a:cxn>
                <a:cxn ang="0">
                  <a:pos x="connsiteX13215" y="connsiteY13215"/>
                </a:cxn>
                <a:cxn ang="0">
                  <a:pos x="connsiteX13216" y="connsiteY13216"/>
                </a:cxn>
                <a:cxn ang="0">
                  <a:pos x="connsiteX13217" y="connsiteY13217"/>
                </a:cxn>
                <a:cxn ang="0">
                  <a:pos x="connsiteX13218" y="connsiteY13218"/>
                </a:cxn>
                <a:cxn ang="0">
                  <a:pos x="connsiteX13219" y="connsiteY13219"/>
                </a:cxn>
                <a:cxn ang="0">
                  <a:pos x="connsiteX13220" y="connsiteY13220"/>
                </a:cxn>
                <a:cxn ang="0">
                  <a:pos x="connsiteX13221" y="connsiteY13221"/>
                </a:cxn>
                <a:cxn ang="0">
                  <a:pos x="connsiteX13222" y="connsiteY13222"/>
                </a:cxn>
                <a:cxn ang="0">
                  <a:pos x="connsiteX13223" y="connsiteY13223"/>
                </a:cxn>
                <a:cxn ang="0">
                  <a:pos x="connsiteX13224" y="connsiteY13224"/>
                </a:cxn>
                <a:cxn ang="0">
                  <a:pos x="connsiteX13225" y="connsiteY13225"/>
                </a:cxn>
                <a:cxn ang="0">
                  <a:pos x="connsiteX13226" y="connsiteY13226"/>
                </a:cxn>
                <a:cxn ang="0">
                  <a:pos x="connsiteX13227" y="connsiteY13227"/>
                </a:cxn>
                <a:cxn ang="0">
                  <a:pos x="connsiteX13228" y="connsiteY13228"/>
                </a:cxn>
                <a:cxn ang="0">
                  <a:pos x="connsiteX13229" y="connsiteY13229"/>
                </a:cxn>
                <a:cxn ang="0">
                  <a:pos x="connsiteX13230" y="connsiteY13230"/>
                </a:cxn>
                <a:cxn ang="0">
                  <a:pos x="connsiteX13231" y="connsiteY13231"/>
                </a:cxn>
                <a:cxn ang="0">
                  <a:pos x="connsiteX13232" y="connsiteY13232"/>
                </a:cxn>
                <a:cxn ang="0">
                  <a:pos x="connsiteX13233" y="connsiteY13233"/>
                </a:cxn>
                <a:cxn ang="0">
                  <a:pos x="connsiteX13234" y="connsiteY13234"/>
                </a:cxn>
                <a:cxn ang="0">
                  <a:pos x="connsiteX13235" y="connsiteY13235"/>
                </a:cxn>
                <a:cxn ang="0">
                  <a:pos x="connsiteX13236" y="connsiteY13236"/>
                </a:cxn>
                <a:cxn ang="0">
                  <a:pos x="connsiteX13237" y="connsiteY13237"/>
                </a:cxn>
                <a:cxn ang="0">
                  <a:pos x="connsiteX13238" y="connsiteY13238"/>
                </a:cxn>
                <a:cxn ang="0">
                  <a:pos x="connsiteX13239" y="connsiteY13239"/>
                </a:cxn>
                <a:cxn ang="0">
                  <a:pos x="connsiteX13240" y="connsiteY13240"/>
                </a:cxn>
                <a:cxn ang="0">
                  <a:pos x="connsiteX13241" y="connsiteY13241"/>
                </a:cxn>
                <a:cxn ang="0">
                  <a:pos x="connsiteX13242" y="connsiteY13242"/>
                </a:cxn>
                <a:cxn ang="0">
                  <a:pos x="connsiteX13243" y="connsiteY13243"/>
                </a:cxn>
                <a:cxn ang="0">
                  <a:pos x="connsiteX13244" y="connsiteY13244"/>
                </a:cxn>
                <a:cxn ang="0">
                  <a:pos x="connsiteX13245" y="connsiteY13245"/>
                </a:cxn>
                <a:cxn ang="0">
                  <a:pos x="connsiteX13246" y="connsiteY13246"/>
                </a:cxn>
                <a:cxn ang="0">
                  <a:pos x="connsiteX13247" y="connsiteY13247"/>
                </a:cxn>
                <a:cxn ang="0">
                  <a:pos x="connsiteX13248" y="connsiteY13248"/>
                </a:cxn>
                <a:cxn ang="0">
                  <a:pos x="connsiteX13249" y="connsiteY13249"/>
                </a:cxn>
                <a:cxn ang="0">
                  <a:pos x="connsiteX13250" y="connsiteY13250"/>
                </a:cxn>
                <a:cxn ang="0">
                  <a:pos x="connsiteX13251" y="connsiteY13251"/>
                </a:cxn>
                <a:cxn ang="0">
                  <a:pos x="connsiteX13252" y="connsiteY13252"/>
                </a:cxn>
                <a:cxn ang="0">
                  <a:pos x="connsiteX13253" y="connsiteY13253"/>
                </a:cxn>
                <a:cxn ang="0">
                  <a:pos x="connsiteX13254" y="connsiteY13254"/>
                </a:cxn>
                <a:cxn ang="0">
                  <a:pos x="connsiteX13255" y="connsiteY13255"/>
                </a:cxn>
                <a:cxn ang="0">
                  <a:pos x="connsiteX13256" y="connsiteY13256"/>
                </a:cxn>
                <a:cxn ang="0">
                  <a:pos x="connsiteX13257" y="connsiteY13257"/>
                </a:cxn>
                <a:cxn ang="0">
                  <a:pos x="connsiteX13258" y="connsiteY13258"/>
                </a:cxn>
                <a:cxn ang="0">
                  <a:pos x="connsiteX13259" y="connsiteY13259"/>
                </a:cxn>
                <a:cxn ang="0">
                  <a:pos x="connsiteX13260" y="connsiteY13260"/>
                </a:cxn>
                <a:cxn ang="0">
                  <a:pos x="connsiteX13261" y="connsiteY13261"/>
                </a:cxn>
                <a:cxn ang="0">
                  <a:pos x="connsiteX13262" y="connsiteY13262"/>
                </a:cxn>
                <a:cxn ang="0">
                  <a:pos x="connsiteX13263" y="connsiteY13263"/>
                </a:cxn>
                <a:cxn ang="0">
                  <a:pos x="connsiteX13264" y="connsiteY13264"/>
                </a:cxn>
                <a:cxn ang="0">
                  <a:pos x="connsiteX13265" y="connsiteY13265"/>
                </a:cxn>
                <a:cxn ang="0">
                  <a:pos x="connsiteX13266" y="connsiteY13266"/>
                </a:cxn>
                <a:cxn ang="0">
                  <a:pos x="connsiteX13267" y="connsiteY13267"/>
                </a:cxn>
                <a:cxn ang="0">
                  <a:pos x="connsiteX13268" y="connsiteY13268"/>
                </a:cxn>
                <a:cxn ang="0">
                  <a:pos x="connsiteX13269" y="connsiteY13269"/>
                </a:cxn>
                <a:cxn ang="0">
                  <a:pos x="connsiteX13270" y="connsiteY13270"/>
                </a:cxn>
                <a:cxn ang="0">
                  <a:pos x="connsiteX13271" y="connsiteY13271"/>
                </a:cxn>
                <a:cxn ang="0">
                  <a:pos x="connsiteX13272" y="connsiteY13272"/>
                </a:cxn>
                <a:cxn ang="0">
                  <a:pos x="connsiteX13273" y="connsiteY13273"/>
                </a:cxn>
                <a:cxn ang="0">
                  <a:pos x="connsiteX13274" y="connsiteY13274"/>
                </a:cxn>
                <a:cxn ang="0">
                  <a:pos x="connsiteX13275" y="connsiteY13275"/>
                </a:cxn>
                <a:cxn ang="0">
                  <a:pos x="connsiteX13276" y="connsiteY13276"/>
                </a:cxn>
                <a:cxn ang="0">
                  <a:pos x="connsiteX13277" y="connsiteY13277"/>
                </a:cxn>
                <a:cxn ang="0">
                  <a:pos x="connsiteX13278" y="connsiteY13278"/>
                </a:cxn>
                <a:cxn ang="0">
                  <a:pos x="connsiteX13279" y="connsiteY13279"/>
                </a:cxn>
                <a:cxn ang="0">
                  <a:pos x="connsiteX13280" y="connsiteY13280"/>
                </a:cxn>
                <a:cxn ang="0">
                  <a:pos x="connsiteX13281" y="connsiteY13281"/>
                </a:cxn>
                <a:cxn ang="0">
                  <a:pos x="connsiteX13282" y="connsiteY13282"/>
                </a:cxn>
                <a:cxn ang="0">
                  <a:pos x="connsiteX13283" y="connsiteY13283"/>
                </a:cxn>
                <a:cxn ang="0">
                  <a:pos x="connsiteX13284" y="connsiteY13284"/>
                </a:cxn>
                <a:cxn ang="0">
                  <a:pos x="connsiteX13285" y="connsiteY13285"/>
                </a:cxn>
                <a:cxn ang="0">
                  <a:pos x="connsiteX13286" y="connsiteY13286"/>
                </a:cxn>
                <a:cxn ang="0">
                  <a:pos x="connsiteX13287" y="connsiteY13287"/>
                </a:cxn>
                <a:cxn ang="0">
                  <a:pos x="connsiteX13288" y="connsiteY13288"/>
                </a:cxn>
                <a:cxn ang="0">
                  <a:pos x="connsiteX13289" y="connsiteY13289"/>
                </a:cxn>
                <a:cxn ang="0">
                  <a:pos x="connsiteX13290" y="connsiteY13290"/>
                </a:cxn>
                <a:cxn ang="0">
                  <a:pos x="connsiteX13291" y="connsiteY13291"/>
                </a:cxn>
                <a:cxn ang="0">
                  <a:pos x="connsiteX13292" y="connsiteY13292"/>
                </a:cxn>
                <a:cxn ang="0">
                  <a:pos x="connsiteX13293" y="connsiteY13293"/>
                </a:cxn>
                <a:cxn ang="0">
                  <a:pos x="connsiteX13294" y="connsiteY13294"/>
                </a:cxn>
                <a:cxn ang="0">
                  <a:pos x="connsiteX13295" y="connsiteY13295"/>
                </a:cxn>
                <a:cxn ang="0">
                  <a:pos x="connsiteX13296" y="connsiteY13296"/>
                </a:cxn>
                <a:cxn ang="0">
                  <a:pos x="connsiteX13297" y="connsiteY13297"/>
                </a:cxn>
                <a:cxn ang="0">
                  <a:pos x="connsiteX13298" y="connsiteY13298"/>
                </a:cxn>
                <a:cxn ang="0">
                  <a:pos x="connsiteX13299" y="connsiteY13299"/>
                </a:cxn>
                <a:cxn ang="0">
                  <a:pos x="connsiteX13300" y="connsiteY13300"/>
                </a:cxn>
                <a:cxn ang="0">
                  <a:pos x="connsiteX13301" y="connsiteY13301"/>
                </a:cxn>
                <a:cxn ang="0">
                  <a:pos x="connsiteX13302" y="connsiteY13302"/>
                </a:cxn>
                <a:cxn ang="0">
                  <a:pos x="connsiteX13303" y="connsiteY13303"/>
                </a:cxn>
                <a:cxn ang="0">
                  <a:pos x="connsiteX13304" y="connsiteY13304"/>
                </a:cxn>
                <a:cxn ang="0">
                  <a:pos x="connsiteX13305" y="connsiteY13305"/>
                </a:cxn>
                <a:cxn ang="0">
                  <a:pos x="connsiteX13306" y="connsiteY13306"/>
                </a:cxn>
                <a:cxn ang="0">
                  <a:pos x="connsiteX13307" y="connsiteY13307"/>
                </a:cxn>
                <a:cxn ang="0">
                  <a:pos x="connsiteX13308" y="connsiteY13308"/>
                </a:cxn>
                <a:cxn ang="0">
                  <a:pos x="connsiteX13309" y="connsiteY13309"/>
                </a:cxn>
                <a:cxn ang="0">
                  <a:pos x="connsiteX13310" y="connsiteY13310"/>
                </a:cxn>
                <a:cxn ang="0">
                  <a:pos x="connsiteX13311" y="connsiteY13311"/>
                </a:cxn>
                <a:cxn ang="0">
                  <a:pos x="connsiteX13312" y="connsiteY13312"/>
                </a:cxn>
                <a:cxn ang="0">
                  <a:pos x="connsiteX13313" y="connsiteY13313"/>
                </a:cxn>
                <a:cxn ang="0">
                  <a:pos x="connsiteX13314" y="connsiteY13314"/>
                </a:cxn>
                <a:cxn ang="0">
                  <a:pos x="connsiteX13315" y="connsiteY13315"/>
                </a:cxn>
                <a:cxn ang="0">
                  <a:pos x="connsiteX13316" y="connsiteY13316"/>
                </a:cxn>
                <a:cxn ang="0">
                  <a:pos x="connsiteX13317" y="connsiteY13317"/>
                </a:cxn>
                <a:cxn ang="0">
                  <a:pos x="connsiteX13318" y="connsiteY13318"/>
                </a:cxn>
                <a:cxn ang="0">
                  <a:pos x="connsiteX13319" y="connsiteY13319"/>
                </a:cxn>
                <a:cxn ang="0">
                  <a:pos x="connsiteX13320" y="connsiteY13320"/>
                </a:cxn>
                <a:cxn ang="0">
                  <a:pos x="connsiteX13321" y="connsiteY13321"/>
                </a:cxn>
                <a:cxn ang="0">
                  <a:pos x="connsiteX13322" y="connsiteY13322"/>
                </a:cxn>
                <a:cxn ang="0">
                  <a:pos x="connsiteX13323" y="connsiteY13323"/>
                </a:cxn>
                <a:cxn ang="0">
                  <a:pos x="connsiteX13324" y="connsiteY13324"/>
                </a:cxn>
                <a:cxn ang="0">
                  <a:pos x="connsiteX13325" y="connsiteY13325"/>
                </a:cxn>
                <a:cxn ang="0">
                  <a:pos x="connsiteX13326" y="connsiteY13326"/>
                </a:cxn>
                <a:cxn ang="0">
                  <a:pos x="connsiteX13327" y="connsiteY13327"/>
                </a:cxn>
                <a:cxn ang="0">
                  <a:pos x="connsiteX13328" y="connsiteY13328"/>
                </a:cxn>
                <a:cxn ang="0">
                  <a:pos x="connsiteX13329" y="connsiteY13329"/>
                </a:cxn>
                <a:cxn ang="0">
                  <a:pos x="connsiteX13330" y="connsiteY13330"/>
                </a:cxn>
                <a:cxn ang="0">
                  <a:pos x="connsiteX13331" y="connsiteY13331"/>
                </a:cxn>
                <a:cxn ang="0">
                  <a:pos x="connsiteX13332" y="connsiteY13332"/>
                </a:cxn>
                <a:cxn ang="0">
                  <a:pos x="connsiteX13333" y="connsiteY13333"/>
                </a:cxn>
                <a:cxn ang="0">
                  <a:pos x="connsiteX13334" y="connsiteY13334"/>
                </a:cxn>
                <a:cxn ang="0">
                  <a:pos x="connsiteX13335" y="connsiteY13335"/>
                </a:cxn>
                <a:cxn ang="0">
                  <a:pos x="connsiteX13336" y="connsiteY13336"/>
                </a:cxn>
                <a:cxn ang="0">
                  <a:pos x="connsiteX13337" y="connsiteY13337"/>
                </a:cxn>
                <a:cxn ang="0">
                  <a:pos x="connsiteX13338" y="connsiteY13338"/>
                </a:cxn>
                <a:cxn ang="0">
                  <a:pos x="connsiteX13339" y="connsiteY13339"/>
                </a:cxn>
                <a:cxn ang="0">
                  <a:pos x="connsiteX13340" y="connsiteY13340"/>
                </a:cxn>
                <a:cxn ang="0">
                  <a:pos x="connsiteX13341" y="connsiteY13341"/>
                </a:cxn>
                <a:cxn ang="0">
                  <a:pos x="connsiteX13342" y="connsiteY13342"/>
                </a:cxn>
                <a:cxn ang="0">
                  <a:pos x="connsiteX13343" y="connsiteY13343"/>
                </a:cxn>
                <a:cxn ang="0">
                  <a:pos x="connsiteX13344" y="connsiteY13344"/>
                </a:cxn>
                <a:cxn ang="0">
                  <a:pos x="connsiteX13345" y="connsiteY13345"/>
                </a:cxn>
                <a:cxn ang="0">
                  <a:pos x="connsiteX13346" y="connsiteY13346"/>
                </a:cxn>
                <a:cxn ang="0">
                  <a:pos x="connsiteX13347" y="connsiteY13347"/>
                </a:cxn>
                <a:cxn ang="0">
                  <a:pos x="connsiteX13348" y="connsiteY13348"/>
                </a:cxn>
                <a:cxn ang="0">
                  <a:pos x="connsiteX13349" y="connsiteY13349"/>
                </a:cxn>
                <a:cxn ang="0">
                  <a:pos x="connsiteX13350" y="connsiteY13350"/>
                </a:cxn>
                <a:cxn ang="0">
                  <a:pos x="connsiteX13351" y="connsiteY13351"/>
                </a:cxn>
                <a:cxn ang="0">
                  <a:pos x="connsiteX13352" y="connsiteY13352"/>
                </a:cxn>
                <a:cxn ang="0">
                  <a:pos x="connsiteX13353" y="connsiteY13353"/>
                </a:cxn>
                <a:cxn ang="0">
                  <a:pos x="connsiteX13354" y="connsiteY13354"/>
                </a:cxn>
                <a:cxn ang="0">
                  <a:pos x="connsiteX13355" y="connsiteY13355"/>
                </a:cxn>
                <a:cxn ang="0">
                  <a:pos x="connsiteX13356" y="connsiteY13356"/>
                </a:cxn>
                <a:cxn ang="0">
                  <a:pos x="connsiteX13357" y="connsiteY13357"/>
                </a:cxn>
                <a:cxn ang="0">
                  <a:pos x="connsiteX13358" y="connsiteY13358"/>
                </a:cxn>
                <a:cxn ang="0">
                  <a:pos x="connsiteX13359" y="connsiteY13359"/>
                </a:cxn>
                <a:cxn ang="0">
                  <a:pos x="connsiteX13360" y="connsiteY13360"/>
                </a:cxn>
                <a:cxn ang="0">
                  <a:pos x="connsiteX13361" y="connsiteY13361"/>
                </a:cxn>
                <a:cxn ang="0">
                  <a:pos x="connsiteX13362" y="connsiteY13362"/>
                </a:cxn>
                <a:cxn ang="0">
                  <a:pos x="connsiteX13363" y="connsiteY13363"/>
                </a:cxn>
                <a:cxn ang="0">
                  <a:pos x="connsiteX13364" y="connsiteY13364"/>
                </a:cxn>
                <a:cxn ang="0">
                  <a:pos x="connsiteX13365" y="connsiteY13365"/>
                </a:cxn>
                <a:cxn ang="0">
                  <a:pos x="connsiteX13366" y="connsiteY13366"/>
                </a:cxn>
                <a:cxn ang="0">
                  <a:pos x="connsiteX13367" y="connsiteY13367"/>
                </a:cxn>
                <a:cxn ang="0">
                  <a:pos x="connsiteX13368" y="connsiteY13368"/>
                </a:cxn>
                <a:cxn ang="0">
                  <a:pos x="connsiteX13369" y="connsiteY13369"/>
                </a:cxn>
                <a:cxn ang="0">
                  <a:pos x="connsiteX13370" y="connsiteY13370"/>
                </a:cxn>
                <a:cxn ang="0">
                  <a:pos x="connsiteX13371" y="connsiteY13371"/>
                </a:cxn>
                <a:cxn ang="0">
                  <a:pos x="connsiteX13372" y="connsiteY13372"/>
                </a:cxn>
                <a:cxn ang="0">
                  <a:pos x="connsiteX13373" y="connsiteY13373"/>
                </a:cxn>
                <a:cxn ang="0">
                  <a:pos x="connsiteX13374" y="connsiteY13374"/>
                </a:cxn>
                <a:cxn ang="0">
                  <a:pos x="connsiteX13375" y="connsiteY13375"/>
                </a:cxn>
                <a:cxn ang="0">
                  <a:pos x="connsiteX13376" y="connsiteY13376"/>
                </a:cxn>
                <a:cxn ang="0">
                  <a:pos x="connsiteX13377" y="connsiteY13377"/>
                </a:cxn>
                <a:cxn ang="0">
                  <a:pos x="connsiteX13378" y="connsiteY13378"/>
                </a:cxn>
                <a:cxn ang="0">
                  <a:pos x="connsiteX13379" y="connsiteY13379"/>
                </a:cxn>
                <a:cxn ang="0">
                  <a:pos x="connsiteX13380" y="connsiteY13380"/>
                </a:cxn>
                <a:cxn ang="0">
                  <a:pos x="connsiteX13381" y="connsiteY13381"/>
                </a:cxn>
                <a:cxn ang="0">
                  <a:pos x="connsiteX13382" y="connsiteY13382"/>
                </a:cxn>
                <a:cxn ang="0">
                  <a:pos x="connsiteX13383" y="connsiteY13383"/>
                </a:cxn>
                <a:cxn ang="0">
                  <a:pos x="connsiteX13384" y="connsiteY13384"/>
                </a:cxn>
                <a:cxn ang="0">
                  <a:pos x="connsiteX13385" y="connsiteY13385"/>
                </a:cxn>
                <a:cxn ang="0">
                  <a:pos x="connsiteX13386" y="connsiteY13386"/>
                </a:cxn>
                <a:cxn ang="0">
                  <a:pos x="connsiteX13387" y="connsiteY13387"/>
                </a:cxn>
                <a:cxn ang="0">
                  <a:pos x="connsiteX13388" y="connsiteY13388"/>
                </a:cxn>
                <a:cxn ang="0">
                  <a:pos x="connsiteX13389" y="connsiteY13389"/>
                </a:cxn>
                <a:cxn ang="0">
                  <a:pos x="connsiteX13390" y="connsiteY13390"/>
                </a:cxn>
                <a:cxn ang="0">
                  <a:pos x="connsiteX13391" y="connsiteY13391"/>
                </a:cxn>
                <a:cxn ang="0">
                  <a:pos x="connsiteX13392" y="connsiteY13392"/>
                </a:cxn>
                <a:cxn ang="0">
                  <a:pos x="connsiteX13393" y="connsiteY13393"/>
                </a:cxn>
                <a:cxn ang="0">
                  <a:pos x="connsiteX13394" y="connsiteY13394"/>
                </a:cxn>
                <a:cxn ang="0">
                  <a:pos x="connsiteX13395" y="connsiteY13395"/>
                </a:cxn>
                <a:cxn ang="0">
                  <a:pos x="connsiteX13396" y="connsiteY13396"/>
                </a:cxn>
                <a:cxn ang="0">
                  <a:pos x="connsiteX13397" y="connsiteY13397"/>
                </a:cxn>
                <a:cxn ang="0">
                  <a:pos x="connsiteX13398" y="connsiteY13398"/>
                </a:cxn>
                <a:cxn ang="0">
                  <a:pos x="connsiteX13399" y="connsiteY13399"/>
                </a:cxn>
                <a:cxn ang="0">
                  <a:pos x="connsiteX13400" y="connsiteY13400"/>
                </a:cxn>
                <a:cxn ang="0">
                  <a:pos x="connsiteX13401" y="connsiteY13401"/>
                </a:cxn>
                <a:cxn ang="0">
                  <a:pos x="connsiteX13402" y="connsiteY13402"/>
                </a:cxn>
                <a:cxn ang="0">
                  <a:pos x="connsiteX13403" y="connsiteY13403"/>
                </a:cxn>
                <a:cxn ang="0">
                  <a:pos x="connsiteX13404" y="connsiteY13404"/>
                </a:cxn>
                <a:cxn ang="0">
                  <a:pos x="connsiteX13405" y="connsiteY13405"/>
                </a:cxn>
                <a:cxn ang="0">
                  <a:pos x="connsiteX13406" y="connsiteY13406"/>
                </a:cxn>
                <a:cxn ang="0">
                  <a:pos x="connsiteX13407" y="connsiteY13407"/>
                </a:cxn>
                <a:cxn ang="0">
                  <a:pos x="connsiteX13408" y="connsiteY13408"/>
                </a:cxn>
                <a:cxn ang="0">
                  <a:pos x="connsiteX13409" y="connsiteY13409"/>
                </a:cxn>
                <a:cxn ang="0">
                  <a:pos x="connsiteX13410" y="connsiteY13410"/>
                </a:cxn>
                <a:cxn ang="0">
                  <a:pos x="connsiteX13411" y="connsiteY13411"/>
                </a:cxn>
                <a:cxn ang="0">
                  <a:pos x="connsiteX13412" y="connsiteY13412"/>
                </a:cxn>
                <a:cxn ang="0">
                  <a:pos x="connsiteX13413" y="connsiteY13413"/>
                </a:cxn>
                <a:cxn ang="0">
                  <a:pos x="connsiteX13414" y="connsiteY13414"/>
                </a:cxn>
                <a:cxn ang="0">
                  <a:pos x="connsiteX13415" y="connsiteY13415"/>
                </a:cxn>
                <a:cxn ang="0">
                  <a:pos x="connsiteX13416" y="connsiteY13416"/>
                </a:cxn>
                <a:cxn ang="0">
                  <a:pos x="connsiteX13417" y="connsiteY13417"/>
                </a:cxn>
                <a:cxn ang="0">
                  <a:pos x="connsiteX13418" y="connsiteY13418"/>
                </a:cxn>
                <a:cxn ang="0">
                  <a:pos x="connsiteX13419" y="connsiteY13419"/>
                </a:cxn>
                <a:cxn ang="0">
                  <a:pos x="connsiteX13420" y="connsiteY13420"/>
                </a:cxn>
                <a:cxn ang="0">
                  <a:pos x="connsiteX13421" y="connsiteY13421"/>
                </a:cxn>
                <a:cxn ang="0">
                  <a:pos x="connsiteX13422" y="connsiteY13422"/>
                </a:cxn>
                <a:cxn ang="0">
                  <a:pos x="connsiteX13423" y="connsiteY13423"/>
                </a:cxn>
                <a:cxn ang="0">
                  <a:pos x="connsiteX13424" y="connsiteY13424"/>
                </a:cxn>
                <a:cxn ang="0">
                  <a:pos x="connsiteX13425" y="connsiteY13425"/>
                </a:cxn>
                <a:cxn ang="0">
                  <a:pos x="connsiteX13426" y="connsiteY13426"/>
                </a:cxn>
                <a:cxn ang="0">
                  <a:pos x="connsiteX13427" y="connsiteY13427"/>
                </a:cxn>
                <a:cxn ang="0">
                  <a:pos x="connsiteX13428" y="connsiteY13428"/>
                </a:cxn>
                <a:cxn ang="0">
                  <a:pos x="connsiteX13429" y="connsiteY13429"/>
                </a:cxn>
                <a:cxn ang="0">
                  <a:pos x="connsiteX13430" y="connsiteY13430"/>
                </a:cxn>
                <a:cxn ang="0">
                  <a:pos x="connsiteX13431" y="connsiteY13431"/>
                </a:cxn>
                <a:cxn ang="0">
                  <a:pos x="connsiteX13432" y="connsiteY13432"/>
                </a:cxn>
                <a:cxn ang="0">
                  <a:pos x="connsiteX13433" y="connsiteY13433"/>
                </a:cxn>
                <a:cxn ang="0">
                  <a:pos x="connsiteX13434" y="connsiteY13434"/>
                </a:cxn>
                <a:cxn ang="0">
                  <a:pos x="connsiteX13435" y="connsiteY13435"/>
                </a:cxn>
                <a:cxn ang="0">
                  <a:pos x="connsiteX13436" y="connsiteY13436"/>
                </a:cxn>
                <a:cxn ang="0">
                  <a:pos x="connsiteX13437" y="connsiteY13437"/>
                </a:cxn>
                <a:cxn ang="0">
                  <a:pos x="connsiteX13438" y="connsiteY13438"/>
                </a:cxn>
                <a:cxn ang="0">
                  <a:pos x="connsiteX13439" y="connsiteY13439"/>
                </a:cxn>
                <a:cxn ang="0">
                  <a:pos x="connsiteX13440" y="connsiteY13440"/>
                </a:cxn>
                <a:cxn ang="0">
                  <a:pos x="connsiteX13441" y="connsiteY13441"/>
                </a:cxn>
                <a:cxn ang="0">
                  <a:pos x="connsiteX13442" y="connsiteY13442"/>
                </a:cxn>
                <a:cxn ang="0">
                  <a:pos x="connsiteX13443" y="connsiteY13443"/>
                </a:cxn>
                <a:cxn ang="0">
                  <a:pos x="connsiteX13444" y="connsiteY13444"/>
                </a:cxn>
                <a:cxn ang="0">
                  <a:pos x="connsiteX13445" y="connsiteY13445"/>
                </a:cxn>
                <a:cxn ang="0">
                  <a:pos x="connsiteX13446" y="connsiteY13446"/>
                </a:cxn>
                <a:cxn ang="0">
                  <a:pos x="connsiteX13447" y="connsiteY13447"/>
                </a:cxn>
                <a:cxn ang="0">
                  <a:pos x="connsiteX13448" y="connsiteY13448"/>
                </a:cxn>
                <a:cxn ang="0">
                  <a:pos x="connsiteX13449" y="connsiteY13449"/>
                </a:cxn>
                <a:cxn ang="0">
                  <a:pos x="connsiteX13450" y="connsiteY13450"/>
                </a:cxn>
                <a:cxn ang="0">
                  <a:pos x="connsiteX13451" y="connsiteY13451"/>
                </a:cxn>
                <a:cxn ang="0">
                  <a:pos x="connsiteX13452" y="connsiteY13452"/>
                </a:cxn>
                <a:cxn ang="0">
                  <a:pos x="connsiteX13453" y="connsiteY13453"/>
                </a:cxn>
                <a:cxn ang="0">
                  <a:pos x="connsiteX13454" y="connsiteY13454"/>
                </a:cxn>
                <a:cxn ang="0">
                  <a:pos x="connsiteX13455" y="connsiteY13455"/>
                </a:cxn>
                <a:cxn ang="0">
                  <a:pos x="connsiteX13456" y="connsiteY13456"/>
                </a:cxn>
                <a:cxn ang="0">
                  <a:pos x="connsiteX13457" y="connsiteY13457"/>
                </a:cxn>
                <a:cxn ang="0">
                  <a:pos x="connsiteX13458" y="connsiteY13458"/>
                </a:cxn>
                <a:cxn ang="0">
                  <a:pos x="connsiteX13459" y="connsiteY13459"/>
                </a:cxn>
                <a:cxn ang="0">
                  <a:pos x="connsiteX13460" y="connsiteY13460"/>
                </a:cxn>
                <a:cxn ang="0">
                  <a:pos x="connsiteX13461" y="connsiteY13461"/>
                </a:cxn>
                <a:cxn ang="0">
                  <a:pos x="connsiteX13462" y="connsiteY13462"/>
                </a:cxn>
                <a:cxn ang="0">
                  <a:pos x="connsiteX13463" y="connsiteY13463"/>
                </a:cxn>
                <a:cxn ang="0">
                  <a:pos x="connsiteX13464" y="connsiteY13464"/>
                </a:cxn>
                <a:cxn ang="0">
                  <a:pos x="connsiteX13465" y="connsiteY13465"/>
                </a:cxn>
                <a:cxn ang="0">
                  <a:pos x="connsiteX13466" y="connsiteY13466"/>
                </a:cxn>
                <a:cxn ang="0">
                  <a:pos x="connsiteX13467" y="connsiteY13467"/>
                </a:cxn>
                <a:cxn ang="0">
                  <a:pos x="connsiteX13468" y="connsiteY13468"/>
                </a:cxn>
                <a:cxn ang="0">
                  <a:pos x="connsiteX13469" y="connsiteY13469"/>
                </a:cxn>
                <a:cxn ang="0">
                  <a:pos x="connsiteX13470" y="connsiteY13470"/>
                </a:cxn>
                <a:cxn ang="0">
                  <a:pos x="connsiteX13471" y="connsiteY13471"/>
                </a:cxn>
                <a:cxn ang="0">
                  <a:pos x="connsiteX13472" y="connsiteY13472"/>
                </a:cxn>
                <a:cxn ang="0">
                  <a:pos x="connsiteX13473" y="connsiteY13473"/>
                </a:cxn>
                <a:cxn ang="0">
                  <a:pos x="connsiteX13474" y="connsiteY13474"/>
                </a:cxn>
                <a:cxn ang="0">
                  <a:pos x="connsiteX13475" y="connsiteY13475"/>
                </a:cxn>
                <a:cxn ang="0">
                  <a:pos x="connsiteX13476" y="connsiteY13476"/>
                </a:cxn>
                <a:cxn ang="0">
                  <a:pos x="connsiteX13477" y="connsiteY13477"/>
                </a:cxn>
                <a:cxn ang="0">
                  <a:pos x="connsiteX13478" y="connsiteY13478"/>
                </a:cxn>
                <a:cxn ang="0">
                  <a:pos x="connsiteX13479" y="connsiteY13479"/>
                </a:cxn>
                <a:cxn ang="0">
                  <a:pos x="connsiteX13480" y="connsiteY13480"/>
                </a:cxn>
                <a:cxn ang="0">
                  <a:pos x="connsiteX13481" y="connsiteY13481"/>
                </a:cxn>
                <a:cxn ang="0">
                  <a:pos x="connsiteX13482" y="connsiteY13482"/>
                </a:cxn>
                <a:cxn ang="0">
                  <a:pos x="connsiteX13483" y="connsiteY13483"/>
                </a:cxn>
                <a:cxn ang="0">
                  <a:pos x="connsiteX13484" y="connsiteY13484"/>
                </a:cxn>
                <a:cxn ang="0">
                  <a:pos x="connsiteX13485" y="connsiteY13485"/>
                </a:cxn>
                <a:cxn ang="0">
                  <a:pos x="connsiteX13486" y="connsiteY13486"/>
                </a:cxn>
                <a:cxn ang="0">
                  <a:pos x="connsiteX13487" y="connsiteY13487"/>
                </a:cxn>
                <a:cxn ang="0">
                  <a:pos x="connsiteX13488" y="connsiteY13488"/>
                </a:cxn>
                <a:cxn ang="0">
                  <a:pos x="connsiteX13489" y="connsiteY13489"/>
                </a:cxn>
                <a:cxn ang="0">
                  <a:pos x="connsiteX13490" y="connsiteY13490"/>
                </a:cxn>
                <a:cxn ang="0">
                  <a:pos x="connsiteX13491" y="connsiteY13491"/>
                </a:cxn>
                <a:cxn ang="0">
                  <a:pos x="connsiteX13492" y="connsiteY13492"/>
                </a:cxn>
                <a:cxn ang="0">
                  <a:pos x="connsiteX13493" y="connsiteY13493"/>
                </a:cxn>
                <a:cxn ang="0">
                  <a:pos x="connsiteX13494" y="connsiteY13494"/>
                </a:cxn>
                <a:cxn ang="0">
                  <a:pos x="connsiteX13495" y="connsiteY13495"/>
                </a:cxn>
                <a:cxn ang="0">
                  <a:pos x="connsiteX13496" y="connsiteY13496"/>
                </a:cxn>
                <a:cxn ang="0">
                  <a:pos x="connsiteX13497" y="connsiteY13497"/>
                </a:cxn>
                <a:cxn ang="0">
                  <a:pos x="connsiteX13498" y="connsiteY13498"/>
                </a:cxn>
                <a:cxn ang="0">
                  <a:pos x="connsiteX13499" y="connsiteY13499"/>
                </a:cxn>
                <a:cxn ang="0">
                  <a:pos x="connsiteX13500" y="connsiteY13500"/>
                </a:cxn>
                <a:cxn ang="0">
                  <a:pos x="connsiteX13501" y="connsiteY13501"/>
                </a:cxn>
                <a:cxn ang="0">
                  <a:pos x="connsiteX13502" y="connsiteY13502"/>
                </a:cxn>
                <a:cxn ang="0">
                  <a:pos x="connsiteX13503" y="connsiteY13503"/>
                </a:cxn>
                <a:cxn ang="0">
                  <a:pos x="connsiteX13504" y="connsiteY13504"/>
                </a:cxn>
                <a:cxn ang="0">
                  <a:pos x="connsiteX13505" y="connsiteY13505"/>
                </a:cxn>
                <a:cxn ang="0">
                  <a:pos x="connsiteX13506" y="connsiteY13506"/>
                </a:cxn>
                <a:cxn ang="0">
                  <a:pos x="connsiteX13507" y="connsiteY13507"/>
                </a:cxn>
                <a:cxn ang="0">
                  <a:pos x="connsiteX13508" y="connsiteY13508"/>
                </a:cxn>
                <a:cxn ang="0">
                  <a:pos x="connsiteX13509" y="connsiteY13509"/>
                </a:cxn>
                <a:cxn ang="0">
                  <a:pos x="connsiteX13510" y="connsiteY13510"/>
                </a:cxn>
                <a:cxn ang="0">
                  <a:pos x="connsiteX13511" y="connsiteY13511"/>
                </a:cxn>
                <a:cxn ang="0">
                  <a:pos x="connsiteX13512" y="connsiteY13512"/>
                </a:cxn>
                <a:cxn ang="0">
                  <a:pos x="connsiteX13513" y="connsiteY13513"/>
                </a:cxn>
                <a:cxn ang="0">
                  <a:pos x="connsiteX13514" y="connsiteY13514"/>
                </a:cxn>
                <a:cxn ang="0">
                  <a:pos x="connsiteX13515" y="connsiteY13515"/>
                </a:cxn>
                <a:cxn ang="0">
                  <a:pos x="connsiteX13516" y="connsiteY13516"/>
                </a:cxn>
                <a:cxn ang="0">
                  <a:pos x="connsiteX13517" y="connsiteY13517"/>
                </a:cxn>
                <a:cxn ang="0">
                  <a:pos x="connsiteX13518" y="connsiteY13518"/>
                </a:cxn>
                <a:cxn ang="0">
                  <a:pos x="connsiteX13519" y="connsiteY13519"/>
                </a:cxn>
                <a:cxn ang="0">
                  <a:pos x="connsiteX13520" y="connsiteY13520"/>
                </a:cxn>
                <a:cxn ang="0">
                  <a:pos x="connsiteX13521" y="connsiteY13521"/>
                </a:cxn>
                <a:cxn ang="0">
                  <a:pos x="connsiteX13522" y="connsiteY13522"/>
                </a:cxn>
                <a:cxn ang="0">
                  <a:pos x="connsiteX13523" y="connsiteY13523"/>
                </a:cxn>
                <a:cxn ang="0">
                  <a:pos x="connsiteX13524" y="connsiteY13524"/>
                </a:cxn>
                <a:cxn ang="0">
                  <a:pos x="connsiteX13525" y="connsiteY13525"/>
                </a:cxn>
                <a:cxn ang="0">
                  <a:pos x="connsiteX13526" y="connsiteY13526"/>
                </a:cxn>
                <a:cxn ang="0">
                  <a:pos x="connsiteX13527" y="connsiteY13527"/>
                </a:cxn>
                <a:cxn ang="0">
                  <a:pos x="connsiteX13528" y="connsiteY13528"/>
                </a:cxn>
                <a:cxn ang="0">
                  <a:pos x="connsiteX13529" y="connsiteY13529"/>
                </a:cxn>
                <a:cxn ang="0">
                  <a:pos x="connsiteX13530" y="connsiteY13530"/>
                </a:cxn>
                <a:cxn ang="0">
                  <a:pos x="connsiteX13531" y="connsiteY13531"/>
                </a:cxn>
                <a:cxn ang="0">
                  <a:pos x="connsiteX13532" y="connsiteY13532"/>
                </a:cxn>
                <a:cxn ang="0">
                  <a:pos x="connsiteX13533" y="connsiteY13533"/>
                </a:cxn>
                <a:cxn ang="0">
                  <a:pos x="connsiteX13534" y="connsiteY13534"/>
                </a:cxn>
                <a:cxn ang="0">
                  <a:pos x="connsiteX13535" y="connsiteY13535"/>
                </a:cxn>
                <a:cxn ang="0">
                  <a:pos x="connsiteX13536" y="connsiteY13536"/>
                </a:cxn>
                <a:cxn ang="0">
                  <a:pos x="connsiteX13537" y="connsiteY13537"/>
                </a:cxn>
                <a:cxn ang="0">
                  <a:pos x="connsiteX13538" y="connsiteY13538"/>
                </a:cxn>
                <a:cxn ang="0">
                  <a:pos x="connsiteX13539" y="connsiteY13539"/>
                </a:cxn>
                <a:cxn ang="0">
                  <a:pos x="connsiteX13540" y="connsiteY13540"/>
                </a:cxn>
                <a:cxn ang="0">
                  <a:pos x="connsiteX13541" y="connsiteY13541"/>
                </a:cxn>
                <a:cxn ang="0">
                  <a:pos x="connsiteX13542" y="connsiteY13542"/>
                </a:cxn>
                <a:cxn ang="0">
                  <a:pos x="connsiteX13543" y="connsiteY13543"/>
                </a:cxn>
                <a:cxn ang="0">
                  <a:pos x="connsiteX13544" y="connsiteY13544"/>
                </a:cxn>
                <a:cxn ang="0">
                  <a:pos x="connsiteX13545" y="connsiteY13545"/>
                </a:cxn>
                <a:cxn ang="0">
                  <a:pos x="connsiteX13546" y="connsiteY13546"/>
                </a:cxn>
                <a:cxn ang="0">
                  <a:pos x="connsiteX13547" y="connsiteY13547"/>
                </a:cxn>
                <a:cxn ang="0">
                  <a:pos x="connsiteX13548" y="connsiteY13548"/>
                </a:cxn>
                <a:cxn ang="0">
                  <a:pos x="connsiteX13549" y="connsiteY13549"/>
                </a:cxn>
                <a:cxn ang="0">
                  <a:pos x="connsiteX13550" y="connsiteY13550"/>
                </a:cxn>
                <a:cxn ang="0">
                  <a:pos x="connsiteX13551" y="connsiteY13551"/>
                </a:cxn>
                <a:cxn ang="0">
                  <a:pos x="connsiteX13552" y="connsiteY13552"/>
                </a:cxn>
                <a:cxn ang="0">
                  <a:pos x="connsiteX13553" y="connsiteY13553"/>
                </a:cxn>
                <a:cxn ang="0">
                  <a:pos x="connsiteX13554" y="connsiteY13554"/>
                </a:cxn>
                <a:cxn ang="0">
                  <a:pos x="connsiteX13555" y="connsiteY13555"/>
                </a:cxn>
                <a:cxn ang="0">
                  <a:pos x="connsiteX13556" y="connsiteY13556"/>
                </a:cxn>
                <a:cxn ang="0">
                  <a:pos x="connsiteX13557" y="connsiteY13557"/>
                </a:cxn>
                <a:cxn ang="0">
                  <a:pos x="connsiteX13558" y="connsiteY13558"/>
                </a:cxn>
                <a:cxn ang="0">
                  <a:pos x="connsiteX13559" y="connsiteY13559"/>
                </a:cxn>
                <a:cxn ang="0">
                  <a:pos x="connsiteX13560" y="connsiteY13560"/>
                </a:cxn>
                <a:cxn ang="0">
                  <a:pos x="connsiteX13561" y="connsiteY13561"/>
                </a:cxn>
                <a:cxn ang="0">
                  <a:pos x="connsiteX13562" y="connsiteY13562"/>
                </a:cxn>
                <a:cxn ang="0">
                  <a:pos x="connsiteX13563" y="connsiteY13563"/>
                </a:cxn>
                <a:cxn ang="0">
                  <a:pos x="connsiteX13564" y="connsiteY13564"/>
                </a:cxn>
                <a:cxn ang="0">
                  <a:pos x="connsiteX13565" y="connsiteY13565"/>
                </a:cxn>
                <a:cxn ang="0">
                  <a:pos x="connsiteX13566" y="connsiteY13566"/>
                </a:cxn>
                <a:cxn ang="0">
                  <a:pos x="connsiteX13567" y="connsiteY13567"/>
                </a:cxn>
                <a:cxn ang="0">
                  <a:pos x="connsiteX13568" y="connsiteY13568"/>
                </a:cxn>
                <a:cxn ang="0">
                  <a:pos x="connsiteX13569" y="connsiteY13569"/>
                </a:cxn>
                <a:cxn ang="0">
                  <a:pos x="connsiteX13570" y="connsiteY13570"/>
                </a:cxn>
                <a:cxn ang="0">
                  <a:pos x="connsiteX13571" y="connsiteY13571"/>
                </a:cxn>
                <a:cxn ang="0">
                  <a:pos x="connsiteX13572" y="connsiteY13572"/>
                </a:cxn>
                <a:cxn ang="0">
                  <a:pos x="connsiteX13573" y="connsiteY13573"/>
                </a:cxn>
                <a:cxn ang="0">
                  <a:pos x="connsiteX13574" y="connsiteY13574"/>
                </a:cxn>
                <a:cxn ang="0">
                  <a:pos x="connsiteX13575" y="connsiteY13575"/>
                </a:cxn>
                <a:cxn ang="0">
                  <a:pos x="connsiteX13576" y="connsiteY13576"/>
                </a:cxn>
                <a:cxn ang="0">
                  <a:pos x="connsiteX13577" y="connsiteY13577"/>
                </a:cxn>
                <a:cxn ang="0">
                  <a:pos x="connsiteX13578" y="connsiteY13578"/>
                </a:cxn>
                <a:cxn ang="0">
                  <a:pos x="connsiteX13579" y="connsiteY13579"/>
                </a:cxn>
                <a:cxn ang="0">
                  <a:pos x="connsiteX13580" y="connsiteY13580"/>
                </a:cxn>
                <a:cxn ang="0">
                  <a:pos x="connsiteX13581" y="connsiteY13581"/>
                </a:cxn>
                <a:cxn ang="0">
                  <a:pos x="connsiteX13582" y="connsiteY13582"/>
                </a:cxn>
                <a:cxn ang="0">
                  <a:pos x="connsiteX13583" y="connsiteY13583"/>
                </a:cxn>
                <a:cxn ang="0">
                  <a:pos x="connsiteX13584" y="connsiteY13584"/>
                </a:cxn>
                <a:cxn ang="0">
                  <a:pos x="connsiteX13585" y="connsiteY13585"/>
                </a:cxn>
                <a:cxn ang="0">
                  <a:pos x="connsiteX13586" y="connsiteY13586"/>
                </a:cxn>
                <a:cxn ang="0">
                  <a:pos x="connsiteX13587" y="connsiteY13587"/>
                </a:cxn>
                <a:cxn ang="0">
                  <a:pos x="connsiteX13588" y="connsiteY13588"/>
                </a:cxn>
                <a:cxn ang="0">
                  <a:pos x="connsiteX13589" y="connsiteY13589"/>
                </a:cxn>
                <a:cxn ang="0">
                  <a:pos x="connsiteX13590" y="connsiteY13590"/>
                </a:cxn>
                <a:cxn ang="0">
                  <a:pos x="connsiteX13591" y="connsiteY13591"/>
                </a:cxn>
                <a:cxn ang="0">
                  <a:pos x="connsiteX13592" y="connsiteY13592"/>
                </a:cxn>
                <a:cxn ang="0">
                  <a:pos x="connsiteX13593" y="connsiteY13593"/>
                </a:cxn>
                <a:cxn ang="0">
                  <a:pos x="connsiteX13594" y="connsiteY13594"/>
                </a:cxn>
                <a:cxn ang="0">
                  <a:pos x="connsiteX13595" y="connsiteY13595"/>
                </a:cxn>
                <a:cxn ang="0">
                  <a:pos x="connsiteX13596" y="connsiteY13596"/>
                </a:cxn>
                <a:cxn ang="0">
                  <a:pos x="connsiteX13597" y="connsiteY13597"/>
                </a:cxn>
                <a:cxn ang="0">
                  <a:pos x="connsiteX13598" y="connsiteY13598"/>
                </a:cxn>
                <a:cxn ang="0">
                  <a:pos x="connsiteX13599" y="connsiteY13599"/>
                </a:cxn>
                <a:cxn ang="0">
                  <a:pos x="connsiteX13600" y="connsiteY13600"/>
                </a:cxn>
                <a:cxn ang="0">
                  <a:pos x="connsiteX13601" y="connsiteY13601"/>
                </a:cxn>
                <a:cxn ang="0">
                  <a:pos x="connsiteX13602" y="connsiteY13602"/>
                </a:cxn>
                <a:cxn ang="0">
                  <a:pos x="connsiteX13603" y="connsiteY13603"/>
                </a:cxn>
                <a:cxn ang="0">
                  <a:pos x="connsiteX13604" y="connsiteY13604"/>
                </a:cxn>
                <a:cxn ang="0">
                  <a:pos x="connsiteX13605" y="connsiteY13605"/>
                </a:cxn>
                <a:cxn ang="0">
                  <a:pos x="connsiteX13606" y="connsiteY13606"/>
                </a:cxn>
                <a:cxn ang="0">
                  <a:pos x="connsiteX13607" y="connsiteY13607"/>
                </a:cxn>
                <a:cxn ang="0">
                  <a:pos x="connsiteX13608" y="connsiteY13608"/>
                </a:cxn>
                <a:cxn ang="0">
                  <a:pos x="connsiteX13609" y="connsiteY13609"/>
                </a:cxn>
                <a:cxn ang="0">
                  <a:pos x="connsiteX13610" y="connsiteY13610"/>
                </a:cxn>
                <a:cxn ang="0">
                  <a:pos x="connsiteX13611" y="connsiteY13611"/>
                </a:cxn>
                <a:cxn ang="0">
                  <a:pos x="connsiteX13612" y="connsiteY13612"/>
                </a:cxn>
                <a:cxn ang="0">
                  <a:pos x="connsiteX13613" y="connsiteY13613"/>
                </a:cxn>
                <a:cxn ang="0">
                  <a:pos x="connsiteX13614" y="connsiteY13614"/>
                </a:cxn>
                <a:cxn ang="0">
                  <a:pos x="connsiteX13615" y="connsiteY13615"/>
                </a:cxn>
                <a:cxn ang="0">
                  <a:pos x="connsiteX13616" y="connsiteY13616"/>
                </a:cxn>
                <a:cxn ang="0">
                  <a:pos x="connsiteX13617" y="connsiteY13617"/>
                </a:cxn>
                <a:cxn ang="0">
                  <a:pos x="connsiteX13618" y="connsiteY13618"/>
                </a:cxn>
                <a:cxn ang="0">
                  <a:pos x="connsiteX13619" y="connsiteY13619"/>
                </a:cxn>
                <a:cxn ang="0">
                  <a:pos x="connsiteX13620" y="connsiteY13620"/>
                </a:cxn>
                <a:cxn ang="0">
                  <a:pos x="connsiteX13621" y="connsiteY13621"/>
                </a:cxn>
                <a:cxn ang="0">
                  <a:pos x="connsiteX13622" y="connsiteY13622"/>
                </a:cxn>
                <a:cxn ang="0">
                  <a:pos x="connsiteX13623" y="connsiteY13623"/>
                </a:cxn>
                <a:cxn ang="0">
                  <a:pos x="connsiteX13624" y="connsiteY13624"/>
                </a:cxn>
                <a:cxn ang="0">
                  <a:pos x="connsiteX13625" y="connsiteY13625"/>
                </a:cxn>
                <a:cxn ang="0">
                  <a:pos x="connsiteX13626" y="connsiteY13626"/>
                </a:cxn>
                <a:cxn ang="0">
                  <a:pos x="connsiteX13627" y="connsiteY13627"/>
                </a:cxn>
                <a:cxn ang="0">
                  <a:pos x="connsiteX13628" y="connsiteY13628"/>
                </a:cxn>
                <a:cxn ang="0">
                  <a:pos x="connsiteX13629" y="connsiteY13629"/>
                </a:cxn>
                <a:cxn ang="0">
                  <a:pos x="connsiteX13630" y="connsiteY13630"/>
                </a:cxn>
                <a:cxn ang="0">
                  <a:pos x="connsiteX13631" y="connsiteY13631"/>
                </a:cxn>
                <a:cxn ang="0">
                  <a:pos x="connsiteX13632" y="connsiteY13632"/>
                </a:cxn>
                <a:cxn ang="0">
                  <a:pos x="connsiteX13633" y="connsiteY13633"/>
                </a:cxn>
                <a:cxn ang="0">
                  <a:pos x="connsiteX13634" y="connsiteY13634"/>
                </a:cxn>
                <a:cxn ang="0">
                  <a:pos x="connsiteX13635" y="connsiteY13635"/>
                </a:cxn>
                <a:cxn ang="0">
                  <a:pos x="connsiteX13636" y="connsiteY13636"/>
                </a:cxn>
                <a:cxn ang="0">
                  <a:pos x="connsiteX13637" y="connsiteY13637"/>
                </a:cxn>
                <a:cxn ang="0">
                  <a:pos x="connsiteX13638" y="connsiteY13638"/>
                </a:cxn>
                <a:cxn ang="0">
                  <a:pos x="connsiteX13639" y="connsiteY13639"/>
                </a:cxn>
                <a:cxn ang="0">
                  <a:pos x="connsiteX13640" y="connsiteY13640"/>
                </a:cxn>
                <a:cxn ang="0">
                  <a:pos x="connsiteX13641" y="connsiteY13641"/>
                </a:cxn>
                <a:cxn ang="0">
                  <a:pos x="connsiteX13642" y="connsiteY13642"/>
                </a:cxn>
                <a:cxn ang="0">
                  <a:pos x="connsiteX13643" y="connsiteY13643"/>
                </a:cxn>
                <a:cxn ang="0">
                  <a:pos x="connsiteX13644" y="connsiteY13644"/>
                </a:cxn>
                <a:cxn ang="0">
                  <a:pos x="connsiteX13645" y="connsiteY13645"/>
                </a:cxn>
                <a:cxn ang="0">
                  <a:pos x="connsiteX13646" y="connsiteY13646"/>
                </a:cxn>
                <a:cxn ang="0">
                  <a:pos x="connsiteX13647" y="connsiteY13647"/>
                </a:cxn>
                <a:cxn ang="0">
                  <a:pos x="connsiteX13648" y="connsiteY13648"/>
                </a:cxn>
                <a:cxn ang="0">
                  <a:pos x="connsiteX13649" y="connsiteY13649"/>
                </a:cxn>
                <a:cxn ang="0">
                  <a:pos x="connsiteX13650" y="connsiteY13650"/>
                </a:cxn>
                <a:cxn ang="0">
                  <a:pos x="connsiteX13651" y="connsiteY13651"/>
                </a:cxn>
                <a:cxn ang="0">
                  <a:pos x="connsiteX13652" y="connsiteY13652"/>
                </a:cxn>
                <a:cxn ang="0">
                  <a:pos x="connsiteX13653" y="connsiteY13653"/>
                </a:cxn>
                <a:cxn ang="0">
                  <a:pos x="connsiteX13654" y="connsiteY13654"/>
                </a:cxn>
                <a:cxn ang="0">
                  <a:pos x="connsiteX13655" y="connsiteY13655"/>
                </a:cxn>
                <a:cxn ang="0">
                  <a:pos x="connsiteX13656" y="connsiteY13656"/>
                </a:cxn>
                <a:cxn ang="0">
                  <a:pos x="connsiteX13657" y="connsiteY13657"/>
                </a:cxn>
                <a:cxn ang="0">
                  <a:pos x="connsiteX13658" y="connsiteY13658"/>
                </a:cxn>
                <a:cxn ang="0">
                  <a:pos x="connsiteX13659" y="connsiteY13659"/>
                </a:cxn>
                <a:cxn ang="0">
                  <a:pos x="connsiteX13660" y="connsiteY13660"/>
                </a:cxn>
                <a:cxn ang="0">
                  <a:pos x="connsiteX13661" y="connsiteY13661"/>
                </a:cxn>
                <a:cxn ang="0">
                  <a:pos x="connsiteX13662" y="connsiteY13662"/>
                </a:cxn>
                <a:cxn ang="0">
                  <a:pos x="connsiteX13663" y="connsiteY13663"/>
                </a:cxn>
                <a:cxn ang="0">
                  <a:pos x="connsiteX13664" y="connsiteY13664"/>
                </a:cxn>
                <a:cxn ang="0">
                  <a:pos x="connsiteX13665" y="connsiteY13665"/>
                </a:cxn>
                <a:cxn ang="0">
                  <a:pos x="connsiteX13666" y="connsiteY13666"/>
                </a:cxn>
                <a:cxn ang="0">
                  <a:pos x="connsiteX13667" y="connsiteY13667"/>
                </a:cxn>
                <a:cxn ang="0">
                  <a:pos x="connsiteX13668" y="connsiteY13668"/>
                </a:cxn>
                <a:cxn ang="0">
                  <a:pos x="connsiteX13669" y="connsiteY13669"/>
                </a:cxn>
                <a:cxn ang="0">
                  <a:pos x="connsiteX13670" y="connsiteY13670"/>
                </a:cxn>
                <a:cxn ang="0">
                  <a:pos x="connsiteX13671" y="connsiteY13671"/>
                </a:cxn>
                <a:cxn ang="0">
                  <a:pos x="connsiteX13672" y="connsiteY13672"/>
                </a:cxn>
                <a:cxn ang="0">
                  <a:pos x="connsiteX13673" y="connsiteY13673"/>
                </a:cxn>
                <a:cxn ang="0">
                  <a:pos x="connsiteX13674" y="connsiteY13674"/>
                </a:cxn>
                <a:cxn ang="0">
                  <a:pos x="connsiteX13675" y="connsiteY13675"/>
                </a:cxn>
                <a:cxn ang="0">
                  <a:pos x="connsiteX13676" y="connsiteY13676"/>
                </a:cxn>
                <a:cxn ang="0">
                  <a:pos x="connsiteX13677" y="connsiteY13677"/>
                </a:cxn>
                <a:cxn ang="0">
                  <a:pos x="connsiteX13678" y="connsiteY13678"/>
                </a:cxn>
                <a:cxn ang="0">
                  <a:pos x="connsiteX13679" y="connsiteY13679"/>
                </a:cxn>
                <a:cxn ang="0">
                  <a:pos x="connsiteX13680" y="connsiteY13680"/>
                </a:cxn>
                <a:cxn ang="0">
                  <a:pos x="connsiteX13681" y="connsiteY13681"/>
                </a:cxn>
                <a:cxn ang="0">
                  <a:pos x="connsiteX13682" y="connsiteY13682"/>
                </a:cxn>
                <a:cxn ang="0">
                  <a:pos x="connsiteX13683" y="connsiteY13683"/>
                </a:cxn>
                <a:cxn ang="0">
                  <a:pos x="connsiteX13684" y="connsiteY13684"/>
                </a:cxn>
                <a:cxn ang="0">
                  <a:pos x="connsiteX13685" y="connsiteY13685"/>
                </a:cxn>
                <a:cxn ang="0">
                  <a:pos x="connsiteX13686" y="connsiteY13686"/>
                </a:cxn>
                <a:cxn ang="0">
                  <a:pos x="connsiteX13687" y="connsiteY13687"/>
                </a:cxn>
                <a:cxn ang="0">
                  <a:pos x="connsiteX13688" y="connsiteY13688"/>
                </a:cxn>
                <a:cxn ang="0">
                  <a:pos x="connsiteX13689" y="connsiteY13689"/>
                </a:cxn>
                <a:cxn ang="0">
                  <a:pos x="connsiteX13690" y="connsiteY13690"/>
                </a:cxn>
                <a:cxn ang="0">
                  <a:pos x="connsiteX13691" y="connsiteY13691"/>
                </a:cxn>
                <a:cxn ang="0">
                  <a:pos x="connsiteX13692" y="connsiteY13692"/>
                </a:cxn>
                <a:cxn ang="0">
                  <a:pos x="connsiteX13693" y="connsiteY13693"/>
                </a:cxn>
                <a:cxn ang="0">
                  <a:pos x="connsiteX13694" y="connsiteY13694"/>
                </a:cxn>
                <a:cxn ang="0">
                  <a:pos x="connsiteX13695" y="connsiteY13695"/>
                </a:cxn>
                <a:cxn ang="0">
                  <a:pos x="connsiteX13696" y="connsiteY13696"/>
                </a:cxn>
                <a:cxn ang="0">
                  <a:pos x="connsiteX13697" y="connsiteY13697"/>
                </a:cxn>
                <a:cxn ang="0">
                  <a:pos x="connsiteX13698" y="connsiteY13698"/>
                </a:cxn>
                <a:cxn ang="0">
                  <a:pos x="connsiteX13699" y="connsiteY13699"/>
                </a:cxn>
                <a:cxn ang="0">
                  <a:pos x="connsiteX13700" y="connsiteY13700"/>
                </a:cxn>
                <a:cxn ang="0">
                  <a:pos x="connsiteX13701" y="connsiteY13701"/>
                </a:cxn>
                <a:cxn ang="0">
                  <a:pos x="connsiteX13702" y="connsiteY13702"/>
                </a:cxn>
                <a:cxn ang="0">
                  <a:pos x="connsiteX13703" y="connsiteY13703"/>
                </a:cxn>
                <a:cxn ang="0">
                  <a:pos x="connsiteX13704" y="connsiteY13704"/>
                </a:cxn>
                <a:cxn ang="0">
                  <a:pos x="connsiteX13705" y="connsiteY13705"/>
                </a:cxn>
                <a:cxn ang="0">
                  <a:pos x="connsiteX13706" y="connsiteY13706"/>
                </a:cxn>
                <a:cxn ang="0">
                  <a:pos x="connsiteX13707" y="connsiteY13707"/>
                </a:cxn>
                <a:cxn ang="0">
                  <a:pos x="connsiteX13708" y="connsiteY13708"/>
                </a:cxn>
                <a:cxn ang="0">
                  <a:pos x="connsiteX13709" y="connsiteY13709"/>
                </a:cxn>
                <a:cxn ang="0">
                  <a:pos x="connsiteX13710" y="connsiteY13710"/>
                </a:cxn>
                <a:cxn ang="0">
                  <a:pos x="connsiteX13711" y="connsiteY13711"/>
                </a:cxn>
                <a:cxn ang="0">
                  <a:pos x="connsiteX13712" y="connsiteY13712"/>
                </a:cxn>
                <a:cxn ang="0">
                  <a:pos x="connsiteX13713" y="connsiteY13713"/>
                </a:cxn>
                <a:cxn ang="0">
                  <a:pos x="connsiteX13714" y="connsiteY13714"/>
                </a:cxn>
                <a:cxn ang="0">
                  <a:pos x="connsiteX13715" y="connsiteY13715"/>
                </a:cxn>
                <a:cxn ang="0">
                  <a:pos x="connsiteX13716" y="connsiteY13716"/>
                </a:cxn>
                <a:cxn ang="0">
                  <a:pos x="connsiteX13717" y="connsiteY13717"/>
                </a:cxn>
                <a:cxn ang="0">
                  <a:pos x="connsiteX13718" y="connsiteY13718"/>
                </a:cxn>
                <a:cxn ang="0">
                  <a:pos x="connsiteX13719" y="connsiteY13719"/>
                </a:cxn>
                <a:cxn ang="0">
                  <a:pos x="connsiteX13720" y="connsiteY13720"/>
                </a:cxn>
                <a:cxn ang="0">
                  <a:pos x="connsiteX13721" y="connsiteY13721"/>
                </a:cxn>
                <a:cxn ang="0">
                  <a:pos x="connsiteX13722" y="connsiteY13722"/>
                </a:cxn>
                <a:cxn ang="0">
                  <a:pos x="connsiteX13723" y="connsiteY13723"/>
                </a:cxn>
                <a:cxn ang="0">
                  <a:pos x="connsiteX13724" y="connsiteY13724"/>
                </a:cxn>
                <a:cxn ang="0">
                  <a:pos x="connsiteX13725" y="connsiteY13725"/>
                </a:cxn>
                <a:cxn ang="0">
                  <a:pos x="connsiteX13726" y="connsiteY13726"/>
                </a:cxn>
                <a:cxn ang="0">
                  <a:pos x="connsiteX13727" y="connsiteY13727"/>
                </a:cxn>
                <a:cxn ang="0">
                  <a:pos x="connsiteX13728" y="connsiteY13728"/>
                </a:cxn>
                <a:cxn ang="0">
                  <a:pos x="connsiteX13729" y="connsiteY13729"/>
                </a:cxn>
                <a:cxn ang="0">
                  <a:pos x="connsiteX13730" y="connsiteY13730"/>
                </a:cxn>
                <a:cxn ang="0">
                  <a:pos x="connsiteX13731" y="connsiteY13731"/>
                </a:cxn>
                <a:cxn ang="0">
                  <a:pos x="connsiteX13732" y="connsiteY13732"/>
                </a:cxn>
                <a:cxn ang="0">
                  <a:pos x="connsiteX13733" y="connsiteY13733"/>
                </a:cxn>
                <a:cxn ang="0">
                  <a:pos x="connsiteX13734" y="connsiteY13734"/>
                </a:cxn>
                <a:cxn ang="0">
                  <a:pos x="connsiteX13735" y="connsiteY13735"/>
                </a:cxn>
                <a:cxn ang="0">
                  <a:pos x="connsiteX13736" y="connsiteY13736"/>
                </a:cxn>
                <a:cxn ang="0">
                  <a:pos x="connsiteX13737" y="connsiteY13737"/>
                </a:cxn>
                <a:cxn ang="0">
                  <a:pos x="connsiteX13738" y="connsiteY13738"/>
                </a:cxn>
                <a:cxn ang="0">
                  <a:pos x="connsiteX13739" y="connsiteY13739"/>
                </a:cxn>
                <a:cxn ang="0">
                  <a:pos x="connsiteX13740" y="connsiteY13740"/>
                </a:cxn>
                <a:cxn ang="0">
                  <a:pos x="connsiteX13741" y="connsiteY13741"/>
                </a:cxn>
                <a:cxn ang="0">
                  <a:pos x="connsiteX13742" y="connsiteY13742"/>
                </a:cxn>
                <a:cxn ang="0">
                  <a:pos x="connsiteX13743" y="connsiteY13743"/>
                </a:cxn>
                <a:cxn ang="0">
                  <a:pos x="connsiteX13744" y="connsiteY13744"/>
                </a:cxn>
                <a:cxn ang="0">
                  <a:pos x="connsiteX13745" y="connsiteY13745"/>
                </a:cxn>
                <a:cxn ang="0">
                  <a:pos x="connsiteX13746" y="connsiteY13746"/>
                </a:cxn>
                <a:cxn ang="0">
                  <a:pos x="connsiteX13747" y="connsiteY13747"/>
                </a:cxn>
                <a:cxn ang="0">
                  <a:pos x="connsiteX13748" y="connsiteY13748"/>
                </a:cxn>
                <a:cxn ang="0">
                  <a:pos x="connsiteX13749" y="connsiteY13749"/>
                </a:cxn>
                <a:cxn ang="0">
                  <a:pos x="connsiteX13750" y="connsiteY13750"/>
                </a:cxn>
                <a:cxn ang="0">
                  <a:pos x="connsiteX13751" y="connsiteY13751"/>
                </a:cxn>
                <a:cxn ang="0">
                  <a:pos x="connsiteX13752" y="connsiteY13752"/>
                </a:cxn>
                <a:cxn ang="0">
                  <a:pos x="connsiteX13753" y="connsiteY13753"/>
                </a:cxn>
                <a:cxn ang="0">
                  <a:pos x="connsiteX13754" y="connsiteY13754"/>
                </a:cxn>
                <a:cxn ang="0">
                  <a:pos x="connsiteX13755" y="connsiteY13755"/>
                </a:cxn>
                <a:cxn ang="0">
                  <a:pos x="connsiteX13756" y="connsiteY13756"/>
                </a:cxn>
                <a:cxn ang="0">
                  <a:pos x="connsiteX13757" y="connsiteY13757"/>
                </a:cxn>
                <a:cxn ang="0">
                  <a:pos x="connsiteX13758" y="connsiteY13758"/>
                </a:cxn>
                <a:cxn ang="0">
                  <a:pos x="connsiteX13759" y="connsiteY13759"/>
                </a:cxn>
                <a:cxn ang="0">
                  <a:pos x="connsiteX13760" y="connsiteY13760"/>
                </a:cxn>
                <a:cxn ang="0">
                  <a:pos x="connsiteX13761" y="connsiteY13761"/>
                </a:cxn>
                <a:cxn ang="0">
                  <a:pos x="connsiteX13762" y="connsiteY13762"/>
                </a:cxn>
                <a:cxn ang="0">
                  <a:pos x="connsiteX13763" y="connsiteY13763"/>
                </a:cxn>
                <a:cxn ang="0">
                  <a:pos x="connsiteX13764" y="connsiteY13764"/>
                </a:cxn>
                <a:cxn ang="0">
                  <a:pos x="connsiteX13765" y="connsiteY13765"/>
                </a:cxn>
                <a:cxn ang="0">
                  <a:pos x="connsiteX13766" y="connsiteY13766"/>
                </a:cxn>
                <a:cxn ang="0">
                  <a:pos x="connsiteX13767" y="connsiteY13767"/>
                </a:cxn>
                <a:cxn ang="0">
                  <a:pos x="connsiteX13768" y="connsiteY13768"/>
                </a:cxn>
                <a:cxn ang="0">
                  <a:pos x="connsiteX13769" y="connsiteY13769"/>
                </a:cxn>
                <a:cxn ang="0">
                  <a:pos x="connsiteX13770" y="connsiteY13770"/>
                </a:cxn>
                <a:cxn ang="0">
                  <a:pos x="connsiteX13771" y="connsiteY13771"/>
                </a:cxn>
                <a:cxn ang="0">
                  <a:pos x="connsiteX13772" y="connsiteY13772"/>
                </a:cxn>
                <a:cxn ang="0">
                  <a:pos x="connsiteX13773" y="connsiteY13773"/>
                </a:cxn>
                <a:cxn ang="0">
                  <a:pos x="connsiteX13774" y="connsiteY13774"/>
                </a:cxn>
                <a:cxn ang="0">
                  <a:pos x="connsiteX13775" y="connsiteY13775"/>
                </a:cxn>
                <a:cxn ang="0">
                  <a:pos x="connsiteX13776" y="connsiteY13776"/>
                </a:cxn>
                <a:cxn ang="0">
                  <a:pos x="connsiteX13777" y="connsiteY13777"/>
                </a:cxn>
                <a:cxn ang="0">
                  <a:pos x="connsiteX13778" y="connsiteY13778"/>
                </a:cxn>
                <a:cxn ang="0">
                  <a:pos x="connsiteX13779" y="connsiteY13779"/>
                </a:cxn>
                <a:cxn ang="0">
                  <a:pos x="connsiteX13780" y="connsiteY13780"/>
                </a:cxn>
                <a:cxn ang="0">
                  <a:pos x="connsiteX13781" y="connsiteY13781"/>
                </a:cxn>
                <a:cxn ang="0">
                  <a:pos x="connsiteX13782" y="connsiteY13782"/>
                </a:cxn>
                <a:cxn ang="0">
                  <a:pos x="connsiteX13783" y="connsiteY13783"/>
                </a:cxn>
                <a:cxn ang="0">
                  <a:pos x="connsiteX13784" y="connsiteY13784"/>
                </a:cxn>
                <a:cxn ang="0">
                  <a:pos x="connsiteX13785" y="connsiteY13785"/>
                </a:cxn>
                <a:cxn ang="0">
                  <a:pos x="connsiteX13786" y="connsiteY13786"/>
                </a:cxn>
                <a:cxn ang="0">
                  <a:pos x="connsiteX13787" y="connsiteY13787"/>
                </a:cxn>
                <a:cxn ang="0">
                  <a:pos x="connsiteX13788" y="connsiteY13788"/>
                </a:cxn>
                <a:cxn ang="0">
                  <a:pos x="connsiteX13789" y="connsiteY13789"/>
                </a:cxn>
                <a:cxn ang="0">
                  <a:pos x="connsiteX13790" y="connsiteY13790"/>
                </a:cxn>
                <a:cxn ang="0">
                  <a:pos x="connsiteX13791" y="connsiteY13791"/>
                </a:cxn>
                <a:cxn ang="0">
                  <a:pos x="connsiteX13792" y="connsiteY13792"/>
                </a:cxn>
                <a:cxn ang="0">
                  <a:pos x="connsiteX13793" y="connsiteY13793"/>
                </a:cxn>
                <a:cxn ang="0">
                  <a:pos x="connsiteX13794" y="connsiteY13794"/>
                </a:cxn>
                <a:cxn ang="0">
                  <a:pos x="connsiteX13795" y="connsiteY13795"/>
                </a:cxn>
                <a:cxn ang="0">
                  <a:pos x="connsiteX13796" y="connsiteY13796"/>
                </a:cxn>
                <a:cxn ang="0">
                  <a:pos x="connsiteX13797" y="connsiteY13797"/>
                </a:cxn>
                <a:cxn ang="0">
                  <a:pos x="connsiteX13798" y="connsiteY13798"/>
                </a:cxn>
                <a:cxn ang="0">
                  <a:pos x="connsiteX13799" y="connsiteY13799"/>
                </a:cxn>
                <a:cxn ang="0">
                  <a:pos x="connsiteX13800" y="connsiteY13800"/>
                </a:cxn>
                <a:cxn ang="0">
                  <a:pos x="connsiteX13801" y="connsiteY13801"/>
                </a:cxn>
                <a:cxn ang="0">
                  <a:pos x="connsiteX13802" y="connsiteY13802"/>
                </a:cxn>
                <a:cxn ang="0">
                  <a:pos x="connsiteX13803" y="connsiteY13803"/>
                </a:cxn>
                <a:cxn ang="0">
                  <a:pos x="connsiteX13804" y="connsiteY13804"/>
                </a:cxn>
                <a:cxn ang="0">
                  <a:pos x="connsiteX13805" y="connsiteY13805"/>
                </a:cxn>
                <a:cxn ang="0">
                  <a:pos x="connsiteX13806" y="connsiteY13806"/>
                </a:cxn>
                <a:cxn ang="0">
                  <a:pos x="connsiteX13807" y="connsiteY13807"/>
                </a:cxn>
                <a:cxn ang="0">
                  <a:pos x="connsiteX13808" y="connsiteY13808"/>
                </a:cxn>
                <a:cxn ang="0">
                  <a:pos x="connsiteX13809" y="connsiteY13809"/>
                </a:cxn>
                <a:cxn ang="0">
                  <a:pos x="connsiteX13810" y="connsiteY13810"/>
                </a:cxn>
                <a:cxn ang="0">
                  <a:pos x="connsiteX13811" y="connsiteY13811"/>
                </a:cxn>
                <a:cxn ang="0">
                  <a:pos x="connsiteX13812" y="connsiteY13812"/>
                </a:cxn>
                <a:cxn ang="0">
                  <a:pos x="connsiteX13813" y="connsiteY13813"/>
                </a:cxn>
                <a:cxn ang="0">
                  <a:pos x="connsiteX13814" y="connsiteY13814"/>
                </a:cxn>
                <a:cxn ang="0">
                  <a:pos x="connsiteX13815" y="connsiteY13815"/>
                </a:cxn>
                <a:cxn ang="0">
                  <a:pos x="connsiteX13816" y="connsiteY13816"/>
                </a:cxn>
                <a:cxn ang="0">
                  <a:pos x="connsiteX13817" y="connsiteY13817"/>
                </a:cxn>
                <a:cxn ang="0">
                  <a:pos x="connsiteX13818" y="connsiteY13818"/>
                </a:cxn>
                <a:cxn ang="0">
                  <a:pos x="connsiteX13819" y="connsiteY13819"/>
                </a:cxn>
                <a:cxn ang="0">
                  <a:pos x="connsiteX13820" y="connsiteY13820"/>
                </a:cxn>
                <a:cxn ang="0">
                  <a:pos x="connsiteX13821" y="connsiteY13821"/>
                </a:cxn>
                <a:cxn ang="0">
                  <a:pos x="connsiteX13822" y="connsiteY13822"/>
                </a:cxn>
                <a:cxn ang="0">
                  <a:pos x="connsiteX13823" y="connsiteY13823"/>
                </a:cxn>
                <a:cxn ang="0">
                  <a:pos x="connsiteX13824" y="connsiteY13824"/>
                </a:cxn>
                <a:cxn ang="0">
                  <a:pos x="connsiteX13825" y="connsiteY13825"/>
                </a:cxn>
                <a:cxn ang="0">
                  <a:pos x="connsiteX13826" y="connsiteY13826"/>
                </a:cxn>
                <a:cxn ang="0">
                  <a:pos x="connsiteX13827" y="connsiteY13827"/>
                </a:cxn>
                <a:cxn ang="0">
                  <a:pos x="connsiteX13828" y="connsiteY13828"/>
                </a:cxn>
                <a:cxn ang="0">
                  <a:pos x="connsiteX13829" y="connsiteY13829"/>
                </a:cxn>
                <a:cxn ang="0">
                  <a:pos x="connsiteX13830" y="connsiteY13830"/>
                </a:cxn>
                <a:cxn ang="0">
                  <a:pos x="connsiteX13831" y="connsiteY13831"/>
                </a:cxn>
                <a:cxn ang="0">
                  <a:pos x="connsiteX13832" y="connsiteY13832"/>
                </a:cxn>
                <a:cxn ang="0">
                  <a:pos x="connsiteX13833" y="connsiteY13833"/>
                </a:cxn>
                <a:cxn ang="0">
                  <a:pos x="connsiteX13834" y="connsiteY13834"/>
                </a:cxn>
                <a:cxn ang="0">
                  <a:pos x="connsiteX13835" y="connsiteY13835"/>
                </a:cxn>
                <a:cxn ang="0">
                  <a:pos x="connsiteX13836" y="connsiteY13836"/>
                </a:cxn>
                <a:cxn ang="0">
                  <a:pos x="connsiteX13837" y="connsiteY13837"/>
                </a:cxn>
                <a:cxn ang="0">
                  <a:pos x="connsiteX13838" y="connsiteY13838"/>
                </a:cxn>
                <a:cxn ang="0">
                  <a:pos x="connsiteX13839" y="connsiteY13839"/>
                </a:cxn>
                <a:cxn ang="0">
                  <a:pos x="connsiteX13840" y="connsiteY13840"/>
                </a:cxn>
                <a:cxn ang="0">
                  <a:pos x="connsiteX13841" y="connsiteY13841"/>
                </a:cxn>
                <a:cxn ang="0">
                  <a:pos x="connsiteX13842" y="connsiteY13842"/>
                </a:cxn>
                <a:cxn ang="0">
                  <a:pos x="connsiteX13843" y="connsiteY13843"/>
                </a:cxn>
                <a:cxn ang="0">
                  <a:pos x="connsiteX13844" y="connsiteY13844"/>
                </a:cxn>
                <a:cxn ang="0">
                  <a:pos x="connsiteX13845" y="connsiteY13845"/>
                </a:cxn>
                <a:cxn ang="0">
                  <a:pos x="connsiteX13846" y="connsiteY13846"/>
                </a:cxn>
                <a:cxn ang="0">
                  <a:pos x="connsiteX13847" y="connsiteY13847"/>
                </a:cxn>
                <a:cxn ang="0">
                  <a:pos x="connsiteX13848" y="connsiteY13848"/>
                </a:cxn>
                <a:cxn ang="0">
                  <a:pos x="connsiteX13849" y="connsiteY13849"/>
                </a:cxn>
                <a:cxn ang="0">
                  <a:pos x="connsiteX13850" y="connsiteY13850"/>
                </a:cxn>
                <a:cxn ang="0">
                  <a:pos x="connsiteX13851" y="connsiteY13851"/>
                </a:cxn>
                <a:cxn ang="0">
                  <a:pos x="connsiteX13852" y="connsiteY13852"/>
                </a:cxn>
                <a:cxn ang="0">
                  <a:pos x="connsiteX13853" y="connsiteY13853"/>
                </a:cxn>
                <a:cxn ang="0">
                  <a:pos x="connsiteX13854" y="connsiteY13854"/>
                </a:cxn>
                <a:cxn ang="0">
                  <a:pos x="connsiteX13855" y="connsiteY13855"/>
                </a:cxn>
                <a:cxn ang="0">
                  <a:pos x="connsiteX13856" y="connsiteY13856"/>
                </a:cxn>
                <a:cxn ang="0">
                  <a:pos x="connsiteX13857" y="connsiteY13857"/>
                </a:cxn>
                <a:cxn ang="0">
                  <a:pos x="connsiteX13858" y="connsiteY13858"/>
                </a:cxn>
                <a:cxn ang="0">
                  <a:pos x="connsiteX13859" y="connsiteY13859"/>
                </a:cxn>
                <a:cxn ang="0">
                  <a:pos x="connsiteX13860" y="connsiteY13860"/>
                </a:cxn>
                <a:cxn ang="0">
                  <a:pos x="connsiteX13861" y="connsiteY13861"/>
                </a:cxn>
                <a:cxn ang="0">
                  <a:pos x="connsiteX13862" y="connsiteY13862"/>
                </a:cxn>
                <a:cxn ang="0">
                  <a:pos x="connsiteX13863" y="connsiteY13863"/>
                </a:cxn>
                <a:cxn ang="0">
                  <a:pos x="connsiteX13864" y="connsiteY13864"/>
                </a:cxn>
                <a:cxn ang="0">
                  <a:pos x="connsiteX13865" y="connsiteY13865"/>
                </a:cxn>
                <a:cxn ang="0">
                  <a:pos x="connsiteX13866" y="connsiteY13866"/>
                </a:cxn>
                <a:cxn ang="0">
                  <a:pos x="connsiteX13867" y="connsiteY13867"/>
                </a:cxn>
                <a:cxn ang="0">
                  <a:pos x="connsiteX13868" y="connsiteY13868"/>
                </a:cxn>
                <a:cxn ang="0">
                  <a:pos x="connsiteX13869" y="connsiteY13869"/>
                </a:cxn>
                <a:cxn ang="0">
                  <a:pos x="connsiteX13870" y="connsiteY13870"/>
                </a:cxn>
                <a:cxn ang="0">
                  <a:pos x="connsiteX13871" y="connsiteY13871"/>
                </a:cxn>
                <a:cxn ang="0">
                  <a:pos x="connsiteX13872" y="connsiteY13872"/>
                </a:cxn>
                <a:cxn ang="0">
                  <a:pos x="connsiteX13873" y="connsiteY13873"/>
                </a:cxn>
                <a:cxn ang="0">
                  <a:pos x="connsiteX13874" y="connsiteY13874"/>
                </a:cxn>
                <a:cxn ang="0">
                  <a:pos x="connsiteX13875" y="connsiteY13875"/>
                </a:cxn>
                <a:cxn ang="0">
                  <a:pos x="connsiteX13876" y="connsiteY13876"/>
                </a:cxn>
                <a:cxn ang="0">
                  <a:pos x="connsiteX13877" y="connsiteY13877"/>
                </a:cxn>
                <a:cxn ang="0">
                  <a:pos x="connsiteX13878" y="connsiteY13878"/>
                </a:cxn>
                <a:cxn ang="0">
                  <a:pos x="connsiteX13879" y="connsiteY13879"/>
                </a:cxn>
                <a:cxn ang="0">
                  <a:pos x="connsiteX13880" y="connsiteY13880"/>
                </a:cxn>
                <a:cxn ang="0">
                  <a:pos x="connsiteX13881" y="connsiteY13881"/>
                </a:cxn>
                <a:cxn ang="0">
                  <a:pos x="connsiteX13882" y="connsiteY13882"/>
                </a:cxn>
                <a:cxn ang="0">
                  <a:pos x="connsiteX13883" y="connsiteY13883"/>
                </a:cxn>
                <a:cxn ang="0">
                  <a:pos x="connsiteX13884" y="connsiteY13884"/>
                </a:cxn>
                <a:cxn ang="0">
                  <a:pos x="connsiteX13885" y="connsiteY13885"/>
                </a:cxn>
                <a:cxn ang="0">
                  <a:pos x="connsiteX13886" y="connsiteY13886"/>
                </a:cxn>
                <a:cxn ang="0">
                  <a:pos x="connsiteX13887" y="connsiteY13887"/>
                </a:cxn>
                <a:cxn ang="0">
                  <a:pos x="connsiteX13888" y="connsiteY13888"/>
                </a:cxn>
                <a:cxn ang="0">
                  <a:pos x="connsiteX13889" y="connsiteY13889"/>
                </a:cxn>
                <a:cxn ang="0">
                  <a:pos x="connsiteX13890" y="connsiteY13890"/>
                </a:cxn>
                <a:cxn ang="0">
                  <a:pos x="connsiteX13891" y="connsiteY13891"/>
                </a:cxn>
                <a:cxn ang="0">
                  <a:pos x="connsiteX13892" y="connsiteY13892"/>
                </a:cxn>
                <a:cxn ang="0">
                  <a:pos x="connsiteX13893" y="connsiteY13893"/>
                </a:cxn>
                <a:cxn ang="0">
                  <a:pos x="connsiteX13894" y="connsiteY13894"/>
                </a:cxn>
                <a:cxn ang="0">
                  <a:pos x="connsiteX13895" y="connsiteY13895"/>
                </a:cxn>
                <a:cxn ang="0">
                  <a:pos x="connsiteX13896" y="connsiteY13896"/>
                </a:cxn>
                <a:cxn ang="0">
                  <a:pos x="connsiteX13897" y="connsiteY13897"/>
                </a:cxn>
                <a:cxn ang="0">
                  <a:pos x="connsiteX13898" y="connsiteY13898"/>
                </a:cxn>
                <a:cxn ang="0">
                  <a:pos x="connsiteX13899" y="connsiteY13899"/>
                </a:cxn>
                <a:cxn ang="0">
                  <a:pos x="connsiteX13900" y="connsiteY13900"/>
                </a:cxn>
                <a:cxn ang="0">
                  <a:pos x="connsiteX13901" y="connsiteY13901"/>
                </a:cxn>
                <a:cxn ang="0">
                  <a:pos x="connsiteX13902" y="connsiteY13902"/>
                </a:cxn>
                <a:cxn ang="0">
                  <a:pos x="connsiteX13903" y="connsiteY13903"/>
                </a:cxn>
                <a:cxn ang="0">
                  <a:pos x="connsiteX13904" y="connsiteY13904"/>
                </a:cxn>
                <a:cxn ang="0">
                  <a:pos x="connsiteX13905" y="connsiteY13905"/>
                </a:cxn>
                <a:cxn ang="0">
                  <a:pos x="connsiteX13906" y="connsiteY13906"/>
                </a:cxn>
                <a:cxn ang="0">
                  <a:pos x="connsiteX13907" y="connsiteY13907"/>
                </a:cxn>
                <a:cxn ang="0">
                  <a:pos x="connsiteX13908" y="connsiteY13908"/>
                </a:cxn>
                <a:cxn ang="0">
                  <a:pos x="connsiteX13909" y="connsiteY13909"/>
                </a:cxn>
                <a:cxn ang="0">
                  <a:pos x="connsiteX13910" y="connsiteY13910"/>
                </a:cxn>
                <a:cxn ang="0">
                  <a:pos x="connsiteX13911" y="connsiteY13911"/>
                </a:cxn>
                <a:cxn ang="0">
                  <a:pos x="connsiteX13912" y="connsiteY13912"/>
                </a:cxn>
                <a:cxn ang="0">
                  <a:pos x="connsiteX13913" y="connsiteY13913"/>
                </a:cxn>
                <a:cxn ang="0">
                  <a:pos x="connsiteX13914" y="connsiteY13914"/>
                </a:cxn>
                <a:cxn ang="0">
                  <a:pos x="connsiteX13915" y="connsiteY13915"/>
                </a:cxn>
                <a:cxn ang="0">
                  <a:pos x="connsiteX13916" y="connsiteY13916"/>
                </a:cxn>
                <a:cxn ang="0">
                  <a:pos x="connsiteX13917" y="connsiteY13917"/>
                </a:cxn>
                <a:cxn ang="0">
                  <a:pos x="connsiteX13918" y="connsiteY13918"/>
                </a:cxn>
                <a:cxn ang="0">
                  <a:pos x="connsiteX13919" y="connsiteY13919"/>
                </a:cxn>
                <a:cxn ang="0">
                  <a:pos x="connsiteX13920" y="connsiteY13920"/>
                </a:cxn>
                <a:cxn ang="0">
                  <a:pos x="connsiteX13921" y="connsiteY13921"/>
                </a:cxn>
                <a:cxn ang="0">
                  <a:pos x="connsiteX13922" y="connsiteY13922"/>
                </a:cxn>
                <a:cxn ang="0">
                  <a:pos x="connsiteX13923" y="connsiteY13923"/>
                </a:cxn>
                <a:cxn ang="0">
                  <a:pos x="connsiteX13924" y="connsiteY13924"/>
                </a:cxn>
                <a:cxn ang="0">
                  <a:pos x="connsiteX13925" y="connsiteY13925"/>
                </a:cxn>
                <a:cxn ang="0">
                  <a:pos x="connsiteX13926" y="connsiteY13926"/>
                </a:cxn>
                <a:cxn ang="0">
                  <a:pos x="connsiteX13927" y="connsiteY13927"/>
                </a:cxn>
                <a:cxn ang="0">
                  <a:pos x="connsiteX13928" y="connsiteY13928"/>
                </a:cxn>
                <a:cxn ang="0">
                  <a:pos x="connsiteX13929" y="connsiteY13929"/>
                </a:cxn>
                <a:cxn ang="0">
                  <a:pos x="connsiteX13930" y="connsiteY13930"/>
                </a:cxn>
                <a:cxn ang="0">
                  <a:pos x="connsiteX13931" y="connsiteY13931"/>
                </a:cxn>
                <a:cxn ang="0">
                  <a:pos x="connsiteX13932" y="connsiteY13932"/>
                </a:cxn>
                <a:cxn ang="0">
                  <a:pos x="connsiteX13933" y="connsiteY13933"/>
                </a:cxn>
                <a:cxn ang="0">
                  <a:pos x="connsiteX13934" y="connsiteY13934"/>
                </a:cxn>
                <a:cxn ang="0">
                  <a:pos x="connsiteX13935" y="connsiteY13935"/>
                </a:cxn>
                <a:cxn ang="0">
                  <a:pos x="connsiteX13936" y="connsiteY13936"/>
                </a:cxn>
                <a:cxn ang="0">
                  <a:pos x="connsiteX13937" y="connsiteY13937"/>
                </a:cxn>
                <a:cxn ang="0">
                  <a:pos x="connsiteX13938" y="connsiteY13938"/>
                </a:cxn>
                <a:cxn ang="0">
                  <a:pos x="connsiteX13939" y="connsiteY13939"/>
                </a:cxn>
                <a:cxn ang="0">
                  <a:pos x="connsiteX13940" y="connsiteY13940"/>
                </a:cxn>
                <a:cxn ang="0">
                  <a:pos x="connsiteX13941" y="connsiteY13941"/>
                </a:cxn>
                <a:cxn ang="0">
                  <a:pos x="connsiteX13942" y="connsiteY13942"/>
                </a:cxn>
                <a:cxn ang="0">
                  <a:pos x="connsiteX13943" y="connsiteY13943"/>
                </a:cxn>
                <a:cxn ang="0">
                  <a:pos x="connsiteX13944" y="connsiteY13944"/>
                </a:cxn>
                <a:cxn ang="0">
                  <a:pos x="connsiteX13945" y="connsiteY13945"/>
                </a:cxn>
                <a:cxn ang="0">
                  <a:pos x="connsiteX13946" y="connsiteY13946"/>
                </a:cxn>
                <a:cxn ang="0">
                  <a:pos x="connsiteX13947" y="connsiteY13947"/>
                </a:cxn>
                <a:cxn ang="0">
                  <a:pos x="connsiteX13948" y="connsiteY13948"/>
                </a:cxn>
                <a:cxn ang="0">
                  <a:pos x="connsiteX13949" y="connsiteY13949"/>
                </a:cxn>
                <a:cxn ang="0">
                  <a:pos x="connsiteX13950" y="connsiteY13950"/>
                </a:cxn>
                <a:cxn ang="0">
                  <a:pos x="connsiteX13951" y="connsiteY13951"/>
                </a:cxn>
                <a:cxn ang="0">
                  <a:pos x="connsiteX13952" y="connsiteY13952"/>
                </a:cxn>
                <a:cxn ang="0">
                  <a:pos x="connsiteX13953" y="connsiteY13953"/>
                </a:cxn>
                <a:cxn ang="0">
                  <a:pos x="connsiteX13954" y="connsiteY13954"/>
                </a:cxn>
                <a:cxn ang="0">
                  <a:pos x="connsiteX13955" y="connsiteY13955"/>
                </a:cxn>
                <a:cxn ang="0">
                  <a:pos x="connsiteX13956" y="connsiteY13956"/>
                </a:cxn>
                <a:cxn ang="0">
                  <a:pos x="connsiteX13957" y="connsiteY13957"/>
                </a:cxn>
                <a:cxn ang="0">
                  <a:pos x="connsiteX13958" y="connsiteY13958"/>
                </a:cxn>
                <a:cxn ang="0">
                  <a:pos x="connsiteX13959" y="connsiteY13959"/>
                </a:cxn>
                <a:cxn ang="0">
                  <a:pos x="connsiteX13960" y="connsiteY13960"/>
                </a:cxn>
                <a:cxn ang="0">
                  <a:pos x="connsiteX13961" y="connsiteY13961"/>
                </a:cxn>
                <a:cxn ang="0">
                  <a:pos x="connsiteX13962" y="connsiteY13962"/>
                </a:cxn>
                <a:cxn ang="0">
                  <a:pos x="connsiteX13963" y="connsiteY13963"/>
                </a:cxn>
                <a:cxn ang="0">
                  <a:pos x="connsiteX13964" y="connsiteY13964"/>
                </a:cxn>
                <a:cxn ang="0">
                  <a:pos x="connsiteX13965" y="connsiteY13965"/>
                </a:cxn>
                <a:cxn ang="0">
                  <a:pos x="connsiteX13966" y="connsiteY13966"/>
                </a:cxn>
                <a:cxn ang="0">
                  <a:pos x="connsiteX13967" y="connsiteY13967"/>
                </a:cxn>
                <a:cxn ang="0">
                  <a:pos x="connsiteX13968" y="connsiteY13968"/>
                </a:cxn>
                <a:cxn ang="0">
                  <a:pos x="connsiteX13969" y="connsiteY13969"/>
                </a:cxn>
                <a:cxn ang="0">
                  <a:pos x="connsiteX13970" y="connsiteY13970"/>
                </a:cxn>
                <a:cxn ang="0">
                  <a:pos x="connsiteX13971" y="connsiteY13971"/>
                </a:cxn>
                <a:cxn ang="0">
                  <a:pos x="connsiteX13972" y="connsiteY13972"/>
                </a:cxn>
                <a:cxn ang="0">
                  <a:pos x="connsiteX13973" y="connsiteY13973"/>
                </a:cxn>
                <a:cxn ang="0">
                  <a:pos x="connsiteX13974" y="connsiteY13974"/>
                </a:cxn>
                <a:cxn ang="0">
                  <a:pos x="connsiteX13975" y="connsiteY13975"/>
                </a:cxn>
                <a:cxn ang="0">
                  <a:pos x="connsiteX13976" y="connsiteY13976"/>
                </a:cxn>
                <a:cxn ang="0">
                  <a:pos x="connsiteX13977" y="connsiteY13977"/>
                </a:cxn>
                <a:cxn ang="0">
                  <a:pos x="connsiteX13978" y="connsiteY13978"/>
                </a:cxn>
                <a:cxn ang="0">
                  <a:pos x="connsiteX13979" y="connsiteY13979"/>
                </a:cxn>
                <a:cxn ang="0">
                  <a:pos x="connsiteX13980" y="connsiteY13980"/>
                </a:cxn>
                <a:cxn ang="0">
                  <a:pos x="connsiteX13981" y="connsiteY13981"/>
                </a:cxn>
                <a:cxn ang="0">
                  <a:pos x="connsiteX13982" y="connsiteY13982"/>
                </a:cxn>
                <a:cxn ang="0">
                  <a:pos x="connsiteX13983" y="connsiteY13983"/>
                </a:cxn>
                <a:cxn ang="0">
                  <a:pos x="connsiteX13984" y="connsiteY13984"/>
                </a:cxn>
                <a:cxn ang="0">
                  <a:pos x="connsiteX13985" y="connsiteY13985"/>
                </a:cxn>
                <a:cxn ang="0">
                  <a:pos x="connsiteX13986" y="connsiteY13986"/>
                </a:cxn>
                <a:cxn ang="0">
                  <a:pos x="connsiteX13987" y="connsiteY13987"/>
                </a:cxn>
                <a:cxn ang="0">
                  <a:pos x="connsiteX13988" y="connsiteY13988"/>
                </a:cxn>
                <a:cxn ang="0">
                  <a:pos x="connsiteX13989" y="connsiteY13989"/>
                </a:cxn>
                <a:cxn ang="0">
                  <a:pos x="connsiteX13990" y="connsiteY13990"/>
                </a:cxn>
                <a:cxn ang="0">
                  <a:pos x="connsiteX13991" y="connsiteY13991"/>
                </a:cxn>
                <a:cxn ang="0">
                  <a:pos x="connsiteX13992" y="connsiteY13992"/>
                </a:cxn>
                <a:cxn ang="0">
                  <a:pos x="connsiteX13993" y="connsiteY13993"/>
                </a:cxn>
                <a:cxn ang="0">
                  <a:pos x="connsiteX13994" y="connsiteY13994"/>
                </a:cxn>
                <a:cxn ang="0">
                  <a:pos x="connsiteX13995" y="connsiteY13995"/>
                </a:cxn>
                <a:cxn ang="0">
                  <a:pos x="connsiteX13996" y="connsiteY13996"/>
                </a:cxn>
                <a:cxn ang="0">
                  <a:pos x="connsiteX13997" y="connsiteY13997"/>
                </a:cxn>
                <a:cxn ang="0">
                  <a:pos x="connsiteX13998" y="connsiteY13998"/>
                </a:cxn>
                <a:cxn ang="0">
                  <a:pos x="connsiteX13999" y="connsiteY13999"/>
                </a:cxn>
                <a:cxn ang="0">
                  <a:pos x="connsiteX14000" y="connsiteY14000"/>
                </a:cxn>
                <a:cxn ang="0">
                  <a:pos x="connsiteX14001" y="connsiteY14001"/>
                </a:cxn>
                <a:cxn ang="0">
                  <a:pos x="connsiteX14002" y="connsiteY14002"/>
                </a:cxn>
                <a:cxn ang="0">
                  <a:pos x="connsiteX14003" y="connsiteY14003"/>
                </a:cxn>
                <a:cxn ang="0">
                  <a:pos x="connsiteX14004" y="connsiteY14004"/>
                </a:cxn>
                <a:cxn ang="0">
                  <a:pos x="connsiteX14005" y="connsiteY14005"/>
                </a:cxn>
                <a:cxn ang="0">
                  <a:pos x="connsiteX14006" y="connsiteY14006"/>
                </a:cxn>
                <a:cxn ang="0">
                  <a:pos x="connsiteX14007" y="connsiteY14007"/>
                </a:cxn>
                <a:cxn ang="0">
                  <a:pos x="connsiteX14008" y="connsiteY14008"/>
                </a:cxn>
                <a:cxn ang="0">
                  <a:pos x="connsiteX14009" y="connsiteY14009"/>
                </a:cxn>
                <a:cxn ang="0">
                  <a:pos x="connsiteX14010" y="connsiteY14010"/>
                </a:cxn>
                <a:cxn ang="0">
                  <a:pos x="connsiteX14011" y="connsiteY14011"/>
                </a:cxn>
                <a:cxn ang="0">
                  <a:pos x="connsiteX14012" y="connsiteY14012"/>
                </a:cxn>
                <a:cxn ang="0">
                  <a:pos x="connsiteX14013" y="connsiteY14013"/>
                </a:cxn>
                <a:cxn ang="0">
                  <a:pos x="connsiteX14014" y="connsiteY14014"/>
                </a:cxn>
                <a:cxn ang="0">
                  <a:pos x="connsiteX14015" y="connsiteY14015"/>
                </a:cxn>
                <a:cxn ang="0">
                  <a:pos x="connsiteX14016" y="connsiteY14016"/>
                </a:cxn>
                <a:cxn ang="0">
                  <a:pos x="connsiteX14017" y="connsiteY14017"/>
                </a:cxn>
                <a:cxn ang="0">
                  <a:pos x="connsiteX14018" y="connsiteY14018"/>
                </a:cxn>
                <a:cxn ang="0">
                  <a:pos x="connsiteX14019" y="connsiteY14019"/>
                </a:cxn>
                <a:cxn ang="0">
                  <a:pos x="connsiteX14020" y="connsiteY14020"/>
                </a:cxn>
                <a:cxn ang="0">
                  <a:pos x="connsiteX14021" y="connsiteY14021"/>
                </a:cxn>
                <a:cxn ang="0">
                  <a:pos x="connsiteX14022" y="connsiteY14022"/>
                </a:cxn>
                <a:cxn ang="0">
                  <a:pos x="connsiteX14023" y="connsiteY14023"/>
                </a:cxn>
                <a:cxn ang="0">
                  <a:pos x="connsiteX14024" y="connsiteY14024"/>
                </a:cxn>
                <a:cxn ang="0">
                  <a:pos x="connsiteX14025" y="connsiteY14025"/>
                </a:cxn>
                <a:cxn ang="0">
                  <a:pos x="connsiteX14026" y="connsiteY14026"/>
                </a:cxn>
                <a:cxn ang="0">
                  <a:pos x="connsiteX14027" y="connsiteY14027"/>
                </a:cxn>
                <a:cxn ang="0">
                  <a:pos x="connsiteX14028" y="connsiteY14028"/>
                </a:cxn>
                <a:cxn ang="0">
                  <a:pos x="connsiteX14029" y="connsiteY14029"/>
                </a:cxn>
                <a:cxn ang="0">
                  <a:pos x="connsiteX14030" y="connsiteY14030"/>
                </a:cxn>
                <a:cxn ang="0">
                  <a:pos x="connsiteX14031" y="connsiteY14031"/>
                </a:cxn>
                <a:cxn ang="0">
                  <a:pos x="connsiteX14032" y="connsiteY14032"/>
                </a:cxn>
                <a:cxn ang="0">
                  <a:pos x="connsiteX14033" y="connsiteY14033"/>
                </a:cxn>
                <a:cxn ang="0">
                  <a:pos x="connsiteX14034" y="connsiteY14034"/>
                </a:cxn>
                <a:cxn ang="0">
                  <a:pos x="connsiteX14035" y="connsiteY14035"/>
                </a:cxn>
                <a:cxn ang="0">
                  <a:pos x="connsiteX14036" y="connsiteY14036"/>
                </a:cxn>
                <a:cxn ang="0">
                  <a:pos x="connsiteX14037" y="connsiteY14037"/>
                </a:cxn>
                <a:cxn ang="0">
                  <a:pos x="connsiteX14038" y="connsiteY14038"/>
                </a:cxn>
                <a:cxn ang="0">
                  <a:pos x="connsiteX14039" y="connsiteY14039"/>
                </a:cxn>
                <a:cxn ang="0">
                  <a:pos x="connsiteX14040" y="connsiteY14040"/>
                </a:cxn>
                <a:cxn ang="0">
                  <a:pos x="connsiteX14041" y="connsiteY14041"/>
                </a:cxn>
                <a:cxn ang="0">
                  <a:pos x="connsiteX14042" y="connsiteY14042"/>
                </a:cxn>
                <a:cxn ang="0">
                  <a:pos x="connsiteX14043" y="connsiteY14043"/>
                </a:cxn>
                <a:cxn ang="0">
                  <a:pos x="connsiteX14044" y="connsiteY14044"/>
                </a:cxn>
                <a:cxn ang="0">
                  <a:pos x="connsiteX14045" y="connsiteY14045"/>
                </a:cxn>
                <a:cxn ang="0">
                  <a:pos x="connsiteX14046" y="connsiteY14046"/>
                </a:cxn>
                <a:cxn ang="0">
                  <a:pos x="connsiteX14047" y="connsiteY14047"/>
                </a:cxn>
                <a:cxn ang="0">
                  <a:pos x="connsiteX14048" y="connsiteY14048"/>
                </a:cxn>
                <a:cxn ang="0">
                  <a:pos x="connsiteX14049" y="connsiteY14049"/>
                </a:cxn>
                <a:cxn ang="0">
                  <a:pos x="connsiteX14050" y="connsiteY14050"/>
                </a:cxn>
                <a:cxn ang="0">
                  <a:pos x="connsiteX14051" y="connsiteY14051"/>
                </a:cxn>
                <a:cxn ang="0">
                  <a:pos x="connsiteX14052" y="connsiteY14052"/>
                </a:cxn>
                <a:cxn ang="0">
                  <a:pos x="connsiteX14053" y="connsiteY14053"/>
                </a:cxn>
                <a:cxn ang="0">
                  <a:pos x="connsiteX14054" y="connsiteY14054"/>
                </a:cxn>
                <a:cxn ang="0">
                  <a:pos x="connsiteX14055" y="connsiteY14055"/>
                </a:cxn>
                <a:cxn ang="0">
                  <a:pos x="connsiteX14056" y="connsiteY14056"/>
                </a:cxn>
                <a:cxn ang="0">
                  <a:pos x="connsiteX14057" y="connsiteY14057"/>
                </a:cxn>
                <a:cxn ang="0">
                  <a:pos x="connsiteX14058" y="connsiteY14058"/>
                </a:cxn>
                <a:cxn ang="0">
                  <a:pos x="connsiteX14059" y="connsiteY14059"/>
                </a:cxn>
                <a:cxn ang="0">
                  <a:pos x="connsiteX14060" y="connsiteY14060"/>
                </a:cxn>
                <a:cxn ang="0">
                  <a:pos x="connsiteX14061" y="connsiteY14061"/>
                </a:cxn>
                <a:cxn ang="0">
                  <a:pos x="connsiteX14062" y="connsiteY14062"/>
                </a:cxn>
                <a:cxn ang="0">
                  <a:pos x="connsiteX14063" y="connsiteY14063"/>
                </a:cxn>
                <a:cxn ang="0">
                  <a:pos x="connsiteX14064" y="connsiteY14064"/>
                </a:cxn>
                <a:cxn ang="0">
                  <a:pos x="connsiteX14065" y="connsiteY14065"/>
                </a:cxn>
                <a:cxn ang="0">
                  <a:pos x="connsiteX14066" y="connsiteY14066"/>
                </a:cxn>
                <a:cxn ang="0">
                  <a:pos x="connsiteX14067" y="connsiteY14067"/>
                </a:cxn>
                <a:cxn ang="0">
                  <a:pos x="connsiteX14068" y="connsiteY14068"/>
                </a:cxn>
                <a:cxn ang="0">
                  <a:pos x="connsiteX14069" y="connsiteY14069"/>
                </a:cxn>
                <a:cxn ang="0">
                  <a:pos x="connsiteX14070" y="connsiteY14070"/>
                </a:cxn>
                <a:cxn ang="0">
                  <a:pos x="connsiteX14071" y="connsiteY14071"/>
                </a:cxn>
                <a:cxn ang="0">
                  <a:pos x="connsiteX14072" y="connsiteY14072"/>
                </a:cxn>
                <a:cxn ang="0">
                  <a:pos x="connsiteX14073" y="connsiteY14073"/>
                </a:cxn>
                <a:cxn ang="0">
                  <a:pos x="connsiteX14074" y="connsiteY14074"/>
                </a:cxn>
                <a:cxn ang="0">
                  <a:pos x="connsiteX14075" y="connsiteY14075"/>
                </a:cxn>
                <a:cxn ang="0">
                  <a:pos x="connsiteX14076" y="connsiteY14076"/>
                </a:cxn>
                <a:cxn ang="0">
                  <a:pos x="connsiteX14077" y="connsiteY14077"/>
                </a:cxn>
                <a:cxn ang="0">
                  <a:pos x="connsiteX14078" y="connsiteY14078"/>
                </a:cxn>
                <a:cxn ang="0">
                  <a:pos x="connsiteX14079" y="connsiteY14079"/>
                </a:cxn>
                <a:cxn ang="0">
                  <a:pos x="connsiteX14080" y="connsiteY14080"/>
                </a:cxn>
                <a:cxn ang="0">
                  <a:pos x="connsiteX14081" y="connsiteY14081"/>
                </a:cxn>
                <a:cxn ang="0">
                  <a:pos x="connsiteX14082" y="connsiteY14082"/>
                </a:cxn>
                <a:cxn ang="0">
                  <a:pos x="connsiteX14083" y="connsiteY14083"/>
                </a:cxn>
                <a:cxn ang="0">
                  <a:pos x="connsiteX14084" y="connsiteY14084"/>
                </a:cxn>
                <a:cxn ang="0">
                  <a:pos x="connsiteX14085" y="connsiteY14085"/>
                </a:cxn>
                <a:cxn ang="0">
                  <a:pos x="connsiteX14086" y="connsiteY14086"/>
                </a:cxn>
                <a:cxn ang="0">
                  <a:pos x="connsiteX14087" y="connsiteY14087"/>
                </a:cxn>
                <a:cxn ang="0">
                  <a:pos x="connsiteX14088" y="connsiteY14088"/>
                </a:cxn>
                <a:cxn ang="0">
                  <a:pos x="connsiteX14089" y="connsiteY14089"/>
                </a:cxn>
                <a:cxn ang="0">
                  <a:pos x="connsiteX14090" y="connsiteY14090"/>
                </a:cxn>
                <a:cxn ang="0">
                  <a:pos x="connsiteX14091" y="connsiteY14091"/>
                </a:cxn>
                <a:cxn ang="0">
                  <a:pos x="connsiteX14092" y="connsiteY14092"/>
                </a:cxn>
                <a:cxn ang="0">
                  <a:pos x="connsiteX14093" y="connsiteY14093"/>
                </a:cxn>
                <a:cxn ang="0">
                  <a:pos x="connsiteX14094" y="connsiteY14094"/>
                </a:cxn>
                <a:cxn ang="0">
                  <a:pos x="connsiteX14095" y="connsiteY14095"/>
                </a:cxn>
                <a:cxn ang="0">
                  <a:pos x="connsiteX14096" y="connsiteY14096"/>
                </a:cxn>
                <a:cxn ang="0">
                  <a:pos x="connsiteX14097" y="connsiteY14097"/>
                </a:cxn>
                <a:cxn ang="0">
                  <a:pos x="connsiteX14098" y="connsiteY14098"/>
                </a:cxn>
                <a:cxn ang="0">
                  <a:pos x="connsiteX14099" y="connsiteY14099"/>
                </a:cxn>
                <a:cxn ang="0">
                  <a:pos x="connsiteX14100" y="connsiteY14100"/>
                </a:cxn>
                <a:cxn ang="0">
                  <a:pos x="connsiteX14101" y="connsiteY14101"/>
                </a:cxn>
                <a:cxn ang="0">
                  <a:pos x="connsiteX14102" y="connsiteY14102"/>
                </a:cxn>
                <a:cxn ang="0">
                  <a:pos x="connsiteX14103" y="connsiteY14103"/>
                </a:cxn>
                <a:cxn ang="0">
                  <a:pos x="connsiteX14104" y="connsiteY14104"/>
                </a:cxn>
                <a:cxn ang="0">
                  <a:pos x="connsiteX14105" y="connsiteY14105"/>
                </a:cxn>
                <a:cxn ang="0">
                  <a:pos x="connsiteX14106" y="connsiteY14106"/>
                </a:cxn>
                <a:cxn ang="0">
                  <a:pos x="connsiteX14107" y="connsiteY14107"/>
                </a:cxn>
                <a:cxn ang="0">
                  <a:pos x="connsiteX14108" y="connsiteY14108"/>
                </a:cxn>
                <a:cxn ang="0">
                  <a:pos x="connsiteX14109" y="connsiteY14109"/>
                </a:cxn>
                <a:cxn ang="0">
                  <a:pos x="connsiteX14110" y="connsiteY14110"/>
                </a:cxn>
                <a:cxn ang="0">
                  <a:pos x="connsiteX14111" y="connsiteY14111"/>
                </a:cxn>
                <a:cxn ang="0">
                  <a:pos x="connsiteX14112" y="connsiteY14112"/>
                </a:cxn>
                <a:cxn ang="0">
                  <a:pos x="connsiteX14113" y="connsiteY14113"/>
                </a:cxn>
                <a:cxn ang="0">
                  <a:pos x="connsiteX14114" y="connsiteY14114"/>
                </a:cxn>
                <a:cxn ang="0">
                  <a:pos x="connsiteX14115" y="connsiteY14115"/>
                </a:cxn>
                <a:cxn ang="0">
                  <a:pos x="connsiteX14116" y="connsiteY14116"/>
                </a:cxn>
                <a:cxn ang="0">
                  <a:pos x="connsiteX14117" y="connsiteY14117"/>
                </a:cxn>
                <a:cxn ang="0">
                  <a:pos x="connsiteX14118" y="connsiteY14118"/>
                </a:cxn>
                <a:cxn ang="0">
                  <a:pos x="connsiteX14119" y="connsiteY14119"/>
                </a:cxn>
                <a:cxn ang="0">
                  <a:pos x="connsiteX14120" y="connsiteY14120"/>
                </a:cxn>
                <a:cxn ang="0">
                  <a:pos x="connsiteX14121" y="connsiteY14121"/>
                </a:cxn>
                <a:cxn ang="0">
                  <a:pos x="connsiteX14122" y="connsiteY14122"/>
                </a:cxn>
                <a:cxn ang="0">
                  <a:pos x="connsiteX14123" y="connsiteY14123"/>
                </a:cxn>
                <a:cxn ang="0">
                  <a:pos x="connsiteX14124" y="connsiteY14124"/>
                </a:cxn>
                <a:cxn ang="0">
                  <a:pos x="connsiteX14125" y="connsiteY14125"/>
                </a:cxn>
                <a:cxn ang="0">
                  <a:pos x="connsiteX14126" y="connsiteY14126"/>
                </a:cxn>
                <a:cxn ang="0">
                  <a:pos x="connsiteX14127" y="connsiteY14127"/>
                </a:cxn>
                <a:cxn ang="0">
                  <a:pos x="connsiteX14128" y="connsiteY14128"/>
                </a:cxn>
                <a:cxn ang="0">
                  <a:pos x="connsiteX14129" y="connsiteY14129"/>
                </a:cxn>
                <a:cxn ang="0">
                  <a:pos x="connsiteX14130" y="connsiteY14130"/>
                </a:cxn>
                <a:cxn ang="0">
                  <a:pos x="connsiteX14131" y="connsiteY14131"/>
                </a:cxn>
                <a:cxn ang="0">
                  <a:pos x="connsiteX14132" y="connsiteY14132"/>
                </a:cxn>
                <a:cxn ang="0">
                  <a:pos x="connsiteX14133" y="connsiteY14133"/>
                </a:cxn>
                <a:cxn ang="0">
                  <a:pos x="connsiteX14134" y="connsiteY14134"/>
                </a:cxn>
                <a:cxn ang="0">
                  <a:pos x="connsiteX14135" y="connsiteY14135"/>
                </a:cxn>
                <a:cxn ang="0">
                  <a:pos x="connsiteX14136" y="connsiteY14136"/>
                </a:cxn>
                <a:cxn ang="0">
                  <a:pos x="connsiteX14137" y="connsiteY14137"/>
                </a:cxn>
                <a:cxn ang="0">
                  <a:pos x="connsiteX14138" y="connsiteY14138"/>
                </a:cxn>
                <a:cxn ang="0">
                  <a:pos x="connsiteX14139" y="connsiteY14139"/>
                </a:cxn>
                <a:cxn ang="0">
                  <a:pos x="connsiteX14140" y="connsiteY14140"/>
                </a:cxn>
                <a:cxn ang="0">
                  <a:pos x="connsiteX14141" y="connsiteY14141"/>
                </a:cxn>
                <a:cxn ang="0">
                  <a:pos x="connsiteX14142" y="connsiteY14142"/>
                </a:cxn>
                <a:cxn ang="0">
                  <a:pos x="connsiteX14143" y="connsiteY14143"/>
                </a:cxn>
                <a:cxn ang="0">
                  <a:pos x="connsiteX14144" y="connsiteY14144"/>
                </a:cxn>
                <a:cxn ang="0">
                  <a:pos x="connsiteX14145" y="connsiteY14145"/>
                </a:cxn>
                <a:cxn ang="0">
                  <a:pos x="connsiteX14146" y="connsiteY14146"/>
                </a:cxn>
                <a:cxn ang="0">
                  <a:pos x="connsiteX14147" y="connsiteY14147"/>
                </a:cxn>
                <a:cxn ang="0">
                  <a:pos x="connsiteX14148" y="connsiteY14148"/>
                </a:cxn>
                <a:cxn ang="0">
                  <a:pos x="connsiteX14149" y="connsiteY14149"/>
                </a:cxn>
                <a:cxn ang="0">
                  <a:pos x="connsiteX14150" y="connsiteY14150"/>
                </a:cxn>
                <a:cxn ang="0">
                  <a:pos x="connsiteX14151" y="connsiteY14151"/>
                </a:cxn>
                <a:cxn ang="0">
                  <a:pos x="connsiteX14152" y="connsiteY14152"/>
                </a:cxn>
                <a:cxn ang="0">
                  <a:pos x="connsiteX14153" y="connsiteY14153"/>
                </a:cxn>
                <a:cxn ang="0">
                  <a:pos x="connsiteX14154" y="connsiteY14154"/>
                </a:cxn>
                <a:cxn ang="0">
                  <a:pos x="connsiteX14155" y="connsiteY14155"/>
                </a:cxn>
                <a:cxn ang="0">
                  <a:pos x="connsiteX14156" y="connsiteY14156"/>
                </a:cxn>
                <a:cxn ang="0">
                  <a:pos x="connsiteX14157" y="connsiteY14157"/>
                </a:cxn>
                <a:cxn ang="0">
                  <a:pos x="connsiteX14158" y="connsiteY14158"/>
                </a:cxn>
                <a:cxn ang="0">
                  <a:pos x="connsiteX14159" y="connsiteY14159"/>
                </a:cxn>
                <a:cxn ang="0">
                  <a:pos x="connsiteX14160" y="connsiteY14160"/>
                </a:cxn>
                <a:cxn ang="0">
                  <a:pos x="connsiteX14161" y="connsiteY14161"/>
                </a:cxn>
                <a:cxn ang="0">
                  <a:pos x="connsiteX14162" y="connsiteY14162"/>
                </a:cxn>
                <a:cxn ang="0">
                  <a:pos x="connsiteX14163" y="connsiteY14163"/>
                </a:cxn>
                <a:cxn ang="0">
                  <a:pos x="connsiteX14164" y="connsiteY14164"/>
                </a:cxn>
                <a:cxn ang="0">
                  <a:pos x="connsiteX14165" y="connsiteY14165"/>
                </a:cxn>
                <a:cxn ang="0">
                  <a:pos x="connsiteX14166" y="connsiteY14166"/>
                </a:cxn>
                <a:cxn ang="0">
                  <a:pos x="connsiteX14167" y="connsiteY14167"/>
                </a:cxn>
                <a:cxn ang="0">
                  <a:pos x="connsiteX14168" y="connsiteY14168"/>
                </a:cxn>
                <a:cxn ang="0">
                  <a:pos x="connsiteX14169" y="connsiteY14169"/>
                </a:cxn>
                <a:cxn ang="0">
                  <a:pos x="connsiteX14170" y="connsiteY14170"/>
                </a:cxn>
                <a:cxn ang="0">
                  <a:pos x="connsiteX14171" y="connsiteY14171"/>
                </a:cxn>
                <a:cxn ang="0">
                  <a:pos x="connsiteX14172" y="connsiteY14172"/>
                </a:cxn>
                <a:cxn ang="0">
                  <a:pos x="connsiteX14173" y="connsiteY14173"/>
                </a:cxn>
                <a:cxn ang="0">
                  <a:pos x="connsiteX14174" y="connsiteY14174"/>
                </a:cxn>
                <a:cxn ang="0">
                  <a:pos x="connsiteX14175" y="connsiteY14175"/>
                </a:cxn>
                <a:cxn ang="0">
                  <a:pos x="connsiteX14176" y="connsiteY14176"/>
                </a:cxn>
                <a:cxn ang="0">
                  <a:pos x="connsiteX14177" y="connsiteY14177"/>
                </a:cxn>
                <a:cxn ang="0">
                  <a:pos x="connsiteX14178" y="connsiteY14178"/>
                </a:cxn>
                <a:cxn ang="0">
                  <a:pos x="connsiteX14179" y="connsiteY14179"/>
                </a:cxn>
                <a:cxn ang="0">
                  <a:pos x="connsiteX14180" y="connsiteY14180"/>
                </a:cxn>
                <a:cxn ang="0">
                  <a:pos x="connsiteX14181" y="connsiteY14181"/>
                </a:cxn>
                <a:cxn ang="0">
                  <a:pos x="connsiteX14182" y="connsiteY14182"/>
                </a:cxn>
                <a:cxn ang="0">
                  <a:pos x="connsiteX14183" y="connsiteY14183"/>
                </a:cxn>
                <a:cxn ang="0">
                  <a:pos x="connsiteX14184" y="connsiteY14184"/>
                </a:cxn>
                <a:cxn ang="0">
                  <a:pos x="connsiteX14185" y="connsiteY14185"/>
                </a:cxn>
                <a:cxn ang="0">
                  <a:pos x="connsiteX14186" y="connsiteY14186"/>
                </a:cxn>
                <a:cxn ang="0">
                  <a:pos x="connsiteX14187" y="connsiteY14187"/>
                </a:cxn>
                <a:cxn ang="0">
                  <a:pos x="connsiteX14188" y="connsiteY14188"/>
                </a:cxn>
                <a:cxn ang="0">
                  <a:pos x="connsiteX14189" y="connsiteY14189"/>
                </a:cxn>
                <a:cxn ang="0">
                  <a:pos x="connsiteX14190" y="connsiteY14190"/>
                </a:cxn>
                <a:cxn ang="0">
                  <a:pos x="connsiteX14191" y="connsiteY14191"/>
                </a:cxn>
                <a:cxn ang="0">
                  <a:pos x="connsiteX14192" y="connsiteY14192"/>
                </a:cxn>
                <a:cxn ang="0">
                  <a:pos x="connsiteX14193" y="connsiteY14193"/>
                </a:cxn>
                <a:cxn ang="0">
                  <a:pos x="connsiteX14194" y="connsiteY14194"/>
                </a:cxn>
                <a:cxn ang="0">
                  <a:pos x="connsiteX14195" y="connsiteY14195"/>
                </a:cxn>
                <a:cxn ang="0">
                  <a:pos x="connsiteX14196" y="connsiteY14196"/>
                </a:cxn>
                <a:cxn ang="0">
                  <a:pos x="connsiteX14197" y="connsiteY14197"/>
                </a:cxn>
                <a:cxn ang="0">
                  <a:pos x="connsiteX14198" y="connsiteY14198"/>
                </a:cxn>
                <a:cxn ang="0">
                  <a:pos x="connsiteX14199" y="connsiteY14199"/>
                </a:cxn>
                <a:cxn ang="0">
                  <a:pos x="connsiteX14200" y="connsiteY14200"/>
                </a:cxn>
                <a:cxn ang="0">
                  <a:pos x="connsiteX14201" y="connsiteY14201"/>
                </a:cxn>
                <a:cxn ang="0">
                  <a:pos x="connsiteX14202" y="connsiteY14202"/>
                </a:cxn>
                <a:cxn ang="0">
                  <a:pos x="connsiteX14203" y="connsiteY14203"/>
                </a:cxn>
                <a:cxn ang="0">
                  <a:pos x="connsiteX14204" y="connsiteY14204"/>
                </a:cxn>
                <a:cxn ang="0">
                  <a:pos x="connsiteX14205" y="connsiteY14205"/>
                </a:cxn>
                <a:cxn ang="0">
                  <a:pos x="connsiteX14206" y="connsiteY14206"/>
                </a:cxn>
                <a:cxn ang="0">
                  <a:pos x="connsiteX14207" y="connsiteY14207"/>
                </a:cxn>
                <a:cxn ang="0">
                  <a:pos x="connsiteX14208" y="connsiteY14208"/>
                </a:cxn>
                <a:cxn ang="0">
                  <a:pos x="connsiteX14209" y="connsiteY14209"/>
                </a:cxn>
                <a:cxn ang="0">
                  <a:pos x="connsiteX14210" y="connsiteY14210"/>
                </a:cxn>
                <a:cxn ang="0">
                  <a:pos x="connsiteX14211" y="connsiteY14211"/>
                </a:cxn>
                <a:cxn ang="0">
                  <a:pos x="connsiteX14212" y="connsiteY14212"/>
                </a:cxn>
                <a:cxn ang="0">
                  <a:pos x="connsiteX14213" y="connsiteY14213"/>
                </a:cxn>
                <a:cxn ang="0">
                  <a:pos x="connsiteX14214" y="connsiteY14214"/>
                </a:cxn>
                <a:cxn ang="0">
                  <a:pos x="connsiteX14215" y="connsiteY14215"/>
                </a:cxn>
                <a:cxn ang="0">
                  <a:pos x="connsiteX14216" y="connsiteY14216"/>
                </a:cxn>
                <a:cxn ang="0">
                  <a:pos x="connsiteX14217" y="connsiteY14217"/>
                </a:cxn>
                <a:cxn ang="0">
                  <a:pos x="connsiteX14218" y="connsiteY14218"/>
                </a:cxn>
                <a:cxn ang="0">
                  <a:pos x="connsiteX14219" y="connsiteY14219"/>
                </a:cxn>
                <a:cxn ang="0">
                  <a:pos x="connsiteX14220" y="connsiteY14220"/>
                </a:cxn>
                <a:cxn ang="0">
                  <a:pos x="connsiteX14221" y="connsiteY14221"/>
                </a:cxn>
                <a:cxn ang="0">
                  <a:pos x="connsiteX14222" y="connsiteY14222"/>
                </a:cxn>
                <a:cxn ang="0">
                  <a:pos x="connsiteX14223" y="connsiteY14223"/>
                </a:cxn>
                <a:cxn ang="0">
                  <a:pos x="connsiteX14224" y="connsiteY14224"/>
                </a:cxn>
                <a:cxn ang="0">
                  <a:pos x="connsiteX14225" y="connsiteY14225"/>
                </a:cxn>
                <a:cxn ang="0">
                  <a:pos x="connsiteX14226" y="connsiteY14226"/>
                </a:cxn>
                <a:cxn ang="0">
                  <a:pos x="connsiteX14227" y="connsiteY14227"/>
                </a:cxn>
                <a:cxn ang="0">
                  <a:pos x="connsiteX14228" y="connsiteY14228"/>
                </a:cxn>
                <a:cxn ang="0">
                  <a:pos x="connsiteX14229" y="connsiteY14229"/>
                </a:cxn>
                <a:cxn ang="0">
                  <a:pos x="connsiteX14230" y="connsiteY14230"/>
                </a:cxn>
                <a:cxn ang="0">
                  <a:pos x="connsiteX14231" y="connsiteY14231"/>
                </a:cxn>
                <a:cxn ang="0">
                  <a:pos x="connsiteX14232" y="connsiteY14232"/>
                </a:cxn>
                <a:cxn ang="0">
                  <a:pos x="connsiteX14233" y="connsiteY14233"/>
                </a:cxn>
                <a:cxn ang="0">
                  <a:pos x="connsiteX14234" y="connsiteY14234"/>
                </a:cxn>
                <a:cxn ang="0">
                  <a:pos x="connsiteX14235" y="connsiteY14235"/>
                </a:cxn>
                <a:cxn ang="0">
                  <a:pos x="connsiteX14236" y="connsiteY14236"/>
                </a:cxn>
                <a:cxn ang="0">
                  <a:pos x="connsiteX14237" y="connsiteY14237"/>
                </a:cxn>
                <a:cxn ang="0">
                  <a:pos x="connsiteX14238" y="connsiteY14238"/>
                </a:cxn>
                <a:cxn ang="0">
                  <a:pos x="connsiteX14239" y="connsiteY14239"/>
                </a:cxn>
                <a:cxn ang="0">
                  <a:pos x="connsiteX14240" y="connsiteY14240"/>
                </a:cxn>
                <a:cxn ang="0">
                  <a:pos x="connsiteX14241" y="connsiteY14241"/>
                </a:cxn>
                <a:cxn ang="0">
                  <a:pos x="connsiteX14242" y="connsiteY14242"/>
                </a:cxn>
                <a:cxn ang="0">
                  <a:pos x="connsiteX14243" y="connsiteY14243"/>
                </a:cxn>
                <a:cxn ang="0">
                  <a:pos x="connsiteX14244" y="connsiteY14244"/>
                </a:cxn>
                <a:cxn ang="0">
                  <a:pos x="connsiteX14245" y="connsiteY14245"/>
                </a:cxn>
                <a:cxn ang="0">
                  <a:pos x="connsiteX14246" y="connsiteY14246"/>
                </a:cxn>
                <a:cxn ang="0">
                  <a:pos x="connsiteX14247" y="connsiteY14247"/>
                </a:cxn>
                <a:cxn ang="0">
                  <a:pos x="connsiteX14248" y="connsiteY14248"/>
                </a:cxn>
                <a:cxn ang="0">
                  <a:pos x="connsiteX14249" y="connsiteY14249"/>
                </a:cxn>
                <a:cxn ang="0">
                  <a:pos x="connsiteX14250" y="connsiteY14250"/>
                </a:cxn>
                <a:cxn ang="0">
                  <a:pos x="connsiteX14251" y="connsiteY14251"/>
                </a:cxn>
                <a:cxn ang="0">
                  <a:pos x="connsiteX14252" y="connsiteY14252"/>
                </a:cxn>
                <a:cxn ang="0">
                  <a:pos x="connsiteX14253" y="connsiteY14253"/>
                </a:cxn>
                <a:cxn ang="0">
                  <a:pos x="connsiteX14254" y="connsiteY14254"/>
                </a:cxn>
                <a:cxn ang="0">
                  <a:pos x="connsiteX14255" y="connsiteY14255"/>
                </a:cxn>
                <a:cxn ang="0">
                  <a:pos x="connsiteX14256" y="connsiteY14256"/>
                </a:cxn>
                <a:cxn ang="0">
                  <a:pos x="connsiteX14257" y="connsiteY14257"/>
                </a:cxn>
                <a:cxn ang="0">
                  <a:pos x="connsiteX14258" y="connsiteY14258"/>
                </a:cxn>
                <a:cxn ang="0">
                  <a:pos x="connsiteX14259" y="connsiteY14259"/>
                </a:cxn>
                <a:cxn ang="0">
                  <a:pos x="connsiteX14260" y="connsiteY14260"/>
                </a:cxn>
                <a:cxn ang="0">
                  <a:pos x="connsiteX14261" y="connsiteY14261"/>
                </a:cxn>
                <a:cxn ang="0">
                  <a:pos x="connsiteX14262" y="connsiteY14262"/>
                </a:cxn>
                <a:cxn ang="0">
                  <a:pos x="connsiteX14263" y="connsiteY14263"/>
                </a:cxn>
                <a:cxn ang="0">
                  <a:pos x="connsiteX14264" y="connsiteY14264"/>
                </a:cxn>
                <a:cxn ang="0">
                  <a:pos x="connsiteX14265" y="connsiteY14265"/>
                </a:cxn>
                <a:cxn ang="0">
                  <a:pos x="connsiteX14266" y="connsiteY14266"/>
                </a:cxn>
                <a:cxn ang="0">
                  <a:pos x="connsiteX14267" y="connsiteY14267"/>
                </a:cxn>
                <a:cxn ang="0">
                  <a:pos x="connsiteX14268" y="connsiteY14268"/>
                </a:cxn>
                <a:cxn ang="0">
                  <a:pos x="connsiteX14269" y="connsiteY14269"/>
                </a:cxn>
                <a:cxn ang="0">
                  <a:pos x="connsiteX14270" y="connsiteY14270"/>
                </a:cxn>
                <a:cxn ang="0">
                  <a:pos x="connsiteX14271" y="connsiteY14271"/>
                </a:cxn>
                <a:cxn ang="0">
                  <a:pos x="connsiteX14272" y="connsiteY14272"/>
                </a:cxn>
                <a:cxn ang="0">
                  <a:pos x="connsiteX14273" y="connsiteY14273"/>
                </a:cxn>
                <a:cxn ang="0">
                  <a:pos x="connsiteX14274" y="connsiteY14274"/>
                </a:cxn>
                <a:cxn ang="0">
                  <a:pos x="connsiteX14275" y="connsiteY14275"/>
                </a:cxn>
                <a:cxn ang="0">
                  <a:pos x="connsiteX14276" y="connsiteY14276"/>
                </a:cxn>
                <a:cxn ang="0">
                  <a:pos x="connsiteX14277" y="connsiteY14277"/>
                </a:cxn>
                <a:cxn ang="0">
                  <a:pos x="connsiteX14278" y="connsiteY14278"/>
                </a:cxn>
                <a:cxn ang="0">
                  <a:pos x="connsiteX14279" y="connsiteY14279"/>
                </a:cxn>
                <a:cxn ang="0">
                  <a:pos x="connsiteX14280" y="connsiteY14280"/>
                </a:cxn>
                <a:cxn ang="0">
                  <a:pos x="connsiteX14281" y="connsiteY14281"/>
                </a:cxn>
                <a:cxn ang="0">
                  <a:pos x="connsiteX14282" y="connsiteY14282"/>
                </a:cxn>
                <a:cxn ang="0">
                  <a:pos x="connsiteX14283" y="connsiteY14283"/>
                </a:cxn>
                <a:cxn ang="0">
                  <a:pos x="connsiteX14284" y="connsiteY14284"/>
                </a:cxn>
                <a:cxn ang="0">
                  <a:pos x="connsiteX14285" y="connsiteY14285"/>
                </a:cxn>
                <a:cxn ang="0">
                  <a:pos x="connsiteX14286" y="connsiteY14286"/>
                </a:cxn>
                <a:cxn ang="0">
                  <a:pos x="connsiteX14287" y="connsiteY14287"/>
                </a:cxn>
                <a:cxn ang="0">
                  <a:pos x="connsiteX14288" y="connsiteY14288"/>
                </a:cxn>
                <a:cxn ang="0">
                  <a:pos x="connsiteX14289" y="connsiteY14289"/>
                </a:cxn>
                <a:cxn ang="0">
                  <a:pos x="connsiteX14290" y="connsiteY14290"/>
                </a:cxn>
                <a:cxn ang="0">
                  <a:pos x="connsiteX14291" y="connsiteY14291"/>
                </a:cxn>
                <a:cxn ang="0">
                  <a:pos x="connsiteX14292" y="connsiteY14292"/>
                </a:cxn>
                <a:cxn ang="0">
                  <a:pos x="connsiteX14293" y="connsiteY14293"/>
                </a:cxn>
                <a:cxn ang="0">
                  <a:pos x="connsiteX14294" y="connsiteY14294"/>
                </a:cxn>
                <a:cxn ang="0">
                  <a:pos x="connsiteX14295" y="connsiteY14295"/>
                </a:cxn>
                <a:cxn ang="0">
                  <a:pos x="connsiteX14296" y="connsiteY14296"/>
                </a:cxn>
                <a:cxn ang="0">
                  <a:pos x="connsiteX14297" y="connsiteY14297"/>
                </a:cxn>
                <a:cxn ang="0">
                  <a:pos x="connsiteX14298" y="connsiteY14298"/>
                </a:cxn>
                <a:cxn ang="0">
                  <a:pos x="connsiteX14299" y="connsiteY14299"/>
                </a:cxn>
                <a:cxn ang="0">
                  <a:pos x="connsiteX14300" y="connsiteY14300"/>
                </a:cxn>
                <a:cxn ang="0">
                  <a:pos x="connsiteX14301" y="connsiteY14301"/>
                </a:cxn>
                <a:cxn ang="0">
                  <a:pos x="connsiteX14302" y="connsiteY14302"/>
                </a:cxn>
                <a:cxn ang="0">
                  <a:pos x="connsiteX14303" y="connsiteY14303"/>
                </a:cxn>
                <a:cxn ang="0">
                  <a:pos x="connsiteX14304" y="connsiteY14304"/>
                </a:cxn>
                <a:cxn ang="0">
                  <a:pos x="connsiteX14305" y="connsiteY14305"/>
                </a:cxn>
                <a:cxn ang="0">
                  <a:pos x="connsiteX14306" y="connsiteY14306"/>
                </a:cxn>
                <a:cxn ang="0">
                  <a:pos x="connsiteX14307" y="connsiteY14307"/>
                </a:cxn>
                <a:cxn ang="0">
                  <a:pos x="connsiteX14308" y="connsiteY14308"/>
                </a:cxn>
                <a:cxn ang="0">
                  <a:pos x="connsiteX14309" y="connsiteY14309"/>
                </a:cxn>
                <a:cxn ang="0">
                  <a:pos x="connsiteX14310" y="connsiteY14310"/>
                </a:cxn>
                <a:cxn ang="0">
                  <a:pos x="connsiteX14311" y="connsiteY14311"/>
                </a:cxn>
                <a:cxn ang="0">
                  <a:pos x="connsiteX14312" y="connsiteY14312"/>
                </a:cxn>
                <a:cxn ang="0">
                  <a:pos x="connsiteX14313" y="connsiteY14313"/>
                </a:cxn>
                <a:cxn ang="0">
                  <a:pos x="connsiteX14314" y="connsiteY14314"/>
                </a:cxn>
                <a:cxn ang="0">
                  <a:pos x="connsiteX14315" y="connsiteY14315"/>
                </a:cxn>
                <a:cxn ang="0">
                  <a:pos x="connsiteX14316" y="connsiteY14316"/>
                </a:cxn>
                <a:cxn ang="0">
                  <a:pos x="connsiteX14317" y="connsiteY14317"/>
                </a:cxn>
                <a:cxn ang="0">
                  <a:pos x="connsiteX14318" y="connsiteY14318"/>
                </a:cxn>
                <a:cxn ang="0">
                  <a:pos x="connsiteX14319" y="connsiteY14319"/>
                </a:cxn>
                <a:cxn ang="0">
                  <a:pos x="connsiteX14320" y="connsiteY14320"/>
                </a:cxn>
                <a:cxn ang="0">
                  <a:pos x="connsiteX14321" y="connsiteY14321"/>
                </a:cxn>
                <a:cxn ang="0">
                  <a:pos x="connsiteX14322" y="connsiteY14322"/>
                </a:cxn>
                <a:cxn ang="0">
                  <a:pos x="connsiteX14323" y="connsiteY14323"/>
                </a:cxn>
                <a:cxn ang="0">
                  <a:pos x="connsiteX14324" y="connsiteY14324"/>
                </a:cxn>
                <a:cxn ang="0">
                  <a:pos x="connsiteX14325" y="connsiteY14325"/>
                </a:cxn>
                <a:cxn ang="0">
                  <a:pos x="connsiteX14326" y="connsiteY14326"/>
                </a:cxn>
                <a:cxn ang="0">
                  <a:pos x="connsiteX14327" y="connsiteY14327"/>
                </a:cxn>
                <a:cxn ang="0">
                  <a:pos x="connsiteX14328" y="connsiteY14328"/>
                </a:cxn>
                <a:cxn ang="0">
                  <a:pos x="connsiteX14329" y="connsiteY14329"/>
                </a:cxn>
                <a:cxn ang="0">
                  <a:pos x="connsiteX14330" y="connsiteY14330"/>
                </a:cxn>
                <a:cxn ang="0">
                  <a:pos x="connsiteX14331" y="connsiteY14331"/>
                </a:cxn>
                <a:cxn ang="0">
                  <a:pos x="connsiteX14332" y="connsiteY14332"/>
                </a:cxn>
                <a:cxn ang="0">
                  <a:pos x="connsiteX14333" y="connsiteY14333"/>
                </a:cxn>
                <a:cxn ang="0">
                  <a:pos x="connsiteX14334" y="connsiteY14334"/>
                </a:cxn>
                <a:cxn ang="0">
                  <a:pos x="connsiteX14335" y="connsiteY14335"/>
                </a:cxn>
                <a:cxn ang="0">
                  <a:pos x="connsiteX14336" y="connsiteY14336"/>
                </a:cxn>
                <a:cxn ang="0">
                  <a:pos x="connsiteX14337" y="connsiteY14337"/>
                </a:cxn>
                <a:cxn ang="0">
                  <a:pos x="connsiteX14338" y="connsiteY14338"/>
                </a:cxn>
                <a:cxn ang="0">
                  <a:pos x="connsiteX14339" y="connsiteY14339"/>
                </a:cxn>
                <a:cxn ang="0">
                  <a:pos x="connsiteX14340" y="connsiteY14340"/>
                </a:cxn>
                <a:cxn ang="0">
                  <a:pos x="connsiteX14341" y="connsiteY14341"/>
                </a:cxn>
                <a:cxn ang="0">
                  <a:pos x="connsiteX14342" y="connsiteY14342"/>
                </a:cxn>
                <a:cxn ang="0">
                  <a:pos x="connsiteX14343" y="connsiteY14343"/>
                </a:cxn>
                <a:cxn ang="0">
                  <a:pos x="connsiteX14344" y="connsiteY14344"/>
                </a:cxn>
                <a:cxn ang="0">
                  <a:pos x="connsiteX14345" y="connsiteY14345"/>
                </a:cxn>
                <a:cxn ang="0">
                  <a:pos x="connsiteX14346" y="connsiteY14346"/>
                </a:cxn>
                <a:cxn ang="0">
                  <a:pos x="connsiteX14347" y="connsiteY14347"/>
                </a:cxn>
                <a:cxn ang="0">
                  <a:pos x="connsiteX14348" y="connsiteY14348"/>
                </a:cxn>
                <a:cxn ang="0">
                  <a:pos x="connsiteX14349" y="connsiteY14349"/>
                </a:cxn>
                <a:cxn ang="0">
                  <a:pos x="connsiteX14350" y="connsiteY14350"/>
                </a:cxn>
                <a:cxn ang="0">
                  <a:pos x="connsiteX14351" y="connsiteY14351"/>
                </a:cxn>
                <a:cxn ang="0">
                  <a:pos x="connsiteX14352" y="connsiteY14352"/>
                </a:cxn>
                <a:cxn ang="0">
                  <a:pos x="connsiteX14353" y="connsiteY14353"/>
                </a:cxn>
                <a:cxn ang="0">
                  <a:pos x="connsiteX14354" y="connsiteY14354"/>
                </a:cxn>
                <a:cxn ang="0">
                  <a:pos x="connsiteX14355" y="connsiteY14355"/>
                </a:cxn>
                <a:cxn ang="0">
                  <a:pos x="connsiteX14356" y="connsiteY14356"/>
                </a:cxn>
                <a:cxn ang="0">
                  <a:pos x="connsiteX14357" y="connsiteY14357"/>
                </a:cxn>
                <a:cxn ang="0">
                  <a:pos x="connsiteX14358" y="connsiteY14358"/>
                </a:cxn>
                <a:cxn ang="0">
                  <a:pos x="connsiteX14359" y="connsiteY14359"/>
                </a:cxn>
                <a:cxn ang="0">
                  <a:pos x="connsiteX14360" y="connsiteY14360"/>
                </a:cxn>
                <a:cxn ang="0">
                  <a:pos x="connsiteX14361" y="connsiteY14361"/>
                </a:cxn>
                <a:cxn ang="0">
                  <a:pos x="connsiteX14362" y="connsiteY14362"/>
                </a:cxn>
                <a:cxn ang="0">
                  <a:pos x="connsiteX14363" y="connsiteY14363"/>
                </a:cxn>
                <a:cxn ang="0">
                  <a:pos x="connsiteX14364" y="connsiteY14364"/>
                </a:cxn>
                <a:cxn ang="0">
                  <a:pos x="connsiteX14365" y="connsiteY14365"/>
                </a:cxn>
                <a:cxn ang="0">
                  <a:pos x="connsiteX14366" y="connsiteY14366"/>
                </a:cxn>
                <a:cxn ang="0">
                  <a:pos x="connsiteX14367" y="connsiteY14367"/>
                </a:cxn>
                <a:cxn ang="0">
                  <a:pos x="connsiteX14368" y="connsiteY14368"/>
                </a:cxn>
                <a:cxn ang="0">
                  <a:pos x="connsiteX14369" y="connsiteY14369"/>
                </a:cxn>
                <a:cxn ang="0">
                  <a:pos x="connsiteX14370" y="connsiteY14370"/>
                </a:cxn>
                <a:cxn ang="0">
                  <a:pos x="connsiteX14371" y="connsiteY14371"/>
                </a:cxn>
                <a:cxn ang="0">
                  <a:pos x="connsiteX14372" y="connsiteY14372"/>
                </a:cxn>
                <a:cxn ang="0">
                  <a:pos x="connsiteX14373" y="connsiteY14373"/>
                </a:cxn>
                <a:cxn ang="0">
                  <a:pos x="connsiteX14374" y="connsiteY14374"/>
                </a:cxn>
                <a:cxn ang="0">
                  <a:pos x="connsiteX14375" y="connsiteY14375"/>
                </a:cxn>
                <a:cxn ang="0">
                  <a:pos x="connsiteX14376" y="connsiteY14376"/>
                </a:cxn>
                <a:cxn ang="0">
                  <a:pos x="connsiteX14377" y="connsiteY14377"/>
                </a:cxn>
                <a:cxn ang="0">
                  <a:pos x="connsiteX14378" y="connsiteY14378"/>
                </a:cxn>
                <a:cxn ang="0">
                  <a:pos x="connsiteX14379" y="connsiteY14379"/>
                </a:cxn>
                <a:cxn ang="0">
                  <a:pos x="connsiteX14380" y="connsiteY14380"/>
                </a:cxn>
                <a:cxn ang="0">
                  <a:pos x="connsiteX14381" y="connsiteY14381"/>
                </a:cxn>
                <a:cxn ang="0">
                  <a:pos x="connsiteX14382" y="connsiteY14382"/>
                </a:cxn>
                <a:cxn ang="0">
                  <a:pos x="connsiteX14383" y="connsiteY14383"/>
                </a:cxn>
                <a:cxn ang="0">
                  <a:pos x="connsiteX14384" y="connsiteY14384"/>
                </a:cxn>
                <a:cxn ang="0">
                  <a:pos x="connsiteX14385" y="connsiteY14385"/>
                </a:cxn>
                <a:cxn ang="0">
                  <a:pos x="connsiteX14386" y="connsiteY14386"/>
                </a:cxn>
                <a:cxn ang="0">
                  <a:pos x="connsiteX14387" y="connsiteY14387"/>
                </a:cxn>
                <a:cxn ang="0">
                  <a:pos x="connsiteX14388" y="connsiteY14388"/>
                </a:cxn>
                <a:cxn ang="0">
                  <a:pos x="connsiteX14389" y="connsiteY14389"/>
                </a:cxn>
                <a:cxn ang="0">
                  <a:pos x="connsiteX14390" y="connsiteY14390"/>
                </a:cxn>
                <a:cxn ang="0">
                  <a:pos x="connsiteX14391" y="connsiteY14391"/>
                </a:cxn>
                <a:cxn ang="0">
                  <a:pos x="connsiteX14392" y="connsiteY14392"/>
                </a:cxn>
                <a:cxn ang="0">
                  <a:pos x="connsiteX14393" y="connsiteY14393"/>
                </a:cxn>
                <a:cxn ang="0">
                  <a:pos x="connsiteX14394" y="connsiteY14394"/>
                </a:cxn>
                <a:cxn ang="0">
                  <a:pos x="connsiteX14395" y="connsiteY14395"/>
                </a:cxn>
                <a:cxn ang="0">
                  <a:pos x="connsiteX14396" y="connsiteY14396"/>
                </a:cxn>
                <a:cxn ang="0">
                  <a:pos x="connsiteX14397" y="connsiteY14397"/>
                </a:cxn>
                <a:cxn ang="0">
                  <a:pos x="connsiteX14398" y="connsiteY14398"/>
                </a:cxn>
                <a:cxn ang="0">
                  <a:pos x="connsiteX14399" y="connsiteY14399"/>
                </a:cxn>
                <a:cxn ang="0">
                  <a:pos x="connsiteX14400" y="connsiteY14400"/>
                </a:cxn>
                <a:cxn ang="0">
                  <a:pos x="connsiteX14401" y="connsiteY14401"/>
                </a:cxn>
                <a:cxn ang="0">
                  <a:pos x="connsiteX14402" y="connsiteY14402"/>
                </a:cxn>
                <a:cxn ang="0">
                  <a:pos x="connsiteX14403" y="connsiteY14403"/>
                </a:cxn>
                <a:cxn ang="0">
                  <a:pos x="connsiteX14404" y="connsiteY14404"/>
                </a:cxn>
                <a:cxn ang="0">
                  <a:pos x="connsiteX14405" y="connsiteY14405"/>
                </a:cxn>
                <a:cxn ang="0">
                  <a:pos x="connsiteX14406" y="connsiteY14406"/>
                </a:cxn>
                <a:cxn ang="0">
                  <a:pos x="connsiteX14407" y="connsiteY14407"/>
                </a:cxn>
                <a:cxn ang="0">
                  <a:pos x="connsiteX14408" y="connsiteY14408"/>
                </a:cxn>
                <a:cxn ang="0">
                  <a:pos x="connsiteX14409" y="connsiteY14409"/>
                </a:cxn>
                <a:cxn ang="0">
                  <a:pos x="connsiteX14410" y="connsiteY14410"/>
                </a:cxn>
                <a:cxn ang="0">
                  <a:pos x="connsiteX14411" y="connsiteY14411"/>
                </a:cxn>
                <a:cxn ang="0">
                  <a:pos x="connsiteX14412" y="connsiteY14412"/>
                </a:cxn>
                <a:cxn ang="0">
                  <a:pos x="connsiteX14413" y="connsiteY14413"/>
                </a:cxn>
                <a:cxn ang="0">
                  <a:pos x="connsiteX14414" y="connsiteY14414"/>
                </a:cxn>
                <a:cxn ang="0">
                  <a:pos x="connsiteX14415" y="connsiteY14415"/>
                </a:cxn>
                <a:cxn ang="0">
                  <a:pos x="connsiteX14416" y="connsiteY14416"/>
                </a:cxn>
                <a:cxn ang="0">
                  <a:pos x="connsiteX14417" y="connsiteY14417"/>
                </a:cxn>
                <a:cxn ang="0">
                  <a:pos x="connsiteX14418" y="connsiteY14418"/>
                </a:cxn>
                <a:cxn ang="0">
                  <a:pos x="connsiteX14419" y="connsiteY14419"/>
                </a:cxn>
                <a:cxn ang="0">
                  <a:pos x="connsiteX14420" y="connsiteY14420"/>
                </a:cxn>
                <a:cxn ang="0">
                  <a:pos x="connsiteX14421" y="connsiteY14421"/>
                </a:cxn>
                <a:cxn ang="0">
                  <a:pos x="connsiteX14422" y="connsiteY14422"/>
                </a:cxn>
                <a:cxn ang="0">
                  <a:pos x="connsiteX14423" y="connsiteY14423"/>
                </a:cxn>
                <a:cxn ang="0">
                  <a:pos x="connsiteX14424" y="connsiteY14424"/>
                </a:cxn>
                <a:cxn ang="0">
                  <a:pos x="connsiteX14425" y="connsiteY14425"/>
                </a:cxn>
                <a:cxn ang="0">
                  <a:pos x="connsiteX14426" y="connsiteY14426"/>
                </a:cxn>
                <a:cxn ang="0">
                  <a:pos x="connsiteX14427" y="connsiteY14427"/>
                </a:cxn>
                <a:cxn ang="0">
                  <a:pos x="connsiteX14428" y="connsiteY14428"/>
                </a:cxn>
                <a:cxn ang="0">
                  <a:pos x="connsiteX14429" y="connsiteY14429"/>
                </a:cxn>
                <a:cxn ang="0">
                  <a:pos x="connsiteX14430" y="connsiteY14430"/>
                </a:cxn>
                <a:cxn ang="0">
                  <a:pos x="connsiteX14431" y="connsiteY14431"/>
                </a:cxn>
                <a:cxn ang="0">
                  <a:pos x="connsiteX14432" y="connsiteY14432"/>
                </a:cxn>
                <a:cxn ang="0">
                  <a:pos x="connsiteX14433" y="connsiteY14433"/>
                </a:cxn>
                <a:cxn ang="0">
                  <a:pos x="connsiteX14434" y="connsiteY14434"/>
                </a:cxn>
                <a:cxn ang="0">
                  <a:pos x="connsiteX14435" y="connsiteY14435"/>
                </a:cxn>
                <a:cxn ang="0">
                  <a:pos x="connsiteX14436" y="connsiteY14436"/>
                </a:cxn>
                <a:cxn ang="0">
                  <a:pos x="connsiteX14437" y="connsiteY14437"/>
                </a:cxn>
                <a:cxn ang="0">
                  <a:pos x="connsiteX14438" y="connsiteY14438"/>
                </a:cxn>
                <a:cxn ang="0">
                  <a:pos x="connsiteX14439" y="connsiteY14439"/>
                </a:cxn>
                <a:cxn ang="0">
                  <a:pos x="connsiteX14440" y="connsiteY14440"/>
                </a:cxn>
                <a:cxn ang="0">
                  <a:pos x="connsiteX14441" y="connsiteY14441"/>
                </a:cxn>
                <a:cxn ang="0">
                  <a:pos x="connsiteX14442" y="connsiteY14442"/>
                </a:cxn>
                <a:cxn ang="0">
                  <a:pos x="connsiteX14443" y="connsiteY14443"/>
                </a:cxn>
                <a:cxn ang="0">
                  <a:pos x="connsiteX14444" y="connsiteY14444"/>
                </a:cxn>
                <a:cxn ang="0">
                  <a:pos x="connsiteX14445" y="connsiteY14445"/>
                </a:cxn>
                <a:cxn ang="0">
                  <a:pos x="connsiteX14446" y="connsiteY14446"/>
                </a:cxn>
                <a:cxn ang="0">
                  <a:pos x="connsiteX14447" y="connsiteY14447"/>
                </a:cxn>
                <a:cxn ang="0">
                  <a:pos x="connsiteX14448" y="connsiteY14448"/>
                </a:cxn>
                <a:cxn ang="0">
                  <a:pos x="connsiteX14449" y="connsiteY14449"/>
                </a:cxn>
                <a:cxn ang="0">
                  <a:pos x="connsiteX14450" y="connsiteY14450"/>
                </a:cxn>
                <a:cxn ang="0">
                  <a:pos x="connsiteX14451" y="connsiteY14451"/>
                </a:cxn>
                <a:cxn ang="0">
                  <a:pos x="connsiteX14452" y="connsiteY14452"/>
                </a:cxn>
                <a:cxn ang="0">
                  <a:pos x="connsiteX14453" y="connsiteY14453"/>
                </a:cxn>
                <a:cxn ang="0">
                  <a:pos x="connsiteX14454" y="connsiteY14454"/>
                </a:cxn>
                <a:cxn ang="0">
                  <a:pos x="connsiteX14455" y="connsiteY14455"/>
                </a:cxn>
                <a:cxn ang="0">
                  <a:pos x="connsiteX14456" y="connsiteY14456"/>
                </a:cxn>
                <a:cxn ang="0">
                  <a:pos x="connsiteX14457" y="connsiteY14457"/>
                </a:cxn>
                <a:cxn ang="0">
                  <a:pos x="connsiteX14458" y="connsiteY14458"/>
                </a:cxn>
                <a:cxn ang="0">
                  <a:pos x="connsiteX14459" y="connsiteY14459"/>
                </a:cxn>
                <a:cxn ang="0">
                  <a:pos x="connsiteX14460" y="connsiteY14460"/>
                </a:cxn>
                <a:cxn ang="0">
                  <a:pos x="connsiteX14461" y="connsiteY14461"/>
                </a:cxn>
                <a:cxn ang="0">
                  <a:pos x="connsiteX14462" y="connsiteY14462"/>
                </a:cxn>
                <a:cxn ang="0">
                  <a:pos x="connsiteX14463" y="connsiteY14463"/>
                </a:cxn>
                <a:cxn ang="0">
                  <a:pos x="connsiteX14464" y="connsiteY14464"/>
                </a:cxn>
                <a:cxn ang="0">
                  <a:pos x="connsiteX14465" y="connsiteY14465"/>
                </a:cxn>
                <a:cxn ang="0">
                  <a:pos x="connsiteX14466" y="connsiteY14466"/>
                </a:cxn>
                <a:cxn ang="0">
                  <a:pos x="connsiteX14467" y="connsiteY14467"/>
                </a:cxn>
                <a:cxn ang="0">
                  <a:pos x="connsiteX14468" y="connsiteY14468"/>
                </a:cxn>
                <a:cxn ang="0">
                  <a:pos x="connsiteX14469" y="connsiteY14469"/>
                </a:cxn>
                <a:cxn ang="0">
                  <a:pos x="connsiteX14470" y="connsiteY14470"/>
                </a:cxn>
                <a:cxn ang="0">
                  <a:pos x="connsiteX14471" y="connsiteY14471"/>
                </a:cxn>
                <a:cxn ang="0">
                  <a:pos x="connsiteX14472" y="connsiteY14472"/>
                </a:cxn>
                <a:cxn ang="0">
                  <a:pos x="connsiteX14473" y="connsiteY14473"/>
                </a:cxn>
                <a:cxn ang="0">
                  <a:pos x="connsiteX14474" y="connsiteY14474"/>
                </a:cxn>
                <a:cxn ang="0">
                  <a:pos x="connsiteX14475" y="connsiteY14475"/>
                </a:cxn>
                <a:cxn ang="0">
                  <a:pos x="connsiteX14476" y="connsiteY14476"/>
                </a:cxn>
                <a:cxn ang="0">
                  <a:pos x="connsiteX14477" y="connsiteY14477"/>
                </a:cxn>
                <a:cxn ang="0">
                  <a:pos x="connsiteX14478" y="connsiteY14478"/>
                </a:cxn>
                <a:cxn ang="0">
                  <a:pos x="connsiteX14479" y="connsiteY14479"/>
                </a:cxn>
                <a:cxn ang="0">
                  <a:pos x="connsiteX14480" y="connsiteY14480"/>
                </a:cxn>
                <a:cxn ang="0">
                  <a:pos x="connsiteX14481" y="connsiteY14481"/>
                </a:cxn>
                <a:cxn ang="0">
                  <a:pos x="connsiteX14482" y="connsiteY14482"/>
                </a:cxn>
                <a:cxn ang="0">
                  <a:pos x="connsiteX14483" y="connsiteY14483"/>
                </a:cxn>
                <a:cxn ang="0">
                  <a:pos x="connsiteX14484" y="connsiteY14484"/>
                </a:cxn>
                <a:cxn ang="0">
                  <a:pos x="connsiteX14485" y="connsiteY14485"/>
                </a:cxn>
                <a:cxn ang="0">
                  <a:pos x="connsiteX14486" y="connsiteY14486"/>
                </a:cxn>
                <a:cxn ang="0">
                  <a:pos x="connsiteX14487" y="connsiteY14487"/>
                </a:cxn>
                <a:cxn ang="0">
                  <a:pos x="connsiteX14488" y="connsiteY14488"/>
                </a:cxn>
                <a:cxn ang="0">
                  <a:pos x="connsiteX14489" y="connsiteY14489"/>
                </a:cxn>
                <a:cxn ang="0">
                  <a:pos x="connsiteX14490" y="connsiteY14490"/>
                </a:cxn>
                <a:cxn ang="0">
                  <a:pos x="connsiteX14491" y="connsiteY14491"/>
                </a:cxn>
                <a:cxn ang="0">
                  <a:pos x="connsiteX14492" y="connsiteY14492"/>
                </a:cxn>
                <a:cxn ang="0">
                  <a:pos x="connsiteX14493" y="connsiteY14493"/>
                </a:cxn>
                <a:cxn ang="0">
                  <a:pos x="connsiteX14494" y="connsiteY14494"/>
                </a:cxn>
                <a:cxn ang="0">
                  <a:pos x="connsiteX14495" y="connsiteY14495"/>
                </a:cxn>
                <a:cxn ang="0">
                  <a:pos x="connsiteX14496" y="connsiteY14496"/>
                </a:cxn>
                <a:cxn ang="0">
                  <a:pos x="connsiteX14497" y="connsiteY14497"/>
                </a:cxn>
                <a:cxn ang="0">
                  <a:pos x="connsiteX14498" y="connsiteY14498"/>
                </a:cxn>
                <a:cxn ang="0">
                  <a:pos x="connsiteX14499" y="connsiteY14499"/>
                </a:cxn>
                <a:cxn ang="0">
                  <a:pos x="connsiteX14500" y="connsiteY14500"/>
                </a:cxn>
                <a:cxn ang="0">
                  <a:pos x="connsiteX14501" y="connsiteY14501"/>
                </a:cxn>
                <a:cxn ang="0">
                  <a:pos x="connsiteX14502" y="connsiteY14502"/>
                </a:cxn>
                <a:cxn ang="0">
                  <a:pos x="connsiteX14503" y="connsiteY14503"/>
                </a:cxn>
                <a:cxn ang="0">
                  <a:pos x="connsiteX14504" y="connsiteY14504"/>
                </a:cxn>
                <a:cxn ang="0">
                  <a:pos x="connsiteX14505" y="connsiteY14505"/>
                </a:cxn>
                <a:cxn ang="0">
                  <a:pos x="connsiteX14506" y="connsiteY14506"/>
                </a:cxn>
                <a:cxn ang="0">
                  <a:pos x="connsiteX14507" y="connsiteY14507"/>
                </a:cxn>
                <a:cxn ang="0">
                  <a:pos x="connsiteX14508" y="connsiteY14508"/>
                </a:cxn>
                <a:cxn ang="0">
                  <a:pos x="connsiteX14509" y="connsiteY14509"/>
                </a:cxn>
                <a:cxn ang="0">
                  <a:pos x="connsiteX14510" y="connsiteY14510"/>
                </a:cxn>
                <a:cxn ang="0">
                  <a:pos x="connsiteX14511" y="connsiteY14511"/>
                </a:cxn>
                <a:cxn ang="0">
                  <a:pos x="connsiteX14512" y="connsiteY14512"/>
                </a:cxn>
                <a:cxn ang="0">
                  <a:pos x="connsiteX14513" y="connsiteY14513"/>
                </a:cxn>
                <a:cxn ang="0">
                  <a:pos x="connsiteX14514" y="connsiteY14514"/>
                </a:cxn>
                <a:cxn ang="0">
                  <a:pos x="connsiteX14515" y="connsiteY14515"/>
                </a:cxn>
                <a:cxn ang="0">
                  <a:pos x="connsiteX14516" y="connsiteY14516"/>
                </a:cxn>
                <a:cxn ang="0">
                  <a:pos x="connsiteX14517" y="connsiteY14517"/>
                </a:cxn>
                <a:cxn ang="0">
                  <a:pos x="connsiteX14518" y="connsiteY14518"/>
                </a:cxn>
                <a:cxn ang="0">
                  <a:pos x="connsiteX14519" y="connsiteY14519"/>
                </a:cxn>
                <a:cxn ang="0">
                  <a:pos x="connsiteX14520" y="connsiteY14520"/>
                </a:cxn>
                <a:cxn ang="0">
                  <a:pos x="connsiteX14521" y="connsiteY14521"/>
                </a:cxn>
                <a:cxn ang="0">
                  <a:pos x="connsiteX14522" y="connsiteY14522"/>
                </a:cxn>
                <a:cxn ang="0">
                  <a:pos x="connsiteX14523" y="connsiteY14523"/>
                </a:cxn>
                <a:cxn ang="0">
                  <a:pos x="connsiteX14524" y="connsiteY14524"/>
                </a:cxn>
                <a:cxn ang="0">
                  <a:pos x="connsiteX14525" y="connsiteY14525"/>
                </a:cxn>
                <a:cxn ang="0">
                  <a:pos x="connsiteX14526" y="connsiteY14526"/>
                </a:cxn>
                <a:cxn ang="0">
                  <a:pos x="connsiteX14527" y="connsiteY14527"/>
                </a:cxn>
                <a:cxn ang="0">
                  <a:pos x="connsiteX14528" y="connsiteY14528"/>
                </a:cxn>
                <a:cxn ang="0">
                  <a:pos x="connsiteX14529" y="connsiteY14529"/>
                </a:cxn>
                <a:cxn ang="0">
                  <a:pos x="connsiteX14530" y="connsiteY14530"/>
                </a:cxn>
                <a:cxn ang="0">
                  <a:pos x="connsiteX14531" y="connsiteY14531"/>
                </a:cxn>
                <a:cxn ang="0">
                  <a:pos x="connsiteX14532" y="connsiteY14532"/>
                </a:cxn>
                <a:cxn ang="0">
                  <a:pos x="connsiteX14533" y="connsiteY14533"/>
                </a:cxn>
                <a:cxn ang="0">
                  <a:pos x="connsiteX14534" y="connsiteY14534"/>
                </a:cxn>
                <a:cxn ang="0">
                  <a:pos x="connsiteX14535" y="connsiteY14535"/>
                </a:cxn>
                <a:cxn ang="0">
                  <a:pos x="connsiteX14536" y="connsiteY14536"/>
                </a:cxn>
                <a:cxn ang="0">
                  <a:pos x="connsiteX14537" y="connsiteY14537"/>
                </a:cxn>
                <a:cxn ang="0">
                  <a:pos x="connsiteX14538" y="connsiteY14538"/>
                </a:cxn>
                <a:cxn ang="0">
                  <a:pos x="connsiteX14539" y="connsiteY14539"/>
                </a:cxn>
                <a:cxn ang="0">
                  <a:pos x="connsiteX14540" y="connsiteY14540"/>
                </a:cxn>
                <a:cxn ang="0">
                  <a:pos x="connsiteX14541" y="connsiteY14541"/>
                </a:cxn>
                <a:cxn ang="0">
                  <a:pos x="connsiteX14542" y="connsiteY14542"/>
                </a:cxn>
                <a:cxn ang="0">
                  <a:pos x="connsiteX14543" y="connsiteY14543"/>
                </a:cxn>
                <a:cxn ang="0">
                  <a:pos x="connsiteX14544" y="connsiteY14544"/>
                </a:cxn>
                <a:cxn ang="0">
                  <a:pos x="connsiteX14545" y="connsiteY14545"/>
                </a:cxn>
                <a:cxn ang="0">
                  <a:pos x="connsiteX14546" y="connsiteY14546"/>
                </a:cxn>
                <a:cxn ang="0">
                  <a:pos x="connsiteX14547" y="connsiteY14547"/>
                </a:cxn>
                <a:cxn ang="0">
                  <a:pos x="connsiteX14548" y="connsiteY14548"/>
                </a:cxn>
                <a:cxn ang="0">
                  <a:pos x="connsiteX14549" y="connsiteY14549"/>
                </a:cxn>
                <a:cxn ang="0">
                  <a:pos x="connsiteX14550" y="connsiteY14550"/>
                </a:cxn>
                <a:cxn ang="0">
                  <a:pos x="connsiteX14551" y="connsiteY14551"/>
                </a:cxn>
                <a:cxn ang="0">
                  <a:pos x="connsiteX14552" y="connsiteY14552"/>
                </a:cxn>
                <a:cxn ang="0">
                  <a:pos x="connsiteX14553" y="connsiteY14553"/>
                </a:cxn>
                <a:cxn ang="0">
                  <a:pos x="connsiteX14554" y="connsiteY14554"/>
                </a:cxn>
                <a:cxn ang="0">
                  <a:pos x="connsiteX14555" y="connsiteY14555"/>
                </a:cxn>
                <a:cxn ang="0">
                  <a:pos x="connsiteX14556" y="connsiteY14556"/>
                </a:cxn>
                <a:cxn ang="0">
                  <a:pos x="connsiteX14557" y="connsiteY14557"/>
                </a:cxn>
                <a:cxn ang="0">
                  <a:pos x="connsiteX14558" y="connsiteY14558"/>
                </a:cxn>
                <a:cxn ang="0">
                  <a:pos x="connsiteX14559" y="connsiteY14559"/>
                </a:cxn>
                <a:cxn ang="0">
                  <a:pos x="connsiteX14560" y="connsiteY14560"/>
                </a:cxn>
                <a:cxn ang="0">
                  <a:pos x="connsiteX14561" y="connsiteY14561"/>
                </a:cxn>
                <a:cxn ang="0">
                  <a:pos x="connsiteX14562" y="connsiteY14562"/>
                </a:cxn>
                <a:cxn ang="0">
                  <a:pos x="connsiteX14563" y="connsiteY14563"/>
                </a:cxn>
                <a:cxn ang="0">
                  <a:pos x="connsiteX14564" y="connsiteY14564"/>
                </a:cxn>
                <a:cxn ang="0">
                  <a:pos x="connsiteX14565" y="connsiteY14565"/>
                </a:cxn>
                <a:cxn ang="0">
                  <a:pos x="connsiteX14566" y="connsiteY14566"/>
                </a:cxn>
                <a:cxn ang="0">
                  <a:pos x="connsiteX14567" y="connsiteY14567"/>
                </a:cxn>
                <a:cxn ang="0">
                  <a:pos x="connsiteX14568" y="connsiteY14568"/>
                </a:cxn>
                <a:cxn ang="0">
                  <a:pos x="connsiteX14569" y="connsiteY14569"/>
                </a:cxn>
                <a:cxn ang="0">
                  <a:pos x="connsiteX14570" y="connsiteY14570"/>
                </a:cxn>
                <a:cxn ang="0">
                  <a:pos x="connsiteX14571" y="connsiteY14571"/>
                </a:cxn>
                <a:cxn ang="0">
                  <a:pos x="connsiteX14572" y="connsiteY14572"/>
                </a:cxn>
                <a:cxn ang="0">
                  <a:pos x="connsiteX14573" y="connsiteY14573"/>
                </a:cxn>
                <a:cxn ang="0">
                  <a:pos x="connsiteX14574" y="connsiteY14574"/>
                </a:cxn>
                <a:cxn ang="0">
                  <a:pos x="connsiteX14575" y="connsiteY14575"/>
                </a:cxn>
                <a:cxn ang="0">
                  <a:pos x="connsiteX14576" y="connsiteY14576"/>
                </a:cxn>
                <a:cxn ang="0">
                  <a:pos x="connsiteX14577" y="connsiteY14577"/>
                </a:cxn>
                <a:cxn ang="0">
                  <a:pos x="connsiteX14578" y="connsiteY14578"/>
                </a:cxn>
                <a:cxn ang="0">
                  <a:pos x="connsiteX14579" y="connsiteY14579"/>
                </a:cxn>
                <a:cxn ang="0">
                  <a:pos x="connsiteX14580" y="connsiteY14580"/>
                </a:cxn>
                <a:cxn ang="0">
                  <a:pos x="connsiteX14581" y="connsiteY14581"/>
                </a:cxn>
                <a:cxn ang="0">
                  <a:pos x="connsiteX14582" y="connsiteY14582"/>
                </a:cxn>
                <a:cxn ang="0">
                  <a:pos x="connsiteX14583" y="connsiteY14583"/>
                </a:cxn>
                <a:cxn ang="0">
                  <a:pos x="connsiteX14584" y="connsiteY14584"/>
                </a:cxn>
                <a:cxn ang="0">
                  <a:pos x="connsiteX14585" y="connsiteY14585"/>
                </a:cxn>
                <a:cxn ang="0">
                  <a:pos x="connsiteX14586" y="connsiteY14586"/>
                </a:cxn>
                <a:cxn ang="0">
                  <a:pos x="connsiteX14587" y="connsiteY14587"/>
                </a:cxn>
                <a:cxn ang="0">
                  <a:pos x="connsiteX14588" y="connsiteY14588"/>
                </a:cxn>
                <a:cxn ang="0">
                  <a:pos x="connsiteX14589" y="connsiteY14589"/>
                </a:cxn>
                <a:cxn ang="0">
                  <a:pos x="connsiteX14590" y="connsiteY14590"/>
                </a:cxn>
                <a:cxn ang="0">
                  <a:pos x="connsiteX14591" y="connsiteY14591"/>
                </a:cxn>
                <a:cxn ang="0">
                  <a:pos x="connsiteX14592" y="connsiteY14592"/>
                </a:cxn>
                <a:cxn ang="0">
                  <a:pos x="connsiteX14593" y="connsiteY14593"/>
                </a:cxn>
                <a:cxn ang="0">
                  <a:pos x="connsiteX14594" y="connsiteY14594"/>
                </a:cxn>
                <a:cxn ang="0">
                  <a:pos x="connsiteX14595" y="connsiteY14595"/>
                </a:cxn>
                <a:cxn ang="0">
                  <a:pos x="connsiteX14596" y="connsiteY14596"/>
                </a:cxn>
                <a:cxn ang="0">
                  <a:pos x="connsiteX14597" y="connsiteY14597"/>
                </a:cxn>
                <a:cxn ang="0">
                  <a:pos x="connsiteX14598" y="connsiteY14598"/>
                </a:cxn>
                <a:cxn ang="0">
                  <a:pos x="connsiteX14599" y="connsiteY14599"/>
                </a:cxn>
                <a:cxn ang="0">
                  <a:pos x="connsiteX14600" y="connsiteY14600"/>
                </a:cxn>
                <a:cxn ang="0">
                  <a:pos x="connsiteX14601" y="connsiteY14601"/>
                </a:cxn>
                <a:cxn ang="0">
                  <a:pos x="connsiteX14602" y="connsiteY14602"/>
                </a:cxn>
                <a:cxn ang="0">
                  <a:pos x="connsiteX14603" y="connsiteY14603"/>
                </a:cxn>
                <a:cxn ang="0">
                  <a:pos x="connsiteX14604" y="connsiteY14604"/>
                </a:cxn>
                <a:cxn ang="0">
                  <a:pos x="connsiteX14605" y="connsiteY14605"/>
                </a:cxn>
                <a:cxn ang="0">
                  <a:pos x="connsiteX14606" y="connsiteY14606"/>
                </a:cxn>
                <a:cxn ang="0">
                  <a:pos x="connsiteX14607" y="connsiteY14607"/>
                </a:cxn>
                <a:cxn ang="0">
                  <a:pos x="connsiteX14608" y="connsiteY14608"/>
                </a:cxn>
                <a:cxn ang="0">
                  <a:pos x="connsiteX14609" y="connsiteY14609"/>
                </a:cxn>
                <a:cxn ang="0">
                  <a:pos x="connsiteX14610" y="connsiteY14610"/>
                </a:cxn>
                <a:cxn ang="0">
                  <a:pos x="connsiteX14611" y="connsiteY14611"/>
                </a:cxn>
                <a:cxn ang="0">
                  <a:pos x="connsiteX14612" y="connsiteY14612"/>
                </a:cxn>
                <a:cxn ang="0">
                  <a:pos x="connsiteX14613" y="connsiteY14613"/>
                </a:cxn>
                <a:cxn ang="0">
                  <a:pos x="connsiteX14614" y="connsiteY14614"/>
                </a:cxn>
                <a:cxn ang="0">
                  <a:pos x="connsiteX14615" y="connsiteY14615"/>
                </a:cxn>
                <a:cxn ang="0">
                  <a:pos x="connsiteX14616" y="connsiteY14616"/>
                </a:cxn>
                <a:cxn ang="0">
                  <a:pos x="connsiteX14617" y="connsiteY14617"/>
                </a:cxn>
                <a:cxn ang="0">
                  <a:pos x="connsiteX14618" y="connsiteY14618"/>
                </a:cxn>
                <a:cxn ang="0">
                  <a:pos x="connsiteX14619" y="connsiteY14619"/>
                </a:cxn>
                <a:cxn ang="0">
                  <a:pos x="connsiteX14620" y="connsiteY14620"/>
                </a:cxn>
                <a:cxn ang="0">
                  <a:pos x="connsiteX14621" y="connsiteY14621"/>
                </a:cxn>
                <a:cxn ang="0">
                  <a:pos x="connsiteX14622" y="connsiteY14622"/>
                </a:cxn>
                <a:cxn ang="0">
                  <a:pos x="connsiteX14623" y="connsiteY14623"/>
                </a:cxn>
                <a:cxn ang="0">
                  <a:pos x="connsiteX14624" y="connsiteY14624"/>
                </a:cxn>
                <a:cxn ang="0">
                  <a:pos x="connsiteX14625" y="connsiteY14625"/>
                </a:cxn>
                <a:cxn ang="0">
                  <a:pos x="connsiteX14626" y="connsiteY14626"/>
                </a:cxn>
                <a:cxn ang="0">
                  <a:pos x="connsiteX14627" y="connsiteY14627"/>
                </a:cxn>
                <a:cxn ang="0">
                  <a:pos x="connsiteX14628" y="connsiteY14628"/>
                </a:cxn>
                <a:cxn ang="0">
                  <a:pos x="connsiteX14629" y="connsiteY14629"/>
                </a:cxn>
                <a:cxn ang="0">
                  <a:pos x="connsiteX14630" y="connsiteY14630"/>
                </a:cxn>
                <a:cxn ang="0">
                  <a:pos x="connsiteX14631" y="connsiteY14631"/>
                </a:cxn>
                <a:cxn ang="0">
                  <a:pos x="connsiteX14632" y="connsiteY14632"/>
                </a:cxn>
                <a:cxn ang="0">
                  <a:pos x="connsiteX14633" y="connsiteY14633"/>
                </a:cxn>
                <a:cxn ang="0">
                  <a:pos x="connsiteX14634" y="connsiteY14634"/>
                </a:cxn>
                <a:cxn ang="0">
                  <a:pos x="connsiteX14635" y="connsiteY14635"/>
                </a:cxn>
                <a:cxn ang="0">
                  <a:pos x="connsiteX14636" y="connsiteY14636"/>
                </a:cxn>
                <a:cxn ang="0">
                  <a:pos x="connsiteX14637" y="connsiteY14637"/>
                </a:cxn>
                <a:cxn ang="0">
                  <a:pos x="connsiteX14638" y="connsiteY14638"/>
                </a:cxn>
                <a:cxn ang="0">
                  <a:pos x="connsiteX14639" y="connsiteY14639"/>
                </a:cxn>
                <a:cxn ang="0">
                  <a:pos x="connsiteX14640" y="connsiteY14640"/>
                </a:cxn>
                <a:cxn ang="0">
                  <a:pos x="connsiteX14641" y="connsiteY14641"/>
                </a:cxn>
                <a:cxn ang="0">
                  <a:pos x="connsiteX14642" y="connsiteY14642"/>
                </a:cxn>
                <a:cxn ang="0">
                  <a:pos x="connsiteX14643" y="connsiteY14643"/>
                </a:cxn>
                <a:cxn ang="0">
                  <a:pos x="connsiteX14644" y="connsiteY14644"/>
                </a:cxn>
                <a:cxn ang="0">
                  <a:pos x="connsiteX14645" y="connsiteY14645"/>
                </a:cxn>
                <a:cxn ang="0">
                  <a:pos x="connsiteX14646" y="connsiteY14646"/>
                </a:cxn>
                <a:cxn ang="0">
                  <a:pos x="connsiteX14647" y="connsiteY14647"/>
                </a:cxn>
                <a:cxn ang="0">
                  <a:pos x="connsiteX14648" y="connsiteY14648"/>
                </a:cxn>
                <a:cxn ang="0">
                  <a:pos x="connsiteX14649" y="connsiteY14649"/>
                </a:cxn>
                <a:cxn ang="0">
                  <a:pos x="connsiteX14650" y="connsiteY14650"/>
                </a:cxn>
                <a:cxn ang="0">
                  <a:pos x="connsiteX14651" y="connsiteY14651"/>
                </a:cxn>
                <a:cxn ang="0">
                  <a:pos x="connsiteX14652" y="connsiteY14652"/>
                </a:cxn>
                <a:cxn ang="0">
                  <a:pos x="connsiteX14653" y="connsiteY14653"/>
                </a:cxn>
                <a:cxn ang="0">
                  <a:pos x="connsiteX14654" y="connsiteY14654"/>
                </a:cxn>
                <a:cxn ang="0">
                  <a:pos x="connsiteX14655" y="connsiteY14655"/>
                </a:cxn>
                <a:cxn ang="0">
                  <a:pos x="connsiteX14656" y="connsiteY14656"/>
                </a:cxn>
                <a:cxn ang="0">
                  <a:pos x="connsiteX14657" y="connsiteY14657"/>
                </a:cxn>
                <a:cxn ang="0">
                  <a:pos x="connsiteX14658" y="connsiteY14658"/>
                </a:cxn>
                <a:cxn ang="0">
                  <a:pos x="connsiteX14659" y="connsiteY14659"/>
                </a:cxn>
                <a:cxn ang="0">
                  <a:pos x="connsiteX14660" y="connsiteY14660"/>
                </a:cxn>
                <a:cxn ang="0">
                  <a:pos x="connsiteX14661" y="connsiteY14661"/>
                </a:cxn>
                <a:cxn ang="0">
                  <a:pos x="connsiteX14662" y="connsiteY14662"/>
                </a:cxn>
                <a:cxn ang="0">
                  <a:pos x="connsiteX14663" y="connsiteY14663"/>
                </a:cxn>
                <a:cxn ang="0">
                  <a:pos x="connsiteX14664" y="connsiteY14664"/>
                </a:cxn>
                <a:cxn ang="0">
                  <a:pos x="connsiteX14665" y="connsiteY14665"/>
                </a:cxn>
                <a:cxn ang="0">
                  <a:pos x="connsiteX14666" y="connsiteY14666"/>
                </a:cxn>
                <a:cxn ang="0">
                  <a:pos x="connsiteX14667" y="connsiteY14667"/>
                </a:cxn>
                <a:cxn ang="0">
                  <a:pos x="connsiteX14668" y="connsiteY14668"/>
                </a:cxn>
                <a:cxn ang="0">
                  <a:pos x="connsiteX14669" y="connsiteY14669"/>
                </a:cxn>
                <a:cxn ang="0">
                  <a:pos x="connsiteX14670" y="connsiteY14670"/>
                </a:cxn>
                <a:cxn ang="0">
                  <a:pos x="connsiteX14671" y="connsiteY14671"/>
                </a:cxn>
                <a:cxn ang="0">
                  <a:pos x="connsiteX14672" y="connsiteY14672"/>
                </a:cxn>
                <a:cxn ang="0">
                  <a:pos x="connsiteX14673" y="connsiteY14673"/>
                </a:cxn>
                <a:cxn ang="0">
                  <a:pos x="connsiteX14674" y="connsiteY14674"/>
                </a:cxn>
                <a:cxn ang="0">
                  <a:pos x="connsiteX14675" y="connsiteY14675"/>
                </a:cxn>
                <a:cxn ang="0">
                  <a:pos x="connsiteX14676" y="connsiteY14676"/>
                </a:cxn>
                <a:cxn ang="0">
                  <a:pos x="connsiteX14677" y="connsiteY14677"/>
                </a:cxn>
                <a:cxn ang="0">
                  <a:pos x="connsiteX14678" y="connsiteY14678"/>
                </a:cxn>
                <a:cxn ang="0">
                  <a:pos x="connsiteX14679" y="connsiteY14679"/>
                </a:cxn>
                <a:cxn ang="0">
                  <a:pos x="connsiteX14680" y="connsiteY14680"/>
                </a:cxn>
                <a:cxn ang="0">
                  <a:pos x="connsiteX14681" y="connsiteY14681"/>
                </a:cxn>
                <a:cxn ang="0">
                  <a:pos x="connsiteX14682" y="connsiteY14682"/>
                </a:cxn>
                <a:cxn ang="0">
                  <a:pos x="connsiteX14683" y="connsiteY14683"/>
                </a:cxn>
                <a:cxn ang="0">
                  <a:pos x="connsiteX14684" y="connsiteY14684"/>
                </a:cxn>
                <a:cxn ang="0">
                  <a:pos x="connsiteX14685" y="connsiteY14685"/>
                </a:cxn>
                <a:cxn ang="0">
                  <a:pos x="connsiteX14686" y="connsiteY14686"/>
                </a:cxn>
                <a:cxn ang="0">
                  <a:pos x="connsiteX14687" y="connsiteY14687"/>
                </a:cxn>
                <a:cxn ang="0">
                  <a:pos x="connsiteX14688" y="connsiteY14688"/>
                </a:cxn>
                <a:cxn ang="0">
                  <a:pos x="connsiteX14689" y="connsiteY14689"/>
                </a:cxn>
                <a:cxn ang="0">
                  <a:pos x="connsiteX14690" y="connsiteY14690"/>
                </a:cxn>
                <a:cxn ang="0">
                  <a:pos x="connsiteX14691" y="connsiteY14691"/>
                </a:cxn>
                <a:cxn ang="0">
                  <a:pos x="connsiteX14692" y="connsiteY14692"/>
                </a:cxn>
                <a:cxn ang="0">
                  <a:pos x="connsiteX14693" y="connsiteY14693"/>
                </a:cxn>
                <a:cxn ang="0">
                  <a:pos x="connsiteX14694" y="connsiteY14694"/>
                </a:cxn>
                <a:cxn ang="0">
                  <a:pos x="connsiteX14695" y="connsiteY14695"/>
                </a:cxn>
                <a:cxn ang="0">
                  <a:pos x="connsiteX14696" y="connsiteY14696"/>
                </a:cxn>
                <a:cxn ang="0">
                  <a:pos x="connsiteX14697" y="connsiteY14697"/>
                </a:cxn>
                <a:cxn ang="0">
                  <a:pos x="connsiteX14698" y="connsiteY14698"/>
                </a:cxn>
                <a:cxn ang="0">
                  <a:pos x="connsiteX14699" y="connsiteY14699"/>
                </a:cxn>
                <a:cxn ang="0">
                  <a:pos x="connsiteX14700" y="connsiteY14700"/>
                </a:cxn>
                <a:cxn ang="0">
                  <a:pos x="connsiteX14701" y="connsiteY14701"/>
                </a:cxn>
                <a:cxn ang="0">
                  <a:pos x="connsiteX14702" y="connsiteY14702"/>
                </a:cxn>
                <a:cxn ang="0">
                  <a:pos x="connsiteX14703" y="connsiteY14703"/>
                </a:cxn>
                <a:cxn ang="0">
                  <a:pos x="connsiteX14704" y="connsiteY14704"/>
                </a:cxn>
                <a:cxn ang="0">
                  <a:pos x="connsiteX14705" y="connsiteY14705"/>
                </a:cxn>
                <a:cxn ang="0">
                  <a:pos x="connsiteX14706" y="connsiteY14706"/>
                </a:cxn>
                <a:cxn ang="0">
                  <a:pos x="connsiteX14707" y="connsiteY14707"/>
                </a:cxn>
                <a:cxn ang="0">
                  <a:pos x="connsiteX14708" y="connsiteY14708"/>
                </a:cxn>
                <a:cxn ang="0">
                  <a:pos x="connsiteX14709" y="connsiteY14709"/>
                </a:cxn>
                <a:cxn ang="0">
                  <a:pos x="connsiteX14710" y="connsiteY14710"/>
                </a:cxn>
                <a:cxn ang="0">
                  <a:pos x="connsiteX14711" y="connsiteY14711"/>
                </a:cxn>
                <a:cxn ang="0">
                  <a:pos x="connsiteX14712" y="connsiteY14712"/>
                </a:cxn>
                <a:cxn ang="0">
                  <a:pos x="connsiteX14713" y="connsiteY14713"/>
                </a:cxn>
                <a:cxn ang="0">
                  <a:pos x="connsiteX14714" y="connsiteY14714"/>
                </a:cxn>
                <a:cxn ang="0">
                  <a:pos x="connsiteX14715" y="connsiteY14715"/>
                </a:cxn>
                <a:cxn ang="0">
                  <a:pos x="connsiteX14716" y="connsiteY14716"/>
                </a:cxn>
                <a:cxn ang="0">
                  <a:pos x="connsiteX14717" y="connsiteY14717"/>
                </a:cxn>
                <a:cxn ang="0">
                  <a:pos x="connsiteX14718" y="connsiteY14718"/>
                </a:cxn>
                <a:cxn ang="0">
                  <a:pos x="connsiteX14719" y="connsiteY14719"/>
                </a:cxn>
                <a:cxn ang="0">
                  <a:pos x="connsiteX14720" y="connsiteY14720"/>
                </a:cxn>
                <a:cxn ang="0">
                  <a:pos x="connsiteX14721" y="connsiteY14721"/>
                </a:cxn>
                <a:cxn ang="0">
                  <a:pos x="connsiteX14722" y="connsiteY14722"/>
                </a:cxn>
                <a:cxn ang="0">
                  <a:pos x="connsiteX14723" y="connsiteY14723"/>
                </a:cxn>
                <a:cxn ang="0">
                  <a:pos x="connsiteX14724" y="connsiteY14724"/>
                </a:cxn>
                <a:cxn ang="0">
                  <a:pos x="connsiteX14725" y="connsiteY14725"/>
                </a:cxn>
                <a:cxn ang="0">
                  <a:pos x="connsiteX14726" y="connsiteY14726"/>
                </a:cxn>
                <a:cxn ang="0">
                  <a:pos x="connsiteX14727" y="connsiteY14727"/>
                </a:cxn>
                <a:cxn ang="0">
                  <a:pos x="connsiteX14728" y="connsiteY14728"/>
                </a:cxn>
                <a:cxn ang="0">
                  <a:pos x="connsiteX14729" y="connsiteY14729"/>
                </a:cxn>
                <a:cxn ang="0">
                  <a:pos x="connsiteX14730" y="connsiteY14730"/>
                </a:cxn>
                <a:cxn ang="0">
                  <a:pos x="connsiteX14731" y="connsiteY14731"/>
                </a:cxn>
                <a:cxn ang="0">
                  <a:pos x="connsiteX14732" y="connsiteY14732"/>
                </a:cxn>
                <a:cxn ang="0">
                  <a:pos x="connsiteX14733" y="connsiteY14733"/>
                </a:cxn>
                <a:cxn ang="0">
                  <a:pos x="connsiteX14734" y="connsiteY14734"/>
                </a:cxn>
                <a:cxn ang="0">
                  <a:pos x="connsiteX14735" y="connsiteY14735"/>
                </a:cxn>
                <a:cxn ang="0">
                  <a:pos x="connsiteX14736" y="connsiteY14736"/>
                </a:cxn>
                <a:cxn ang="0">
                  <a:pos x="connsiteX14737" y="connsiteY14737"/>
                </a:cxn>
                <a:cxn ang="0">
                  <a:pos x="connsiteX14738" y="connsiteY14738"/>
                </a:cxn>
                <a:cxn ang="0">
                  <a:pos x="connsiteX14739" y="connsiteY14739"/>
                </a:cxn>
                <a:cxn ang="0">
                  <a:pos x="connsiteX14740" y="connsiteY14740"/>
                </a:cxn>
                <a:cxn ang="0">
                  <a:pos x="connsiteX14741" y="connsiteY14741"/>
                </a:cxn>
                <a:cxn ang="0">
                  <a:pos x="connsiteX14742" y="connsiteY14742"/>
                </a:cxn>
                <a:cxn ang="0">
                  <a:pos x="connsiteX14743" y="connsiteY14743"/>
                </a:cxn>
                <a:cxn ang="0">
                  <a:pos x="connsiteX14744" y="connsiteY14744"/>
                </a:cxn>
                <a:cxn ang="0">
                  <a:pos x="connsiteX14745" y="connsiteY14745"/>
                </a:cxn>
                <a:cxn ang="0">
                  <a:pos x="connsiteX14746" y="connsiteY14746"/>
                </a:cxn>
                <a:cxn ang="0">
                  <a:pos x="connsiteX14747" y="connsiteY14747"/>
                </a:cxn>
                <a:cxn ang="0">
                  <a:pos x="connsiteX14748" y="connsiteY14748"/>
                </a:cxn>
                <a:cxn ang="0">
                  <a:pos x="connsiteX14749" y="connsiteY14749"/>
                </a:cxn>
                <a:cxn ang="0">
                  <a:pos x="connsiteX14750" y="connsiteY14750"/>
                </a:cxn>
                <a:cxn ang="0">
                  <a:pos x="connsiteX14751" y="connsiteY14751"/>
                </a:cxn>
                <a:cxn ang="0">
                  <a:pos x="connsiteX14752" y="connsiteY14752"/>
                </a:cxn>
                <a:cxn ang="0">
                  <a:pos x="connsiteX14753" y="connsiteY14753"/>
                </a:cxn>
                <a:cxn ang="0">
                  <a:pos x="connsiteX14754" y="connsiteY14754"/>
                </a:cxn>
                <a:cxn ang="0">
                  <a:pos x="connsiteX14755" y="connsiteY14755"/>
                </a:cxn>
                <a:cxn ang="0">
                  <a:pos x="connsiteX14756" y="connsiteY14756"/>
                </a:cxn>
                <a:cxn ang="0">
                  <a:pos x="connsiteX14757" y="connsiteY14757"/>
                </a:cxn>
                <a:cxn ang="0">
                  <a:pos x="connsiteX14758" y="connsiteY14758"/>
                </a:cxn>
                <a:cxn ang="0">
                  <a:pos x="connsiteX14759" y="connsiteY14759"/>
                </a:cxn>
                <a:cxn ang="0">
                  <a:pos x="connsiteX14760" y="connsiteY14760"/>
                </a:cxn>
                <a:cxn ang="0">
                  <a:pos x="connsiteX14761" y="connsiteY14761"/>
                </a:cxn>
                <a:cxn ang="0">
                  <a:pos x="connsiteX14762" y="connsiteY14762"/>
                </a:cxn>
                <a:cxn ang="0">
                  <a:pos x="connsiteX14763" y="connsiteY14763"/>
                </a:cxn>
                <a:cxn ang="0">
                  <a:pos x="connsiteX14764" y="connsiteY14764"/>
                </a:cxn>
                <a:cxn ang="0">
                  <a:pos x="connsiteX14765" y="connsiteY14765"/>
                </a:cxn>
                <a:cxn ang="0">
                  <a:pos x="connsiteX14766" y="connsiteY14766"/>
                </a:cxn>
                <a:cxn ang="0">
                  <a:pos x="connsiteX14767" y="connsiteY14767"/>
                </a:cxn>
                <a:cxn ang="0">
                  <a:pos x="connsiteX14768" y="connsiteY14768"/>
                </a:cxn>
                <a:cxn ang="0">
                  <a:pos x="connsiteX14769" y="connsiteY14769"/>
                </a:cxn>
                <a:cxn ang="0">
                  <a:pos x="connsiteX14770" y="connsiteY14770"/>
                </a:cxn>
                <a:cxn ang="0">
                  <a:pos x="connsiteX14771" y="connsiteY14771"/>
                </a:cxn>
                <a:cxn ang="0">
                  <a:pos x="connsiteX14772" y="connsiteY14772"/>
                </a:cxn>
                <a:cxn ang="0">
                  <a:pos x="connsiteX14773" y="connsiteY14773"/>
                </a:cxn>
                <a:cxn ang="0">
                  <a:pos x="connsiteX14774" y="connsiteY14774"/>
                </a:cxn>
                <a:cxn ang="0">
                  <a:pos x="connsiteX14775" y="connsiteY14775"/>
                </a:cxn>
                <a:cxn ang="0">
                  <a:pos x="connsiteX14776" y="connsiteY14776"/>
                </a:cxn>
                <a:cxn ang="0">
                  <a:pos x="connsiteX14777" y="connsiteY14777"/>
                </a:cxn>
                <a:cxn ang="0">
                  <a:pos x="connsiteX14778" y="connsiteY14778"/>
                </a:cxn>
                <a:cxn ang="0">
                  <a:pos x="connsiteX14779" y="connsiteY14779"/>
                </a:cxn>
                <a:cxn ang="0">
                  <a:pos x="connsiteX14780" y="connsiteY14780"/>
                </a:cxn>
                <a:cxn ang="0">
                  <a:pos x="connsiteX14781" y="connsiteY14781"/>
                </a:cxn>
                <a:cxn ang="0">
                  <a:pos x="connsiteX14782" y="connsiteY14782"/>
                </a:cxn>
                <a:cxn ang="0">
                  <a:pos x="connsiteX14783" y="connsiteY14783"/>
                </a:cxn>
                <a:cxn ang="0">
                  <a:pos x="connsiteX14784" y="connsiteY14784"/>
                </a:cxn>
                <a:cxn ang="0">
                  <a:pos x="connsiteX14785" y="connsiteY14785"/>
                </a:cxn>
                <a:cxn ang="0">
                  <a:pos x="connsiteX14786" y="connsiteY14786"/>
                </a:cxn>
                <a:cxn ang="0">
                  <a:pos x="connsiteX14787" y="connsiteY14787"/>
                </a:cxn>
                <a:cxn ang="0">
                  <a:pos x="connsiteX14788" y="connsiteY14788"/>
                </a:cxn>
                <a:cxn ang="0">
                  <a:pos x="connsiteX14789" y="connsiteY14789"/>
                </a:cxn>
                <a:cxn ang="0">
                  <a:pos x="connsiteX14790" y="connsiteY14790"/>
                </a:cxn>
                <a:cxn ang="0">
                  <a:pos x="connsiteX14791" y="connsiteY14791"/>
                </a:cxn>
                <a:cxn ang="0">
                  <a:pos x="connsiteX14792" y="connsiteY14792"/>
                </a:cxn>
                <a:cxn ang="0">
                  <a:pos x="connsiteX14793" y="connsiteY14793"/>
                </a:cxn>
                <a:cxn ang="0">
                  <a:pos x="connsiteX14794" y="connsiteY14794"/>
                </a:cxn>
                <a:cxn ang="0">
                  <a:pos x="connsiteX14795" y="connsiteY14795"/>
                </a:cxn>
                <a:cxn ang="0">
                  <a:pos x="connsiteX14796" y="connsiteY14796"/>
                </a:cxn>
                <a:cxn ang="0">
                  <a:pos x="connsiteX14797" y="connsiteY14797"/>
                </a:cxn>
                <a:cxn ang="0">
                  <a:pos x="connsiteX14798" y="connsiteY14798"/>
                </a:cxn>
                <a:cxn ang="0">
                  <a:pos x="connsiteX14799" y="connsiteY14799"/>
                </a:cxn>
                <a:cxn ang="0">
                  <a:pos x="connsiteX14800" y="connsiteY14800"/>
                </a:cxn>
                <a:cxn ang="0">
                  <a:pos x="connsiteX14801" y="connsiteY14801"/>
                </a:cxn>
                <a:cxn ang="0">
                  <a:pos x="connsiteX14802" y="connsiteY14802"/>
                </a:cxn>
                <a:cxn ang="0">
                  <a:pos x="connsiteX14803" y="connsiteY14803"/>
                </a:cxn>
                <a:cxn ang="0">
                  <a:pos x="connsiteX14804" y="connsiteY14804"/>
                </a:cxn>
                <a:cxn ang="0">
                  <a:pos x="connsiteX14805" y="connsiteY14805"/>
                </a:cxn>
                <a:cxn ang="0">
                  <a:pos x="connsiteX14806" y="connsiteY14806"/>
                </a:cxn>
                <a:cxn ang="0">
                  <a:pos x="connsiteX14807" y="connsiteY14807"/>
                </a:cxn>
                <a:cxn ang="0">
                  <a:pos x="connsiteX14808" y="connsiteY14808"/>
                </a:cxn>
                <a:cxn ang="0">
                  <a:pos x="connsiteX14809" y="connsiteY14809"/>
                </a:cxn>
                <a:cxn ang="0">
                  <a:pos x="connsiteX14810" y="connsiteY14810"/>
                </a:cxn>
                <a:cxn ang="0">
                  <a:pos x="connsiteX14811" y="connsiteY14811"/>
                </a:cxn>
                <a:cxn ang="0">
                  <a:pos x="connsiteX14812" y="connsiteY14812"/>
                </a:cxn>
                <a:cxn ang="0">
                  <a:pos x="connsiteX14813" y="connsiteY14813"/>
                </a:cxn>
                <a:cxn ang="0">
                  <a:pos x="connsiteX14814" y="connsiteY14814"/>
                </a:cxn>
                <a:cxn ang="0">
                  <a:pos x="connsiteX14815" y="connsiteY14815"/>
                </a:cxn>
                <a:cxn ang="0">
                  <a:pos x="connsiteX14816" y="connsiteY14816"/>
                </a:cxn>
                <a:cxn ang="0">
                  <a:pos x="connsiteX14817" y="connsiteY14817"/>
                </a:cxn>
                <a:cxn ang="0">
                  <a:pos x="connsiteX14818" y="connsiteY14818"/>
                </a:cxn>
                <a:cxn ang="0">
                  <a:pos x="connsiteX14819" y="connsiteY14819"/>
                </a:cxn>
                <a:cxn ang="0">
                  <a:pos x="connsiteX14820" y="connsiteY14820"/>
                </a:cxn>
                <a:cxn ang="0">
                  <a:pos x="connsiteX14821" y="connsiteY14821"/>
                </a:cxn>
                <a:cxn ang="0">
                  <a:pos x="connsiteX14822" y="connsiteY14822"/>
                </a:cxn>
                <a:cxn ang="0">
                  <a:pos x="connsiteX14823" y="connsiteY14823"/>
                </a:cxn>
                <a:cxn ang="0">
                  <a:pos x="connsiteX14824" y="connsiteY14824"/>
                </a:cxn>
                <a:cxn ang="0">
                  <a:pos x="connsiteX14825" y="connsiteY14825"/>
                </a:cxn>
                <a:cxn ang="0">
                  <a:pos x="connsiteX14826" y="connsiteY14826"/>
                </a:cxn>
                <a:cxn ang="0">
                  <a:pos x="connsiteX14827" y="connsiteY14827"/>
                </a:cxn>
                <a:cxn ang="0">
                  <a:pos x="connsiteX14828" y="connsiteY14828"/>
                </a:cxn>
                <a:cxn ang="0">
                  <a:pos x="connsiteX14829" y="connsiteY14829"/>
                </a:cxn>
                <a:cxn ang="0">
                  <a:pos x="connsiteX14830" y="connsiteY14830"/>
                </a:cxn>
                <a:cxn ang="0">
                  <a:pos x="connsiteX14831" y="connsiteY14831"/>
                </a:cxn>
                <a:cxn ang="0">
                  <a:pos x="connsiteX14832" y="connsiteY14832"/>
                </a:cxn>
                <a:cxn ang="0">
                  <a:pos x="connsiteX14833" y="connsiteY14833"/>
                </a:cxn>
                <a:cxn ang="0">
                  <a:pos x="connsiteX14834" y="connsiteY14834"/>
                </a:cxn>
                <a:cxn ang="0">
                  <a:pos x="connsiteX14835" y="connsiteY14835"/>
                </a:cxn>
                <a:cxn ang="0">
                  <a:pos x="connsiteX14836" y="connsiteY14836"/>
                </a:cxn>
                <a:cxn ang="0">
                  <a:pos x="connsiteX14837" y="connsiteY14837"/>
                </a:cxn>
                <a:cxn ang="0">
                  <a:pos x="connsiteX14838" y="connsiteY14838"/>
                </a:cxn>
                <a:cxn ang="0">
                  <a:pos x="connsiteX14839" y="connsiteY14839"/>
                </a:cxn>
                <a:cxn ang="0">
                  <a:pos x="connsiteX14840" y="connsiteY14840"/>
                </a:cxn>
                <a:cxn ang="0">
                  <a:pos x="connsiteX14841" y="connsiteY14841"/>
                </a:cxn>
                <a:cxn ang="0">
                  <a:pos x="connsiteX14842" y="connsiteY14842"/>
                </a:cxn>
                <a:cxn ang="0">
                  <a:pos x="connsiteX14843" y="connsiteY14843"/>
                </a:cxn>
                <a:cxn ang="0">
                  <a:pos x="connsiteX14844" y="connsiteY14844"/>
                </a:cxn>
                <a:cxn ang="0">
                  <a:pos x="connsiteX14845" y="connsiteY14845"/>
                </a:cxn>
                <a:cxn ang="0">
                  <a:pos x="connsiteX14846" y="connsiteY14846"/>
                </a:cxn>
                <a:cxn ang="0">
                  <a:pos x="connsiteX14847" y="connsiteY14847"/>
                </a:cxn>
                <a:cxn ang="0">
                  <a:pos x="connsiteX14848" y="connsiteY14848"/>
                </a:cxn>
                <a:cxn ang="0">
                  <a:pos x="connsiteX14849" y="connsiteY14849"/>
                </a:cxn>
                <a:cxn ang="0">
                  <a:pos x="connsiteX14850" y="connsiteY14850"/>
                </a:cxn>
                <a:cxn ang="0">
                  <a:pos x="connsiteX14851" y="connsiteY14851"/>
                </a:cxn>
                <a:cxn ang="0">
                  <a:pos x="connsiteX14852" y="connsiteY14852"/>
                </a:cxn>
                <a:cxn ang="0">
                  <a:pos x="connsiteX14853" y="connsiteY14853"/>
                </a:cxn>
                <a:cxn ang="0">
                  <a:pos x="connsiteX14854" y="connsiteY14854"/>
                </a:cxn>
                <a:cxn ang="0">
                  <a:pos x="connsiteX14855" y="connsiteY14855"/>
                </a:cxn>
                <a:cxn ang="0">
                  <a:pos x="connsiteX14856" y="connsiteY14856"/>
                </a:cxn>
                <a:cxn ang="0">
                  <a:pos x="connsiteX14857" y="connsiteY14857"/>
                </a:cxn>
                <a:cxn ang="0">
                  <a:pos x="connsiteX14858" y="connsiteY14858"/>
                </a:cxn>
                <a:cxn ang="0">
                  <a:pos x="connsiteX14859" y="connsiteY14859"/>
                </a:cxn>
                <a:cxn ang="0">
                  <a:pos x="connsiteX14860" y="connsiteY14860"/>
                </a:cxn>
                <a:cxn ang="0">
                  <a:pos x="connsiteX14861" y="connsiteY14861"/>
                </a:cxn>
                <a:cxn ang="0">
                  <a:pos x="connsiteX14862" y="connsiteY14862"/>
                </a:cxn>
                <a:cxn ang="0">
                  <a:pos x="connsiteX14863" y="connsiteY14863"/>
                </a:cxn>
                <a:cxn ang="0">
                  <a:pos x="connsiteX14864" y="connsiteY14864"/>
                </a:cxn>
                <a:cxn ang="0">
                  <a:pos x="connsiteX14865" y="connsiteY14865"/>
                </a:cxn>
                <a:cxn ang="0">
                  <a:pos x="connsiteX14866" y="connsiteY14866"/>
                </a:cxn>
                <a:cxn ang="0">
                  <a:pos x="connsiteX14867" y="connsiteY14867"/>
                </a:cxn>
                <a:cxn ang="0">
                  <a:pos x="connsiteX14868" y="connsiteY14868"/>
                </a:cxn>
                <a:cxn ang="0">
                  <a:pos x="connsiteX14869" y="connsiteY14869"/>
                </a:cxn>
                <a:cxn ang="0">
                  <a:pos x="connsiteX14870" y="connsiteY14870"/>
                </a:cxn>
                <a:cxn ang="0">
                  <a:pos x="connsiteX14871" y="connsiteY14871"/>
                </a:cxn>
                <a:cxn ang="0">
                  <a:pos x="connsiteX14872" y="connsiteY14872"/>
                </a:cxn>
                <a:cxn ang="0">
                  <a:pos x="connsiteX14873" y="connsiteY14873"/>
                </a:cxn>
                <a:cxn ang="0">
                  <a:pos x="connsiteX14874" y="connsiteY14874"/>
                </a:cxn>
                <a:cxn ang="0">
                  <a:pos x="connsiteX14875" y="connsiteY14875"/>
                </a:cxn>
                <a:cxn ang="0">
                  <a:pos x="connsiteX14876" y="connsiteY14876"/>
                </a:cxn>
                <a:cxn ang="0">
                  <a:pos x="connsiteX14877" y="connsiteY14877"/>
                </a:cxn>
                <a:cxn ang="0">
                  <a:pos x="connsiteX14878" y="connsiteY14878"/>
                </a:cxn>
                <a:cxn ang="0">
                  <a:pos x="connsiteX14879" y="connsiteY14879"/>
                </a:cxn>
                <a:cxn ang="0">
                  <a:pos x="connsiteX14880" y="connsiteY14880"/>
                </a:cxn>
                <a:cxn ang="0">
                  <a:pos x="connsiteX14881" y="connsiteY14881"/>
                </a:cxn>
                <a:cxn ang="0">
                  <a:pos x="connsiteX14882" y="connsiteY14882"/>
                </a:cxn>
                <a:cxn ang="0">
                  <a:pos x="connsiteX14883" y="connsiteY14883"/>
                </a:cxn>
                <a:cxn ang="0">
                  <a:pos x="connsiteX14884" y="connsiteY14884"/>
                </a:cxn>
                <a:cxn ang="0">
                  <a:pos x="connsiteX14885" y="connsiteY14885"/>
                </a:cxn>
                <a:cxn ang="0">
                  <a:pos x="connsiteX14886" y="connsiteY14886"/>
                </a:cxn>
                <a:cxn ang="0">
                  <a:pos x="connsiteX14887" y="connsiteY14887"/>
                </a:cxn>
                <a:cxn ang="0">
                  <a:pos x="connsiteX14888" y="connsiteY14888"/>
                </a:cxn>
                <a:cxn ang="0">
                  <a:pos x="connsiteX14889" y="connsiteY14889"/>
                </a:cxn>
                <a:cxn ang="0">
                  <a:pos x="connsiteX14890" y="connsiteY14890"/>
                </a:cxn>
                <a:cxn ang="0">
                  <a:pos x="connsiteX14891" y="connsiteY14891"/>
                </a:cxn>
                <a:cxn ang="0">
                  <a:pos x="connsiteX14892" y="connsiteY14892"/>
                </a:cxn>
                <a:cxn ang="0">
                  <a:pos x="connsiteX14893" y="connsiteY14893"/>
                </a:cxn>
                <a:cxn ang="0">
                  <a:pos x="connsiteX14894" y="connsiteY14894"/>
                </a:cxn>
                <a:cxn ang="0">
                  <a:pos x="connsiteX14895" y="connsiteY14895"/>
                </a:cxn>
                <a:cxn ang="0">
                  <a:pos x="connsiteX14896" y="connsiteY14896"/>
                </a:cxn>
                <a:cxn ang="0">
                  <a:pos x="connsiteX14897" y="connsiteY14897"/>
                </a:cxn>
                <a:cxn ang="0">
                  <a:pos x="connsiteX14898" y="connsiteY14898"/>
                </a:cxn>
                <a:cxn ang="0">
                  <a:pos x="connsiteX14899" y="connsiteY14899"/>
                </a:cxn>
                <a:cxn ang="0">
                  <a:pos x="connsiteX14900" y="connsiteY14900"/>
                </a:cxn>
                <a:cxn ang="0">
                  <a:pos x="connsiteX14901" y="connsiteY14901"/>
                </a:cxn>
                <a:cxn ang="0">
                  <a:pos x="connsiteX14902" y="connsiteY14902"/>
                </a:cxn>
                <a:cxn ang="0">
                  <a:pos x="connsiteX14903" y="connsiteY14903"/>
                </a:cxn>
                <a:cxn ang="0">
                  <a:pos x="connsiteX14904" y="connsiteY14904"/>
                </a:cxn>
                <a:cxn ang="0">
                  <a:pos x="connsiteX14905" y="connsiteY14905"/>
                </a:cxn>
                <a:cxn ang="0">
                  <a:pos x="connsiteX14906" y="connsiteY14906"/>
                </a:cxn>
                <a:cxn ang="0">
                  <a:pos x="connsiteX14907" y="connsiteY14907"/>
                </a:cxn>
                <a:cxn ang="0">
                  <a:pos x="connsiteX14908" y="connsiteY14908"/>
                </a:cxn>
                <a:cxn ang="0">
                  <a:pos x="connsiteX14909" y="connsiteY14909"/>
                </a:cxn>
                <a:cxn ang="0">
                  <a:pos x="connsiteX14910" y="connsiteY14910"/>
                </a:cxn>
                <a:cxn ang="0">
                  <a:pos x="connsiteX14911" y="connsiteY14911"/>
                </a:cxn>
                <a:cxn ang="0">
                  <a:pos x="connsiteX14912" y="connsiteY14912"/>
                </a:cxn>
                <a:cxn ang="0">
                  <a:pos x="connsiteX14913" y="connsiteY14913"/>
                </a:cxn>
                <a:cxn ang="0">
                  <a:pos x="connsiteX14914" y="connsiteY14914"/>
                </a:cxn>
                <a:cxn ang="0">
                  <a:pos x="connsiteX14915" y="connsiteY14915"/>
                </a:cxn>
                <a:cxn ang="0">
                  <a:pos x="connsiteX14916" y="connsiteY14916"/>
                </a:cxn>
                <a:cxn ang="0">
                  <a:pos x="connsiteX14917" y="connsiteY14917"/>
                </a:cxn>
                <a:cxn ang="0">
                  <a:pos x="connsiteX14918" y="connsiteY14918"/>
                </a:cxn>
                <a:cxn ang="0">
                  <a:pos x="connsiteX14919" y="connsiteY14919"/>
                </a:cxn>
                <a:cxn ang="0">
                  <a:pos x="connsiteX14920" y="connsiteY14920"/>
                </a:cxn>
                <a:cxn ang="0">
                  <a:pos x="connsiteX14921" y="connsiteY14921"/>
                </a:cxn>
                <a:cxn ang="0">
                  <a:pos x="connsiteX14922" y="connsiteY14922"/>
                </a:cxn>
                <a:cxn ang="0">
                  <a:pos x="connsiteX14923" y="connsiteY14923"/>
                </a:cxn>
                <a:cxn ang="0">
                  <a:pos x="connsiteX14924" y="connsiteY14924"/>
                </a:cxn>
                <a:cxn ang="0">
                  <a:pos x="connsiteX14925" y="connsiteY14925"/>
                </a:cxn>
                <a:cxn ang="0">
                  <a:pos x="connsiteX14926" y="connsiteY14926"/>
                </a:cxn>
                <a:cxn ang="0">
                  <a:pos x="connsiteX14927" y="connsiteY14927"/>
                </a:cxn>
                <a:cxn ang="0">
                  <a:pos x="connsiteX14928" y="connsiteY14928"/>
                </a:cxn>
                <a:cxn ang="0">
                  <a:pos x="connsiteX14929" y="connsiteY14929"/>
                </a:cxn>
                <a:cxn ang="0">
                  <a:pos x="connsiteX14930" y="connsiteY14930"/>
                </a:cxn>
                <a:cxn ang="0">
                  <a:pos x="connsiteX14931" y="connsiteY14931"/>
                </a:cxn>
                <a:cxn ang="0">
                  <a:pos x="connsiteX14932" y="connsiteY14932"/>
                </a:cxn>
                <a:cxn ang="0">
                  <a:pos x="connsiteX14933" y="connsiteY14933"/>
                </a:cxn>
                <a:cxn ang="0">
                  <a:pos x="connsiteX14934" y="connsiteY14934"/>
                </a:cxn>
                <a:cxn ang="0">
                  <a:pos x="connsiteX14935" y="connsiteY14935"/>
                </a:cxn>
                <a:cxn ang="0">
                  <a:pos x="connsiteX14936" y="connsiteY14936"/>
                </a:cxn>
                <a:cxn ang="0">
                  <a:pos x="connsiteX14937" y="connsiteY14937"/>
                </a:cxn>
                <a:cxn ang="0">
                  <a:pos x="connsiteX14938" y="connsiteY14938"/>
                </a:cxn>
                <a:cxn ang="0">
                  <a:pos x="connsiteX14939" y="connsiteY14939"/>
                </a:cxn>
                <a:cxn ang="0">
                  <a:pos x="connsiteX14940" y="connsiteY14940"/>
                </a:cxn>
                <a:cxn ang="0">
                  <a:pos x="connsiteX14941" y="connsiteY14941"/>
                </a:cxn>
                <a:cxn ang="0">
                  <a:pos x="connsiteX14942" y="connsiteY14942"/>
                </a:cxn>
                <a:cxn ang="0">
                  <a:pos x="connsiteX14943" y="connsiteY14943"/>
                </a:cxn>
                <a:cxn ang="0">
                  <a:pos x="connsiteX14944" y="connsiteY14944"/>
                </a:cxn>
                <a:cxn ang="0">
                  <a:pos x="connsiteX14945" y="connsiteY14945"/>
                </a:cxn>
                <a:cxn ang="0">
                  <a:pos x="connsiteX14946" y="connsiteY14946"/>
                </a:cxn>
                <a:cxn ang="0">
                  <a:pos x="connsiteX14947" y="connsiteY14947"/>
                </a:cxn>
                <a:cxn ang="0">
                  <a:pos x="connsiteX14948" y="connsiteY14948"/>
                </a:cxn>
                <a:cxn ang="0">
                  <a:pos x="connsiteX14949" y="connsiteY14949"/>
                </a:cxn>
                <a:cxn ang="0">
                  <a:pos x="connsiteX14950" y="connsiteY14950"/>
                </a:cxn>
                <a:cxn ang="0">
                  <a:pos x="connsiteX14951" y="connsiteY14951"/>
                </a:cxn>
                <a:cxn ang="0">
                  <a:pos x="connsiteX14952" y="connsiteY14952"/>
                </a:cxn>
                <a:cxn ang="0">
                  <a:pos x="connsiteX14953" y="connsiteY14953"/>
                </a:cxn>
                <a:cxn ang="0">
                  <a:pos x="connsiteX14954" y="connsiteY14954"/>
                </a:cxn>
                <a:cxn ang="0">
                  <a:pos x="connsiteX14955" y="connsiteY14955"/>
                </a:cxn>
                <a:cxn ang="0">
                  <a:pos x="connsiteX14956" y="connsiteY14956"/>
                </a:cxn>
                <a:cxn ang="0">
                  <a:pos x="connsiteX14957" y="connsiteY14957"/>
                </a:cxn>
                <a:cxn ang="0">
                  <a:pos x="connsiteX14958" y="connsiteY14958"/>
                </a:cxn>
                <a:cxn ang="0">
                  <a:pos x="connsiteX14959" y="connsiteY14959"/>
                </a:cxn>
                <a:cxn ang="0">
                  <a:pos x="connsiteX14960" y="connsiteY14960"/>
                </a:cxn>
                <a:cxn ang="0">
                  <a:pos x="connsiteX14961" y="connsiteY14961"/>
                </a:cxn>
                <a:cxn ang="0">
                  <a:pos x="connsiteX14962" y="connsiteY14962"/>
                </a:cxn>
                <a:cxn ang="0">
                  <a:pos x="connsiteX14963" y="connsiteY14963"/>
                </a:cxn>
                <a:cxn ang="0">
                  <a:pos x="connsiteX14964" y="connsiteY14964"/>
                </a:cxn>
                <a:cxn ang="0">
                  <a:pos x="connsiteX14965" y="connsiteY14965"/>
                </a:cxn>
                <a:cxn ang="0">
                  <a:pos x="connsiteX14966" y="connsiteY14966"/>
                </a:cxn>
                <a:cxn ang="0">
                  <a:pos x="connsiteX14967" y="connsiteY14967"/>
                </a:cxn>
                <a:cxn ang="0">
                  <a:pos x="connsiteX14968" y="connsiteY14968"/>
                </a:cxn>
                <a:cxn ang="0">
                  <a:pos x="connsiteX14969" y="connsiteY14969"/>
                </a:cxn>
                <a:cxn ang="0">
                  <a:pos x="connsiteX14970" y="connsiteY14970"/>
                </a:cxn>
                <a:cxn ang="0">
                  <a:pos x="connsiteX14971" y="connsiteY14971"/>
                </a:cxn>
                <a:cxn ang="0">
                  <a:pos x="connsiteX14972" y="connsiteY14972"/>
                </a:cxn>
                <a:cxn ang="0">
                  <a:pos x="connsiteX14973" y="connsiteY14973"/>
                </a:cxn>
                <a:cxn ang="0">
                  <a:pos x="connsiteX14974" y="connsiteY14974"/>
                </a:cxn>
                <a:cxn ang="0">
                  <a:pos x="connsiteX14975" y="connsiteY14975"/>
                </a:cxn>
                <a:cxn ang="0">
                  <a:pos x="connsiteX14976" y="connsiteY14976"/>
                </a:cxn>
                <a:cxn ang="0">
                  <a:pos x="connsiteX14977" y="connsiteY14977"/>
                </a:cxn>
                <a:cxn ang="0">
                  <a:pos x="connsiteX14978" y="connsiteY14978"/>
                </a:cxn>
                <a:cxn ang="0">
                  <a:pos x="connsiteX14979" y="connsiteY14979"/>
                </a:cxn>
                <a:cxn ang="0">
                  <a:pos x="connsiteX14980" y="connsiteY14980"/>
                </a:cxn>
                <a:cxn ang="0">
                  <a:pos x="connsiteX14981" y="connsiteY14981"/>
                </a:cxn>
                <a:cxn ang="0">
                  <a:pos x="connsiteX14982" y="connsiteY14982"/>
                </a:cxn>
                <a:cxn ang="0">
                  <a:pos x="connsiteX14983" y="connsiteY14983"/>
                </a:cxn>
                <a:cxn ang="0">
                  <a:pos x="connsiteX14984" y="connsiteY14984"/>
                </a:cxn>
                <a:cxn ang="0">
                  <a:pos x="connsiteX14985" y="connsiteY14985"/>
                </a:cxn>
                <a:cxn ang="0">
                  <a:pos x="connsiteX14986" y="connsiteY14986"/>
                </a:cxn>
                <a:cxn ang="0">
                  <a:pos x="connsiteX14987" y="connsiteY14987"/>
                </a:cxn>
                <a:cxn ang="0">
                  <a:pos x="connsiteX14988" y="connsiteY14988"/>
                </a:cxn>
                <a:cxn ang="0">
                  <a:pos x="connsiteX14989" y="connsiteY14989"/>
                </a:cxn>
                <a:cxn ang="0">
                  <a:pos x="connsiteX14990" y="connsiteY14990"/>
                </a:cxn>
                <a:cxn ang="0">
                  <a:pos x="connsiteX14991" y="connsiteY14991"/>
                </a:cxn>
                <a:cxn ang="0">
                  <a:pos x="connsiteX14992" y="connsiteY14992"/>
                </a:cxn>
                <a:cxn ang="0">
                  <a:pos x="connsiteX14993" y="connsiteY14993"/>
                </a:cxn>
                <a:cxn ang="0">
                  <a:pos x="connsiteX14994" y="connsiteY14994"/>
                </a:cxn>
                <a:cxn ang="0">
                  <a:pos x="connsiteX14995" y="connsiteY14995"/>
                </a:cxn>
                <a:cxn ang="0">
                  <a:pos x="connsiteX14996" y="connsiteY14996"/>
                </a:cxn>
                <a:cxn ang="0">
                  <a:pos x="connsiteX14997" y="connsiteY14997"/>
                </a:cxn>
                <a:cxn ang="0">
                  <a:pos x="connsiteX14998" y="connsiteY14998"/>
                </a:cxn>
                <a:cxn ang="0">
                  <a:pos x="connsiteX14999" y="connsiteY14999"/>
                </a:cxn>
                <a:cxn ang="0">
                  <a:pos x="connsiteX15000" y="connsiteY15000"/>
                </a:cxn>
                <a:cxn ang="0">
                  <a:pos x="connsiteX15001" y="connsiteY15001"/>
                </a:cxn>
                <a:cxn ang="0">
                  <a:pos x="connsiteX15002" y="connsiteY15002"/>
                </a:cxn>
                <a:cxn ang="0">
                  <a:pos x="connsiteX15003" y="connsiteY15003"/>
                </a:cxn>
                <a:cxn ang="0">
                  <a:pos x="connsiteX15004" y="connsiteY15004"/>
                </a:cxn>
                <a:cxn ang="0">
                  <a:pos x="connsiteX15005" y="connsiteY15005"/>
                </a:cxn>
                <a:cxn ang="0">
                  <a:pos x="connsiteX15006" y="connsiteY15006"/>
                </a:cxn>
                <a:cxn ang="0">
                  <a:pos x="connsiteX15007" y="connsiteY15007"/>
                </a:cxn>
                <a:cxn ang="0">
                  <a:pos x="connsiteX15008" y="connsiteY15008"/>
                </a:cxn>
                <a:cxn ang="0">
                  <a:pos x="connsiteX15009" y="connsiteY15009"/>
                </a:cxn>
                <a:cxn ang="0">
                  <a:pos x="connsiteX15010" y="connsiteY15010"/>
                </a:cxn>
                <a:cxn ang="0">
                  <a:pos x="connsiteX15011" y="connsiteY15011"/>
                </a:cxn>
                <a:cxn ang="0">
                  <a:pos x="connsiteX15012" y="connsiteY15012"/>
                </a:cxn>
                <a:cxn ang="0">
                  <a:pos x="connsiteX15013" y="connsiteY15013"/>
                </a:cxn>
                <a:cxn ang="0">
                  <a:pos x="connsiteX15014" y="connsiteY15014"/>
                </a:cxn>
                <a:cxn ang="0">
                  <a:pos x="connsiteX15015" y="connsiteY15015"/>
                </a:cxn>
                <a:cxn ang="0">
                  <a:pos x="connsiteX15016" y="connsiteY15016"/>
                </a:cxn>
                <a:cxn ang="0">
                  <a:pos x="connsiteX15017" y="connsiteY15017"/>
                </a:cxn>
                <a:cxn ang="0">
                  <a:pos x="connsiteX15018" y="connsiteY15018"/>
                </a:cxn>
                <a:cxn ang="0">
                  <a:pos x="connsiteX15019" y="connsiteY15019"/>
                </a:cxn>
                <a:cxn ang="0">
                  <a:pos x="connsiteX15020" y="connsiteY15020"/>
                </a:cxn>
                <a:cxn ang="0">
                  <a:pos x="connsiteX15021" y="connsiteY15021"/>
                </a:cxn>
                <a:cxn ang="0">
                  <a:pos x="connsiteX15022" y="connsiteY15022"/>
                </a:cxn>
                <a:cxn ang="0">
                  <a:pos x="connsiteX15023" y="connsiteY15023"/>
                </a:cxn>
                <a:cxn ang="0">
                  <a:pos x="connsiteX15024" y="connsiteY15024"/>
                </a:cxn>
                <a:cxn ang="0">
                  <a:pos x="connsiteX15025" y="connsiteY15025"/>
                </a:cxn>
                <a:cxn ang="0">
                  <a:pos x="connsiteX15026" y="connsiteY15026"/>
                </a:cxn>
                <a:cxn ang="0">
                  <a:pos x="connsiteX15027" y="connsiteY15027"/>
                </a:cxn>
                <a:cxn ang="0">
                  <a:pos x="connsiteX15028" y="connsiteY15028"/>
                </a:cxn>
                <a:cxn ang="0">
                  <a:pos x="connsiteX15029" y="connsiteY15029"/>
                </a:cxn>
                <a:cxn ang="0">
                  <a:pos x="connsiteX15030" y="connsiteY15030"/>
                </a:cxn>
                <a:cxn ang="0">
                  <a:pos x="connsiteX15031" y="connsiteY15031"/>
                </a:cxn>
                <a:cxn ang="0">
                  <a:pos x="connsiteX15032" y="connsiteY15032"/>
                </a:cxn>
                <a:cxn ang="0">
                  <a:pos x="connsiteX15033" y="connsiteY15033"/>
                </a:cxn>
                <a:cxn ang="0">
                  <a:pos x="connsiteX15034" y="connsiteY15034"/>
                </a:cxn>
                <a:cxn ang="0">
                  <a:pos x="connsiteX15035" y="connsiteY15035"/>
                </a:cxn>
                <a:cxn ang="0">
                  <a:pos x="connsiteX15036" y="connsiteY15036"/>
                </a:cxn>
                <a:cxn ang="0">
                  <a:pos x="connsiteX15037" y="connsiteY15037"/>
                </a:cxn>
                <a:cxn ang="0">
                  <a:pos x="connsiteX15038" y="connsiteY15038"/>
                </a:cxn>
                <a:cxn ang="0">
                  <a:pos x="connsiteX15039" y="connsiteY15039"/>
                </a:cxn>
                <a:cxn ang="0">
                  <a:pos x="connsiteX15040" y="connsiteY15040"/>
                </a:cxn>
                <a:cxn ang="0">
                  <a:pos x="connsiteX15041" y="connsiteY15041"/>
                </a:cxn>
                <a:cxn ang="0">
                  <a:pos x="connsiteX15042" y="connsiteY15042"/>
                </a:cxn>
                <a:cxn ang="0">
                  <a:pos x="connsiteX15043" y="connsiteY15043"/>
                </a:cxn>
                <a:cxn ang="0">
                  <a:pos x="connsiteX15044" y="connsiteY15044"/>
                </a:cxn>
                <a:cxn ang="0">
                  <a:pos x="connsiteX15045" y="connsiteY15045"/>
                </a:cxn>
                <a:cxn ang="0">
                  <a:pos x="connsiteX15046" y="connsiteY15046"/>
                </a:cxn>
                <a:cxn ang="0">
                  <a:pos x="connsiteX15047" y="connsiteY15047"/>
                </a:cxn>
                <a:cxn ang="0">
                  <a:pos x="connsiteX15048" y="connsiteY15048"/>
                </a:cxn>
                <a:cxn ang="0">
                  <a:pos x="connsiteX15049" y="connsiteY15049"/>
                </a:cxn>
                <a:cxn ang="0">
                  <a:pos x="connsiteX15050" y="connsiteY15050"/>
                </a:cxn>
                <a:cxn ang="0">
                  <a:pos x="connsiteX15051" y="connsiteY15051"/>
                </a:cxn>
                <a:cxn ang="0">
                  <a:pos x="connsiteX15052" y="connsiteY15052"/>
                </a:cxn>
                <a:cxn ang="0">
                  <a:pos x="connsiteX15053" y="connsiteY15053"/>
                </a:cxn>
                <a:cxn ang="0">
                  <a:pos x="connsiteX15054" y="connsiteY15054"/>
                </a:cxn>
                <a:cxn ang="0">
                  <a:pos x="connsiteX15055" y="connsiteY15055"/>
                </a:cxn>
                <a:cxn ang="0">
                  <a:pos x="connsiteX15056" y="connsiteY15056"/>
                </a:cxn>
                <a:cxn ang="0">
                  <a:pos x="connsiteX15057" y="connsiteY15057"/>
                </a:cxn>
                <a:cxn ang="0">
                  <a:pos x="connsiteX15058" y="connsiteY15058"/>
                </a:cxn>
                <a:cxn ang="0">
                  <a:pos x="connsiteX15059" y="connsiteY15059"/>
                </a:cxn>
                <a:cxn ang="0">
                  <a:pos x="connsiteX15060" y="connsiteY15060"/>
                </a:cxn>
                <a:cxn ang="0">
                  <a:pos x="connsiteX15061" y="connsiteY15061"/>
                </a:cxn>
                <a:cxn ang="0">
                  <a:pos x="connsiteX15062" y="connsiteY15062"/>
                </a:cxn>
                <a:cxn ang="0">
                  <a:pos x="connsiteX15063" y="connsiteY15063"/>
                </a:cxn>
                <a:cxn ang="0">
                  <a:pos x="connsiteX15064" y="connsiteY15064"/>
                </a:cxn>
                <a:cxn ang="0">
                  <a:pos x="connsiteX15065" y="connsiteY15065"/>
                </a:cxn>
                <a:cxn ang="0">
                  <a:pos x="connsiteX15066" y="connsiteY15066"/>
                </a:cxn>
                <a:cxn ang="0">
                  <a:pos x="connsiteX15067" y="connsiteY15067"/>
                </a:cxn>
                <a:cxn ang="0">
                  <a:pos x="connsiteX15068" y="connsiteY15068"/>
                </a:cxn>
                <a:cxn ang="0">
                  <a:pos x="connsiteX15069" y="connsiteY15069"/>
                </a:cxn>
                <a:cxn ang="0">
                  <a:pos x="connsiteX15070" y="connsiteY15070"/>
                </a:cxn>
                <a:cxn ang="0">
                  <a:pos x="connsiteX15071" y="connsiteY15071"/>
                </a:cxn>
                <a:cxn ang="0">
                  <a:pos x="connsiteX15072" y="connsiteY15072"/>
                </a:cxn>
                <a:cxn ang="0">
                  <a:pos x="connsiteX15073" y="connsiteY15073"/>
                </a:cxn>
                <a:cxn ang="0">
                  <a:pos x="connsiteX15074" y="connsiteY15074"/>
                </a:cxn>
                <a:cxn ang="0">
                  <a:pos x="connsiteX15075" y="connsiteY15075"/>
                </a:cxn>
                <a:cxn ang="0">
                  <a:pos x="connsiteX15076" y="connsiteY15076"/>
                </a:cxn>
                <a:cxn ang="0">
                  <a:pos x="connsiteX15077" y="connsiteY15077"/>
                </a:cxn>
                <a:cxn ang="0">
                  <a:pos x="connsiteX15078" y="connsiteY15078"/>
                </a:cxn>
                <a:cxn ang="0">
                  <a:pos x="connsiteX15079" y="connsiteY15079"/>
                </a:cxn>
                <a:cxn ang="0">
                  <a:pos x="connsiteX15080" y="connsiteY15080"/>
                </a:cxn>
                <a:cxn ang="0">
                  <a:pos x="connsiteX15081" y="connsiteY15081"/>
                </a:cxn>
                <a:cxn ang="0">
                  <a:pos x="connsiteX15082" y="connsiteY15082"/>
                </a:cxn>
                <a:cxn ang="0">
                  <a:pos x="connsiteX15083" y="connsiteY15083"/>
                </a:cxn>
                <a:cxn ang="0">
                  <a:pos x="connsiteX15084" y="connsiteY15084"/>
                </a:cxn>
                <a:cxn ang="0">
                  <a:pos x="connsiteX15085" y="connsiteY15085"/>
                </a:cxn>
                <a:cxn ang="0">
                  <a:pos x="connsiteX15086" y="connsiteY15086"/>
                </a:cxn>
                <a:cxn ang="0">
                  <a:pos x="connsiteX15087" y="connsiteY15087"/>
                </a:cxn>
                <a:cxn ang="0">
                  <a:pos x="connsiteX15088" y="connsiteY15088"/>
                </a:cxn>
                <a:cxn ang="0">
                  <a:pos x="connsiteX15089" y="connsiteY15089"/>
                </a:cxn>
                <a:cxn ang="0">
                  <a:pos x="connsiteX15090" y="connsiteY15090"/>
                </a:cxn>
                <a:cxn ang="0">
                  <a:pos x="connsiteX15091" y="connsiteY15091"/>
                </a:cxn>
                <a:cxn ang="0">
                  <a:pos x="connsiteX15092" y="connsiteY15092"/>
                </a:cxn>
                <a:cxn ang="0">
                  <a:pos x="connsiteX15093" y="connsiteY15093"/>
                </a:cxn>
                <a:cxn ang="0">
                  <a:pos x="connsiteX15094" y="connsiteY15094"/>
                </a:cxn>
                <a:cxn ang="0">
                  <a:pos x="connsiteX15095" y="connsiteY15095"/>
                </a:cxn>
                <a:cxn ang="0">
                  <a:pos x="connsiteX15096" y="connsiteY15096"/>
                </a:cxn>
                <a:cxn ang="0">
                  <a:pos x="connsiteX15097" y="connsiteY15097"/>
                </a:cxn>
                <a:cxn ang="0">
                  <a:pos x="connsiteX15098" y="connsiteY15098"/>
                </a:cxn>
                <a:cxn ang="0">
                  <a:pos x="connsiteX15099" y="connsiteY15099"/>
                </a:cxn>
                <a:cxn ang="0">
                  <a:pos x="connsiteX15100" y="connsiteY15100"/>
                </a:cxn>
                <a:cxn ang="0">
                  <a:pos x="connsiteX15101" y="connsiteY15101"/>
                </a:cxn>
                <a:cxn ang="0">
                  <a:pos x="connsiteX15102" y="connsiteY15102"/>
                </a:cxn>
                <a:cxn ang="0">
                  <a:pos x="connsiteX15103" y="connsiteY15103"/>
                </a:cxn>
                <a:cxn ang="0">
                  <a:pos x="connsiteX15104" y="connsiteY15104"/>
                </a:cxn>
                <a:cxn ang="0">
                  <a:pos x="connsiteX15105" y="connsiteY15105"/>
                </a:cxn>
                <a:cxn ang="0">
                  <a:pos x="connsiteX15106" y="connsiteY15106"/>
                </a:cxn>
                <a:cxn ang="0">
                  <a:pos x="connsiteX15107" y="connsiteY15107"/>
                </a:cxn>
                <a:cxn ang="0">
                  <a:pos x="connsiteX15108" y="connsiteY15108"/>
                </a:cxn>
                <a:cxn ang="0">
                  <a:pos x="connsiteX15109" y="connsiteY15109"/>
                </a:cxn>
                <a:cxn ang="0">
                  <a:pos x="connsiteX15110" y="connsiteY15110"/>
                </a:cxn>
                <a:cxn ang="0">
                  <a:pos x="connsiteX15111" y="connsiteY15111"/>
                </a:cxn>
                <a:cxn ang="0">
                  <a:pos x="connsiteX15112" y="connsiteY15112"/>
                </a:cxn>
                <a:cxn ang="0">
                  <a:pos x="connsiteX15113" y="connsiteY15113"/>
                </a:cxn>
                <a:cxn ang="0">
                  <a:pos x="connsiteX15114" y="connsiteY15114"/>
                </a:cxn>
                <a:cxn ang="0">
                  <a:pos x="connsiteX15115" y="connsiteY15115"/>
                </a:cxn>
                <a:cxn ang="0">
                  <a:pos x="connsiteX15116" y="connsiteY15116"/>
                </a:cxn>
                <a:cxn ang="0">
                  <a:pos x="connsiteX15117" y="connsiteY15117"/>
                </a:cxn>
                <a:cxn ang="0">
                  <a:pos x="connsiteX15118" y="connsiteY15118"/>
                </a:cxn>
                <a:cxn ang="0">
                  <a:pos x="connsiteX15119" y="connsiteY15119"/>
                </a:cxn>
                <a:cxn ang="0">
                  <a:pos x="connsiteX15120" y="connsiteY15120"/>
                </a:cxn>
                <a:cxn ang="0">
                  <a:pos x="connsiteX15121" y="connsiteY15121"/>
                </a:cxn>
                <a:cxn ang="0">
                  <a:pos x="connsiteX15122" y="connsiteY15122"/>
                </a:cxn>
                <a:cxn ang="0">
                  <a:pos x="connsiteX15123" y="connsiteY15123"/>
                </a:cxn>
                <a:cxn ang="0">
                  <a:pos x="connsiteX15124" y="connsiteY15124"/>
                </a:cxn>
                <a:cxn ang="0">
                  <a:pos x="connsiteX15125" y="connsiteY15125"/>
                </a:cxn>
                <a:cxn ang="0">
                  <a:pos x="connsiteX15126" y="connsiteY15126"/>
                </a:cxn>
                <a:cxn ang="0">
                  <a:pos x="connsiteX15127" y="connsiteY15127"/>
                </a:cxn>
                <a:cxn ang="0">
                  <a:pos x="connsiteX15128" y="connsiteY15128"/>
                </a:cxn>
                <a:cxn ang="0">
                  <a:pos x="connsiteX15129" y="connsiteY15129"/>
                </a:cxn>
                <a:cxn ang="0">
                  <a:pos x="connsiteX15130" y="connsiteY15130"/>
                </a:cxn>
                <a:cxn ang="0">
                  <a:pos x="connsiteX15131" y="connsiteY15131"/>
                </a:cxn>
                <a:cxn ang="0">
                  <a:pos x="connsiteX15132" y="connsiteY15132"/>
                </a:cxn>
                <a:cxn ang="0">
                  <a:pos x="connsiteX15133" y="connsiteY15133"/>
                </a:cxn>
                <a:cxn ang="0">
                  <a:pos x="connsiteX15134" y="connsiteY15134"/>
                </a:cxn>
                <a:cxn ang="0">
                  <a:pos x="connsiteX15135" y="connsiteY15135"/>
                </a:cxn>
                <a:cxn ang="0">
                  <a:pos x="connsiteX15136" y="connsiteY15136"/>
                </a:cxn>
                <a:cxn ang="0">
                  <a:pos x="connsiteX15137" y="connsiteY15137"/>
                </a:cxn>
                <a:cxn ang="0">
                  <a:pos x="connsiteX15138" y="connsiteY15138"/>
                </a:cxn>
                <a:cxn ang="0">
                  <a:pos x="connsiteX15139" y="connsiteY15139"/>
                </a:cxn>
                <a:cxn ang="0">
                  <a:pos x="connsiteX15140" y="connsiteY15140"/>
                </a:cxn>
                <a:cxn ang="0">
                  <a:pos x="connsiteX15141" y="connsiteY15141"/>
                </a:cxn>
                <a:cxn ang="0">
                  <a:pos x="connsiteX15142" y="connsiteY15142"/>
                </a:cxn>
                <a:cxn ang="0">
                  <a:pos x="connsiteX15143" y="connsiteY15143"/>
                </a:cxn>
                <a:cxn ang="0">
                  <a:pos x="connsiteX15144" y="connsiteY15144"/>
                </a:cxn>
                <a:cxn ang="0">
                  <a:pos x="connsiteX15145" y="connsiteY15145"/>
                </a:cxn>
                <a:cxn ang="0">
                  <a:pos x="connsiteX15146" y="connsiteY15146"/>
                </a:cxn>
                <a:cxn ang="0">
                  <a:pos x="connsiteX15147" y="connsiteY15147"/>
                </a:cxn>
                <a:cxn ang="0">
                  <a:pos x="connsiteX15148" y="connsiteY15148"/>
                </a:cxn>
                <a:cxn ang="0">
                  <a:pos x="connsiteX15149" y="connsiteY15149"/>
                </a:cxn>
                <a:cxn ang="0">
                  <a:pos x="connsiteX15150" y="connsiteY15150"/>
                </a:cxn>
                <a:cxn ang="0">
                  <a:pos x="connsiteX15151" y="connsiteY15151"/>
                </a:cxn>
                <a:cxn ang="0">
                  <a:pos x="connsiteX15152" y="connsiteY15152"/>
                </a:cxn>
                <a:cxn ang="0">
                  <a:pos x="connsiteX15153" y="connsiteY15153"/>
                </a:cxn>
                <a:cxn ang="0">
                  <a:pos x="connsiteX15154" y="connsiteY15154"/>
                </a:cxn>
                <a:cxn ang="0">
                  <a:pos x="connsiteX15155" y="connsiteY15155"/>
                </a:cxn>
                <a:cxn ang="0">
                  <a:pos x="connsiteX15156" y="connsiteY15156"/>
                </a:cxn>
                <a:cxn ang="0">
                  <a:pos x="connsiteX15157" y="connsiteY15157"/>
                </a:cxn>
                <a:cxn ang="0">
                  <a:pos x="connsiteX15158" y="connsiteY15158"/>
                </a:cxn>
                <a:cxn ang="0">
                  <a:pos x="connsiteX15159" y="connsiteY15159"/>
                </a:cxn>
                <a:cxn ang="0">
                  <a:pos x="connsiteX15160" y="connsiteY15160"/>
                </a:cxn>
                <a:cxn ang="0">
                  <a:pos x="connsiteX15161" y="connsiteY15161"/>
                </a:cxn>
                <a:cxn ang="0">
                  <a:pos x="connsiteX15162" y="connsiteY15162"/>
                </a:cxn>
                <a:cxn ang="0">
                  <a:pos x="connsiteX15163" y="connsiteY15163"/>
                </a:cxn>
                <a:cxn ang="0">
                  <a:pos x="connsiteX15164" y="connsiteY15164"/>
                </a:cxn>
                <a:cxn ang="0">
                  <a:pos x="connsiteX15165" y="connsiteY15165"/>
                </a:cxn>
                <a:cxn ang="0">
                  <a:pos x="connsiteX15166" y="connsiteY15166"/>
                </a:cxn>
                <a:cxn ang="0">
                  <a:pos x="connsiteX15167" y="connsiteY15167"/>
                </a:cxn>
                <a:cxn ang="0">
                  <a:pos x="connsiteX15168" y="connsiteY15168"/>
                </a:cxn>
                <a:cxn ang="0">
                  <a:pos x="connsiteX15169" y="connsiteY15169"/>
                </a:cxn>
                <a:cxn ang="0">
                  <a:pos x="connsiteX15170" y="connsiteY15170"/>
                </a:cxn>
                <a:cxn ang="0">
                  <a:pos x="connsiteX15171" y="connsiteY15171"/>
                </a:cxn>
                <a:cxn ang="0">
                  <a:pos x="connsiteX15172" y="connsiteY15172"/>
                </a:cxn>
                <a:cxn ang="0">
                  <a:pos x="connsiteX15173" y="connsiteY15173"/>
                </a:cxn>
                <a:cxn ang="0">
                  <a:pos x="connsiteX15174" y="connsiteY15174"/>
                </a:cxn>
                <a:cxn ang="0">
                  <a:pos x="connsiteX15175" y="connsiteY15175"/>
                </a:cxn>
                <a:cxn ang="0">
                  <a:pos x="connsiteX15176" y="connsiteY15176"/>
                </a:cxn>
                <a:cxn ang="0">
                  <a:pos x="connsiteX15177" y="connsiteY15177"/>
                </a:cxn>
                <a:cxn ang="0">
                  <a:pos x="connsiteX15178" y="connsiteY15178"/>
                </a:cxn>
                <a:cxn ang="0">
                  <a:pos x="connsiteX15179" y="connsiteY15179"/>
                </a:cxn>
                <a:cxn ang="0">
                  <a:pos x="connsiteX15180" y="connsiteY15180"/>
                </a:cxn>
                <a:cxn ang="0">
                  <a:pos x="connsiteX15181" y="connsiteY15181"/>
                </a:cxn>
                <a:cxn ang="0">
                  <a:pos x="connsiteX15182" y="connsiteY15182"/>
                </a:cxn>
                <a:cxn ang="0">
                  <a:pos x="connsiteX15183" y="connsiteY15183"/>
                </a:cxn>
                <a:cxn ang="0">
                  <a:pos x="connsiteX15184" y="connsiteY15184"/>
                </a:cxn>
                <a:cxn ang="0">
                  <a:pos x="connsiteX15185" y="connsiteY15185"/>
                </a:cxn>
                <a:cxn ang="0">
                  <a:pos x="connsiteX15186" y="connsiteY15186"/>
                </a:cxn>
                <a:cxn ang="0">
                  <a:pos x="connsiteX15187" y="connsiteY15187"/>
                </a:cxn>
                <a:cxn ang="0">
                  <a:pos x="connsiteX15188" y="connsiteY15188"/>
                </a:cxn>
                <a:cxn ang="0">
                  <a:pos x="connsiteX15189" y="connsiteY15189"/>
                </a:cxn>
                <a:cxn ang="0">
                  <a:pos x="connsiteX15190" y="connsiteY15190"/>
                </a:cxn>
                <a:cxn ang="0">
                  <a:pos x="connsiteX15191" y="connsiteY15191"/>
                </a:cxn>
                <a:cxn ang="0">
                  <a:pos x="connsiteX15192" y="connsiteY15192"/>
                </a:cxn>
                <a:cxn ang="0">
                  <a:pos x="connsiteX15193" y="connsiteY15193"/>
                </a:cxn>
                <a:cxn ang="0">
                  <a:pos x="connsiteX15194" y="connsiteY15194"/>
                </a:cxn>
                <a:cxn ang="0">
                  <a:pos x="connsiteX15195" y="connsiteY15195"/>
                </a:cxn>
                <a:cxn ang="0">
                  <a:pos x="connsiteX15196" y="connsiteY15196"/>
                </a:cxn>
                <a:cxn ang="0">
                  <a:pos x="connsiteX15197" y="connsiteY15197"/>
                </a:cxn>
                <a:cxn ang="0">
                  <a:pos x="connsiteX15198" y="connsiteY15198"/>
                </a:cxn>
                <a:cxn ang="0">
                  <a:pos x="connsiteX15199" y="connsiteY15199"/>
                </a:cxn>
                <a:cxn ang="0">
                  <a:pos x="connsiteX15200" y="connsiteY15200"/>
                </a:cxn>
                <a:cxn ang="0">
                  <a:pos x="connsiteX15201" y="connsiteY15201"/>
                </a:cxn>
                <a:cxn ang="0">
                  <a:pos x="connsiteX15202" y="connsiteY15202"/>
                </a:cxn>
                <a:cxn ang="0">
                  <a:pos x="connsiteX15203" y="connsiteY15203"/>
                </a:cxn>
                <a:cxn ang="0">
                  <a:pos x="connsiteX15204" y="connsiteY15204"/>
                </a:cxn>
                <a:cxn ang="0">
                  <a:pos x="connsiteX15205" y="connsiteY15205"/>
                </a:cxn>
                <a:cxn ang="0">
                  <a:pos x="connsiteX15206" y="connsiteY15206"/>
                </a:cxn>
                <a:cxn ang="0">
                  <a:pos x="connsiteX15207" y="connsiteY15207"/>
                </a:cxn>
                <a:cxn ang="0">
                  <a:pos x="connsiteX15208" y="connsiteY15208"/>
                </a:cxn>
                <a:cxn ang="0">
                  <a:pos x="connsiteX15209" y="connsiteY15209"/>
                </a:cxn>
                <a:cxn ang="0">
                  <a:pos x="connsiteX15210" y="connsiteY15210"/>
                </a:cxn>
                <a:cxn ang="0">
                  <a:pos x="connsiteX15211" y="connsiteY15211"/>
                </a:cxn>
                <a:cxn ang="0">
                  <a:pos x="connsiteX15212" y="connsiteY15212"/>
                </a:cxn>
                <a:cxn ang="0">
                  <a:pos x="connsiteX15213" y="connsiteY15213"/>
                </a:cxn>
                <a:cxn ang="0">
                  <a:pos x="connsiteX15214" y="connsiteY15214"/>
                </a:cxn>
                <a:cxn ang="0">
                  <a:pos x="connsiteX15215" y="connsiteY15215"/>
                </a:cxn>
                <a:cxn ang="0">
                  <a:pos x="connsiteX15216" y="connsiteY15216"/>
                </a:cxn>
                <a:cxn ang="0">
                  <a:pos x="connsiteX15217" y="connsiteY15217"/>
                </a:cxn>
                <a:cxn ang="0">
                  <a:pos x="connsiteX15218" y="connsiteY15218"/>
                </a:cxn>
                <a:cxn ang="0">
                  <a:pos x="connsiteX15219" y="connsiteY15219"/>
                </a:cxn>
                <a:cxn ang="0">
                  <a:pos x="connsiteX15220" y="connsiteY15220"/>
                </a:cxn>
                <a:cxn ang="0">
                  <a:pos x="connsiteX15221" y="connsiteY15221"/>
                </a:cxn>
                <a:cxn ang="0">
                  <a:pos x="connsiteX15222" y="connsiteY15222"/>
                </a:cxn>
                <a:cxn ang="0">
                  <a:pos x="connsiteX15223" y="connsiteY15223"/>
                </a:cxn>
                <a:cxn ang="0">
                  <a:pos x="connsiteX15224" y="connsiteY15224"/>
                </a:cxn>
                <a:cxn ang="0">
                  <a:pos x="connsiteX15225" y="connsiteY15225"/>
                </a:cxn>
                <a:cxn ang="0">
                  <a:pos x="connsiteX15226" y="connsiteY15226"/>
                </a:cxn>
                <a:cxn ang="0">
                  <a:pos x="connsiteX15227" y="connsiteY15227"/>
                </a:cxn>
                <a:cxn ang="0">
                  <a:pos x="connsiteX15228" y="connsiteY15228"/>
                </a:cxn>
                <a:cxn ang="0">
                  <a:pos x="connsiteX15229" y="connsiteY15229"/>
                </a:cxn>
                <a:cxn ang="0">
                  <a:pos x="connsiteX15230" y="connsiteY15230"/>
                </a:cxn>
                <a:cxn ang="0">
                  <a:pos x="connsiteX15231" y="connsiteY15231"/>
                </a:cxn>
                <a:cxn ang="0">
                  <a:pos x="connsiteX15232" y="connsiteY15232"/>
                </a:cxn>
                <a:cxn ang="0">
                  <a:pos x="connsiteX15233" y="connsiteY15233"/>
                </a:cxn>
                <a:cxn ang="0">
                  <a:pos x="connsiteX15234" y="connsiteY15234"/>
                </a:cxn>
                <a:cxn ang="0">
                  <a:pos x="connsiteX15235" y="connsiteY15235"/>
                </a:cxn>
                <a:cxn ang="0">
                  <a:pos x="connsiteX15236" y="connsiteY15236"/>
                </a:cxn>
                <a:cxn ang="0">
                  <a:pos x="connsiteX15237" y="connsiteY15237"/>
                </a:cxn>
                <a:cxn ang="0">
                  <a:pos x="connsiteX15238" y="connsiteY15238"/>
                </a:cxn>
                <a:cxn ang="0">
                  <a:pos x="connsiteX15239" y="connsiteY15239"/>
                </a:cxn>
                <a:cxn ang="0">
                  <a:pos x="connsiteX15240" y="connsiteY15240"/>
                </a:cxn>
                <a:cxn ang="0">
                  <a:pos x="connsiteX15241" y="connsiteY15241"/>
                </a:cxn>
                <a:cxn ang="0">
                  <a:pos x="connsiteX15242" y="connsiteY15242"/>
                </a:cxn>
                <a:cxn ang="0">
                  <a:pos x="connsiteX15243" y="connsiteY15243"/>
                </a:cxn>
                <a:cxn ang="0">
                  <a:pos x="connsiteX15244" y="connsiteY15244"/>
                </a:cxn>
                <a:cxn ang="0">
                  <a:pos x="connsiteX15245" y="connsiteY15245"/>
                </a:cxn>
                <a:cxn ang="0">
                  <a:pos x="connsiteX15246" y="connsiteY15246"/>
                </a:cxn>
                <a:cxn ang="0">
                  <a:pos x="connsiteX15247" y="connsiteY15247"/>
                </a:cxn>
                <a:cxn ang="0">
                  <a:pos x="connsiteX15248" y="connsiteY15248"/>
                </a:cxn>
                <a:cxn ang="0">
                  <a:pos x="connsiteX15249" y="connsiteY15249"/>
                </a:cxn>
                <a:cxn ang="0">
                  <a:pos x="connsiteX15250" y="connsiteY15250"/>
                </a:cxn>
                <a:cxn ang="0">
                  <a:pos x="connsiteX15251" y="connsiteY15251"/>
                </a:cxn>
                <a:cxn ang="0">
                  <a:pos x="connsiteX15252" y="connsiteY15252"/>
                </a:cxn>
                <a:cxn ang="0">
                  <a:pos x="connsiteX15253" y="connsiteY15253"/>
                </a:cxn>
                <a:cxn ang="0">
                  <a:pos x="connsiteX15254" y="connsiteY15254"/>
                </a:cxn>
                <a:cxn ang="0">
                  <a:pos x="connsiteX15255" y="connsiteY15255"/>
                </a:cxn>
                <a:cxn ang="0">
                  <a:pos x="connsiteX15256" y="connsiteY15256"/>
                </a:cxn>
                <a:cxn ang="0">
                  <a:pos x="connsiteX15257" y="connsiteY15257"/>
                </a:cxn>
                <a:cxn ang="0">
                  <a:pos x="connsiteX15258" y="connsiteY15258"/>
                </a:cxn>
                <a:cxn ang="0">
                  <a:pos x="connsiteX15259" y="connsiteY15259"/>
                </a:cxn>
                <a:cxn ang="0">
                  <a:pos x="connsiteX15260" y="connsiteY15260"/>
                </a:cxn>
                <a:cxn ang="0">
                  <a:pos x="connsiteX15261" y="connsiteY15261"/>
                </a:cxn>
                <a:cxn ang="0">
                  <a:pos x="connsiteX15262" y="connsiteY15262"/>
                </a:cxn>
                <a:cxn ang="0">
                  <a:pos x="connsiteX15263" y="connsiteY15263"/>
                </a:cxn>
                <a:cxn ang="0">
                  <a:pos x="connsiteX15264" y="connsiteY15264"/>
                </a:cxn>
                <a:cxn ang="0">
                  <a:pos x="connsiteX15265" y="connsiteY15265"/>
                </a:cxn>
                <a:cxn ang="0">
                  <a:pos x="connsiteX15266" y="connsiteY15266"/>
                </a:cxn>
                <a:cxn ang="0">
                  <a:pos x="connsiteX15267" y="connsiteY15267"/>
                </a:cxn>
                <a:cxn ang="0">
                  <a:pos x="connsiteX15268" y="connsiteY15268"/>
                </a:cxn>
                <a:cxn ang="0">
                  <a:pos x="connsiteX15269" y="connsiteY15269"/>
                </a:cxn>
                <a:cxn ang="0">
                  <a:pos x="connsiteX15270" y="connsiteY15270"/>
                </a:cxn>
                <a:cxn ang="0">
                  <a:pos x="connsiteX15271" y="connsiteY15271"/>
                </a:cxn>
                <a:cxn ang="0">
                  <a:pos x="connsiteX15272" y="connsiteY15272"/>
                </a:cxn>
                <a:cxn ang="0">
                  <a:pos x="connsiteX15273" y="connsiteY15273"/>
                </a:cxn>
                <a:cxn ang="0">
                  <a:pos x="connsiteX15274" y="connsiteY15274"/>
                </a:cxn>
                <a:cxn ang="0">
                  <a:pos x="connsiteX15275" y="connsiteY15275"/>
                </a:cxn>
                <a:cxn ang="0">
                  <a:pos x="connsiteX15276" y="connsiteY15276"/>
                </a:cxn>
                <a:cxn ang="0">
                  <a:pos x="connsiteX15277" y="connsiteY15277"/>
                </a:cxn>
                <a:cxn ang="0">
                  <a:pos x="connsiteX15278" y="connsiteY15278"/>
                </a:cxn>
                <a:cxn ang="0">
                  <a:pos x="connsiteX15279" y="connsiteY15279"/>
                </a:cxn>
                <a:cxn ang="0">
                  <a:pos x="connsiteX15280" y="connsiteY15280"/>
                </a:cxn>
                <a:cxn ang="0">
                  <a:pos x="connsiteX15281" y="connsiteY15281"/>
                </a:cxn>
                <a:cxn ang="0">
                  <a:pos x="connsiteX15282" y="connsiteY15282"/>
                </a:cxn>
                <a:cxn ang="0">
                  <a:pos x="connsiteX15283" y="connsiteY15283"/>
                </a:cxn>
                <a:cxn ang="0">
                  <a:pos x="connsiteX15284" y="connsiteY15284"/>
                </a:cxn>
                <a:cxn ang="0">
                  <a:pos x="connsiteX15285" y="connsiteY15285"/>
                </a:cxn>
                <a:cxn ang="0">
                  <a:pos x="connsiteX15286" y="connsiteY15286"/>
                </a:cxn>
                <a:cxn ang="0">
                  <a:pos x="connsiteX15287" y="connsiteY15287"/>
                </a:cxn>
                <a:cxn ang="0">
                  <a:pos x="connsiteX15288" y="connsiteY15288"/>
                </a:cxn>
                <a:cxn ang="0">
                  <a:pos x="connsiteX15289" y="connsiteY15289"/>
                </a:cxn>
                <a:cxn ang="0">
                  <a:pos x="connsiteX15290" y="connsiteY15290"/>
                </a:cxn>
                <a:cxn ang="0">
                  <a:pos x="connsiteX15291" y="connsiteY15291"/>
                </a:cxn>
                <a:cxn ang="0">
                  <a:pos x="connsiteX15292" y="connsiteY15292"/>
                </a:cxn>
                <a:cxn ang="0">
                  <a:pos x="connsiteX15293" y="connsiteY15293"/>
                </a:cxn>
                <a:cxn ang="0">
                  <a:pos x="connsiteX15294" y="connsiteY15294"/>
                </a:cxn>
                <a:cxn ang="0">
                  <a:pos x="connsiteX15295" y="connsiteY15295"/>
                </a:cxn>
                <a:cxn ang="0">
                  <a:pos x="connsiteX15296" y="connsiteY15296"/>
                </a:cxn>
                <a:cxn ang="0">
                  <a:pos x="connsiteX15297" y="connsiteY15297"/>
                </a:cxn>
                <a:cxn ang="0">
                  <a:pos x="connsiteX15298" y="connsiteY15298"/>
                </a:cxn>
                <a:cxn ang="0">
                  <a:pos x="connsiteX15299" y="connsiteY15299"/>
                </a:cxn>
                <a:cxn ang="0">
                  <a:pos x="connsiteX15300" y="connsiteY15300"/>
                </a:cxn>
                <a:cxn ang="0">
                  <a:pos x="connsiteX15301" y="connsiteY15301"/>
                </a:cxn>
                <a:cxn ang="0">
                  <a:pos x="connsiteX15302" y="connsiteY15302"/>
                </a:cxn>
                <a:cxn ang="0">
                  <a:pos x="connsiteX15303" y="connsiteY15303"/>
                </a:cxn>
                <a:cxn ang="0">
                  <a:pos x="connsiteX15304" y="connsiteY15304"/>
                </a:cxn>
                <a:cxn ang="0">
                  <a:pos x="connsiteX15305" y="connsiteY15305"/>
                </a:cxn>
                <a:cxn ang="0">
                  <a:pos x="connsiteX15306" y="connsiteY15306"/>
                </a:cxn>
                <a:cxn ang="0">
                  <a:pos x="connsiteX15307" y="connsiteY15307"/>
                </a:cxn>
                <a:cxn ang="0">
                  <a:pos x="connsiteX15308" y="connsiteY15308"/>
                </a:cxn>
                <a:cxn ang="0">
                  <a:pos x="connsiteX15309" y="connsiteY15309"/>
                </a:cxn>
                <a:cxn ang="0">
                  <a:pos x="connsiteX15310" y="connsiteY15310"/>
                </a:cxn>
                <a:cxn ang="0">
                  <a:pos x="connsiteX15311" y="connsiteY15311"/>
                </a:cxn>
                <a:cxn ang="0">
                  <a:pos x="connsiteX15312" y="connsiteY15312"/>
                </a:cxn>
                <a:cxn ang="0">
                  <a:pos x="connsiteX15313" y="connsiteY15313"/>
                </a:cxn>
                <a:cxn ang="0">
                  <a:pos x="connsiteX15314" y="connsiteY15314"/>
                </a:cxn>
                <a:cxn ang="0">
                  <a:pos x="connsiteX15315" y="connsiteY15315"/>
                </a:cxn>
                <a:cxn ang="0">
                  <a:pos x="connsiteX15316" y="connsiteY15316"/>
                </a:cxn>
                <a:cxn ang="0">
                  <a:pos x="connsiteX15317" y="connsiteY15317"/>
                </a:cxn>
                <a:cxn ang="0">
                  <a:pos x="connsiteX15318" y="connsiteY15318"/>
                </a:cxn>
                <a:cxn ang="0">
                  <a:pos x="connsiteX15319" y="connsiteY15319"/>
                </a:cxn>
                <a:cxn ang="0">
                  <a:pos x="connsiteX15320" y="connsiteY15320"/>
                </a:cxn>
                <a:cxn ang="0">
                  <a:pos x="connsiteX15321" y="connsiteY15321"/>
                </a:cxn>
                <a:cxn ang="0">
                  <a:pos x="connsiteX15322" y="connsiteY15322"/>
                </a:cxn>
                <a:cxn ang="0">
                  <a:pos x="connsiteX15323" y="connsiteY15323"/>
                </a:cxn>
                <a:cxn ang="0">
                  <a:pos x="connsiteX15324" y="connsiteY15324"/>
                </a:cxn>
                <a:cxn ang="0">
                  <a:pos x="connsiteX15325" y="connsiteY15325"/>
                </a:cxn>
                <a:cxn ang="0">
                  <a:pos x="connsiteX15326" y="connsiteY15326"/>
                </a:cxn>
                <a:cxn ang="0">
                  <a:pos x="connsiteX15327" y="connsiteY15327"/>
                </a:cxn>
                <a:cxn ang="0">
                  <a:pos x="connsiteX15328" y="connsiteY15328"/>
                </a:cxn>
                <a:cxn ang="0">
                  <a:pos x="connsiteX15329" y="connsiteY15329"/>
                </a:cxn>
                <a:cxn ang="0">
                  <a:pos x="connsiteX15330" y="connsiteY15330"/>
                </a:cxn>
                <a:cxn ang="0">
                  <a:pos x="connsiteX15331" y="connsiteY15331"/>
                </a:cxn>
                <a:cxn ang="0">
                  <a:pos x="connsiteX15332" y="connsiteY15332"/>
                </a:cxn>
                <a:cxn ang="0">
                  <a:pos x="connsiteX15333" y="connsiteY15333"/>
                </a:cxn>
                <a:cxn ang="0">
                  <a:pos x="connsiteX15334" y="connsiteY15334"/>
                </a:cxn>
                <a:cxn ang="0">
                  <a:pos x="connsiteX15335" y="connsiteY15335"/>
                </a:cxn>
                <a:cxn ang="0">
                  <a:pos x="connsiteX15336" y="connsiteY15336"/>
                </a:cxn>
                <a:cxn ang="0">
                  <a:pos x="connsiteX15337" y="connsiteY15337"/>
                </a:cxn>
                <a:cxn ang="0">
                  <a:pos x="connsiteX15338" y="connsiteY15338"/>
                </a:cxn>
                <a:cxn ang="0">
                  <a:pos x="connsiteX15339" y="connsiteY15339"/>
                </a:cxn>
                <a:cxn ang="0">
                  <a:pos x="connsiteX15340" y="connsiteY15340"/>
                </a:cxn>
                <a:cxn ang="0">
                  <a:pos x="connsiteX15341" y="connsiteY15341"/>
                </a:cxn>
                <a:cxn ang="0">
                  <a:pos x="connsiteX15342" y="connsiteY15342"/>
                </a:cxn>
                <a:cxn ang="0">
                  <a:pos x="connsiteX15343" y="connsiteY15343"/>
                </a:cxn>
                <a:cxn ang="0">
                  <a:pos x="connsiteX15344" y="connsiteY15344"/>
                </a:cxn>
                <a:cxn ang="0">
                  <a:pos x="connsiteX15345" y="connsiteY15345"/>
                </a:cxn>
                <a:cxn ang="0">
                  <a:pos x="connsiteX15346" y="connsiteY15346"/>
                </a:cxn>
                <a:cxn ang="0">
                  <a:pos x="connsiteX15347" y="connsiteY15347"/>
                </a:cxn>
                <a:cxn ang="0">
                  <a:pos x="connsiteX15348" y="connsiteY15348"/>
                </a:cxn>
                <a:cxn ang="0">
                  <a:pos x="connsiteX15349" y="connsiteY15349"/>
                </a:cxn>
                <a:cxn ang="0">
                  <a:pos x="connsiteX15350" y="connsiteY15350"/>
                </a:cxn>
                <a:cxn ang="0">
                  <a:pos x="connsiteX15351" y="connsiteY15351"/>
                </a:cxn>
                <a:cxn ang="0">
                  <a:pos x="connsiteX15352" y="connsiteY15352"/>
                </a:cxn>
                <a:cxn ang="0">
                  <a:pos x="connsiteX15353" y="connsiteY15353"/>
                </a:cxn>
                <a:cxn ang="0">
                  <a:pos x="connsiteX15354" y="connsiteY15354"/>
                </a:cxn>
                <a:cxn ang="0">
                  <a:pos x="connsiteX15355" y="connsiteY15355"/>
                </a:cxn>
                <a:cxn ang="0">
                  <a:pos x="connsiteX15356" y="connsiteY15356"/>
                </a:cxn>
                <a:cxn ang="0">
                  <a:pos x="connsiteX15357" y="connsiteY15357"/>
                </a:cxn>
                <a:cxn ang="0">
                  <a:pos x="connsiteX15358" y="connsiteY15358"/>
                </a:cxn>
                <a:cxn ang="0">
                  <a:pos x="connsiteX15359" y="connsiteY15359"/>
                </a:cxn>
                <a:cxn ang="0">
                  <a:pos x="connsiteX15360" y="connsiteY15360"/>
                </a:cxn>
                <a:cxn ang="0">
                  <a:pos x="connsiteX15361" y="connsiteY15361"/>
                </a:cxn>
                <a:cxn ang="0">
                  <a:pos x="connsiteX15362" y="connsiteY15362"/>
                </a:cxn>
                <a:cxn ang="0">
                  <a:pos x="connsiteX15363" y="connsiteY15363"/>
                </a:cxn>
                <a:cxn ang="0">
                  <a:pos x="connsiteX15364" y="connsiteY15364"/>
                </a:cxn>
                <a:cxn ang="0">
                  <a:pos x="connsiteX15365" y="connsiteY15365"/>
                </a:cxn>
                <a:cxn ang="0">
                  <a:pos x="connsiteX15366" y="connsiteY15366"/>
                </a:cxn>
                <a:cxn ang="0">
                  <a:pos x="connsiteX15367" y="connsiteY15367"/>
                </a:cxn>
                <a:cxn ang="0">
                  <a:pos x="connsiteX15368" y="connsiteY15368"/>
                </a:cxn>
                <a:cxn ang="0">
                  <a:pos x="connsiteX15369" y="connsiteY15369"/>
                </a:cxn>
                <a:cxn ang="0">
                  <a:pos x="connsiteX15370" y="connsiteY15370"/>
                </a:cxn>
                <a:cxn ang="0">
                  <a:pos x="connsiteX15371" y="connsiteY15371"/>
                </a:cxn>
                <a:cxn ang="0">
                  <a:pos x="connsiteX15372" y="connsiteY15372"/>
                </a:cxn>
                <a:cxn ang="0">
                  <a:pos x="connsiteX15373" y="connsiteY15373"/>
                </a:cxn>
                <a:cxn ang="0">
                  <a:pos x="connsiteX15374" y="connsiteY15374"/>
                </a:cxn>
                <a:cxn ang="0">
                  <a:pos x="connsiteX15375" y="connsiteY15375"/>
                </a:cxn>
                <a:cxn ang="0">
                  <a:pos x="connsiteX15376" y="connsiteY15376"/>
                </a:cxn>
                <a:cxn ang="0">
                  <a:pos x="connsiteX15377" y="connsiteY15377"/>
                </a:cxn>
                <a:cxn ang="0">
                  <a:pos x="connsiteX15378" y="connsiteY15378"/>
                </a:cxn>
                <a:cxn ang="0">
                  <a:pos x="connsiteX15379" y="connsiteY15379"/>
                </a:cxn>
                <a:cxn ang="0">
                  <a:pos x="connsiteX15380" y="connsiteY15380"/>
                </a:cxn>
                <a:cxn ang="0">
                  <a:pos x="connsiteX15381" y="connsiteY15381"/>
                </a:cxn>
                <a:cxn ang="0">
                  <a:pos x="connsiteX15382" y="connsiteY15382"/>
                </a:cxn>
                <a:cxn ang="0">
                  <a:pos x="connsiteX15383" y="connsiteY15383"/>
                </a:cxn>
                <a:cxn ang="0">
                  <a:pos x="connsiteX15384" y="connsiteY15384"/>
                </a:cxn>
                <a:cxn ang="0">
                  <a:pos x="connsiteX15385" y="connsiteY15385"/>
                </a:cxn>
                <a:cxn ang="0">
                  <a:pos x="connsiteX15386" y="connsiteY15386"/>
                </a:cxn>
                <a:cxn ang="0">
                  <a:pos x="connsiteX15387" y="connsiteY15387"/>
                </a:cxn>
                <a:cxn ang="0">
                  <a:pos x="connsiteX15388" y="connsiteY15388"/>
                </a:cxn>
                <a:cxn ang="0">
                  <a:pos x="connsiteX15389" y="connsiteY15389"/>
                </a:cxn>
                <a:cxn ang="0">
                  <a:pos x="connsiteX15390" y="connsiteY15390"/>
                </a:cxn>
                <a:cxn ang="0">
                  <a:pos x="connsiteX15391" y="connsiteY15391"/>
                </a:cxn>
                <a:cxn ang="0">
                  <a:pos x="connsiteX15392" y="connsiteY15392"/>
                </a:cxn>
                <a:cxn ang="0">
                  <a:pos x="connsiteX15393" y="connsiteY15393"/>
                </a:cxn>
                <a:cxn ang="0">
                  <a:pos x="connsiteX15394" y="connsiteY15394"/>
                </a:cxn>
                <a:cxn ang="0">
                  <a:pos x="connsiteX15395" y="connsiteY15395"/>
                </a:cxn>
                <a:cxn ang="0">
                  <a:pos x="connsiteX15396" y="connsiteY15396"/>
                </a:cxn>
                <a:cxn ang="0">
                  <a:pos x="connsiteX15397" y="connsiteY15397"/>
                </a:cxn>
                <a:cxn ang="0">
                  <a:pos x="connsiteX15398" y="connsiteY15398"/>
                </a:cxn>
                <a:cxn ang="0">
                  <a:pos x="connsiteX15399" y="connsiteY15399"/>
                </a:cxn>
                <a:cxn ang="0">
                  <a:pos x="connsiteX15400" y="connsiteY15400"/>
                </a:cxn>
                <a:cxn ang="0">
                  <a:pos x="connsiteX15401" y="connsiteY15401"/>
                </a:cxn>
                <a:cxn ang="0">
                  <a:pos x="connsiteX15402" y="connsiteY15402"/>
                </a:cxn>
                <a:cxn ang="0">
                  <a:pos x="connsiteX15403" y="connsiteY15403"/>
                </a:cxn>
                <a:cxn ang="0">
                  <a:pos x="connsiteX15404" y="connsiteY15404"/>
                </a:cxn>
                <a:cxn ang="0">
                  <a:pos x="connsiteX15405" y="connsiteY15405"/>
                </a:cxn>
                <a:cxn ang="0">
                  <a:pos x="connsiteX15406" y="connsiteY15406"/>
                </a:cxn>
                <a:cxn ang="0">
                  <a:pos x="connsiteX15407" y="connsiteY15407"/>
                </a:cxn>
                <a:cxn ang="0">
                  <a:pos x="connsiteX15408" y="connsiteY15408"/>
                </a:cxn>
                <a:cxn ang="0">
                  <a:pos x="connsiteX15409" y="connsiteY15409"/>
                </a:cxn>
                <a:cxn ang="0">
                  <a:pos x="connsiteX15410" y="connsiteY15410"/>
                </a:cxn>
                <a:cxn ang="0">
                  <a:pos x="connsiteX15411" y="connsiteY15411"/>
                </a:cxn>
                <a:cxn ang="0">
                  <a:pos x="connsiteX15412" y="connsiteY15412"/>
                </a:cxn>
                <a:cxn ang="0">
                  <a:pos x="connsiteX15413" y="connsiteY15413"/>
                </a:cxn>
                <a:cxn ang="0">
                  <a:pos x="connsiteX15414" y="connsiteY15414"/>
                </a:cxn>
                <a:cxn ang="0">
                  <a:pos x="connsiteX15415" y="connsiteY15415"/>
                </a:cxn>
                <a:cxn ang="0">
                  <a:pos x="connsiteX15416" y="connsiteY15416"/>
                </a:cxn>
                <a:cxn ang="0">
                  <a:pos x="connsiteX15417" y="connsiteY15417"/>
                </a:cxn>
                <a:cxn ang="0">
                  <a:pos x="connsiteX15418" y="connsiteY15418"/>
                </a:cxn>
                <a:cxn ang="0">
                  <a:pos x="connsiteX15419" y="connsiteY15419"/>
                </a:cxn>
                <a:cxn ang="0">
                  <a:pos x="connsiteX15420" y="connsiteY15420"/>
                </a:cxn>
                <a:cxn ang="0">
                  <a:pos x="connsiteX15421" y="connsiteY15421"/>
                </a:cxn>
                <a:cxn ang="0">
                  <a:pos x="connsiteX15422" y="connsiteY15422"/>
                </a:cxn>
                <a:cxn ang="0">
                  <a:pos x="connsiteX15423" y="connsiteY15423"/>
                </a:cxn>
                <a:cxn ang="0">
                  <a:pos x="connsiteX15424" y="connsiteY15424"/>
                </a:cxn>
                <a:cxn ang="0">
                  <a:pos x="connsiteX15425" y="connsiteY15425"/>
                </a:cxn>
                <a:cxn ang="0">
                  <a:pos x="connsiteX15426" y="connsiteY15426"/>
                </a:cxn>
                <a:cxn ang="0">
                  <a:pos x="connsiteX15427" y="connsiteY15427"/>
                </a:cxn>
                <a:cxn ang="0">
                  <a:pos x="connsiteX15428" y="connsiteY15428"/>
                </a:cxn>
                <a:cxn ang="0">
                  <a:pos x="connsiteX15429" y="connsiteY15429"/>
                </a:cxn>
                <a:cxn ang="0">
                  <a:pos x="connsiteX15430" y="connsiteY15430"/>
                </a:cxn>
                <a:cxn ang="0">
                  <a:pos x="connsiteX15431" y="connsiteY15431"/>
                </a:cxn>
                <a:cxn ang="0">
                  <a:pos x="connsiteX15432" y="connsiteY15432"/>
                </a:cxn>
                <a:cxn ang="0">
                  <a:pos x="connsiteX15433" y="connsiteY15433"/>
                </a:cxn>
                <a:cxn ang="0">
                  <a:pos x="connsiteX15434" y="connsiteY15434"/>
                </a:cxn>
                <a:cxn ang="0">
                  <a:pos x="connsiteX15435" y="connsiteY15435"/>
                </a:cxn>
                <a:cxn ang="0">
                  <a:pos x="connsiteX15436" y="connsiteY15436"/>
                </a:cxn>
                <a:cxn ang="0">
                  <a:pos x="connsiteX15437" y="connsiteY15437"/>
                </a:cxn>
                <a:cxn ang="0">
                  <a:pos x="connsiteX15438" y="connsiteY15438"/>
                </a:cxn>
                <a:cxn ang="0">
                  <a:pos x="connsiteX15439" y="connsiteY15439"/>
                </a:cxn>
                <a:cxn ang="0">
                  <a:pos x="connsiteX15440" y="connsiteY15440"/>
                </a:cxn>
                <a:cxn ang="0">
                  <a:pos x="connsiteX15441" y="connsiteY15441"/>
                </a:cxn>
                <a:cxn ang="0">
                  <a:pos x="connsiteX15442" y="connsiteY15442"/>
                </a:cxn>
                <a:cxn ang="0">
                  <a:pos x="connsiteX15443" y="connsiteY15443"/>
                </a:cxn>
                <a:cxn ang="0">
                  <a:pos x="connsiteX15444" y="connsiteY15444"/>
                </a:cxn>
                <a:cxn ang="0">
                  <a:pos x="connsiteX15445" y="connsiteY15445"/>
                </a:cxn>
                <a:cxn ang="0">
                  <a:pos x="connsiteX15446" y="connsiteY15446"/>
                </a:cxn>
                <a:cxn ang="0">
                  <a:pos x="connsiteX15447" y="connsiteY15447"/>
                </a:cxn>
                <a:cxn ang="0">
                  <a:pos x="connsiteX15448" y="connsiteY15448"/>
                </a:cxn>
                <a:cxn ang="0">
                  <a:pos x="connsiteX15449" y="connsiteY15449"/>
                </a:cxn>
                <a:cxn ang="0">
                  <a:pos x="connsiteX15450" y="connsiteY15450"/>
                </a:cxn>
                <a:cxn ang="0">
                  <a:pos x="connsiteX15451" y="connsiteY15451"/>
                </a:cxn>
                <a:cxn ang="0">
                  <a:pos x="connsiteX15452" y="connsiteY15452"/>
                </a:cxn>
                <a:cxn ang="0">
                  <a:pos x="connsiteX15453" y="connsiteY15453"/>
                </a:cxn>
                <a:cxn ang="0">
                  <a:pos x="connsiteX15454" y="connsiteY15454"/>
                </a:cxn>
                <a:cxn ang="0">
                  <a:pos x="connsiteX15455" y="connsiteY15455"/>
                </a:cxn>
                <a:cxn ang="0">
                  <a:pos x="connsiteX15456" y="connsiteY15456"/>
                </a:cxn>
                <a:cxn ang="0">
                  <a:pos x="connsiteX15457" y="connsiteY15457"/>
                </a:cxn>
                <a:cxn ang="0">
                  <a:pos x="connsiteX15458" y="connsiteY15458"/>
                </a:cxn>
                <a:cxn ang="0">
                  <a:pos x="connsiteX15459" y="connsiteY15459"/>
                </a:cxn>
                <a:cxn ang="0">
                  <a:pos x="connsiteX15460" y="connsiteY15460"/>
                </a:cxn>
                <a:cxn ang="0">
                  <a:pos x="connsiteX15461" y="connsiteY15461"/>
                </a:cxn>
                <a:cxn ang="0">
                  <a:pos x="connsiteX15462" y="connsiteY15462"/>
                </a:cxn>
                <a:cxn ang="0">
                  <a:pos x="connsiteX15463" y="connsiteY15463"/>
                </a:cxn>
                <a:cxn ang="0">
                  <a:pos x="connsiteX15464" y="connsiteY15464"/>
                </a:cxn>
                <a:cxn ang="0">
                  <a:pos x="connsiteX15465" y="connsiteY15465"/>
                </a:cxn>
                <a:cxn ang="0">
                  <a:pos x="connsiteX15466" y="connsiteY15466"/>
                </a:cxn>
                <a:cxn ang="0">
                  <a:pos x="connsiteX15467" y="connsiteY15467"/>
                </a:cxn>
                <a:cxn ang="0">
                  <a:pos x="connsiteX15468" y="connsiteY15468"/>
                </a:cxn>
                <a:cxn ang="0">
                  <a:pos x="connsiteX15469" y="connsiteY15469"/>
                </a:cxn>
                <a:cxn ang="0">
                  <a:pos x="connsiteX15470" y="connsiteY15470"/>
                </a:cxn>
                <a:cxn ang="0">
                  <a:pos x="connsiteX15471" y="connsiteY15471"/>
                </a:cxn>
                <a:cxn ang="0">
                  <a:pos x="connsiteX15472" y="connsiteY15472"/>
                </a:cxn>
                <a:cxn ang="0">
                  <a:pos x="connsiteX15473" y="connsiteY15473"/>
                </a:cxn>
                <a:cxn ang="0">
                  <a:pos x="connsiteX15474" y="connsiteY15474"/>
                </a:cxn>
                <a:cxn ang="0">
                  <a:pos x="connsiteX15475" y="connsiteY15475"/>
                </a:cxn>
                <a:cxn ang="0">
                  <a:pos x="connsiteX15476" y="connsiteY15476"/>
                </a:cxn>
                <a:cxn ang="0">
                  <a:pos x="connsiteX15477" y="connsiteY15477"/>
                </a:cxn>
                <a:cxn ang="0">
                  <a:pos x="connsiteX15478" y="connsiteY15478"/>
                </a:cxn>
                <a:cxn ang="0">
                  <a:pos x="connsiteX15479" y="connsiteY15479"/>
                </a:cxn>
                <a:cxn ang="0">
                  <a:pos x="connsiteX15480" y="connsiteY15480"/>
                </a:cxn>
                <a:cxn ang="0">
                  <a:pos x="connsiteX15481" y="connsiteY15481"/>
                </a:cxn>
                <a:cxn ang="0">
                  <a:pos x="connsiteX15482" y="connsiteY15482"/>
                </a:cxn>
                <a:cxn ang="0">
                  <a:pos x="connsiteX15483" y="connsiteY15483"/>
                </a:cxn>
                <a:cxn ang="0">
                  <a:pos x="connsiteX15484" y="connsiteY15484"/>
                </a:cxn>
                <a:cxn ang="0">
                  <a:pos x="connsiteX15485" y="connsiteY15485"/>
                </a:cxn>
                <a:cxn ang="0">
                  <a:pos x="connsiteX15486" y="connsiteY15486"/>
                </a:cxn>
                <a:cxn ang="0">
                  <a:pos x="connsiteX15487" y="connsiteY15487"/>
                </a:cxn>
                <a:cxn ang="0">
                  <a:pos x="connsiteX15488" y="connsiteY15488"/>
                </a:cxn>
                <a:cxn ang="0">
                  <a:pos x="connsiteX15489" y="connsiteY15489"/>
                </a:cxn>
                <a:cxn ang="0">
                  <a:pos x="connsiteX15490" y="connsiteY15490"/>
                </a:cxn>
                <a:cxn ang="0">
                  <a:pos x="connsiteX15491" y="connsiteY15491"/>
                </a:cxn>
                <a:cxn ang="0">
                  <a:pos x="connsiteX15492" y="connsiteY15492"/>
                </a:cxn>
                <a:cxn ang="0">
                  <a:pos x="connsiteX15493" y="connsiteY15493"/>
                </a:cxn>
                <a:cxn ang="0">
                  <a:pos x="connsiteX15494" y="connsiteY15494"/>
                </a:cxn>
                <a:cxn ang="0">
                  <a:pos x="connsiteX15495" y="connsiteY15495"/>
                </a:cxn>
                <a:cxn ang="0">
                  <a:pos x="connsiteX15496" y="connsiteY15496"/>
                </a:cxn>
                <a:cxn ang="0">
                  <a:pos x="connsiteX15497" y="connsiteY15497"/>
                </a:cxn>
                <a:cxn ang="0">
                  <a:pos x="connsiteX15498" y="connsiteY15498"/>
                </a:cxn>
                <a:cxn ang="0">
                  <a:pos x="connsiteX15499" y="connsiteY15499"/>
                </a:cxn>
                <a:cxn ang="0">
                  <a:pos x="connsiteX15500" y="connsiteY15500"/>
                </a:cxn>
                <a:cxn ang="0">
                  <a:pos x="connsiteX15501" y="connsiteY15501"/>
                </a:cxn>
                <a:cxn ang="0">
                  <a:pos x="connsiteX15502" y="connsiteY15502"/>
                </a:cxn>
                <a:cxn ang="0">
                  <a:pos x="connsiteX15503" y="connsiteY15503"/>
                </a:cxn>
                <a:cxn ang="0">
                  <a:pos x="connsiteX15504" y="connsiteY15504"/>
                </a:cxn>
                <a:cxn ang="0">
                  <a:pos x="connsiteX15505" y="connsiteY15505"/>
                </a:cxn>
                <a:cxn ang="0">
                  <a:pos x="connsiteX15506" y="connsiteY15506"/>
                </a:cxn>
                <a:cxn ang="0">
                  <a:pos x="connsiteX15507" y="connsiteY15507"/>
                </a:cxn>
                <a:cxn ang="0">
                  <a:pos x="connsiteX15508" y="connsiteY15508"/>
                </a:cxn>
                <a:cxn ang="0">
                  <a:pos x="connsiteX15509" y="connsiteY15509"/>
                </a:cxn>
                <a:cxn ang="0">
                  <a:pos x="connsiteX15510" y="connsiteY15510"/>
                </a:cxn>
                <a:cxn ang="0">
                  <a:pos x="connsiteX15511" y="connsiteY15511"/>
                </a:cxn>
                <a:cxn ang="0">
                  <a:pos x="connsiteX15512" y="connsiteY15512"/>
                </a:cxn>
                <a:cxn ang="0">
                  <a:pos x="connsiteX15513" y="connsiteY15513"/>
                </a:cxn>
                <a:cxn ang="0">
                  <a:pos x="connsiteX15514" y="connsiteY15514"/>
                </a:cxn>
                <a:cxn ang="0">
                  <a:pos x="connsiteX15515" y="connsiteY15515"/>
                </a:cxn>
                <a:cxn ang="0">
                  <a:pos x="connsiteX15516" y="connsiteY15516"/>
                </a:cxn>
                <a:cxn ang="0">
                  <a:pos x="connsiteX15517" y="connsiteY15517"/>
                </a:cxn>
                <a:cxn ang="0">
                  <a:pos x="connsiteX15518" y="connsiteY15518"/>
                </a:cxn>
                <a:cxn ang="0">
                  <a:pos x="connsiteX15519" y="connsiteY15519"/>
                </a:cxn>
                <a:cxn ang="0">
                  <a:pos x="connsiteX15520" y="connsiteY15520"/>
                </a:cxn>
                <a:cxn ang="0">
                  <a:pos x="connsiteX15521" y="connsiteY15521"/>
                </a:cxn>
                <a:cxn ang="0">
                  <a:pos x="connsiteX15522" y="connsiteY15522"/>
                </a:cxn>
                <a:cxn ang="0">
                  <a:pos x="connsiteX15523" y="connsiteY15523"/>
                </a:cxn>
                <a:cxn ang="0">
                  <a:pos x="connsiteX15524" y="connsiteY15524"/>
                </a:cxn>
                <a:cxn ang="0">
                  <a:pos x="connsiteX15525" y="connsiteY15525"/>
                </a:cxn>
                <a:cxn ang="0">
                  <a:pos x="connsiteX15526" y="connsiteY15526"/>
                </a:cxn>
                <a:cxn ang="0">
                  <a:pos x="connsiteX15527" y="connsiteY15527"/>
                </a:cxn>
                <a:cxn ang="0">
                  <a:pos x="connsiteX15528" y="connsiteY15528"/>
                </a:cxn>
                <a:cxn ang="0">
                  <a:pos x="connsiteX15529" y="connsiteY15529"/>
                </a:cxn>
                <a:cxn ang="0">
                  <a:pos x="connsiteX15530" y="connsiteY15530"/>
                </a:cxn>
                <a:cxn ang="0">
                  <a:pos x="connsiteX15531" y="connsiteY15531"/>
                </a:cxn>
                <a:cxn ang="0">
                  <a:pos x="connsiteX15532" y="connsiteY15532"/>
                </a:cxn>
                <a:cxn ang="0">
                  <a:pos x="connsiteX15533" y="connsiteY15533"/>
                </a:cxn>
                <a:cxn ang="0">
                  <a:pos x="connsiteX15534" y="connsiteY15534"/>
                </a:cxn>
                <a:cxn ang="0">
                  <a:pos x="connsiteX15535" y="connsiteY15535"/>
                </a:cxn>
                <a:cxn ang="0">
                  <a:pos x="connsiteX15536" y="connsiteY15536"/>
                </a:cxn>
                <a:cxn ang="0">
                  <a:pos x="connsiteX15537" y="connsiteY15537"/>
                </a:cxn>
                <a:cxn ang="0">
                  <a:pos x="connsiteX15538" y="connsiteY15538"/>
                </a:cxn>
                <a:cxn ang="0">
                  <a:pos x="connsiteX15539" y="connsiteY15539"/>
                </a:cxn>
                <a:cxn ang="0">
                  <a:pos x="connsiteX15540" y="connsiteY15540"/>
                </a:cxn>
                <a:cxn ang="0">
                  <a:pos x="connsiteX15541" y="connsiteY15541"/>
                </a:cxn>
                <a:cxn ang="0">
                  <a:pos x="connsiteX15542" y="connsiteY15542"/>
                </a:cxn>
                <a:cxn ang="0">
                  <a:pos x="connsiteX15543" y="connsiteY15543"/>
                </a:cxn>
                <a:cxn ang="0">
                  <a:pos x="connsiteX15544" y="connsiteY15544"/>
                </a:cxn>
                <a:cxn ang="0">
                  <a:pos x="connsiteX15545" y="connsiteY15545"/>
                </a:cxn>
                <a:cxn ang="0">
                  <a:pos x="connsiteX15546" y="connsiteY15546"/>
                </a:cxn>
                <a:cxn ang="0">
                  <a:pos x="connsiteX15547" y="connsiteY15547"/>
                </a:cxn>
                <a:cxn ang="0">
                  <a:pos x="connsiteX15548" y="connsiteY15548"/>
                </a:cxn>
                <a:cxn ang="0">
                  <a:pos x="connsiteX15549" y="connsiteY15549"/>
                </a:cxn>
                <a:cxn ang="0">
                  <a:pos x="connsiteX15550" y="connsiteY15550"/>
                </a:cxn>
                <a:cxn ang="0">
                  <a:pos x="connsiteX15551" y="connsiteY15551"/>
                </a:cxn>
                <a:cxn ang="0">
                  <a:pos x="connsiteX15552" y="connsiteY15552"/>
                </a:cxn>
                <a:cxn ang="0">
                  <a:pos x="connsiteX15553" y="connsiteY15553"/>
                </a:cxn>
                <a:cxn ang="0">
                  <a:pos x="connsiteX15554" y="connsiteY15554"/>
                </a:cxn>
                <a:cxn ang="0">
                  <a:pos x="connsiteX15555" y="connsiteY15555"/>
                </a:cxn>
                <a:cxn ang="0">
                  <a:pos x="connsiteX15556" y="connsiteY15556"/>
                </a:cxn>
                <a:cxn ang="0">
                  <a:pos x="connsiteX15557" y="connsiteY15557"/>
                </a:cxn>
                <a:cxn ang="0">
                  <a:pos x="connsiteX15558" y="connsiteY15558"/>
                </a:cxn>
                <a:cxn ang="0">
                  <a:pos x="connsiteX15559" y="connsiteY15559"/>
                </a:cxn>
                <a:cxn ang="0">
                  <a:pos x="connsiteX15560" y="connsiteY15560"/>
                </a:cxn>
                <a:cxn ang="0">
                  <a:pos x="connsiteX15561" y="connsiteY15561"/>
                </a:cxn>
                <a:cxn ang="0">
                  <a:pos x="connsiteX15562" y="connsiteY15562"/>
                </a:cxn>
                <a:cxn ang="0">
                  <a:pos x="connsiteX15563" y="connsiteY15563"/>
                </a:cxn>
                <a:cxn ang="0">
                  <a:pos x="connsiteX15564" y="connsiteY15564"/>
                </a:cxn>
                <a:cxn ang="0">
                  <a:pos x="connsiteX15565" y="connsiteY15565"/>
                </a:cxn>
                <a:cxn ang="0">
                  <a:pos x="connsiteX15566" y="connsiteY15566"/>
                </a:cxn>
                <a:cxn ang="0">
                  <a:pos x="connsiteX15567" y="connsiteY15567"/>
                </a:cxn>
                <a:cxn ang="0">
                  <a:pos x="connsiteX15568" y="connsiteY15568"/>
                </a:cxn>
                <a:cxn ang="0">
                  <a:pos x="connsiteX15569" y="connsiteY15569"/>
                </a:cxn>
                <a:cxn ang="0">
                  <a:pos x="connsiteX15570" y="connsiteY15570"/>
                </a:cxn>
                <a:cxn ang="0">
                  <a:pos x="connsiteX15571" y="connsiteY15571"/>
                </a:cxn>
                <a:cxn ang="0">
                  <a:pos x="connsiteX15572" y="connsiteY15572"/>
                </a:cxn>
                <a:cxn ang="0">
                  <a:pos x="connsiteX15573" y="connsiteY15573"/>
                </a:cxn>
                <a:cxn ang="0">
                  <a:pos x="connsiteX15574" y="connsiteY15574"/>
                </a:cxn>
                <a:cxn ang="0">
                  <a:pos x="connsiteX15575" y="connsiteY15575"/>
                </a:cxn>
                <a:cxn ang="0">
                  <a:pos x="connsiteX15576" y="connsiteY15576"/>
                </a:cxn>
                <a:cxn ang="0">
                  <a:pos x="connsiteX15577" y="connsiteY15577"/>
                </a:cxn>
                <a:cxn ang="0">
                  <a:pos x="connsiteX15578" y="connsiteY15578"/>
                </a:cxn>
                <a:cxn ang="0">
                  <a:pos x="connsiteX15579" y="connsiteY15579"/>
                </a:cxn>
                <a:cxn ang="0">
                  <a:pos x="connsiteX15580" y="connsiteY15580"/>
                </a:cxn>
                <a:cxn ang="0">
                  <a:pos x="connsiteX15581" y="connsiteY15581"/>
                </a:cxn>
                <a:cxn ang="0">
                  <a:pos x="connsiteX15582" y="connsiteY15582"/>
                </a:cxn>
                <a:cxn ang="0">
                  <a:pos x="connsiteX15583" y="connsiteY15583"/>
                </a:cxn>
                <a:cxn ang="0">
                  <a:pos x="connsiteX15584" y="connsiteY15584"/>
                </a:cxn>
                <a:cxn ang="0">
                  <a:pos x="connsiteX15585" y="connsiteY15585"/>
                </a:cxn>
                <a:cxn ang="0">
                  <a:pos x="connsiteX15586" y="connsiteY15586"/>
                </a:cxn>
                <a:cxn ang="0">
                  <a:pos x="connsiteX15587" y="connsiteY15587"/>
                </a:cxn>
                <a:cxn ang="0">
                  <a:pos x="connsiteX15588" y="connsiteY15588"/>
                </a:cxn>
                <a:cxn ang="0">
                  <a:pos x="connsiteX15589" y="connsiteY15589"/>
                </a:cxn>
                <a:cxn ang="0">
                  <a:pos x="connsiteX15590" y="connsiteY15590"/>
                </a:cxn>
                <a:cxn ang="0">
                  <a:pos x="connsiteX15591" y="connsiteY15591"/>
                </a:cxn>
                <a:cxn ang="0">
                  <a:pos x="connsiteX15592" y="connsiteY15592"/>
                </a:cxn>
                <a:cxn ang="0">
                  <a:pos x="connsiteX15593" y="connsiteY15593"/>
                </a:cxn>
                <a:cxn ang="0">
                  <a:pos x="connsiteX15594" y="connsiteY15594"/>
                </a:cxn>
                <a:cxn ang="0">
                  <a:pos x="connsiteX15595" y="connsiteY15595"/>
                </a:cxn>
                <a:cxn ang="0">
                  <a:pos x="connsiteX15596" y="connsiteY15596"/>
                </a:cxn>
                <a:cxn ang="0">
                  <a:pos x="connsiteX15597" y="connsiteY15597"/>
                </a:cxn>
                <a:cxn ang="0">
                  <a:pos x="connsiteX15598" y="connsiteY15598"/>
                </a:cxn>
                <a:cxn ang="0">
                  <a:pos x="connsiteX15599" y="connsiteY15599"/>
                </a:cxn>
                <a:cxn ang="0">
                  <a:pos x="connsiteX15600" y="connsiteY15600"/>
                </a:cxn>
                <a:cxn ang="0">
                  <a:pos x="connsiteX15601" y="connsiteY15601"/>
                </a:cxn>
                <a:cxn ang="0">
                  <a:pos x="connsiteX15602" y="connsiteY15602"/>
                </a:cxn>
                <a:cxn ang="0">
                  <a:pos x="connsiteX15603" y="connsiteY15603"/>
                </a:cxn>
                <a:cxn ang="0">
                  <a:pos x="connsiteX15604" y="connsiteY15604"/>
                </a:cxn>
                <a:cxn ang="0">
                  <a:pos x="connsiteX15605" y="connsiteY15605"/>
                </a:cxn>
                <a:cxn ang="0">
                  <a:pos x="connsiteX15606" y="connsiteY15606"/>
                </a:cxn>
                <a:cxn ang="0">
                  <a:pos x="connsiteX15607" y="connsiteY15607"/>
                </a:cxn>
                <a:cxn ang="0">
                  <a:pos x="connsiteX15608" y="connsiteY15608"/>
                </a:cxn>
                <a:cxn ang="0">
                  <a:pos x="connsiteX15609" y="connsiteY15609"/>
                </a:cxn>
                <a:cxn ang="0">
                  <a:pos x="connsiteX15610" y="connsiteY15610"/>
                </a:cxn>
                <a:cxn ang="0">
                  <a:pos x="connsiteX15611" y="connsiteY15611"/>
                </a:cxn>
                <a:cxn ang="0">
                  <a:pos x="connsiteX15612" y="connsiteY15612"/>
                </a:cxn>
                <a:cxn ang="0">
                  <a:pos x="connsiteX15613" y="connsiteY15613"/>
                </a:cxn>
                <a:cxn ang="0">
                  <a:pos x="connsiteX15614" y="connsiteY15614"/>
                </a:cxn>
                <a:cxn ang="0">
                  <a:pos x="connsiteX15615" y="connsiteY15615"/>
                </a:cxn>
                <a:cxn ang="0">
                  <a:pos x="connsiteX15616" y="connsiteY15616"/>
                </a:cxn>
                <a:cxn ang="0">
                  <a:pos x="connsiteX15617" y="connsiteY15617"/>
                </a:cxn>
                <a:cxn ang="0">
                  <a:pos x="connsiteX15618" y="connsiteY15618"/>
                </a:cxn>
                <a:cxn ang="0">
                  <a:pos x="connsiteX15619" y="connsiteY15619"/>
                </a:cxn>
                <a:cxn ang="0">
                  <a:pos x="connsiteX15620" y="connsiteY15620"/>
                </a:cxn>
                <a:cxn ang="0">
                  <a:pos x="connsiteX15621" y="connsiteY15621"/>
                </a:cxn>
                <a:cxn ang="0">
                  <a:pos x="connsiteX15622" y="connsiteY15622"/>
                </a:cxn>
                <a:cxn ang="0">
                  <a:pos x="connsiteX15623" y="connsiteY15623"/>
                </a:cxn>
                <a:cxn ang="0">
                  <a:pos x="connsiteX15624" y="connsiteY15624"/>
                </a:cxn>
                <a:cxn ang="0">
                  <a:pos x="connsiteX15625" y="connsiteY15625"/>
                </a:cxn>
                <a:cxn ang="0">
                  <a:pos x="connsiteX15626" y="connsiteY15626"/>
                </a:cxn>
                <a:cxn ang="0">
                  <a:pos x="connsiteX15627" y="connsiteY15627"/>
                </a:cxn>
                <a:cxn ang="0">
                  <a:pos x="connsiteX15628" y="connsiteY15628"/>
                </a:cxn>
                <a:cxn ang="0">
                  <a:pos x="connsiteX15629" y="connsiteY15629"/>
                </a:cxn>
                <a:cxn ang="0">
                  <a:pos x="connsiteX15630" y="connsiteY15630"/>
                </a:cxn>
                <a:cxn ang="0">
                  <a:pos x="connsiteX15631" y="connsiteY15631"/>
                </a:cxn>
                <a:cxn ang="0">
                  <a:pos x="connsiteX15632" y="connsiteY15632"/>
                </a:cxn>
                <a:cxn ang="0">
                  <a:pos x="connsiteX15633" y="connsiteY15633"/>
                </a:cxn>
                <a:cxn ang="0">
                  <a:pos x="connsiteX15634" y="connsiteY15634"/>
                </a:cxn>
                <a:cxn ang="0">
                  <a:pos x="connsiteX15635" y="connsiteY15635"/>
                </a:cxn>
                <a:cxn ang="0">
                  <a:pos x="connsiteX15636" y="connsiteY15636"/>
                </a:cxn>
                <a:cxn ang="0">
                  <a:pos x="connsiteX15637" y="connsiteY15637"/>
                </a:cxn>
                <a:cxn ang="0">
                  <a:pos x="connsiteX15638" y="connsiteY15638"/>
                </a:cxn>
                <a:cxn ang="0">
                  <a:pos x="connsiteX15639" y="connsiteY15639"/>
                </a:cxn>
                <a:cxn ang="0">
                  <a:pos x="connsiteX15640" y="connsiteY15640"/>
                </a:cxn>
                <a:cxn ang="0">
                  <a:pos x="connsiteX15641" y="connsiteY15641"/>
                </a:cxn>
                <a:cxn ang="0">
                  <a:pos x="connsiteX15642" y="connsiteY15642"/>
                </a:cxn>
                <a:cxn ang="0">
                  <a:pos x="connsiteX15643" y="connsiteY15643"/>
                </a:cxn>
                <a:cxn ang="0">
                  <a:pos x="connsiteX15644" y="connsiteY15644"/>
                </a:cxn>
                <a:cxn ang="0">
                  <a:pos x="connsiteX15645" y="connsiteY15645"/>
                </a:cxn>
                <a:cxn ang="0">
                  <a:pos x="connsiteX15646" y="connsiteY15646"/>
                </a:cxn>
                <a:cxn ang="0">
                  <a:pos x="connsiteX15647" y="connsiteY15647"/>
                </a:cxn>
                <a:cxn ang="0">
                  <a:pos x="connsiteX15648" y="connsiteY15648"/>
                </a:cxn>
                <a:cxn ang="0">
                  <a:pos x="connsiteX15649" y="connsiteY15649"/>
                </a:cxn>
                <a:cxn ang="0">
                  <a:pos x="connsiteX15650" y="connsiteY15650"/>
                </a:cxn>
                <a:cxn ang="0">
                  <a:pos x="connsiteX15651" y="connsiteY15651"/>
                </a:cxn>
                <a:cxn ang="0">
                  <a:pos x="connsiteX15652" y="connsiteY15652"/>
                </a:cxn>
                <a:cxn ang="0">
                  <a:pos x="connsiteX15653" y="connsiteY15653"/>
                </a:cxn>
                <a:cxn ang="0">
                  <a:pos x="connsiteX15654" y="connsiteY15654"/>
                </a:cxn>
                <a:cxn ang="0">
                  <a:pos x="connsiteX15655" y="connsiteY15655"/>
                </a:cxn>
                <a:cxn ang="0">
                  <a:pos x="connsiteX15656" y="connsiteY15656"/>
                </a:cxn>
                <a:cxn ang="0">
                  <a:pos x="connsiteX15657" y="connsiteY15657"/>
                </a:cxn>
                <a:cxn ang="0">
                  <a:pos x="connsiteX15658" y="connsiteY15658"/>
                </a:cxn>
                <a:cxn ang="0">
                  <a:pos x="connsiteX15659" y="connsiteY15659"/>
                </a:cxn>
                <a:cxn ang="0">
                  <a:pos x="connsiteX15660" y="connsiteY15660"/>
                </a:cxn>
                <a:cxn ang="0">
                  <a:pos x="connsiteX15661" y="connsiteY15661"/>
                </a:cxn>
                <a:cxn ang="0">
                  <a:pos x="connsiteX15662" y="connsiteY15662"/>
                </a:cxn>
                <a:cxn ang="0">
                  <a:pos x="connsiteX15663" y="connsiteY15663"/>
                </a:cxn>
                <a:cxn ang="0">
                  <a:pos x="connsiteX15664" y="connsiteY15664"/>
                </a:cxn>
                <a:cxn ang="0">
                  <a:pos x="connsiteX15665" y="connsiteY15665"/>
                </a:cxn>
                <a:cxn ang="0">
                  <a:pos x="connsiteX15666" y="connsiteY15666"/>
                </a:cxn>
                <a:cxn ang="0">
                  <a:pos x="connsiteX15667" y="connsiteY15667"/>
                </a:cxn>
                <a:cxn ang="0">
                  <a:pos x="connsiteX15668" y="connsiteY15668"/>
                </a:cxn>
                <a:cxn ang="0">
                  <a:pos x="connsiteX15669" y="connsiteY15669"/>
                </a:cxn>
                <a:cxn ang="0">
                  <a:pos x="connsiteX15670" y="connsiteY15670"/>
                </a:cxn>
                <a:cxn ang="0">
                  <a:pos x="connsiteX15671" y="connsiteY15671"/>
                </a:cxn>
                <a:cxn ang="0">
                  <a:pos x="connsiteX15672" y="connsiteY15672"/>
                </a:cxn>
                <a:cxn ang="0">
                  <a:pos x="connsiteX15673" y="connsiteY15673"/>
                </a:cxn>
                <a:cxn ang="0">
                  <a:pos x="connsiteX15674" y="connsiteY15674"/>
                </a:cxn>
                <a:cxn ang="0">
                  <a:pos x="connsiteX15675" y="connsiteY15675"/>
                </a:cxn>
                <a:cxn ang="0">
                  <a:pos x="connsiteX15676" y="connsiteY15676"/>
                </a:cxn>
                <a:cxn ang="0">
                  <a:pos x="connsiteX15677" y="connsiteY15677"/>
                </a:cxn>
                <a:cxn ang="0">
                  <a:pos x="connsiteX15678" y="connsiteY15678"/>
                </a:cxn>
                <a:cxn ang="0">
                  <a:pos x="connsiteX15679" y="connsiteY15679"/>
                </a:cxn>
                <a:cxn ang="0">
                  <a:pos x="connsiteX15680" y="connsiteY15680"/>
                </a:cxn>
                <a:cxn ang="0">
                  <a:pos x="connsiteX15681" y="connsiteY15681"/>
                </a:cxn>
                <a:cxn ang="0">
                  <a:pos x="connsiteX15682" y="connsiteY15682"/>
                </a:cxn>
                <a:cxn ang="0">
                  <a:pos x="connsiteX15683" y="connsiteY15683"/>
                </a:cxn>
                <a:cxn ang="0">
                  <a:pos x="connsiteX15684" y="connsiteY15684"/>
                </a:cxn>
                <a:cxn ang="0">
                  <a:pos x="connsiteX15685" y="connsiteY15685"/>
                </a:cxn>
                <a:cxn ang="0">
                  <a:pos x="connsiteX15686" y="connsiteY15686"/>
                </a:cxn>
                <a:cxn ang="0">
                  <a:pos x="connsiteX15687" y="connsiteY15687"/>
                </a:cxn>
                <a:cxn ang="0">
                  <a:pos x="connsiteX15688" y="connsiteY15688"/>
                </a:cxn>
                <a:cxn ang="0">
                  <a:pos x="connsiteX15689" y="connsiteY15689"/>
                </a:cxn>
                <a:cxn ang="0">
                  <a:pos x="connsiteX15690" y="connsiteY15690"/>
                </a:cxn>
                <a:cxn ang="0">
                  <a:pos x="connsiteX15691" y="connsiteY15691"/>
                </a:cxn>
                <a:cxn ang="0">
                  <a:pos x="connsiteX15692" y="connsiteY15692"/>
                </a:cxn>
                <a:cxn ang="0">
                  <a:pos x="connsiteX15693" y="connsiteY15693"/>
                </a:cxn>
                <a:cxn ang="0">
                  <a:pos x="connsiteX15694" y="connsiteY15694"/>
                </a:cxn>
                <a:cxn ang="0">
                  <a:pos x="connsiteX15695" y="connsiteY15695"/>
                </a:cxn>
                <a:cxn ang="0">
                  <a:pos x="connsiteX15696" y="connsiteY15696"/>
                </a:cxn>
                <a:cxn ang="0">
                  <a:pos x="connsiteX15697" y="connsiteY15697"/>
                </a:cxn>
                <a:cxn ang="0">
                  <a:pos x="connsiteX15698" y="connsiteY15698"/>
                </a:cxn>
                <a:cxn ang="0">
                  <a:pos x="connsiteX15699" y="connsiteY15699"/>
                </a:cxn>
                <a:cxn ang="0">
                  <a:pos x="connsiteX15700" y="connsiteY15700"/>
                </a:cxn>
                <a:cxn ang="0">
                  <a:pos x="connsiteX15701" y="connsiteY15701"/>
                </a:cxn>
                <a:cxn ang="0">
                  <a:pos x="connsiteX15702" y="connsiteY15702"/>
                </a:cxn>
                <a:cxn ang="0">
                  <a:pos x="connsiteX15703" y="connsiteY15703"/>
                </a:cxn>
                <a:cxn ang="0">
                  <a:pos x="connsiteX15704" y="connsiteY15704"/>
                </a:cxn>
                <a:cxn ang="0">
                  <a:pos x="connsiteX15705" y="connsiteY15705"/>
                </a:cxn>
                <a:cxn ang="0">
                  <a:pos x="connsiteX15706" y="connsiteY15706"/>
                </a:cxn>
                <a:cxn ang="0">
                  <a:pos x="connsiteX15707" y="connsiteY15707"/>
                </a:cxn>
                <a:cxn ang="0">
                  <a:pos x="connsiteX15708" y="connsiteY15708"/>
                </a:cxn>
                <a:cxn ang="0">
                  <a:pos x="connsiteX15709" y="connsiteY15709"/>
                </a:cxn>
                <a:cxn ang="0">
                  <a:pos x="connsiteX15710" y="connsiteY15710"/>
                </a:cxn>
                <a:cxn ang="0">
                  <a:pos x="connsiteX15711" y="connsiteY15711"/>
                </a:cxn>
                <a:cxn ang="0">
                  <a:pos x="connsiteX15712" y="connsiteY15712"/>
                </a:cxn>
                <a:cxn ang="0">
                  <a:pos x="connsiteX15713" y="connsiteY15713"/>
                </a:cxn>
                <a:cxn ang="0">
                  <a:pos x="connsiteX15714" y="connsiteY15714"/>
                </a:cxn>
                <a:cxn ang="0">
                  <a:pos x="connsiteX15715" y="connsiteY15715"/>
                </a:cxn>
                <a:cxn ang="0">
                  <a:pos x="connsiteX15716" y="connsiteY15716"/>
                </a:cxn>
                <a:cxn ang="0">
                  <a:pos x="connsiteX15717" y="connsiteY15717"/>
                </a:cxn>
                <a:cxn ang="0">
                  <a:pos x="connsiteX15718" y="connsiteY15718"/>
                </a:cxn>
                <a:cxn ang="0">
                  <a:pos x="connsiteX15719" y="connsiteY15719"/>
                </a:cxn>
                <a:cxn ang="0">
                  <a:pos x="connsiteX15720" y="connsiteY15720"/>
                </a:cxn>
                <a:cxn ang="0">
                  <a:pos x="connsiteX15721" y="connsiteY15721"/>
                </a:cxn>
                <a:cxn ang="0">
                  <a:pos x="connsiteX15722" y="connsiteY15722"/>
                </a:cxn>
                <a:cxn ang="0">
                  <a:pos x="connsiteX15723" y="connsiteY15723"/>
                </a:cxn>
                <a:cxn ang="0">
                  <a:pos x="connsiteX15724" y="connsiteY15724"/>
                </a:cxn>
                <a:cxn ang="0">
                  <a:pos x="connsiteX15725" y="connsiteY15725"/>
                </a:cxn>
                <a:cxn ang="0">
                  <a:pos x="connsiteX15726" y="connsiteY15726"/>
                </a:cxn>
                <a:cxn ang="0">
                  <a:pos x="connsiteX15727" y="connsiteY15727"/>
                </a:cxn>
                <a:cxn ang="0">
                  <a:pos x="connsiteX15728" y="connsiteY15728"/>
                </a:cxn>
                <a:cxn ang="0">
                  <a:pos x="connsiteX15729" y="connsiteY15729"/>
                </a:cxn>
                <a:cxn ang="0">
                  <a:pos x="connsiteX15730" y="connsiteY15730"/>
                </a:cxn>
                <a:cxn ang="0">
                  <a:pos x="connsiteX15731" y="connsiteY15731"/>
                </a:cxn>
                <a:cxn ang="0">
                  <a:pos x="connsiteX15732" y="connsiteY15732"/>
                </a:cxn>
                <a:cxn ang="0">
                  <a:pos x="connsiteX15733" y="connsiteY15733"/>
                </a:cxn>
                <a:cxn ang="0">
                  <a:pos x="connsiteX15734" y="connsiteY15734"/>
                </a:cxn>
                <a:cxn ang="0">
                  <a:pos x="connsiteX15735" y="connsiteY15735"/>
                </a:cxn>
                <a:cxn ang="0">
                  <a:pos x="connsiteX15736" y="connsiteY15736"/>
                </a:cxn>
                <a:cxn ang="0">
                  <a:pos x="connsiteX15737" y="connsiteY15737"/>
                </a:cxn>
                <a:cxn ang="0">
                  <a:pos x="connsiteX15738" y="connsiteY15738"/>
                </a:cxn>
                <a:cxn ang="0">
                  <a:pos x="connsiteX15739" y="connsiteY15739"/>
                </a:cxn>
                <a:cxn ang="0">
                  <a:pos x="connsiteX15740" y="connsiteY15740"/>
                </a:cxn>
                <a:cxn ang="0">
                  <a:pos x="connsiteX15741" y="connsiteY15741"/>
                </a:cxn>
                <a:cxn ang="0">
                  <a:pos x="connsiteX15742" y="connsiteY15742"/>
                </a:cxn>
                <a:cxn ang="0">
                  <a:pos x="connsiteX15743" y="connsiteY15743"/>
                </a:cxn>
                <a:cxn ang="0">
                  <a:pos x="connsiteX15744" y="connsiteY15744"/>
                </a:cxn>
                <a:cxn ang="0">
                  <a:pos x="connsiteX15745" y="connsiteY15745"/>
                </a:cxn>
                <a:cxn ang="0">
                  <a:pos x="connsiteX15746" y="connsiteY15746"/>
                </a:cxn>
                <a:cxn ang="0">
                  <a:pos x="connsiteX15747" y="connsiteY15747"/>
                </a:cxn>
                <a:cxn ang="0">
                  <a:pos x="connsiteX15748" y="connsiteY15748"/>
                </a:cxn>
                <a:cxn ang="0">
                  <a:pos x="connsiteX15749" y="connsiteY15749"/>
                </a:cxn>
                <a:cxn ang="0">
                  <a:pos x="connsiteX15750" y="connsiteY15750"/>
                </a:cxn>
                <a:cxn ang="0">
                  <a:pos x="connsiteX15751" y="connsiteY15751"/>
                </a:cxn>
                <a:cxn ang="0">
                  <a:pos x="connsiteX15752" y="connsiteY15752"/>
                </a:cxn>
                <a:cxn ang="0">
                  <a:pos x="connsiteX15753" y="connsiteY15753"/>
                </a:cxn>
                <a:cxn ang="0">
                  <a:pos x="connsiteX15754" y="connsiteY15754"/>
                </a:cxn>
                <a:cxn ang="0">
                  <a:pos x="connsiteX15755" y="connsiteY15755"/>
                </a:cxn>
                <a:cxn ang="0">
                  <a:pos x="connsiteX15756" y="connsiteY15756"/>
                </a:cxn>
                <a:cxn ang="0">
                  <a:pos x="connsiteX15757" y="connsiteY15757"/>
                </a:cxn>
                <a:cxn ang="0">
                  <a:pos x="connsiteX15758" y="connsiteY15758"/>
                </a:cxn>
                <a:cxn ang="0">
                  <a:pos x="connsiteX15759" y="connsiteY15759"/>
                </a:cxn>
                <a:cxn ang="0">
                  <a:pos x="connsiteX15760" y="connsiteY15760"/>
                </a:cxn>
                <a:cxn ang="0">
                  <a:pos x="connsiteX15761" y="connsiteY15761"/>
                </a:cxn>
                <a:cxn ang="0">
                  <a:pos x="connsiteX15762" y="connsiteY15762"/>
                </a:cxn>
                <a:cxn ang="0">
                  <a:pos x="connsiteX15763" y="connsiteY15763"/>
                </a:cxn>
                <a:cxn ang="0">
                  <a:pos x="connsiteX15764" y="connsiteY15764"/>
                </a:cxn>
                <a:cxn ang="0">
                  <a:pos x="connsiteX15765" y="connsiteY15765"/>
                </a:cxn>
                <a:cxn ang="0">
                  <a:pos x="connsiteX15766" y="connsiteY15766"/>
                </a:cxn>
                <a:cxn ang="0">
                  <a:pos x="connsiteX15767" y="connsiteY15767"/>
                </a:cxn>
                <a:cxn ang="0">
                  <a:pos x="connsiteX15768" y="connsiteY15768"/>
                </a:cxn>
                <a:cxn ang="0">
                  <a:pos x="connsiteX15769" y="connsiteY15769"/>
                </a:cxn>
                <a:cxn ang="0">
                  <a:pos x="connsiteX15770" y="connsiteY15770"/>
                </a:cxn>
                <a:cxn ang="0">
                  <a:pos x="connsiteX15771" y="connsiteY15771"/>
                </a:cxn>
                <a:cxn ang="0">
                  <a:pos x="connsiteX15772" y="connsiteY15772"/>
                </a:cxn>
                <a:cxn ang="0">
                  <a:pos x="connsiteX15773" y="connsiteY15773"/>
                </a:cxn>
                <a:cxn ang="0">
                  <a:pos x="connsiteX15774" y="connsiteY15774"/>
                </a:cxn>
                <a:cxn ang="0">
                  <a:pos x="connsiteX15775" y="connsiteY15775"/>
                </a:cxn>
                <a:cxn ang="0">
                  <a:pos x="connsiteX15776" y="connsiteY15776"/>
                </a:cxn>
                <a:cxn ang="0">
                  <a:pos x="connsiteX15777" y="connsiteY15777"/>
                </a:cxn>
                <a:cxn ang="0">
                  <a:pos x="connsiteX15778" y="connsiteY15778"/>
                </a:cxn>
                <a:cxn ang="0">
                  <a:pos x="connsiteX15779" y="connsiteY15779"/>
                </a:cxn>
                <a:cxn ang="0">
                  <a:pos x="connsiteX15780" y="connsiteY15780"/>
                </a:cxn>
                <a:cxn ang="0">
                  <a:pos x="connsiteX15781" y="connsiteY15781"/>
                </a:cxn>
                <a:cxn ang="0">
                  <a:pos x="connsiteX15782" y="connsiteY15782"/>
                </a:cxn>
                <a:cxn ang="0">
                  <a:pos x="connsiteX15783" y="connsiteY15783"/>
                </a:cxn>
                <a:cxn ang="0">
                  <a:pos x="connsiteX15784" y="connsiteY15784"/>
                </a:cxn>
                <a:cxn ang="0">
                  <a:pos x="connsiteX15785" y="connsiteY15785"/>
                </a:cxn>
                <a:cxn ang="0">
                  <a:pos x="connsiteX15786" y="connsiteY15786"/>
                </a:cxn>
                <a:cxn ang="0">
                  <a:pos x="connsiteX15787" y="connsiteY15787"/>
                </a:cxn>
                <a:cxn ang="0">
                  <a:pos x="connsiteX15788" y="connsiteY15788"/>
                </a:cxn>
                <a:cxn ang="0">
                  <a:pos x="connsiteX15789" y="connsiteY15789"/>
                </a:cxn>
                <a:cxn ang="0">
                  <a:pos x="connsiteX15790" y="connsiteY15790"/>
                </a:cxn>
                <a:cxn ang="0">
                  <a:pos x="connsiteX15791" y="connsiteY15791"/>
                </a:cxn>
                <a:cxn ang="0">
                  <a:pos x="connsiteX15792" y="connsiteY15792"/>
                </a:cxn>
                <a:cxn ang="0">
                  <a:pos x="connsiteX15793" y="connsiteY15793"/>
                </a:cxn>
                <a:cxn ang="0">
                  <a:pos x="connsiteX15794" y="connsiteY15794"/>
                </a:cxn>
                <a:cxn ang="0">
                  <a:pos x="connsiteX15795" y="connsiteY15795"/>
                </a:cxn>
                <a:cxn ang="0">
                  <a:pos x="connsiteX15796" y="connsiteY15796"/>
                </a:cxn>
                <a:cxn ang="0">
                  <a:pos x="connsiteX15797" y="connsiteY15797"/>
                </a:cxn>
                <a:cxn ang="0">
                  <a:pos x="connsiteX15798" y="connsiteY15798"/>
                </a:cxn>
                <a:cxn ang="0">
                  <a:pos x="connsiteX15799" y="connsiteY15799"/>
                </a:cxn>
                <a:cxn ang="0">
                  <a:pos x="connsiteX15800" y="connsiteY15800"/>
                </a:cxn>
                <a:cxn ang="0">
                  <a:pos x="connsiteX15801" y="connsiteY15801"/>
                </a:cxn>
                <a:cxn ang="0">
                  <a:pos x="connsiteX15802" y="connsiteY15802"/>
                </a:cxn>
                <a:cxn ang="0">
                  <a:pos x="connsiteX15803" y="connsiteY15803"/>
                </a:cxn>
                <a:cxn ang="0">
                  <a:pos x="connsiteX15804" y="connsiteY15804"/>
                </a:cxn>
                <a:cxn ang="0">
                  <a:pos x="connsiteX15805" y="connsiteY15805"/>
                </a:cxn>
                <a:cxn ang="0">
                  <a:pos x="connsiteX15806" y="connsiteY15806"/>
                </a:cxn>
                <a:cxn ang="0">
                  <a:pos x="connsiteX15807" y="connsiteY15807"/>
                </a:cxn>
                <a:cxn ang="0">
                  <a:pos x="connsiteX15808" y="connsiteY15808"/>
                </a:cxn>
                <a:cxn ang="0">
                  <a:pos x="connsiteX15809" y="connsiteY15809"/>
                </a:cxn>
                <a:cxn ang="0">
                  <a:pos x="connsiteX15810" y="connsiteY15810"/>
                </a:cxn>
                <a:cxn ang="0">
                  <a:pos x="connsiteX15811" y="connsiteY15811"/>
                </a:cxn>
                <a:cxn ang="0">
                  <a:pos x="connsiteX15812" y="connsiteY15812"/>
                </a:cxn>
                <a:cxn ang="0">
                  <a:pos x="connsiteX15813" y="connsiteY15813"/>
                </a:cxn>
                <a:cxn ang="0">
                  <a:pos x="connsiteX15814" y="connsiteY15814"/>
                </a:cxn>
                <a:cxn ang="0">
                  <a:pos x="connsiteX15815" y="connsiteY15815"/>
                </a:cxn>
                <a:cxn ang="0">
                  <a:pos x="connsiteX15816" y="connsiteY15816"/>
                </a:cxn>
                <a:cxn ang="0">
                  <a:pos x="connsiteX15817" y="connsiteY15817"/>
                </a:cxn>
                <a:cxn ang="0">
                  <a:pos x="connsiteX15818" y="connsiteY15818"/>
                </a:cxn>
                <a:cxn ang="0">
                  <a:pos x="connsiteX15819" y="connsiteY15819"/>
                </a:cxn>
                <a:cxn ang="0">
                  <a:pos x="connsiteX15820" y="connsiteY15820"/>
                </a:cxn>
                <a:cxn ang="0">
                  <a:pos x="connsiteX15821" y="connsiteY15821"/>
                </a:cxn>
                <a:cxn ang="0">
                  <a:pos x="connsiteX15822" y="connsiteY15822"/>
                </a:cxn>
                <a:cxn ang="0">
                  <a:pos x="connsiteX15823" y="connsiteY15823"/>
                </a:cxn>
                <a:cxn ang="0">
                  <a:pos x="connsiteX15824" y="connsiteY15824"/>
                </a:cxn>
                <a:cxn ang="0">
                  <a:pos x="connsiteX15825" y="connsiteY15825"/>
                </a:cxn>
                <a:cxn ang="0">
                  <a:pos x="connsiteX15826" y="connsiteY15826"/>
                </a:cxn>
                <a:cxn ang="0">
                  <a:pos x="connsiteX15827" y="connsiteY15827"/>
                </a:cxn>
                <a:cxn ang="0">
                  <a:pos x="connsiteX15828" y="connsiteY15828"/>
                </a:cxn>
                <a:cxn ang="0">
                  <a:pos x="connsiteX15829" y="connsiteY15829"/>
                </a:cxn>
                <a:cxn ang="0">
                  <a:pos x="connsiteX15830" y="connsiteY15830"/>
                </a:cxn>
                <a:cxn ang="0">
                  <a:pos x="connsiteX15831" y="connsiteY15831"/>
                </a:cxn>
                <a:cxn ang="0">
                  <a:pos x="connsiteX15832" y="connsiteY15832"/>
                </a:cxn>
                <a:cxn ang="0">
                  <a:pos x="connsiteX15833" y="connsiteY15833"/>
                </a:cxn>
                <a:cxn ang="0">
                  <a:pos x="connsiteX15834" y="connsiteY15834"/>
                </a:cxn>
                <a:cxn ang="0">
                  <a:pos x="connsiteX15835" y="connsiteY15835"/>
                </a:cxn>
                <a:cxn ang="0">
                  <a:pos x="connsiteX15836" y="connsiteY15836"/>
                </a:cxn>
                <a:cxn ang="0">
                  <a:pos x="connsiteX15837" y="connsiteY15837"/>
                </a:cxn>
                <a:cxn ang="0">
                  <a:pos x="connsiteX15838" y="connsiteY15838"/>
                </a:cxn>
                <a:cxn ang="0">
                  <a:pos x="connsiteX15839" y="connsiteY15839"/>
                </a:cxn>
                <a:cxn ang="0">
                  <a:pos x="connsiteX15840" y="connsiteY15840"/>
                </a:cxn>
                <a:cxn ang="0">
                  <a:pos x="connsiteX15841" y="connsiteY15841"/>
                </a:cxn>
                <a:cxn ang="0">
                  <a:pos x="connsiteX15842" y="connsiteY15842"/>
                </a:cxn>
                <a:cxn ang="0">
                  <a:pos x="connsiteX15843" y="connsiteY15843"/>
                </a:cxn>
                <a:cxn ang="0">
                  <a:pos x="connsiteX15844" y="connsiteY15844"/>
                </a:cxn>
                <a:cxn ang="0">
                  <a:pos x="connsiteX15845" y="connsiteY15845"/>
                </a:cxn>
                <a:cxn ang="0">
                  <a:pos x="connsiteX15846" y="connsiteY15846"/>
                </a:cxn>
                <a:cxn ang="0">
                  <a:pos x="connsiteX15847" y="connsiteY15847"/>
                </a:cxn>
                <a:cxn ang="0">
                  <a:pos x="connsiteX15848" y="connsiteY15848"/>
                </a:cxn>
                <a:cxn ang="0">
                  <a:pos x="connsiteX15849" y="connsiteY15849"/>
                </a:cxn>
                <a:cxn ang="0">
                  <a:pos x="connsiteX15850" y="connsiteY15850"/>
                </a:cxn>
                <a:cxn ang="0">
                  <a:pos x="connsiteX15851" y="connsiteY15851"/>
                </a:cxn>
                <a:cxn ang="0">
                  <a:pos x="connsiteX15852" y="connsiteY15852"/>
                </a:cxn>
                <a:cxn ang="0">
                  <a:pos x="connsiteX15853" y="connsiteY15853"/>
                </a:cxn>
                <a:cxn ang="0">
                  <a:pos x="connsiteX15854" y="connsiteY15854"/>
                </a:cxn>
                <a:cxn ang="0">
                  <a:pos x="connsiteX15855" y="connsiteY15855"/>
                </a:cxn>
                <a:cxn ang="0">
                  <a:pos x="connsiteX15856" y="connsiteY15856"/>
                </a:cxn>
                <a:cxn ang="0">
                  <a:pos x="connsiteX15857" y="connsiteY15857"/>
                </a:cxn>
                <a:cxn ang="0">
                  <a:pos x="connsiteX15858" y="connsiteY15858"/>
                </a:cxn>
                <a:cxn ang="0">
                  <a:pos x="connsiteX15859" y="connsiteY15859"/>
                </a:cxn>
                <a:cxn ang="0">
                  <a:pos x="connsiteX15860" y="connsiteY15860"/>
                </a:cxn>
                <a:cxn ang="0">
                  <a:pos x="connsiteX15861" y="connsiteY15861"/>
                </a:cxn>
                <a:cxn ang="0">
                  <a:pos x="connsiteX15862" y="connsiteY15862"/>
                </a:cxn>
                <a:cxn ang="0">
                  <a:pos x="connsiteX15863" y="connsiteY15863"/>
                </a:cxn>
                <a:cxn ang="0">
                  <a:pos x="connsiteX15864" y="connsiteY15864"/>
                </a:cxn>
                <a:cxn ang="0">
                  <a:pos x="connsiteX15865" y="connsiteY15865"/>
                </a:cxn>
                <a:cxn ang="0">
                  <a:pos x="connsiteX15866" y="connsiteY15866"/>
                </a:cxn>
                <a:cxn ang="0">
                  <a:pos x="connsiteX15867" y="connsiteY15867"/>
                </a:cxn>
                <a:cxn ang="0">
                  <a:pos x="connsiteX15868" y="connsiteY15868"/>
                </a:cxn>
                <a:cxn ang="0">
                  <a:pos x="connsiteX15869" y="connsiteY15869"/>
                </a:cxn>
                <a:cxn ang="0">
                  <a:pos x="connsiteX15870" y="connsiteY15870"/>
                </a:cxn>
                <a:cxn ang="0">
                  <a:pos x="connsiteX15871" y="connsiteY15871"/>
                </a:cxn>
                <a:cxn ang="0">
                  <a:pos x="connsiteX15872" y="connsiteY15872"/>
                </a:cxn>
                <a:cxn ang="0">
                  <a:pos x="connsiteX15873" y="connsiteY15873"/>
                </a:cxn>
                <a:cxn ang="0">
                  <a:pos x="connsiteX15874" y="connsiteY15874"/>
                </a:cxn>
                <a:cxn ang="0">
                  <a:pos x="connsiteX15875" y="connsiteY15875"/>
                </a:cxn>
                <a:cxn ang="0">
                  <a:pos x="connsiteX15876" y="connsiteY15876"/>
                </a:cxn>
                <a:cxn ang="0">
                  <a:pos x="connsiteX15877" y="connsiteY15877"/>
                </a:cxn>
                <a:cxn ang="0">
                  <a:pos x="connsiteX15878" y="connsiteY15878"/>
                </a:cxn>
                <a:cxn ang="0">
                  <a:pos x="connsiteX15879" y="connsiteY15879"/>
                </a:cxn>
                <a:cxn ang="0">
                  <a:pos x="connsiteX15880" y="connsiteY15880"/>
                </a:cxn>
                <a:cxn ang="0">
                  <a:pos x="connsiteX15881" y="connsiteY15881"/>
                </a:cxn>
                <a:cxn ang="0">
                  <a:pos x="connsiteX15882" y="connsiteY15882"/>
                </a:cxn>
                <a:cxn ang="0">
                  <a:pos x="connsiteX15883" y="connsiteY15883"/>
                </a:cxn>
                <a:cxn ang="0">
                  <a:pos x="connsiteX15884" y="connsiteY15884"/>
                </a:cxn>
                <a:cxn ang="0">
                  <a:pos x="connsiteX15885" y="connsiteY15885"/>
                </a:cxn>
                <a:cxn ang="0">
                  <a:pos x="connsiteX15886" y="connsiteY15886"/>
                </a:cxn>
                <a:cxn ang="0">
                  <a:pos x="connsiteX15887" y="connsiteY15887"/>
                </a:cxn>
                <a:cxn ang="0">
                  <a:pos x="connsiteX15888" y="connsiteY15888"/>
                </a:cxn>
                <a:cxn ang="0">
                  <a:pos x="connsiteX15889" y="connsiteY15889"/>
                </a:cxn>
                <a:cxn ang="0">
                  <a:pos x="connsiteX15890" y="connsiteY15890"/>
                </a:cxn>
                <a:cxn ang="0">
                  <a:pos x="connsiteX15891" y="connsiteY15891"/>
                </a:cxn>
                <a:cxn ang="0">
                  <a:pos x="connsiteX15892" y="connsiteY15892"/>
                </a:cxn>
                <a:cxn ang="0">
                  <a:pos x="connsiteX15893" y="connsiteY15893"/>
                </a:cxn>
                <a:cxn ang="0">
                  <a:pos x="connsiteX15894" y="connsiteY15894"/>
                </a:cxn>
                <a:cxn ang="0">
                  <a:pos x="connsiteX15895" y="connsiteY15895"/>
                </a:cxn>
                <a:cxn ang="0">
                  <a:pos x="connsiteX15896" y="connsiteY15896"/>
                </a:cxn>
                <a:cxn ang="0">
                  <a:pos x="connsiteX15897" y="connsiteY15897"/>
                </a:cxn>
                <a:cxn ang="0">
                  <a:pos x="connsiteX15898" y="connsiteY15898"/>
                </a:cxn>
                <a:cxn ang="0">
                  <a:pos x="connsiteX15899" y="connsiteY15899"/>
                </a:cxn>
                <a:cxn ang="0">
                  <a:pos x="connsiteX15900" y="connsiteY15900"/>
                </a:cxn>
                <a:cxn ang="0">
                  <a:pos x="connsiteX15901" y="connsiteY15901"/>
                </a:cxn>
                <a:cxn ang="0">
                  <a:pos x="connsiteX15902" y="connsiteY15902"/>
                </a:cxn>
                <a:cxn ang="0">
                  <a:pos x="connsiteX15903" y="connsiteY15903"/>
                </a:cxn>
                <a:cxn ang="0">
                  <a:pos x="connsiteX15904" y="connsiteY15904"/>
                </a:cxn>
                <a:cxn ang="0">
                  <a:pos x="connsiteX15905" y="connsiteY15905"/>
                </a:cxn>
                <a:cxn ang="0">
                  <a:pos x="connsiteX15906" y="connsiteY15906"/>
                </a:cxn>
                <a:cxn ang="0">
                  <a:pos x="connsiteX15907" y="connsiteY15907"/>
                </a:cxn>
                <a:cxn ang="0">
                  <a:pos x="connsiteX15908" y="connsiteY15908"/>
                </a:cxn>
                <a:cxn ang="0">
                  <a:pos x="connsiteX15909" y="connsiteY15909"/>
                </a:cxn>
                <a:cxn ang="0">
                  <a:pos x="connsiteX15910" y="connsiteY15910"/>
                </a:cxn>
                <a:cxn ang="0">
                  <a:pos x="connsiteX15911" y="connsiteY15911"/>
                </a:cxn>
                <a:cxn ang="0">
                  <a:pos x="connsiteX15912" y="connsiteY15912"/>
                </a:cxn>
                <a:cxn ang="0">
                  <a:pos x="connsiteX15913" y="connsiteY15913"/>
                </a:cxn>
                <a:cxn ang="0">
                  <a:pos x="connsiteX15914" y="connsiteY15914"/>
                </a:cxn>
                <a:cxn ang="0">
                  <a:pos x="connsiteX15915" y="connsiteY15915"/>
                </a:cxn>
                <a:cxn ang="0">
                  <a:pos x="connsiteX15916" y="connsiteY15916"/>
                </a:cxn>
                <a:cxn ang="0">
                  <a:pos x="connsiteX15917" y="connsiteY15917"/>
                </a:cxn>
                <a:cxn ang="0">
                  <a:pos x="connsiteX15918" y="connsiteY15918"/>
                </a:cxn>
                <a:cxn ang="0">
                  <a:pos x="connsiteX15919" y="connsiteY15919"/>
                </a:cxn>
                <a:cxn ang="0">
                  <a:pos x="connsiteX15920" y="connsiteY15920"/>
                </a:cxn>
                <a:cxn ang="0">
                  <a:pos x="connsiteX15921" y="connsiteY15921"/>
                </a:cxn>
                <a:cxn ang="0">
                  <a:pos x="connsiteX15922" y="connsiteY15922"/>
                </a:cxn>
                <a:cxn ang="0">
                  <a:pos x="connsiteX15923" y="connsiteY15923"/>
                </a:cxn>
                <a:cxn ang="0">
                  <a:pos x="connsiteX15924" y="connsiteY15924"/>
                </a:cxn>
                <a:cxn ang="0">
                  <a:pos x="connsiteX15925" y="connsiteY15925"/>
                </a:cxn>
                <a:cxn ang="0">
                  <a:pos x="connsiteX15926" y="connsiteY15926"/>
                </a:cxn>
                <a:cxn ang="0">
                  <a:pos x="connsiteX15927" y="connsiteY15927"/>
                </a:cxn>
                <a:cxn ang="0">
                  <a:pos x="connsiteX15928" y="connsiteY15928"/>
                </a:cxn>
                <a:cxn ang="0">
                  <a:pos x="connsiteX15929" y="connsiteY15929"/>
                </a:cxn>
                <a:cxn ang="0">
                  <a:pos x="connsiteX15930" y="connsiteY15930"/>
                </a:cxn>
                <a:cxn ang="0">
                  <a:pos x="connsiteX15931" y="connsiteY15931"/>
                </a:cxn>
                <a:cxn ang="0">
                  <a:pos x="connsiteX15932" y="connsiteY15932"/>
                </a:cxn>
                <a:cxn ang="0">
                  <a:pos x="connsiteX15933" y="connsiteY15933"/>
                </a:cxn>
                <a:cxn ang="0">
                  <a:pos x="connsiteX15934" y="connsiteY15934"/>
                </a:cxn>
                <a:cxn ang="0">
                  <a:pos x="connsiteX15935" y="connsiteY15935"/>
                </a:cxn>
                <a:cxn ang="0">
                  <a:pos x="connsiteX15936" y="connsiteY15936"/>
                </a:cxn>
                <a:cxn ang="0">
                  <a:pos x="connsiteX15937" y="connsiteY15937"/>
                </a:cxn>
                <a:cxn ang="0">
                  <a:pos x="connsiteX15938" y="connsiteY15938"/>
                </a:cxn>
                <a:cxn ang="0">
                  <a:pos x="connsiteX15939" y="connsiteY15939"/>
                </a:cxn>
                <a:cxn ang="0">
                  <a:pos x="connsiteX15940" y="connsiteY15940"/>
                </a:cxn>
                <a:cxn ang="0">
                  <a:pos x="connsiteX15941" y="connsiteY15941"/>
                </a:cxn>
                <a:cxn ang="0">
                  <a:pos x="connsiteX15942" y="connsiteY15942"/>
                </a:cxn>
                <a:cxn ang="0">
                  <a:pos x="connsiteX15943" y="connsiteY15943"/>
                </a:cxn>
                <a:cxn ang="0">
                  <a:pos x="connsiteX15944" y="connsiteY15944"/>
                </a:cxn>
                <a:cxn ang="0">
                  <a:pos x="connsiteX15945" y="connsiteY15945"/>
                </a:cxn>
                <a:cxn ang="0">
                  <a:pos x="connsiteX15946" y="connsiteY15946"/>
                </a:cxn>
                <a:cxn ang="0">
                  <a:pos x="connsiteX15947" y="connsiteY15947"/>
                </a:cxn>
                <a:cxn ang="0">
                  <a:pos x="connsiteX15948" y="connsiteY15948"/>
                </a:cxn>
                <a:cxn ang="0">
                  <a:pos x="connsiteX15949" y="connsiteY15949"/>
                </a:cxn>
                <a:cxn ang="0">
                  <a:pos x="connsiteX15950" y="connsiteY15950"/>
                </a:cxn>
                <a:cxn ang="0">
                  <a:pos x="connsiteX15951" y="connsiteY15951"/>
                </a:cxn>
                <a:cxn ang="0">
                  <a:pos x="connsiteX15952" y="connsiteY15952"/>
                </a:cxn>
                <a:cxn ang="0">
                  <a:pos x="connsiteX15953" y="connsiteY15953"/>
                </a:cxn>
                <a:cxn ang="0">
                  <a:pos x="connsiteX15954" y="connsiteY15954"/>
                </a:cxn>
                <a:cxn ang="0">
                  <a:pos x="connsiteX15955" y="connsiteY15955"/>
                </a:cxn>
                <a:cxn ang="0">
                  <a:pos x="connsiteX15956" y="connsiteY15956"/>
                </a:cxn>
                <a:cxn ang="0">
                  <a:pos x="connsiteX15957" y="connsiteY15957"/>
                </a:cxn>
                <a:cxn ang="0">
                  <a:pos x="connsiteX15958" y="connsiteY15958"/>
                </a:cxn>
                <a:cxn ang="0">
                  <a:pos x="connsiteX15959" y="connsiteY15959"/>
                </a:cxn>
                <a:cxn ang="0">
                  <a:pos x="connsiteX15960" y="connsiteY15960"/>
                </a:cxn>
                <a:cxn ang="0">
                  <a:pos x="connsiteX15961" y="connsiteY15961"/>
                </a:cxn>
                <a:cxn ang="0">
                  <a:pos x="connsiteX15962" y="connsiteY15962"/>
                </a:cxn>
                <a:cxn ang="0">
                  <a:pos x="connsiteX15963" y="connsiteY15963"/>
                </a:cxn>
                <a:cxn ang="0">
                  <a:pos x="connsiteX15964" y="connsiteY15964"/>
                </a:cxn>
                <a:cxn ang="0">
                  <a:pos x="connsiteX15965" y="connsiteY15965"/>
                </a:cxn>
                <a:cxn ang="0">
                  <a:pos x="connsiteX15966" y="connsiteY15966"/>
                </a:cxn>
                <a:cxn ang="0">
                  <a:pos x="connsiteX15967" y="connsiteY15967"/>
                </a:cxn>
                <a:cxn ang="0">
                  <a:pos x="connsiteX15968" y="connsiteY15968"/>
                </a:cxn>
                <a:cxn ang="0">
                  <a:pos x="connsiteX15969" y="connsiteY15969"/>
                </a:cxn>
                <a:cxn ang="0">
                  <a:pos x="connsiteX15970" y="connsiteY15970"/>
                </a:cxn>
                <a:cxn ang="0">
                  <a:pos x="connsiteX15971" y="connsiteY15971"/>
                </a:cxn>
                <a:cxn ang="0">
                  <a:pos x="connsiteX15972" y="connsiteY15972"/>
                </a:cxn>
                <a:cxn ang="0">
                  <a:pos x="connsiteX15973" y="connsiteY15973"/>
                </a:cxn>
                <a:cxn ang="0">
                  <a:pos x="connsiteX15974" y="connsiteY15974"/>
                </a:cxn>
                <a:cxn ang="0">
                  <a:pos x="connsiteX15975" y="connsiteY15975"/>
                </a:cxn>
                <a:cxn ang="0">
                  <a:pos x="connsiteX15976" y="connsiteY15976"/>
                </a:cxn>
                <a:cxn ang="0">
                  <a:pos x="connsiteX15977" y="connsiteY15977"/>
                </a:cxn>
                <a:cxn ang="0">
                  <a:pos x="connsiteX15978" y="connsiteY15978"/>
                </a:cxn>
                <a:cxn ang="0">
                  <a:pos x="connsiteX15979" y="connsiteY15979"/>
                </a:cxn>
                <a:cxn ang="0">
                  <a:pos x="connsiteX15980" y="connsiteY15980"/>
                </a:cxn>
                <a:cxn ang="0">
                  <a:pos x="connsiteX15981" y="connsiteY15981"/>
                </a:cxn>
                <a:cxn ang="0">
                  <a:pos x="connsiteX15982" y="connsiteY15982"/>
                </a:cxn>
                <a:cxn ang="0">
                  <a:pos x="connsiteX15983" y="connsiteY15983"/>
                </a:cxn>
                <a:cxn ang="0">
                  <a:pos x="connsiteX15984" y="connsiteY15984"/>
                </a:cxn>
                <a:cxn ang="0">
                  <a:pos x="connsiteX15985" y="connsiteY15985"/>
                </a:cxn>
                <a:cxn ang="0">
                  <a:pos x="connsiteX15986" y="connsiteY15986"/>
                </a:cxn>
                <a:cxn ang="0">
                  <a:pos x="connsiteX15987" y="connsiteY15987"/>
                </a:cxn>
                <a:cxn ang="0">
                  <a:pos x="connsiteX15988" y="connsiteY15988"/>
                </a:cxn>
                <a:cxn ang="0">
                  <a:pos x="connsiteX15989" y="connsiteY15989"/>
                </a:cxn>
                <a:cxn ang="0">
                  <a:pos x="connsiteX15990" y="connsiteY15990"/>
                </a:cxn>
                <a:cxn ang="0">
                  <a:pos x="connsiteX15991" y="connsiteY15991"/>
                </a:cxn>
                <a:cxn ang="0">
                  <a:pos x="connsiteX15992" y="connsiteY15992"/>
                </a:cxn>
                <a:cxn ang="0">
                  <a:pos x="connsiteX15993" y="connsiteY15993"/>
                </a:cxn>
                <a:cxn ang="0">
                  <a:pos x="connsiteX15994" y="connsiteY15994"/>
                </a:cxn>
                <a:cxn ang="0">
                  <a:pos x="connsiteX15995" y="connsiteY15995"/>
                </a:cxn>
                <a:cxn ang="0">
                  <a:pos x="connsiteX15996" y="connsiteY15996"/>
                </a:cxn>
                <a:cxn ang="0">
                  <a:pos x="connsiteX15997" y="connsiteY15997"/>
                </a:cxn>
                <a:cxn ang="0">
                  <a:pos x="connsiteX15998" y="connsiteY15998"/>
                </a:cxn>
                <a:cxn ang="0">
                  <a:pos x="connsiteX15999" y="connsiteY15999"/>
                </a:cxn>
                <a:cxn ang="0">
                  <a:pos x="connsiteX16000" y="connsiteY16000"/>
                </a:cxn>
                <a:cxn ang="0">
                  <a:pos x="connsiteX16001" y="connsiteY16001"/>
                </a:cxn>
                <a:cxn ang="0">
                  <a:pos x="connsiteX16002" y="connsiteY16002"/>
                </a:cxn>
                <a:cxn ang="0">
                  <a:pos x="connsiteX16003" y="connsiteY16003"/>
                </a:cxn>
                <a:cxn ang="0">
                  <a:pos x="connsiteX16004" y="connsiteY16004"/>
                </a:cxn>
                <a:cxn ang="0">
                  <a:pos x="connsiteX16005" y="connsiteY16005"/>
                </a:cxn>
                <a:cxn ang="0">
                  <a:pos x="connsiteX16006" y="connsiteY16006"/>
                </a:cxn>
                <a:cxn ang="0">
                  <a:pos x="connsiteX16007" y="connsiteY16007"/>
                </a:cxn>
                <a:cxn ang="0">
                  <a:pos x="connsiteX16008" y="connsiteY16008"/>
                </a:cxn>
                <a:cxn ang="0">
                  <a:pos x="connsiteX16009" y="connsiteY16009"/>
                </a:cxn>
                <a:cxn ang="0">
                  <a:pos x="connsiteX16010" y="connsiteY16010"/>
                </a:cxn>
                <a:cxn ang="0">
                  <a:pos x="connsiteX16011" y="connsiteY16011"/>
                </a:cxn>
                <a:cxn ang="0">
                  <a:pos x="connsiteX16012" y="connsiteY16012"/>
                </a:cxn>
                <a:cxn ang="0">
                  <a:pos x="connsiteX16013" y="connsiteY16013"/>
                </a:cxn>
                <a:cxn ang="0">
                  <a:pos x="connsiteX16014" y="connsiteY16014"/>
                </a:cxn>
                <a:cxn ang="0">
                  <a:pos x="connsiteX16015" y="connsiteY16015"/>
                </a:cxn>
                <a:cxn ang="0">
                  <a:pos x="connsiteX16016" y="connsiteY16016"/>
                </a:cxn>
                <a:cxn ang="0">
                  <a:pos x="connsiteX16017" y="connsiteY16017"/>
                </a:cxn>
                <a:cxn ang="0">
                  <a:pos x="connsiteX16018" y="connsiteY16018"/>
                </a:cxn>
                <a:cxn ang="0">
                  <a:pos x="connsiteX16019" y="connsiteY16019"/>
                </a:cxn>
                <a:cxn ang="0">
                  <a:pos x="connsiteX16020" y="connsiteY16020"/>
                </a:cxn>
                <a:cxn ang="0">
                  <a:pos x="connsiteX16021" y="connsiteY16021"/>
                </a:cxn>
                <a:cxn ang="0">
                  <a:pos x="connsiteX16022" y="connsiteY16022"/>
                </a:cxn>
                <a:cxn ang="0">
                  <a:pos x="connsiteX16023" y="connsiteY16023"/>
                </a:cxn>
                <a:cxn ang="0">
                  <a:pos x="connsiteX16024" y="connsiteY16024"/>
                </a:cxn>
                <a:cxn ang="0">
                  <a:pos x="connsiteX16025" y="connsiteY16025"/>
                </a:cxn>
                <a:cxn ang="0">
                  <a:pos x="connsiteX16026" y="connsiteY16026"/>
                </a:cxn>
                <a:cxn ang="0">
                  <a:pos x="connsiteX16027" y="connsiteY16027"/>
                </a:cxn>
                <a:cxn ang="0">
                  <a:pos x="connsiteX16028" y="connsiteY16028"/>
                </a:cxn>
                <a:cxn ang="0">
                  <a:pos x="connsiteX16029" y="connsiteY16029"/>
                </a:cxn>
                <a:cxn ang="0">
                  <a:pos x="connsiteX16030" y="connsiteY16030"/>
                </a:cxn>
                <a:cxn ang="0">
                  <a:pos x="connsiteX16031" y="connsiteY16031"/>
                </a:cxn>
                <a:cxn ang="0">
                  <a:pos x="connsiteX16032" y="connsiteY16032"/>
                </a:cxn>
                <a:cxn ang="0">
                  <a:pos x="connsiteX16033" y="connsiteY16033"/>
                </a:cxn>
                <a:cxn ang="0">
                  <a:pos x="connsiteX16034" y="connsiteY16034"/>
                </a:cxn>
                <a:cxn ang="0">
                  <a:pos x="connsiteX16035" y="connsiteY16035"/>
                </a:cxn>
                <a:cxn ang="0">
                  <a:pos x="connsiteX16036" y="connsiteY16036"/>
                </a:cxn>
                <a:cxn ang="0">
                  <a:pos x="connsiteX16037" y="connsiteY16037"/>
                </a:cxn>
                <a:cxn ang="0">
                  <a:pos x="connsiteX16038" y="connsiteY16038"/>
                </a:cxn>
                <a:cxn ang="0">
                  <a:pos x="connsiteX16039" y="connsiteY16039"/>
                </a:cxn>
                <a:cxn ang="0">
                  <a:pos x="connsiteX16040" y="connsiteY16040"/>
                </a:cxn>
                <a:cxn ang="0">
                  <a:pos x="connsiteX16041" y="connsiteY16041"/>
                </a:cxn>
                <a:cxn ang="0">
                  <a:pos x="connsiteX16042" y="connsiteY16042"/>
                </a:cxn>
                <a:cxn ang="0">
                  <a:pos x="connsiteX16043" y="connsiteY16043"/>
                </a:cxn>
                <a:cxn ang="0">
                  <a:pos x="connsiteX16044" y="connsiteY16044"/>
                </a:cxn>
                <a:cxn ang="0">
                  <a:pos x="connsiteX16045" y="connsiteY16045"/>
                </a:cxn>
                <a:cxn ang="0">
                  <a:pos x="connsiteX16046" y="connsiteY16046"/>
                </a:cxn>
                <a:cxn ang="0">
                  <a:pos x="connsiteX16047" y="connsiteY16047"/>
                </a:cxn>
                <a:cxn ang="0">
                  <a:pos x="connsiteX16048" y="connsiteY16048"/>
                </a:cxn>
                <a:cxn ang="0">
                  <a:pos x="connsiteX16049" y="connsiteY16049"/>
                </a:cxn>
                <a:cxn ang="0">
                  <a:pos x="connsiteX16050" y="connsiteY16050"/>
                </a:cxn>
                <a:cxn ang="0">
                  <a:pos x="connsiteX16051" y="connsiteY16051"/>
                </a:cxn>
                <a:cxn ang="0">
                  <a:pos x="connsiteX16052" y="connsiteY16052"/>
                </a:cxn>
                <a:cxn ang="0">
                  <a:pos x="connsiteX16053" y="connsiteY16053"/>
                </a:cxn>
                <a:cxn ang="0">
                  <a:pos x="connsiteX16054" y="connsiteY16054"/>
                </a:cxn>
                <a:cxn ang="0">
                  <a:pos x="connsiteX16055" y="connsiteY16055"/>
                </a:cxn>
                <a:cxn ang="0">
                  <a:pos x="connsiteX16056" y="connsiteY16056"/>
                </a:cxn>
                <a:cxn ang="0">
                  <a:pos x="connsiteX16057" y="connsiteY16057"/>
                </a:cxn>
                <a:cxn ang="0">
                  <a:pos x="connsiteX16058" y="connsiteY16058"/>
                </a:cxn>
                <a:cxn ang="0">
                  <a:pos x="connsiteX16059" y="connsiteY16059"/>
                </a:cxn>
                <a:cxn ang="0">
                  <a:pos x="connsiteX16060" y="connsiteY16060"/>
                </a:cxn>
                <a:cxn ang="0">
                  <a:pos x="connsiteX16061" y="connsiteY16061"/>
                </a:cxn>
                <a:cxn ang="0">
                  <a:pos x="connsiteX16062" y="connsiteY16062"/>
                </a:cxn>
                <a:cxn ang="0">
                  <a:pos x="connsiteX16063" y="connsiteY16063"/>
                </a:cxn>
                <a:cxn ang="0">
                  <a:pos x="connsiteX16064" y="connsiteY16064"/>
                </a:cxn>
                <a:cxn ang="0">
                  <a:pos x="connsiteX16065" y="connsiteY16065"/>
                </a:cxn>
                <a:cxn ang="0">
                  <a:pos x="connsiteX16066" y="connsiteY16066"/>
                </a:cxn>
                <a:cxn ang="0">
                  <a:pos x="connsiteX16067" y="connsiteY16067"/>
                </a:cxn>
                <a:cxn ang="0">
                  <a:pos x="connsiteX16068" y="connsiteY16068"/>
                </a:cxn>
                <a:cxn ang="0">
                  <a:pos x="connsiteX16069" y="connsiteY16069"/>
                </a:cxn>
                <a:cxn ang="0">
                  <a:pos x="connsiteX16070" y="connsiteY16070"/>
                </a:cxn>
                <a:cxn ang="0">
                  <a:pos x="connsiteX16071" y="connsiteY16071"/>
                </a:cxn>
                <a:cxn ang="0">
                  <a:pos x="connsiteX16072" y="connsiteY16072"/>
                </a:cxn>
                <a:cxn ang="0">
                  <a:pos x="connsiteX16073" y="connsiteY16073"/>
                </a:cxn>
                <a:cxn ang="0">
                  <a:pos x="connsiteX16074" y="connsiteY16074"/>
                </a:cxn>
                <a:cxn ang="0">
                  <a:pos x="connsiteX16075" y="connsiteY16075"/>
                </a:cxn>
                <a:cxn ang="0">
                  <a:pos x="connsiteX16076" y="connsiteY16076"/>
                </a:cxn>
                <a:cxn ang="0">
                  <a:pos x="connsiteX16077" y="connsiteY16077"/>
                </a:cxn>
                <a:cxn ang="0">
                  <a:pos x="connsiteX16078" y="connsiteY16078"/>
                </a:cxn>
                <a:cxn ang="0">
                  <a:pos x="connsiteX16079" y="connsiteY16079"/>
                </a:cxn>
                <a:cxn ang="0">
                  <a:pos x="connsiteX16080" y="connsiteY16080"/>
                </a:cxn>
                <a:cxn ang="0">
                  <a:pos x="connsiteX16081" y="connsiteY16081"/>
                </a:cxn>
                <a:cxn ang="0">
                  <a:pos x="connsiteX16082" y="connsiteY16082"/>
                </a:cxn>
                <a:cxn ang="0">
                  <a:pos x="connsiteX16083" y="connsiteY16083"/>
                </a:cxn>
                <a:cxn ang="0">
                  <a:pos x="connsiteX16084" y="connsiteY16084"/>
                </a:cxn>
                <a:cxn ang="0">
                  <a:pos x="connsiteX16085" y="connsiteY16085"/>
                </a:cxn>
                <a:cxn ang="0">
                  <a:pos x="connsiteX16086" y="connsiteY16086"/>
                </a:cxn>
                <a:cxn ang="0">
                  <a:pos x="connsiteX16087" y="connsiteY16087"/>
                </a:cxn>
                <a:cxn ang="0">
                  <a:pos x="connsiteX16088" y="connsiteY16088"/>
                </a:cxn>
                <a:cxn ang="0">
                  <a:pos x="connsiteX16089" y="connsiteY16089"/>
                </a:cxn>
                <a:cxn ang="0">
                  <a:pos x="connsiteX16090" y="connsiteY16090"/>
                </a:cxn>
                <a:cxn ang="0">
                  <a:pos x="connsiteX16091" y="connsiteY16091"/>
                </a:cxn>
                <a:cxn ang="0">
                  <a:pos x="connsiteX16092" y="connsiteY16092"/>
                </a:cxn>
                <a:cxn ang="0">
                  <a:pos x="connsiteX16093" y="connsiteY16093"/>
                </a:cxn>
                <a:cxn ang="0">
                  <a:pos x="connsiteX16094" y="connsiteY16094"/>
                </a:cxn>
                <a:cxn ang="0">
                  <a:pos x="connsiteX16095" y="connsiteY16095"/>
                </a:cxn>
                <a:cxn ang="0">
                  <a:pos x="connsiteX16096" y="connsiteY16096"/>
                </a:cxn>
                <a:cxn ang="0">
                  <a:pos x="connsiteX16097" y="connsiteY16097"/>
                </a:cxn>
                <a:cxn ang="0">
                  <a:pos x="connsiteX16098" y="connsiteY16098"/>
                </a:cxn>
                <a:cxn ang="0">
                  <a:pos x="connsiteX16099" y="connsiteY16099"/>
                </a:cxn>
                <a:cxn ang="0">
                  <a:pos x="connsiteX16100" y="connsiteY16100"/>
                </a:cxn>
                <a:cxn ang="0">
                  <a:pos x="connsiteX16101" y="connsiteY16101"/>
                </a:cxn>
                <a:cxn ang="0">
                  <a:pos x="connsiteX16102" y="connsiteY16102"/>
                </a:cxn>
                <a:cxn ang="0">
                  <a:pos x="connsiteX16103" y="connsiteY16103"/>
                </a:cxn>
                <a:cxn ang="0">
                  <a:pos x="connsiteX16104" y="connsiteY16104"/>
                </a:cxn>
                <a:cxn ang="0">
                  <a:pos x="connsiteX16105" y="connsiteY16105"/>
                </a:cxn>
                <a:cxn ang="0">
                  <a:pos x="connsiteX16106" y="connsiteY16106"/>
                </a:cxn>
                <a:cxn ang="0">
                  <a:pos x="connsiteX16107" y="connsiteY16107"/>
                </a:cxn>
                <a:cxn ang="0">
                  <a:pos x="connsiteX16108" y="connsiteY16108"/>
                </a:cxn>
                <a:cxn ang="0">
                  <a:pos x="connsiteX16109" y="connsiteY16109"/>
                </a:cxn>
                <a:cxn ang="0">
                  <a:pos x="connsiteX16110" y="connsiteY16110"/>
                </a:cxn>
                <a:cxn ang="0">
                  <a:pos x="connsiteX16111" y="connsiteY16111"/>
                </a:cxn>
                <a:cxn ang="0">
                  <a:pos x="connsiteX16112" y="connsiteY16112"/>
                </a:cxn>
                <a:cxn ang="0">
                  <a:pos x="connsiteX16113" y="connsiteY16113"/>
                </a:cxn>
                <a:cxn ang="0">
                  <a:pos x="connsiteX16114" y="connsiteY16114"/>
                </a:cxn>
                <a:cxn ang="0">
                  <a:pos x="connsiteX16115" y="connsiteY16115"/>
                </a:cxn>
                <a:cxn ang="0">
                  <a:pos x="connsiteX16116" y="connsiteY16116"/>
                </a:cxn>
                <a:cxn ang="0">
                  <a:pos x="connsiteX16117" y="connsiteY16117"/>
                </a:cxn>
                <a:cxn ang="0">
                  <a:pos x="connsiteX16118" y="connsiteY16118"/>
                </a:cxn>
                <a:cxn ang="0">
                  <a:pos x="connsiteX16119" y="connsiteY16119"/>
                </a:cxn>
                <a:cxn ang="0">
                  <a:pos x="connsiteX16120" y="connsiteY16120"/>
                </a:cxn>
                <a:cxn ang="0">
                  <a:pos x="connsiteX16121" y="connsiteY16121"/>
                </a:cxn>
                <a:cxn ang="0">
                  <a:pos x="connsiteX16122" y="connsiteY16122"/>
                </a:cxn>
                <a:cxn ang="0">
                  <a:pos x="connsiteX16123" y="connsiteY16123"/>
                </a:cxn>
                <a:cxn ang="0">
                  <a:pos x="connsiteX16124" y="connsiteY16124"/>
                </a:cxn>
                <a:cxn ang="0">
                  <a:pos x="connsiteX16125" y="connsiteY16125"/>
                </a:cxn>
                <a:cxn ang="0">
                  <a:pos x="connsiteX16126" y="connsiteY16126"/>
                </a:cxn>
                <a:cxn ang="0">
                  <a:pos x="connsiteX16127" y="connsiteY16127"/>
                </a:cxn>
                <a:cxn ang="0">
                  <a:pos x="connsiteX16128" y="connsiteY16128"/>
                </a:cxn>
                <a:cxn ang="0">
                  <a:pos x="connsiteX16129" y="connsiteY16129"/>
                </a:cxn>
                <a:cxn ang="0">
                  <a:pos x="connsiteX16130" y="connsiteY16130"/>
                </a:cxn>
                <a:cxn ang="0">
                  <a:pos x="connsiteX16131" y="connsiteY16131"/>
                </a:cxn>
                <a:cxn ang="0">
                  <a:pos x="connsiteX16132" y="connsiteY16132"/>
                </a:cxn>
                <a:cxn ang="0">
                  <a:pos x="connsiteX16133" y="connsiteY16133"/>
                </a:cxn>
                <a:cxn ang="0">
                  <a:pos x="connsiteX16134" y="connsiteY16134"/>
                </a:cxn>
                <a:cxn ang="0">
                  <a:pos x="connsiteX16135" y="connsiteY16135"/>
                </a:cxn>
                <a:cxn ang="0">
                  <a:pos x="connsiteX16136" y="connsiteY16136"/>
                </a:cxn>
                <a:cxn ang="0">
                  <a:pos x="connsiteX16137" y="connsiteY16137"/>
                </a:cxn>
                <a:cxn ang="0">
                  <a:pos x="connsiteX16138" y="connsiteY16138"/>
                </a:cxn>
                <a:cxn ang="0">
                  <a:pos x="connsiteX16139" y="connsiteY16139"/>
                </a:cxn>
                <a:cxn ang="0">
                  <a:pos x="connsiteX16140" y="connsiteY16140"/>
                </a:cxn>
                <a:cxn ang="0">
                  <a:pos x="connsiteX16141" y="connsiteY16141"/>
                </a:cxn>
                <a:cxn ang="0">
                  <a:pos x="connsiteX16142" y="connsiteY16142"/>
                </a:cxn>
                <a:cxn ang="0">
                  <a:pos x="connsiteX16143" y="connsiteY16143"/>
                </a:cxn>
                <a:cxn ang="0">
                  <a:pos x="connsiteX16144" y="connsiteY16144"/>
                </a:cxn>
                <a:cxn ang="0">
                  <a:pos x="connsiteX16145" y="connsiteY16145"/>
                </a:cxn>
                <a:cxn ang="0">
                  <a:pos x="connsiteX16146" y="connsiteY16146"/>
                </a:cxn>
                <a:cxn ang="0">
                  <a:pos x="connsiteX16147" y="connsiteY16147"/>
                </a:cxn>
                <a:cxn ang="0">
                  <a:pos x="connsiteX16148" y="connsiteY16148"/>
                </a:cxn>
                <a:cxn ang="0">
                  <a:pos x="connsiteX16149" y="connsiteY16149"/>
                </a:cxn>
                <a:cxn ang="0">
                  <a:pos x="connsiteX16150" y="connsiteY16150"/>
                </a:cxn>
                <a:cxn ang="0">
                  <a:pos x="connsiteX16151" y="connsiteY16151"/>
                </a:cxn>
                <a:cxn ang="0">
                  <a:pos x="connsiteX16152" y="connsiteY16152"/>
                </a:cxn>
                <a:cxn ang="0">
                  <a:pos x="connsiteX16153" y="connsiteY16153"/>
                </a:cxn>
                <a:cxn ang="0">
                  <a:pos x="connsiteX16154" y="connsiteY16154"/>
                </a:cxn>
                <a:cxn ang="0">
                  <a:pos x="connsiteX16155" y="connsiteY16155"/>
                </a:cxn>
                <a:cxn ang="0">
                  <a:pos x="connsiteX16156" y="connsiteY16156"/>
                </a:cxn>
                <a:cxn ang="0">
                  <a:pos x="connsiteX16157" y="connsiteY16157"/>
                </a:cxn>
                <a:cxn ang="0">
                  <a:pos x="connsiteX16158" y="connsiteY16158"/>
                </a:cxn>
                <a:cxn ang="0">
                  <a:pos x="connsiteX16159" y="connsiteY16159"/>
                </a:cxn>
                <a:cxn ang="0">
                  <a:pos x="connsiteX16160" y="connsiteY16160"/>
                </a:cxn>
                <a:cxn ang="0">
                  <a:pos x="connsiteX16161" y="connsiteY16161"/>
                </a:cxn>
                <a:cxn ang="0">
                  <a:pos x="connsiteX16162" y="connsiteY16162"/>
                </a:cxn>
                <a:cxn ang="0">
                  <a:pos x="connsiteX16163" y="connsiteY16163"/>
                </a:cxn>
                <a:cxn ang="0">
                  <a:pos x="connsiteX16164" y="connsiteY16164"/>
                </a:cxn>
                <a:cxn ang="0">
                  <a:pos x="connsiteX16165" y="connsiteY16165"/>
                </a:cxn>
                <a:cxn ang="0">
                  <a:pos x="connsiteX16166" y="connsiteY16166"/>
                </a:cxn>
                <a:cxn ang="0">
                  <a:pos x="connsiteX16167" y="connsiteY16167"/>
                </a:cxn>
                <a:cxn ang="0">
                  <a:pos x="connsiteX16168" y="connsiteY16168"/>
                </a:cxn>
                <a:cxn ang="0">
                  <a:pos x="connsiteX16169" y="connsiteY16169"/>
                </a:cxn>
                <a:cxn ang="0">
                  <a:pos x="connsiteX16170" y="connsiteY16170"/>
                </a:cxn>
                <a:cxn ang="0">
                  <a:pos x="connsiteX16171" y="connsiteY16171"/>
                </a:cxn>
                <a:cxn ang="0">
                  <a:pos x="connsiteX16172" y="connsiteY16172"/>
                </a:cxn>
                <a:cxn ang="0">
                  <a:pos x="connsiteX16173" y="connsiteY16173"/>
                </a:cxn>
                <a:cxn ang="0">
                  <a:pos x="connsiteX16174" y="connsiteY16174"/>
                </a:cxn>
                <a:cxn ang="0">
                  <a:pos x="connsiteX16175" y="connsiteY16175"/>
                </a:cxn>
                <a:cxn ang="0">
                  <a:pos x="connsiteX16176" y="connsiteY16176"/>
                </a:cxn>
                <a:cxn ang="0">
                  <a:pos x="connsiteX16177" y="connsiteY16177"/>
                </a:cxn>
                <a:cxn ang="0">
                  <a:pos x="connsiteX16178" y="connsiteY16178"/>
                </a:cxn>
                <a:cxn ang="0">
                  <a:pos x="connsiteX16179" y="connsiteY16179"/>
                </a:cxn>
                <a:cxn ang="0">
                  <a:pos x="connsiteX16180" y="connsiteY16180"/>
                </a:cxn>
                <a:cxn ang="0">
                  <a:pos x="connsiteX16181" y="connsiteY16181"/>
                </a:cxn>
                <a:cxn ang="0">
                  <a:pos x="connsiteX16182" y="connsiteY16182"/>
                </a:cxn>
                <a:cxn ang="0">
                  <a:pos x="connsiteX16183" y="connsiteY16183"/>
                </a:cxn>
                <a:cxn ang="0">
                  <a:pos x="connsiteX16184" y="connsiteY16184"/>
                </a:cxn>
                <a:cxn ang="0">
                  <a:pos x="connsiteX16185" y="connsiteY16185"/>
                </a:cxn>
                <a:cxn ang="0">
                  <a:pos x="connsiteX16186" y="connsiteY16186"/>
                </a:cxn>
                <a:cxn ang="0">
                  <a:pos x="connsiteX16187" y="connsiteY16187"/>
                </a:cxn>
                <a:cxn ang="0">
                  <a:pos x="connsiteX16188" y="connsiteY16188"/>
                </a:cxn>
                <a:cxn ang="0">
                  <a:pos x="connsiteX16189" y="connsiteY16189"/>
                </a:cxn>
                <a:cxn ang="0">
                  <a:pos x="connsiteX16190" y="connsiteY16190"/>
                </a:cxn>
                <a:cxn ang="0">
                  <a:pos x="connsiteX16191" y="connsiteY16191"/>
                </a:cxn>
                <a:cxn ang="0">
                  <a:pos x="connsiteX16192" y="connsiteY16192"/>
                </a:cxn>
                <a:cxn ang="0">
                  <a:pos x="connsiteX16193" y="connsiteY16193"/>
                </a:cxn>
                <a:cxn ang="0">
                  <a:pos x="connsiteX16194" y="connsiteY16194"/>
                </a:cxn>
                <a:cxn ang="0">
                  <a:pos x="connsiteX16195" y="connsiteY16195"/>
                </a:cxn>
                <a:cxn ang="0">
                  <a:pos x="connsiteX16196" y="connsiteY16196"/>
                </a:cxn>
                <a:cxn ang="0">
                  <a:pos x="connsiteX16197" y="connsiteY16197"/>
                </a:cxn>
                <a:cxn ang="0">
                  <a:pos x="connsiteX16198" y="connsiteY16198"/>
                </a:cxn>
                <a:cxn ang="0">
                  <a:pos x="connsiteX16199" y="connsiteY16199"/>
                </a:cxn>
                <a:cxn ang="0">
                  <a:pos x="connsiteX16200" y="connsiteY16200"/>
                </a:cxn>
                <a:cxn ang="0">
                  <a:pos x="connsiteX16201" y="connsiteY16201"/>
                </a:cxn>
                <a:cxn ang="0">
                  <a:pos x="connsiteX16202" y="connsiteY16202"/>
                </a:cxn>
                <a:cxn ang="0">
                  <a:pos x="connsiteX16203" y="connsiteY16203"/>
                </a:cxn>
                <a:cxn ang="0">
                  <a:pos x="connsiteX16204" y="connsiteY16204"/>
                </a:cxn>
                <a:cxn ang="0">
                  <a:pos x="connsiteX16205" y="connsiteY16205"/>
                </a:cxn>
                <a:cxn ang="0">
                  <a:pos x="connsiteX16206" y="connsiteY16206"/>
                </a:cxn>
                <a:cxn ang="0">
                  <a:pos x="connsiteX16207" y="connsiteY16207"/>
                </a:cxn>
                <a:cxn ang="0">
                  <a:pos x="connsiteX16208" y="connsiteY16208"/>
                </a:cxn>
                <a:cxn ang="0">
                  <a:pos x="connsiteX16209" y="connsiteY16209"/>
                </a:cxn>
                <a:cxn ang="0">
                  <a:pos x="connsiteX16210" y="connsiteY16210"/>
                </a:cxn>
                <a:cxn ang="0">
                  <a:pos x="connsiteX16211" y="connsiteY16211"/>
                </a:cxn>
                <a:cxn ang="0">
                  <a:pos x="connsiteX16212" y="connsiteY16212"/>
                </a:cxn>
                <a:cxn ang="0">
                  <a:pos x="connsiteX16213" y="connsiteY16213"/>
                </a:cxn>
                <a:cxn ang="0">
                  <a:pos x="connsiteX16214" y="connsiteY16214"/>
                </a:cxn>
                <a:cxn ang="0">
                  <a:pos x="connsiteX16215" y="connsiteY16215"/>
                </a:cxn>
                <a:cxn ang="0">
                  <a:pos x="connsiteX16216" y="connsiteY16216"/>
                </a:cxn>
                <a:cxn ang="0">
                  <a:pos x="connsiteX16217" y="connsiteY16217"/>
                </a:cxn>
                <a:cxn ang="0">
                  <a:pos x="connsiteX16218" y="connsiteY16218"/>
                </a:cxn>
                <a:cxn ang="0">
                  <a:pos x="connsiteX16219" y="connsiteY16219"/>
                </a:cxn>
                <a:cxn ang="0">
                  <a:pos x="connsiteX16220" y="connsiteY16220"/>
                </a:cxn>
                <a:cxn ang="0">
                  <a:pos x="connsiteX16221" y="connsiteY16221"/>
                </a:cxn>
                <a:cxn ang="0">
                  <a:pos x="connsiteX16222" y="connsiteY16222"/>
                </a:cxn>
                <a:cxn ang="0">
                  <a:pos x="connsiteX16223" y="connsiteY16223"/>
                </a:cxn>
                <a:cxn ang="0">
                  <a:pos x="connsiteX16224" y="connsiteY16224"/>
                </a:cxn>
                <a:cxn ang="0">
                  <a:pos x="connsiteX16225" y="connsiteY16225"/>
                </a:cxn>
                <a:cxn ang="0">
                  <a:pos x="connsiteX16226" y="connsiteY16226"/>
                </a:cxn>
                <a:cxn ang="0">
                  <a:pos x="connsiteX16227" y="connsiteY16227"/>
                </a:cxn>
                <a:cxn ang="0">
                  <a:pos x="connsiteX16228" y="connsiteY16228"/>
                </a:cxn>
                <a:cxn ang="0">
                  <a:pos x="connsiteX16229" y="connsiteY16229"/>
                </a:cxn>
                <a:cxn ang="0">
                  <a:pos x="connsiteX16230" y="connsiteY16230"/>
                </a:cxn>
                <a:cxn ang="0">
                  <a:pos x="connsiteX16231" y="connsiteY16231"/>
                </a:cxn>
                <a:cxn ang="0">
                  <a:pos x="connsiteX16232" y="connsiteY16232"/>
                </a:cxn>
                <a:cxn ang="0">
                  <a:pos x="connsiteX16233" y="connsiteY16233"/>
                </a:cxn>
                <a:cxn ang="0">
                  <a:pos x="connsiteX16234" y="connsiteY16234"/>
                </a:cxn>
                <a:cxn ang="0">
                  <a:pos x="connsiteX16235" y="connsiteY16235"/>
                </a:cxn>
                <a:cxn ang="0">
                  <a:pos x="connsiteX16236" y="connsiteY16236"/>
                </a:cxn>
                <a:cxn ang="0">
                  <a:pos x="connsiteX16237" y="connsiteY16237"/>
                </a:cxn>
                <a:cxn ang="0">
                  <a:pos x="connsiteX16238" y="connsiteY16238"/>
                </a:cxn>
                <a:cxn ang="0">
                  <a:pos x="connsiteX16239" y="connsiteY16239"/>
                </a:cxn>
                <a:cxn ang="0">
                  <a:pos x="connsiteX16240" y="connsiteY16240"/>
                </a:cxn>
                <a:cxn ang="0">
                  <a:pos x="connsiteX16241" y="connsiteY16241"/>
                </a:cxn>
                <a:cxn ang="0">
                  <a:pos x="connsiteX16242" y="connsiteY16242"/>
                </a:cxn>
                <a:cxn ang="0">
                  <a:pos x="connsiteX16243" y="connsiteY16243"/>
                </a:cxn>
                <a:cxn ang="0">
                  <a:pos x="connsiteX16244" y="connsiteY16244"/>
                </a:cxn>
                <a:cxn ang="0">
                  <a:pos x="connsiteX16245" y="connsiteY16245"/>
                </a:cxn>
                <a:cxn ang="0">
                  <a:pos x="connsiteX16246" y="connsiteY16246"/>
                </a:cxn>
                <a:cxn ang="0">
                  <a:pos x="connsiteX16247" y="connsiteY16247"/>
                </a:cxn>
                <a:cxn ang="0">
                  <a:pos x="connsiteX16248" y="connsiteY16248"/>
                </a:cxn>
                <a:cxn ang="0">
                  <a:pos x="connsiteX16249" y="connsiteY16249"/>
                </a:cxn>
                <a:cxn ang="0">
                  <a:pos x="connsiteX16250" y="connsiteY16250"/>
                </a:cxn>
                <a:cxn ang="0">
                  <a:pos x="connsiteX16251" y="connsiteY16251"/>
                </a:cxn>
                <a:cxn ang="0">
                  <a:pos x="connsiteX16252" y="connsiteY16252"/>
                </a:cxn>
                <a:cxn ang="0">
                  <a:pos x="connsiteX16253" y="connsiteY16253"/>
                </a:cxn>
                <a:cxn ang="0">
                  <a:pos x="connsiteX16254" y="connsiteY16254"/>
                </a:cxn>
                <a:cxn ang="0">
                  <a:pos x="connsiteX16255" y="connsiteY16255"/>
                </a:cxn>
                <a:cxn ang="0">
                  <a:pos x="connsiteX16256" y="connsiteY16256"/>
                </a:cxn>
                <a:cxn ang="0">
                  <a:pos x="connsiteX16257" y="connsiteY16257"/>
                </a:cxn>
                <a:cxn ang="0">
                  <a:pos x="connsiteX16258" y="connsiteY16258"/>
                </a:cxn>
                <a:cxn ang="0">
                  <a:pos x="connsiteX16259" y="connsiteY16259"/>
                </a:cxn>
                <a:cxn ang="0">
                  <a:pos x="connsiteX16260" y="connsiteY16260"/>
                </a:cxn>
                <a:cxn ang="0">
                  <a:pos x="connsiteX16261" y="connsiteY16261"/>
                </a:cxn>
                <a:cxn ang="0">
                  <a:pos x="connsiteX16262" y="connsiteY16262"/>
                </a:cxn>
                <a:cxn ang="0">
                  <a:pos x="connsiteX16263" y="connsiteY16263"/>
                </a:cxn>
                <a:cxn ang="0">
                  <a:pos x="connsiteX16264" y="connsiteY16264"/>
                </a:cxn>
                <a:cxn ang="0">
                  <a:pos x="connsiteX16265" y="connsiteY16265"/>
                </a:cxn>
                <a:cxn ang="0">
                  <a:pos x="connsiteX16266" y="connsiteY16266"/>
                </a:cxn>
                <a:cxn ang="0">
                  <a:pos x="connsiteX16267" y="connsiteY16267"/>
                </a:cxn>
                <a:cxn ang="0">
                  <a:pos x="connsiteX16268" y="connsiteY16268"/>
                </a:cxn>
                <a:cxn ang="0">
                  <a:pos x="connsiteX16269" y="connsiteY16269"/>
                </a:cxn>
                <a:cxn ang="0">
                  <a:pos x="connsiteX16270" y="connsiteY16270"/>
                </a:cxn>
                <a:cxn ang="0">
                  <a:pos x="connsiteX16271" y="connsiteY16271"/>
                </a:cxn>
                <a:cxn ang="0">
                  <a:pos x="connsiteX16272" y="connsiteY16272"/>
                </a:cxn>
                <a:cxn ang="0">
                  <a:pos x="connsiteX16273" y="connsiteY16273"/>
                </a:cxn>
                <a:cxn ang="0">
                  <a:pos x="connsiteX16274" y="connsiteY16274"/>
                </a:cxn>
                <a:cxn ang="0">
                  <a:pos x="connsiteX16275" y="connsiteY16275"/>
                </a:cxn>
                <a:cxn ang="0">
                  <a:pos x="connsiteX16276" y="connsiteY16276"/>
                </a:cxn>
                <a:cxn ang="0">
                  <a:pos x="connsiteX16277" y="connsiteY16277"/>
                </a:cxn>
                <a:cxn ang="0">
                  <a:pos x="connsiteX16278" y="connsiteY16278"/>
                </a:cxn>
                <a:cxn ang="0">
                  <a:pos x="connsiteX16279" y="connsiteY16279"/>
                </a:cxn>
                <a:cxn ang="0">
                  <a:pos x="connsiteX16280" y="connsiteY16280"/>
                </a:cxn>
                <a:cxn ang="0">
                  <a:pos x="connsiteX16281" y="connsiteY16281"/>
                </a:cxn>
                <a:cxn ang="0">
                  <a:pos x="connsiteX16282" y="connsiteY16282"/>
                </a:cxn>
                <a:cxn ang="0">
                  <a:pos x="connsiteX16283" y="connsiteY16283"/>
                </a:cxn>
                <a:cxn ang="0">
                  <a:pos x="connsiteX16284" y="connsiteY16284"/>
                </a:cxn>
                <a:cxn ang="0">
                  <a:pos x="connsiteX16285" y="connsiteY16285"/>
                </a:cxn>
                <a:cxn ang="0">
                  <a:pos x="connsiteX16286" y="connsiteY16286"/>
                </a:cxn>
                <a:cxn ang="0">
                  <a:pos x="connsiteX16287" y="connsiteY16287"/>
                </a:cxn>
                <a:cxn ang="0">
                  <a:pos x="connsiteX16288" y="connsiteY16288"/>
                </a:cxn>
                <a:cxn ang="0">
                  <a:pos x="connsiteX16289" y="connsiteY16289"/>
                </a:cxn>
                <a:cxn ang="0">
                  <a:pos x="connsiteX16290" y="connsiteY16290"/>
                </a:cxn>
                <a:cxn ang="0">
                  <a:pos x="connsiteX16291" y="connsiteY16291"/>
                </a:cxn>
                <a:cxn ang="0">
                  <a:pos x="connsiteX16292" y="connsiteY16292"/>
                </a:cxn>
                <a:cxn ang="0">
                  <a:pos x="connsiteX16293" y="connsiteY16293"/>
                </a:cxn>
                <a:cxn ang="0">
                  <a:pos x="connsiteX16294" y="connsiteY16294"/>
                </a:cxn>
                <a:cxn ang="0">
                  <a:pos x="connsiteX16295" y="connsiteY16295"/>
                </a:cxn>
                <a:cxn ang="0">
                  <a:pos x="connsiteX16296" y="connsiteY16296"/>
                </a:cxn>
                <a:cxn ang="0">
                  <a:pos x="connsiteX16297" y="connsiteY16297"/>
                </a:cxn>
                <a:cxn ang="0">
                  <a:pos x="connsiteX16298" y="connsiteY16298"/>
                </a:cxn>
                <a:cxn ang="0">
                  <a:pos x="connsiteX16299" y="connsiteY16299"/>
                </a:cxn>
                <a:cxn ang="0">
                  <a:pos x="connsiteX16300" y="connsiteY16300"/>
                </a:cxn>
                <a:cxn ang="0">
                  <a:pos x="connsiteX16301" y="connsiteY16301"/>
                </a:cxn>
                <a:cxn ang="0">
                  <a:pos x="connsiteX16302" y="connsiteY16302"/>
                </a:cxn>
                <a:cxn ang="0">
                  <a:pos x="connsiteX16303" y="connsiteY16303"/>
                </a:cxn>
                <a:cxn ang="0">
                  <a:pos x="connsiteX16304" y="connsiteY16304"/>
                </a:cxn>
                <a:cxn ang="0">
                  <a:pos x="connsiteX16305" y="connsiteY16305"/>
                </a:cxn>
                <a:cxn ang="0">
                  <a:pos x="connsiteX16306" y="connsiteY16306"/>
                </a:cxn>
                <a:cxn ang="0">
                  <a:pos x="connsiteX16307" y="connsiteY16307"/>
                </a:cxn>
                <a:cxn ang="0">
                  <a:pos x="connsiteX16308" y="connsiteY16308"/>
                </a:cxn>
                <a:cxn ang="0">
                  <a:pos x="connsiteX16309" y="connsiteY16309"/>
                </a:cxn>
                <a:cxn ang="0">
                  <a:pos x="connsiteX16310" y="connsiteY16310"/>
                </a:cxn>
                <a:cxn ang="0">
                  <a:pos x="connsiteX16311" y="connsiteY16311"/>
                </a:cxn>
                <a:cxn ang="0">
                  <a:pos x="connsiteX16312" y="connsiteY16312"/>
                </a:cxn>
                <a:cxn ang="0">
                  <a:pos x="connsiteX16313" y="connsiteY16313"/>
                </a:cxn>
                <a:cxn ang="0">
                  <a:pos x="connsiteX16314" y="connsiteY16314"/>
                </a:cxn>
                <a:cxn ang="0">
                  <a:pos x="connsiteX16315" y="connsiteY16315"/>
                </a:cxn>
                <a:cxn ang="0">
                  <a:pos x="connsiteX16316" y="connsiteY16316"/>
                </a:cxn>
                <a:cxn ang="0">
                  <a:pos x="connsiteX16317" y="connsiteY16317"/>
                </a:cxn>
                <a:cxn ang="0">
                  <a:pos x="connsiteX16318" y="connsiteY16318"/>
                </a:cxn>
                <a:cxn ang="0">
                  <a:pos x="connsiteX16319" y="connsiteY16319"/>
                </a:cxn>
                <a:cxn ang="0">
                  <a:pos x="connsiteX16320" y="connsiteY16320"/>
                </a:cxn>
                <a:cxn ang="0">
                  <a:pos x="connsiteX16321" y="connsiteY16321"/>
                </a:cxn>
                <a:cxn ang="0">
                  <a:pos x="connsiteX16322" y="connsiteY16322"/>
                </a:cxn>
                <a:cxn ang="0">
                  <a:pos x="connsiteX16323" y="connsiteY16323"/>
                </a:cxn>
                <a:cxn ang="0">
                  <a:pos x="connsiteX16324" y="connsiteY16324"/>
                </a:cxn>
                <a:cxn ang="0">
                  <a:pos x="connsiteX16325" y="connsiteY16325"/>
                </a:cxn>
                <a:cxn ang="0">
                  <a:pos x="connsiteX16326" y="connsiteY16326"/>
                </a:cxn>
                <a:cxn ang="0">
                  <a:pos x="connsiteX16327" y="connsiteY16327"/>
                </a:cxn>
                <a:cxn ang="0">
                  <a:pos x="connsiteX16328" y="connsiteY16328"/>
                </a:cxn>
                <a:cxn ang="0">
                  <a:pos x="connsiteX16329" y="connsiteY16329"/>
                </a:cxn>
                <a:cxn ang="0">
                  <a:pos x="connsiteX16330" y="connsiteY16330"/>
                </a:cxn>
                <a:cxn ang="0">
                  <a:pos x="connsiteX16331" y="connsiteY16331"/>
                </a:cxn>
                <a:cxn ang="0">
                  <a:pos x="connsiteX16332" y="connsiteY16332"/>
                </a:cxn>
                <a:cxn ang="0">
                  <a:pos x="connsiteX16333" y="connsiteY16333"/>
                </a:cxn>
                <a:cxn ang="0">
                  <a:pos x="connsiteX16334" y="connsiteY16334"/>
                </a:cxn>
                <a:cxn ang="0">
                  <a:pos x="connsiteX16335" y="connsiteY16335"/>
                </a:cxn>
                <a:cxn ang="0">
                  <a:pos x="connsiteX16336" y="connsiteY16336"/>
                </a:cxn>
                <a:cxn ang="0">
                  <a:pos x="connsiteX16337" y="connsiteY16337"/>
                </a:cxn>
                <a:cxn ang="0">
                  <a:pos x="connsiteX16338" y="connsiteY16338"/>
                </a:cxn>
                <a:cxn ang="0">
                  <a:pos x="connsiteX16339" y="connsiteY16339"/>
                </a:cxn>
                <a:cxn ang="0">
                  <a:pos x="connsiteX16340" y="connsiteY16340"/>
                </a:cxn>
                <a:cxn ang="0">
                  <a:pos x="connsiteX16341" y="connsiteY16341"/>
                </a:cxn>
                <a:cxn ang="0">
                  <a:pos x="connsiteX16342" y="connsiteY16342"/>
                </a:cxn>
                <a:cxn ang="0">
                  <a:pos x="connsiteX16343" y="connsiteY16343"/>
                </a:cxn>
                <a:cxn ang="0">
                  <a:pos x="connsiteX16344" y="connsiteY16344"/>
                </a:cxn>
                <a:cxn ang="0">
                  <a:pos x="connsiteX16345" y="connsiteY16345"/>
                </a:cxn>
                <a:cxn ang="0">
                  <a:pos x="connsiteX16346" y="connsiteY16346"/>
                </a:cxn>
                <a:cxn ang="0">
                  <a:pos x="connsiteX16347" y="connsiteY16347"/>
                </a:cxn>
                <a:cxn ang="0">
                  <a:pos x="connsiteX16348" y="connsiteY16348"/>
                </a:cxn>
                <a:cxn ang="0">
                  <a:pos x="connsiteX16349" y="connsiteY16349"/>
                </a:cxn>
                <a:cxn ang="0">
                  <a:pos x="connsiteX16350" y="connsiteY16350"/>
                </a:cxn>
                <a:cxn ang="0">
                  <a:pos x="connsiteX16351" y="connsiteY16351"/>
                </a:cxn>
                <a:cxn ang="0">
                  <a:pos x="connsiteX16352" y="connsiteY16352"/>
                </a:cxn>
                <a:cxn ang="0">
                  <a:pos x="connsiteX16353" y="connsiteY16353"/>
                </a:cxn>
                <a:cxn ang="0">
                  <a:pos x="connsiteX16354" y="connsiteY16354"/>
                </a:cxn>
                <a:cxn ang="0">
                  <a:pos x="connsiteX16355" y="connsiteY16355"/>
                </a:cxn>
                <a:cxn ang="0">
                  <a:pos x="connsiteX16356" y="connsiteY16356"/>
                </a:cxn>
                <a:cxn ang="0">
                  <a:pos x="connsiteX16357" y="connsiteY16357"/>
                </a:cxn>
                <a:cxn ang="0">
                  <a:pos x="connsiteX16358" y="connsiteY16358"/>
                </a:cxn>
                <a:cxn ang="0">
                  <a:pos x="connsiteX16359" y="connsiteY16359"/>
                </a:cxn>
                <a:cxn ang="0">
                  <a:pos x="connsiteX16360" y="connsiteY16360"/>
                </a:cxn>
                <a:cxn ang="0">
                  <a:pos x="connsiteX16361" y="connsiteY16361"/>
                </a:cxn>
                <a:cxn ang="0">
                  <a:pos x="connsiteX16362" y="connsiteY16362"/>
                </a:cxn>
                <a:cxn ang="0">
                  <a:pos x="connsiteX16363" y="connsiteY16363"/>
                </a:cxn>
                <a:cxn ang="0">
                  <a:pos x="connsiteX16364" y="connsiteY16364"/>
                </a:cxn>
                <a:cxn ang="0">
                  <a:pos x="connsiteX16365" y="connsiteY16365"/>
                </a:cxn>
                <a:cxn ang="0">
                  <a:pos x="connsiteX16366" y="connsiteY16366"/>
                </a:cxn>
                <a:cxn ang="0">
                  <a:pos x="connsiteX16367" y="connsiteY16367"/>
                </a:cxn>
                <a:cxn ang="0">
                  <a:pos x="connsiteX16368" y="connsiteY16368"/>
                </a:cxn>
                <a:cxn ang="0">
                  <a:pos x="connsiteX16369" y="connsiteY16369"/>
                </a:cxn>
                <a:cxn ang="0">
                  <a:pos x="connsiteX16370" y="connsiteY16370"/>
                </a:cxn>
                <a:cxn ang="0">
                  <a:pos x="connsiteX16371" y="connsiteY16371"/>
                </a:cxn>
                <a:cxn ang="0">
                  <a:pos x="connsiteX16372" y="connsiteY16372"/>
                </a:cxn>
                <a:cxn ang="0">
                  <a:pos x="connsiteX16373" y="connsiteY16373"/>
                </a:cxn>
                <a:cxn ang="0">
                  <a:pos x="connsiteX16374" y="connsiteY16374"/>
                </a:cxn>
                <a:cxn ang="0">
                  <a:pos x="connsiteX16375" y="connsiteY16375"/>
                </a:cxn>
                <a:cxn ang="0">
                  <a:pos x="connsiteX16376" y="connsiteY16376"/>
                </a:cxn>
                <a:cxn ang="0">
                  <a:pos x="connsiteX16377" y="connsiteY16377"/>
                </a:cxn>
                <a:cxn ang="0">
                  <a:pos x="connsiteX16378" y="connsiteY16378"/>
                </a:cxn>
                <a:cxn ang="0">
                  <a:pos x="connsiteX16379" y="connsiteY16379"/>
                </a:cxn>
                <a:cxn ang="0">
                  <a:pos x="connsiteX16380" y="connsiteY16380"/>
                </a:cxn>
                <a:cxn ang="0">
                  <a:pos x="connsiteX16381" y="connsiteY16381"/>
                </a:cxn>
                <a:cxn ang="0">
                  <a:pos x="connsiteX16382" y="connsiteY16382"/>
                </a:cxn>
                <a:cxn ang="0">
                  <a:pos x="connsiteX16383" y="connsiteY16383"/>
                </a:cxn>
                <a:cxn ang="0">
                  <a:pos x="connsiteX16384" y="connsiteY16384"/>
                </a:cxn>
                <a:cxn ang="0">
                  <a:pos x="connsiteX16385" y="connsiteY16385"/>
                </a:cxn>
                <a:cxn ang="0">
                  <a:pos x="connsiteX16386" y="connsiteY16386"/>
                </a:cxn>
                <a:cxn ang="0">
                  <a:pos x="connsiteX16387" y="connsiteY16387"/>
                </a:cxn>
                <a:cxn ang="0">
                  <a:pos x="connsiteX16388" y="connsiteY16388"/>
                </a:cxn>
                <a:cxn ang="0">
                  <a:pos x="connsiteX16389" y="connsiteY16389"/>
                </a:cxn>
                <a:cxn ang="0">
                  <a:pos x="connsiteX16390" y="connsiteY16390"/>
                </a:cxn>
                <a:cxn ang="0">
                  <a:pos x="connsiteX16391" y="connsiteY16391"/>
                </a:cxn>
                <a:cxn ang="0">
                  <a:pos x="connsiteX16392" y="connsiteY16392"/>
                </a:cxn>
                <a:cxn ang="0">
                  <a:pos x="connsiteX16393" y="connsiteY16393"/>
                </a:cxn>
                <a:cxn ang="0">
                  <a:pos x="connsiteX16394" y="connsiteY16394"/>
                </a:cxn>
                <a:cxn ang="0">
                  <a:pos x="connsiteX16395" y="connsiteY16395"/>
                </a:cxn>
                <a:cxn ang="0">
                  <a:pos x="connsiteX16396" y="connsiteY16396"/>
                </a:cxn>
                <a:cxn ang="0">
                  <a:pos x="connsiteX16397" y="connsiteY16397"/>
                </a:cxn>
                <a:cxn ang="0">
                  <a:pos x="connsiteX16398" y="connsiteY16398"/>
                </a:cxn>
                <a:cxn ang="0">
                  <a:pos x="connsiteX16399" y="connsiteY16399"/>
                </a:cxn>
                <a:cxn ang="0">
                  <a:pos x="connsiteX16400" y="connsiteY16400"/>
                </a:cxn>
                <a:cxn ang="0">
                  <a:pos x="connsiteX16401" y="connsiteY16401"/>
                </a:cxn>
                <a:cxn ang="0">
                  <a:pos x="connsiteX16402" y="connsiteY16402"/>
                </a:cxn>
                <a:cxn ang="0">
                  <a:pos x="connsiteX16403" y="connsiteY16403"/>
                </a:cxn>
                <a:cxn ang="0">
                  <a:pos x="connsiteX16404" y="connsiteY16404"/>
                </a:cxn>
                <a:cxn ang="0">
                  <a:pos x="connsiteX16405" y="connsiteY16405"/>
                </a:cxn>
                <a:cxn ang="0">
                  <a:pos x="connsiteX16406" y="connsiteY16406"/>
                </a:cxn>
                <a:cxn ang="0">
                  <a:pos x="connsiteX16407" y="connsiteY16407"/>
                </a:cxn>
                <a:cxn ang="0">
                  <a:pos x="connsiteX16408" y="connsiteY16408"/>
                </a:cxn>
                <a:cxn ang="0">
                  <a:pos x="connsiteX16409" y="connsiteY16409"/>
                </a:cxn>
                <a:cxn ang="0">
                  <a:pos x="connsiteX16410" y="connsiteY16410"/>
                </a:cxn>
                <a:cxn ang="0">
                  <a:pos x="connsiteX16411" y="connsiteY16411"/>
                </a:cxn>
                <a:cxn ang="0">
                  <a:pos x="connsiteX16412" y="connsiteY16412"/>
                </a:cxn>
                <a:cxn ang="0">
                  <a:pos x="connsiteX16413" y="connsiteY16413"/>
                </a:cxn>
                <a:cxn ang="0">
                  <a:pos x="connsiteX16414" y="connsiteY16414"/>
                </a:cxn>
                <a:cxn ang="0">
                  <a:pos x="connsiteX16415" y="connsiteY16415"/>
                </a:cxn>
                <a:cxn ang="0">
                  <a:pos x="connsiteX16416" y="connsiteY16416"/>
                </a:cxn>
                <a:cxn ang="0">
                  <a:pos x="connsiteX16417" y="connsiteY16417"/>
                </a:cxn>
                <a:cxn ang="0">
                  <a:pos x="connsiteX16418" y="connsiteY16418"/>
                </a:cxn>
                <a:cxn ang="0">
                  <a:pos x="connsiteX16419" y="connsiteY16419"/>
                </a:cxn>
                <a:cxn ang="0">
                  <a:pos x="connsiteX16420" y="connsiteY16420"/>
                </a:cxn>
                <a:cxn ang="0">
                  <a:pos x="connsiteX16421" y="connsiteY16421"/>
                </a:cxn>
                <a:cxn ang="0">
                  <a:pos x="connsiteX16422" y="connsiteY16422"/>
                </a:cxn>
                <a:cxn ang="0">
                  <a:pos x="connsiteX16423" y="connsiteY16423"/>
                </a:cxn>
                <a:cxn ang="0">
                  <a:pos x="connsiteX16424" y="connsiteY16424"/>
                </a:cxn>
                <a:cxn ang="0">
                  <a:pos x="connsiteX16425" y="connsiteY16425"/>
                </a:cxn>
                <a:cxn ang="0">
                  <a:pos x="connsiteX16426" y="connsiteY16426"/>
                </a:cxn>
                <a:cxn ang="0">
                  <a:pos x="connsiteX16427" y="connsiteY16427"/>
                </a:cxn>
                <a:cxn ang="0">
                  <a:pos x="connsiteX16428" y="connsiteY16428"/>
                </a:cxn>
                <a:cxn ang="0">
                  <a:pos x="connsiteX16429" y="connsiteY16429"/>
                </a:cxn>
                <a:cxn ang="0">
                  <a:pos x="connsiteX16430" y="connsiteY16430"/>
                </a:cxn>
                <a:cxn ang="0">
                  <a:pos x="connsiteX16431" y="connsiteY16431"/>
                </a:cxn>
                <a:cxn ang="0">
                  <a:pos x="connsiteX16432" y="connsiteY16432"/>
                </a:cxn>
                <a:cxn ang="0">
                  <a:pos x="connsiteX16433" y="connsiteY16433"/>
                </a:cxn>
                <a:cxn ang="0">
                  <a:pos x="connsiteX16434" y="connsiteY16434"/>
                </a:cxn>
                <a:cxn ang="0">
                  <a:pos x="connsiteX16435" y="connsiteY16435"/>
                </a:cxn>
                <a:cxn ang="0">
                  <a:pos x="connsiteX16436" y="connsiteY16436"/>
                </a:cxn>
                <a:cxn ang="0">
                  <a:pos x="connsiteX16437" y="connsiteY16437"/>
                </a:cxn>
                <a:cxn ang="0">
                  <a:pos x="connsiteX16438" y="connsiteY16438"/>
                </a:cxn>
                <a:cxn ang="0">
                  <a:pos x="connsiteX16439" y="connsiteY16439"/>
                </a:cxn>
                <a:cxn ang="0">
                  <a:pos x="connsiteX16440" y="connsiteY16440"/>
                </a:cxn>
                <a:cxn ang="0">
                  <a:pos x="connsiteX16441" y="connsiteY16441"/>
                </a:cxn>
                <a:cxn ang="0">
                  <a:pos x="connsiteX16442" y="connsiteY16442"/>
                </a:cxn>
                <a:cxn ang="0">
                  <a:pos x="connsiteX16443" y="connsiteY16443"/>
                </a:cxn>
                <a:cxn ang="0">
                  <a:pos x="connsiteX16444" y="connsiteY16444"/>
                </a:cxn>
                <a:cxn ang="0">
                  <a:pos x="connsiteX16445" y="connsiteY16445"/>
                </a:cxn>
                <a:cxn ang="0">
                  <a:pos x="connsiteX16446" y="connsiteY16446"/>
                </a:cxn>
                <a:cxn ang="0">
                  <a:pos x="connsiteX16447" y="connsiteY16447"/>
                </a:cxn>
                <a:cxn ang="0">
                  <a:pos x="connsiteX16448" y="connsiteY16448"/>
                </a:cxn>
                <a:cxn ang="0">
                  <a:pos x="connsiteX16449" y="connsiteY16449"/>
                </a:cxn>
                <a:cxn ang="0">
                  <a:pos x="connsiteX16450" y="connsiteY16450"/>
                </a:cxn>
                <a:cxn ang="0">
                  <a:pos x="connsiteX16451" y="connsiteY16451"/>
                </a:cxn>
                <a:cxn ang="0">
                  <a:pos x="connsiteX16452" y="connsiteY16452"/>
                </a:cxn>
                <a:cxn ang="0">
                  <a:pos x="connsiteX16453" y="connsiteY16453"/>
                </a:cxn>
                <a:cxn ang="0">
                  <a:pos x="connsiteX16454" y="connsiteY16454"/>
                </a:cxn>
                <a:cxn ang="0">
                  <a:pos x="connsiteX16455" y="connsiteY16455"/>
                </a:cxn>
                <a:cxn ang="0">
                  <a:pos x="connsiteX16456" y="connsiteY16456"/>
                </a:cxn>
                <a:cxn ang="0">
                  <a:pos x="connsiteX16457" y="connsiteY16457"/>
                </a:cxn>
                <a:cxn ang="0">
                  <a:pos x="connsiteX16458" y="connsiteY16458"/>
                </a:cxn>
                <a:cxn ang="0">
                  <a:pos x="connsiteX16459" y="connsiteY16459"/>
                </a:cxn>
                <a:cxn ang="0">
                  <a:pos x="connsiteX16460" y="connsiteY16460"/>
                </a:cxn>
                <a:cxn ang="0">
                  <a:pos x="connsiteX16461" y="connsiteY16461"/>
                </a:cxn>
                <a:cxn ang="0">
                  <a:pos x="connsiteX16462" y="connsiteY16462"/>
                </a:cxn>
                <a:cxn ang="0">
                  <a:pos x="connsiteX16463" y="connsiteY16463"/>
                </a:cxn>
                <a:cxn ang="0">
                  <a:pos x="connsiteX16464" y="connsiteY16464"/>
                </a:cxn>
                <a:cxn ang="0">
                  <a:pos x="connsiteX16465" y="connsiteY16465"/>
                </a:cxn>
                <a:cxn ang="0">
                  <a:pos x="connsiteX16466" y="connsiteY16466"/>
                </a:cxn>
                <a:cxn ang="0">
                  <a:pos x="connsiteX16467" y="connsiteY16467"/>
                </a:cxn>
                <a:cxn ang="0">
                  <a:pos x="connsiteX16468" y="connsiteY16468"/>
                </a:cxn>
                <a:cxn ang="0">
                  <a:pos x="connsiteX16469" y="connsiteY16469"/>
                </a:cxn>
                <a:cxn ang="0">
                  <a:pos x="connsiteX16470" y="connsiteY16470"/>
                </a:cxn>
                <a:cxn ang="0">
                  <a:pos x="connsiteX16471" y="connsiteY16471"/>
                </a:cxn>
                <a:cxn ang="0">
                  <a:pos x="connsiteX16472" y="connsiteY16472"/>
                </a:cxn>
                <a:cxn ang="0">
                  <a:pos x="connsiteX16473" y="connsiteY16473"/>
                </a:cxn>
                <a:cxn ang="0">
                  <a:pos x="connsiteX16474" y="connsiteY16474"/>
                </a:cxn>
                <a:cxn ang="0">
                  <a:pos x="connsiteX16475" y="connsiteY16475"/>
                </a:cxn>
                <a:cxn ang="0">
                  <a:pos x="connsiteX16476" y="connsiteY16476"/>
                </a:cxn>
                <a:cxn ang="0">
                  <a:pos x="connsiteX16477" y="connsiteY16477"/>
                </a:cxn>
                <a:cxn ang="0">
                  <a:pos x="connsiteX16478" y="connsiteY16478"/>
                </a:cxn>
                <a:cxn ang="0">
                  <a:pos x="connsiteX16479" y="connsiteY16479"/>
                </a:cxn>
                <a:cxn ang="0">
                  <a:pos x="connsiteX16480" y="connsiteY16480"/>
                </a:cxn>
                <a:cxn ang="0">
                  <a:pos x="connsiteX16481" y="connsiteY16481"/>
                </a:cxn>
                <a:cxn ang="0">
                  <a:pos x="connsiteX16482" y="connsiteY16482"/>
                </a:cxn>
                <a:cxn ang="0">
                  <a:pos x="connsiteX16483" y="connsiteY16483"/>
                </a:cxn>
                <a:cxn ang="0">
                  <a:pos x="connsiteX16484" y="connsiteY16484"/>
                </a:cxn>
                <a:cxn ang="0">
                  <a:pos x="connsiteX16485" y="connsiteY16485"/>
                </a:cxn>
                <a:cxn ang="0">
                  <a:pos x="connsiteX16486" y="connsiteY16486"/>
                </a:cxn>
                <a:cxn ang="0">
                  <a:pos x="connsiteX16487" y="connsiteY16487"/>
                </a:cxn>
                <a:cxn ang="0">
                  <a:pos x="connsiteX16488" y="connsiteY16488"/>
                </a:cxn>
                <a:cxn ang="0">
                  <a:pos x="connsiteX16489" y="connsiteY16489"/>
                </a:cxn>
                <a:cxn ang="0">
                  <a:pos x="connsiteX16490" y="connsiteY16490"/>
                </a:cxn>
                <a:cxn ang="0">
                  <a:pos x="connsiteX16491" y="connsiteY16491"/>
                </a:cxn>
                <a:cxn ang="0">
                  <a:pos x="connsiteX16492" y="connsiteY16492"/>
                </a:cxn>
                <a:cxn ang="0">
                  <a:pos x="connsiteX16493" y="connsiteY16493"/>
                </a:cxn>
                <a:cxn ang="0">
                  <a:pos x="connsiteX16494" y="connsiteY16494"/>
                </a:cxn>
                <a:cxn ang="0">
                  <a:pos x="connsiteX16495" y="connsiteY16495"/>
                </a:cxn>
                <a:cxn ang="0">
                  <a:pos x="connsiteX16496" y="connsiteY16496"/>
                </a:cxn>
                <a:cxn ang="0">
                  <a:pos x="connsiteX16497" y="connsiteY16497"/>
                </a:cxn>
                <a:cxn ang="0">
                  <a:pos x="connsiteX16498" y="connsiteY16498"/>
                </a:cxn>
                <a:cxn ang="0">
                  <a:pos x="connsiteX16499" y="connsiteY16499"/>
                </a:cxn>
                <a:cxn ang="0">
                  <a:pos x="connsiteX16500" y="connsiteY16500"/>
                </a:cxn>
                <a:cxn ang="0">
                  <a:pos x="connsiteX16501" y="connsiteY16501"/>
                </a:cxn>
                <a:cxn ang="0">
                  <a:pos x="connsiteX16502" y="connsiteY16502"/>
                </a:cxn>
                <a:cxn ang="0">
                  <a:pos x="connsiteX16503" y="connsiteY16503"/>
                </a:cxn>
                <a:cxn ang="0">
                  <a:pos x="connsiteX16504" y="connsiteY16504"/>
                </a:cxn>
                <a:cxn ang="0">
                  <a:pos x="connsiteX16505" y="connsiteY16505"/>
                </a:cxn>
                <a:cxn ang="0">
                  <a:pos x="connsiteX16506" y="connsiteY16506"/>
                </a:cxn>
                <a:cxn ang="0">
                  <a:pos x="connsiteX16507" y="connsiteY16507"/>
                </a:cxn>
                <a:cxn ang="0">
                  <a:pos x="connsiteX16508" y="connsiteY16508"/>
                </a:cxn>
                <a:cxn ang="0">
                  <a:pos x="connsiteX16509" y="connsiteY16509"/>
                </a:cxn>
                <a:cxn ang="0">
                  <a:pos x="connsiteX16510" y="connsiteY16510"/>
                </a:cxn>
                <a:cxn ang="0">
                  <a:pos x="connsiteX16511" y="connsiteY16511"/>
                </a:cxn>
                <a:cxn ang="0">
                  <a:pos x="connsiteX16512" y="connsiteY16512"/>
                </a:cxn>
                <a:cxn ang="0">
                  <a:pos x="connsiteX16513" y="connsiteY16513"/>
                </a:cxn>
                <a:cxn ang="0">
                  <a:pos x="connsiteX16514" y="connsiteY16514"/>
                </a:cxn>
                <a:cxn ang="0">
                  <a:pos x="connsiteX16515" y="connsiteY16515"/>
                </a:cxn>
                <a:cxn ang="0">
                  <a:pos x="connsiteX16516" y="connsiteY16516"/>
                </a:cxn>
                <a:cxn ang="0">
                  <a:pos x="connsiteX16517" y="connsiteY16517"/>
                </a:cxn>
                <a:cxn ang="0">
                  <a:pos x="connsiteX16518" y="connsiteY16518"/>
                </a:cxn>
                <a:cxn ang="0">
                  <a:pos x="connsiteX16519" y="connsiteY16519"/>
                </a:cxn>
                <a:cxn ang="0">
                  <a:pos x="connsiteX16520" y="connsiteY16520"/>
                </a:cxn>
                <a:cxn ang="0">
                  <a:pos x="connsiteX16521" y="connsiteY16521"/>
                </a:cxn>
                <a:cxn ang="0">
                  <a:pos x="connsiteX16522" y="connsiteY16522"/>
                </a:cxn>
                <a:cxn ang="0">
                  <a:pos x="connsiteX16523" y="connsiteY16523"/>
                </a:cxn>
                <a:cxn ang="0">
                  <a:pos x="connsiteX16524" y="connsiteY16524"/>
                </a:cxn>
                <a:cxn ang="0">
                  <a:pos x="connsiteX16525" y="connsiteY16525"/>
                </a:cxn>
                <a:cxn ang="0">
                  <a:pos x="connsiteX16526" y="connsiteY16526"/>
                </a:cxn>
                <a:cxn ang="0">
                  <a:pos x="connsiteX16527" y="connsiteY16527"/>
                </a:cxn>
                <a:cxn ang="0">
                  <a:pos x="connsiteX16528" y="connsiteY16528"/>
                </a:cxn>
                <a:cxn ang="0">
                  <a:pos x="connsiteX16529" y="connsiteY16529"/>
                </a:cxn>
                <a:cxn ang="0">
                  <a:pos x="connsiteX16530" y="connsiteY16530"/>
                </a:cxn>
                <a:cxn ang="0">
                  <a:pos x="connsiteX16531" y="connsiteY16531"/>
                </a:cxn>
                <a:cxn ang="0">
                  <a:pos x="connsiteX16532" y="connsiteY16532"/>
                </a:cxn>
                <a:cxn ang="0">
                  <a:pos x="connsiteX16533" y="connsiteY16533"/>
                </a:cxn>
                <a:cxn ang="0">
                  <a:pos x="connsiteX16534" y="connsiteY16534"/>
                </a:cxn>
                <a:cxn ang="0">
                  <a:pos x="connsiteX16535" y="connsiteY16535"/>
                </a:cxn>
                <a:cxn ang="0">
                  <a:pos x="connsiteX16536" y="connsiteY16536"/>
                </a:cxn>
                <a:cxn ang="0">
                  <a:pos x="connsiteX16537" y="connsiteY16537"/>
                </a:cxn>
                <a:cxn ang="0">
                  <a:pos x="connsiteX16538" y="connsiteY16538"/>
                </a:cxn>
                <a:cxn ang="0">
                  <a:pos x="connsiteX16539" y="connsiteY16539"/>
                </a:cxn>
                <a:cxn ang="0">
                  <a:pos x="connsiteX16540" y="connsiteY16540"/>
                </a:cxn>
                <a:cxn ang="0">
                  <a:pos x="connsiteX16541" y="connsiteY16541"/>
                </a:cxn>
                <a:cxn ang="0">
                  <a:pos x="connsiteX16542" y="connsiteY16542"/>
                </a:cxn>
                <a:cxn ang="0">
                  <a:pos x="connsiteX16543" y="connsiteY16543"/>
                </a:cxn>
                <a:cxn ang="0">
                  <a:pos x="connsiteX16544" y="connsiteY16544"/>
                </a:cxn>
                <a:cxn ang="0">
                  <a:pos x="connsiteX16545" y="connsiteY16545"/>
                </a:cxn>
                <a:cxn ang="0">
                  <a:pos x="connsiteX16546" y="connsiteY16546"/>
                </a:cxn>
                <a:cxn ang="0">
                  <a:pos x="connsiteX16547" y="connsiteY16547"/>
                </a:cxn>
                <a:cxn ang="0">
                  <a:pos x="connsiteX16548" y="connsiteY16548"/>
                </a:cxn>
                <a:cxn ang="0">
                  <a:pos x="connsiteX16549" y="connsiteY16549"/>
                </a:cxn>
                <a:cxn ang="0">
                  <a:pos x="connsiteX16550" y="connsiteY16550"/>
                </a:cxn>
                <a:cxn ang="0">
                  <a:pos x="connsiteX16551" y="connsiteY16551"/>
                </a:cxn>
                <a:cxn ang="0">
                  <a:pos x="connsiteX16552" y="connsiteY16552"/>
                </a:cxn>
                <a:cxn ang="0">
                  <a:pos x="connsiteX16553" y="connsiteY16553"/>
                </a:cxn>
                <a:cxn ang="0">
                  <a:pos x="connsiteX16554" y="connsiteY16554"/>
                </a:cxn>
                <a:cxn ang="0">
                  <a:pos x="connsiteX16555" y="connsiteY16555"/>
                </a:cxn>
                <a:cxn ang="0">
                  <a:pos x="connsiteX16556" y="connsiteY16556"/>
                </a:cxn>
                <a:cxn ang="0">
                  <a:pos x="connsiteX16557" y="connsiteY16557"/>
                </a:cxn>
                <a:cxn ang="0">
                  <a:pos x="connsiteX16558" y="connsiteY16558"/>
                </a:cxn>
                <a:cxn ang="0">
                  <a:pos x="connsiteX16559" y="connsiteY16559"/>
                </a:cxn>
                <a:cxn ang="0">
                  <a:pos x="connsiteX16560" y="connsiteY16560"/>
                </a:cxn>
                <a:cxn ang="0">
                  <a:pos x="connsiteX16561" y="connsiteY16561"/>
                </a:cxn>
                <a:cxn ang="0">
                  <a:pos x="connsiteX16562" y="connsiteY16562"/>
                </a:cxn>
                <a:cxn ang="0">
                  <a:pos x="connsiteX16563" y="connsiteY16563"/>
                </a:cxn>
                <a:cxn ang="0">
                  <a:pos x="connsiteX16564" y="connsiteY16564"/>
                </a:cxn>
                <a:cxn ang="0">
                  <a:pos x="connsiteX16565" y="connsiteY16565"/>
                </a:cxn>
                <a:cxn ang="0">
                  <a:pos x="connsiteX16566" y="connsiteY16566"/>
                </a:cxn>
                <a:cxn ang="0">
                  <a:pos x="connsiteX16567" y="connsiteY16567"/>
                </a:cxn>
                <a:cxn ang="0">
                  <a:pos x="connsiteX16568" y="connsiteY16568"/>
                </a:cxn>
                <a:cxn ang="0">
                  <a:pos x="connsiteX16569" y="connsiteY16569"/>
                </a:cxn>
                <a:cxn ang="0">
                  <a:pos x="connsiteX16570" y="connsiteY16570"/>
                </a:cxn>
                <a:cxn ang="0">
                  <a:pos x="connsiteX16571" y="connsiteY16571"/>
                </a:cxn>
                <a:cxn ang="0">
                  <a:pos x="connsiteX16572" y="connsiteY16572"/>
                </a:cxn>
                <a:cxn ang="0">
                  <a:pos x="connsiteX16573" y="connsiteY16573"/>
                </a:cxn>
                <a:cxn ang="0">
                  <a:pos x="connsiteX16574" y="connsiteY16574"/>
                </a:cxn>
                <a:cxn ang="0">
                  <a:pos x="connsiteX16575" y="connsiteY16575"/>
                </a:cxn>
                <a:cxn ang="0">
                  <a:pos x="connsiteX16576" y="connsiteY16576"/>
                </a:cxn>
                <a:cxn ang="0">
                  <a:pos x="connsiteX16577" y="connsiteY16577"/>
                </a:cxn>
                <a:cxn ang="0">
                  <a:pos x="connsiteX16578" y="connsiteY16578"/>
                </a:cxn>
                <a:cxn ang="0">
                  <a:pos x="connsiteX16579" y="connsiteY16579"/>
                </a:cxn>
                <a:cxn ang="0">
                  <a:pos x="connsiteX16580" y="connsiteY16580"/>
                </a:cxn>
                <a:cxn ang="0">
                  <a:pos x="connsiteX16581" y="connsiteY16581"/>
                </a:cxn>
                <a:cxn ang="0">
                  <a:pos x="connsiteX16582" y="connsiteY16582"/>
                </a:cxn>
                <a:cxn ang="0">
                  <a:pos x="connsiteX16583" y="connsiteY16583"/>
                </a:cxn>
                <a:cxn ang="0">
                  <a:pos x="connsiteX16584" y="connsiteY16584"/>
                </a:cxn>
                <a:cxn ang="0">
                  <a:pos x="connsiteX16585" y="connsiteY16585"/>
                </a:cxn>
                <a:cxn ang="0">
                  <a:pos x="connsiteX16586" y="connsiteY16586"/>
                </a:cxn>
                <a:cxn ang="0">
                  <a:pos x="connsiteX16587" y="connsiteY16587"/>
                </a:cxn>
                <a:cxn ang="0">
                  <a:pos x="connsiteX16588" y="connsiteY16588"/>
                </a:cxn>
                <a:cxn ang="0">
                  <a:pos x="connsiteX16589" y="connsiteY16589"/>
                </a:cxn>
                <a:cxn ang="0">
                  <a:pos x="connsiteX16590" y="connsiteY16590"/>
                </a:cxn>
                <a:cxn ang="0">
                  <a:pos x="connsiteX16591" y="connsiteY16591"/>
                </a:cxn>
                <a:cxn ang="0">
                  <a:pos x="connsiteX16592" y="connsiteY16592"/>
                </a:cxn>
                <a:cxn ang="0">
                  <a:pos x="connsiteX16593" y="connsiteY16593"/>
                </a:cxn>
                <a:cxn ang="0">
                  <a:pos x="connsiteX16594" y="connsiteY16594"/>
                </a:cxn>
                <a:cxn ang="0">
                  <a:pos x="connsiteX16595" y="connsiteY16595"/>
                </a:cxn>
                <a:cxn ang="0">
                  <a:pos x="connsiteX16596" y="connsiteY16596"/>
                </a:cxn>
                <a:cxn ang="0">
                  <a:pos x="connsiteX16597" y="connsiteY16597"/>
                </a:cxn>
                <a:cxn ang="0">
                  <a:pos x="connsiteX16598" y="connsiteY16598"/>
                </a:cxn>
                <a:cxn ang="0">
                  <a:pos x="connsiteX16599" y="connsiteY16599"/>
                </a:cxn>
                <a:cxn ang="0">
                  <a:pos x="connsiteX16600" y="connsiteY16600"/>
                </a:cxn>
                <a:cxn ang="0">
                  <a:pos x="connsiteX16601" y="connsiteY16601"/>
                </a:cxn>
                <a:cxn ang="0">
                  <a:pos x="connsiteX16602" y="connsiteY16602"/>
                </a:cxn>
                <a:cxn ang="0">
                  <a:pos x="connsiteX16603" y="connsiteY16603"/>
                </a:cxn>
                <a:cxn ang="0">
                  <a:pos x="connsiteX16604" y="connsiteY16604"/>
                </a:cxn>
                <a:cxn ang="0">
                  <a:pos x="connsiteX16605" y="connsiteY16605"/>
                </a:cxn>
                <a:cxn ang="0">
                  <a:pos x="connsiteX16606" y="connsiteY16606"/>
                </a:cxn>
                <a:cxn ang="0">
                  <a:pos x="connsiteX16607" y="connsiteY16607"/>
                </a:cxn>
                <a:cxn ang="0">
                  <a:pos x="connsiteX16608" y="connsiteY16608"/>
                </a:cxn>
                <a:cxn ang="0">
                  <a:pos x="connsiteX16609" y="connsiteY16609"/>
                </a:cxn>
                <a:cxn ang="0">
                  <a:pos x="connsiteX16610" y="connsiteY16610"/>
                </a:cxn>
                <a:cxn ang="0">
                  <a:pos x="connsiteX16611" y="connsiteY16611"/>
                </a:cxn>
                <a:cxn ang="0">
                  <a:pos x="connsiteX16612" y="connsiteY16612"/>
                </a:cxn>
                <a:cxn ang="0">
                  <a:pos x="connsiteX16613" y="connsiteY16613"/>
                </a:cxn>
                <a:cxn ang="0">
                  <a:pos x="connsiteX16614" y="connsiteY16614"/>
                </a:cxn>
                <a:cxn ang="0">
                  <a:pos x="connsiteX16615" y="connsiteY16615"/>
                </a:cxn>
                <a:cxn ang="0">
                  <a:pos x="connsiteX16616" y="connsiteY16616"/>
                </a:cxn>
                <a:cxn ang="0">
                  <a:pos x="connsiteX16617" y="connsiteY16617"/>
                </a:cxn>
                <a:cxn ang="0">
                  <a:pos x="connsiteX16618" y="connsiteY16618"/>
                </a:cxn>
                <a:cxn ang="0">
                  <a:pos x="connsiteX16619" y="connsiteY16619"/>
                </a:cxn>
                <a:cxn ang="0">
                  <a:pos x="connsiteX16620" y="connsiteY16620"/>
                </a:cxn>
                <a:cxn ang="0">
                  <a:pos x="connsiteX16621" y="connsiteY16621"/>
                </a:cxn>
                <a:cxn ang="0">
                  <a:pos x="connsiteX16622" y="connsiteY16622"/>
                </a:cxn>
                <a:cxn ang="0">
                  <a:pos x="connsiteX16623" y="connsiteY16623"/>
                </a:cxn>
                <a:cxn ang="0">
                  <a:pos x="connsiteX16624" y="connsiteY16624"/>
                </a:cxn>
                <a:cxn ang="0">
                  <a:pos x="connsiteX16625" y="connsiteY16625"/>
                </a:cxn>
                <a:cxn ang="0">
                  <a:pos x="connsiteX16626" y="connsiteY16626"/>
                </a:cxn>
                <a:cxn ang="0">
                  <a:pos x="connsiteX16627" y="connsiteY16627"/>
                </a:cxn>
                <a:cxn ang="0">
                  <a:pos x="connsiteX16628" y="connsiteY16628"/>
                </a:cxn>
                <a:cxn ang="0">
                  <a:pos x="connsiteX16629" y="connsiteY16629"/>
                </a:cxn>
                <a:cxn ang="0">
                  <a:pos x="connsiteX16630" y="connsiteY16630"/>
                </a:cxn>
                <a:cxn ang="0">
                  <a:pos x="connsiteX16631" y="connsiteY16631"/>
                </a:cxn>
                <a:cxn ang="0">
                  <a:pos x="connsiteX16632" y="connsiteY16632"/>
                </a:cxn>
                <a:cxn ang="0">
                  <a:pos x="connsiteX16633" y="connsiteY16633"/>
                </a:cxn>
                <a:cxn ang="0">
                  <a:pos x="connsiteX16634" y="connsiteY16634"/>
                </a:cxn>
                <a:cxn ang="0">
                  <a:pos x="connsiteX16635" y="connsiteY16635"/>
                </a:cxn>
                <a:cxn ang="0">
                  <a:pos x="connsiteX16636" y="connsiteY16636"/>
                </a:cxn>
                <a:cxn ang="0">
                  <a:pos x="connsiteX16637" y="connsiteY16637"/>
                </a:cxn>
                <a:cxn ang="0">
                  <a:pos x="connsiteX16638" y="connsiteY16638"/>
                </a:cxn>
                <a:cxn ang="0">
                  <a:pos x="connsiteX16639" y="connsiteY16639"/>
                </a:cxn>
                <a:cxn ang="0">
                  <a:pos x="connsiteX16640" y="connsiteY16640"/>
                </a:cxn>
                <a:cxn ang="0">
                  <a:pos x="connsiteX16641" y="connsiteY16641"/>
                </a:cxn>
                <a:cxn ang="0">
                  <a:pos x="connsiteX16642" y="connsiteY16642"/>
                </a:cxn>
                <a:cxn ang="0">
                  <a:pos x="connsiteX16643" y="connsiteY16643"/>
                </a:cxn>
                <a:cxn ang="0">
                  <a:pos x="connsiteX16644" y="connsiteY16644"/>
                </a:cxn>
                <a:cxn ang="0">
                  <a:pos x="connsiteX16645" y="connsiteY16645"/>
                </a:cxn>
                <a:cxn ang="0">
                  <a:pos x="connsiteX16646" y="connsiteY16646"/>
                </a:cxn>
                <a:cxn ang="0">
                  <a:pos x="connsiteX16647" y="connsiteY16647"/>
                </a:cxn>
                <a:cxn ang="0">
                  <a:pos x="connsiteX16648" y="connsiteY16648"/>
                </a:cxn>
                <a:cxn ang="0">
                  <a:pos x="connsiteX16649" y="connsiteY16649"/>
                </a:cxn>
                <a:cxn ang="0">
                  <a:pos x="connsiteX16650" y="connsiteY16650"/>
                </a:cxn>
                <a:cxn ang="0">
                  <a:pos x="connsiteX16651" y="connsiteY16651"/>
                </a:cxn>
                <a:cxn ang="0">
                  <a:pos x="connsiteX16652" y="connsiteY16652"/>
                </a:cxn>
                <a:cxn ang="0">
                  <a:pos x="connsiteX16653" y="connsiteY16653"/>
                </a:cxn>
                <a:cxn ang="0">
                  <a:pos x="connsiteX16654" y="connsiteY16654"/>
                </a:cxn>
                <a:cxn ang="0">
                  <a:pos x="connsiteX16655" y="connsiteY16655"/>
                </a:cxn>
                <a:cxn ang="0">
                  <a:pos x="connsiteX16656" y="connsiteY16656"/>
                </a:cxn>
                <a:cxn ang="0">
                  <a:pos x="connsiteX16657" y="connsiteY16657"/>
                </a:cxn>
                <a:cxn ang="0">
                  <a:pos x="connsiteX16658" y="connsiteY16658"/>
                </a:cxn>
                <a:cxn ang="0">
                  <a:pos x="connsiteX16659" y="connsiteY16659"/>
                </a:cxn>
                <a:cxn ang="0">
                  <a:pos x="connsiteX16660" y="connsiteY16660"/>
                </a:cxn>
                <a:cxn ang="0">
                  <a:pos x="connsiteX16661" y="connsiteY16661"/>
                </a:cxn>
                <a:cxn ang="0">
                  <a:pos x="connsiteX16662" y="connsiteY16662"/>
                </a:cxn>
                <a:cxn ang="0">
                  <a:pos x="connsiteX16663" y="connsiteY16663"/>
                </a:cxn>
                <a:cxn ang="0">
                  <a:pos x="connsiteX16664" y="connsiteY16664"/>
                </a:cxn>
                <a:cxn ang="0">
                  <a:pos x="connsiteX16665" y="connsiteY16665"/>
                </a:cxn>
                <a:cxn ang="0">
                  <a:pos x="connsiteX16666" y="connsiteY16666"/>
                </a:cxn>
                <a:cxn ang="0">
                  <a:pos x="connsiteX16667" y="connsiteY16667"/>
                </a:cxn>
                <a:cxn ang="0">
                  <a:pos x="connsiteX16668" y="connsiteY16668"/>
                </a:cxn>
                <a:cxn ang="0">
                  <a:pos x="connsiteX16669" y="connsiteY16669"/>
                </a:cxn>
                <a:cxn ang="0">
                  <a:pos x="connsiteX16670" y="connsiteY16670"/>
                </a:cxn>
                <a:cxn ang="0">
                  <a:pos x="connsiteX16671" y="connsiteY16671"/>
                </a:cxn>
                <a:cxn ang="0">
                  <a:pos x="connsiteX16672" y="connsiteY16672"/>
                </a:cxn>
                <a:cxn ang="0">
                  <a:pos x="connsiteX16673" y="connsiteY16673"/>
                </a:cxn>
                <a:cxn ang="0">
                  <a:pos x="connsiteX16674" y="connsiteY16674"/>
                </a:cxn>
                <a:cxn ang="0">
                  <a:pos x="connsiteX16675" y="connsiteY16675"/>
                </a:cxn>
                <a:cxn ang="0">
                  <a:pos x="connsiteX16676" y="connsiteY16676"/>
                </a:cxn>
                <a:cxn ang="0">
                  <a:pos x="connsiteX16677" y="connsiteY16677"/>
                </a:cxn>
                <a:cxn ang="0">
                  <a:pos x="connsiteX16678" y="connsiteY16678"/>
                </a:cxn>
                <a:cxn ang="0">
                  <a:pos x="connsiteX16679" y="connsiteY16679"/>
                </a:cxn>
                <a:cxn ang="0">
                  <a:pos x="connsiteX16680" y="connsiteY16680"/>
                </a:cxn>
                <a:cxn ang="0">
                  <a:pos x="connsiteX16681" y="connsiteY16681"/>
                </a:cxn>
                <a:cxn ang="0">
                  <a:pos x="connsiteX16682" y="connsiteY16682"/>
                </a:cxn>
                <a:cxn ang="0">
                  <a:pos x="connsiteX16683" y="connsiteY16683"/>
                </a:cxn>
                <a:cxn ang="0">
                  <a:pos x="connsiteX16684" y="connsiteY16684"/>
                </a:cxn>
                <a:cxn ang="0">
                  <a:pos x="connsiteX16685" y="connsiteY16685"/>
                </a:cxn>
                <a:cxn ang="0">
                  <a:pos x="connsiteX16686" y="connsiteY16686"/>
                </a:cxn>
                <a:cxn ang="0">
                  <a:pos x="connsiteX16687" y="connsiteY16687"/>
                </a:cxn>
                <a:cxn ang="0">
                  <a:pos x="connsiteX16688" y="connsiteY16688"/>
                </a:cxn>
                <a:cxn ang="0">
                  <a:pos x="connsiteX16689" y="connsiteY16689"/>
                </a:cxn>
                <a:cxn ang="0">
                  <a:pos x="connsiteX16690" y="connsiteY16690"/>
                </a:cxn>
                <a:cxn ang="0">
                  <a:pos x="connsiteX16691" y="connsiteY16691"/>
                </a:cxn>
                <a:cxn ang="0">
                  <a:pos x="connsiteX16692" y="connsiteY16692"/>
                </a:cxn>
                <a:cxn ang="0">
                  <a:pos x="connsiteX16693" y="connsiteY16693"/>
                </a:cxn>
                <a:cxn ang="0">
                  <a:pos x="connsiteX16694" y="connsiteY16694"/>
                </a:cxn>
                <a:cxn ang="0">
                  <a:pos x="connsiteX16695" y="connsiteY16695"/>
                </a:cxn>
                <a:cxn ang="0">
                  <a:pos x="connsiteX16696" y="connsiteY16696"/>
                </a:cxn>
                <a:cxn ang="0">
                  <a:pos x="connsiteX16697" y="connsiteY16697"/>
                </a:cxn>
                <a:cxn ang="0">
                  <a:pos x="connsiteX16698" y="connsiteY16698"/>
                </a:cxn>
                <a:cxn ang="0">
                  <a:pos x="connsiteX16699" y="connsiteY16699"/>
                </a:cxn>
                <a:cxn ang="0">
                  <a:pos x="connsiteX16700" y="connsiteY16700"/>
                </a:cxn>
                <a:cxn ang="0">
                  <a:pos x="connsiteX16701" y="connsiteY16701"/>
                </a:cxn>
                <a:cxn ang="0">
                  <a:pos x="connsiteX16702" y="connsiteY16702"/>
                </a:cxn>
                <a:cxn ang="0">
                  <a:pos x="connsiteX16703" y="connsiteY16703"/>
                </a:cxn>
                <a:cxn ang="0">
                  <a:pos x="connsiteX16704" y="connsiteY16704"/>
                </a:cxn>
                <a:cxn ang="0">
                  <a:pos x="connsiteX16705" y="connsiteY16705"/>
                </a:cxn>
                <a:cxn ang="0">
                  <a:pos x="connsiteX16706" y="connsiteY16706"/>
                </a:cxn>
                <a:cxn ang="0">
                  <a:pos x="connsiteX16707" y="connsiteY16707"/>
                </a:cxn>
                <a:cxn ang="0">
                  <a:pos x="connsiteX16708" y="connsiteY16708"/>
                </a:cxn>
                <a:cxn ang="0">
                  <a:pos x="connsiteX16709" y="connsiteY16709"/>
                </a:cxn>
                <a:cxn ang="0">
                  <a:pos x="connsiteX16710" y="connsiteY16710"/>
                </a:cxn>
                <a:cxn ang="0">
                  <a:pos x="connsiteX16711" y="connsiteY16711"/>
                </a:cxn>
                <a:cxn ang="0">
                  <a:pos x="connsiteX16712" y="connsiteY16712"/>
                </a:cxn>
                <a:cxn ang="0">
                  <a:pos x="connsiteX16713" y="connsiteY16713"/>
                </a:cxn>
                <a:cxn ang="0">
                  <a:pos x="connsiteX16714" y="connsiteY16714"/>
                </a:cxn>
                <a:cxn ang="0">
                  <a:pos x="connsiteX16715" y="connsiteY16715"/>
                </a:cxn>
                <a:cxn ang="0">
                  <a:pos x="connsiteX16716" y="connsiteY16716"/>
                </a:cxn>
                <a:cxn ang="0">
                  <a:pos x="connsiteX16717" y="connsiteY16717"/>
                </a:cxn>
                <a:cxn ang="0">
                  <a:pos x="connsiteX16718" y="connsiteY16718"/>
                </a:cxn>
                <a:cxn ang="0">
                  <a:pos x="connsiteX16719" y="connsiteY16719"/>
                </a:cxn>
                <a:cxn ang="0">
                  <a:pos x="connsiteX16720" y="connsiteY16720"/>
                </a:cxn>
                <a:cxn ang="0">
                  <a:pos x="connsiteX16721" y="connsiteY16721"/>
                </a:cxn>
                <a:cxn ang="0">
                  <a:pos x="connsiteX16722" y="connsiteY16722"/>
                </a:cxn>
                <a:cxn ang="0">
                  <a:pos x="connsiteX16723" y="connsiteY16723"/>
                </a:cxn>
                <a:cxn ang="0">
                  <a:pos x="connsiteX16724" y="connsiteY16724"/>
                </a:cxn>
                <a:cxn ang="0">
                  <a:pos x="connsiteX16725" y="connsiteY16725"/>
                </a:cxn>
                <a:cxn ang="0">
                  <a:pos x="connsiteX16726" y="connsiteY16726"/>
                </a:cxn>
                <a:cxn ang="0">
                  <a:pos x="connsiteX16727" y="connsiteY16727"/>
                </a:cxn>
                <a:cxn ang="0">
                  <a:pos x="connsiteX16728" y="connsiteY16728"/>
                </a:cxn>
                <a:cxn ang="0">
                  <a:pos x="connsiteX16729" y="connsiteY16729"/>
                </a:cxn>
                <a:cxn ang="0">
                  <a:pos x="connsiteX16730" y="connsiteY16730"/>
                </a:cxn>
                <a:cxn ang="0">
                  <a:pos x="connsiteX16731" y="connsiteY16731"/>
                </a:cxn>
                <a:cxn ang="0">
                  <a:pos x="connsiteX16732" y="connsiteY16732"/>
                </a:cxn>
                <a:cxn ang="0">
                  <a:pos x="connsiteX16733" y="connsiteY16733"/>
                </a:cxn>
                <a:cxn ang="0">
                  <a:pos x="connsiteX16734" y="connsiteY16734"/>
                </a:cxn>
                <a:cxn ang="0">
                  <a:pos x="connsiteX16735" y="connsiteY16735"/>
                </a:cxn>
                <a:cxn ang="0">
                  <a:pos x="connsiteX16736" y="connsiteY16736"/>
                </a:cxn>
                <a:cxn ang="0">
                  <a:pos x="connsiteX16737" y="connsiteY16737"/>
                </a:cxn>
                <a:cxn ang="0">
                  <a:pos x="connsiteX16738" y="connsiteY16738"/>
                </a:cxn>
                <a:cxn ang="0">
                  <a:pos x="connsiteX16739" y="connsiteY16739"/>
                </a:cxn>
                <a:cxn ang="0">
                  <a:pos x="connsiteX16740" y="connsiteY16740"/>
                </a:cxn>
                <a:cxn ang="0">
                  <a:pos x="connsiteX16741" y="connsiteY16741"/>
                </a:cxn>
                <a:cxn ang="0">
                  <a:pos x="connsiteX16742" y="connsiteY16742"/>
                </a:cxn>
                <a:cxn ang="0">
                  <a:pos x="connsiteX16743" y="connsiteY16743"/>
                </a:cxn>
                <a:cxn ang="0">
                  <a:pos x="connsiteX16744" y="connsiteY16744"/>
                </a:cxn>
                <a:cxn ang="0">
                  <a:pos x="connsiteX16745" y="connsiteY16745"/>
                </a:cxn>
                <a:cxn ang="0">
                  <a:pos x="connsiteX16746" y="connsiteY16746"/>
                </a:cxn>
                <a:cxn ang="0">
                  <a:pos x="connsiteX16747" y="connsiteY16747"/>
                </a:cxn>
                <a:cxn ang="0">
                  <a:pos x="connsiteX16748" y="connsiteY16748"/>
                </a:cxn>
                <a:cxn ang="0">
                  <a:pos x="connsiteX16749" y="connsiteY16749"/>
                </a:cxn>
                <a:cxn ang="0">
                  <a:pos x="connsiteX16750" y="connsiteY16750"/>
                </a:cxn>
                <a:cxn ang="0">
                  <a:pos x="connsiteX16751" y="connsiteY16751"/>
                </a:cxn>
                <a:cxn ang="0">
                  <a:pos x="connsiteX16752" y="connsiteY16752"/>
                </a:cxn>
                <a:cxn ang="0">
                  <a:pos x="connsiteX16753" y="connsiteY16753"/>
                </a:cxn>
                <a:cxn ang="0">
                  <a:pos x="connsiteX16754" y="connsiteY16754"/>
                </a:cxn>
                <a:cxn ang="0">
                  <a:pos x="connsiteX16755" y="connsiteY16755"/>
                </a:cxn>
                <a:cxn ang="0">
                  <a:pos x="connsiteX16756" y="connsiteY16756"/>
                </a:cxn>
                <a:cxn ang="0">
                  <a:pos x="connsiteX16757" y="connsiteY16757"/>
                </a:cxn>
                <a:cxn ang="0">
                  <a:pos x="connsiteX16758" y="connsiteY16758"/>
                </a:cxn>
                <a:cxn ang="0">
                  <a:pos x="connsiteX16759" y="connsiteY16759"/>
                </a:cxn>
                <a:cxn ang="0">
                  <a:pos x="connsiteX16760" y="connsiteY16760"/>
                </a:cxn>
                <a:cxn ang="0">
                  <a:pos x="connsiteX16761" y="connsiteY16761"/>
                </a:cxn>
                <a:cxn ang="0">
                  <a:pos x="connsiteX16762" y="connsiteY16762"/>
                </a:cxn>
                <a:cxn ang="0">
                  <a:pos x="connsiteX16763" y="connsiteY16763"/>
                </a:cxn>
                <a:cxn ang="0">
                  <a:pos x="connsiteX16764" y="connsiteY16764"/>
                </a:cxn>
                <a:cxn ang="0">
                  <a:pos x="connsiteX16765" y="connsiteY16765"/>
                </a:cxn>
                <a:cxn ang="0">
                  <a:pos x="connsiteX16766" y="connsiteY16766"/>
                </a:cxn>
                <a:cxn ang="0">
                  <a:pos x="connsiteX16767" y="connsiteY16767"/>
                </a:cxn>
                <a:cxn ang="0">
                  <a:pos x="connsiteX16768" y="connsiteY16768"/>
                </a:cxn>
                <a:cxn ang="0">
                  <a:pos x="connsiteX16769" y="connsiteY16769"/>
                </a:cxn>
                <a:cxn ang="0">
                  <a:pos x="connsiteX16770" y="connsiteY16770"/>
                </a:cxn>
                <a:cxn ang="0">
                  <a:pos x="connsiteX16771" y="connsiteY16771"/>
                </a:cxn>
                <a:cxn ang="0">
                  <a:pos x="connsiteX16772" y="connsiteY16772"/>
                </a:cxn>
                <a:cxn ang="0">
                  <a:pos x="connsiteX16773" y="connsiteY16773"/>
                </a:cxn>
                <a:cxn ang="0">
                  <a:pos x="connsiteX16774" y="connsiteY16774"/>
                </a:cxn>
                <a:cxn ang="0">
                  <a:pos x="connsiteX16775" y="connsiteY16775"/>
                </a:cxn>
                <a:cxn ang="0">
                  <a:pos x="connsiteX16776" y="connsiteY16776"/>
                </a:cxn>
                <a:cxn ang="0">
                  <a:pos x="connsiteX16777" y="connsiteY16777"/>
                </a:cxn>
                <a:cxn ang="0">
                  <a:pos x="connsiteX16778" y="connsiteY16778"/>
                </a:cxn>
                <a:cxn ang="0">
                  <a:pos x="connsiteX16779" y="connsiteY16779"/>
                </a:cxn>
                <a:cxn ang="0">
                  <a:pos x="connsiteX16780" y="connsiteY16780"/>
                </a:cxn>
                <a:cxn ang="0">
                  <a:pos x="connsiteX16781" y="connsiteY16781"/>
                </a:cxn>
                <a:cxn ang="0">
                  <a:pos x="connsiteX16782" y="connsiteY16782"/>
                </a:cxn>
                <a:cxn ang="0">
                  <a:pos x="connsiteX16783" y="connsiteY16783"/>
                </a:cxn>
                <a:cxn ang="0">
                  <a:pos x="connsiteX16784" y="connsiteY16784"/>
                </a:cxn>
                <a:cxn ang="0">
                  <a:pos x="connsiteX16785" y="connsiteY16785"/>
                </a:cxn>
                <a:cxn ang="0">
                  <a:pos x="connsiteX16786" y="connsiteY16786"/>
                </a:cxn>
                <a:cxn ang="0">
                  <a:pos x="connsiteX16787" y="connsiteY16787"/>
                </a:cxn>
                <a:cxn ang="0">
                  <a:pos x="connsiteX16788" y="connsiteY16788"/>
                </a:cxn>
                <a:cxn ang="0">
                  <a:pos x="connsiteX16789" y="connsiteY16789"/>
                </a:cxn>
                <a:cxn ang="0">
                  <a:pos x="connsiteX16790" y="connsiteY16790"/>
                </a:cxn>
                <a:cxn ang="0">
                  <a:pos x="connsiteX16791" y="connsiteY16791"/>
                </a:cxn>
                <a:cxn ang="0">
                  <a:pos x="connsiteX16792" y="connsiteY16792"/>
                </a:cxn>
                <a:cxn ang="0">
                  <a:pos x="connsiteX16793" y="connsiteY16793"/>
                </a:cxn>
                <a:cxn ang="0">
                  <a:pos x="connsiteX16794" y="connsiteY16794"/>
                </a:cxn>
                <a:cxn ang="0">
                  <a:pos x="connsiteX16795" y="connsiteY16795"/>
                </a:cxn>
                <a:cxn ang="0">
                  <a:pos x="connsiteX16796" y="connsiteY16796"/>
                </a:cxn>
                <a:cxn ang="0">
                  <a:pos x="connsiteX16797" y="connsiteY16797"/>
                </a:cxn>
                <a:cxn ang="0">
                  <a:pos x="connsiteX16798" y="connsiteY16798"/>
                </a:cxn>
                <a:cxn ang="0">
                  <a:pos x="connsiteX16799" y="connsiteY16799"/>
                </a:cxn>
                <a:cxn ang="0">
                  <a:pos x="connsiteX16800" y="connsiteY16800"/>
                </a:cxn>
                <a:cxn ang="0">
                  <a:pos x="connsiteX16801" y="connsiteY16801"/>
                </a:cxn>
                <a:cxn ang="0">
                  <a:pos x="connsiteX16802" y="connsiteY16802"/>
                </a:cxn>
                <a:cxn ang="0">
                  <a:pos x="connsiteX16803" y="connsiteY16803"/>
                </a:cxn>
                <a:cxn ang="0">
                  <a:pos x="connsiteX16804" y="connsiteY16804"/>
                </a:cxn>
                <a:cxn ang="0">
                  <a:pos x="connsiteX16805" y="connsiteY16805"/>
                </a:cxn>
                <a:cxn ang="0">
                  <a:pos x="connsiteX16806" y="connsiteY16806"/>
                </a:cxn>
                <a:cxn ang="0">
                  <a:pos x="connsiteX16807" y="connsiteY16807"/>
                </a:cxn>
                <a:cxn ang="0">
                  <a:pos x="connsiteX16808" y="connsiteY16808"/>
                </a:cxn>
                <a:cxn ang="0">
                  <a:pos x="connsiteX16809" y="connsiteY16809"/>
                </a:cxn>
                <a:cxn ang="0">
                  <a:pos x="connsiteX16810" y="connsiteY16810"/>
                </a:cxn>
                <a:cxn ang="0">
                  <a:pos x="connsiteX16811" y="connsiteY16811"/>
                </a:cxn>
                <a:cxn ang="0">
                  <a:pos x="connsiteX16812" y="connsiteY16812"/>
                </a:cxn>
                <a:cxn ang="0">
                  <a:pos x="connsiteX16813" y="connsiteY16813"/>
                </a:cxn>
                <a:cxn ang="0">
                  <a:pos x="connsiteX16814" y="connsiteY16814"/>
                </a:cxn>
                <a:cxn ang="0">
                  <a:pos x="connsiteX16815" y="connsiteY16815"/>
                </a:cxn>
                <a:cxn ang="0">
                  <a:pos x="connsiteX16816" y="connsiteY16816"/>
                </a:cxn>
                <a:cxn ang="0">
                  <a:pos x="connsiteX16817" y="connsiteY16817"/>
                </a:cxn>
                <a:cxn ang="0">
                  <a:pos x="connsiteX16818" y="connsiteY16818"/>
                </a:cxn>
                <a:cxn ang="0">
                  <a:pos x="connsiteX16819" y="connsiteY16819"/>
                </a:cxn>
                <a:cxn ang="0">
                  <a:pos x="connsiteX16820" y="connsiteY16820"/>
                </a:cxn>
                <a:cxn ang="0">
                  <a:pos x="connsiteX16821" y="connsiteY16821"/>
                </a:cxn>
                <a:cxn ang="0">
                  <a:pos x="connsiteX16822" y="connsiteY16822"/>
                </a:cxn>
                <a:cxn ang="0">
                  <a:pos x="connsiteX16823" y="connsiteY16823"/>
                </a:cxn>
                <a:cxn ang="0">
                  <a:pos x="connsiteX16824" y="connsiteY16824"/>
                </a:cxn>
                <a:cxn ang="0">
                  <a:pos x="connsiteX16825" y="connsiteY16825"/>
                </a:cxn>
                <a:cxn ang="0">
                  <a:pos x="connsiteX16826" y="connsiteY16826"/>
                </a:cxn>
                <a:cxn ang="0">
                  <a:pos x="connsiteX16827" y="connsiteY16827"/>
                </a:cxn>
                <a:cxn ang="0">
                  <a:pos x="connsiteX16828" y="connsiteY16828"/>
                </a:cxn>
                <a:cxn ang="0">
                  <a:pos x="connsiteX16829" y="connsiteY16829"/>
                </a:cxn>
                <a:cxn ang="0">
                  <a:pos x="connsiteX16830" y="connsiteY16830"/>
                </a:cxn>
                <a:cxn ang="0">
                  <a:pos x="connsiteX16831" y="connsiteY16831"/>
                </a:cxn>
                <a:cxn ang="0">
                  <a:pos x="connsiteX16832" y="connsiteY16832"/>
                </a:cxn>
                <a:cxn ang="0">
                  <a:pos x="connsiteX16833" y="connsiteY16833"/>
                </a:cxn>
                <a:cxn ang="0">
                  <a:pos x="connsiteX16834" y="connsiteY16834"/>
                </a:cxn>
                <a:cxn ang="0">
                  <a:pos x="connsiteX16835" y="connsiteY16835"/>
                </a:cxn>
                <a:cxn ang="0">
                  <a:pos x="connsiteX16836" y="connsiteY16836"/>
                </a:cxn>
                <a:cxn ang="0">
                  <a:pos x="connsiteX16837" y="connsiteY16837"/>
                </a:cxn>
                <a:cxn ang="0">
                  <a:pos x="connsiteX16838" y="connsiteY16838"/>
                </a:cxn>
                <a:cxn ang="0">
                  <a:pos x="connsiteX16839" y="connsiteY16839"/>
                </a:cxn>
                <a:cxn ang="0">
                  <a:pos x="connsiteX16840" y="connsiteY16840"/>
                </a:cxn>
                <a:cxn ang="0">
                  <a:pos x="connsiteX16841" y="connsiteY16841"/>
                </a:cxn>
                <a:cxn ang="0">
                  <a:pos x="connsiteX16842" y="connsiteY16842"/>
                </a:cxn>
                <a:cxn ang="0">
                  <a:pos x="connsiteX16843" y="connsiteY16843"/>
                </a:cxn>
                <a:cxn ang="0">
                  <a:pos x="connsiteX16844" y="connsiteY16844"/>
                </a:cxn>
                <a:cxn ang="0">
                  <a:pos x="connsiteX16845" y="connsiteY16845"/>
                </a:cxn>
                <a:cxn ang="0">
                  <a:pos x="connsiteX16846" y="connsiteY16846"/>
                </a:cxn>
                <a:cxn ang="0">
                  <a:pos x="connsiteX16847" y="connsiteY16847"/>
                </a:cxn>
                <a:cxn ang="0">
                  <a:pos x="connsiteX16848" y="connsiteY16848"/>
                </a:cxn>
                <a:cxn ang="0">
                  <a:pos x="connsiteX16849" y="connsiteY16849"/>
                </a:cxn>
                <a:cxn ang="0">
                  <a:pos x="connsiteX16850" y="connsiteY16850"/>
                </a:cxn>
                <a:cxn ang="0">
                  <a:pos x="connsiteX16851" y="connsiteY16851"/>
                </a:cxn>
                <a:cxn ang="0">
                  <a:pos x="connsiteX16852" y="connsiteY16852"/>
                </a:cxn>
                <a:cxn ang="0">
                  <a:pos x="connsiteX16853" y="connsiteY16853"/>
                </a:cxn>
                <a:cxn ang="0">
                  <a:pos x="connsiteX16854" y="connsiteY16854"/>
                </a:cxn>
                <a:cxn ang="0">
                  <a:pos x="connsiteX16855" y="connsiteY16855"/>
                </a:cxn>
                <a:cxn ang="0">
                  <a:pos x="connsiteX16856" y="connsiteY16856"/>
                </a:cxn>
                <a:cxn ang="0">
                  <a:pos x="connsiteX16857" y="connsiteY16857"/>
                </a:cxn>
                <a:cxn ang="0">
                  <a:pos x="connsiteX16858" y="connsiteY16858"/>
                </a:cxn>
                <a:cxn ang="0">
                  <a:pos x="connsiteX16859" y="connsiteY16859"/>
                </a:cxn>
                <a:cxn ang="0">
                  <a:pos x="connsiteX16860" y="connsiteY16860"/>
                </a:cxn>
                <a:cxn ang="0">
                  <a:pos x="connsiteX16861" y="connsiteY16861"/>
                </a:cxn>
                <a:cxn ang="0">
                  <a:pos x="connsiteX16862" y="connsiteY16862"/>
                </a:cxn>
                <a:cxn ang="0">
                  <a:pos x="connsiteX16863" y="connsiteY16863"/>
                </a:cxn>
                <a:cxn ang="0">
                  <a:pos x="connsiteX16864" y="connsiteY16864"/>
                </a:cxn>
                <a:cxn ang="0">
                  <a:pos x="connsiteX16865" y="connsiteY16865"/>
                </a:cxn>
                <a:cxn ang="0">
                  <a:pos x="connsiteX16866" y="connsiteY16866"/>
                </a:cxn>
                <a:cxn ang="0">
                  <a:pos x="connsiteX16867" y="connsiteY16867"/>
                </a:cxn>
                <a:cxn ang="0">
                  <a:pos x="connsiteX16868" y="connsiteY16868"/>
                </a:cxn>
                <a:cxn ang="0">
                  <a:pos x="connsiteX16869" y="connsiteY16869"/>
                </a:cxn>
                <a:cxn ang="0">
                  <a:pos x="connsiteX16870" y="connsiteY16870"/>
                </a:cxn>
                <a:cxn ang="0">
                  <a:pos x="connsiteX16871" y="connsiteY16871"/>
                </a:cxn>
                <a:cxn ang="0">
                  <a:pos x="connsiteX16872" y="connsiteY16872"/>
                </a:cxn>
                <a:cxn ang="0">
                  <a:pos x="connsiteX16873" y="connsiteY16873"/>
                </a:cxn>
                <a:cxn ang="0">
                  <a:pos x="connsiteX16874" y="connsiteY16874"/>
                </a:cxn>
                <a:cxn ang="0">
                  <a:pos x="connsiteX16875" y="connsiteY16875"/>
                </a:cxn>
                <a:cxn ang="0">
                  <a:pos x="connsiteX16876" y="connsiteY16876"/>
                </a:cxn>
                <a:cxn ang="0">
                  <a:pos x="connsiteX16877" y="connsiteY16877"/>
                </a:cxn>
                <a:cxn ang="0">
                  <a:pos x="connsiteX16878" y="connsiteY16878"/>
                </a:cxn>
                <a:cxn ang="0">
                  <a:pos x="connsiteX16879" y="connsiteY16879"/>
                </a:cxn>
                <a:cxn ang="0">
                  <a:pos x="connsiteX16880" y="connsiteY16880"/>
                </a:cxn>
                <a:cxn ang="0">
                  <a:pos x="connsiteX16881" y="connsiteY16881"/>
                </a:cxn>
                <a:cxn ang="0">
                  <a:pos x="connsiteX16882" y="connsiteY16882"/>
                </a:cxn>
                <a:cxn ang="0">
                  <a:pos x="connsiteX16883" y="connsiteY16883"/>
                </a:cxn>
                <a:cxn ang="0">
                  <a:pos x="connsiteX16884" y="connsiteY16884"/>
                </a:cxn>
                <a:cxn ang="0">
                  <a:pos x="connsiteX16885" y="connsiteY16885"/>
                </a:cxn>
                <a:cxn ang="0">
                  <a:pos x="connsiteX16886" y="connsiteY16886"/>
                </a:cxn>
                <a:cxn ang="0">
                  <a:pos x="connsiteX16887" y="connsiteY16887"/>
                </a:cxn>
                <a:cxn ang="0">
                  <a:pos x="connsiteX16888" y="connsiteY16888"/>
                </a:cxn>
                <a:cxn ang="0">
                  <a:pos x="connsiteX16889" y="connsiteY16889"/>
                </a:cxn>
                <a:cxn ang="0">
                  <a:pos x="connsiteX16890" y="connsiteY16890"/>
                </a:cxn>
                <a:cxn ang="0">
                  <a:pos x="connsiteX16891" y="connsiteY16891"/>
                </a:cxn>
                <a:cxn ang="0">
                  <a:pos x="connsiteX16892" y="connsiteY16892"/>
                </a:cxn>
                <a:cxn ang="0">
                  <a:pos x="connsiteX16893" y="connsiteY16893"/>
                </a:cxn>
                <a:cxn ang="0">
                  <a:pos x="connsiteX16894" y="connsiteY16894"/>
                </a:cxn>
                <a:cxn ang="0">
                  <a:pos x="connsiteX16895" y="connsiteY16895"/>
                </a:cxn>
                <a:cxn ang="0">
                  <a:pos x="connsiteX16896" y="connsiteY16896"/>
                </a:cxn>
                <a:cxn ang="0">
                  <a:pos x="connsiteX16897" y="connsiteY16897"/>
                </a:cxn>
                <a:cxn ang="0">
                  <a:pos x="connsiteX16898" y="connsiteY16898"/>
                </a:cxn>
                <a:cxn ang="0">
                  <a:pos x="connsiteX16899" y="connsiteY16899"/>
                </a:cxn>
                <a:cxn ang="0">
                  <a:pos x="connsiteX16900" y="connsiteY16900"/>
                </a:cxn>
                <a:cxn ang="0">
                  <a:pos x="connsiteX16901" y="connsiteY16901"/>
                </a:cxn>
                <a:cxn ang="0">
                  <a:pos x="connsiteX16902" y="connsiteY16902"/>
                </a:cxn>
                <a:cxn ang="0">
                  <a:pos x="connsiteX16903" y="connsiteY16903"/>
                </a:cxn>
                <a:cxn ang="0">
                  <a:pos x="connsiteX16904" y="connsiteY16904"/>
                </a:cxn>
                <a:cxn ang="0">
                  <a:pos x="connsiteX16905" y="connsiteY16905"/>
                </a:cxn>
                <a:cxn ang="0">
                  <a:pos x="connsiteX16906" y="connsiteY16906"/>
                </a:cxn>
                <a:cxn ang="0">
                  <a:pos x="connsiteX16907" y="connsiteY16907"/>
                </a:cxn>
                <a:cxn ang="0">
                  <a:pos x="connsiteX16908" y="connsiteY16908"/>
                </a:cxn>
                <a:cxn ang="0">
                  <a:pos x="connsiteX16909" y="connsiteY16909"/>
                </a:cxn>
                <a:cxn ang="0">
                  <a:pos x="connsiteX16910" y="connsiteY16910"/>
                </a:cxn>
                <a:cxn ang="0">
                  <a:pos x="connsiteX16911" y="connsiteY16911"/>
                </a:cxn>
                <a:cxn ang="0">
                  <a:pos x="connsiteX16912" y="connsiteY16912"/>
                </a:cxn>
                <a:cxn ang="0">
                  <a:pos x="connsiteX16913" y="connsiteY16913"/>
                </a:cxn>
                <a:cxn ang="0">
                  <a:pos x="connsiteX16914" y="connsiteY16914"/>
                </a:cxn>
                <a:cxn ang="0">
                  <a:pos x="connsiteX16915" y="connsiteY16915"/>
                </a:cxn>
                <a:cxn ang="0">
                  <a:pos x="connsiteX16916" y="connsiteY16916"/>
                </a:cxn>
                <a:cxn ang="0">
                  <a:pos x="connsiteX16917" y="connsiteY16917"/>
                </a:cxn>
                <a:cxn ang="0">
                  <a:pos x="connsiteX16918" y="connsiteY16918"/>
                </a:cxn>
                <a:cxn ang="0">
                  <a:pos x="connsiteX16919" y="connsiteY16919"/>
                </a:cxn>
                <a:cxn ang="0">
                  <a:pos x="connsiteX16920" y="connsiteY16920"/>
                </a:cxn>
                <a:cxn ang="0">
                  <a:pos x="connsiteX16921" y="connsiteY16921"/>
                </a:cxn>
                <a:cxn ang="0">
                  <a:pos x="connsiteX16922" y="connsiteY16922"/>
                </a:cxn>
                <a:cxn ang="0">
                  <a:pos x="connsiteX16923" y="connsiteY16923"/>
                </a:cxn>
                <a:cxn ang="0">
                  <a:pos x="connsiteX16924" y="connsiteY16924"/>
                </a:cxn>
                <a:cxn ang="0">
                  <a:pos x="connsiteX16925" y="connsiteY16925"/>
                </a:cxn>
                <a:cxn ang="0">
                  <a:pos x="connsiteX16926" y="connsiteY16926"/>
                </a:cxn>
                <a:cxn ang="0">
                  <a:pos x="connsiteX16927" y="connsiteY16927"/>
                </a:cxn>
                <a:cxn ang="0">
                  <a:pos x="connsiteX16928" y="connsiteY16928"/>
                </a:cxn>
                <a:cxn ang="0">
                  <a:pos x="connsiteX16929" y="connsiteY16929"/>
                </a:cxn>
                <a:cxn ang="0">
                  <a:pos x="connsiteX16930" y="connsiteY16930"/>
                </a:cxn>
                <a:cxn ang="0">
                  <a:pos x="connsiteX16931" y="connsiteY16931"/>
                </a:cxn>
                <a:cxn ang="0">
                  <a:pos x="connsiteX16932" y="connsiteY16932"/>
                </a:cxn>
                <a:cxn ang="0">
                  <a:pos x="connsiteX16933" y="connsiteY16933"/>
                </a:cxn>
                <a:cxn ang="0">
                  <a:pos x="connsiteX16934" y="connsiteY16934"/>
                </a:cxn>
                <a:cxn ang="0">
                  <a:pos x="connsiteX16935" y="connsiteY16935"/>
                </a:cxn>
                <a:cxn ang="0">
                  <a:pos x="connsiteX16936" y="connsiteY16936"/>
                </a:cxn>
                <a:cxn ang="0">
                  <a:pos x="connsiteX16937" y="connsiteY16937"/>
                </a:cxn>
                <a:cxn ang="0">
                  <a:pos x="connsiteX16938" y="connsiteY16938"/>
                </a:cxn>
                <a:cxn ang="0">
                  <a:pos x="connsiteX16939" y="connsiteY16939"/>
                </a:cxn>
                <a:cxn ang="0">
                  <a:pos x="connsiteX16940" y="connsiteY16940"/>
                </a:cxn>
                <a:cxn ang="0">
                  <a:pos x="connsiteX16941" y="connsiteY16941"/>
                </a:cxn>
                <a:cxn ang="0">
                  <a:pos x="connsiteX16942" y="connsiteY16942"/>
                </a:cxn>
                <a:cxn ang="0">
                  <a:pos x="connsiteX16943" y="connsiteY16943"/>
                </a:cxn>
                <a:cxn ang="0">
                  <a:pos x="connsiteX16944" y="connsiteY16944"/>
                </a:cxn>
                <a:cxn ang="0">
                  <a:pos x="connsiteX16945" y="connsiteY16945"/>
                </a:cxn>
                <a:cxn ang="0">
                  <a:pos x="connsiteX16946" y="connsiteY16946"/>
                </a:cxn>
                <a:cxn ang="0">
                  <a:pos x="connsiteX16947" y="connsiteY16947"/>
                </a:cxn>
                <a:cxn ang="0">
                  <a:pos x="connsiteX16948" y="connsiteY16948"/>
                </a:cxn>
                <a:cxn ang="0">
                  <a:pos x="connsiteX16949" y="connsiteY16949"/>
                </a:cxn>
                <a:cxn ang="0">
                  <a:pos x="connsiteX16950" y="connsiteY16950"/>
                </a:cxn>
                <a:cxn ang="0">
                  <a:pos x="connsiteX16951" y="connsiteY16951"/>
                </a:cxn>
                <a:cxn ang="0">
                  <a:pos x="connsiteX16952" y="connsiteY16952"/>
                </a:cxn>
                <a:cxn ang="0">
                  <a:pos x="connsiteX16953" y="connsiteY16953"/>
                </a:cxn>
                <a:cxn ang="0">
                  <a:pos x="connsiteX16954" y="connsiteY16954"/>
                </a:cxn>
                <a:cxn ang="0">
                  <a:pos x="connsiteX16955" y="connsiteY16955"/>
                </a:cxn>
                <a:cxn ang="0">
                  <a:pos x="connsiteX16956" y="connsiteY16956"/>
                </a:cxn>
                <a:cxn ang="0">
                  <a:pos x="connsiteX16957" y="connsiteY16957"/>
                </a:cxn>
                <a:cxn ang="0">
                  <a:pos x="connsiteX16958" y="connsiteY16958"/>
                </a:cxn>
                <a:cxn ang="0">
                  <a:pos x="connsiteX16959" y="connsiteY16959"/>
                </a:cxn>
                <a:cxn ang="0">
                  <a:pos x="connsiteX16960" y="connsiteY16960"/>
                </a:cxn>
                <a:cxn ang="0">
                  <a:pos x="connsiteX16961" y="connsiteY16961"/>
                </a:cxn>
                <a:cxn ang="0">
                  <a:pos x="connsiteX16962" y="connsiteY16962"/>
                </a:cxn>
                <a:cxn ang="0">
                  <a:pos x="connsiteX16963" y="connsiteY16963"/>
                </a:cxn>
                <a:cxn ang="0">
                  <a:pos x="connsiteX16964" y="connsiteY16964"/>
                </a:cxn>
                <a:cxn ang="0">
                  <a:pos x="connsiteX16965" y="connsiteY16965"/>
                </a:cxn>
                <a:cxn ang="0">
                  <a:pos x="connsiteX16966" y="connsiteY16966"/>
                </a:cxn>
                <a:cxn ang="0">
                  <a:pos x="connsiteX16967" y="connsiteY16967"/>
                </a:cxn>
                <a:cxn ang="0">
                  <a:pos x="connsiteX16968" y="connsiteY16968"/>
                </a:cxn>
                <a:cxn ang="0">
                  <a:pos x="connsiteX16969" y="connsiteY16969"/>
                </a:cxn>
                <a:cxn ang="0">
                  <a:pos x="connsiteX16970" y="connsiteY16970"/>
                </a:cxn>
                <a:cxn ang="0">
                  <a:pos x="connsiteX16971" y="connsiteY16971"/>
                </a:cxn>
                <a:cxn ang="0">
                  <a:pos x="connsiteX16972" y="connsiteY16972"/>
                </a:cxn>
                <a:cxn ang="0">
                  <a:pos x="connsiteX16973" y="connsiteY16973"/>
                </a:cxn>
                <a:cxn ang="0">
                  <a:pos x="connsiteX16974" y="connsiteY16974"/>
                </a:cxn>
                <a:cxn ang="0">
                  <a:pos x="connsiteX16975" y="connsiteY16975"/>
                </a:cxn>
                <a:cxn ang="0">
                  <a:pos x="connsiteX16976" y="connsiteY16976"/>
                </a:cxn>
                <a:cxn ang="0">
                  <a:pos x="connsiteX16977" y="connsiteY16977"/>
                </a:cxn>
                <a:cxn ang="0">
                  <a:pos x="connsiteX16978" y="connsiteY16978"/>
                </a:cxn>
                <a:cxn ang="0">
                  <a:pos x="connsiteX16979" y="connsiteY16979"/>
                </a:cxn>
                <a:cxn ang="0">
                  <a:pos x="connsiteX16980" y="connsiteY16980"/>
                </a:cxn>
                <a:cxn ang="0">
                  <a:pos x="connsiteX16981" y="connsiteY16981"/>
                </a:cxn>
                <a:cxn ang="0">
                  <a:pos x="connsiteX16982" y="connsiteY16982"/>
                </a:cxn>
                <a:cxn ang="0">
                  <a:pos x="connsiteX16983" y="connsiteY16983"/>
                </a:cxn>
                <a:cxn ang="0">
                  <a:pos x="connsiteX16984" y="connsiteY16984"/>
                </a:cxn>
                <a:cxn ang="0">
                  <a:pos x="connsiteX16985" y="connsiteY16985"/>
                </a:cxn>
                <a:cxn ang="0">
                  <a:pos x="connsiteX16986" y="connsiteY16986"/>
                </a:cxn>
                <a:cxn ang="0">
                  <a:pos x="connsiteX16987" y="connsiteY16987"/>
                </a:cxn>
                <a:cxn ang="0">
                  <a:pos x="connsiteX16988" y="connsiteY16988"/>
                </a:cxn>
                <a:cxn ang="0">
                  <a:pos x="connsiteX16989" y="connsiteY16989"/>
                </a:cxn>
                <a:cxn ang="0">
                  <a:pos x="connsiteX16990" y="connsiteY16990"/>
                </a:cxn>
                <a:cxn ang="0">
                  <a:pos x="connsiteX16991" y="connsiteY16991"/>
                </a:cxn>
                <a:cxn ang="0">
                  <a:pos x="connsiteX16992" y="connsiteY16992"/>
                </a:cxn>
                <a:cxn ang="0">
                  <a:pos x="connsiteX16993" y="connsiteY16993"/>
                </a:cxn>
                <a:cxn ang="0">
                  <a:pos x="connsiteX16994" y="connsiteY16994"/>
                </a:cxn>
                <a:cxn ang="0">
                  <a:pos x="connsiteX16995" y="connsiteY16995"/>
                </a:cxn>
                <a:cxn ang="0">
                  <a:pos x="connsiteX16996" y="connsiteY16996"/>
                </a:cxn>
                <a:cxn ang="0">
                  <a:pos x="connsiteX16997" y="connsiteY16997"/>
                </a:cxn>
                <a:cxn ang="0">
                  <a:pos x="connsiteX16998" y="connsiteY16998"/>
                </a:cxn>
                <a:cxn ang="0">
                  <a:pos x="connsiteX16999" y="connsiteY16999"/>
                </a:cxn>
                <a:cxn ang="0">
                  <a:pos x="connsiteX17000" y="connsiteY17000"/>
                </a:cxn>
                <a:cxn ang="0">
                  <a:pos x="connsiteX17001" y="connsiteY17001"/>
                </a:cxn>
                <a:cxn ang="0">
                  <a:pos x="connsiteX17002" y="connsiteY17002"/>
                </a:cxn>
                <a:cxn ang="0">
                  <a:pos x="connsiteX17003" y="connsiteY17003"/>
                </a:cxn>
                <a:cxn ang="0">
                  <a:pos x="connsiteX17004" y="connsiteY17004"/>
                </a:cxn>
                <a:cxn ang="0">
                  <a:pos x="connsiteX17005" y="connsiteY17005"/>
                </a:cxn>
                <a:cxn ang="0">
                  <a:pos x="connsiteX17006" y="connsiteY17006"/>
                </a:cxn>
                <a:cxn ang="0">
                  <a:pos x="connsiteX17007" y="connsiteY17007"/>
                </a:cxn>
                <a:cxn ang="0">
                  <a:pos x="connsiteX17008" y="connsiteY17008"/>
                </a:cxn>
                <a:cxn ang="0">
                  <a:pos x="connsiteX17009" y="connsiteY17009"/>
                </a:cxn>
                <a:cxn ang="0">
                  <a:pos x="connsiteX17010" y="connsiteY17010"/>
                </a:cxn>
                <a:cxn ang="0">
                  <a:pos x="connsiteX17011" y="connsiteY17011"/>
                </a:cxn>
                <a:cxn ang="0">
                  <a:pos x="connsiteX17012" y="connsiteY17012"/>
                </a:cxn>
                <a:cxn ang="0">
                  <a:pos x="connsiteX17013" y="connsiteY17013"/>
                </a:cxn>
                <a:cxn ang="0">
                  <a:pos x="connsiteX17014" y="connsiteY17014"/>
                </a:cxn>
                <a:cxn ang="0">
                  <a:pos x="connsiteX17015" y="connsiteY17015"/>
                </a:cxn>
                <a:cxn ang="0">
                  <a:pos x="connsiteX17016" y="connsiteY17016"/>
                </a:cxn>
                <a:cxn ang="0">
                  <a:pos x="connsiteX17017" y="connsiteY17017"/>
                </a:cxn>
                <a:cxn ang="0">
                  <a:pos x="connsiteX17018" y="connsiteY17018"/>
                </a:cxn>
                <a:cxn ang="0">
                  <a:pos x="connsiteX17019" y="connsiteY17019"/>
                </a:cxn>
                <a:cxn ang="0">
                  <a:pos x="connsiteX17020" y="connsiteY17020"/>
                </a:cxn>
                <a:cxn ang="0">
                  <a:pos x="connsiteX17021" y="connsiteY17021"/>
                </a:cxn>
                <a:cxn ang="0">
                  <a:pos x="connsiteX17022" y="connsiteY17022"/>
                </a:cxn>
                <a:cxn ang="0">
                  <a:pos x="connsiteX17023" y="connsiteY17023"/>
                </a:cxn>
                <a:cxn ang="0">
                  <a:pos x="connsiteX17024" y="connsiteY17024"/>
                </a:cxn>
                <a:cxn ang="0">
                  <a:pos x="connsiteX17025" y="connsiteY17025"/>
                </a:cxn>
                <a:cxn ang="0">
                  <a:pos x="connsiteX17026" y="connsiteY17026"/>
                </a:cxn>
                <a:cxn ang="0">
                  <a:pos x="connsiteX17027" y="connsiteY17027"/>
                </a:cxn>
                <a:cxn ang="0">
                  <a:pos x="connsiteX17028" y="connsiteY17028"/>
                </a:cxn>
                <a:cxn ang="0">
                  <a:pos x="connsiteX17029" y="connsiteY17029"/>
                </a:cxn>
                <a:cxn ang="0">
                  <a:pos x="connsiteX17030" y="connsiteY17030"/>
                </a:cxn>
                <a:cxn ang="0">
                  <a:pos x="connsiteX17031" y="connsiteY17031"/>
                </a:cxn>
                <a:cxn ang="0">
                  <a:pos x="connsiteX17032" y="connsiteY17032"/>
                </a:cxn>
                <a:cxn ang="0">
                  <a:pos x="connsiteX17033" y="connsiteY17033"/>
                </a:cxn>
                <a:cxn ang="0">
                  <a:pos x="connsiteX17034" y="connsiteY17034"/>
                </a:cxn>
                <a:cxn ang="0">
                  <a:pos x="connsiteX17035" y="connsiteY17035"/>
                </a:cxn>
                <a:cxn ang="0">
                  <a:pos x="connsiteX17036" y="connsiteY17036"/>
                </a:cxn>
                <a:cxn ang="0">
                  <a:pos x="connsiteX17037" y="connsiteY17037"/>
                </a:cxn>
                <a:cxn ang="0">
                  <a:pos x="connsiteX17038" y="connsiteY17038"/>
                </a:cxn>
                <a:cxn ang="0">
                  <a:pos x="connsiteX17039" y="connsiteY17039"/>
                </a:cxn>
                <a:cxn ang="0">
                  <a:pos x="connsiteX17040" y="connsiteY17040"/>
                </a:cxn>
                <a:cxn ang="0">
                  <a:pos x="connsiteX17041" y="connsiteY17041"/>
                </a:cxn>
                <a:cxn ang="0">
                  <a:pos x="connsiteX17042" y="connsiteY17042"/>
                </a:cxn>
                <a:cxn ang="0">
                  <a:pos x="connsiteX17043" y="connsiteY17043"/>
                </a:cxn>
                <a:cxn ang="0">
                  <a:pos x="connsiteX17044" y="connsiteY17044"/>
                </a:cxn>
                <a:cxn ang="0">
                  <a:pos x="connsiteX17045" y="connsiteY17045"/>
                </a:cxn>
                <a:cxn ang="0">
                  <a:pos x="connsiteX17046" y="connsiteY17046"/>
                </a:cxn>
                <a:cxn ang="0">
                  <a:pos x="connsiteX17047" y="connsiteY17047"/>
                </a:cxn>
                <a:cxn ang="0">
                  <a:pos x="connsiteX17048" y="connsiteY17048"/>
                </a:cxn>
                <a:cxn ang="0">
                  <a:pos x="connsiteX17049" y="connsiteY17049"/>
                </a:cxn>
                <a:cxn ang="0">
                  <a:pos x="connsiteX17050" y="connsiteY17050"/>
                </a:cxn>
                <a:cxn ang="0">
                  <a:pos x="connsiteX17051" y="connsiteY17051"/>
                </a:cxn>
                <a:cxn ang="0">
                  <a:pos x="connsiteX17052" y="connsiteY17052"/>
                </a:cxn>
                <a:cxn ang="0">
                  <a:pos x="connsiteX17053" y="connsiteY17053"/>
                </a:cxn>
                <a:cxn ang="0">
                  <a:pos x="connsiteX17054" y="connsiteY17054"/>
                </a:cxn>
                <a:cxn ang="0">
                  <a:pos x="connsiteX17055" y="connsiteY17055"/>
                </a:cxn>
                <a:cxn ang="0">
                  <a:pos x="connsiteX17056" y="connsiteY17056"/>
                </a:cxn>
                <a:cxn ang="0">
                  <a:pos x="connsiteX17057" y="connsiteY17057"/>
                </a:cxn>
                <a:cxn ang="0">
                  <a:pos x="connsiteX17058" y="connsiteY17058"/>
                </a:cxn>
                <a:cxn ang="0">
                  <a:pos x="connsiteX17059" y="connsiteY17059"/>
                </a:cxn>
                <a:cxn ang="0">
                  <a:pos x="connsiteX17060" y="connsiteY17060"/>
                </a:cxn>
                <a:cxn ang="0">
                  <a:pos x="connsiteX17061" y="connsiteY17061"/>
                </a:cxn>
                <a:cxn ang="0">
                  <a:pos x="connsiteX17062" y="connsiteY17062"/>
                </a:cxn>
                <a:cxn ang="0">
                  <a:pos x="connsiteX17063" y="connsiteY17063"/>
                </a:cxn>
                <a:cxn ang="0">
                  <a:pos x="connsiteX17064" y="connsiteY17064"/>
                </a:cxn>
                <a:cxn ang="0">
                  <a:pos x="connsiteX17065" y="connsiteY17065"/>
                </a:cxn>
                <a:cxn ang="0">
                  <a:pos x="connsiteX17066" y="connsiteY17066"/>
                </a:cxn>
                <a:cxn ang="0">
                  <a:pos x="connsiteX17067" y="connsiteY17067"/>
                </a:cxn>
                <a:cxn ang="0">
                  <a:pos x="connsiteX17068" y="connsiteY17068"/>
                </a:cxn>
                <a:cxn ang="0">
                  <a:pos x="connsiteX17069" y="connsiteY17069"/>
                </a:cxn>
                <a:cxn ang="0">
                  <a:pos x="connsiteX17070" y="connsiteY17070"/>
                </a:cxn>
                <a:cxn ang="0">
                  <a:pos x="connsiteX17071" y="connsiteY17071"/>
                </a:cxn>
                <a:cxn ang="0">
                  <a:pos x="connsiteX17072" y="connsiteY17072"/>
                </a:cxn>
                <a:cxn ang="0">
                  <a:pos x="connsiteX17073" y="connsiteY17073"/>
                </a:cxn>
                <a:cxn ang="0">
                  <a:pos x="connsiteX17074" y="connsiteY17074"/>
                </a:cxn>
                <a:cxn ang="0">
                  <a:pos x="connsiteX17075" y="connsiteY17075"/>
                </a:cxn>
                <a:cxn ang="0">
                  <a:pos x="connsiteX17076" y="connsiteY17076"/>
                </a:cxn>
                <a:cxn ang="0">
                  <a:pos x="connsiteX17077" y="connsiteY17077"/>
                </a:cxn>
                <a:cxn ang="0">
                  <a:pos x="connsiteX17078" y="connsiteY17078"/>
                </a:cxn>
                <a:cxn ang="0">
                  <a:pos x="connsiteX17079" y="connsiteY17079"/>
                </a:cxn>
                <a:cxn ang="0">
                  <a:pos x="connsiteX17080" y="connsiteY17080"/>
                </a:cxn>
                <a:cxn ang="0">
                  <a:pos x="connsiteX17081" y="connsiteY17081"/>
                </a:cxn>
                <a:cxn ang="0">
                  <a:pos x="connsiteX17082" y="connsiteY17082"/>
                </a:cxn>
                <a:cxn ang="0">
                  <a:pos x="connsiteX17083" y="connsiteY17083"/>
                </a:cxn>
                <a:cxn ang="0">
                  <a:pos x="connsiteX17084" y="connsiteY17084"/>
                </a:cxn>
                <a:cxn ang="0">
                  <a:pos x="connsiteX17085" y="connsiteY17085"/>
                </a:cxn>
                <a:cxn ang="0">
                  <a:pos x="connsiteX17086" y="connsiteY17086"/>
                </a:cxn>
                <a:cxn ang="0">
                  <a:pos x="connsiteX17087" y="connsiteY17087"/>
                </a:cxn>
                <a:cxn ang="0">
                  <a:pos x="connsiteX17088" y="connsiteY17088"/>
                </a:cxn>
                <a:cxn ang="0">
                  <a:pos x="connsiteX17089" y="connsiteY17089"/>
                </a:cxn>
                <a:cxn ang="0">
                  <a:pos x="connsiteX17090" y="connsiteY17090"/>
                </a:cxn>
                <a:cxn ang="0">
                  <a:pos x="connsiteX17091" y="connsiteY17091"/>
                </a:cxn>
                <a:cxn ang="0">
                  <a:pos x="connsiteX17092" y="connsiteY17092"/>
                </a:cxn>
                <a:cxn ang="0">
                  <a:pos x="connsiteX17093" y="connsiteY17093"/>
                </a:cxn>
                <a:cxn ang="0">
                  <a:pos x="connsiteX17094" y="connsiteY17094"/>
                </a:cxn>
                <a:cxn ang="0">
                  <a:pos x="connsiteX17095" y="connsiteY17095"/>
                </a:cxn>
                <a:cxn ang="0">
                  <a:pos x="connsiteX17096" y="connsiteY17096"/>
                </a:cxn>
                <a:cxn ang="0">
                  <a:pos x="connsiteX17097" y="connsiteY17097"/>
                </a:cxn>
                <a:cxn ang="0">
                  <a:pos x="connsiteX17098" y="connsiteY17098"/>
                </a:cxn>
                <a:cxn ang="0">
                  <a:pos x="connsiteX17099" y="connsiteY17099"/>
                </a:cxn>
                <a:cxn ang="0">
                  <a:pos x="connsiteX17100" y="connsiteY17100"/>
                </a:cxn>
                <a:cxn ang="0">
                  <a:pos x="connsiteX17101" y="connsiteY17101"/>
                </a:cxn>
                <a:cxn ang="0">
                  <a:pos x="connsiteX17102" y="connsiteY17102"/>
                </a:cxn>
                <a:cxn ang="0">
                  <a:pos x="connsiteX17103" y="connsiteY17103"/>
                </a:cxn>
                <a:cxn ang="0">
                  <a:pos x="connsiteX17104" y="connsiteY17104"/>
                </a:cxn>
                <a:cxn ang="0">
                  <a:pos x="connsiteX17105" y="connsiteY17105"/>
                </a:cxn>
                <a:cxn ang="0">
                  <a:pos x="connsiteX17106" y="connsiteY17106"/>
                </a:cxn>
                <a:cxn ang="0">
                  <a:pos x="connsiteX17107" y="connsiteY17107"/>
                </a:cxn>
                <a:cxn ang="0">
                  <a:pos x="connsiteX17108" y="connsiteY17108"/>
                </a:cxn>
                <a:cxn ang="0">
                  <a:pos x="connsiteX17109" y="connsiteY17109"/>
                </a:cxn>
                <a:cxn ang="0">
                  <a:pos x="connsiteX17110" y="connsiteY17110"/>
                </a:cxn>
                <a:cxn ang="0">
                  <a:pos x="connsiteX17111" y="connsiteY17111"/>
                </a:cxn>
                <a:cxn ang="0">
                  <a:pos x="connsiteX17112" y="connsiteY17112"/>
                </a:cxn>
                <a:cxn ang="0">
                  <a:pos x="connsiteX17113" y="connsiteY17113"/>
                </a:cxn>
                <a:cxn ang="0">
                  <a:pos x="connsiteX17114" y="connsiteY17114"/>
                </a:cxn>
                <a:cxn ang="0">
                  <a:pos x="connsiteX17115" y="connsiteY17115"/>
                </a:cxn>
                <a:cxn ang="0">
                  <a:pos x="connsiteX17116" y="connsiteY17116"/>
                </a:cxn>
                <a:cxn ang="0">
                  <a:pos x="connsiteX17117" y="connsiteY17117"/>
                </a:cxn>
                <a:cxn ang="0">
                  <a:pos x="connsiteX17118" y="connsiteY17118"/>
                </a:cxn>
                <a:cxn ang="0">
                  <a:pos x="connsiteX17119" y="connsiteY17119"/>
                </a:cxn>
                <a:cxn ang="0">
                  <a:pos x="connsiteX17120" y="connsiteY17120"/>
                </a:cxn>
                <a:cxn ang="0">
                  <a:pos x="connsiteX17121" y="connsiteY17121"/>
                </a:cxn>
                <a:cxn ang="0">
                  <a:pos x="connsiteX17122" y="connsiteY17122"/>
                </a:cxn>
                <a:cxn ang="0">
                  <a:pos x="connsiteX17123" y="connsiteY17123"/>
                </a:cxn>
                <a:cxn ang="0">
                  <a:pos x="connsiteX17124" y="connsiteY17124"/>
                </a:cxn>
                <a:cxn ang="0">
                  <a:pos x="connsiteX17125" y="connsiteY17125"/>
                </a:cxn>
                <a:cxn ang="0">
                  <a:pos x="connsiteX17126" y="connsiteY17126"/>
                </a:cxn>
                <a:cxn ang="0">
                  <a:pos x="connsiteX17127" y="connsiteY17127"/>
                </a:cxn>
                <a:cxn ang="0">
                  <a:pos x="connsiteX17128" y="connsiteY17128"/>
                </a:cxn>
                <a:cxn ang="0">
                  <a:pos x="connsiteX17129" y="connsiteY17129"/>
                </a:cxn>
                <a:cxn ang="0">
                  <a:pos x="connsiteX17130" y="connsiteY17130"/>
                </a:cxn>
                <a:cxn ang="0">
                  <a:pos x="connsiteX17131" y="connsiteY17131"/>
                </a:cxn>
                <a:cxn ang="0">
                  <a:pos x="connsiteX17132" y="connsiteY17132"/>
                </a:cxn>
                <a:cxn ang="0">
                  <a:pos x="connsiteX17133" y="connsiteY17133"/>
                </a:cxn>
                <a:cxn ang="0">
                  <a:pos x="connsiteX17134" y="connsiteY17134"/>
                </a:cxn>
                <a:cxn ang="0">
                  <a:pos x="connsiteX17135" y="connsiteY17135"/>
                </a:cxn>
                <a:cxn ang="0">
                  <a:pos x="connsiteX17136" y="connsiteY17136"/>
                </a:cxn>
                <a:cxn ang="0">
                  <a:pos x="connsiteX17137" y="connsiteY17137"/>
                </a:cxn>
                <a:cxn ang="0">
                  <a:pos x="connsiteX17138" y="connsiteY17138"/>
                </a:cxn>
                <a:cxn ang="0">
                  <a:pos x="connsiteX17139" y="connsiteY17139"/>
                </a:cxn>
                <a:cxn ang="0">
                  <a:pos x="connsiteX17140" y="connsiteY17140"/>
                </a:cxn>
                <a:cxn ang="0">
                  <a:pos x="connsiteX17141" y="connsiteY17141"/>
                </a:cxn>
                <a:cxn ang="0">
                  <a:pos x="connsiteX17142" y="connsiteY17142"/>
                </a:cxn>
                <a:cxn ang="0">
                  <a:pos x="connsiteX17143" y="connsiteY17143"/>
                </a:cxn>
                <a:cxn ang="0">
                  <a:pos x="connsiteX17144" y="connsiteY17144"/>
                </a:cxn>
                <a:cxn ang="0">
                  <a:pos x="connsiteX17145" y="connsiteY17145"/>
                </a:cxn>
                <a:cxn ang="0">
                  <a:pos x="connsiteX17146" y="connsiteY17146"/>
                </a:cxn>
                <a:cxn ang="0">
                  <a:pos x="connsiteX17147" y="connsiteY17147"/>
                </a:cxn>
                <a:cxn ang="0">
                  <a:pos x="connsiteX17148" y="connsiteY17148"/>
                </a:cxn>
                <a:cxn ang="0">
                  <a:pos x="connsiteX17149" y="connsiteY17149"/>
                </a:cxn>
                <a:cxn ang="0">
                  <a:pos x="connsiteX17150" y="connsiteY17150"/>
                </a:cxn>
                <a:cxn ang="0">
                  <a:pos x="connsiteX17151" y="connsiteY17151"/>
                </a:cxn>
                <a:cxn ang="0">
                  <a:pos x="connsiteX17152" y="connsiteY17152"/>
                </a:cxn>
                <a:cxn ang="0">
                  <a:pos x="connsiteX17153" y="connsiteY17153"/>
                </a:cxn>
                <a:cxn ang="0">
                  <a:pos x="connsiteX17154" y="connsiteY17154"/>
                </a:cxn>
                <a:cxn ang="0">
                  <a:pos x="connsiteX17155" y="connsiteY17155"/>
                </a:cxn>
                <a:cxn ang="0">
                  <a:pos x="connsiteX17156" y="connsiteY17156"/>
                </a:cxn>
                <a:cxn ang="0">
                  <a:pos x="connsiteX17157" y="connsiteY17157"/>
                </a:cxn>
                <a:cxn ang="0">
                  <a:pos x="connsiteX17158" y="connsiteY17158"/>
                </a:cxn>
                <a:cxn ang="0">
                  <a:pos x="connsiteX17159" y="connsiteY17159"/>
                </a:cxn>
                <a:cxn ang="0">
                  <a:pos x="connsiteX17160" y="connsiteY17160"/>
                </a:cxn>
                <a:cxn ang="0">
                  <a:pos x="connsiteX17161" y="connsiteY17161"/>
                </a:cxn>
                <a:cxn ang="0">
                  <a:pos x="connsiteX17162" y="connsiteY17162"/>
                </a:cxn>
                <a:cxn ang="0">
                  <a:pos x="connsiteX17163" y="connsiteY17163"/>
                </a:cxn>
                <a:cxn ang="0">
                  <a:pos x="connsiteX17164" y="connsiteY17164"/>
                </a:cxn>
                <a:cxn ang="0">
                  <a:pos x="connsiteX17165" y="connsiteY17165"/>
                </a:cxn>
                <a:cxn ang="0">
                  <a:pos x="connsiteX17166" y="connsiteY17166"/>
                </a:cxn>
                <a:cxn ang="0">
                  <a:pos x="connsiteX17167" y="connsiteY17167"/>
                </a:cxn>
                <a:cxn ang="0">
                  <a:pos x="connsiteX17168" y="connsiteY17168"/>
                </a:cxn>
                <a:cxn ang="0">
                  <a:pos x="connsiteX17169" y="connsiteY17169"/>
                </a:cxn>
                <a:cxn ang="0">
                  <a:pos x="connsiteX17170" y="connsiteY17170"/>
                </a:cxn>
                <a:cxn ang="0">
                  <a:pos x="connsiteX17171" y="connsiteY17171"/>
                </a:cxn>
                <a:cxn ang="0">
                  <a:pos x="connsiteX17172" y="connsiteY17172"/>
                </a:cxn>
                <a:cxn ang="0">
                  <a:pos x="connsiteX17173" y="connsiteY17173"/>
                </a:cxn>
                <a:cxn ang="0">
                  <a:pos x="connsiteX17174" y="connsiteY17174"/>
                </a:cxn>
                <a:cxn ang="0">
                  <a:pos x="connsiteX17175" y="connsiteY17175"/>
                </a:cxn>
                <a:cxn ang="0">
                  <a:pos x="connsiteX17176" y="connsiteY17176"/>
                </a:cxn>
                <a:cxn ang="0">
                  <a:pos x="connsiteX17177" y="connsiteY17177"/>
                </a:cxn>
                <a:cxn ang="0">
                  <a:pos x="connsiteX17178" y="connsiteY17178"/>
                </a:cxn>
                <a:cxn ang="0">
                  <a:pos x="connsiteX17179" y="connsiteY17179"/>
                </a:cxn>
                <a:cxn ang="0">
                  <a:pos x="connsiteX17180" y="connsiteY17180"/>
                </a:cxn>
                <a:cxn ang="0">
                  <a:pos x="connsiteX17181" y="connsiteY17181"/>
                </a:cxn>
                <a:cxn ang="0">
                  <a:pos x="connsiteX17182" y="connsiteY17182"/>
                </a:cxn>
                <a:cxn ang="0">
                  <a:pos x="connsiteX17183" y="connsiteY17183"/>
                </a:cxn>
                <a:cxn ang="0">
                  <a:pos x="connsiteX17184" y="connsiteY17184"/>
                </a:cxn>
                <a:cxn ang="0">
                  <a:pos x="connsiteX17185" y="connsiteY17185"/>
                </a:cxn>
                <a:cxn ang="0">
                  <a:pos x="connsiteX17186" y="connsiteY17186"/>
                </a:cxn>
                <a:cxn ang="0">
                  <a:pos x="connsiteX17187" y="connsiteY17187"/>
                </a:cxn>
                <a:cxn ang="0">
                  <a:pos x="connsiteX17188" y="connsiteY17188"/>
                </a:cxn>
                <a:cxn ang="0">
                  <a:pos x="connsiteX17189" y="connsiteY17189"/>
                </a:cxn>
                <a:cxn ang="0">
                  <a:pos x="connsiteX17190" y="connsiteY17190"/>
                </a:cxn>
                <a:cxn ang="0">
                  <a:pos x="connsiteX17191" y="connsiteY17191"/>
                </a:cxn>
                <a:cxn ang="0">
                  <a:pos x="connsiteX17192" y="connsiteY17192"/>
                </a:cxn>
                <a:cxn ang="0">
                  <a:pos x="connsiteX17193" y="connsiteY17193"/>
                </a:cxn>
                <a:cxn ang="0">
                  <a:pos x="connsiteX17194" y="connsiteY17194"/>
                </a:cxn>
                <a:cxn ang="0">
                  <a:pos x="connsiteX17195" y="connsiteY17195"/>
                </a:cxn>
                <a:cxn ang="0">
                  <a:pos x="connsiteX17196" y="connsiteY17196"/>
                </a:cxn>
                <a:cxn ang="0">
                  <a:pos x="connsiteX17197" y="connsiteY17197"/>
                </a:cxn>
                <a:cxn ang="0">
                  <a:pos x="connsiteX17198" y="connsiteY17198"/>
                </a:cxn>
                <a:cxn ang="0">
                  <a:pos x="connsiteX17199" y="connsiteY17199"/>
                </a:cxn>
                <a:cxn ang="0">
                  <a:pos x="connsiteX17200" y="connsiteY17200"/>
                </a:cxn>
                <a:cxn ang="0">
                  <a:pos x="connsiteX17201" y="connsiteY17201"/>
                </a:cxn>
                <a:cxn ang="0">
                  <a:pos x="connsiteX17202" y="connsiteY17202"/>
                </a:cxn>
                <a:cxn ang="0">
                  <a:pos x="connsiteX17203" y="connsiteY17203"/>
                </a:cxn>
                <a:cxn ang="0">
                  <a:pos x="connsiteX17204" y="connsiteY17204"/>
                </a:cxn>
                <a:cxn ang="0">
                  <a:pos x="connsiteX17205" y="connsiteY17205"/>
                </a:cxn>
                <a:cxn ang="0">
                  <a:pos x="connsiteX17206" y="connsiteY17206"/>
                </a:cxn>
                <a:cxn ang="0">
                  <a:pos x="connsiteX17207" y="connsiteY17207"/>
                </a:cxn>
                <a:cxn ang="0">
                  <a:pos x="connsiteX17208" y="connsiteY17208"/>
                </a:cxn>
                <a:cxn ang="0">
                  <a:pos x="connsiteX17209" y="connsiteY17209"/>
                </a:cxn>
                <a:cxn ang="0">
                  <a:pos x="connsiteX17210" y="connsiteY17210"/>
                </a:cxn>
                <a:cxn ang="0">
                  <a:pos x="connsiteX17211" y="connsiteY17211"/>
                </a:cxn>
                <a:cxn ang="0">
                  <a:pos x="connsiteX17212" y="connsiteY17212"/>
                </a:cxn>
                <a:cxn ang="0">
                  <a:pos x="connsiteX17213" y="connsiteY17213"/>
                </a:cxn>
                <a:cxn ang="0">
                  <a:pos x="connsiteX17214" y="connsiteY17214"/>
                </a:cxn>
                <a:cxn ang="0">
                  <a:pos x="connsiteX17215" y="connsiteY17215"/>
                </a:cxn>
                <a:cxn ang="0">
                  <a:pos x="connsiteX17216" y="connsiteY17216"/>
                </a:cxn>
                <a:cxn ang="0">
                  <a:pos x="connsiteX17217" y="connsiteY17217"/>
                </a:cxn>
                <a:cxn ang="0">
                  <a:pos x="connsiteX17218" y="connsiteY17218"/>
                </a:cxn>
                <a:cxn ang="0">
                  <a:pos x="connsiteX17219" y="connsiteY17219"/>
                </a:cxn>
                <a:cxn ang="0">
                  <a:pos x="connsiteX17220" y="connsiteY17220"/>
                </a:cxn>
                <a:cxn ang="0">
                  <a:pos x="connsiteX17221" y="connsiteY17221"/>
                </a:cxn>
                <a:cxn ang="0">
                  <a:pos x="connsiteX17222" y="connsiteY17222"/>
                </a:cxn>
                <a:cxn ang="0">
                  <a:pos x="connsiteX17223" y="connsiteY17223"/>
                </a:cxn>
                <a:cxn ang="0">
                  <a:pos x="connsiteX17224" y="connsiteY17224"/>
                </a:cxn>
                <a:cxn ang="0">
                  <a:pos x="connsiteX17225" y="connsiteY17225"/>
                </a:cxn>
                <a:cxn ang="0">
                  <a:pos x="connsiteX17226" y="connsiteY17226"/>
                </a:cxn>
                <a:cxn ang="0">
                  <a:pos x="connsiteX17227" y="connsiteY17227"/>
                </a:cxn>
                <a:cxn ang="0">
                  <a:pos x="connsiteX17228" y="connsiteY17228"/>
                </a:cxn>
                <a:cxn ang="0">
                  <a:pos x="connsiteX17229" y="connsiteY17229"/>
                </a:cxn>
                <a:cxn ang="0">
                  <a:pos x="connsiteX17230" y="connsiteY17230"/>
                </a:cxn>
                <a:cxn ang="0">
                  <a:pos x="connsiteX17231" y="connsiteY17231"/>
                </a:cxn>
                <a:cxn ang="0">
                  <a:pos x="connsiteX17232" y="connsiteY17232"/>
                </a:cxn>
                <a:cxn ang="0">
                  <a:pos x="connsiteX17233" y="connsiteY17233"/>
                </a:cxn>
                <a:cxn ang="0">
                  <a:pos x="connsiteX17234" y="connsiteY17234"/>
                </a:cxn>
                <a:cxn ang="0">
                  <a:pos x="connsiteX17235" y="connsiteY17235"/>
                </a:cxn>
                <a:cxn ang="0">
                  <a:pos x="connsiteX17236" y="connsiteY17236"/>
                </a:cxn>
                <a:cxn ang="0">
                  <a:pos x="connsiteX17237" y="connsiteY17237"/>
                </a:cxn>
                <a:cxn ang="0">
                  <a:pos x="connsiteX17238" y="connsiteY17238"/>
                </a:cxn>
                <a:cxn ang="0">
                  <a:pos x="connsiteX17239" y="connsiteY17239"/>
                </a:cxn>
                <a:cxn ang="0">
                  <a:pos x="connsiteX17240" y="connsiteY17240"/>
                </a:cxn>
                <a:cxn ang="0">
                  <a:pos x="connsiteX17241" y="connsiteY17241"/>
                </a:cxn>
                <a:cxn ang="0">
                  <a:pos x="connsiteX17242" y="connsiteY17242"/>
                </a:cxn>
                <a:cxn ang="0">
                  <a:pos x="connsiteX17243" y="connsiteY17243"/>
                </a:cxn>
                <a:cxn ang="0">
                  <a:pos x="connsiteX17244" y="connsiteY17244"/>
                </a:cxn>
                <a:cxn ang="0">
                  <a:pos x="connsiteX17245" y="connsiteY17245"/>
                </a:cxn>
                <a:cxn ang="0">
                  <a:pos x="connsiteX17246" y="connsiteY17246"/>
                </a:cxn>
                <a:cxn ang="0">
                  <a:pos x="connsiteX17247" y="connsiteY17247"/>
                </a:cxn>
                <a:cxn ang="0">
                  <a:pos x="connsiteX17248" y="connsiteY17248"/>
                </a:cxn>
                <a:cxn ang="0">
                  <a:pos x="connsiteX17249" y="connsiteY17249"/>
                </a:cxn>
                <a:cxn ang="0">
                  <a:pos x="connsiteX17250" y="connsiteY17250"/>
                </a:cxn>
                <a:cxn ang="0">
                  <a:pos x="connsiteX17251" y="connsiteY17251"/>
                </a:cxn>
                <a:cxn ang="0">
                  <a:pos x="connsiteX17252" y="connsiteY17252"/>
                </a:cxn>
                <a:cxn ang="0">
                  <a:pos x="connsiteX17253" y="connsiteY17253"/>
                </a:cxn>
                <a:cxn ang="0">
                  <a:pos x="connsiteX17254" y="connsiteY17254"/>
                </a:cxn>
                <a:cxn ang="0">
                  <a:pos x="connsiteX17255" y="connsiteY17255"/>
                </a:cxn>
                <a:cxn ang="0">
                  <a:pos x="connsiteX17256" y="connsiteY17256"/>
                </a:cxn>
                <a:cxn ang="0">
                  <a:pos x="connsiteX17257" y="connsiteY17257"/>
                </a:cxn>
                <a:cxn ang="0">
                  <a:pos x="connsiteX17258" y="connsiteY17258"/>
                </a:cxn>
                <a:cxn ang="0">
                  <a:pos x="connsiteX17259" y="connsiteY17259"/>
                </a:cxn>
                <a:cxn ang="0">
                  <a:pos x="connsiteX17260" y="connsiteY17260"/>
                </a:cxn>
                <a:cxn ang="0">
                  <a:pos x="connsiteX17261" y="connsiteY17261"/>
                </a:cxn>
                <a:cxn ang="0">
                  <a:pos x="connsiteX17262" y="connsiteY17262"/>
                </a:cxn>
                <a:cxn ang="0">
                  <a:pos x="connsiteX17263" y="connsiteY17263"/>
                </a:cxn>
                <a:cxn ang="0">
                  <a:pos x="connsiteX17264" y="connsiteY17264"/>
                </a:cxn>
                <a:cxn ang="0">
                  <a:pos x="connsiteX17265" y="connsiteY17265"/>
                </a:cxn>
                <a:cxn ang="0">
                  <a:pos x="connsiteX17266" y="connsiteY17266"/>
                </a:cxn>
                <a:cxn ang="0">
                  <a:pos x="connsiteX17267" y="connsiteY17267"/>
                </a:cxn>
                <a:cxn ang="0">
                  <a:pos x="connsiteX17268" y="connsiteY17268"/>
                </a:cxn>
                <a:cxn ang="0">
                  <a:pos x="connsiteX17269" y="connsiteY17269"/>
                </a:cxn>
                <a:cxn ang="0">
                  <a:pos x="connsiteX17270" y="connsiteY17270"/>
                </a:cxn>
                <a:cxn ang="0">
                  <a:pos x="connsiteX17271" y="connsiteY17271"/>
                </a:cxn>
                <a:cxn ang="0">
                  <a:pos x="connsiteX17272" y="connsiteY17272"/>
                </a:cxn>
                <a:cxn ang="0">
                  <a:pos x="connsiteX17273" y="connsiteY17273"/>
                </a:cxn>
                <a:cxn ang="0">
                  <a:pos x="connsiteX17274" y="connsiteY17274"/>
                </a:cxn>
                <a:cxn ang="0">
                  <a:pos x="connsiteX17275" y="connsiteY17275"/>
                </a:cxn>
                <a:cxn ang="0">
                  <a:pos x="connsiteX17276" y="connsiteY17276"/>
                </a:cxn>
                <a:cxn ang="0">
                  <a:pos x="connsiteX17277" y="connsiteY17277"/>
                </a:cxn>
                <a:cxn ang="0">
                  <a:pos x="connsiteX17278" y="connsiteY17278"/>
                </a:cxn>
                <a:cxn ang="0">
                  <a:pos x="connsiteX17279" y="connsiteY17279"/>
                </a:cxn>
                <a:cxn ang="0">
                  <a:pos x="connsiteX17280" y="connsiteY17280"/>
                </a:cxn>
                <a:cxn ang="0">
                  <a:pos x="connsiteX17281" y="connsiteY17281"/>
                </a:cxn>
                <a:cxn ang="0">
                  <a:pos x="connsiteX17282" y="connsiteY17282"/>
                </a:cxn>
                <a:cxn ang="0">
                  <a:pos x="connsiteX17283" y="connsiteY17283"/>
                </a:cxn>
                <a:cxn ang="0">
                  <a:pos x="connsiteX17284" y="connsiteY17284"/>
                </a:cxn>
                <a:cxn ang="0">
                  <a:pos x="connsiteX17285" y="connsiteY17285"/>
                </a:cxn>
                <a:cxn ang="0">
                  <a:pos x="connsiteX17286" y="connsiteY17286"/>
                </a:cxn>
                <a:cxn ang="0">
                  <a:pos x="connsiteX17287" y="connsiteY17287"/>
                </a:cxn>
                <a:cxn ang="0">
                  <a:pos x="connsiteX17288" y="connsiteY17288"/>
                </a:cxn>
                <a:cxn ang="0">
                  <a:pos x="connsiteX17289" y="connsiteY17289"/>
                </a:cxn>
                <a:cxn ang="0">
                  <a:pos x="connsiteX17290" y="connsiteY17290"/>
                </a:cxn>
                <a:cxn ang="0">
                  <a:pos x="connsiteX17291" y="connsiteY17291"/>
                </a:cxn>
                <a:cxn ang="0">
                  <a:pos x="connsiteX17292" y="connsiteY17292"/>
                </a:cxn>
                <a:cxn ang="0">
                  <a:pos x="connsiteX17293" y="connsiteY17293"/>
                </a:cxn>
                <a:cxn ang="0">
                  <a:pos x="connsiteX17294" y="connsiteY17294"/>
                </a:cxn>
                <a:cxn ang="0">
                  <a:pos x="connsiteX17295" y="connsiteY17295"/>
                </a:cxn>
                <a:cxn ang="0">
                  <a:pos x="connsiteX17296" y="connsiteY17296"/>
                </a:cxn>
                <a:cxn ang="0">
                  <a:pos x="connsiteX17297" y="connsiteY17297"/>
                </a:cxn>
                <a:cxn ang="0">
                  <a:pos x="connsiteX17298" y="connsiteY17298"/>
                </a:cxn>
                <a:cxn ang="0">
                  <a:pos x="connsiteX17299" y="connsiteY17299"/>
                </a:cxn>
                <a:cxn ang="0">
                  <a:pos x="connsiteX17300" y="connsiteY17300"/>
                </a:cxn>
                <a:cxn ang="0">
                  <a:pos x="connsiteX17301" y="connsiteY17301"/>
                </a:cxn>
                <a:cxn ang="0">
                  <a:pos x="connsiteX17302" y="connsiteY17302"/>
                </a:cxn>
                <a:cxn ang="0">
                  <a:pos x="connsiteX17303" y="connsiteY17303"/>
                </a:cxn>
                <a:cxn ang="0">
                  <a:pos x="connsiteX17304" y="connsiteY17304"/>
                </a:cxn>
                <a:cxn ang="0">
                  <a:pos x="connsiteX17305" y="connsiteY17305"/>
                </a:cxn>
                <a:cxn ang="0">
                  <a:pos x="connsiteX17306" y="connsiteY17306"/>
                </a:cxn>
                <a:cxn ang="0">
                  <a:pos x="connsiteX17307" y="connsiteY17307"/>
                </a:cxn>
                <a:cxn ang="0">
                  <a:pos x="connsiteX17308" y="connsiteY17308"/>
                </a:cxn>
                <a:cxn ang="0">
                  <a:pos x="connsiteX17309" y="connsiteY17309"/>
                </a:cxn>
                <a:cxn ang="0">
                  <a:pos x="connsiteX17310" y="connsiteY17310"/>
                </a:cxn>
                <a:cxn ang="0">
                  <a:pos x="connsiteX17311" y="connsiteY17311"/>
                </a:cxn>
                <a:cxn ang="0">
                  <a:pos x="connsiteX17312" y="connsiteY17312"/>
                </a:cxn>
                <a:cxn ang="0">
                  <a:pos x="connsiteX17313" y="connsiteY17313"/>
                </a:cxn>
                <a:cxn ang="0">
                  <a:pos x="connsiteX17314" y="connsiteY17314"/>
                </a:cxn>
                <a:cxn ang="0">
                  <a:pos x="connsiteX17315" y="connsiteY17315"/>
                </a:cxn>
                <a:cxn ang="0">
                  <a:pos x="connsiteX17316" y="connsiteY17316"/>
                </a:cxn>
                <a:cxn ang="0">
                  <a:pos x="connsiteX17317" y="connsiteY17317"/>
                </a:cxn>
                <a:cxn ang="0">
                  <a:pos x="connsiteX17318" y="connsiteY17318"/>
                </a:cxn>
                <a:cxn ang="0">
                  <a:pos x="connsiteX17319" y="connsiteY17319"/>
                </a:cxn>
                <a:cxn ang="0">
                  <a:pos x="connsiteX17320" y="connsiteY17320"/>
                </a:cxn>
                <a:cxn ang="0">
                  <a:pos x="connsiteX17321" y="connsiteY17321"/>
                </a:cxn>
                <a:cxn ang="0">
                  <a:pos x="connsiteX17322" y="connsiteY17322"/>
                </a:cxn>
                <a:cxn ang="0">
                  <a:pos x="connsiteX17323" y="connsiteY17323"/>
                </a:cxn>
                <a:cxn ang="0">
                  <a:pos x="connsiteX17324" y="connsiteY17324"/>
                </a:cxn>
                <a:cxn ang="0">
                  <a:pos x="connsiteX17325" y="connsiteY17325"/>
                </a:cxn>
                <a:cxn ang="0">
                  <a:pos x="connsiteX17326" y="connsiteY17326"/>
                </a:cxn>
                <a:cxn ang="0">
                  <a:pos x="connsiteX17327" y="connsiteY17327"/>
                </a:cxn>
                <a:cxn ang="0">
                  <a:pos x="connsiteX17328" y="connsiteY17328"/>
                </a:cxn>
                <a:cxn ang="0">
                  <a:pos x="connsiteX17329" y="connsiteY17329"/>
                </a:cxn>
                <a:cxn ang="0">
                  <a:pos x="connsiteX17330" y="connsiteY17330"/>
                </a:cxn>
                <a:cxn ang="0">
                  <a:pos x="connsiteX17331" y="connsiteY17331"/>
                </a:cxn>
                <a:cxn ang="0">
                  <a:pos x="connsiteX17332" y="connsiteY17332"/>
                </a:cxn>
                <a:cxn ang="0">
                  <a:pos x="connsiteX17333" y="connsiteY17333"/>
                </a:cxn>
                <a:cxn ang="0">
                  <a:pos x="connsiteX17334" y="connsiteY17334"/>
                </a:cxn>
                <a:cxn ang="0">
                  <a:pos x="connsiteX17335" y="connsiteY17335"/>
                </a:cxn>
                <a:cxn ang="0">
                  <a:pos x="connsiteX17336" y="connsiteY17336"/>
                </a:cxn>
                <a:cxn ang="0">
                  <a:pos x="connsiteX17337" y="connsiteY17337"/>
                </a:cxn>
                <a:cxn ang="0">
                  <a:pos x="connsiteX17338" y="connsiteY17338"/>
                </a:cxn>
                <a:cxn ang="0">
                  <a:pos x="connsiteX17339" y="connsiteY17339"/>
                </a:cxn>
                <a:cxn ang="0">
                  <a:pos x="connsiteX17340" y="connsiteY17340"/>
                </a:cxn>
                <a:cxn ang="0">
                  <a:pos x="connsiteX17341" y="connsiteY17341"/>
                </a:cxn>
                <a:cxn ang="0">
                  <a:pos x="connsiteX17342" y="connsiteY17342"/>
                </a:cxn>
                <a:cxn ang="0">
                  <a:pos x="connsiteX17343" y="connsiteY17343"/>
                </a:cxn>
                <a:cxn ang="0">
                  <a:pos x="connsiteX17344" y="connsiteY17344"/>
                </a:cxn>
                <a:cxn ang="0">
                  <a:pos x="connsiteX17345" y="connsiteY17345"/>
                </a:cxn>
                <a:cxn ang="0">
                  <a:pos x="connsiteX17346" y="connsiteY17346"/>
                </a:cxn>
                <a:cxn ang="0">
                  <a:pos x="connsiteX17347" y="connsiteY17347"/>
                </a:cxn>
                <a:cxn ang="0">
                  <a:pos x="connsiteX17348" y="connsiteY17348"/>
                </a:cxn>
                <a:cxn ang="0">
                  <a:pos x="connsiteX17349" y="connsiteY17349"/>
                </a:cxn>
                <a:cxn ang="0">
                  <a:pos x="connsiteX17350" y="connsiteY17350"/>
                </a:cxn>
                <a:cxn ang="0">
                  <a:pos x="connsiteX17351" y="connsiteY17351"/>
                </a:cxn>
                <a:cxn ang="0">
                  <a:pos x="connsiteX17352" y="connsiteY17352"/>
                </a:cxn>
                <a:cxn ang="0">
                  <a:pos x="connsiteX17353" y="connsiteY17353"/>
                </a:cxn>
                <a:cxn ang="0">
                  <a:pos x="connsiteX17354" y="connsiteY17354"/>
                </a:cxn>
                <a:cxn ang="0">
                  <a:pos x="connsiteX17355" y="connsiteY17355"/>
                </a:cxn>
                <a:cxn ang="0">
                  <a:pos x="connsiteX17356" y="connsiteY17356"/>
                </a:cxn>
                <a:cxn ang="0">
                  <a:pos x="connsiteX17357" y="connsiteY17357"/>
                </a:cxn>
                <a:cxn ang="0">
                  <a:pos x="connsiteX17358" y="connsiteY17358"/>
                </a:cxn>
                <a:cxn ang="0">
                  <a:pos x="connsiteX17359" y="connsiteY17359"/>
                </a:cxn>
                <a:cxn ang="0">
                  <a:pos x="connsiteX17360" y="connsiteY17360"/>
                </a:cxn>
                <a:cxn ang="0">
                  <a:pos x="connsiteX17361" y="connsiteY17361"/>
                </a:cxn>
                <a:cxn ang="0">
                  <a:pos x="connsiteX17362" y="connsiteY17362"/>
                </a:cxn>
                <a:cxn ang="0">
                  <a:pos x="connsiteX17363" y="connsiteY17363"/>
                </a:cxn>
                <a:cxn ang="0">
                  <a:pos x="connsiteX17364" y="connsiteY17364"/>
                </a:cxn>
                <a:cxn ang="0">
                  <a:pos x="connsiteX17365" y="connsiteY17365"/>
                </a:cxn>
                <a:cxn ang="0">
                  <a:pos x="connsiteX17366" y="connsiteY17366"/>
                </a:cxn>
                <a:cxn ang="0">
                  <a:pos x="connsiteX17367" y="connsiteY17367"/>
                </a:cxn>
                <a:cxn ang="0">
                  <a:pos x="connsiteX17368" y="connsiteY17368"/>
                </a:cxn>
                <a:cxn ang="0">
                  <a:pos x="connsiteX17369" y="connsiteY17369"/>
                </a:cxn>
                <a:cxn ang="0">
                  <a:pos x="connsiteX17370" y="connsiteY17370"/>
                </a:cxn>
                <a:cxn ang="0">
                  <a:pos x="connsiteX17371" y="connsiteY17371"/>
                </a:cxn>
                <a:cxn ang="0">
                  <a:pos x="connsiteX17372" y="connsiteY17372"/>
                </a:cxn>
                <a:cxn ang="0">
                  <a:pos x="connsiteX17373" y="connsiteY17373"/>
                </a:cxn>
                <a:cxn ang="0">
                  <a:pos x="connsiteX17374" y="connsiteY17374"/>
                </a:cxn>
                <a:cxn ang="0">
                  <a:pos x="connsiteX17375" y="connsiteY17375"/>
                </a:cxn>
                <a:cxn ang="0">
                  <a:pos x="connsiteX17376" y="connsiteY17376"/>
                </a:cxn>
                <a:cxn ang="0">
                  <a:pos x="connsiteX17377" y="connsiteY17377"/>
                </a:cxn>
                <a:cxn ang="0">
                  <a:pos x="connsiteX17378" y="connsiteY17378"/>
                </a:cxn>
                <a:cxn ang="0">
                  <a:pos x="connsiteX17379" y="connsiteY17379"/>
                </a:cxn>
                <a:cxn ang="0">
                  <a:pos x="connsiteX17380" y="connsiteY17380"/>
                </a:cxn>
                <a:cxn ang="0">
                  <a:pos x="connsiteX17381" y="connsiteY17381"/>
                </a:cxn>
                <a:cxn ang="0">
                  <a:pos x="connsiteX17382" y="connsiteY17382"/>
                </a:cxn>
                <a:cxn ang="0">
                  <a:pos x="connsiteX17383" y="connsiteY17383"/>
                </a:cxn>
                <a:cxn ang="0">
                  <a:pos x="connsiteX17384" y="connsiteY17384"/>
                </a:cxn>
                <a:cxn ang="0">
                  <a:pos x="connsiteX17385" y="connsiteY17385"/>
                </a:cxn>
                <a:cxn ang="0">
                  <a:pos x="connsiteX17386" y="connsiteY17386"/>
                </a:cxn>
                <a:cxn ang="0">
                  <a:pos x="connsiteX17387" y="connsiteY17387"/>
                </a:cxn>
                <a:cxn ang="0">
                  <a:pos x="connsiteX17388" y="connsiteY17388"/>
                </a:cxn>
                <a:cxn ang="0">
                  <a:pos x="connsiteX17389" y="connsiteY17389"/>
                </a:cxn>
                <a:cxn ang="0">
                  <a:pos x="connsiteX17390" y="connsiteY17390"/>
                </a:cxn>
                <a:cxn ang="0">
                  <a:pos x="connsiteX17391" y="connsiteY17391"/>
                </a:cxn>
                <a:cxn ang="0">
                  <a:pos x="connsiteX17392" y="connsiteY17392"/>
                </a:cxn>
                <a:cxn ang="0">
                  <a:pos x="connsiteX17393" y="connsiteY17393"/>
                </a:cxn>
                <a:cxn ang="0">
                  <a:pos x="connsiteX17394" y="connsiteY17394"/>
                </a:cxn>
                <a:cxn ang="0">
                  <a:pos x="connsiteX17395" y="connsiteY17395"/>
                </a:cxn>
                <a:cxn ang="0">
                  <a:pos x="connsiteX17396" y="connsiteY17396"/>
                </a:cxn>
                <a:cxn ang="0">
                  <a:pos x="connsiteX17397" y="connsiteY17397"/>
                </a:cxn>
                <a:cxn ang="0">
                  <a:pos x="connsiteX17398" y="connsiteY17398"/>
                </a:cxn>
                <a:cxn ang="0">
                  <a:pos x="connsiteX17399" y="connsiteY17399"/>
                </a:cxn>
                <a:cxn ang="0">
                  <a:pos x="connsiteX17400" y="connsiteY17400"/>
                </a:cxn>
                <a:cxn ang="0">
                  <a:pos x="connsiteX17401" y="connsiteY17401"/>
                </a:cxn>
                <a:cxn ang="0">
                  <a:pos x="connsiteX17402" y="connsiteY17402"/>
                </a:cxn>
                <a:cxn ang="0">
                  <a:pos x="connsiteX17403" y="connsiteY17403"/>
                </a:cxn>
                <a:cxn ang="0">
                  <a:pos x="connsiteX17404" y="connsiteY17404"/>
                </a:cxn>
                <a:cxn ang="0">
                  <a:pos x="connsiteX17405" y="connsiteY17405"/>
                </a:cxn>
                <a:cxn ang="0">
                  <a:pos x="connsiteX17406" y="connsiteY17406"/>
                </a:cxn>
                <a:cxn ang="0">
                  <a:pos x="connsiteX17407" y="connsiteY17407"/>
                </a:cxn>
                <a:cxn ang="0">
                  <a:pos x="connsiteX17408" y="connsiteY17408"/>
                </a:cxn>
                <a:cxn ang="0">
                  <a:pos x="connsiteX17409" y="connsiteY17409"/>
                </a:cxn>
                <a:cxn ang="0">
                  <a:pos x="connsiteX17410" y="connsiteY17410"/>
                </a:cxn>
                <a:cxn ang="0">
                  <a:pos x="connsiteX17411" y="connsiteY17411"/>
                </a:cxn>
                <a:cxn ang="0">
                  <a:pos x="connsiteX17412" y="connsiteY17412"/>
                </a:cxn>
                <a:cxn ang="0">
                  <a:pos x="connsiteX17413" y="connsiteY17413"/>
                </a:cxn>
                <a:cxn ang="0">
                  <a:pos x="connsiteX17414" y="connsiteY17414"/>
                </a:cxn>
                <a:cxn ang="0">
                  <a:pos x="connsiteX17415" y="connsiteY17415"/>
                </a:cxn>
                <a:cxn ang="0">
                  <a:pos x="connsiteX17416" y="connsiteY17416"/>
                </a:cxn>
                <a:cxn ang="0">
                  <a:pos x="connsiteX17417" y="connsiteY17417"/>
                </a:cxn>
                <a:cxn ang="0">
                  <a:pos x="connsiteX17418" y="connsiteY17418"/>
                </a:cxn>
                <a:cxn ang="0">
                  <a:pos x="connsiteX17419" y="connsiteY17419"/>
                </a:cxn>
                <a:cxn ang="0">
                  <a:pos x="connsiteX17420" y="connsiteY17420"/>
                </a:cxn>
                <a:cxn ang="0">
                  <a:pos x="connsiteX17421" y="connsiteY17421"/>
                </a:cxn>
                <a:cxn ang="0">
                  <a:pos x="connsiteX17422" y="connsiteY17422"/>
                </a:cxn>
                <a:cxn ang="0">
                  <a:pos x="connsiteX17423" y="connsiteY17423"/>
                </a:cxn>
                <a:cxn ang="0">
                  <a:pos x="connsiteX17424" y="connsiteY17424"/>
                </a:cxn>
                <a:cxn ang="0">
                  <a:pos x="connsiteX17425" y="connsiteY17425"/>
                </a:cxn>
                <a:cxn ang="0">
                  <a:pos x="connsiteX17426" y="connsiteY17426"/>
                </a:cxn>
                <a:cxn ang="0">
                  <a:pos x="connsiteX17427" y="connsiteY17427"/>
                </a:cxn>
                <a:cxn ang="0">
                  <a:pos x="connsiteX17428" y="connsiteY17428"/>
                </a:cxn>
                <a:cxn ang="0">
                  <a:pos x="connsiteX17429" y="connsiteY17429"/>
                </a:cxn>
                <a:cxn ang="0">
                  <a:pos x="connsiteX17430" y="connsiteY17430"/>
                </a:cxn>
                <a:cxn ang="0">
                  <a:pos x="connsiteX17431" y="connsiteY17431"/>
                </a:cxn>
                <a:cxn ang="0">
                  <a:pos x="connsiteX17432" y="connsiteY17432"/>
                </a:cxn>
                <a:cxn ang="0">
                  <a:pos x="connsiteX17433" y="connsiteY17433"/>
                </a:cxn>
                <a:cxn ang="0">
                  <a:pos x="connsiteX17434" y="connsiteY17434"/>
                </a:cxn>
                <a:cxn ang="0">
                  <a:pos x="connsiteX17435" y="connsiteY17435"/>
                </a:cxn>
                <a:cxn ang="0">
                  <a:pos x="connsiteX17436" y="connsiteY17436"/>
                </a:cxn>
                <a:cxn ang="0">
                  <a:pos x="connsiteX17437" y="connsiteY17437"/>
                </a:cxn>
                <a:cxn ang="0">
                  <a:pos x="connsiteX17438" y="connsiteY17438"/>
                </a:cxn>
                <a:cxn ang="0">
                  <a:pos x="connsiteX17439" y="connsiteY17439"/>
                </a:cxn>
                <a:cxn ang="0">
                  <a:pos x="connsiteX17440" y="connsiteY17440"/>
                </a:cxn>
                <a:cxn ang="0">
                  <a:pos x="connsiteX17441" y="connsiteY17441"/>
                </a:cxn>
                <a:cxn ang="0">
                  <a:pos x="connsiteX17442" y="connsiteY17442"/>
                </a:cxn>
                <a:cxn ang="0">
                  <a:pos x="connsiteX17443" y="connsiteY17443"/>
                </a:cxn>
                <a:cxn ang="0">
                  <a:pos x="connsiteX17444" y="connsiteY17444"/>
                </a:cxn>
                <a:cxn ang="0">
                  <a:pos x="connsiteX17445" y="connsiteY17445"/>
                </a:cxn>
                <a:cxn ang="0">
                  <a:pos x="connsiteX17446" y="connsiteY17446"/>
                </a:cxn>
                <a:cxn ang="0">
                  <a:pos x="connsiteX17447" y="connsiteY17447"/>
                </a:cxn>
                <a:cxn ang="0">
                  <a:pos x="connsiteX17448" y="connsiteY17448"/>
                </a:cxn>
                <a:cxn ang="0">
                  <a:pos x="connsiteX17449" y="connsiteY17449"/>
                </a:cxn>
                <a:cxn ang="0">
                  <a:pos x="connsiteX17450" y="connsiteY17450"/>
                </a:cxn>
                <a:cxn ang="0">
                  <a:pos x="connsiteX17451" y="connsiteY17451"/>
                </a:cxn>
                <a:cxn ang="0">
                  <a:pos x="connsiteX17452" y="connsiteY17452"/>
                </a:cxn>
                <a:cxn ang="0">
                  <a:pos x="connsiteX17453" y="connsiteY17453"/>
                </a:cxn>
                <a:cxn ang="0">
                  <a:pos x="connsiteX17454" y="connsiteY17454"/>
                </a:cxn>
                <a:cxn ang="0">
                  <a:pos x="connsiteX17455" y="connsiteY17455"/>
                </a:cxn>
                <a:cxn ang="0">
                  <a:pos x="connsiteX17456" y="connsiteY17456"/>
                </a:cxn>
                <a:cxn ang="0">
                  <a:pos x="connsiteX17457" y="connsiteY17457"/>
                </a:cxn>
                <a:cxn ang="0">
                  <a:pos x="connsiteX17458" y="connsiteY17458"/>
                </a:cxn>
                <a:cxn ang="0">
                  <a:pos x="connsiteX17459" y="connsiteY17459"/>
                </a:cxn>
                <a:cxn ang="0">
                  <a:pos x="connsiteX17460" y="connsiteY17460"/>
                </a:cxn>
                <a:cxn ang="0">
                  <a:pos x="connsiteX17461" y="connsiteY17461"/>
                </a:cxn>
                <a:cxn ang="0">
                  <a:pos x="connsiteX17462" y="connsiteY17462"/>
                </a:cxn>
                <a:cxn ang="0">
                  <a:pos x="connsiteX17463" y="connsiteY17463"/>
                </a:cxn>
                <a:cxn ang="0">
                  <a:pos x="connsiteX17464" y="connsiteY17464"/>
                </a:cxn>
                <a:cxn ang="0">
                  <a:pos x="connsiteX17465" y="connsiteY17465"/>
                </a:cxn>
                <a:cxn ang="0">
                  <a:pos x="connsiteX17466" y="connsiteY17466"/>
                </a:cxn>
                <a:cxn ang="0">
                  <a:pos x="connsiteX17467" y="connsiteY17467"/>
                </a:cxn>
                <a:cxn ang="0">
                  <a:pos x="connsiteX17468" y="connsiteY17468"/>
                </a:cxn>
                <a:cxn ang="0">
                  <a:pos x="connsiteX17469" y="connsiteY17469"/>
                </a:cxn>
                <a:cxn ang="0">
                  <a:pos x="connsiteX17470" y="connsiteY17470"/>
                </a:cxn>
                <a:cxn ang="0">
                  <a:pos x="connsiteX17471" y="connsiteY17471"/>
                </a:cxn>
                <a:cxn ang="0">
                  <a:pos x="connsiteX17472" y="connsiteY17472"/>
                </a:cxn>
                <a:cxn ang="0">
                  <a:pos x="connsiteX17473" y="connsiteY17473"/>
                </a:cxn>
                <a:cxn ang="0">
                  <a:pos x="connsiteX17474" y="connsiteY17474"/>
                </a:cxn>
                <a:cxn ang="0">
                  <a:pos x="connsiteX17475" y="connsiteY17475"/>
                </a:cxn>
                <a:cxn ang="0">
                  <a:pos x="connsiteX17476" y="connsiteY17476"/>
                </a:cxn>
                <a:cxn ang="0">
                  <a:pos x="connsiteX17477" y="connsiteY17477"/>
                </a:cxn>
                <a:cxn ang="0">
                  <a:pos x="connsiteX17478" y="connsiteY17478"/>
                </a:cxn>
                <a:cxn ang="0">
                  <a:pos x="connsiteX17479" y="connsiteY17479"/>
                </a:cxn>
                <a:cxn ang="0">
                  <a:pos x="connsiteX17480" y="connsiteY17480"/>
                </a:cxn>
                <a:cxn ang="0">
                  <a:pos x="connsiteX17481" y="connsiteY17481"/>
                </a:cxn>
                <a:cxn ang="0">
                  <a:pos x="connsiteX17482" y="connsiteY17482"/>
                </a:cxn>
                <a:cxn ang="0">
                  <a:pos x="connsiteX17483" y="connsiteY17483"/>
                </a:cxn>
                <a:cxn ang="0">
                  <a:pos x="connsiteX17484" y="connsiteY17484"/>
                </a:cxn>
                <a:cxn ang="0">
                  <a:pos x="connsiteX17485" y="connsiteY17485"/>
                </a:cxn>
                <a:cxn ang="0">
                  <a:pos x="connsiteX17486" y="connsiteY17486"/>
                </a:cxn>
                <a:cxn ang="0">
                  <a:pos x="connsiteX17487" y="connsiteY17487"/>
                </a:cxn>
                <a:cxn ang="0">
                  <a:pos x="connsiteX17488" y="connsiteY17488"/>
                </a:cxn>
                <a:cxn ang="0">
                  <a:pos x="connsiteX17489" y="connsiteY17489"/>
                </a:cxn>
                <a:cxn ang="0">
                  <a:pos x="connsiteX17490" y="connsiteY17490"/>
                </a:cxn>
                <a:cxn ang="0">
                  <a:pos x="connsiteX17491" y="connsiteY17491"/>
                </a:cxn>
                <a:cxn ang="0">
                  <a:pos x="connsiteX17492" y="connsiteY17492"/>
                </a:cxn>
                <a:cxn ang="0">
                  <a:pos x="connsiteX17493" y="connsiteY17493"/>
                </a:cxn>
                <a:cxn ang="0">
                  <a:pos x="connsiteX17494" y="connsiteY17494"/>
                </a:cxn>
                <a:cxn ang="0">
                  <a:pos x="connsiteX17495" y="connsiteY17495"/>
                </a:cxn>
                <a:cxn ang="0">
                  <a:pos x="connsiteX17496" y="connsiteY17496"/>
                </a:cxn>
                <a:cxn ang="0">
                  <a:pos x="connsiteX17497" y="connsiteY17497"/>
                </a:cxn>
                <a:cxn ang="0">
                  <a:pos x="connsiteX17498" y="connsiteY17498"/>
                </a:cxn>
                <a:cxn ang="0">
                  <a:pos x="connsiteX17499" y="connsiteY17499"/>
                </a:cxn>
                <a:cxn ang="0">
                  <a:pos x="connsiteX17500" y="connsiteY17500"/>
                </a:cxn>
                <a:cxn ang="0">
                  <a:pos x="connsiteX17501" y="connsiteY17501"/>
                </a:cxn>
                <a:cxn ang="0">
                  <a:pos x="connsiteX17502" y="connsiteY17502"/>
                </a:cxn>
                <a:cxn ang="0">
                  <a:pos x="connsiteX17503" y="connsiteY17503"/>
                </a:cxn>
                <a:cxn ang="0">
                  <a:pos x="connsiteX17504" y="connsiteY17504"/>
                </a:cxn>
                <a:cxn ang="0">
                  <a:pos x="connsiteX17505" y="connsiteY17505"/>
                </a:cxn>
                <a:cxn ang="0">
                  <a:pos x="connsiteX17506" y="connsiteY17506"/>
                </a:cxn>
                <a:cxn ang="0">
                  <a:pos x="connsiteX17507" y="connsiteY17507"/>
                </a:cxn>
                <a:cxn ang="0">
                  <a:pos x="connsiteX17508" y="connsiteY17508"/>
                </a:cxn>
                <a:cxn ang="0">
                  <a:pos x="connsiteX17509" y="connsiteY17509"/>
                </a:cxn>
                <a:cxn ang="0">
                  <a:pos x="connsiteX17510" y="connsiteY17510"/>
                </a:cxn>
                <a:cxn ang="0">
                  <a:pos x="connsiteX17511" y="connsiteY17511"/>
                </a:cxn>
                <a:cxn ang="0">
                  <a:pos x="connsiteX17512" y="connsiteY17512"/>
                </a:cxn>
                <a:cxn ang="0">
                  <a:pos x="connsiteX17513" y="connsiteY17513"/>
                </a:cxn>
                <a:cxn ang="0">
                  <a:pos x="connsiteX17514" y="connsiteY17514"/>
                </a:cxn>
                <a:cxn ang="0">
                  <a:pos x="connsiteX17515" y="connsiteY17515"/>
                </a:cxn>
                <a:cxn ang="0">
                  <a:pos x="connsiteX17516" y="connsiteY17516"/>
                </a:cxn>
                <a:cxn ang="0">
                  <a:pos x="connsiteX17517" y="connsiteY17517"/>
                </a:cxn>
                <a:cxn ang="0">
                  <a:pos x="connsiteX17518" y="connsiteY17518"/>
                </a:cxn>
                <a:cxn ang="0">
                  <a:pos x="connsiteX17519" y="connsiteY17519"/>
                </a:cxn>
                <a:cxn ang="0">
                  <a:pos x="connsiteX17520" y="connsiteY17520"/>
                </a:cxn>
                <a:cxn ang="0">
                  <a:pos x="connsiteX17521" y="connsiteY17521"/>
                </a:cxn>
                <a:cxn ang="0">
                  <a:pos x="connsiteX17522" y="connsiteY17522"/>
                </a:cxn>
                <a:cxn ang="0">
                  <a:pos x="connsiteX17523" y="connsiteY17523"/>
                </a:cxn>
                <a:cxn ang="0">
                  <a:pos x="connsiteX17524" y="connsiteY17524"/>
                </a:cxn>
                <a:cxn ang="0">
                  <a:pos x="connsiteX17525" y="connsiteY17525"/>
                </a:cxn>
                <a:cxn ang="0">
                  <a:pos x="connsiteX17526" y="connsiteY17526"/>
                </a:cxn>
                <a:cxn ang="0">
                  <a:pos x="connsiteX17527" y="connsiteY17527"/>
                </a:cxn>
                <a:cxn ang="0">
                  <a:pos x="connsiteX17528" y="connsiteY17528"/>
                </a:cxn>
                <a:cxn ang="0">
                  <a:pos x="connsiteX17529" y="connsiteY17529"/>
                </a:cxn>
                <a:cxn ang="0">
                  <a:pos x="connsiteX17530" y="connsiteY17530"/>
                </a:cxn>
                <a:cxn ang="0">
                  <a:pos x="connsiteX17531" y="connsiteY17531"/>
                </a:cxn>
                <a:cxn ang="0">
                  <a:pos x="connsiteX17532" y="connsiteY17532"/>
                </a:cxn>
                <a:cxn ang="0">
                  <a:pos x="connsiteX17533" y="connsiteY17533"/>
                </a:cxn>
                <a:cxn ang="0">
                  <a:pos x="connsiteX17534" y="connsiteY17534"/>
                </a:cxn>
                <a:cxn ang="0">
                  <a:pos x="connsiteX17535" y="connsiteY17535"/>
                </a:cxn>
                <a:cxn ang="0">
                  <a:pos x="connsiteX17536" y="connsiteY17536"/>
                </a:cxn>
                <a:cxn ang="0">
                  <a:pos x="connsiteX17537" y="connsiteY17537"/>
                </a:cxn>
                <a:cxn ang="0">
                  <a:pos x="connsiteX17538" y="connsiteY17538"/>
                </a:cxn>
                <a:cxn ang="0">
                  <a:pos x="connsiteX17539" y="connsiteY17539"/>
                </a:cxn>
                <a:cxn ang="0">
                  <a:pos x="connsiteX17540" y="connsiteY17540"/>
                </a:cxn>
                <a:cxn ang="0">
                  <a:pos x="connsiteX17541" y="connsiteY17541"/>
                </a:cxn>
                <a:cxn ang="0">
                  <a:pos x="connsiteX17542" y="connsiteY17542"/>
                </a:cxn>
                <a:cxn ang="0">
                  <a:pos x="connsiteX17543" y="connsiteY17543"/>
                </a:cxn>
                <a:cxn ang="0">
                  <a:pos x="connsiteX17544" y="connsiteY17544"/>
                </a:cxn>
                <a:cxn ang="0">
                  <a:pos x="connsiteX17545" y="connsiteY17545"/>
                </a:cxn>
                <a:cxn ang="0">
                  <a:pos x="connsiteX17546" y="connsiteY17546"/>
                </a:cxn>
                <a:cxn ang="0">
                  <a:pos x="connsiteX17547" y="connsiteY17547"/>
                </a:cxn>
                <a:cxn ang="0">
                  <a:pos x="connsiteX17548" y="connsiteY17548"/>
                </a:cxn>
                <a:cxn ang="0">
                  <a:pos x="connsiteX17549" y="connsiteY17549"/>
                </a:cxn>
                <a:cxn ang="0">
                  <a:pos x="connsiteX17550" y="connsiteY17550"/>
                </a:cxn>
                <a:cxn ang="0">
                  <a:pos x="connsiteX17551" y="connsiteY17551"/>
                </a:cxn>
                <a:cxn ang="0">
                  <a:pos x="connsiteX17552" y="connsiteY17552"/>
                </a:cxn>
                <a:cxn ang="0">
                  <a:pos x="connsiteX17553" y="connsiteY17553"/>
                </a:cxn>
                <a:cxn ang="0">
                  <a:pos x="connsiteX17554" y="connsiteY17554"/>
                </a:cxn>
                <a:cxn ang="0">
                  <a:pos x="connsiteX17555" y="connsiteY17555"/>
                </a:cxn>
                <a:cxn ang="0">
                  <a:pos x="connsiteX17556" y="connsiteY17556"/>
                </a:cxn>
                <a:cxn ang="0">
                  <a:pos x="connsiteX17557" y="connsiteY17557"/>
                </a:cxn>
                <a:cxn ang="0">
                  <a:pos x="connsiteX17558" y="connsiteY17558"/>
                </a:cxn>
                <a:cxn ang="0">
                  <a:pos x="connsiteX17559" y="connsiteY17559"/>
                </a:cxn>
                <a:cxn ang="0">
                  <a:pos x="connsiteX17560" y="connsiteY17560"/>
                </a:cxn>
                <a:cxn ang="0">
                  <a:pos x="connsiteX17561" y="connsiteY17561"/>
                </a:cxn>
                <a:cxn ang="0">
                  <a:pos x="connsiteX17562" y="connsiteY17562"/>
                </a:cxn>
                <a:cxn ang="0">
                  <a:pos x="connsiteX17563" y="connsiteY17563"/>
                </a:cxn>
                <a:cxn ang="0">
                  <a:pos x="connsiteX17564" y="connsiteY17564"/>
                </a:cxn>
                <a:cxn ang="0">
                  <a:pos x="connsiteX17565" y="connsiteY17565"/>
                </a:cxn>
                <a:cxn ang="0">
                  <a:pos x="connsiteX17566" y="connsiteY17566"/>
                </a:cxn>
                <a:cxn ang="0">
                  <a:pos x="connsiteX17567" y="connsiteY17567"/>
                </a:cxn>
                <a:cxn ang="0">
                  <a:pos x="connsiteX17568" y="connsiteY17568"/>
                </a:cxn>
                <a:cxn ang="0">
                  <a:pos x="connsiteX17569" y="connsiteY17569"/>
                </a:cxn>
                <a:cxn ang="0">
                  <a:pos x="connsiteX17570" y="connsiteY17570"/>
                </a:cxn>
                <a:cxn ang="0">
                  <a:pos x="connsiteX17571" y="connsiteY17571"/>
                </a:cxn>
                <a:cxn ang="0">
                  <a:pos x="connsiteX17572" y="connsiteY17572"/>
                </a:cxn>
                <a:cxn ang="0">
                  <a:pos x="connsiteX17573" y="connsiteY17573"/>
                </a:cxn>
                <a:cxn ang="0">
                  <a:pos x="connsiteX17574" y="connsiteY17574"/>
                </a:cxn>
                <a:cxn ang="0">
                  <a:pos x="connsiteX17575" y="connsiteY17575"/>
                </a:cxn>
                <a:cxn ang="0">
                  <a:pos x="connsiteX17576" y="connsiteY17576"/>
                </a:cxn>
                <a:cxn ang="0">
                  <a:pos x="connsiteX17577" y="connsiteY17577"/>
                </a:cxn>
                <a:cxn ang="0">
                  <a:pos x="connsiteX17578" y="connsiteY17578"/>
                </a:cxn>
                <a:cxn ang="0">
                  <a:pos x="connsiteX17579" y="connsiteY17579"/>
                </a:cxn>
                <a:cxn ang="0">
                  <a:pos x="connsiteX17580" y="connsiteY17580"/>
                </a:cxn>
                <a:cxn ang="0">
                  <a:pos x="connsiteX17581" y="connsiteY17581"/>
                </a:cxn>
                <a:cxn ang="0">
                  <a:pos x="connsiteX17582" y="connsiteY17582"/>
                </a:cxn>
                <a:cxn ang="0">
                  <a:pos x="connsiteX17583" y="connsiteY17583"/>
                </a:cxn>
                <a:cxn ang="0">
                  <a:pos x="connsiteX17584" y="connsiteY17584"/>
                </a:cxn>
                <a:cxn ang="0">
                  <a:pos x="connsiteX17585" y="connsiteY17585"/>
                </a:cxn>
                <a:cxn ang="0">
                  <a:pos x="connsiteX17586" y="connsiteY17586"/>
                </a:cxn>
                <a:cxn ang="0">
                  <a:pos x="connsiteX17587" y="connsiteY17587"/>
                </a:cxn>
                <a:cxn ang="0">
                  <a:pos x="connsiteX17588" y="connsiteY17588"/>
                </a:cxn>
                <a:cxn ang="0">
                  <a:pos x="connsiteX17589" y="connsiteY17589"/>
                </a:cxn>
                <a:cxn ang="0">
                  <a:pos x="connsiteX17590" y="connsiteY17590"/>
                </a:cxn>
                <a:cxn ang="0">
                  <a:pos x="connsiteX17591" y="connsiteY17591"/>
                </a:cxn>
                <a:cxn ang="0">
                  <a:pos x="connsiteX17592" y="connsiteY17592"/>
                </a:cxn>
                <a:cxn ang="0">
                  <a:pos x="connsiteX17593" y="connsiteY17593"/>
                </a:cxn>
                <a:cxn ang="0">
                  <a:pos x="connsiteX17594" y="connsiteY17594"/>
                </a:cxn>
                <a:cxn ang="0">
                  <a:pos x="connsiteX17595" y="connsiteY17595"/>
                </a:cxn>
                <a:cxn ang="0">
                  <a:pos x="connsiteX17596" y="connsiteY17596"/>
                </a:cxn>
                <a:cxn ang="0">
                  <a:pos x="connsiteX17597" y="connsiteY17597"/>
                </a:cxn>
                <a:cxn ang="0">
                  <a:pos x="connsiteX17598" y="connsiteY17598"/>
                </a:cxn>
                <a:cxn ang="0">
                  <a:pos x="connsiteX17599" y="connsiteY17599"/>
                </a:cxn>
                <a:cxn ang="0">
                  <a:pos x="connsiteX17600" y="connsiteY17600"/>
                </a:cxn>
                <a:cxn ang="0">
                  <a:pos x="connsiteX17601" y="connsiteY17601"/>
                </a:cxn>
                <a:cxn ang="0">
                  <a:pos x="connsiteX17602" y="connsiteY17602"/>
                </a:cxn>
                <a:cxn ang="0">
                  <a:pos x="connsiteX17603" y="connsiteY17603"/>
                </a:cxn>
                <a:cxn ang="0">
                  <a:pos x="connsiteX17604" y="connsiteY17604"/>
                </a:cxn>
                <a:cxn ang="0">
                  <a:pos x="connsiteX17605" y="connsiteY17605"/>
                </a:cxn>
                <a:cxn ang="0">
                  <a:pos x="connsiteX17606" y="connsiteY17606"/>
                </a:cxn>
                <a:cxn ang="0">
                  <a:pos x="connsiteX17607" y="connsiteY17607"/>
                </a:cxn>
                <a:cxn ang="0">
                  <a:pos x="connsiteX17608" y="connsiteY17608"/>
                </a:cxn>
                <a:cxn ang="0">
                  <a:pos x="connsiteX17609" y="connsiteY17609"/>
                </a:cxn>
                <a:cxn ang="0">
                  <a:pos x="connsiteX17610" y="connsiteY17610"/>
                </a:cxn>
                <a:cxn ang="0">
                  <a:pos x="connsiteX17611" y="connsiteY17611"/>
                </a:cxn>
                <a:cxn ang="0">
                  <a:pos x="connsiteX17612" y="connsiteY17612"/>
                </a:cxn>
                <a:cxn ang="0">
                  <a:pos x="connsiteX17613" y="connsiteY17613"/>
                </a:cxn>
                <a:cxn ang="0">
                  <a:pos x="connsiteX17614" y="connsiteY17614"/>
                </a:cxn>
                <a:cxn ang="0">
                  <a:pos x="connsiteX17615" y="connsiteY17615"/>
                </a:cxn>
                <a:cxn ang="0">
                  <a:pos x="connsiteX17616" y="connsiteY17616"/>
                </a:cxn>
                <a:cxn ang="0">
                  <a:pos x="connsiteX17617" y="connsiteY17617"/>
                </a:cxn>
                <a:cxn ang="0">
                  <a:pos x="connsiteX17618" y="connsiteY17618"/>
                </a:cxn>
                <a:cxn ang="0">
                  <a:pos x="connsiteX17619" y="connsiteY17619"/>
                </a:cxn>
                <a:cxn ang="0">
                  <a:pos x="connsiteX17620" y="connsiteY17620"/>
                </a:cxn>
                <a:cxn ang="0">
                  <a:pos x="connsiteX17621" y="connsiteY17621"/>
                </a:cxn>
                <a:cxn ang="0">
                  <a:pos x="connsiteX17622" y="connsiteY17622"/>
                </a:cxn>
                <a:cxn ang="0">
                  <a:pos x="connsiteX17623" y="connsiteY17623"/>
                </a:cxn>
                <a:cxn ang="0">
                  <a:pos x="connsiteX17624" y="connsiteY17624"/>
                </a:cxn>
                <a:cxn ang="0">
                  <a:pos x="connsiteX17625" y="connsiteY17625"/>
                </a:cxn>
                <a:cxn ang="0">
                  <a:pos x="connsiteX17626" y="connsiteY17626"/>
                </a:cxn>
                <a:cxn ang="0">
                  <a:pos x="connsiteX17627" y="connsiteY17627"/>
                </a:cxn>
                <a:cxn ang="0">
                  <a:pos x="connsiteX17628" y="connsiteY17628"/>
                </a:cxn>
                <a:cxn ang="0">
                  <a:pos x="connsiteX17629" y="connsiteY17629"/>
                </a:cxn>
                <a:cxn ang="0">
                  <a:pos x="connsiteX17630" y="connsiteY17630"/>
                </a:cxn>
                <a:cxn ang="0">
                  <a:pos x="connsiteX17631" y="connsiteY17631"/>
                </a:cxn>
                <a:cxn ang="0">
                  <a:pos x="connsiteX17632" y="connsiteY17632"/>
                </a:cxn>
                <a:cxn ang="0">
                  <a:pos x="connsiteX17633" y="connsiteY17633"/>
                </a:cxn>
                <a:cxn ang="0">
                  <a:pos x="connsiteX17634" y="connsiteY17634"/>
                </a:cxn>
                <a:cxn ang="0">
                  <a:pos x="connsiteX17635" y="connsiteY17635"/>
                </a:cxn>
                <a:cxn ang="0">
                  <a:pos x="connsiteX17636" y="connsiteY17636"/>
                </a:cxn>
                <a:cxn ang="0">
                  <a:pos x="connsiteX17637" y="connsiteY17637"/>
                </a:cxn>
                <a:cxn ang="0">
                  <a:pos x="connsiteX17638" y="connsiteY17638"/>
                </a:cxn>
                <a:cxn ang="0">
                  <a:pos x="connsiteX17639" y="connsiteY17639"/>
                </a:cxn>
                <a:cxn ang="0">
                  <a:pos x="connsiteX17640" y="connsiteY17640"/>
                </a:cxn>
                <a:cxn ang="0">
                  <a:pos x="connsiteX17641" y="connsiteY17641"/>
                </a:cxn>
                <a:cxn ang="0">
                  <a:pos x="connsiteX17642" y="connsiteY17642"/>
                </a:cxn>
                <a:cxn ang="0">
                  <a:pos x="connsiteX17643" y="connsiteY17643"/>
                </a:cxn>
                <a:cxn ang="0">
                  <a:pos x="connsiteX17644" y="connsiteY17644"/>
                </a:cxn>
                <a:cxn ang="0">
                  <a:pos x="connsiteX17645" y="connsiteY17645"/>
                </a:cxn>
                <a:cxn ang="0">
                  <a:pos x="connsiteX17646" y="connsiteY17646"/>
                </a:cxn>
                <a:cxn ang="0">
                  <a:pos x="connsiteX17647" y="connsiteY17647"/>
                </a:cxn>
                <a:cxn ang="0">
                  <a:pos x="connsiteX17648" y="connsiteY17648"/>
                </a:cxn>
                <a:cxn ang="0">
                  <a:pos x="connsiteX17649" y="connsiteY17649"/>
                </a:cxn>
                <a:cxn ang="0">
                  <a:pos x="connsiteX17650" y="connsiteY17650"/>
                </a:cxn>
                <a:cxn ang="0">
                  <a:pos x="connsiteX17651" y="connsiteY17651"/>
                </a:cxn>
                <a:cxn ang="0">
                  <a:pos x="connsiteX17652" y="connsiteY17652"/>
                </a:cxn>
                <a:cxn ang="0">
                  <a:pos x="connsiteX17653" y="connsiteY17653"/>
                </a:cxn>
                <a:cxn ang="0">
                  <a:pos x="connsiteX17654" y="connsiteY17654"/>
                </a:cxn>
                <a:cxn ang="0">
                  <a:pos x="connsiteX17655" y="connsiteY17655"/>
                </a:cxn>
                <a:cxn ang="0">
                  <a:pos x="connsiteX17656" y="connsiteY17656"/>
                </a:cxn>
                <a:cxn ang="0">
                  <a:pos x="connsiteX17657" y="connsiteY17657"/>
                </a:cxn>
                <a:cxn ang="0">
                  <a:pos x="connsiteX17658" y="connsiteY17658"/>
                </a:cxn>
                <a:cxn ang="0">
                  <a:pos x="connsiteX17659" y="connsiteY17659"/>
                </a:cxn>
                <a:cxn ang="0">
                  <a:pos x="connsiteX17660" y="connsiteY17660"/>
                </a:cxn>
                <a:cxn ang="0">
                  <a:pos x="connsiteX17661" y="connsiteY17661"/>
                </a:cxn>
                <a:cxn ang="0">
                  <a:pos x="connsiteX17662" y="connsiteY17662"/>
                </a:cxn>
                <a:cxn ang="0">
                  <a:pos x="connsiteX17663" y="connsiteY17663"/>
                </a:cxn>
                <a:cxn ang="0">
                  <a:pos x="connsiteX17664" y="connsiteY17664"/>
                </a:cxn>
                <a:cxn ang="0">
                  <a:pos x="connsiteX17665" y="connsiteY17665"/>
                </a:cxn>
                <a:cxn ang="0">
                  <a:pos x="connsiteX17666" y="connsiteY17666"/>
                </a:cxn>
                <a:cxn ang="0">
                  <a:pos x="connsiteX17667" y="connsiteY17667"/>
                </a:cxn>
                <a:cxn ang="0">
                  <a:pos x="connsiteX17668" y="connsiteY17668"/>
                </a:cxn>
                <a:cxn ang="0">
                  <a:pos x="connsiteX17669" y="connsiteY17669"/>
                </a:cxn>
                <a:cxn ang="0">
                  <a:pos x="connsiteX17670" y="connsiteY17670"/>
                </a:cxn>
                <a:cxn ang="0">
                  <a:pos x="connsiteX17671" y="connsiteY17671"/>
                </a:cxn>
                <a:cxn ang="0">
                  <a:pos x="connsiteX17672" y="connsiteY17672"/>
                </a:cxn>
                <a:cxn ang="0">
                  <a:pos x="connsiteX17673" y="connsiteY17673"/>
                </a:cxn>
                <a:cxn ang="0">
                  <a:pos x="connsiteX17674" y="connsiteY17674"/>
                </a:cxn>
                <a:cxn ang="0">
                  <a:pos x="connsiteX17675" y="connsiteY17675"/>
                </a:cxn>
                <a:cxn ang="0">
                  <a:pos x="connsiteX17676" y="connsiteY17676"/>
                </a:cxn>
                <a:cxn ang="0">
                  <a:pos x="connsiteX17677" y="connsiteY17677"/>
                </a:cxn>
                <a:cxn ang="0">
                  <a:pos x="connsiteX17678" y="connsiteY17678"/>
                </a:cxn>
                <a:cxn ang="0">
                  <a:pos x="connsiteX17679" y="connsiteY17679"/>
                </a:cxn>
                <a:cxn ang="0">
                  <a:pos x="connsiteX17680" y="connsiteY17680"/>
                </a:cxn>
                <a:cxn ang="0">
                  <a:pos x="connsiteX17681" y="connsiteY17681"/>
                </a:cxn>
                <a:cxn ang="0">
                  <a:pos x="connsiteX17682" y="connsiteY17682"/>
                </a:cxn>
                <a:cxn ang="0">
                  <a:pos x="connsiteX17683" y="connsiteY17683"/>
                </a:cxn>
                <a:cxn ang="0">
                  <a:pos x="connsiteX17684" y="connsiteY17684"/>
                </a:cxn>
                <a:cxn ang="0">
                  <a:pos x="connsiteX17685" y="connsiteY17685"/>
                </a:cxn>
                <a:cxn ang="0">
                  <a:pos x="connsiteX17686" y="connsiteY17686"/>
                </a:cxn>
                <a:cxn ang="0">
                  <a:pos x="connsiteX17687" y="connsiteY17687"/>
                </a:cxn>
                <a:cxn ang="0">
                  <a:pos x="connsiteX17688" y="connsiteY17688"/>
                </a:cxn>
                <a:cxn ang="0">
                  <a:pos x="connsiteX17689" y="connsiteY17689"/>
                </a:cxn>
                <a:cxn ang="0">
                  <a:pos x="connsiteX17690" y="connsiteY17690"/>
                </a:cxn>
                <a:cxn ang="0">
                  <a:pos x="connsiteX17691" y="connsiteY17691"/>
                </a:cxn>
                <a:cxn ang="0">
                  <a:pos x="connsiteX17692" y="connsiteY17692"/>
                </a:cxn>
                <a:cxn ang="0">
                  <a:pos x="connsiteX17693" y="connsiteY17693"/>
                </a:cxn>
                <a:cxn ang="0">
                  <a:pos x="connsiteX17694" y="connsiteY17694"/>
                </a:cxn>
                <a:cxn ang="0">
                  <a:pos x="connsiteX17695" y="connsiteY17695"/>
                </a:cxn>
                <a:cxn ang="0">
                  <a:pos x="connsiteX17696" y="connsiteY17696"/>
                </a:cxn>
                <a:cxn ang="0">
                  <a:pos x="connsiteX17697" y="connsiteY17697"/>
                </a:cxn>
                <a:cxn ang="0">
                  <a:pos x="connsiteX17698" y="connsiteY17698"/>
                </a:cxn>
                <a:cxn ang="0">
                  <a:pos x="connsiteX17699" y="connsiteY17699"/>
                </a:cxn>
                <a:cxn ang="0">
                  <a:pos x="connsiteX17700" y="connsiteY17700"/>
                </a:cxn>
                <a:cxn ang="0">
                  <a:pos x="connsiteX17701" y="connsiteY17701"/>
                </a:cxn>
                <a:cxn ang="0">
                  <a:pos x="connsiteX17702" y="connsiteY17702"/>
                </a:cxn>
                <a:cxn ang="0">
                  <a:pos x="connsiteX17703" y="connsiteY17703"/>
                </a:cxn>
                <a:cxn ang="0">
                  <a:pos x="connsiteX17704" y="connsiteY17704"/>
                </a:cxn>
                <a:cxn ang="0">
                  <a:pos x="connsiteX17705" y="connsiteY17705"/>
                </a:cxn>
                <a:cxn ang="0">
                  <a:pos x="connsiteX17706" y="connsiteY17706"/>
                </a:cxn>
                <a:cxn ang="0">
                  <a:pos x="connsiteX17707" y="connsiteY17707"/>
                </a:cxn>
                <a:cxn ang="0">
                  <a:pos x="connsiteX17708" y="connsiteY17708"/>
                </a:cxn>
                <a:cxn ang="0">
                  <a:pos x="connsiteX17709" y="connsiteY17709"/>
                </a:cxn>
                <a:cxn ang="0">
                  <a:pos x="connsiteX17710" y="connsiteY17710"/>
                </a:cxn>
                <a:cxn ang="0">
                  <a:pos x="connsiteX17711" y="connsiteY17711"/>
                </a:cxn>
                <a:cxn ang="0">
                  <a:pos x="connsiteX17712" y="connsiteY17712"/>
                </a:cxn>
                <a:cxn ang="0">
                  <a:pos x="connsiteX17713" y="connsiteY17713"/>
                </a:cxn>
                <a:cxn ang="0">
                  <a:pos x="connsiteX17714" y="connsiteY17714"/>
                </a:cxn>
                <a:cxn ang="0">
                  <a:pos x="connsiteX17715" y="connsiteY17715"/>
                </a:cxn>
                <a:cxn ang="0">
                  <a:pos x="connsiteX17716" y="connsiteY17716"/>
                </a:cxn>
                <a:cxn ang="0">
                  <a:pos x="connsiteX17717" y="connsiteY17717"/>
                </a:cxn>
                <a:cxn ang="0">
                  <a:pos x="connsiteX17718" y="connsiteY17718"/>
                </a:cxn>
                <a:cxn ang="0">
                  <a:pos x="connsiteX17719" y="connsiteY17719"/>
                </a:cxn>
                <a:cxn ang="0">
                  <a:pos x="connsiteX17720" y="connsiteY17720"/>
                </a:cxn>
                <a:cxn ang="0">
                  <a:pos x="connsiteX17721" y="connsiteY17721"/>
                </a:cxn>
                <a:cxn ang="0">
                  <a:pos x="connsiteX17722" y="connsiteY17722"/>
                </a:cxn>
                <a:cxn ang="0">
                  <a:pos x="connsiteX17723" y="connsiteY17723"/>
                </a:cxn>
                <a:cxn ang="0">
                  <a:pos x="connsiteX17724" y="connsiteY17724"/>
                </a:cxn>
                <a:cxn ang="0">
                  <a:pos x="connsiteX17725" y="connsiteY17725"/>
                </a:cxn>
                <a:cxn ang="0">
                  <a:pos x="connsiteX17726" y="connsiteY17726"/>
                </a:cxn>
                <a:cxn ang="0">
                  <a:pos x="connsiteX17727" y="connsiteY17727"/>
                </a:cxn>
                <a:cxn ang="0">
                  <a:pos x="connsiteX17728" y="connsiteY17728"/>
                </a:cxn>
                <a:cxn ang="0">
                  <a:pos x="connsiteX17729" y="connsiteY17729"/>
                </a:cxn>
                <a:cxn ang="0">
                  <a:pos x="connsiteX17730" y="connsiteY17730"/>
                </a:cxn>
                <a:cxn ang="0">
                  <a:pos x="connsiteX17731" y="connsiteY17731"/>
                </a:cxn>
                <a:cxn ang="0">
                  <a:pos x="connsiteX17732" y="connsiteY17732"/>
                </a:cxn>
                <a:cxn ang="0">
                  <a:pos x="connsiteX17733" y="connsiteY17733"/>
                </a:cxn>
                <a:cxn ang="0">
                  <a:pos x="connsiteX17734" y="connsiteY17734"/>
                </a:cxn>
                <a:cxn ang="0">
                  <a:pos x="connsiteX17735" y="connsiteY17735"/>
                </a:cxn>
                <a:cxn ang="0">
                  <a:pos x="connsiteX17736" y="connsiteY17736"/>
                </a:cxn>
                <a:cxn ang="0">
                  <a:pos x="connsiteX17737" y="connsiteY17737"/>
                </a:cxn>
                <a:cxn ang="0">
                  <a:pos x="connsiteX17738" y="connsiteY17738"/>
                </a:cxn>
                <a:cxn ang="0">
                  <a:pos x="connsiteX17739" y="connsiteY17739"/>
                </a:cxn>
                <a:cxn ang="0">
                  <a:pos x="connsiteX17740" y="connsiteY17740"/>
                </a:cxn>
                <a:cxn ang="0">
                  <a:pos x="connsiteX17741" y="connsiteY17741"/>
                </a:cxn>
                <a:cxn ang="0">
                  <a:pos x="connsiteX17742" y="connsiteY17742"/>
                </a:cxn>
                <a:cxn ang="0">
                  <a:pos x="connsiteX17743" y="connsiteY17743"/>
                </a:cxn>
                <a:cxn ang="0">
                  <a:pos x="connsiteX17744" y="connsiteY17744"/>
                </a:cxn>
                <a:cxn ang="0">
                  <a:pos x="connsiteX17745" y="connsiteY17745"/>
                </a:cxn>
                <a:cxn ang="0">
                  <a:pos x="connsiteX17746" y="connsiteY17746"/>
                </a:cxn>
                <a:cxn ang="0">
                  <a:pos x="connsiteX17747" y="connsiteY17747"/>
                </a:cxn>
                <a:cxn ang="0">
                  <a:pos x="connsiteX17748" y="connsiteY17748"/>
                </a:cxn>
                <a:cxn ang="0">
                  <a:pos x="connsiteX17749" y="connsiteY17749"/>
                </a:cxn>
                <a:cxn ang="0">
                  <a:pos x="connsiteX17750" y="connsiteY17750"/>
                </a:cxn>
                <a:cxn ang="0">
                  <a:pos x="connsiteX17751" y="connsiteY17751"/>
                </a:cxn>
                <a:cxn ang="0">
                  <a:pos x="connsiteX17752" y="connsiteY17752"/>
                </a:cxn>
                <a:cxn ang="0">
                  <a:pos x="connsiteX17753" y="connsiteY17753"/>
                </a:cxn>
                <a:cxn ang="0">
                  <a:pos x="connsiteX17754" y="connsiteY17754"/>
                </a:cxn>
                <a:cxn ang="0">
                  <a:pos x="connsiteX17755" y="connsiteY17755"/>
                </a:cxn>
                <a:cxn ang="0">
                  <a:pos x="connsiteX17756" y="connsiteY17756"/>
                </a:cxn>
                <a:cxn ang="0">
                  <a:pos x="connsiteX17757" y="connsiteY17757"/>
                </a:cxn>
                <a:cxn ang="0">
                  <a:pos x="connsiteX17758" y="connsiteY17758"/>
                </a:cxn>
                <a:cxn ang="0">
                  <a:pos x="connsiteX17759" y="connsiteY17759"/>
                </a:cxn>
                <a:cxn ang="0">
                  <a:pos x="connsiteX17760" y="connsiteY17760"/>
                </a:cxn>
                <a:cxn ang="0">
                  <a:pos x="connsiteX17761" y="connsiteY17761"/>
                </a:cxn>
                <a:cxn ang="0">
                  <a:pos x="connsiteX17762" y="connsiteY17762"/>
                </a:cxn>
                <a:cxn ang="0">
                  <a:pos x="connsiteX17763" y="connsiteY17763"/>
                </a:cxn>
                <a:cxn ang="0">
                  <a:pos x="connsiteX17764" y="connsiteY17764"/>
                </a:cxn>
                <a:cxn ang="0">
                  <a:pos x="connsiteX17765" y="connsiteY17765"/>
                </a:cxn>
                <a:cxn ang="0">
                  <a:pos x="connsiteX17766" y="connsiteY17766"/>
                </a:cxn>
                <a:cxn ang="0">
                  <a:pos x="connsiteX17767" y="connsiteY17767"/>
                </a:cxn>
                <a:cxn ang="0">
                  <a:pos x="connsiteX17768" y="connsiteY17768"/>
                </a:cxn>
                <a:cxn ang="0">
                  <a:pos x="connsiteX17769" y="connsiteY17769"/>
                </a:cxn>
                <a:cxn ang="0">
                  <a:pos x="connsiteX17770" y="connsiteY17770"/>
                </a:cxn>
                <a:cxn ang="0">
                  <a:pos x="connsiteX17771" y="connsiteY17771"/>
                </a:cxn>
                <a:cxn ang="0">
                  <a:pos x="connsiteX17772" y="connsiteY17772"/>
                </a:cxn>
                <a:cxn ang="0">
                  <a:pos x="connsiteX17773" y="connsiteY17773"/>
                </a:cxn>
                <a:cxn ang="0">
                  <a:pos x="connsiteX17774" y="connsiteY17774"/>
                </a:cxn>
                <a:cxn ang="0">
                  <a:pos x="connsiteX17775" y="connsiteY17775"/>
                </a:cxn>
                <a:cxn ang="0">
                  <a:pos x="connsiteX17776" y="connsiteY17776"/>
                </a:cxn>
                <a:cxn ang="0">
                  <a:pos x="connsiteX17777" y="connsiteY17777"/>
                </a:cxn>
                <a:cxn ang="0">
                  <a:pos x="connsiteX17778" y="connsiteY17778"/>
                </a:cxn>
                <a:cxn ang="0">
                  <a:pos x="connsiteX17779" y="connsiteY17779"/>
                </a:cxn>
                <a:cxn ang="0">
                  <a:pos x="connsiteX17780" y="connsiteY17780"/>
                </a:cxn>
                <a:cxn ang="0">
                  <a:pos x="connsiteX17781" y="connsiteY17781"/>
                </a:cxn>
                <a:cxn ang="0">
                  <a:pos x="connsiteX17782" y="connsiteY17782"/>
                </a:cxn>
                <a:cxn ang="0">
                  <a:pos x="connsiteX17783" y="connsiteY17783"/>
                </a:cxn>
                <a:cxn ang="0">
                  <a:pos x="connsiteX17784" y="connsiteY17784"/>
                </a:cxn>
                <a:cxn ang="0">
                  <a:pos x="connsiteX17785" y="connsiteY17785"/>
                </a:cxn>
                <a:cxn ang="0">
                  <a:pos x="connsiteX17786" y="connsiteY17786"/>
                </a:cxn>
                <a:cxn ang="0">
                  <a:pos x="connsiteX17787" y="connsiteY17787"/>
                </a:cxn>
                <a:cxn ang="0">
                  <a:pos x="connsiteX17788" y="connsiteY17788"/>
                </a:cxn>
                <a:cxn ang="0">
                  <a:pos x="connsiteX17789" y="connsiteY17789"/>
                </a:cxn>
                <a:cxn ang="0">
                  <a:pos x="connsiteX17790" y="connsiteY17790"/>
                </a:cxn>
                <a:cxn ang="0">
                  <a:pos x="connsiteX17791" y="connsiteY17791"/>
                </a:cxn>
                <a:cxn ang="0">
                  <a:pos x="connsiteX17792" y="connsiteY17792"/>
                </a:cxn>
                <a:cxn ang="0">
                  <a:pos x="connsiteX17793" y="connsiteY17793"/>
                </a:cxn>
                <a:cxn ang="0">
                  <a:pos x="connsiteX17794" y="connsiteY17794"/>
                </a:cxn>
                <a:cxn ang="0">
                  <a:pos x="connsiteX17795" y="connsiteY17795"/>
                </a:cxn>
                <a:cxn ang="0">
                  <a:pos x="connsiteX17796" y="connsiteY17796"/>
                </a:cxn>
                <a:cxn ang="0">
                  <a:pos x="connsiteX17797" y="connsiteY17797"/>
                </a:cxn>
                <a:cxn ang="0">
                  <a:pos x="connsiteX17798" y="connsiteY17798"/>
                </a:cxn>
                <a:cxn ang="0">
                  <a:pos x="connsiteX17799" y="connsiteY17799"/>
                </a:cxn>
                <a:cxn ang="0">
                  <a:pos x="connsiteX17800" y="connsiteY17800"/>
                </a:cxn>
                <a:cxn ang="0">
                  <a:pos x="connsiteX17801" y="connsiteY17801"/>
                </a:cxn>
                <a:cxn ang="0">
                  <a:pos x="connsiteX17802" y="connsiteY17802"/>
                </a:cxn>
                <a:cxn ang="0">
                  <a:pos x="connsiteX17803" y="connsiteY17803"/>
                </a:cxn>
                <a:cxn ang="0">
                  <a:pos x="connsiteX17804" y="connsiteY17804"/>
                </a:cxn>
                <a:cxn ang="0">
                  <a:pos x="connsiteX17805" y="connsiteY17805"/>
                </a:cxn>
                <a:cxn ang="0">
                  <a:pos x="connsiteX17806" y="connsiteY17806"/>
                </a:cxn>
                <a:cxn ang="0">
                  <a:pos x="connsiteX17807" y="connsiteY17807"/>
                </a:cxn>
                <a:cxn ang="0">
                  <a:pos x="connsiteX17808" y="connsiteY17808"/>
                </a:cxn>
                <a:cxn ang="0">
                  <a:pos x="connsiteX17809" y="connsiteY17809"/>
                </a:cxn>
                <a:cxn ang="0">
                  <a:pos x="connsiteX17810" y="connsiteY17810"/>
                </a:cxn>
                <a:cxn ang="0">
                  <a:pos x="connsiteX17811" y="connsiteY17811"/>
                </a:cxn>
                <a:cxn ang="0">
                  <a:pos x="connsiteX17812" y="connsiteY17812"/>
                </a:cxn>
                <a:cxn ang="0">
                  <a:pos x="connsiteX17813" y="connsiteY17813"/>
                </a:cxn>
                <a:cxn ang="0">
                  <a:pos x="connsiteX17814" y="connsiteY17814"/>
                </a:cxn>
                <a:cxn ang="0">
                  <a:pos x="connsiteX17815" y="connsiteY17815"/>
                </a:cxn>
                <a:cxn ang="0">
                  <a:pos x="connsiteX17816" y="connsiteY17816"/>
                </a:cxn>
                <a:cxn ang="0">
                  <a:pos x="connsiteX17817" y="connsiteY17817"/>
                </a:cxn>
                <a:cxn ang="0">
                  <a:pos x="connsiteX17818" y="connsiteY17818"/>
                </a:cxn>
                <a:cxn ang="0">
                  <a:pos x="connsiteX17819" y="connsiteY17819"/>
                </a:cxn>
                <a:cxn ang="0">
                  <a:pos x="connsiteX17820" y="connsiteY17820"/>
                </a:cxn>
                <a:cxn ang="0">
                  <a:pos x="connsiteX17821" y="connsiteY17821"/>
                </a:cxn>
                <a:cxn ang="0">
                  <a:pos x="connsiteX17822" y="connsiteY17822"/>
                </a:cxn>
                <a:cxn ang="0">
                  <a:pos x="connsiteX17823" y="connsiteY17823"/>
                </a:cxn>
                <a:cxn ang="0">
                  <a:pos x="connsiteX17824" y="connsiteY17824"/>
                </a:cxn>
                <a:cxn ang="0">
                  <a:pos x="connsiteX17825" y="connsiteY17825"/>
                </a:cxn>
                <a:cxn ang="0">
                  <a:pos x="connsiteX17826" y="connsiteY17826"/>
                </a:cxn>
                <a:cxn ang="0">
                  <a:pos x="connsiteX17827" y="connsiteY17827"/>
                </a:cxn>
                <a:cxn ang="0">
                  <a:pos x="connsiteX17828" y="connsiteY17828"/>
                </a:cxn>
                <a:cxn ang="0">
                  <a:pos x="connsiteX17829" y="connsiteY17829"/>
                </a:cxn>
                <a:cxn ang="0">
                  <a:pos x="connsiteX17830" y="connsiteY17830"/>
                </a:cxn>
                <a:cxn ang="0">
                  <a:pos x="connsiteX17831" y="connsiteY17831"/>
                </a:cxn>
                <a:cxn ang="0">
                  <a:pos x="connsiteX17832" y="connsiteY17832"/>
                </a:cxn>
                <a:cxn ang="0">
                  <a:pos x="connsiteX17833" y="connsiteY17833"/>
                </a:cxn>
                <a:cxn ang="0">
                  <a:pos x="connsiteX17834" y="connsiteY17834"/>
                </a:cxn>
                <a:cxn ang="0">
                  <a:pos x="connsiteX17835" y="connsiteY17835"/>
                </a:cxn>
                <a:cxn ang="0">
                  <a:pos x="connsiteX17836" y="connsiteY17836"/>
                </a:cxn>
                <a:cxn ang="0">
                  <a:pos x="connsiteX17837" y="connsiteY17837"/>
                </a:cxn>
                <a:cxn ang="0">
                  <a:pos x="connsiteX17838" y="connsiteY17838"/>
                </a:cxn>
                <a:cxn ang="0">
                  <a:pos x="connsiteX17839" y="connsiteY17839"/>
                </a:cxn>
                <a:cxn ang="0">
                  <a:pos x="connsiteX17840" y="connsiteY17840"/>
                </a:cxn>
                <a:cxn ang="0">
                  <a:pos x="connsiteX17841" y="connsiteY17841"/>
                </a:cxn>
                <a:cxn ang="0">
                  <a:pos x="connsiteX17842" y="connsiteY17842"/>
                </a:cxn>
                <a:cxn ang="0">
                  <a:pos x="connsiteX17843" y="connsiteY17843"/>
                </a:cxn>
                <a:cxn ang="0">
                  <a:pos x="connsiteX17844" y="connsiteY17844"/>
                </a:cxn>
                <a:cxn ang="0">
                  <a:pos x="connsiteX17845" y="connsiteY17845"/>
                </a:cxn>
                <a:cxn ang="0">
                  <a:pos x="connsiteX17846" y="connsiteY17846"/>
                </a:cxn>
                <a:cxn ang="0">
                  <a:pos x="connsiteX17847" y="connsiteY17847"/>
                </a:cxn>
                <a:cxn ang="0">
                  <a:pos x="connsiteX17848" y="connsiteY17848"/>
                </a:cxn>
                <a:cxn ang="0">
                  <a:pos x="connsiteX17849" y="connsiteY17849"/>
                </a:cxn>
                <a:cxn ang="0">
                  <a:pos x="connsiteX17850" y="connsiteY17850"/>
                </a:cxn>
                <a:cxn ang="0">
                  <a:pos x="connsiteX17851" y="connsiteY17851"/>
                </a:cxn>
                <a:cxn ang="0">
                  <a:pos x="connsiteX17852" y="connsiteY17852"/>
                </a:cxn>
                <a:cxn ang="0">
                  <a:pos x="connsiteX17853" y="connsiteY17853"/>
                </a:cxn>
                <a:cxn ang="0">
                  <a:pos x="connsiteX17854" y="connsiteY17854"/>
                </a:cxn>
                <a:cxn ang="0">
                  <a:pos x="connsiteX17855" y="connsiteY17855"/>
                </a:cxn>
                <a:cxn ang="0">
                  <a:pos x="connsiteX17856" y="connsiteY17856"/>
                </a:cxn>
                <a:cxn ang="0">
                  <a:pos x="connsiteX17857" y="connsiteY17857"/>
                </a:cxn>
                <a:cxn ang="0">
                  <a:pos x="connsiteX17858" y="connsiteY17858"/>
                </a:cxn>
                <a:cxn ang="0">
                  <a:pos x="connsiteX17859" y="connsiteY17859"/>
                </a:cxn>
                <a:cxn ang="0">
                  <a:pos x="connsiteX17860" y="connsiteY17860"/>
                </a:cxn>
                <a:cxn ang="0">
                  <a:pos x="connsiteX17861" y="connsiteY17861"/>
                </a:cxn>
                <a:cxn ang="0">
                  <a:pos x="connsiteX17862" y="connsiteY17862"/>
                </a:cxn>
                <a:cxn ang="0">
                  <a:pos x="connsiteX17863" y="connsiteY17863"/>
                </a:cxn>
                <a:cxn ang="0">
                  <a:pos x="connsiteX17864" y="connsiteY17864"/>
                </a:cxn>
                <a:cxn ang="0">
                  <a:pos x="connsiteX17865" y="connsiteY17865"/>
                </a:cxn>
                <a:cxn ang="0">
                  <a:pos x="connsiteX17866" y="connsiteY17866"/>
                </a:cxn>
                <a:cxn ang="0">
                  <a:pos x="connsiteX17867" y="connsiteY17867"/>
                </a:cxn>
                <a:cxn ang="0">
                  <a:pos x="connsiteX17868" y="connsiteY17868"/>
                </a:cxn>
                <a:cxn ang="0">
                  <a:pos x="connsiteX17869" y="connsiteY17869"/>
                </a:cxn>
                <a:cxn ang="0">
                  <a:pos x="connsiteX17870" y="connsiteY17870"/>
                </a:cxn>
                <a:cxn ang="0">
                  <a:pos x="connsiteX17871" y="connsiteY17871"/>
                </a:cxn>
                <a:cxn ang="0">
                  <a:pos x="connsiteX17872" y="connsiteY17872"/>
                </a:cxn>
                <a:cxn ang="0">
                  <a:pos x="connsiteX17873" y="connsiteY17873"/>
                </a:cxn>
                <a:cxn ang="0">
                  <a:pos x="connsiteX17874" y="connsiteY17874"/>
                </a:cxn>
                <a:cxn ang="0">
                  <a:pos x="connsiteX17875" y="connsiteY17875"/>
                </a:cxn>
                <a:cxn ang="0">
                  <a:pos x="connsiteX17876" y="connsiteY17876"/>
                </a:cxn>
                <a:cxn ang="0">
                  <a:pos x="connsiteX17877" y="connsiteY17877"/>
                </a:cxn>
                <a:cxn ang="0">
                  <a:pos x="connsiteX17878" y="connsiteY17878"/>
                </a:cxn>
                <a:cxn ang="0">
                  <a:pos x="connsiteX17879" y="connsiteY17879"/>
                </a:cxn>
                <a:cxn ang="0">
                  <a:pos x="connsiteX17880" y="connsiteY17880"/>
                </a:cxn>
                <a:cxn ang="0">
                  <a:pos x="connsiteX17881" y="connsiteY17881"/>
                </a:cxn>
                <a:cxn ang="0">
                  <a:pos x="connsiteX17882" y="connsiteY17882"/>
                </a:cxn>
                <a:cxn ang="0">
                  <a:pos x="connsiteX17883" y="connsiteY17883"/>
                </a:cxn>
                <a:cxn ang="0">
                  <a:pos x="connsiteX17884" y="connsiteY17884"/>
                </a:cxn>
                <a:cxn ang="0">
                  <a:pos x="connsiteX17885" y="connsiteY17885"/>
                </a:cxn>
                <a:cxn ang="0">
                  <a:pos x="connsiteX17886" y="connsiteY17886"/>
                </a:cxn>
                <a:cxn ang="0">
                  <a:pos x="connsiteX17887" y="connsiteY17887"/>
                </a:cxn>
                <a:cxn ang="0">
                  <a:pos x="connsiteX17888" y="connsiteY17888"/>
                </a:cxn>
                <a:cxn ang="0">
                  <a:pos x="connsiteX17889" y="connsiteY17889"/>
                </a:cxn>
                <a:cxn ang="0">
                  <a:pos x="connsiteX17890" y="connsiteY17890"/>
                </a:cxn>
                <a:cxn ang="0">
                  <a:pos x="connsiteX17891" y="connsiteY17891"/>
                </a:cxn>
                <a:cxn ang="0">
                  <a:pos x="connsiteX17892" y="connsiteY17892"/>
                </a:cxn>
                <a:cxn ang="0">
                  <a:pos x="connsiteX17893" y="connsiteY17893"/>
                </a:cxn>
                <a:cxn ang="0">
                  <a:pos x="connsiteX17894" y="connsiteY17894"/>
                </a:cxn>
                <a:cxn ang="0">
                  <a:pos x="connsiteX17895" y="connsiteY17895"/>
                </a:cxn>
                <a:cxn ang="0">
                  <a:pos x="connsiteX17896" y="connsiteY17896"/>
                </a:cxn>
                <a:cxn ang="0">
                  <a:pos x="connsiteX17897" y="connsiteY17897"/>
                </a:cxn>
                <a:cxn ang="0">
                  <a:pos x="connsiteX17898" y="connsiteY17898"/>
                </a:cxn>
                <a:cxn ang="0">
                  <a:pos x="connsiteX17899" y="connsiteY17899"/>
                </a:cxn>
                <a:cxn ang="0">
                  <a:pos x="connsiteX17900" y="connsiteY17900"/>
                </a:cxn>
                <a:cxn ang="0">
                  <a:pos x="connsiteX17901" y="connsiteY17901"/>
                </a:cxn>
                <a:cxn ang="0">
                  <a:pos x="connsiteX17902" y="connsiteY17902"/>
                </a:cxn>
                <a:cxn ang="0">
                  <a:pos x="connsiteX17903" y="connsiteY17903"/>
                </a:cxn>
                <a:cxn ang="0">
                  <a:pos x="connsiteX17904" y="connsiteY17904"/>
                </a:cxn>
                <a:cxn ang="0">
                  <a:pos x="connsiteX17905" y="connsiteY17905"/>
                </a:cxn>
                <a:cxn ang="0">
                  <a:pos x="connsiteX17906" y="connsiteY17906"/>
                </a:cxn>
                <a:cxn ang="0">
                  <a:pos x="connsiteX17907" y="connsiteY17907"/>
                </a:cxn>
                <a:cxn ang="0">
                  <a:pos x="connsiteX17908" y="connsiteY17908"/>
                </a:cxn>
                <a:cxn ang="0">
                  <a:pos x="connsiteX17909" y="connsiteY17909"/>
                </a:cxn>
                <a:cxn ang="0">
                  <a:pos x="connsiteX17910" y="connsiteY17910"/>
                </a:cxn>
                <a:cxn ang="0">
                  <a:pos x="connsiteX17911" y="connsiteY17911"/>
                </a:cxn>
                <a:cxn ang="0">
                  <a:pos x="connsiteX17912" y="connsiteY17912"/>
                </a:cxn>
                <a:cxn ang="0">
                  <a:pos x="connsiteX17913" y="connsiteY17913"/>
                </a:cxn>
                <a:cxn ang="0">
                  <a:pos x="connsiteX17914" y="connsiteY17914"/>
                </a:cxn>
                <a:cxn ang="0">
                  <a:pos x="connsiteX17915" y="connsiteY17915"/>
                </a:cxn>
                <a:cxn ang="0">
                  <a:pos x="connsiteX17916" y="connsiteY17916"/>
                </a:cxn>
                <a:cxn ang="0">
                  <a:pos x="connsiteX17917" y="connsiteY17917"/>
                </a:cxn>
                <a:cxn ang="0">
                  <a:pos x="connsiteX17918" y="connsiteY17918"/>
                </a:cxn>
                <a:cxn ang="0">
                  <a:pos x="connsiteX17919" y="connsiteY17919"/>
                </a:cxn>
                <a:cxn ang="0">
                  <a:pos x="connsiteX17920" y="connsiteY17920"/>
                </a:cxn>
                <a:cxn ang="0">
                  <a:pos x="connsiteX17921" y="connsiteY17921"/>
                </a:cxn>
                <a:cxn ang="0">
                  <a:pos x="connsiteX17922" y="connsiteY17922"/>
                </a:cxn>
                <a:cxn ang="0">
                  <a:pos x="connsiteX17923" y="connsiteY17923"/>
                </a:cxn>
                <a:cxn ang="0">
                  <a:pos x="connsiteX17924" y="connsiteY17924"/>
                </a:cxn>
                <a:cxn ang="0">
                  <a:pos x="connsiteX17925" y="connsiteY17925"/>
                </a:cxn>
                <a:cxn ang="0">
                  <a:pos x="connsiteX17926" y="connsiteY17926"/>
                </a:cxn>
                <a:cxn ang="0">
                  <a:pos x="connsiteX17927" y="connsiteY17927"/>
                </a:cxn>
                <a:cxn ang="0">
                  <a:pos x="connsiteX17928" y="connsiteY17928"/>
                </a:cxn>
                <a:cxn ang="0">
                  <a:pos x="connsiteX17929" y="connsiteY17929"/>
                </a:cxn>
                <a:cxn ang="0">
                  <a:pos x="connsiteX17930" y="connsiteY17930"/>
                </a:cxn>
                <a:cxn ang="0">
                  <a:pos x="connsiteX17931" y="connsiteY17931"/>
                </a:cxn>
                <a:cxn ang="0">
                  <a:pos x="connsiteX17932" y="connsiteY17932"/>
                </a:cxn>
                <a:cxn ang="0">
                  <a:pos x="connsiteX17933" y="connsiteY17933"/>
                </a:cxn>
                <a:cxn ang="0">
                  <a:pos x="connsiteX17934" y="connsiteY17934"/>
                </a:cxn>
                <a:cxn ang="0">
                  <a:pos x="connsiteX17935" y="connsiteY17935"/>
                </a:cxn>
                <a:cxn ang="0">
                  <a:pos x="connsiteX17936" y="connsiteY17936"/>
                </a:cxn>
                <a:cxn ang="0">
                  <a:pos x="connsiteX17937" y="connsiteY17937"/>
                </a:cxn>
                <a:cxn ang="0">
                  <a:pos x="connsiteX17938" y="connsiteY17938"/>
                </a:cxn>
                <a:cxn ang="0">
                  <a:pos x="connsiteX17939" y="connsiteY17939"/>
                </a:cxn>
                <a:cxn ang="0">
                  <a:pos x="connsiteX17940" y="connsiteY17940"/>
                </a:cxn>
                <a:cxn ang="0">
                  <a:pos x="connsiteX17941" y="connsiteY17941"/>
                </a:cxn>
                <a:cxn ang="0">
                  <a:pos x="connsiteX17942" y="connsiteY17942"/>
                </a:cxn>
                <a:cxn ang="0">
                  <a:pos x="connsiteX17943" y="connsiteY17943"/>
                </a:cxn>
                <a:cxn ang="0">
                  <a:pos x="connsiteX17944" y="connsiteY17944"/>
                </a:cxn>
                <a:cxn ang="0">
                  <a:pos x="connsiteX17945" y="connsiteY17945"/>
                </a:cxn>
                <a:cxn ang="0">
                  <a:pos x="connsiteX17946" y="connsiteY17946"/>
                </a:cxn>
                <a:cxn ang="0">
                  <a:pos x="connsiteX17947" y="connsiteY17947"/>
                </a:cxn>
                <a:cxn ang="0">
                  <a:pos x="connsiteX17948" y="connsiteY17948"/>
                </a:cxn>
                <a:cxn ang="0">
                  <a:pos x="connsiteX17949" y="connsiteY17949"/>
                </a:cxn>
                <a:cxn ang="0">
                  <a:pos x="connsiteX17950" y="connsiteY17950"/>
                </a:cxn>
                <a:cxn ang="0">
                  <a:pos x="connsiteX17951" y="connsiteY17951"/>
                </a:cxn>
                <a:cxn ang="0">
                  <a:pos x="connsiteX17952" y="connsiteY17952"/>
                </a:cxn>
                <a:cxn ang="0">
                  <a:pos x="connsiteX17953" y="connsiteY17953"/>
                </a:cxn>
                <a:cxn ang="0">
                  <a:pos x="connsiteX17954" y="connsiteY17954"/>
                </a:cxn>
                <a:cxn ang="0">
                  <a:pos x="connsiteX17955" y="connsiteY17955"/>
                </a:cxn>
                <a:cxn ang="0">
                  <a:pos x="connsiteX17956" y="connsiteY17956"/>
                </a:cxn>
                <a:cxn ang="0">
                  <a:pos x="connsiteX17957" y="connsiteY17957"/>
                </a:cxn>
                <a:cxn ang="0">
                  <a:pos x="connsiteX17958" y="connsiteY17958"/>
                </a:cxn>
                <a:cxn ang="0">
                  <a:pos x="connsiteX17959" y="connsiteY17959"/>
                </a:cxn>
                <a:cxn ang="0">
                  <a:pos x="connsiteX17960" y="connsiteY17960"/>
                </a:cxn>
                <a:cxn ang="0">
                  <a:pos x="connsiteX17961" y="connsiteY17961"/>
                </a:cxn>
                <a:cxn ang="0">
                  <a:pos x="connsiteX17962" y="connsiteY17962"/>
                </a:cxn>
                <a:cxn ang="0">
                  <a:pos x="connsiteX17963" y="connsiteY17963"/>
                </a:cxn>
                <a:cxn ang="0">
                  <a:pos x="connsiteX17964" y="connsiteY17964"/>
                </a:cxn>
                <a:cxn ang="0">
                  <a:pos x="connsiteX17965" y="connsiteY17965"/>
                </a:cxn>
                <a:cxn ang="0">
                  <a:pos x="connsiteX17966" y="connsiteY17966"/>
                </a:cxn>
                <a:cxn ang="0">
                  <a:pos x="connsiteX17967" y="connsiteY17967"/>
                </a:cxn>
                <a:cxn ang="0">
                  <a:pos x="connsiteX17968" y="connsiteY17968"/>
                </a:cxn>
                <a:cxn ang="0">
                  <a:pos x="connsiteX17969" y="connsiteY17969"/>
                </a:cxn>
                <a:cxn ang="0">
                  <a:pos x="connsiteX17970" y="connsiteY17970"/>
                </a:cxn>
                <a:cxn ang="0">
                  <a:pos x="connsiteX17971" y="connsiteY17971"/>
                </a:cxn>
                <a:cxn ang="0">
                  <a:pos x="connsiteX17972" y="connsiteY17972"/>
                </a:cxn>
                <a:cxn ang="0">
                  <a:pos x="connsiteX17973" y="connsiteY17973"/>
                </a:cxn>
                <a:cxn ang="0">
                  <a:pos x="connsiteX17974" y="connsiteY17974"/>
                </a:cxn>
                <a:cxn ang="0">
                  <a:pos x="connsiteX17975" y="connsiteY17975"/>
                </a:cxn>
                <a:cxn ang="0">
                  <a:pos x="connsiteX17976" y="connsiteY17976"/>
                </a:cxn>
                <a:cxn ang="0">
                  <a:pos x="connsiteX17977" y="connsiteY17977"/>
                </a:cxn>
                <a:cxn ang="0">
                  <a:pos x="connsiteX17978" y="connsiteY17978"/>
                </a:cxn>
                <a:cxn ang="0">
                  <a:pos x="connsiteX17979" y="connsiteY17979"/>
                </a:cxn>
                <a:cxn ang="0">
                  <a:pos x="connsiteX17980" y="connsiteY17980"/>
                </a:cxn>
                <a:cxn ang="0">
                  <a:pos x="connsiteX17981" y="connsiteY17981"/>
                </a:cxn>
                <a:cxn ang="0">
                  <a:pos x="connsiteX17982" y="connsiteY17982"/>
                </a:cxn>
                <a:cxn ang="0">
                  <a:pos x="connsiteX17983" y="connsiteY17983"/>
                </a:cxn>
                <a:cxn ang="0">
                  <a:pos x="connsiteX17984" y="connsiteY17984"/>
                </a:cxn>
                <a:cxn ang="0">
                  <a:pos x="connsiteX17985" y="connsiteY17985"/>
                </a:cxn>
                <a:cxn ang="0">
                  <a:pos x="connsiteX17986" y="connsiteY17986"/>
                </a:cxn>
                <a:cxn ang="0">
                  <a:pos x="connsiteX17987" y="connsiteY17987"/>
                </a:cxn>
                <a:cxn ang="0">
                  <a:pos x="connsiteX17988" y="connsiteY17988"/>
                </a:cxn>
                <a:cxn ang="0">
                  <a:pos x="connsiteX17989" y="connsiteY17989"/>
                </a:cxn>
                <a:cxn ang="0">
                  <a:pos x="connsiteX17990" y="connsiteY17990"/>
                </a:cxn>
                <a:cxn ang="0">
                  <a:pos x="connsiteX17991" y="connsiteY17991"/>
                </a:cxn>
                <a:cxn ang="0">
                  <a:pos x="connsiteX17992" y="connsiteY17992"/>
                </a:cxn>
                <a:cxn ang="0">
                  <a:pos x="connsiteX17993" y="connsiteY17993"/>
                </a:cxn>
                <a:cxn ang="0">
                  <a:pos x="connsiteX17994" y="connsiteY17994"/>
                </a:cxn>
                <a:cxn ang="0">
                  <a:pos x="connsiteX17995" y="connsiteY17995"/>
                </a:cxn>
                <a:cxn ang="0">
                  <a:pos x="connsiteX17996" y="connsiteY17996"/>
                </a:cxn>
                <a:cxn ang="0">
                  <a:pos x="connsiteX17997" y="connsiteY17997"/>
                </a:cxn>
                <a:cxn ang="0">
                  <a:pos x="connsiteX17998" y="connsiteY17998"/>
                </a:cxn>
                <a:cxn ang="0">
                  <a:pos x="connsiteX17999" y="connsiteY17999"/>
                </a:cxn>
                <a:cxn ang="0">
                  <a:pos x="connsiteX18000" y="connsiteY18000"/>
                </a:cxn>
                <a:cxn ang="0">
                  <a:pos x="connsiteX18001" y="connsiteY18001"/>
                </a:cxn>
                <a:cxn ang="0">
                  <a:pos x="connsiteX18002" y="connsiteY18002"/>
                </a:cxn>
                <a:cxn ang="0">
                  <a:pos x="connsiteX18003" y="connsiteY18003"/>
                </a:cxn>
                <a:cxn ang="0">
                  <a:pos x="connsiteX18004" y="connsiteY18004"/>
                </a:cxn>
                <a:cxn ang="0">
                  <a:pos x="connsiteX18005" y="connsiteY18005"/>
                </a:cxn>
                <a:cxn ang="0">
                  <a:pos x="connsiteX18006" y="connsiteY18006"/>
                </a:cxn>
                <a:cxn ang="0">
                  <a:pos x="connsiteX18007" y="connsiteY18007"/>
                </a:cxn>
                <a:cxn ang="0">
                  <a:pos x="connsiteX18008" y="connsiteY18008"/>
                </a:cxn>
                <a:cxn ang="0">
                  <a:pos x="connsiteX18009" y="connsiteY18009"/>
                </a:cxn>
                <a:cxn ang="0">
                  <a:pos x="connsiteX18010" y="connsiteY18010"/>
                </a:cxn>
                <a:cxn ang="0">
                  <a:pos x="connsiteX18011" y="connsiteY18011"/>
                </a:cxn>
                <a:cxn ang="0">
                  <a:pos x="connsiteX18012" y="connsiteY18012"/>
                </a:cxn>
                <a:cxn ang="0">
                  <a:pos x="connsiteX18013" y="connsiteY18013"/>
                </a:cxn>
                <a:cxn ang="0">
                  <a:pos x="connsiteX18014" y="connsiteY18014"/>
                </a:cxn>
                <a:cxn ang="0">
                  <a:pos x="connsiteX18015" y="connsiteY18015"/>
                </a:cxn>
                <a:cxn ang="0">
                  <a:pos x="connsiteX18016" y="connsiteY18016"/>
                </a:cxn>
                <a:cxn ang="0">
                  <a:pos x="connsiteX18017" y="connsiteY18017"/>
                </a:cxn>
                <a:cxn ang="0">
                  <a:pos x="connsiteX18018" y="connsiteY18018"/>
                </a:cxn>
                <a:cxn ang="0">
                  <a:pos x="connsiteX18019" y="connsiteY18019"/>
                </a:cxn>
                <a:cxn ang="0">
                  <a:pos x="connsiteX18020" y="connsiteY18020"/>
                </a:cxn>
                <a:cxn ang="0">
                  <a:pos x="connsiteX18021" y="connsiteY18021"/>
                </a:cxn>
                <a:cxn ang="0">
                  <a:pos x="connsiteX18022" y="connsiteY18022"/>
                </a:cxn>
                <a:cxn ang="0">
                  <a:pos x="connsiteX18023" y="connsiteY18023"/>
                </a:cxn>
                <a:cxn ang="0">
                  <a:pos x="connsiteX18024" y="connsiteY18024"/>
                </a:cxn>
                <a:cxn ang="0">
                  <a:pos x="connsiteX18025" y="connsiteY18025"/>
                </a:cxn>
                <a:cxn ang="0">
                  <a:pos x="connsiteX18026" y="connsiteY18026"/>
                </a:cxn>
                <a:cxn ang="0">
                  <a:pos x="connsiteX18027" y="connsiteY18027"/>
                </a:cxn>
                <a:cxn ang="0">
                  <a:pos x="connsiteX18028" y="connsiteY18028"/>
                </a:cxn>
                <a:cxn ang="0">
                  <a:pos x="connsiteX18029" y="connsiteY18029"/>
                </a:cxn>
                <a:cxn ang="0">
                  <a:pos x="connsiteX18030" y="connsiteY18030"/>
                </a:cxn>
                <a:cxn ang="0">
                  <a:pos x="connsiteX18031" y="connsiteY18031"/>
                </a:cxn>
                <a:cxn ang="0">
                  <a:pos x="connsiteX18032" y="connsiteY18032"/>
                </a:cxn>
                <a:cxn ang="0">
                  <a:pos x="connsiteX18033" y="connsiteY18033"/>
                </a:cxn>
                <a:cxn ang="0">
                  <a:pos x="connsiteX18034" y="connsiteY18034"/>
                </a:cxn>
                <a:cxn ang="0">
                  <a:pos x="connsiteX18035" y="connsiteY18035"/>
                </a:cxn>
                <a:cxn ang="0">
                  <a:pos x="connsiteX18036" y="connsiteY18036"/>
                </a:cxn>
                <a:cxn ang="0">
                  <a:pos x="connsiteX18037" y="connsiteY18037"/>
                </a:cxn>
                <a:cxn ang="0">
                  <a:pos x="connsiteX18038" y="connsiteY18038"/>
                </a:cxn>
                <a:cxn ang="0">
                  <a:pos x="connsiteX18039" y="connsiteY18039"/>
                </a:cxn>
                <a:cxn ang="0">
                  <a:pos x="connsiteX18040" y="connsiteY18040"/>
                </a:cxn>
                <a:cxn ang="0">
                  <a:pos x="connsiteX18041" y="connsiteY18041"/>
                </a:cxn>
                <a:cxn ang="0">
                  <a:pos x="connsiteX18042" y="connsiteY18042"/>
                </a:cxn>
                <a:cxn ang="0">
                  <a:pos x="connsiteX18043" y="connsiteY18043"/>
                </a:cxn>
                <a:cxn ang="0">
                  <a:pos x="connsiteX18044" y="connsiteY18044"/>
                </a:cxn>
                <a:cxn ang="0">
                  <a:pos x="connsiteX18045" y="connsiteY18045"/>
                </a:cxn>
                <a:cxn ang="0">
                  <a:pos x="connsiteX18046" y="connsiteY18046"/>
                </a:cxn>
                <a:cxn ang="0">
                  <a:pos x="connsiteX18047" y="connsiteY18047"/>
                </a:cxn>
                <a:cxn ang="0">
                  <a:pos x="connsiteX18048" y="connsiteY18048"/>
                </a:cxn>
                <a:cxn ang="0">
                  <a:pos x="connsiteX18049" y="connsiteY18049"/>
                </a:cxn>
                <a:cxn ang="0">
                  <a:pos x="connsiteX18050" y="connsiteY18050"/>
                </a:cxn>
                <a:cxn ang="0">
                  <a:pos x="connsiteX18051" y="connsiteY18051"/>
                </a:cxn>
                <a:cxn ang="0">
                  <a:pos x="connsiteX18052" y="connsiteY18052"/>
                </a:cxn>
                <a:cxn ang="0">
                  <a:pos x="connsiteX18053" y="connsiteY18053"/>
                </a:cxn>
                <a:cxn ang="0">
                  <a:pos x="connsiteX18054" y="connsiteY18054"/>
                </a:cxn>
                <a:cxn ang="0">
                  <a:pos x="connsiteX18055" y="connsiteY18055"/>
                </a:cxn>
                <a:cxn ang="0">
                  <a:pos x="connsiteX18056" y="connsiteY18056"/>
                </a:cxn>
                <a:cxn ang="0">
                  <a:pos x="connsiteX18057" y="connsiteY18057"/>
                </a:cxn>
                <a:cxn ang="0">
                  <a:pos x="connsiteX18058" y="connsiteY18058"/>
                </a:cxn>
                <a:cxn ang="0">
                  <a:pos x="connsiteX18059" y="connsiteY18059"/>
                </a:cxn>
                <a:cxn ang="0">
                  <a:pos x="connsiteX18060" y="connsiteY18060"/>
                </a:cxn>
                <a:cxn ang="0">
                  <a:pos x="connsiteX18061" y="connsiteY18061"/>
                </a:cxn>
                <a:cxn ang="0">
                  <a:pos x="connsiteX18062" y="connsiteY18062"/>
                </a:cxn>
                <a:cxn ang="0">
                  <a:pos x="connsiteX18063" y="connsiteY18063"/>
                </a:cxn>
                <a:cxn ang="0">
                  <a:pos x="connsiteX18064" y="connsiteY18064"/>
                </a:cxn>
                <a:cxn ang="0">
                  <a:pos x="connsiteX18065" y="connsiteY18065"/>
                </a:cxn>
                <a:cxn ang="0">
                  <a:pos x="connsiteX18066" y="connsiteY18066"/>
                </a:cxn>
                <a:cxn ang="0">
                  <a:pos x="connsiteX18067" y="connsiteY18067"/>
                </a:cxn>
                <a:cxn ang="0">
                  <a:pos x="connsiteX18068" y="connsiteY18068"/>
                </a:cxn>
                <a:cxn ang="0">
                  <a:pos x="connsiteX18069" y="connsiteY18069"/>
                </a:cxn>
                <a:cxn ang="0">
                  <a:pos x="connsiteX18070" y="connsiteY18070"/>
                </a:cxn>
                <a:cxn ang="0">
                  <a:pos x="connsiteX18071" y="connsiteY18071"/>
                </a:cxn>
                <a:cxn ang="0">
                  <a:pos x="connsiteX18072" y="connsiteY18072"/>
                </a:cxn>
                <a:cxn ang="0">
                  <a:pos x="connsiteX18073" y="connsiteY18073"/>
                </a:cxn>
                <a:cxn ang="0">
                  <a:pos x="connsiteX18074" y="connsiteY18074"/>
                </a:cxn>
                <a:cxn ang="0">
                  <a:pos x="connsiteX18075" y="connsiteY18075"/>
                </a:cxn>
                <a:cxn ang="0">
                  <a:pos x="connsiteX18076" y="connsiteY18076"/>
                </a:cxn>
                <a:cxn ang="0">
                  <a:pos x="connsiteX18077" y="connsiteY18077"/>
                </a:cxn>
                <a:cxn ang="0">
                  <a:pos x="connsiteX18078" y="connsiteY18078"/>
                </a:cxn>
                <a:cxn ang="0">
                  <a:pos x="connsiteX18079" y="connsiteY18079"/>
                </a:cxn>
                <a:cxn ang="0">
                  <a:pos x="connsiteX18080" y="connsiteY18080"/>
                </a:cxn>
                <a:cxn ang="0">
                  <a:pos x="connsiteX18081" y="connsiteY18081"/>
                </a:cxn>
                <a:cxn ang="0">
                  <a:pos x="connsiteX18082" y="connsiteY18082"/>
                </a:cxn>
                <a:cxn ang="0">
                  <a:pos x="connsiteX18083" y="connsiteY18083"/>
                </a:cxn>
                <a:cxn ang="0">
                  <a:pos x="connsiteX18084" y="connsiteY18084"/>
                </a:cxn>
                <a:cxn ang="0">
                  <a:pos x="connsiteX18085" y="connsiteY18085"/>
                </a:cxn>
                <a:cxn ang="0">
                  <a:pos x="connsiteX18086" y="connsiteY18086"/>
                </a:cxn>
                <a:cxn ang="0">
                  <a:pos x="connsiteX18087" y="connsiteY18087"/>
                </a:cxn>
                <a:cxn ang="0">
                  <a:pos x="connsiteX18088" y="connsiteY18088"/>
                </a:cxn>
                <a:cxn ang="0">
                  <a:pos x="connsiteX18089" y="connsiteY18089"/>
                </a:cxn>
                <a:cxn ang="0">
                  <a:pos x="connsiteX18090" y="connsiteY18090"/>
                </a:cxn>
                <a:cxn ang="0">
                  <a:pos x="connsiteX18091" y="connsiteY18091"/>
                </a:cxn>
                <a:cxn ang="0">
                  <a:pos x="connsiteX18092" y="connsiteY18092"/>
                </a:cxn>
                <a:cxn ang="0">
                  <a:pos x="connsiteX18093" y="connsiteY18093"/>
                </a:cxn>
                <a:cxn ang="0">
                  <a:pos x="connsiteX18094" y="connsiteY18094"/>
                </a:cxn>
                <a:cxn ang="0">
                  <a:pos x="connsiteX18095" y="connsiteY18095"/>
                </a:cxn>
                <a:cxn ang="0">
                  <a:pos x="connsiteX18096" y="connsiteY18096"/>
                </a:cxn>
                <a:cxn ang="0">
                  <a:pos x="connsiteX18097" y="connsiteY18097"/>
                </a:cxn>
                <a:cxn ang="0">
                  <a:pos x="connsiteX18098" y="connsiteY18098"/>
                </a:cxn>
                <a:cxn ang="0">
                  <a:pos x="connsiteX18099" y="connsiteY18099"/>
                </a:cxn>
                <a:cxn ang="0">
                  <a:pos x="connsiteX18100" y="connsiteY18100"/>
                </a:cxn>
                <a:cxn ang="0">
                  <a:pos x="connsiteX18101" y="connsiteY18101"/>
                </a:cxn>
                <a:cxn ang="0">
                  <a:pos x="connsiteX18102" y="connsiteY18102"/>
                </a:cxn>
                <a:cxn ang="0">
                  <a:pos x="connsiteX18103" y="connsiteY18103"/>
                </a:cxn>
                <a:cxn ang="0">
                  <a:pos x="connsiteX18104" y="connsiteY18104"/>
                </a:cxn>
                <a:cxn ang="0">
                  <a:pos x="connsiteX18105" y="connsiteY18105"/>
                </a:cxn>
                <a:cxn ang="0">
                  <a:pos x="connsiteX18106" y="connsiteY18106"/>
                </a:cxn>
                <a:cxn ang="0">
                  <a:pos x="connsiteX18107" y="connsiteY18107"/>
                </a:cxn>
                <a:cxn ang="0">
                  <a:pos x="connsiteX18108" y="connsiteY18108"/>
                </a:cxn>
                <a:cxn ang="0">
                  <a:pos x="connsiteX18109" y="connsiteY18109"/>
                </a:cxn>
                <a:cxn ang="0">
                  <a:pos x="connsiteX18110" y="connsiteY18110"/>
                </a:cxn>
                <a:cxn ang="0">
                  <a:pos x="connsiteX18111" y="connsiteY18111"/>
                </a:cxn>
                <a:cxn ang="0">
                  <a:pos x="connsiteX18112" y="connsiteY18112"/>
                </a:cxn>
                <a:cxn ang="0">
                  <a:pos x="connsiteX18113" y="connsiteY18113"/>
                </a:cxn>
                <a:cxn ang="0">
                  <a:pos x="connsiteX18114" y="connsiteY18114"/>
                </a:cxn>
                <a:cxn ang="0">
                  <a:pos x="connsiteX18115" y="connsiteY18115"/>
                </a:cxn>
                <a:cxn ang="0">
                  <a:pos x="connsiteX18116" y="connsiteY18116"/>
                </a:cxn>
                <a:cxn ang="0">
                  <a:pos x="connsiteX18117" y="connsiteY18117"/>
                </a:cxn>
                <a:cxn ang="0">
                  <a:pos x="connsiteX18118" y="connsiteY18118"/>
                </a:cxn>
                <a:cxn ang="0">
                  <a:pos x="connsiteX18119" y="connsiteY18119"/>
                </a:cxn>
                <a:cxn ang="0">
                  <a:pos x="connsiteX18120" y="connsiteY18120"/>
                </a:cxn>
                <a:cxn ang="0">
                  <a:pos x="connsiteX18121" y="connsiteY18121"/>
                </a:cxn>
                <a:cxn ang="0">
                  <a:pos x="connsiteX18122" y="connsiteY18122"/>
                </a:cxn>
                <a:cxn ang="0">
                  <a:pos x="connsiteX18123" y="connsiteY18123"/>
                </a:cxn>
                <a:cxn ang="0">
                  <a:pos x="connsiteX18124" y="connsiteY18124"/>
                </a:cxn>
                <a:cxn ang="0">
                  <a:pos x="connsiteX18125" y="connsiteY18125"/>
                </a:cxn>
                <a:cxn ang="0">
                  <a:pos x="connsiteX18126" y="connsiteY18126"/>
                </a:cxn>
                <a:cxn ang="0">
                  <a:pos x="connsiteX18127" y="connsiteY18127"/>
                </a:cxn>
                <a:cxn ang="0">
                  <a:pos x="connsiteX18128" y="connsiteY18128"/>
                </a:cxn>
                <a:cxn ang="0">
                  <a:pos x="connsiteX18129" y="connsiteY18129"/>
                </a:cxn>
                <a:cxn ang="0">
                  <a:pos x="connsiteX18130" y="connsiteY18130"/>
                </a:cxn>
                <a:cxn ang="0">
                  <a:pos x="connsiteX18131" y="connsiteY18131"/>
                </a:cxn>
                <a:cxn ang="0">
                  <a:pos x="connsiteX18132" y="connsiteY18132"/>
                </a:cxn>
                <a:cxn ang="0">
                  <a:pos x="connsiteX18133" y="connsiteY18133"/>
                </a:cxn>
                <a:cxn ang="0">
                  <a:pos x="connsiteX18134" y="connsiteY18134"/>
                </a:cxn>
                <a:cxn ang="0">
                  <a:pos x="connsiteX18135" y="connsiteY18135"/>
                </a:cxn>
                <a:cxn ang="0">
                  <a:pos x="connsiteX18136" y="connsiteY18136"/>
                </a:cxn>
                <a:cxn ang="0">
                  <a:pos x="connsiteX18137" y="connsiteY18137"/>
                </a:cxn>
                <a:cxn ang="0">
                  <a:pos x="connsiteX18138" y="connsiteY18138"/>
                </a:cxn>
                <a:cxn ang="0">
                  <a:pos x="connsiteX18139" y="connsiteY18139"/>
                </a:cxn>
                <a:cxn ang="0">
                  <a:pos x="connsiteX18140" y="connsiteY18140"/>
                </a:cxn>
                <a:cxn ang="0">
                  <a:pos x="connsiteX18141" y="connsiteY18141"/>
                </a:cxn>
                <a:cxn ang="0">
                  <a:pos x="connsiteX18142" y="connsiteY18142"/>
                </a:cxn>
                <a:cxn ang="0">
                  <a:pos x="connsiteX18143" y="connsiteY18143"/>
                </a:cxn>
                <a:cxn ang="0">
                  <a:pos x="connsiteX18144" y="connsiteY18144"/>
                </a:cxn>
                <a:cxn ang="0">
                  <a:pos x="connsiteX18145" y="connsiteY18145"/>
                </a:cxn>
                <a:cxn ang="0">
                  <a:pos x="connsiteX18146" y="connsiteY18146"/>
                </a:cxn>
                <a:cxn ang="0">
                  <a:pos x="connsiteX18147" y="connsiteY18147"/>
                </a:cxn>
                <a:cxn ang="0">
                  <a:pos x="connsiteX18148" y="connsiteY18148"/>
                </a:cxn>
                <a:cxn ang="0">
                  <a:pos x="connsiteX18149" y="connsiteY18149"/>
                </a:cxn>
                <a:cxn ang="0">
                  <a:pos x="connsiteX18150" y="connsiteY18150"/>
                </a:cxn>
                <a:cxn ang="0">
                  <a:pos x="connsiteX18151" y="connsiteY18151"/>
                </a:cxn>
                <a:cxn ang="0">
                  <a:pos x="connsiteX18152" y="connsiteY18152"/>
                </a:cxn>
                <a:cxn ang="0">
                  <a:pos x="connsiteX18153" y="connsiteY18153"/>
                </a:cxn>
                <a:cxn ang="0">
                  <a:pos x="connsiteX18154" y="connsiteY18154"/>
                </a:cxn>
                <a:cxn ang="0">
                  <a:pos x="connsiteX18155" y="connsiteY18155"/>
                </a:cxn>
                <a:cxn ang="0">
                  <a:pos x="connsiteX18156" y="connsiteY18156"/>
                </a:cxn>
                <a:cxn ang="0">
                  <a:pos x="connsiteX18157" y="connsiteY18157"/>
                </a:cxn>
                <a:cxn ang="0">
                  <a:pos x="connsiteX18158" y="connsiteY18158"/>
                </a:cxn>
                <a:cxn ang="0">
                  <a:pos x="connsiteX18159" y="connsiteY18159"/>
                </a:cxn>
                <a:cxn ang="0">
                  <a:pos x="connsiteX18160" y="connsiteY18160"/>
                </a:cxn>
                <a:cxn ang="0">
                  <a:pos x="connsiteX18161" y="connsiteY18161"/>
                </a:cxn>
                <a:cxn ang="0">
                  <a:pos x="connsiteX18162" y="connsiteY18162"/>
                </a:cxn>
                <a:cxn ang="0">
                  <a:pos x="connsiteX18163" y="connsiteY18163"/>
                </a:cxn>
                <a:cxn ang="0">
                  <a:pos x="connsiteX18164" y="connsiteY18164"/>
                </a:cxn>
                <a:cxn ang="0">
                  <a:pos x="connsiteX18165" y="connsiteY18165"/>
                </a:cxn>
                <a:cxn ang="0">
                  <a:pos x="connsiteX18166" y="connsiteY18166"/>
                </a:cxn>
                <a:cxn ang="0">
                  <a:pos x="connsiteX18167" y="connsiteY18167"/>
                </a:cxn>
                <a:cxn ang="0">
                  <a:pos x="connsiteX18168" y="connsiteY18168"/>
                </a:cxn>
                <a:cxn ang="0">
                  <a:pos x="connsiteX18169" y="connsiteY18169"/>
                </a:cxn>
                <a:cxn ang="0">
                  <a:pos x="connsiteX18170" y="connsiteY18170"/>
                </a:cxn>
                <a:cxn ang="0">
                  <a:pos x="connsiteX18171" y="connsiteY18171"/>
                </a:cxn>
                <a:cxn ang="0">
                  <a:pos x="connsiteX18172" y="connsiteY18172"/>
                </a:cxn>
                <a:cxn ang="0">
                  <a:pos x="connsiteX18173" y="connsiteY18173"/>
                </a:cxn>
                <a:cxn ang="0">
                  <a:pos x="connsiteX18174" y="connsiteY18174"/>
                </a:cxn>
                <a:cxn ang="0">
                  <a:pos x="connsiteX18175" y="connsiteY18175"/>
                </a:cxn>
                <a:cxn ang="0">
                  <a:pos x="connsiteX18176" y="connsiteY18176"/>
                </a:cxn>
                <a:cxn ang="0">
                  <a:pos x="connsiteX18177" y="connsiteY18177"/>
                </a:cxn>
                <a:cxn ang="0">
                  <a:pos x="connsiteX18178" y="connsiteY18178"/>
                </a:cxn>
                <a:cxn ang="0">
                  <a:pos x="connsiteX18179" y="connsiteY18179"/>
                </a:cxn>
                <a:cxn ang="0">
                  <a:pos x="connsiteX18180" y="connsiteY18180"/>
                </a:cxn>
                <a:cxn ang="0">
                  <a:pos x="connsiteX18181" y="connsiteY18181"/>
                </a:cxn>
                <a:cxn ang="0">
                  <a:pos x="connsiteX18182" y="connsiteY18182"/>
                </a:cxn>
                <a:cxn ang="0">
                  <a:pos x="connsiteX18183" y="connsiteY18183"/>
                </a:cxn>
                <a:cxn ang="0">
                  <a:pos x="connsiteX18184" y="connsiteY18184"/>
                </a:cxn>
                <a:cxn ang="0">
                  <a:pos x="connsiteX18185" y="connsiteY18185"/>
                </a:cxn>
                <a:cxn ang="0">
                  <a:pos x="connsiteX18186" y="connsiteY18186"/>
                </a:cxn>
                <a:cxn ang="0">
                  <a:pos x="connsiteX18187" y="connsiteY18187"/>
                </a:cxn>
                <a:cxn ang="0">
                  <a:pos x="connsiteX18188" y="connsiteY18188"/>
                </a:cxn>
                <a:cxn ang="0">
                  <a:pos x="connsiteX18189" y="connsiteY18189"/>
                </a:cxn>
                <a:cxn ang="0">
                  <a:pos x="connsiteX18190" y="connsiteY18190"/>
                </a:cxn>
                <a:cxn ang="0">
                  <a:pos x="connsiteX18191" y="connsiteY18191"/>
                </a:cxn>
                <a:cxn ang="0">
                  <a:pos x="connsiteX18192" y="connsiteY18192"/>
                </a:cxn>
                <a:cxn ang="0">
                  <a:pos x="connsiteX18193" y="connsiteY18193"/>
                </a:cxn>
                <a:cxn ang="0">
                  <a:pos x="connsiteX18194" y="connsiteY18194"/>
                </a:cxn>
                <a:cxn ang="0">
                  <a:pos x="connsiteX18195" y="connsiteY18195"/>
                </a:cxn>
                <a:cxn ang="0">
                  <a:pos x="connsiteX18196" y="connsiteY18196"/>
                </a:cxn>
                <a:cxn ang="0">
                  <a:pos x="connsiteX18197" y="connsiteY18197"/>
                </a:cxn>
                <a:cxn ang="0">
                  <a:pos x="connsiteX18198" y="connsiteY18198"/>
                </a:cxn>
                <a:cxn ang="0">
                  <a:pos x="connsiteX18199" y="connsiteY18199"/>
                </a:cxn>
                <a:cxn ang="0">
                  <a:pos x="connsiteX18200" y="connsiteY18200"/>
                </a:cxn>
                <a:cxn ang="0">
                  <a:pos x="connsiteX18201" y="connsiteY18201"/>
                </a:cxn>
                <a:cxn ang="0">
                  <a:pos x="connsiteX18202" y="connsiteY18202"/>
                </a:cxn>
                <a:cxn ang="0">
                  <a:pos x="connsiteX18203" y="connsiteY18203"/>
                </a:cxn>
                <a:cxn ang="0">
                  <a:pos x="connsiteX18204" y="connsiteY18204"/>
                </a:cxn>
                <a:cxn ang="0">
                  <a:pos x="connsiteX18205" y="connsiteY18205"/>
                </a:cxn>
                <a:cxn ang="0">
                  <a:pos x="connsiteX18206" y="connsiteY18206"/>
                </a:cxn>
                <a:cxn ang="0">
                  <a:pos x="connsiteX18207" y="connsiteY18207"/>
                </a:cxn>
                <a:cxn ang="0">
                  <a:pos x="connsiteX18208" y="connsiteY18208"/>
                </a:cxn>
                <a:cxn ang="0">
                  <a:pos x="connsiteX18209" y="connsiteY18209"/>
                </a:cxn>
                <a:cxn ang="0">
                  <a:pos x="connsiteX18210" y="connsiteY18210"/>
                </a:cxn>
                <a:cxn ang="0">
                  <a:pos x="connsiteX18211" y="connsiteY18211"/>
                </a:cxn>
                <a:cxn ang="0">
                  <a:pos x="connsiteX18212" y="connsiteY18212"/>
                </a:cxn>
                <a:cxn ang="0">
                  <a:pos x="connsiteX18213" y="connsiteY18213"/>
                </a:cxn>
                <a:cxn ang="0">
                  <a:pos x="connsiteX18214" y="connsiteY18214"/>
                </a:cxn>
                <a:cxn ang="0">
                  <a:pos x="connsiteX18215" y="connsiteY18215"/>
                </a:cxn>
                <a:cxn ang="0">
                  <a:pos x="connsiteX18216" y="connsiteY18216"/>
                </a:cxn>
                <a:cxn ang="0">
                  <a:pos x="connsiteX18217" y="connsiteY18217"/>
                </a:cxn>
                <a:cxn ang="0">
                  <a:pos x="connsiteX18218" y="connsiteY18218"/>
                </a:cxn>
                <a:cxn ang="0">
                  <a:pos x="connsiteX18219" y="connsiteY18219"/>
                </a:cxn>
                <a:cxn ang="0">
                  <a:pos x="connsiteX18220" y="connsiteY18220"/>
                </a:cxn>
                <a:cxn ang="0">
                  <a:pos x="connsiteX18221" y="connsiteY18221"/>
                </a:cxn>
                <a:cxn ang="0">
                  <a:pos x="connsiteX18222" y="connsiteY18222"/>
                </a:cxn>
                <a:cxn ang="0">
                  <a:pos x="connsiteX18223" y="connsiteY18223"/>
                </a:cxn>
                <a:cxn ang="0">
                  <a:pos x="connsiteX18224" y="connsiteY18224"/>
                </a:cxn>
                <a:cxn ang="0">
                  <a:pos x="connsiteX18225" y="connsiteY18225"/>
                </a:cxn>
                <a:cxn ang="0">
                  <a:pos x="connsiteX18226" y="connsiteY18226"/>
                </a:cxn>
                <a:cxn ang="0">
                  <a:pos x="connsiteX18227" y="connsiteY18227"/>
                </a:cxn>
                <a:cxn ang="0">
                  <a:pos x="connsiteX18228" y="connsiteY18228"/>
                </a:cxn>
                <a:cxn ang="0">
                  <a:pos x="connsiteX18229" y="connsiteY18229"/>
                </a:cxn>
                <a:cxn ang="0">
                  <a:pos x="connsiteX18230" y="connsiteY18230"/>
                </a:cxn>
                <a:cxn ang="0">
                  <a:pos x="connsiteX18231" y="connsiteY18231"/>
                </a:cxn>
                <a:cxn ang="0">
                  <a:pos x="connsiteX18232" y="connsiteY18232"/>
                </a:cxn>
                <a:cxn ang="0">
                  <a:pos x="connsiteX18233" y="connsiteY18233"/>
                </a:cxn>
                <a:cxn ang="0">
                  <a:pos x="connsiteX18234" y="connsiteY18234"/>
                </a:cxn>
                <a:cxn ang="0">
                  <a:pos x="connsiteX18235" y="connsiteY18235"/>
                </a:cxn>
                <a:cxn ang="0">
                  <a:pos x="connsiteX18236" y="connsiteY18236"/>
                </a:cxn>
                <a:cxn ang="0">
                  <a:pos x="connsiteX18237" y="connsiteY18237"/>
                </a:cxn>
                <a:cxn ang="0">
                  <a:pos x="connsiteX18238" y="connsiteY18238"/>
                </a:cxn>
                <a:cxn ang="0">
                  <a:pos x="connsiteX18239" y="connsiteY18239"/>
                </a:cxn>
                <a:cxn ang="0">
                  <a:pos x="connsiteX18240" y="connsiteY18240"/>
                </a:cxn>
                <a:cxn ang="0">
                  <a:pos x="connsiteX18241" y="connsiteY18241"/>
                </a:cxn>
                <a:cxn ang="0">
                  <a:pos x="connsiteX18242" y="connsiteY18242"/>
                </a:cxn>
                <a:cxn ang="0">
                  <a:pos x="connsiteX18243" y="connsiteY18243"/>
                </a:cxn>
                <a:cxn ang="0">
                  <a:pos x="connsiteX18244" y="connsiteY18244"/>
                </a:cxn>
                <a:cxn ang="0">
                  <a:pos x="connsiteX18245" y="connsiteY18245"/>
                </a:cxn>
                <a:cxn ang="0">
                  <a:pos x="connsiteX18246" y="connsiteY18246"/>
                </a:cxn>
                <a:cxn ang="0">
                  <a:pos x="connsiteX18247" y="connsiteY18247"/>
                </a:cxn>
                <a:cxn ang="0">
                  <a:pos x="connsiteX18248" y="connsiteY18248"/>
                </a:cxn>
                <a:cxn ang="0">
                  <a:pos x="connsiteX18249" y="connsiteY18249"/>
                </a:cxn>
                <a:cxn ang="0">
                  <a:pos x="connsiteX18250" y="connsiteY18250"/>
                </a:cxn>
                <a:cxn ang="0">
                  <a:pos x="connsiteX18251" y="connsiteY18251"/>
                </a:cxn>
                <a:cxn ang="0">
                  <a:pos x="connsiteX18252" y="connsiteY18252"/>
                </a:cxn>
                <a:cxn ang="0">
                  <a:pos x="connsiteX18253" y="connsiteY18253"/>
                </a:cxn>
                <a:cxn ang="0">
                  <a:pos x="connsiteX18254" y="connsiteY18254"/>
                </a:cxn>
                <a:cxn ang="0">
                  <a:pos x="connsiteX18255" y="connsiteY18255"/>
                </a:cxn>
                <a:cxn ang="0">
                  <a:pos x="connsiteX18256" y="connsiteY18256"/>
                </a:cxn>
                <a:cxn ang="0">
                  <a:pos x="connsiteX18257" y="connsiteY18257"/>
                </a:cxn>
                <a:cxn ang="0">
                  <a:pos x="connsiteX18258" y="connsiteY18258"/>
                </a:cxn>
                <a:cxn ang="0">
                  <a:pos x="connsiteX18259" y="connsiteY18259"/>
                </a:cxn>
                <a:cxn ang="0">
                  <a:pos x="connsiteX18260" y="connsiteY18260"/>
                </a:cxn>
                <a:cxn ang="0">
                  <a:pos x="connsiteX18261" y="connsiteY18261"/>
                </a:cxn>
                <a:cxn ang="0">
                  <a:pos x="connsiteX18262" y="connsiteY18262"/>
                </a:cxn>
                <a:cxn ang="0">
                  <a:pos x="connsiteX18263" y="connsiteY18263"/>
                </a:cxn>
                <a:cxn ang="0">
                  <a:pos x="connsiteX18264" y="connsiteY18264"/>
                </a:cxn>
                <a:cxn ang="0">
                  <a:pos x="connsiteX18265" y="connsiteY18265"/>
                </a:cxn>
                <a:cxn ang="0">
                  <a:pos x="connsiteX18266" y="connsiteY18266"/>
                </a:cxn>
                <a:cxn ang="0">
                  <a:pos x="connsiteX18267" y="connsiteY18267"/>
                </a:cxn>
                <a:cxn ang="0">
                  <a:pos x="connsiteX18268" y="connsiteY18268"/>
                </a:cxn>
                <a:cxn ang="0">
                  <a:pos x="connsiteX18269" y="connsiteY18269"/>
                </a:cxn>
                <a:cxn ang="0">
                  <a:pos x="connsiteX18270" y="connsiteY18270"/>
                </a:cxn>
                <a:cxn ang="0">
                  <a:pos x="connsiteX18271" y="connsiteY18271"/>
                </a:cxn>
                <a:cxn ang="0">
                  <a:pos x="connsiteX18272" y="connsiteY18272"/>
                </a:cxn>
                <a:cxn ang="0">
                  <a:pos x="connsiteX18273" y="connsiteY18273"/>
                </a:cxn>
                <a:cxn ang="0">
                  <a:pos x="connsiteX18274" y="connsiteY18274"/>
                </a:cxn>
                <a:cxn ang="0">
                  <a:pos x="connsiteX18275" y="connsiteY18275"/>
                </a:cxn>
                <a:cxn ang="0">
                  <a:pos x="connsiteX18276" y="connsiteY18276"/>
                </a:cxn>
                <a:cxn ang="0">
                  <a:pos x="connsiteX18277" y="connsiteY18277"/>
                </a:cxn>
                <a:cxn ang="0">
                  <a:pos x="connsiteX18278" y="connsiteY18278"/>
                </a:cxn>
                <a:cxn ang="0">
                  <a:pos x="connsiteX18279" y="connsiteY18279"/>
                </a:cxn>
                <a:cxn ang="0">
                  <a:pos x="connsiteX18280" y="connsiteY18280"/>
                </a:cxn>
                <a:cxn ang="0">
                  <a:pos x="connsiteX18281" y="connsiteY18281"/>
                </a:cxn>
                <a:cxn ang="0">
                  <a:pos x="connsiteX18282" y="connsiteY18282"/>
                </a:cxn>
                <a:cxn ang="0">
                  <a:pos x="connsiteX18283" y="connsiteY18283"/>
                </a:cxn>
                <a:cxn ang="0">
                  <a:pos x="connsiteX18284" y="connsiteY18284"/>
                </a:cxn>
                <a:cxn ang="0">
                  <a:pos x="connsiteX18285" y="connsiteY18285"/>
                </a:cxn>
                <a:cxn ang="0">
                  <a:pos x="connsiteX18286" y="connsiteY18286"/>
                </a:cxn>
                <a:cxn ang="0">
                  <a:pos x="connsiteX18287" y="connsiteY18287"/>
                </a:cxn>
                <a:cxn ang="0">
                  <a:pos x="connsiteX18288" y="connsiteY18288"/>
                </a:cxn>
                <a:cxn ang="0">
                  <a:pos x="connsiteX18289" y="connsiteY18289"/>
                </a:cxn>
                <a:cxn ang="0">
                  <a:pos x="connsiteX18290" y="connsiteY18290"/>
                </a:cxn>
                <a:cxn ang="0">
                  <a:pos x="connsiteX18291" y="connsiteY18291"/>
                </a:cxn>
                <a:cxn ang="0">
                  <a:pos x="connsiteX18292" y="connsiteY18292"/>
                </a:cxn>
                <a:cxn ang="0">
                  <a:pos x="connsiteX18293" y="connsiteY18293"/>
                </a:cxn>
                <a:cxn ang="0">
                  <a:pos x="connsiteX18294" y="connsiteY18294"/>
                </a:cxn>
                <a:cxn ang="0">
                  <a:pos x="connsiteX18295" y="connsiteY18295"/>
                </a:cxn>
                <a:cxn ang="0">
                  <a:pos x="connsiteX18296" y="connsiteY18296"/>
                </a:cxn>
                <a:cxn ang="0">
                  <a:pos x="connsiteX18297" y="connsiteY18297"/>
                </a:cxn>
                <a:cxn ang="0">
                  <a:pos x="connsiteX18298" y="connsiteY18298"/>
                </a:cxn>
                <a:cxn ang="0">
                  <a:pos x="connsiteX18299" y="connsiteY18299"/>
                </a:cxn>
                <a:cxn ang="0">
                  <a:pos x="connsiteX18300" y="connsiteY18300"/>
                </a:cxn>
                <a:cxn ang="0">
                  <a:pos x="connsiteX18301" y="connsiteY18301"/>
                </a:cxn>
                <a:cxn ang="0">
                  <a:pos x="connsiteX18302" y="connsiteY18302"/>
                </a:cxn>
                <a:cxn ang="0">
                  <a:pos x="connsiteX18303" y="connsiteY18303"/>
                </a:cxn>
                <a:cxn ang="0">
                  <a:pos x="connsiteX18304" y="connsiteY18304"/>
                </a:cxn>
                <a:cxn ang="0">
                  <a:pos x="connsiteX18305" y="connsiteY18305"/>
                </a:cxn>
                <a:cxn ang="0">
                  <a:pos x="connsiteX18306" y="connsiteY18306"/>
                </a:cxn>
                <a:cxn ang="0">
                  <a:pos x="connsiteX18307" y="connsiteY18307"/>
                </a:cxn>
                <a:cxn ang="0">
                  <a:pos x="connsiteX18308" y="connsiteY18308"/>
                </a:cxn>
                <a:cxn ang="0">
                  <a:pos x="connsiteX18309" y="connsiteY18309"/>
                </a:cxn>
                <a:cxn ang="0">
                  <a:pos x="connsiteX18310" y="connsiteY18310"/>
                </a:cxn>
                <a:cxn ang="0">
                  <a:pos x="connsiteX18311" y="connsiteY18311"/>
                </a:cxn>
                <a:cxn ang="0">
                  <a:pos x="connsiteX18312" y="connsiteY18312"/>
                </a:cxn>
                <a:cxn ang="0">
                  <a:pos x="connsiteX18313" y="connsiteY18313"/>
                </a:cxn>
                <a:cxn ang="0">
                  <a:pos x="connsiteX18314" y="connsiteY18314"/>
                </a:cxn>
                <a:cxn ang="0">
                  <a:pos x="connsiteX18315" y="connsiteY18315"/>
                </a:cxn>
                <a:cxn ang="0">
                  <a:pos x="connsiteX18316" y="connsiteY18316"/>
                </a:cxn>
                <a:cxn ang="0">
                  <a:pos x="connsiteX18317" y="connsiteY18317"/>
                </a:cxn>
                <a:cxn ang="0">
                  <a:pos x="connsiteX18318" y="connsiteY18318"/>
                </a:cxn>
                <a:cxn ang="0">
                  <a:pos x="connsiteX18319" y="connsiteY18319"/>
                </a:cxn>
                <a:cxn ang="0">
                  <a:pos x="connsiteX18320" y="connsiteY18320"/>
                </a:cxn>
                <a:cxn ang="0">
                  <a:pos x="connsiteX18321" y="connsiteY18321"/>
                </a:cxn>
                <a:cxn ang="0">
                  <a:pos x="connsiteX18322" y="connsiteY18322"/>
                </a:cxn>
                <a:cxn ang="0">
                  <a:pos x="connsiteX18323" y="connsiteY18323"/>
                </a:cxn>
                <a:cxn ang="0">
                  <a:pos x="connsiteX18324" y="connsiteY18324"/>
                </a:cxn>
                <a:cxn ang="0">
                  <a:pos x="connsiteX18325" y="connsiteY18325"/>
                </a:cxn>
                <a:cxn ang="0">
                  <a:pos x="connsiteX18326" y="connsiteY18326"/>
                </a:cxn>
                <a:cxn ang="0">
                  <a:pos x="connsiteX18327" y="connsiteY18327"/>
                </a:cxn>
                <a:cxn ang="0">
                  <a:pos x="connsiteX18328" y="connsiteY18328"/>
                </a:cxn>
                <a:cxn ang="0">
                  <a:pos x="connsiteX18329" y="connsiteY18329"/>
                </a:cxn>
                <a:cxn ang="0">
                  <a:pos x="connsiteX18330" y="connsiteY18330"/>
                </a:cxn>
                <a:cxn ang="0">
                  <a:pos x="connsiteX18331" y="connsiteY18331"/>
                </a:cxn>
                <a:cxn ang="0">
                  <a:pos x="connsiteX18332" y="connsiteY18332"/>
                </a:cxn>
                <a:cxn ang="0">
                  <a:pos x="connsiteX18333" y="connsiteY18333"/>
                </a:cxn>
                <a:cxn ang="0">
                  <a:pos x="connsiteX18334" y="connsiteY18334"/>
                </a:cxn>
                <a:cxn ang="0">
                  <a:pos x="connsiteX18335" y="connsiteY18335"/>
                </a:cxn>
                <a:cxn ang="0">
                  <a:pos x="connsiteX18336" y="connsiteY18336"/>
                </a:cxn>
                <a:cxn ang="0">
                  <a:pos x="connsiteX18337" y="connsiteY18337"/>
                </a:cxn>
                <a:cxn ang="0">
                  <a:pos x="connsiteX18338" y="connsiteY18338"/>
                </a:cxn>
                <a:cxn ang="0">
                  <a:pos x="connsiteX18339" y="connsiteY18339"/>
                </a:cxn>
                <a:cxn ang="0">
                  <a:pos x="connsiteX18340" y="connsiteY18340"/>
                </a:cxn>
                <a:cxn ang="0">
                  <a:pos x="connsiteX18341" y="connsiteY18341"/>
                </a:cxn>
                <a:cxn ang="0">
                  <a:pos x="connsiteX18342" y="connsiteY18342"/>
                </a:cxn>
                <a:cxn ang="0">
                  <a:pos x="connsiteX18343" y="connsiteY18343"/>
                </a:cxn>
                <a:cxn ang="0">
                  <a:pos x="connsiteX18344" y="connsiteY18344"/>
                </a:cxn>
                <a:cxn ang="0">
                  <a:pos x="connsiteX18345" y="connsiteY18345"/>
                </a:cxn>
                <a:cxn ang="0">
                  <a:pos x="connsiteX18346" y="connsiteY18346"/>
                </a:cxn>
                <a:cxn ang="0">
                  <a:pos x="connsiteX18347" y="connsiteY18347"/>
                </a:cxn>
                <a:cxn ang="0">
                  <a:pos x="connsiteX18348" y="connsiteY18348"/>
                </a:cxn>
                <a:cxn ang="0">
                  <a:pos x="connsiteX18349" y="connsiteY18349"/>
                </a:cxn>
                <a:cxn ang="0">
                  <a:pos x="connsiteX18350" y="connsiteY18350"/>
                </a:cxn>
                <a:cxn ang="0">
                  <a:pos x="connsiteX18351" y="connsiteY18351"/>
                </a:cxn>
                <a:cxn ang="0">
                  <a:pos x="connsiteX18352" y="connsiteY18352"/>
                </a:cxn>
                <a:cxn ang="0">
                  <a:pos x="connsiteX18353" y="connsiteY18353"/>
                </a:cxn>
                <a:cxn ang="0">
                  <a:pos x="connsiteX18354" y="connsiteY18354"/>
                </a:cxn>
                <a:cxn ang="0">
                  <a:pos x="connsiteX18355" y="connsiteY18355"/>
                </a:cxn>
                <a:cxn ang="0">
                  <a:pos x="connsiteX18356" y="connsiteY18356"/>
                </a:cxn>
                <a:cxn ang="0">
                  <a:pos x="connsiteX18357" y="connsiteY18357"/>
                </a:cxn>
                <a:cxn ang="0">
                  <a:pos x="connsiteX18358" y="connsiteY18358"/>
                </a:cxn>
                <a:cxn ang="0">
                  <a:pos x="connsiteX18359" y="connsiteY18359"/>
                </a:cxn>
                <a:cxn ang="0">
                  <a:pos x="connsiteX18360" y="connsiteY18360"/>
                </a:cxn>
                <a:cxn ang="0">
                  <a:pos x="connsiteX18361" y="connsiteY18361"/>
                </a:cxn>
                <a:cxn ang="0">
                  <a:pos x="connsiteX18362" y="connsiteY18362"/>
                </a:cxn>
                <a:cxn ang="0">
                  <a:pos x="connsiteX18363" y="connsiteY18363"/>
                </a:cxn>
                <a:cxn ang="0">
                  <a:pos x="connsiteX18364" y="connsiteY18364"/>
                </a:cxn>
                <a:cxn ang="0">
                  <a:pos x="connsiteX18365" y="connsiteY18365"/>
                </a:cxn>
                <a:cxn ang="0">
                  <a:pos x="connsiteX18366" y="connsiteY18366"/>
                </a:cxn>
                <a:cxn ang="0">
                  <a:pos x="connsiteX18367" y="connsiteY18367"/>
                </a:cxn>
                <a:cxn ang="0">
                  <a:pos x="connsiteX18368" y="connsiteY18368"/>
                </a:cxn>
                <a:cxn ang="0">
                  <a:pos x="connsiteX18369" y="connsiteY18369"/>
                </a:cxn>
                <a:cxn ang="0">
                  <a:pos x="connsiteX18370" y="connsiteY18370"/>
                </a:cxn>
                <a:cxn ang="0">
                  <a:pos x="connsiteX18371" y="connsiteY18371"/>
                </a:cxn>
                <a:cxn ang="0">
                  <a:pos x="connsiteX18372" y="connsiteY18372"/>
                </a:cxn>
                <a:cxn ang="0">
                  <a:pos x="connsiteX18373" y="connsiteY18373"/>
                </a:cxn>
                <a:cxn ang="0">
                  <a:pos x="connsiteX18374" y="connsiteY18374"/>
                </a:cxn>
                <a:cxn ang="0">
                  <a:pos x="connsiteX18375" y="connsiteY18375"/>
                </a:cxn>
                <a:cxn ang="0">
                  <a:pos x="connsiteX18376" y="connsiteY18376"/>
                </a:cxn>
                <a:cxn ang="0">
                  <a:pos x="connsiteX18377" y="connsiteY18377"/>
                </a:cxn>
                <a:cxn ang="0">
                  <a:pos x="connsiteX18378" y="connsiteY18378"/>
                </a:cxn>
                <a:cxn ang="0">
                  <a:pos x="connsiteX18379" y="connsiteY18379"/>
                </a:cxn>
                <a:cxn ang="0">
                  <a:pos x="connsiteX18380" y="connsiteY18380"/>
                </a:cxn>
                <a:cxn ang="0">
                  <a:pos x="connsiteX18381" y="connsiteY18381"/>
                </a:cxn>
                <a:cxn ang="0">
                  <a:pos x="connsiteX18382" y="connsiteY18382"/>
                </a:cxn>
                <a:cxn ang="0">
                  <a:pos x="connsiteX18383" y="connsiteY18383"/>
                </a:cxn>
                <a:cxn ang="0">
                  <a:pos x="connsiteX18384" y="connsiteY18384"/>
                </a:cxn>
                <a:cxn ang="0">
                  <a:pos x="connsiteX18385" y="connsiteY18385"/>
                </a:cxn>
                <a:cxn ang="0">
                  <a:pos x="connsiteX18386" y="connsiteY18386"/>
                </a:cxn>
                <a:cxn ang="0">
                  <a:pos x="connsiteX18387" y="connsiteY18387"/>
                </a:cxn>
                <a:cxn ang="0">
                  <a:pos x="connsiteX18388" y="connsiteY18388"/>
                </a:cxn>
                <a:cxn ang="0">
                  <a:pos x="connsiteX18389" y="connsiteY18389"/>
                </a:cxn>
                <a:cxn ang="0">
                  <a:pos x="connsiteX18390" y="connsiteY18390"/>
                </a:cxn>
                <a:cxn ang="0">
                  <a:pos x="connsiteX18391" y="connsiteY18391"/>
                </a:cxn>
                <a:cxn ang="0">
                  <a:pos x="connsiteX18392" y="connsiteY18392"/>
                </a:cxn>
                <a:cxn ang="0">
                  <a:pos x="connsiteX18393" y="connsiteY18393"/>
                </a:cxn>
                <a:cxn ang="0">
                  <a:pos x="connsiteX18394" y="connsiteY18394"/>
                </a:cxn>
                <a:cxn ang="0">
                  <a:pos x="connsiteX18395" y="connsiteY18395"/>
                </a:cxn>
                <a:cxn ang="0">
                  <a:pos x="connsiteX18396" y="connsiteY18396"/>
                </a:cxn>
                <a:cxn ang="0">
                  <a:pos x="connsiteX18397" y="connsiteY18397"/>
                </a:cxn>
                <a:cxn ang="0">
                  <a:pos x="connsiteX18398" y="connsiteY18398"/>
                </a:cxn>
                <a:cxn ang="0">
                  <a:pos x="connsiteX18399" y="connsiteY18399"/>
                </a:cxn>
                <a:cxn ang="0">
                  <a:pos x="connsiteX18400" y="connsiteY18400"/>
                </a:cxn>
                <a:cxn ang="0">
                  <a:pos x="connsiteX18401" y="connsiteY18401"/>
                </a:cxn>
                <a:cxn ang="0">
                  <a:pos x="connsiteX18402" y="connsiteY18402"/>
                </a:cxn>
                <a:cxn ang="0">
                  <a:pos x="connsiteX18403" y="connsiteY18403"/>
                </a:cxn>
                <a:cxn ang="0">
                  <a:pos x="connsiteX18404" y="connsiteY18404"/>
                </a:cxn>
                <a:cxn ang="0">
                  <a:pos x="connsiteX18405" y="connsiteY18405"/>
                </a:cxn>
                <a:cxn ang="0">
                  <a:pos x="connsiteX18406" y="connsiteY18406"/>
                </a:cxn>
                <a:cxn ang="0">
                  <a:pos x="connsiteX18407" y="connsiteY18407"/>
                </a:cxn>
                <a:cxn ang="0">
                  <a:pos x="connsiteX18408" y="connsiteY18408"/>
                </a:cxn>
                <a:cxn ang="0">
                  <a:pos x="connsiteX18409" y="connsiteY18409"/>
                </a:cxn>
                <a:cxn ang="0">
                  <a:pos x="connsiteX18410" y="connsiteY18410"/>
                </a:cxn>
                <a:cxn ang="0">
                  <a:pos x="connsiteX18411" y="connsiteY18411"/>
                </a:cxn>
                <a:cxn ang="0">
                  <a:pos x="connsiteX18412" y="connsiteY18412"/>
                </a:cxn>
                <a:cxn ang="0">
                  <a:pos x="connsiteX18413" y="connsiteY18413"/>
                </a:cxn>
                <a:cxn ang="0">
                  <a:pos x="connsiteX18414" y="connsiteY18414"/>
                </a:cxn>
                <a:cxn ang="0">
                  <a:pos x="connsiteX18415" y="connsiteY18415"/>
                </a:cxn>
                <a:cxn ang="0">
                  <a:pos x="connsiteX18416" y="connsiteY18416"/>
                </a:cxn>
                <a:cxn ang="0">
                  <a:pos x="connsiteX18417" y="connsiteY18417"/>
                </a:cxn>
                <a:cxn ang="0">
                  <a:pos x="connsiteX18418" y="connsiteY18418"/>
                </a:cxn>
                <a:cxn ang="0">
                  <a:pos x="connsiteX18419" y="connsiteY18419"/>
                </a:cxn>
                <a:cxn ang="0">
                  <a:pos x="connsiteX18420" y="connsiteY18420"/>
                </a:cxn>
                <a:cxn ang="0">
                  <a:pos x="connsiteX18421" y="connsiteY18421"/>
                </a:cxn>
                <a:cxn ang="0">
                  <a:pos x="connsiteX18422" y="connsiteY18422"/>
                </a:cxn>
                <a:cxn ang="0">
                  <a:pos x="connsiteX18423" y="connsiteY18423"/>
                </a:cxn>
                <a:cxn ang="0">
                  <a:pos x="connsiteX18424" y="connsiteY18424"/>
                </a:cxn>
                <a:cxn ang="0">
                  <a:pos x="connsiteX18425" y="connsiteY18425"/>
                </a:cxn>
                <a:cxn ang="0">
                  <a:pos x="connsiteX18426" y="connsiteY18426"/>
                </a:cxn>
                <a:cxn ang="0">
                  <a:pos x="connsiteX18427" y="connsiteY18427"/>
                </a:cxn>
                <a:cxn ang="0">
                  <a:pos x="connsiteX18428" y="connsiteY18428"/>
                </a:cxn>
                <a:cxn ang="0">
                  <a:pos x="connsiteX18429" y="connsiteY18429"/>
                </a:cxn>
                <a:cxn ang="0">
                  <a:pos x="connsiteX18430" y="connsiteY18430"/>
                </a:cxn>
                <a:cxn ang="0">
                  <a:pos x="connsiteX18431" y="connsiteY18431"/>
                </a:cxn>
                <a:cxn ang="0">
                  <a:pos x="connsiteX18432" y="connsiteY18432"/>
                </a:cxn>
                <a:cxn ang="0">
                  <a:pos x="connsiteX18433" y="connsiteY18433"/>
                </a:cxn>
                <a:cxn ang="0">
                  <a:pos x="connsiteX18434" y="connsiteY18434"/>
                </a:cxn>
                <a:cxn ang="0">
                  <a:pos x="connsiteX18435" y="connsiteY18435"/>
                </a:cxn>
                <a:cxn ang="0">
                  <a:pos x="connsiteX18436" y="connsiteY18436"/>
                </a:cxn>
                <a:cxn ang="0">
                  <a:pos x="connsiteX18437" y="connsiteY18437"/>
                </a:cxn>
                <a:cxn ang="0">
                  <a:pos x="connsiteX18438" y="connsiteY18438"/>
                </a:cxn>
                <a:cxn ang="0">
                  <a:pos x="connsiteX18439" y="connsiteY18439"/>
                </a:cxn>
                <a:cxn ang="0">
                  <a:pos x="connsiteX18440" y="connsiteY18440"/>
                </a:cxn>
                <a:cxn ang="0">
                  <a:pos x="connsiteX18441" y="connsiteY18441"/>
                </a:cxn>
                <a:cxn ang="0">
                  <a:pos x="connsiteX18442" y="connsiteY18442"/>
                </a:cxn>
                <a:cxn ang="0">
                  <a:pos x="connsiteX18443" y="connsiteY18443"/>
                </a:cxn>
                <a:cxn ang="0">
                  <a:pos x="connsiteX18444" y="connsiteY18444"/>
                </a:cxn>
                <a:cxn ang="0">
                  <a:pos x="connsiteX18445" y="connsiteY18445"/>
                </a:cxn>
                <a:cxn ang="0">
                  <a:pos x="connsiteX18446" y="connsiteY18446"/>
                </a:cxn>
                <a:cxn ang="0">
                  <a:pos x="connsiteX18447" y="connsiteY18447"/>
                </a:cxn>
                <a:cxn ang="0">
                  <a:pos x="connsiteX18448" y="connsiteY18448"/>
                </a:cxn>
                <a:cxn ang="0">
                  <a:pos x="connsiteX18449" y="connsiteY18449"/>
                </a:cxn>
                <a:cxn ang="0">
                  <a:pos x="connsiteX18450" y="connsiteY18450"/>
                </a:cxn>
                <a:cxn ang="0">
                  <a:pos x="connsiteX18451" y="connsiteY18451"/>
                </a:cxn>
                <a:cxn ang="0">
                  <a:pos x="connsiteX18452" y="connsiteY18452"/>
                </a:cxn>
                <a:cxn ang="0">
                  <a:pos x="connsiteX18453" y="connsiteY18453"/>
                </a:cxn>
                <a:cxn ang="0">
                  <a:pos x="connsiteX18454" y="connsiteY18454"/>
                </a:cxn>
                <a:cxn ang="0">
                  <a:pos x="connsiteX18455" y="connsiteY18455"/>
                </a:cxn>
                <a:cxn ang="0">
                  <a:pos x="connsiteX18456" y="connsiteY18456"/>
                </a:cxn>
                <a:cxn ang="0">
                  <a:pos x="connsiteX18457" y="connsiteY18457"/>
                </a:cxn>
                <a:cxn ang="0">
                  <a:pos x="connsiteX18458" y="connsiteY18458"/>
                </a:cxn>
                <a:cxn ang="0">
                  <a:pos x="connsiteX18459" y="connsiteY18459"/>
                </a:cxn>
                <a:cxn ang="0">
                  <a:pos x="connsiteX18460" y="connsiteY18460"/>
                </a:cxn>
                <a:cxn ang="0">
                  <a:pos x="connsiteX18461" y="connsiteY18461"/>
                </a:cxn>
                <a:cxn ang="0">
                  <a:pos x="connsiteX18462" y="connsiteY18462"/>
                </a:cxn>
                <a:cxn ang="0">
                  <a:pos x="connsiteX18463" y="connsiteY18463"/>
                </a:cxn>
                <a:cxn ang="0">
                  <a:pos x="connsiteX18464" y="connsiteY18464"/>
                </a:cxn>
                <a:cxn ang="0">
                  <a:pos x="connsiteX18465" y="connsiteY18465"/>
                </a:cxn>
                <a:cxn ang="0">
                  <a:pos x="connsiteX18466" y="connsiteY18466"/>
                </a:cxn>
                <a:cxn ang="0">
                  <a:pos x="connsiteX18467" y="connsiteY18467"/>
                </a:cxn>
                <a:cxn ang="0">
                  <a:pos x="connsiteX18468" y="connsiteY18468"/>
                </a:cxn>
                <a:cxn ang="0">
                  <a:pos x="connsiteX18469" y="connsiteY18469"/>
                </a:cxn>
                <a:cxn ang="0">
                  <a:pos x="connsiteX18470" y="connsiteY18470"/>
                </a:cxn>
                <a:cxn ang="0">
                  <a:pos x="connsiteX18471" y="connsiteY18471"/>
                </a:cxn>
                <a:cxn ang="0">
                  <a:pos x="connsiteX18472" y="connsiteY18472"/>
                </a:cxn>
                <a:cxn ang="0">
                  <a:pos x="connsiteX18473" y="connsiteY18473"/>
                </a:cxn>
                <a:cxn ang="0">
                  <a:pos x="connsiteX18474" y="connsiteY18474"/>
                </a:cxn>
                <a:cxn ang="0">
                  <a:pos x="connsiteX18475" y="connsiteY18475"/>
                </a:cxn>
                <a:cxn ang="0">
                  <a:pos x="connsiteX18476" y="connsiteY18476"/>
                </a:cxn>
                <a:cxn ang="0">
                  <a:pos x="connsiteX18477" y="connsiteY18477"/>
                </a:cxn>
                <a:cxn ang="0">
                  <a:pos x="connsiteX18478" y="connsiteY18478"/>
                </a:cxn>
                <a:cxn ang="0">
                  <a:pos x="connsiteX18479" y="connsiteY18479"/>
                </a:cxn>
                <a:cxn ang="0">
                  <a:pos x="connsiteX18480" y="connsiteY18480"/>
                </a:cxn>
                <a:cxn ang="0">
                  <a:pos x="connsiteX18481" y="connsiteY18481"/>
                </a:cxn>
                <a:cxn ang="0">
                  <a:pos x="connsiteX18482" y="connsiteY18482"/>
                </a:cxn>
                <a:cxn ang="0">
                  <a:pos x="connsiteX18483" y="connsiteY18483"/>
                </a:cxn>
                <a:cxn ang="0">
                  <a:pos x="connsiteX18484" y="connsiteY18484"/>
                </a:cxn>
                <a:cxn ang="0">
                  <a:pos x="connsiteX18485" y="connsiteY18485"/>
                </a:cxn>
                <a:cxn ang="0">
                  <a:pos x="connsiteX18486" y="connsiteY18486"/>
                </a:cxn>
                <a:cxn ang="0">
                  <a:pos x="connsiteX18487" y="connsiteY18487"/>
                </a:cxn>
                <a:cxn ang="0">
                  <a:pos x="connsiteX18488" y="connsiteY18488"/>
                </a:cxn>
                <a:cxn ang="0">
                  <a:pos x="connsiteX18489" y="connsiteY18489"/>
                </a:cxn>
                <a:cxn ang="0">
                  <a:pos x="connsiteX18490" y="connsiteY18490"/>
                </a:cxn>
                <a:cxn ang="0">
                  <a:pos x="connsiteX18491" y="connsiteY18491"/>
                </a:cxn>
                <a:cxn ang="0">
                  <a:pos x="connsiteX18492" y="connsiteY18492"/>
                </a:cxn>
                <a:cxn ang="0">
                  <a:pos x="connsiteX18493" y="connsiteY18493"/>
                </a:cxn>
                <a:cxn ang="0">
                  <a:pos x="connsiteX18494" y="connsiteY18494"/>
                </a:cxn>
                <a:cxn ang="0">
                  <a:pos x="connsiteX18495" y="connsiteY18495"/>
                </a:cxn>
                <a:cxn ang="0">
                  <a:pos x="connsiteX18496" y="connsiteY18496"/>
                </a:cxn>
                <a:cxn ang="0">
                  <a:pos x="connsiteX18497" y="connsiteY18497"/>
                </a:cxn>
                <a:cxn ang="0">
                  <a:pos x="connsiteX18498" y="connsiteY18498"/>
                </a:cxn>
                <a:cxn ang="0">
                  <a:pos x="connsiteX18499" y="connsiteY18499"/>
                </a:cxn>
                <a:cxn ang="0">
                  <a:pos x="connsiteX18500" y="connsiteY18500"/>
                </a:cxn>
                <a:cxn ang="0">
                  <a:pos x="connsiteX18501" y="connsiteY18501"/>
                </a:cxn>
                <a:cxn ang="0">
                  <a:pos x="connsiteX18502" y="connsiteY18502"/>
                </a:cxn>
                <a:cxn ang="0">
                  <a:pos x="connsiteX18503" y="connsiteY18503"/>
                </a:cxn>
                <a:cxn ang="0">
                  <a:pos x="connsiteX18504" y="connsiteY18504"/>
                </a:cxn>
                <a:cxn ang="0">
                  <a:pos x="connsiteX18505" y="connsiteY18505"/>
                </a:cxn>
                <a:cxn ang="0">
                  <a:pos x="connsiteX18506" y="connsiteY18506"/>
                </a:cxn>
                <a:cxn ang="0">
                  <a:pos x="connsiteX18507" y="connsiteY18507"/>
                </a:cxn>
                <a:cxn ang="0">
                  <a:pos x="connsiteX18508" y="connsiteY18508"/>
                </a:cxn>
                <a:cxn ang="0">
                  <a:pos x="connsiteX18509" y="connsiteY18509"/>
                </a:cxn>
                <a:cxn ang="0">
                  <a:pos x="connsiteX18510" y="connsiteY18510"/>
                </a:cxn>
                <a:cxn ang="0">
                  <a:pos x="connsiteX18511" y="connsiteY18511"/>
                </a:cxn>
                <a:cxn ang="0">
                  <a:pos x="connsiteX18512" y="connsiteY18512"/>
                </a:cxn>
                <a:cxn ang="0">
                  <a:pos x="connsiteX18513" y="connsiteY18513"/>
                </a:cxn>
                <a:cxn ang="0">
                  <a:pos x="connsiteX18514" y="connsiteY18514"/>
                </a:cxn>
                <a:cxn ang="0">
                  <a:pos x="connsiteX18515" y="connsiteY18515"/>
                </a:cxn>
                <a:cxn ang="0">
                  <a:pos x="connsiteX18516" y="connsiteY18516"/>
                </a:cxn>
                <a:cxn ang="0">
                  <a:pos x="connsiteX18517" y="connsiteY18517"/>
                </a:cxn>
                <a:cxn ang="0">
                  <a:pos x="connsiteX18518" y="connsiteY18518"/>
                </a:cxn>
                <a:cxn ang="0">
                  <a:pos x="connsiteX18519" y="connsiteY18519"/>
                </a:cxn>
                <a:cxn ang="0">
                  <a:pos x="connsiteX18520" y="connsiteY18520"/>
                </a:cxn>
                <a:cxn ang="0">
                  <a:pos x="connsiteX18521" y="connsiteY18521"/>
                </a:cxn>
                <a:cxn ang="0">
                  <a:pos x="connsiteX18522" y="connsiteY18522"/>
                </a:cxn>
                <a:cxn ang="0">
                  <a:pos x="connsiteX18523" y="connsiteY18523"/>
                </a:cxn>
                <a:cxn ang="0">
                  <a:pos x="connsiteX18524" y="connsiteY18524"/>
                </a:cxn>
                <a:cxn ang="0">
                  <a:pos x="connsiteX18525" y="connsiteY18525"/>
                </a:cxn>
                <a:cxn ang="0">
                  <a:pos x="connsiteX18526" y="connsiteY18526"/>
                </a:cxn>
                <a:cxn ang="0">
                  <a:pos x="connsiteX18527" y="connsiteY18527"/>
                </a:cxn>
                <a:cxn ang="0">
                  <a:pos x="connsiteX18528" y="connsiteY18528"/>
                </a:cxn>
                <a:cxn ang="0">
                  <a:pos x="connsiteX18529" y="connsiteY18529"/>
                </a:cxn>
                <a:cxn ang="0">
                  <a:pos x="connsiteX18530" y="connsiteY18530"/>
                </a:cxn>
                <a:cxn ang="0">
                  <a:pos x="connsiteX18531" y="connsiteY18531"/>
                </a:cxn>
                <a:cxn ang="0">
                  <a:pos x="connsiteX18532" y="connsiteY18532"/>
                </a:cxn>
                <a:cxn ang="0">
                  <a:pos x="connsiteX18533" y="connsiteY18533"/>
                </a:cxn>
                <a:cxn ang="0">
                  <a:pos x="connsiteX18534" y="connsiteY18534"/>
                </a:cxn>
                <a:cxn ang="0">
                  <a:pos x="connsiteX18535" y="connsiteY18535"/>
                </a:cxn>
                <a:cxn ang="0">
                  <a:pos x="connsiteX18536" y="connsiteY18536"/>
                </a:cxn>
                <a:cxn ang="0">
                  <a:pos x="connsiteX18537" y="connsiteY18537"/>
                </a:cxn>
                <a:cxn ang="0">
                  <a:pos x="connsiteX18538" y="connsiteY18538"/>
                </a:cxn>
                <a:cxn ang="0">
                  <a:pos x="connsiteX18539" y="connsiteY18539"/>
                </a:cxn>
                <a:cxn ang="0">
                  <a:pos x="connsiteX18540" y="connsiteY18540"/>
                </a:cxn>
                <a:cxn ang="0">
                  <a:pos x="connsiteX18541" y="connsiteY18541"/>
                </a:cxn>
                <a:cxn ang="0">
                  <a:pos x="connsiteX18542" y="connsiteY18542"/>
                </a:cxn>
                <a:cxn ang="0">
                  <a:pos x="connsiteX18543" y="connsiteY18543"/>
                </a:cxn>
                <a:cxn ang="0">
                  <a:pos x="connsiteX18544" y="connsiteY18544"/>
                </a:cxn>
                <a:cxn ang="0">
                  <a:pos x="connsiteX18545" y="connsiteY18545"/>
                </a:cxn>
                <a:cxn ang="0">
                  <a:pos x="connsiteX18546" y="connsiteY18546"/>
                </a:cxn>
                <a:cxn ang="0">
                  <a:pos x="connsiteX18547" y="connsiteY18547"/>
                </a:cxn>
                <a:cxn ang="0">
                  <a:pos x="connsiteX18548" y="connsiteY18548"/>
                </a:cxn>
                <a:cxn ang="0">
                  <a:pos x="connsiteX18549" y="connsiteY18549"/>
                </a:cxn>
                <a:cxn ang="0">
                  <a:pos x="connsiteX18550" y="connsiteY18550"/>
                </a:cxn>
                <a:cxn ang="0">
                  <a:pos x="connsiteX18551" y="connsiteY18551"/>
                </a:cxn>
                <a:cxn ang="0">
                  <a:pos x="connsiteX18552" y="connsiteY18552"/>
                </a:cxn>
                <a:cxn ang="0">
                  <a:pos x="connsiteX18553" y="connsiteY18553"/>
                </a:cxn>
                <a:cxn ang="0">
                  <a:pos x="connsiteX18554" y="connsiteY18554"/>
                </a:cxn>
                <a:cxn ang="0">
                  <a:pos x="connsiteX18555" y="connsiteY18555"/>
                </a:cxn>
                <a:cxn ang="0">
                  <a:pos x="connsiteX18556" y="connsiteY18556"/>
                </a:cxn>
                <a:cxn ang="0">
                  <a:pos x="connsiteX18557" y="connsiteY18557"/>
                </a:cxn>
                <a:cxn ang="0">
                  <a:pos x="connsiteX18558" y="connsiteY18558"/>
                </a:cxn>
                <a:cxn ang="0">
                  <a:pos x="connsiteX18559" y="connsiteY18559"/>
                </a:cxn>
                <a:cxn ang="0">
                  <a:pos x="connsiteX18560" y="connsiteY18560"/>
                </a:cxn>
                <a:cxn ang="0">
                  <a:pos x="connsiteX18561" y="connsiteY18561"/>
                </a:cxn>
                <a:cxn ang="0">
                  <a:pos x="connsiteX18562" y="connsiteY18562"/>
                </a:cxn>
                <a:cxn ang="0">
                  <a:pos x="connsiteX18563" y="connsiteY18563"/>
                </a:cxn>
                <a:cxn ang="0">
                  <a:pos x="connsiteX18564" y="connsiteY18564"/>
                </a:cxn>
                <a:cxn ang="0">
                  <a:pos x="connsiteX18565" y="connsiteY18565"/>
                </a:cxn>
                <a:cxn ang="0">
                  <a:pos x="connsiteX18566" y="connsiteY18566"/>
                </a:cxn>
                <a:cxn ang="0">
                  <a:pos x="connsiteX18567" y="connsiteY18567"/>
                </a:cxn>
                <a:cxn ang="0">
                  <a:pos x="connsiteX18568" y="connsiteY18568"/>
                </a:cxn>
                <a:cxn ang="0">
                  <a:pos x="connsiteX18569" y="connsiteY18569"/>
                </a:cxn>
                <a:cxn ang="0">
                  <a:pos x="connsiteX18570" y="connsiteY18570"/>
                </a:cxn>
                <a:cxn ang="0">
                  <a:pos x="connsiteX18571" y="connsiteY18571"/>
                </a:cxn>
                <a:cxn ang="0">
                  <a:pos x="connsiteX18572" y="connsiteY18572"/>
                </a:cxn>
                <a:cxn ang="0">
                  <a:pos x="connsiteX18573" y="connsiteY18573"/>
                </a:cxn>
                <a:cxn ang="0">
                  <a:pos x="connsiteX18574" y="connsiteY18574"/>
                </a:cxn>
                <a:cxn ang="0">
                  <a:pos x="connsiteX18575" y="connsiteY18575"/>
                </a:cxn>
                <a:cxn ang="0">
                  <a:pos x="connsiteX18576" y="connsiteY18576"/>
                </a:cxn>
                <a:cxn ang="0">
                  <a:pos x="connsiteX18577" y="connsiteY18577"/>
                </a:cxn>
                <a:cxn ang="0">
                  <a:pos x="connsiteX18578" y="connsiteY18578"/>
                </a:cxn>
                <a:cxn ang="0">
                  <a:pos x="connsiteX18579" y="connsiteY18579"/>
                </a:cxn>
                <a:cxn ang="0">
                  <a:pos x="connsiteX18580" y="connsiteY18580"/>
                </a:cxn>
                <a:cxn ang="0">
                  <a:pos x="connsiteX18581" y="connsiteY18581"/>
                </a:cxn>
                <a:cxn ang="0">
                  <a:pos x="connsiteX18582" y="connsiteY18582"/>
                </a:cxn>
                <a:cxn ang="0">
                  <a:pos x="connsiteX18583" y="connsiteY18583"/>
                </a:cxn>
                <a:cxn ang="0">
                  <a:pos x="connsiteX18584" y="connsiteY18584"/>
                </a:cxn>
                <a:cxn ang="0">
                  <a:pos x="connsiteX18585" y="connsiteY18585"/>
                </a:cxn>
                <a:cxn ang="0">
                  <a:pos x="connsiteX18586" y="connsiteY18586"/>
                </a:cxn>
                <a:cxn ang="0">
                  <a:pos x="connsiteX18587" y="connsiteY18587"/>
                </a:cxn>
                <a:cxn ang="0">
                  <a:pos x="connsiteX18588" y="connsiteY18588"/>
                </a:cxn>
                <a:cxn ang="0">
                  <a:pos x="connsiteX18589" y="connsiteY18589"/>
                </a:cxn>
                <a:cxn ang="0">
                  <a:pos x="connsiteX18590" y="connsiteY18590"/>
                </a:cxn>
                <a:cxn ang="0">
                  <a:pos x="connsiteX18591" y="connsiteY18591"/>
                </a:cxn>
                <a:cxn ang="0">
                  <a:pos x="connsiteX18592" y="connsiteY18592"/>
                </a:cxn>
                <a:cxn ang="0">
                  <a:pos x="connsiteX18593" y="connsiteY18593"/>
                </a:cxn>
                <a:cxn ang="0">
                  <a:pos x="connsiteX18594" y="connsiteY18594"/>
                </a:cxn>
                <a:cxn ang="0">
                  <a:pos x="connsiteX18595" y="connsiteY18595"/>
                </a:cxn>
                <a:cxn ang="0">
                  <a:pos x="connsiteX18596" y="connsiteY18596"/>
                </a:cxn>
                <a:cxn ang="0">
                  <a:pos x="connsiteX18597" y="connsiteY18597"/>
                </a:cxn>
                <a:cxn ang="0">
                  <a:pos x="connsiteX18598" y="connsiteY18598"/>
                </a:cxn>
                <a:cxn ang="0">
                  <a:pos x="connsiteX18599" y="connsiteY18599"/>
                </a:cxn>
                <a:cxn ang="0">
                  <a:pos x="connsiteX18600" y="connsiteY18600"/>
                </a:cxn>
                <a:cxn ang="0">
                  <a:pos x="connsiteX18601" y="connsiteY18601"/>
                </a:cxn>
                <a:cxn ang="0">
                  <a:pos x="connsiteX18602" y="connsiteY18602"/>
                </a:cxn>
                <a:cxn ang="0">
                  <a:pos x="connsiteX18603" y="connsiteY18603"/>
                </a:cxn>
                <a:cxn ang="0">
                  <a:pos x="connsiteX18604" y="connsiteY18604"/>
                </a:cxn>
                <a:cxn ang="0">
                  <a:pos x="connsiteX18605" y="connsiteY18605"/>
                </a:cxn>
                <a:cxn ang="0">
                  <a:pos x="connsiteX18606" y="connsiteY18606"/>
                </a:cxn>
                <a:cxn ang="0">
                  <a:pos x="connsiteX18607" y="connsiteY18607"/>
                </a:cxn>
                <a:cxn ang="0">
                  <a:pos x="connsiteX18608" y="connsiteY18608"/>
                </a:cxn>
                <a:cxn ang="0">
                  <a:pos x="connsiteX18609" y="connsiteY18609"/>
                </a:cxn>
                <a:cxn ang="0">
                  <a:pos x="connsiteX18610" y="connsiteY18610"/>
                </a:cxn>
                <a:cxn ang="0">
                  <a:pos x="connsiteX18611" y="connsiteY18611"/>
                </a:cxn>
                <a:cxn ang="0">
                  <a:pos x="connsiteX18612" y="connsiteY18612"/>
                </a:cxn>
                <a:cxn ang="0">
                  <a:pos x="connsiteX18613" y="connsiteY18613"/>
                </a:cxn>
                <a:cxn ang="0">
                  <a:pos x="connsiteX18614" y="connsiteY18614"/>
                </a:cxn>
                <a:cxn ang="0">
                  <a:pos x="connsiteX18615" y="connsiteY18615"/>
                </a:cxn>
                <a:cxn ang="0">
                  <a:pos x="connsiteX18616" y="connsiteY18616"/>
                </a:cxn>
                <a:cxn ang="0">
                  <a:pos x="connsiteX18617" y="connsiteY18617"/>
                </a:cxn>
                <a:cxn ang="0">
                  <a:pos x="connsiteX18618" y="connsiteY18618"/>
                </a:cxn>
                <a:cxn ang="0">
                  <a:pos x="connsiteX18619" y="connsiteY18619"/>
                </a:cxn>
                <a:cxn ang="0">
                  <a:pos x="connsiteX18620" y="connsiteY18620"/>
                </a:cxn>
                <a:cxn ang="0">
                  <a:pos x="connsiteX18621" y="connsiteY18621"/>
                </a:cxn>
                <a:cxn ang="0">
                  <a:pos x="connsiteX18622" y="connsiteY18622"/>
                </a:cxn>
                <a:cxn ang="0">
                  <a:pos x="connsiteX18623" y="connsiteY18623"/>
                </a:cxn>
                <a:cxn ang="0">
                  <a:pos x="connsiteX18624" y="connsiteY18624"/>
                </a:cxn>
                <a:cxn ang="0">
                  <a:pos x="connsiteX18625" y="connsiteY18625"/>
                </a:cxn>
                <a:cxn ang="0">
                  <a:pos x="connsiteX18626" y="connsiteY18626"/>
                </a:cxn>
                <a:cxn ang="0">
                  <a:pos x="connsiteX18627" y="connsiteY18627"/>
                </a:cxn>
                <a:cxn ang="0">
                  <a:pos x="connsiteX18628" y="connsiteY18628"/>
                </a:cxn>
                <a:cxn ang="0">
                  <a:pos x="connsiteX18629" y="connsiteY18629"/>
                </a:cxn>
                <a:cxn ang="0">
                  <a:pos x="connsiteX18630" y="connsiteY18630"/>
                </a:cxn>
                <a:cxn ang="0">
                  <a:pos x="connsiteX18631" y="connsiteY18631"/>
                </a:cxn>
                <a:cxn ang="0">
                  <a:pos x="connsiteX18632" y="connsiteY18632"/>
                </a:cxn>
                <a:cxn ang="0">
                  <a:pos x="connsiteX18633" y="connsiteY18633"/>
                </a:cxn>
                <a:cxn ang="0">
                  <a:pos x="connsiteX18634" y="connsiteY18634"/>
                </a:cxn>
                <a:cxn ang="0">
                  <a:pos x="connsiteX18635" y="connsiteY18635"/>
                </a:cxn>
                <a:cxn ang="0">
                  <a:pos x="connsiteX18636" y="connsiteY18636"/>
                </a:cxn>
                <a:cxn ang="0">
                  <a:pos x="connsiteX18637" y="connsiteY18637"/>
                </a:cxn>
                <a:cxn ang="0">
                  <a:pos x="connsiteX18638" y="connsiteY18638"/>
                </a:cxn>
                <a:cxn ang="0">
                  <a:pos x="connsiteX18639" y="connsiteY18639"/>
                </a:cxn>
                <a:cxn ang="0">
                  <a:pos x="connsiteX18640" y="connsiteY18640"/>
                </a:cxn>
                <a:cxn ang="0">
                  <a:pos x="connsiteX18641" y="connsiteY18641"/>
                </a:cxn>
                <a:cxn ang="0">
                  <a:pos x="connsiteX18642" y="connsiteY18642"/>
                </a:cxn>
                <a:cxn ang="0">
                  <a:pos x="connsiteX18643" y="connsiteY18643"/>
                </a:cxn>
                <a:cxn ang="0">
                  <a:pos x="connsiteX18644" y="connsiteY18644"/>
                </a:cxn>
                <a:cxn ang="0">
                  <a:pos x="connsiteX18645" y="connsiteY18645"/>
                </a:cxn>
                <a:cxn ang="0">
                  <a:pos x="connsiteX18646" y="connsiteY18646"/>
                </a:cxn>
                <a:cxn ang="0">
                  <a:pos x="connsiteX18647" y="connsiteY18647"/>
                </a:cxn>
                <a:cxn ang="0">
                  <a:pos x="connsiteX18648" y="connsiteY18648"/>
                </a:cxn>
                <a:cxn ang="0">
                  <a:pos x="connsiteX18649" y="connsiteY18649"/>
                </a:cxn>
                <a:cxn ang="0">
                  <a:pos x="connsiteX18650" y="connsiteY18650"/>
                </a:cxn>
                <a:cxn ang="0">
                  <a:pos x="connsiteX18651" y="connsiteY18651"/>
                </a:cxn>
                <a:cxn ang="0">
                  <a:pos x="connsiteX18652" y="connsiteY18652"/>
                </a:cxn>
                <a:cxn ang="0">
                  <a:pos x="connsiteX18653" y="connsiteY18653"/>
                </a:cxn>
                <a:cxn ang="0">
                  <a:pos x="connsiteX18654" y="connsiteY18654"/>
                </a:cxn>
                <a:cxn ang="0">
                  <a:pos x="connsiteX18655" y="connsiteY18655"/>
                </a:cxn>
                <a:cxn ang="0">
                  <a:pos x="connsiteX18656" y="connsiteY18656"/>
                </a:cxn>
                <a:cxn ang="0">
                  <a:pos x="connsiteX18657" y="connsiteY18657"/>
                </a:cxn>
                <a:cxn ang="0">
                  <a:pos x="connsiteX18658" y="connsiteY18658"/>
                </a:cxn>
                <a:cxn ang="0">
                  <a:pos x="connsiteX18659" y="connsiteY18659"/>
                </a:cxn>
                <a:cxn ang="0">
                  <a:pos x="connsiteX18660" y="connsiteY18660"/>
                </a:cxn>
                <a:cxn ang="0">
                  <a:pos x="connsiteX18661" y="connsiteY18661"/>
                </a:cxn>
                <a:cxn ang="0">
                  <a:pos x="connsiteX18662" y="connsiteY18662"/>
                </a:cxn>
                <a:cxn ang="0">
                  <a:pos x="connsiteX18663" y="connsiteY18663"/>
                </a:cxn>
                <a:cxn ang="0">
                  <a:pos x="connsiteX18664" y="connsiteY18664"/>
                </a:cxn>
                <a:cxn ang="0">
                  <a:pos x="connsiteX18665" y="connsiteY18665"/>
                </a:cxn>
                <a:cxn ang="0">
                  <a:pos x="connsiteX18666" y="connsiteY18666"/>
                </a:cxn>
                <a:cxn ang="0">
                  <a:pos x="connsiteX18667" y="connsiteY18667"/>
                </a:cxn>
                <a:cxn ang="0">
                  <a:pos x="connsiteX18668" y="connsiteY18668"/>
                </a:cxn>
                <a:cxn ang="0">
                  <a:pos x="connsiteX18669" y="connsiteY18669"/>
                </a:cxn>
                <a:cxn ang="0">
                  <a:pos x="connsiteX18670" y="connsiteY18670"/>
                </a:cxn>
                <a:cxn ang="0">
                  <a:pos x="connsiteX18671" y="connsiteY18671"/>
                </a:cxn>
                <a:cxn ang="0">
                  <a:pos x="connsiteX18672" y="connsiteY18672"/>
                </a:cxn>
                <a:cxn ang="0">
                  <a:pos x="connsiteX18673" y="connsiteY18673"/>
                </a:cxn>
                <a:cxn ang="0">
                  <a:pos x="connsiteX18674" y="connsiteY18674"/>
                </a:cxn>
                <a:cxn ang="0">
                  <a:pos x="connsiteX18675" y="connsiteY18675"/>
                </a:cxn>
                <a:cxn ang="0">
                  <a:pos x="connsiteX18676" y="connsiteY18676"/>
                </a:cxn>
                <a:cxn ang="0">
                  <a:pos x="connsiteX18677" y="connsiteY18677"/>
                </a:cxn>
                <a:cxn ang="0">
                  <a:pos x="connsiteX18678" y="connsiteY18678"/>
                </a:cxn>
                <a:cxn ang="0">
                  <a:pos x="connsiteX18679" y="connsiteY18679"/>
                </a:cxn>
                <a:cxn ang="0">
                  <a:pos x="connsiteX18680" y="connsiteY18680"/>
                </a:cxn>
                <a:cxn ang="0">
                  <a:pos x="connsiteX18681" y="connsiteY18681"/>
                </a:cxn>
                <a:cxn ang="0">
                  <a:pos x="connsiteX18682" y="connsiteY18682"/>
                </a:cxn>
                <a:cxn ang="0">
                  <a:pos x="connsiteX18683" y="connsiteY18683"/>
                </a:cxn>
                <a:cxn ang="0">
                  <a:pos x="connsiteX18684" y="connsiteY18684"/>
                </a:cxn>
                <a:cxn ang="0">
                  <a:pos x="connsiteX18685" y="connsiteY18685"/>
                </a:cxn>
                <a:cxn ang="0">
                  <a:pos x="connsiteX18686" y="connsiteY18686"/>
                </a:cxn>
                <a:cxn ang="0">
                  <a:pos x="connsiteX18687" y="connsiteY18687"/>
                </a:cxn>
                <a:cxn ang="0">
                  <a:pos x="connsiteX18688" y="connsiteY18688"/>
                </a:cxn>
                <a:cxn ang="0">
                  <a:pos x="connsiteX18689" y="connsiteY18689"/>
                </a:cxn>
                <a:cxn ang="0">
                  <a:pos x="connsiteX18690" y="connsiteY18690"/>
                </a:cxn>
                <a:cxn ang="0">
                  <a:pos x="connsiteX18691" y="connsiteY18691"/>
                </a:cxn>
                <a:cxn ang="0">
                  <a:pos x="connsiteX18692" y="connsiteY18692"/>
                </a:cxn>
                <a:cxn ang="0">
                  <a:pos x="connsiteX18693" y="connsiteY18693"/>
                </a:cxn>
                <a:cxn ang="0">
                  <a:pos x="connsiteX18694" y="connsiteY18694"/>
                </a:cxn>
                <a:cxn ang="0">
                  <a:pos x="connsiteX18695" y="connsiteY18695"/>
                </a:cxn>
                <a:cxn ang="0">
                  <a:pos x="connsiteX18696" y="connsiteY18696"/>
                </a:cxn>
                <a:cxn ang="0">
                  <a:pos x="connsiteX18697" y="connsiteY18697"/>
                </a:cxn>
                <a:cxn ang="0">
                  <a:pos x="connsiteX18698" y="connsiteY18698"/>
                </a:cxn>
                <a:cxn ang="0">
                  <a:pos x="connsiteX18699" y="connsiteY18699"/>
                </a:cxn>
                <a:cxn ang="0">
                  <a:pos x="connsiteX18700" y="connsiteY18700"/>
                </a:cxn>
                <a:cxn ang="0">
                  <a:pos x="connsiteX18701" y="connsiteY18701"/>
                </a:cxn>
                <a:cxn ang="0">
                  <a:pos x="connsiteX18702" y="connsiteY18702"/>
                </a:cxn>
                <a:cxn ang="0">
                  <a:pos x="connsiteX18703" y="connsiteY18703"/>
                </a:cxn>
                <a:cxn ang="0">
                  <a:pos x="connsiteX18704" y="connsiteY18704"/>
                </a:cxn>
                <a:cxn ang="0">
                  <a:pos x="connsiteX18705" y="connsiteY18705"/>
                </a:cxn>
                <a:cxn ang="0">
                  <a:pos x="connsiteX18706" y="connsiteY18706"/>
                </a:cxn>
                <a:cxn ang="0">
                  <a:pos x="connsiteX18707" y="connsiteY18707"/>
                </a:cxn>
                <a:cxn ang="0">
                  <a:pos x="connsiteX18708" y="connsiteY18708"/>
                </a:cxn>
                <a:cxn ang="0">
                  <a:pos x="connsiteX18709" y="connsiteY18709"/>
                </a:cxn>
                <a:cxn ang="0">
                  <a:pos x="connsiteX18710" y="connsiteY18710"/>
                </a:cxn>
                <a:cxn ang="0">
                  <a:pos x="connsiteX18711" y="connsiteY18711"/>
                </a:cxn>
                <a:cxn ang="0">
                  <a:pos x="connsiteX18712" y="connsiteY18712"/>
                </a:cxn>
                <a:cxn ang="0">
                  <a:pos x="connsiteX18713" y="connsiteY18713"/>
                </a:cxn>
                <a:cxn ang="0">
                  <a:pos x="connsiteX18714" y="connsiteY18714"/>
                </a:cxn>
                <a:cxn ang="0">
                  <a:pos x="connsiteX18715" y="connsiteY18715"/>
                </a:cxn>
                <a:cxn ang="0">
                  <a:pos x="connsiteX18716" y="connsiteY18716"/>
                </a:cxn>
                <a:cxn ang="0">
                  <a:pos x="connsiteX18717" y="connsiteY18717"/>
                </a:cxn>
                <a:cxn ang="0">
                  <a:pos x="connsiteX18718" y="connsiteY18718"/>
                </a:cxn>
                <a:cxn ang="0">
                  <a:pos x="connsiteX18719" y="connsiteY18719"/>
                </a:cxn>
                <a:cxn ang="0">
                  <a:pos x="connsiteX18720" y="connsiteY18720"/>
                </a:cxn>
                <a:cxn ang="0">
                  <a:pos x="connsiteX18721" y="connsiteY18721"/>
                </a:cxn>
                <a:cxn ang="0">
                  <a:pos x="connsiteX18722" y="connsiteY18722"/>
                </a:cxn>
                <a:cxn ang="0">
                  <a:pos x="connsiteX18723" y="connsiteY18723"/>
                </a:cxn>
                <a:cxn ang="0">
                  <a:pos x="connsiteX18724" y="connsiteY18724"/>
                </a:cxn>
                <a:cxn ang="0">
                  <a:pos x="connsiteX18725" y="connsiteY18725"/>
                </a:cxn>
                <a:cxn ang="0">
                  <a:pos x="connsiteX18726" y="connsiteY18726"/>
                </a:cxn>
                <a:cxn ang="0">
                  <a:pos x="connsiteX18727" y="connsiteY18727"/>
                </a:cxn>
                <a:cxn ang="0">
                  <a:pos x="connsiteX18728" y="connsiteY18728"/>
                </a:cxn>
                <a:cxn ang="0">
                  <a:pos x="connsiteX18729" y="connsiteY18729"/>
                </a:cxn>
                <a:cxn ang="0">
                  <a:pos x="connsiteX18730" y="connsiteY18730"/>
                </a:cxn>
                <a:cxn ang="0">
                  <a:pos x="connsiteX18731" y="connsiteY18731"/>
                </a:cxn>
                <a:cxn ang="0">
                  <a:pos x="connsiteX18732" y="connsiteY18732"/>
                </a:cxn>
                <a:cxn ang="0">
                  <a:pos x="connsiteX18733" y="connsiteY18733"/>
                </a:cxn>
                <a:cxn ang="0">
                  <a:pos x="connsiteX18734" y="connsiteY18734"/>
                </a:cxn>
                <a:cxn ang="0">
                  <a:pos x="connsiteX18735" y="connsiteY18735"/>
                </a:cxn>
                <a:cxn ang="0">
                  <a:pos x="connsiteX18736" y="connsiteY18736"/>
                </a:cxn>
                <a:cxn ang="0">
                  <a:pos x="connsiteX18737" y="connsiteY18737"/>
                </a:cxn>
                <a:cxn ang="0">
                  <a:pos x="connsiteX18738" y="connsiteY18738"/>
                </a:cxn>
                <a:cxn ang="0">
                  <a:pos x="connsiteX18739" y="connsiteY18739"/>
                </a:cxn>
                <a:cxn ang="0">
                  <a:pos x="connsiteX18740" y="connsiteY18740"/>
                </a:cxn>
                <a:cxn ang="0">
                  <a:pos x="connsiteX18741" y="connsiteY18741"/>
                </a:cxn>
                <a:cxn ang="0">
                  <a:pos x="connsiteX18742" y="connsiteY18742"/>
                </a:cxn>
                <a:cxn ang="0">
                  <a:pos x="connsiteX18743" y="connsiteY18743"/>
                </a:cxn>
                <a:cxn ang="0">
                  <a:pos x="connsiteX18744" y="connsiteY18744"/>
                </a:cxn>
                <a:cxn ang="0">
                  <a:pos x="connsiteX18745" y="connsiteY18745"/>
                </a:cxn>
                <a:cxn ang="0">
                  <a:pos x="connsiteX18746" y="connsiteY18746"/>
                </a:cxn>
                <a:cxn ang="0">
                  <a:pos x="connsiteX18747" y="connsiteY18747"/>
                </a:cxn>
                <a:cxn ang="0">
                  <a:pos x="connsiteX18748" y="connsiteY18748"/>
                </a:cxn>
                <a:cxn ang="0">
                  <a:pos x="connsiteX18749" y="connsiteY18749"/>
                </a:cxn>
                <a:cxn ang="0">
                  <a:pos x="connsiteX18750" y="connsiteY18750"/>
                </a:cxn>
                <a:cxn ang="0">
                  <a:pos x="connsiteX18751" y="connsiteY18751"/>
                </a:cxn>
                <a:cxn ang="0">
                  <a:pos x="connsiteX18752" y="connsiteY18752"/>
                </a:cxn>
                <a:cxn ang="0">
                  <a:pos x="connsiteX18753" y="connsiteY18753"/>
                </a:cxn>
                <a:cxn ang="0">
                  <a:pos x="connsiteX18754" y="connsiteY18754"/>
                </a:cxn>
                <a:cxn ang="0">
                  <a:pos x="connsiteX18755" y="connsiteY18755"/>
                </a:cxn>
                <a:cxn ang="0">
                  <a:pos x="connsiteX18756" y="connsiteY18756"/>
                </a:cxn>
                <a:cxn ang="0">
                  <a:pos x="connsiteX18757" y="connsiteY18757"/>
                </a:cxn>
                <a:cxn ang="0">
                  <a:pos x="connsiteX18758" y="connsiteY18758"/>
                </a:cxn>
                <a:cxn ang="0">
                  <a:pos x="connsiteX18759" y="connsiteY18759"/>
                </a:cxn>
                <a:cxn ang="0">
                  <a:pos x="connsiteX18760" y="connsiteY18760"/>
                </a:cxn>
                <a:cxn ang="0">
                  <a:pos x="connsiteX18761" y="connsiteY18761"/>
                </a:cxn>
                <a:cxn ang="0">
                  <a:pos x="connsiteX18762" y="connsiteY18762"/>
                </a:cxn>
                <a:cxn ang="0">
                  <a:pos x="connsiteX18763" y="connsiteY18763"/>
                </a:cxn>
                <a:cxn ang="0">
                  <a:pos x="connsiteX18764" y="connsiteY18764"/>
                </a:cxn>
                <a:cxn ang="0">
                  <a:pos x="connsiteX18765" y="connsiteY18765"/>
                </a:cxn>
                <a:cxn ang="0">
                  <a:pos x="connsiteX18766" y="connsiteY18766"/>
                </a:cxn>
                <a:cxn ang="0">
                  <a:pos x="connsiteX18767" y="connsiteY18767"/>
                </a:cxn>
                <a:cxn ang="0">
                  <a:pos x="connsiteX18768" y="connsiteY18768"/>
                </a:cxn>
                <a:cxn ang="0">
                  <a:pos x="connsiteX18769" y="connsiteY18769"/>
                </a:cxn>
                <a:cxn ang="0">
                  <a:pos x="connsiteX18770" y="connsiteY18770"/>
                </a:cxn>
                <a:cxn ang="0">
                  <a:pos x="connsiteX18771" y="connsiteY18771"/>
                </a:cxn>
                <a:cxn ang="0">
                  <a:pos x="connsiteX18772" y="connsiteY18772"/>
                </a:cxn>
                <a:cxn ang="0">
                  <a:pos x="connsiteX18773" y="connsiteY18773"/>
                </a:cxn>
                <a:cxn ang="0">
                  <a:pos x="connsiteX18774" y="connsiteY18774"/>
                </a:cxn>
                <a:cxn ang="0">
                  <a:pos x="connsiteX18775" y="connsiteY18775"/>
                </a:cxn>
                <a:cxn ang="0">
                  <a:pos x="connsiteX18776" y="connsiteY18776"/>
                </a:cxn>
                <a:cxn ang="0">
                  <a:pos x="connsiteX18777" y="connsiteY18777"/>
                </a:cxn>
                <a:cxn ang="0">
                  <a:pos x="connsiteX18778" y="connsiteY18778"/>
                </a:cxn>
                <a:cxn ang="0">
                  <a:pos x="connsiteX18779" y="connsiteY18779"/>
                </a:cxn>
                <a:cxn ang="0">
                  <a:pos x="connsiteX18780" y="connsiteY18780"/>
                </a:cxn>
                <a:cxn ang="0">
                  <a:pos x="connsiteX18781" y="connsiteY18781"/>
                </a:cxn>
                <a:cxn ang="0">
                  <a:pos x="connsiteX18782" y="connsiteY18782"/>
                </a:cxn>
                <a:cxn ang="0">
                  <a:pos x="connsiteX18783" y="connsiteY18783"/>
                </a:cxn>
                <a:cxn ang="0">
                  <a:pos x="connsiteX18784" y="connsiteY18784"/>
                </a:cxn>
                <a:cxn ang="0">
                  <a:pos x="connsiteX18785" y="connsiteY18785"/>
                </a:cxn>
                <a:cxn ang="0">
                  <a:pos x="connsiteX18786" y="connsiteY18786"/>
                </a:cxn>
                <a:cxn ang="0">
                  <a:pos x="connsiteX18787" y="connsiteY18787"/>
                </a:cxn>
                <a:cxn ang="0">
                  <a:pos x="connsiteX18788" y="connsiteY18788"/>
                </a:cxn>
                <a:cxn ang="0">
                  <a:pos x="connsiteX18789" y="connsiteY18789"/>
                </a:cxn>
                <a:cxn ang="0">
                  <a:pos x="connsiteX18790" y="connsiteY18790"/>
                </a:cxn>
                <a:cxn ang="0">
                  <a:pos x="connsiteX18791" y="connsiteY18791"/>
                </a:cxn>
                <a:cxn ang="0">
                  <a:pos x="connsiteX18792" y="connsiteY18792"/>
                </a:cxn>
                <a:cxn ang="0">
                  <a:pos x="connsiteX18793" y="connsiteY18793"/>
                </a:cxn>
                <a:cxn ang="0">
                  <a:pos x="connsiteX18794" y="connsiteY18794"/>
                </a:cxn>
                <a:cxn ang="0">
                  <a:pos x="connsiteX18795" y="connsiteY18795"/>
                </a:cxn>
                <a:cxn ang="0">
                  <a:pos x="connsiteX18796" y="connsiteY18796"/>
                </a:cxn>
                <a:cxn ang="0">
                  <a:pos x="connsiteX18797" y="connsiteY18797"/>
                </a:cxn>
                <a:cxn ang="0">
                  <a:pos x="connsiteX18798" y="connsiteY18798"/>
                </a:cxn>
                <a:cxn ang="0">
                  <a:pos x="connsiteX18799" y="connsiteY18799"/>
                </a:cxn>
                <a:cxn ang="0">
                  <a:pos x="connsiteX18800" y="connsiteY18800"/>
                </a:cxn>
                <a:cxn ang="0">
                  <a:pos x="connsiteX18801" y="connsiteY18801"/>
                </a:cxn>
                <a:cxn ang="0">
                  <a:pos x="connsiteX18802" y="connsiteY18802"/>
                </a:cxn>
                <a:cxn ang="0">
                  <a:pos x="connsiteX18803" y="connsiteY18803"/>
                </a:cxn>
                <a:cxn ang="0">
                  <a:pos x="connsiteX18804" y="connsiteY18804"/>
                </a:cxn>
                <a:cxn ang="0">
                  <a:pos x="connsiteX18805" y="connsiteY18805"/>
                </a:cxn>
                <a:cxn ang="0">
                  <a:pos x="connsiteX18806" y="connsiteY18806"/>
                </a:cxn>
                <a:cxn ang="0">
                  <a:pos x="connsiteX18807" y="connsiteY18807"/>
                </a:cxn>
                <a:cxn ang="0">
                  <a:pos x="connsiteX18808" y="connsiteY18808"/>
                </a:cxn>
                <a:cxn ang="0">
                  <a:pos x="connsiteX18809" y="connsiteY18809"/>
                </a:cxn>
                <a:cxn ang="0">
                  <a:pos x="connsiteX18810" y="connsiteY18810"/>
                </a:cxn>
                <a:cxn ang="0">
                  <a:pos x="connsiteX18811" y="connsiteY18811"/>
                </a:cxn>
                <a:cxn ang="0">
                  <a:pos x="connsiteX18812" y="connsiteY18812"/>
                </a:cxn>
                <a:cxn ang="0">
                  <a:pos x="connsiteX18813" y="connsiteY18813"/>
                </a:cxn>
                <a:cxn ang="0">
                  <a:pos x="connsiteX18814" y="connsiteY18814"/>
                </a:cxn>
                <a:cxn ang="0">
                  <a:pos x="connsiteX18815" y="connsiteY18815"/>
                </a:cxn>
                <a:cxn ang="0">
                  <a:pos x="connsiteX18816" y="connsiteY18816"/>
                </a:cxn>
                <a:cxn ang="0">
                  <a:pos x="connsiteX18817" y="connsiteY18817"/>
                </a:cxn>
                <a:cxn ang="0">
                  <a:pos x="connsiteX18818" y="connsiteY18818"/>
                </a:cxn>
                <a:cxn ang="0">
                  <a:pos x="connsiteX18819" y="connsiteY18819"/>
                </a:cxn>
                <a:cxn ang="0">
                  <a:pos x="connsiteX18820" y="connsiteY18820"/>
                </a:cxn>
                <a:cxn ang="0">
                  <a:pos x="connsiteX18821" y="connsiteY18821"/>
                </a:cxn>
                <a:cxn ang="0">
                  <a:pos x="connsiteX18822" y="connsiteY18822"/>
                </a:cxn>
                <a:cxn ang="0">
                  <a:pos x="connsiteX18823" y="connsiteY18823"/>
                </a:cxn>
                <a:cxn ang="0">
                  <a:pos x="connsiteX18824" y="connsiteY18824"/>
                </a:cxn>
                <a:cxn ang="0">
                  <a:pos x="connsiteX18825" y="connsiteY18825"/>
                </a:cxn>
                <a:cxn ang="0">
                  <a:pos x="connsiteX18826" y="connsiteY18826"/>
                </a:cxn>
                <a:cxn ang="0">
                  <a:pos x="connsiteX18827" y="connsiteY18827"/>
                </a:cxn>
                <a:cxn ang="0">
                  <a:pos x="connsiteX18828" y="connsiteY18828"/>
                </a:cxn>
                <a:cxn ang="0">
                  <a:pos x="connsiteX18829" y="connsiteY18829"/>
                </a:cxn>
                <a:cxn ang="0">
                  <a:pos x="connsiteX18830" y="connsiteY18830"/>
                </a:cxn>
                <a:cxn ang="0">
                  <a:pos x="connsiteX18831" y="connsiteY18831"/>
                </a:cxn>
                <a:cxn ang="0">
                  <a:pos x="connsiteX18832" y="connsiteY18832"/>
                </a:cxn>
                <a:cxn ang="0">
                  <a:pos x="connsiteX18833" y="connsiteY18833"/>
                </a:cxn>
                <a:cxn ang="0">
                  <a:pos x="connsiteX18834" y="connsiteY18834"/>
                </a:cxn>
                <a:cxn ang="0">
                  <a:pos x="connsiteX18835" y="connsiteY18835"/>
                </a:cxn>
                <a:cxn ang="0">
                  <a:pos x="connsiteX18836" y="connsiteY18836"/>
                </a:cxn>
                <a:cxn ang="0">
                  <a:pos x="connsiteX18837" y="connsiteY18837"/>
                </a:cxn>
                <a:cxn ang="0">
                  <a:pos x="connsiteX18838" y="connsiteY18838"/>
                </a:cxn>
                <a:cxn ang="0">
                  <a:pos x="connsiteX18839" y="connsiteY18839"/>
                </a:cxn>
                <a:cxn ang="0">
                  <a:pos x="connsiteX18840" y="connsiteY18840"/>
                </a:cxn>
                <a:cxn ang="0">
                  <a:pos x="connsiteX18841" y="connsiteY18841"/>
                </a:cxn>
                <a:cxn ang="0">
                  <a:pos x="connsiteX18842" y="connsiteY18842"/>
                </a:cxn>
                <a:cxn ang="0">
                  <a:pos x="connsiteX18843" y="connsiteY18843"/>
                </a:cxn>
                <a:cxn ang="0">
                  <a:pos x="connsiteX18844" y="connsiteY18844"/>
                </a:cxn>
                <a:cxn ang="0">
                  <a:pos x="connsiteX18845" y="connsiteY18845"/>
                </a:cxn>
                <a:cxn ang="0">
                  <a:pos x="connsiteX18846" y="connsiteY18846"/>
                </a:cxn>
                <a:cxn ang="0">
                  <a:pos x="connsiteX18847" y="connsiteY18847"/>
                </a:cxn>
                <a:cxn ang="0">
                  <a:pos x="connsiteX18848" y="connsiteY18848"/>
                </a:cxn>
                <a:cxn ang="0">
                  <a:pos x="connsiteX18849" y="connsiteY18849"/>
                </a:cxn>
                <a:cxn ang="0">
                  <a:pos x="connsiteX18850" y="connsiteY18850"/>
                </a:cxn>
                <a:cxn ang="0">
                  <a:pos x="connsiteX18851" y="connsiteY18851"/>
                </a:cxn>
                <a:cxn ang="0">
                  <a:pos x="connsiteX18852" y="connsiteY18852"/>
                </a:cxn>
                <a:cxn ang="0">
                  <a:pos x="connsiteX18853" y="connsiteY18853"/>
                </a:cxn>
                <a:cxn ang="0">
                  <a:pos x="connsiteX18854" y="connsiteY18854"/>
                </a:cxn>
                <a:cxn ang="0">
                  <a:pos x="connsiteX18855" y="connsiteY18855"/>
                </a:cxn>
                <a:cxn ang="0">
                  <a:pos x="connsiteX18856" y="connsiteY18856"/>
                </a:cxn>
                <a:cxn ang="0">
                  <a:pos x="connsiteX18857" y="connsiteY18857"/>
                </a:cxn>
                <a:cxn ang="0">
                  <a:pos x="connsiteX18858" y="connsiteY18858"/>
                </a:cxn>
                <a:cxn ang="0">
                  <a:pos x="connsiteX18859" y="connsiteY18859"/>
                </a:cxn>
                <a:cxn ang="0">
                  <a:pos x="connsiteX18860" y="connsiteY18860"/>
                </a:cxn>
                <a:cxn ang="0">
                  <a:pos x="connsiteX18861" y="connsiteY18861"/>
                </a:cxn>
                <a:cxn ang="0">
                  <a:pos x="connsiteX18862" y="connsiteY18862"/>
                </a:cxn>
                <a:cxn ang="0">
                  <a:pos x="connsiteX18863" y="connsiteY18863"/>
                </a:cxn>
                <a:cxn ang="0">
                  <a:pos x="connsiteX18864" y="connsiteY18864"/>
                </a:cxn>
                <a:cxn ang="0">
                  <a:pos x="connsiteX18865" y="connsiteY18865"/>
                </a:cxn>
                <a:cxn ang="0">
                  <a:pos x="connsiteX18866" y="connsiteY18866"/>
                </a:cxn>
                <a:cxn ang="0">
                  <a:pos x="connsiteX18867" y="connsiteY18867"/>
                </a:cxn>
                <a:cxn ang="0">
                  <a:pos x="connsiteX18868" y="connsiteY18868"/>
                </a:cxn>
                <a:cxn ang="0">
                  <a:pos x="connsiteX18869" y="connsiteY18869"/>
                </a:cxn>
                <a:cxn ang="0">
                  <a:pos x="connsiteX18870" y="connsiteY18870"/>
                </a:cxn>
                <a:cxn ang="0">
                  <a:pos x="connsiteX18871" y="connsiteY18871"/>
                </a:cxn>
                <a:cxn ang="0">
                  <a:pos x="connsiteX18872" y="connsiteY18872"/>
                </a:cxn>
                <a:cxn ang="0">
                  <a:pos x="connsiteX18873" y="connsiteY18873"/>
                </a:cxn>
                <a:cxn ang="0">
                  <a:pos x="connsiteX18874" y="connsiteY18874"/>
                </a:cxn>
                <a:cxn ang="0">
                  <a:pos x="connsiteX18875" y="connsiteY18875"/>
                </a:cxn>
                <a:cxn ang="0">
                  <a:pos x="connsiteX18876" y="connsiteY18876"/>
                </a:cxn>
                <a:cxn ang="0">
                  <a:pos x="connsiteX18877" y="connsiteY18877"/>
                </a:cxn>
                <a:cxn ang="0">
                  <a:pos x="connsiteX18878" y="connsiteY18878"/>
                </a:cxn>
                <a:cxn ang="0">
                  <a:pos x="connsiteX18879" y="connsiteY18879"/>
                </a:cxn>
                <a:cxn ang="0">
                  <a:pos x="connsiteX18880" y="connsiteY18880"/>
                </a:cxn>
                <a:cxn ang="0">
                  <a:pos x="connsiteX18881" y="connsiteY18881"/>
                </a:cxn>
                <a:cxn ang="0">
                  <a:pos x="connsiteX18882" y="connsiteY18882"/>
                </a:cxn>
                <a:cxn ang="0">
                  <a:pos x="connsiteX18883" y="connsiteY18883"/>
                </a:cxn>
                <a:cxn ang="0">
                  <a:pos x="connsiteX18884" y="connsiteY18884"/>
                </a:cxn>
                <a:cxn ang="0">
                  <a:pos x="connsiteX18885" y="connsiteY18885"/>
                </a:cxn>
                <a:cxn ang="0">
                  <a:pos x="connsiteX18886" y="connsiteY18886"/>
                </a:cxn>
                <a:cxn ang="0">
                  <a:pos x="connsiteX18887" y="connsiteY18887"/>
                </a:cxn>
                <a:cxn ang="0">
                  <a:pos x="connsiteX18888" y="connsiteY18888"/>
                </a:cxn>
                <a:cxn ang="0">
                  <a:pos x="connsiteX18889" y="connsiteY18889"/>
                </a:cxn>
                <a:cxn ang="0">
                  <a:pos x="connsiteX18890" y="connsiteY18890"/>
                </a:cxn>
                <a:cxn ang="0">
                  <a:pos x="connsiteX18891" y="connsiteY18891"/>
                </a:cxn>
                <a:cxn ang="0">
                  <a:pos x="connsiteX18892" y="connsiteY18892"/>
                </a:cxn>
                <a:cxn ang="0">
                  <a:pos x="connsiteX18893" y="connsiteY18893"/>
                </a:cxn>
                <a:cxn ang="0">
                  <a:pos x="connsiteX18894" y="connsiteY18894"/>
                </a:cxn>
                <a:cxn ang="0">
                  <a:pos x="connsiteX18895" y="connsiteY18895"/>
                </a:cxn>
                <a:cxn ang="0">
                  <a:pos x="connsiteX18896" y="connsiteY18896"/>
                </a:cxn>
                <a:cxn ang="0">
                  <a:pos x="connsiteX18897" y="connsiteY18897"/>
                </a:cxn>
                <a:cxn ang="0">
                  <a:pos x="connsiteX18898" y="connsiteY18898"/>
                </a:cxn>
                <a:cxn ang="0">
                  <a:pos x="connsiteX18899" y="connsiteY18899"/>
                </a:cxn>
                <a:cxn ang="0">
                  <a:pos x="connsiteX18900" y="connsiteY18900"/>
                </a:cxn>
                <a:cxn ang="0">
                  <a:pos x="connsiteX18901" y="connsiteY18901"/>
                </a:cxn>
                <a:cxn ang="0">
                  <a:pos x="connsiteX18902" y="connsiteY18902"/>
                </a:cxn>
                <a:cxn ang="0">
                  <a:pos x="connsiteX18903" y="connsiteY18903"/>
                </a:cxn>
                <a:cxn ang="0">
                  <a:pos x="connsiteX18904" y="connsiteY18904"/>
                </a:cxn>
                <a:cxn ang="0">
                  <a:pos x="connsiteX18905" y="connsiteY18905"/>
                </a:cxn>
                <a:cxn ang="0">
                  <a:pos x="connsiteX18906" y="connsiteY18906"/>
                </a:cxn>
                <a:cxn ang="0">
                  <a:pos x="connsiteX18907" y="connsiteY18907"/>
                </a:cxn>
                <a:cxn ang="0">
                  <a:pos x="connsiteX18908" y="connsiteY18908"/>
                </a:cxn>
                <a:cxn ang="0">
                  <a:pos x="connsiteX18909" y="connsiteY18909"/>
                </a:cxn>
                <a:cxn ang="0">
                  <a:pos x="connsiteX18910" y="connsiteY18910"/>
                </a:cxn>
                <a:cxn ang="0">
                  <a:pos x="connsiteX18911" y="connsiteY18911"/>
                </a:cxn>
                <a:cxn ang="0">
                  <a:pos x="connsiteX18912" y="connsiteY18912"/>
                </a:cxn>
                <a:cxn ang="0">
                  <a:pos x="connsiteX18913" y="connsiteY18913"/>
                </a:cxn>
                <a:cxn ang="0">
                  <a:pos x="connsiteX18914" y="connsiteY18914"/>
                </a:cxn>
                <a:cxn ang="0">
                  <a:pos x="connsiteX18915" y="connsiteY18915"/>
                </a:cxn>
                <a:cxn ang="0">
                  <a:pos x="connsiteX18916" y="connsiteY18916"/>
                </a:cxn>
                <a:cxn ang="0">
                  <a:pos x="connsiteX18917" y="connsiteY18917"/>
                </a:cxn>
                <a:cxn ang="0">
                  <a:pos x="connsiteX18918" y="connsiteY18918"/>
                </a:cxn>
                <a:cxn ang="0">
                  <a:pos x="connsiteX18919" y="connsiteY18919"/>
                </a:cxn>
                <a:cxn ang="0">
                  <a:pos x="connsiteX18920" y="connsiteY18920"/>
                </a:cxn>
                <a:cxn ang="0">
                  <a:pos x="connsiteX18921" y="connsiteY18921"/>
                </a:cxn>
                <a:cxn ang="0">
                  <a:pos x="connsiteX18922" y="connsiteY18922"/>
                </a:cxn>
                <a:cxn ang="0">
                  <a:pos x="connsiteX18923" y="connsiteY18923"/>
                </a:cxn>
                <a:cxn ang="0">
                  <a:pos x="connsiteX18924" y="connsiteY18924"/>
                </a:cxn>
                <a:cxn ang="0">
                  <a:pos x="connsiteX18925" y="connsiteY18925"/>
                </a:cxn>
                <a:cxn ang="0">
                  <a:pos x="connsiteX18926" y="connsiteY18926"/>
                </a:cxn>
                <a:cxn ang="0">
                  <a:pos x="connsiteX18927" y="connsiteY18927"/>
                </a:cxn>
                <a:cxn ang="0">
                  <a:pos x="connsiteX18928" y="connsiteY18928"/>
                </a:cxn>
                <a:cxn ang="0">
                  <a:pos x="connsiteX18929" y="connsiteY18929"/>
                </a:cxn>
                <a:cxn ang="0">
                  <a:pos x="connsiteX18930" y="connsiteY18930"/>
                </a:cxn>
                <a:cxn ang="0">
                  <a:pos x="connsiteX18931" y="connsiteY18931"/>
                </a:cxn>
                <a:cxn ang="0">
                  <a:pos x="connsiteX18932" y="connsiteY18932"/>
                </a:cxn>
                <a:cxn ang="0">
                  <a:pos x="connsiteX18933" y="connsiteY18933"/>
                </a:cxn>
                <a:cxn ang="0">
                  <a:pos x="connsiteX18934" y="connsiteY18934"/>
                </a:cxn>
                <a:cxn ang="0">
                  <a:pos x="connsiteX18935" y="connsiteY18935"/>
                </a:cxn>
                <a:cxn ang="0">
                  <a:pos x="connsiteX18936" y="connsiteY18936"/>
                </a:cxn>
                <a:cxn ang="0">
                  <a:pos x="connsiteX18937" y="connsiteY18937"/>
                </a:cxn>
                <a:cxn ang="0">
                  <a:pos x="connsiteX18938" y="connsiteY18938"/>
                </a:cxn>
                <a:cxn ang="0">
                  <a:pos x="connsiteX18939" y="connsiteY18939"/>
                </a:cxn>
                <a:cxn ang="0">
                  <a:pos x="connsiteX18940" y="connsiteY18940"/>
                </a:cxn>
                <a:cxn ang="0">
                  <a:pos x="connsiteX18941" y="connsiteY18941"/>
                </a:cxn>
                <a:cxn ang="0">
                  <a:pos x="connsiteX18942" y="connsiteY18942"/>
                </a:cxn>
                <a:cxn ang="0">
                  <a:pos x="connsiteX18943" y="connsiteY18943"/>
                </a:cxn>
                <a:cxn ang="0">
                  <a:pos x="connsiteX18944" y="connsiteY18944"/>
                </a:cxn>
                <a:cxn ang="0">
                  <a:pos x="connsiteX18945" y="connsiteY18945"/>
                </a:cxn>
                <a:cxn ang="0">
                  <a:pos x="connsiteX18946" y="connsiteY18946"/>
                </a:cxn>
                <a:cxn ang="0">
                  <a:pos x="connsiteX18947" y="connsiteY18947"/>
                </a:cxn>
                <a:cxn ang="0">
                  <a:pos x="connsiteX18948" y="connsiteY18948"/>
                </a:cxn>
                <a:cxn ang="0">
                  <a:pos x="connsiteX18949" y="connsiteY18949"/>
                </a:cxn>
                <a:cxn ang="0">
                  <a:pos x="connsiteX18950" y="connsiteY18950"/>
                </a:cxn>
                <a:cxn ang="0">
                  <a:pos x="connsiteX18951" y="connsiteY18951"/>
                </a:cxn>
                <a:cxn ang="0">
                  <a:pos x="connsiteX18952" y="connsiteY18952"/>
                </a:cxn>
                <a:cxn ang="0">
                  <a:pos x="connsiteX18953" y="connsiteY18953"/>
                </a:cxn>
                <a:cxn ang="0">
                  <a:pos x="connsiteX18954" y="connsiteY18954"/>
                </a:cxn>
                <a:cxn ang="0">
                  <a:pos x="connsiteX18955" y="connsiteY18955"/>
                </a:cxn>
                <a:cxn ang="0">
                  <a:pos x="connsiteX18956" y="connsiteY18956"/>
                </a:cxn>
                <a:cxn ang="0">
                  <a:pos x="connsiteX18957" y="connsiteY18957"/>
                </a:cxn>
                <a:cxn ang="0">
                  <a:pos x="connsiteX18958" y="connsiteY18958"/>
                </a:cxn>
                <a:cxn ang="0">
                  <a:pos x="connsiteX18959" y="connsiteY18959"/>
                </a:cxn>
                <a:cxn ang="0">
                  <a:pos x="connsiteX18960" y="connsiteY18960"/>
                </a:cxn>
                <a:cxn ang="0">
                  <a:pos x="connsiteX18961" y="connsiteY18961"/>
                </a:cxn>
                <a:cxn ang="0">
                  <a:pos x="connsiteX18962" y="connsiteY18962"/>
                </a:cxn>
                <a:cxn ang="0">
                  <a:pos x="connsiteX18963" y="connsiteY18963"/>
                </a:cxn>
                <a:cxn ang="0">
                  <a:pos x="connsiteX18964" y="connsiteY18964"/>
                </a:cxn>
                <a:cxn ang="0">
                  <a:pos x="connsiteX18965" y="connsiteY18965"/>
                </a:cxn>
                <a:cxn ang="0">
                  <a:pos x="connsiteX18966" y="connsiteY18966"/>
                </a:cxn>
                <a:cxn ang="0">
                  <a:pos x="connsiteX18967" y="connsiteY18967"/>
                </a:cxn>
                <a:cxn ang="0">
                  <a:pos x="connsiteX18968" y="connsiteY18968"/>
                </a:cxn>
                <a:cxn ang="0">
                  <a:pos x="connsiteX18969" y="connsiteY18969"/>
                </a:cxn>
                <a:cxn ang="0">
                  <a:pos x="connsiteX18970" y="connsiteY18970"/>
                </a:cxn>
                <a:cxn ang="0">
                  <a:pos x="connsiteX18971" y="connsiteY18971"/>
                </a:cxn>
                <a:cxn ang="0">
                  <a:pos x="connsiteX18972" y="connsiteY18972"/>
                </a:cxn>
                <a:cxn ang="0">
                  <a:pos x="connsiteX18973" y="connsiteY18973"/>
                </a:cxn>
                <a:cxn ang="0">
                  <a:pos x="connsiteX18974" y="connsiteY18974"/>
                </a:cxn>
                <a:cxn ang="0">
                  <a:pos x="connsiteX18975" y="connsiteY18975"/>
                </a:cxn>
                <a:cxn ang="0">
                  <a:pos x="connsiteX18976" y="connsiteY18976"/>
                </a:cxn>
                <a:cxn ang="0">
                  <a:pos x="connsiteX18977" y="connsiteY18977"/>
                </a:cxn>
                <a:cxn ang="0">
                  <a:pos x="connsiteX18978" y="connsiteY18978"/>
                </a:cxn>
                <a:cxn ang="0">
                  <a:pos x="connsiteX18979" y="connsiteY18979"/>
                </a:cxn>
                <a:cxn ang="0">
                  <a:pos x="connsiteX18980" y="connsiteY18980"/>
                </a:cxn>
                <a:cxn ang="0">
                  <a:pos x="connsiteX18981" y="connsiteY18981"/>
                </a:cxn>
                <a:cxn ang="0">
                  <a:pos x="connsiteX18982" y="connsiteY18982"/>
                </a:cxn>
                <a:cxn ang="0">
                  <a:pos x="connsiteX18983" y="connsiteY18983"/>
                </a:cxn>
                <a:cxn ang="0">
                  <a:pos x="connsiteX18984" y="connsiteY18984"/>
                </a:cxn>
                <a:cxn ang="0">
                  <a:pos x="connsiteX18985" y="connsiteY18985"/>
                </a:cxn>
                <a:cxn ang="0">
                  <a:pos x="connsiteX18986" y="connsiteY18986"/>
                </a:cxn>
                <a:cxn ang="0">
                  <a:pos x="connsiteX18987" y="connsiteY18987"/>
                </a:cxn>
                <a:cxn ang="0">
                  <a:pos x="connsiteX18988" y="connsiteY18988"/>
                </a:cxn>
                <a:cxn ang="0">
                  <a:pos x="connsiteX18989" y="connsiteY18989"/>
                </a:cxn>
                <a:cxn ang="0">
                  <a:pos x="connsiteX18990" y="connsiteY18990"/>
                </a:cxn>
                <a:cxn ang="0">
                  <a:pos x="connsiteX18991" y="connsiteY18991"/>
                </a:cxn>
                <a:cxn ang="0">
                  <a:pos x="connsiteX18992" y="connsiteY18992"/>
                </a:cxn>
                <a:cxn ang="0">
                  <a:pos x="connsiteX18993" y="connsiteY18993"/>
                </a:cxn>
                <a:cxn ang="0">
                  <a:pos x="connsiteX18994" y="connsiteY18994"/>
                </a:cxn>
                <a:cxn ang="0">
                  <a:pos x="connsiteX18995" y="connsiteY18995"/>
                </a:cxn>
                <a:cxn ang="0">
                  <a:pos x="connsiteX18996" y="connsiteY18996"/>
                </a:cxn>
                <a:cxn ang="0">
                  <a:pos x="connsiteX18997" y="connsiteY18997"/>
                </a:cxn>
                <a:cxn ang="0">
                  <a:pos x="connsiteX18998" y="connsiteY18998"/>
                </a:cxn>
                <a:cxn ang="0">
                  <a:pos x="connsiteX18999" y="connsiteY18999"/>
                </a:cxn>
                <a:cxn ang="0">
                  <a:pos x="connsiteX19000" y="connsiteY19000"/>
                </a:cxn>
                <a:cxn ang="0">
                  <a:pos x="connsiteX19001" y="connsiteY19001"/>
                </a:cxn>
                <a:cxn ang="0">
                  <a:pos x="connsiteX19002" y="connsiteY19002"/>
                </a:cxn>
                <a:cxn ang="0">
                  <a:pos x="connsiteX19003" y="connsiteY19003"/>
                </a:cxn>
                <a:cxn ang="0">
                  <a:pos x="connsiteX19004" y="connsiteY19004"/>
                </a:cxn>
                <a:cxn ang="0">
                  <a:pos x="connsiteX19005" y="connsiteY19005"/>
                </a:cxn>
                <a:cxn ang="0">
                  <a:pos x="connsiteX19006" y="connsiteY19006"/>
                </a:cxn>
                <a:cxn ang="0">
                  <a:pos x="connsiteX19007" y="connsiteY19007"/>
                </a:cxn>
                <a:cxn ang="0">
                  <a:pos x="connsiteX19008" y="connsiteY19008"/>
                </a:cxn>
                <a:cxn ang="0">
                  <a:pos x="connsiteX19009" y="connsiteY19009"/>
                </a:cxn>
                <a:cxn ang="0">
                  <a:pos x="connsiteX19010" y="connsiteY19010"/>
                </a:cxn>
                <a:cxn ang="0">
                  <a:pos x="connsiteX19011" y="connsiteY19011"/>
                </a:cxn>
                <a:cxn ang="0">
                  <a:pos x="connsiteX19012" y="connsiteY19012"/>
                </a:cxn>
                <a:cxn ang="0">
                  <a:pos x="connsiteX19013" y="connsiteY19013"/>
                </a:cxn>
                <a:cxn ang="0">
                  <a:pos x="connsiteX19014" y="connsiteY19014"/>
                </a:cxn>
                <a:cxn ang="0">
                  <a:pos x="connsiteX19015" y="connsiteY19015"/>
                </a:cxn>
                <a:cxn ang="0">
                  <a:pos x="connsiteX19016" y="connsiteY19016"/>
                </a:cxn>
                <a:cxn ang="0">
                  <a:pos x="connsiteX19017" y="connsiteY19017"/>
                </a:cxn>
                <a:cxn ang="0">
                  <a:pos x="connsiteX19018" y="connsiteY19018"/>
                </a:cxn>
                <a:cxn ang="0">
                  <a:pos x="connsiteX19019" y="connsiteY19019"/>
                </a:cxn>
                <a:cxn ang="0">
                  <a:pos x="connsiteX19020" y="connsiteY19020"/>
                </a:cxn>
                <a:cxn ang="0">
                  <a:pos x="connsiteX19021" y="connsiteY19021"/>
                </a:cxn>
                <a:cxn ang="0">
                  <a:pos x="connsiteX19022" y="connsiteY19022"/>
                </a:cxn>
                <a:cxn ang="0">
                  <a:pos x="connsiteX19023" y="connsiteY19023"/>
                </a:cxn>
                <a:cxn ang="0">
                  <a:pos x="connsiteX19024" y="connsiteY19024"/>
                </a:cxn>
                <a:cxn ang="0">
                  <a:pos x="connsiteX19025" y="connsiteY19025"/>
                </a:cxn>
                <a:cxn ang="0">
                  <a:pos x="connsiteX19026" y="connsiteY19026"/>
                </a:cxn>
                <a:cxn ang="0">
                  <a:pos x="connsiteX19027" y="connsiteY19027"/>
                </a:cxn>
                <a:cxn ang="0">
                  <a:pos x="connsiteX19028" y="connsiteY19028"/>
                </a:cxn>
                <a:cxn ang="0">
                  <a:pos x="connsiteX19029" y="connsiteY19029"/>
                </a:cxn>
                <a:cxn ang="0">
                  <a:pos x="connsiteX19030" y="connsiteY19030"/>
                </a:cxn>
                <a:cxn ang="0">
                  <a:pos x="connsiteX19031" y="connsiteY19031"/>
                </a:cxn>
                <a:cxn ang="0">
                  <a:pos x="connsiteX19032" y="connsiteY19032"/>
                </a:cxn>
                <a:cxn ang="0">
                  <a:pos x="connsiteX19033" y="connsiteY19033"/>
                </a:cxn>
                <a:cxn ang="0">
                  <a:pos x="connsiteX19034" y="connsiteY19034"/>
                </a:cxn>
                <a:cxn ang="0">
                  <a:pos x="connsiteX19035" y="connsiteY19035"/>
                </a:cxn>
                <a:cxn ang="0">
                  <a:pos x="connsiteX19036" y="connsiteY19036"/>
                </a:cxn>
                <a:cxn ang="0">
                  <a:pos x="connsiteX19037" y="connsiteY19037"/>
                </a:cxn>
                <a:cxn ang="0">
                  <a:pos x="connsiteX19038" y="connsiteY19038"/>
                </a:cxn>
                <a:cxn ang="0">
                  <a:pos x="connsiteX19039" y="connsiteY19039"/>
                </a:cxn>
                <a:cxn ang="0">
                  <a:pos x="connsiteX19040" y="connsiteY19040"/>
                </a:cxn>
                <a:cxn ang="0">
                  <a:pos x="connsiteX19041" y="connsiteY19041"/>
                </a:cxn>
                <a:cxn ang="0">
                  <a:pos x="connsiteX19042" y="connsiteY19042"/>
                </a:cxn>
                <a:cxn ang="0">
                  <a:pos x="connsiteX19043" y="connsiteY19043"/>
                </a:cxn>
                <a:cxn ang="0">
                  <a:pos x="connsiteX19044" y="connsiteY19044"/>
                </a:cxn>
                <a:cxn ang="0">
                  <a:pos x="connsiteX19045" y="connsiteY19045"/>
                </a:cxn>
                <a:cxn ang="0">
                  <a:pos x="connsiteX19046" y="connsiteY19046"/>
                </a:cxn>
                <a:cxn ang="0">
                  <a:pos x="connsiteX19047" y="connsiteY19047"/>
                </a:cxn>
                <a:cxn ang="0">
                  <a:pos x="connsiteX19048" y="connsiteY19048"/>
                </a:cxn>
                <a:cxn ang="0">
                  <a:pos x="connsiteX19049" y="connsiteY19049"/>
                </a:cxn>
                <a:cxn ang="0">
                  <a:pos x="connsiteX19050" y="connsiteY19050"/>
                </a:cxn>
                <a:cxn ang="0">
                  <a:pos x="connsiteX19051" y="connsiteY19051"/>
                </a:cxn>
                <a:cxn ang="0">
                  <a:pos x="connsiteX19052" y="connsiteY19052"/>
                </a:cxn>
                <a:cxn ang="0">
                  <a:pos x="connsiteX19053" y="connsiteY19053"/>
                </a:cxn>
                <a:cxn ang="0">
                  <a:pos x="connsiteX19054" y="connsiteY19054"/>
                </a:cxn>
                <a:cxn ang="0">
                  <a:pos x="connsiteX19055" y="connsiteY19055"/>
                </a:cxn>
                <a:cxn ang="0">
                  <a:pos x="connsiteX19056" y="connsiteY19056"/>
                </a:cxn>
                <a:cxn ang="0">
                  <a:pos x="connsiteX19057" y="connsiteY19057"/>
                </a:cxn>
                <a:cxn ang="0">
                  <a:pos x="connsiteX19058" y="connsiteY19058"/>
                </a:cxn>
                <a:cxn ang="0">
                  <a:pos x="connsiteX19059" y="connsiteY19059"/>
                </a:cxn>
                <a:cxn ang="0">
                  <a:pos x="connsiteX19060" y="connsiteY19060"/>
                </a:cxn>
                <a:cxn ang="0">
                  <a:pos x="connsiteX19061" y="connsiteY19061"/>
                </a:cxn>
                <a:cxn ang="0">
                  <a:pos x="connsiteX19062" y="connsiteY19062"/>
                </a:cxn>
                <a:cxn ang="0">
                  <a:pos x="connsiteX19063" y="connsiteY19063"/>
                </a:cxn>
                <a:cxn ang="0">
                  <a:pos x="connsiteX19064" y="connsiteY19064"/>
                </a:cxn>
                <a:cxn ang="0">
                  <a:pos x="connsiteX19065" y="connsiteY19065"/>
                </a:cxn>
                <a:cxn ang="0">
                  <a:pos x="connsiteX19066" y="connsiteY19066"/>
                </a:cxn>
                <a:cxn ang="0">
                  <a:pos x="connsiteX19067" y="connsiteY19067"/>
                </a:cxn>
                <a:cxn ang="0">
                  <a:pos x="connsiteX19068" y="connsiteY19068"/>
                </a:cxn>
                <a:cxn ang="0">
                  <a:pos x="connsiteX19069" y="connsiteY19069"/>
                </a:cxn>
                <a:cxn ang="0">
                  <a:pos x="connsiteX19070" y="connsiteY19070"/>
                </a:cxn>
                <a:cxn ang="0">
                  <a:pos x="connsiteX19071" y="connsiteY19071"/>
                </a:cxn>
                <a:cxn ang="0">
                  <a:pos x="connsiteX19072" y="connsiteY19072"/>
                </a:cxn>
                <a:cxn ang="0">
                  <a:pos x="connsiteX19073" y="connsiteY19073"/>
                </a:cxn>
                <a:cxn ang="0">
                  <a:pos x="connsiteX19074" y="connsiteY19074"/>
                </a:cxn>
                <a:cxn ang="0">
                  <a:pos x="connsiteX19075" y="connsiteY19075"/>
                </a:cxn>
                <a:cxn ang="0">
                  <a:pos x="connsiteX19076" y="connsiteY19076"/>
                </a:cxn>
                <a:cxn ang="0">
                  <a:pos x="connsiteX19077" y="connsiteY19077"/>
                </a:cxn>
                <a:cxn ang="0">
                  <a:pos x="connsiteX19078" y="connsiteY19078"/>
                </a:cxn>
                <a:cxn ang="0">
                  <a:pos x="connsiteX19079" y="connsiteY19079"/>
                </a:cxn>
                <a:cxn ang="0">
                  <a:pos x="connsiteX19080" y="connsiteY19080"/>
                </a:cxn>
                <a:cxn ang="0">
                  <a:pos x="connsiteX19081" y="connsiteY19081"/>
                </a:cxn>
                <a:cxn ang="0">
                  <a:pos x="connsiteX19082" y="connsiteY19082"/>
                </a:cxn>
                <a:cxn ang="0">
                  <a:pos x="connsiteX19083" y="connsiteY19083"/>
                </a:cxn>
                <a:cxn ang="0">
                  <a:pos x="connsiteX19084" y="connsiteY19084"/>
                </a:cxn>
                <a:cxn ang="0">
                  <a:pos x="connsiteX19085" y="connsiteY19085"/>
                </a:cxn>
                <a:cxn ang="0">
                  <a:pos x="connsiteX19086" y="connsiteY19086"/>
                </a:cxn>
                <a:cxn ang="0">
                  <a:pos x="connsiteX19087" y="connsiteY19087"/>
                </a:cxn>
                <a:cxn ang="0">
                  <a:pos x="connsiteX19088" y="connsiteY19088"/>
                </a:cxn>
                <a:cxn ang="0">
                  <a:pos x="connsiteX19089" y="connsiteY19089"/>
                </a:cxn>
                <a:cxn ang="0">
                  <a:pos x="connsiteX19090" y="connsiteY19090"/>
                </a:cxn>
                <a:cxn ang="0">
                  <a:pos x="connsiteX19091" y="connsiteY19091"/>
                </a:cxn>
                <a:cxn ang="0">
                  <a:pos x="connsiteX19092" y="connsiteY19092"/>
                </a:cxn>
                <a:cxn ang="0">
                  <a:pos x="connsiteX19093" y="connsiteY19093"/>
                </a:cxn>
                <a:cxn ang="0">
                  <a:pos x="connsiteX19094" y="connsiteY19094"/>
                </a:cxn>
                <a:cxn ang="0">
                  <a:pos x="connsiteX19095" y="connsiteY19095"/>
                </a:cxn>
                <a:cxn ang="0">
                  <a:pos x="connsiteX19096" y="connsiteY19096"/>
                </a:cxn>
                <a:cxn ang="0">
                  <a:pos x="connsiteX19097" y="connsiteY19097"/>
                </a:cxn>
                <a:cxn ang="0">
                  <a:pos x="connsiteX19098" y="connsiteY19098"/>
                </a:cxn>
                <a:cxn ang="0">
                  <a:pos x="connsiteX19099" y="connsiteY19099"/>
                </a:cxn>
                <a:cxn ang="0">
                  <a:pos x="connsiteX19100" y="connsiteY19100"/>
                </a:cxn>
                <a:cxn ang="0">
                  <a:pos x="connsiteX19101" y="connsiteY19101"/>
                </a:cxn>
                <a:cxn ang="0">
                  <a:pos x="connsiteX19102" y="connsiteY19102"/>
                </a:cxn>
                <a:cxn ang="0">
                  <a:pos x="connsiteX19103" y="connsiteY19103"/>
                </a:cxn>
                <a:cxn ang="0">
                  <a:pos x="connsiteX19104" y="connsiteY19104"/>
                </a:cxn>
                <a:cxn ang="0">
                  <a:pos x="connsiteX19105" y="connsiteY19105"/>
                </a:cxn>
                <a:cxn ang="0">
                  <a:pos x="connsiteX19106" y="connsiteY19106"/>
                </a:cxn>
                <a:cxn ang="0">
                  <a:pos x="connsiteX19107" y="connsiteY19107"/>
                </a:cxn>
                <a:cxn ang="0">
                  <a:pos x="connsiteX19108" y="connsiteY19108"/>
                </a:cxn>
                <a:cxn ang="0">
                  <a:pos x="connsiteX19109" y="connsiteY19109"/>
                </a:cxn>
                <a:cxn ang="0">
                  <a:pos x="connsiteX19110" y="connsiteY19110"/>
                </a:cxn>
                <a:cxn ang="0">
                  <a:pos x="connsiteX19111" y="connsiteY19111"/>
                </a:cxn>
                <a:cxn ang="0">
                  <a:pos x="connsiteX19112" y="connsiteY19112"/>
                </a:cxn>
                <a:cxn ang="0">
                  <a:pos x="connsiteX19113" y="connsiteY19113"/>
                </a:cxn>
                <a:cxn ang="0">
                  <a:pos x="connsiteX19114" y="connsiteY19114"/>
                </a:cxn>
                <a:cxn ang="0">
                  <a:pos x="connsiteX19115" y="connsiteY19115"/>
                </a:cxn>
                <a:cxn ang="0">
                  <a:pos x="connsiteX19116" y="connsiteY19116"/>
                </a:cxn>
                <a:cxn ang="0">
                  <a:pos x="connsiteX19117" y="connsiteY19117"/>
                </a:cxn>
                <a:cxn ang="0">
                  <a:pos x="connsiteX19118" y="connsiteY19118"/>
                </a:cxn>
                <a:cxn ang="0">
                  <a:pos x="connsiteX19119" y="connsiteY19119"/>
                </a:cxn>
                <a:cxn ang="0">
                  <a:pos x="connsiteX19120" y="connsiteY19120"/>
                </a:cxn>
                <a:cxn ang="0">
                  <a:pos x="connsiteX19121" y="connsiteY19121"/>
                </a:cxn>
                <a:cxn ang="0">
                  <a:pos x="connsiteX19122" y="connsiteY19122"/>
                </a:cxn>
                <a:cxn ang="0">
                  <a:pos x="connsiteX19123" y="connsiteY19123"/>
                </a:cxn>
                <a:cxn ang="0">
                  <a:pos x="connsiteX19124" y="connsiteY19124"/>
                </a:cxn>
                <a:cxn ang="0">
                  <a:pos x="connsiteX19125" y="connsiteY19125"/>
                </a:cxn>
                <a:cxn ang="0">
                  <a:pos x="connsiteX19126" y="connsiteY19126"/>
                </a:cxn>
                <a:cxn ang="0">
                  <a:pos x="connsiteX19127" y="connsiteY19127"/>
                </a:cxn>
                <a:cxn ang="0">
                  <a:pos x="connsiteX19128" y="connsiteY19128"/>
                </a:cxn>
                <a:cxn ang="0">
                  <a:pos x="connsiteX19129" y="connsiteY19129"/>
                </a:cxn>
                <a:cxn ang="0">
                  <a:pos x="connsiteX19130" y="connsiteY19130"/>
                </a:cxn>
                <a:cxn ang="0">
                  <a:pos x="connsiteX19131" y="connsiteY19131"/>
                </a:cxn>
                <a:cxn ang="0">
                  <a:pos x="connsiteX19132" y="connsiteY19132"/>
                </a:cxn>
                <a:cxn ang="0">
                  <a:pos x="connsiteX19133" y="connsiteY19133"/>
                </a:cxn>
                <a:cxn ang="0">
                  <a:pos x="connsiteX19134" y="connsiteY19134"/>
                </a:cxn>
                <a:cxn ang="0">
                  <a:pos x="connsiteX19135" y="connsiteY19135"/>
                </a:cxn>
                <a:cxn ang="0">
                  <a:pos x="connsiteX19136" y="connsiteY19136"/>
                </a:cxn>
                <a:cxn ang="0">
                  <a:pos x="connsiteX19137" y="connsiteY19137"/>
                </a:cxn>
                <a:cxn ang="0">
                  <a:pos x="connsiteX19138" y="connsiteY19138"/>
                </a:cxn>
                <a:cxn ang="0">
                  <a:pos x="connsiteX19139" y="connsiteY19139"/>
                </a:cxn>
                <a:cxn ang="0">
                  <a:pos x="connsiteX19140" y="connsiteY19140"/>
                </a:cxn>
                <a:cxn ang="0">
                  <a:pos x="connsiteX19141" y="connsiteY19141"/>
                </a:cxn>
                <a:cxn ang="0">
                  <a:pos x="connsiteX19142" y="connsiteY19142"/>
                </a:cxn>
                <a:cxn ang="0">
                  <a:pos x="connsiteX19143" y="connsiteY19143"/>
                </a:cxn>
                <a:cxn ang="0">
                  <a:pos x="connsiteX19144" y="connsiteY19144"/>
                </a:cxn>
                <a:cxn ang="0">
                  <a:pos x="connsiteX19145" y="connsiteY19145"/>
                </a:cxn>
                <a:cxn ang="0">
                  <a:pos x="connsiteX19146" y="connsiteY19146"/>
                </a:cxn>
                <a:cxn ang="0">
                  <a:pos x="connsiteX19147" y="connsiteY19147"/>
                </a:cxn>
                <a:cxn ang="0">
                  <a:pos x="connsiteX19148" y="connsiteY19148"/>
                </a:cxn>
                <a:cxn ang="0">
                  <a:pos x="connsiteX19149" y="connsiteY19149"/>
                </a:cxn>
                <a:cxn ang="0">
                  <a:pos x="connsiteX19150" y="connsiteY19150"/>
                </a:cxn>
                <a:cxn ang="0">
                  <a:pos x="connsiteX19151" y="connsiteY19151"/>
                </a:cxn>
                <a:cxn ang="0">
                  <a:pos x="connsiteX19152" y="connsiteY19152"/>
                </a:cxn>
                <a:cxn ang="0">
                  <a:pos x="connsiteX19153" y="connsiteY19153"/>
                </a:cxn>
                <a:cxn ang="0">
                  <a:pos x="connsiteX19154" y="connsiteY19154"/>
                </a:cxn>
                <a:cxn ang="0">
                  <a:pos x="connsiteX19155" y="connsiteY19155"/>
                </a:cxn>
                <a:cxn ang="0">
                  <a:pos x="connsiteX19156" y="connsiteY19156"/>
                </a:cxn>
                <a:cxn ang="0">
                  <a:pos x="connsiteX19157" y="connsiteY19157"/>
                </a:cxn>
                <a:cxn ang="0">
                  <a:pos x="connsiteX19158" y="connsiteY19158"/>
                </a:cxn>
                <a:cxn ang="0">
                  <a:pos x="connsiteX19159" y="connsiteY19159"/>
                </a:cxn>
                <a:cxn ang="0">
                  <a:pos x="connsiteX19160" y="connsiteY19160"/>
                </a:cxn>
                <a:cxn ang="0">
                  <a:pos x="connsiteX19161" y="connsiteY19161"/>
                </a:cxn>
                <a:cxn ang="0">
                  <a:pos x="connsiteX19162" y="connsiteY19162"/>
                </a:cxn>
                <a:cxn ang="0">
                  <a:pos x="connsiteX19163" y="connsiteY19163"/>
                </a:cxn>
                <a:cxn ang="0">
                  <a:pos x="connsiteX19164" y="connsiteY19164"/>
                </a:cxn>
                <a:cxn ang="0">
                  <a:pos x="connsiteX19165" y="connsiteY19165"/>
                </a:cxn>
                <a:cxn ang="0">
                  <a:pos x="connsiteX19166" y="connsiteY19166"/>
                </a:cxn>
                <a:cxn ang="0">
                  <a:pos x="connsiteX19167" y="connsiteY19167"/>
                </a:cxn>
                <a:cxn ang="0">
                  <a:pos x="connsiteX19168" y="connsiteY19168"/>
                </a:cxn>
                <a:cxn ang="0">
                  <a:pos x="connsiteX19169" y="connsiteY19169"/>
                </a:cxn>
                <a:cxn ang="0">
                  <a:pos x="connsiteX19170" y="connsiteY19170"/>
                </a:cxn>
                <a:cxn ang="0">
                  <a:pos x="connsiteX19171" y="connsiteY19171"/>
                </a:cxn>
                <a:cxn ang="0">
                  <a:pos x="connsiteX19172" y="connsiteY19172"/>
                </a:cxn>
                <a:cxn ang="0">
                  <a:pos x="connsiteX19173" y="connsiteY19173"/>
                </a:cxn>
                <a:cxn ang="0">
                  <a:pos x="connsiteX19174" y="connsiteY19174"/>
                </a:cxn>
                <a:cxn ang="0">
                  <a:pos x="connsiteX19175" y="connsiteY19175"/>
                </a:cxn>
                <a:cxn ang="0">
                  <a:pos x="connsiteX19176" y="connsiteY19176"/>
                </a:cxn>
                <a:cxn ang="0">
                  <a:pos x="connsiteX19177" y="connsiteY19177"/>
                </a:cxn>
                <a:cxn ang="0">
                  <a:pos x="connsiteX19178" y="connsiteY19178"/>
                </a:cxn>
                <a:cxn ang="0">
                  <a:pos x="connsiteX19179" y="connsiteY19179"/>
                </a:cxn>
                <a:cxn ang="0">
                  <a:pos x="connsiteX19180" y="connsiteY19180"/>
                </a:cxn>
                <a:cxn ang="0">
                  <a:pos x="connsiteX19181" y="connsiteY19181"/>
                </a:cxn>
                <a:cxn ang="0">
                  <a:pos x="connsiteX19182" y="connsiteY19182"/>
                </a:cxn>
                <a:cxn ang="0">
                  <a:pos x="connsiteX19183" y="connsiteY19183"/>
                </a:cxn>
                <a:cxn ang="0">
                  <a:pos x="connsiteX19184" y="connsiteY19184"/>
                </a:cxn>
                <a:cxn ang="0">
                  <a:pos x="connsiteX19185" y="connsiteY19185"/>
                </a:cxn>
                <a:cxn ang="0">
                  <a:pos x="connsiteX19186" y="connsiteY19186"/>
                </a:cxn>
                <a:cxn ang="0">
                  <a:pos x="connsiteX19187" y="connsiteY19187"/>
                </a:cxn>
                <a:cxn ang="0">
                  <a:pos x="connsiteX19188" y="connsiteY19188"/>
                </a:cxn>
                <a:cxn ang="0">
                  <a:pos x="connsiteX19189" y="connsiteY19189"/>
                </a:cxn>
                <a:cxn ang="0">
                  <a:pos x="connsiteX19190" y="connsiteY19190"/>
                </a:cxn>
                <a:cxn ang="0">
                  <a:pos x="connsiteX19191" y="connsiteY19191"/>
                </a:cxn>
                <a:cxn ang="0">
                  <a:pos x="connsiteX19192" y="connsiteY19192"/>
                </a:cxn>
                <a:cxn ang="0">
                  <a:pos x="connsiteX19193" y="connsiteY19193"/>
                </a:cxn>
                <a:cxn ang="0">
                  <a:pos x="connsiteX19194" y="connsiteY19194"/>
                </a:cxn>
                <a:cxn ang="0">
                  <a:pos x="connsiteX19195" y="connsiteY19195"/>
                </a:cxn>
                <a:cxn ang="0">
                  <a:pos x="connsiteX19196" y="connsiteY19196"/>
                </a:cxn>
                <a:cxn ang="0">
                  <a:pos x="connsiteX19197" y="connsiteY19197"/>
                </a:cxn>
                <a:cxn ang="0">
                  <a:pos x="connsiteX19198" y="connsiteY19198"/>
                </a:cxn>
                <a:cxn ang="0">
                  <a:pos x="connsiteX19199" y="connsiteY19199"/>
                </a:cxn>
                <a:cxn ang="0">
                  <a:pos x="connsiteX19200" y="connsiteY19200"/>
                </a:cxn>
                <a:cxn ang="0">
                  <a:pos x="connsiteX19201" y="connsiteY19201"/>
                </a:cxn>
                <a:cxn ang="0">
                  <a:pos x="connsiteX19202" y="connsiteY19202"/>
                </a:cxn>
                <a:cxn ang="0">
                  <a:pos x="connsiteX19203" y="connsiteY19203"/>
                </a:cxn>
                <a:cxn ang="0">
                  <a:pos x="connsiteX19204" y="connsiteY19204"/>
                </a:cxn>
                <a:cxn ang="0">
                  <a:pos x="connsiteX19205" y="connsiteY19205"/>
                </a:cxn>
                <a:cxn ang="0">
                  <a:pos x="connsiteX19206" y="connsiteY19206"/>
                </a:cxn>
                <a:cxn ang="0">
                  <a:pos x="connsiteX19207" y="connsiteY19207"/>
                </a:cxn>
                <a:cxn ang="0">
                  <a:pos x="connsiteX19208" y="connsiteY19208"/>
                </a:cxn>
                <a:cxn ang="0">
                  <a:pos x="connsiteX19209" y="connsiteY19209"/>
                </a:cxn>
                <a:cxn ang="0">
                  <a:pos x="connsiteX19210" y="connsiteY19210"/>
                </a:cxn>
                <a:cxn ang="0">
                  <a:pos x="connsiteX19211" y="connsiteY19211"/>
                </a:cxn>
                <a:cxn ang="0">
                  <a:pos x="connsiteX19212" y="connsiteY19212"/>
                </a:cxn>
                <a:cxn ang="0">
                  <a:pos x="connsiteX19213" y="connsiteY19213"/>
                </a:cxn>
                <a:cxn ang="0">
                  <a:pos x="connsiteX19214" y="connsiteY19214"/>
                </a:cxn>
                <a:cxn ang="0">
                  <a:pos x="connsiteX19215" y="connsiteY19215"/>
                </a:cxn>
                <a:cxn ang="0">
                  <a:pos x="connsiteX19216" y="connsiteY19216"/>
                </a:cxn>
                <a:cxn ang="0">
                  <a:pos x="connsiteX19217" y="connsiteY19217"/>
                </a:cxn>
                <a:cxn ang="0">
                  <a:pos x="connsiteX19218" y="connsiteY19218"/>
                </a:cxn>
                <a:cxn ang="0">
                  <a:pos x="connsiteX19219" y="connsiteY19219"/>
                </a:cxn>
                <a:cxn ang="0">
                  <a:pos x="connsiteX19220" y="connsiteY19220"/>
                </a:cxn>
                <a:cxn ang="0">
                  <a:pos x="connsiteX19221" y="connsiteY19221"/>
                </a:cxn>
                <a:cxn ang="0">
                  <a:pos x="connsiteX19222" y="connsiteY19222"/>
                </a:cxn>
                <a:cxn ang="0">
                  <a:pos x="connsiteX19223" y="connsiteY19223"/>
                </a:cxn>
                <a:cxn ang="0">
                  <a:pos x="connsiteX19224" y="connsiteY19224"/>
                </a:cxn>
                <a:cxn ang="0">
                  <a:pos x="connsiteX19225" y="connsiteY19225"/>
                </a:cxn>
                <a:cxn ang="0">
                  <a:pos x="connsiteX19226" y="connsiteY19226"/>
                </a:cxn>
                <a:cxn ang="0">
                  <a:pos x="connsiteX19227" y="connsiteY19227"/>
                </a:cxn>
                <a:cxn ang="0">
                  <a:pos x="connsiteX19228" y="connsiteY19228"/>
                </a:cxn>
                <a:cxn ang="0">
                  <a:pos x="connsiteX19229" y="connsiteY19229"/>
                </a:cxn>
                <a:cxn ang="0">
                  <a:pos x="connsiteX19230" y="connsiteY19230"/>
                </a:cxn>
                <a:cxn ang="0">
                  <a:pos x="connsiteX19231" y="connsiteY19231"/>
                </a:cxn>
                <a:cxn ang="0">
                  <a:pos x="connsiteX19232" y="connsiteY19232"/>
                </a:cxn>
                <a:cxn ang="0">
                  <a:pos x="connsiteX19233" y="connsiteY19233"/>
                </a:cxn>
                <a:cxn ang="0">
                  <a:pos x="connsiteX19234" y="connsiteY19234"/>
                </a:cxn>
                <a:cxn ang="0">
                  <a:pos x="connsiteX19235" y="connsiteY19235"/>
                </a:cxn>
                <a:cxn ang="0">
                  <a:pos x="connsiteX19236" y="connsiteY19236"/>
                </a:cxn>
                <a:cxn ang="0">
                  <a:pos x="connsiteX19237" y="connsiteY19237"/>
                </a:cxn>
                <a:cxn ang="0">
                  <a:pos x="connsiteX19238" y="connsiteY19238"/>
                </a:cxn>
                <a:cxn ang="0">
                  <a:pos x="connsiteX19239" y="connsiteY19239"/>
                </a:cxn>
                <a:cxn ang="0">
                  <a:pos x="connsiteX19240" y="connsiteY19240"/>
                </a:cxn>
                <a:cxn ang="0">
                  <a:pos x="connsiteX19241" y="connsiteY19241"/>
                </a:cxn>
                <a:cxn ang="0">
                  <a:pos x="connsiteX19242" y="connsiteY19242"/>
                </a:cxn>
                <a:cxn ang="0">
                  <a:pos x="connsiteX19243" y="connsiteY19243"/>
                </a:cxn>
                <a:cxn ang="0">
                  <a:pos x="connsiteX19244" y="connsiteY19244"/>
                </a:cxn>
                <a:cxn ang="0">
                  <a:pos x="connsiteX19245" y="connsiteY19245"/>
                </a:cxn>
                <a:cxn ang="0">
                  <a:pos x="connsiteX19246" y="connsiteY19246"/>
                </a:cxn>
                <a:cxn ang="0">
                  <a:pos x="connsiteX19247" y="connsiteY19247"/>
                </a:cxn>
                <a:cxn ang="0">
                  <a:pos x="connsiteX19248" y="connsiteY19248"/>
                </a:cxn>
                <a:cxn ang="0">
                  <a:pos x="connsiteX19249" y="connsiteY19249"/>
                </a:cxn>
                <a:cxn ang="0">
                  <a:pos x="connsiteX19250" y="connsiteY19250"/>
                </a:cxn>
                <a:cxn ang="0">
                  <a:pos x="connsiteX19251" y="connsiteY19251"/>
                </a:cxn>
                <a:cxn ang="0">
                  <a:pos x="connsiteX19252" y="connsiteY19252"/>
                </a:cxn>
                <a:cxn ang="0">
                  <a:pos x="connsiteX19253" y="connsiteY19253"/>
                </a:cxn>
                <a:cxn ang="0">
                  <a:pos x="connsiteX19254" y="connsiteY19254"/>
                </a:cxn>
                <a:cxn ang="0">
                  <a:pos x="connsiteX19255" y="connsiteY19255"/>
                </a:cxn>
                <a:cxn ang="0">
                  <a:pos x="connsiteX19256" y="connsiteY19256"/>
                </a:cxn>
                <a:cxn ang="0">
                  <a:pos x="connsiteX19257" y="connsiteY19257"/>
                </a:cxn>
                <a:cxn ang="0">
                  <a:pos x="connsiteX19258" y="connsiteY19258"/>
                </a:cxn>
                <a:cxn ang="0">
                  <a:pos x="connsiteX19259" y="connsiteY19259"/>
                </a:cxn>
                <a:cxn ang="0">
                  <a:pos x="connsiteX19260" y="connsiteY19260"/>
                </a:cxn>
                <a:cxn ang="0">
                  <a:pos x="connsiteX19261" y="connsiteY19261"/>
                </a:cxn>
                <a:cxn ang="0">
                  <a:pos x="connsiteX19262" y="connsiteY19262"/>
                </a:cxn>
                <a:cxn ang="0">
                  <a:pos x="connsiteX19263" y="connsiteY19263"/>
                </a:cxn>
                <a:cxn ang="0">
                  <a:pos x="connsiteX19264" y="connsiteY19264"/>
                </a:cxn>
                <a:cxn ang="0">
                  <a:pos x="connsiteX19265" y="connsiteY19265"/>
                </a:cxn>
                <a:cxn ang="0">
                  <a:pos x="connsiteX19266" y="connsiteY19266"/>
                </a:cxn>
                <a:cxn ang="0">
                  <a:pos x="connsiteX19267" y="connsiteY19267"/>
                </a:cxn>
                <a:cxn ang="0">
                  <a:pos x="connsiteX19268" y="connsiteY19268"/>
                </a:cxn>
                <a:cxn ang="0">
                  <a:pos x="connsiteX19269" y="connsiteY19269"/>
                </a:cxn>
                <a:cxn ang="0">
                  <a:pos x="connsiteX19270" y="connsiteY19270"/>
                </a:cxn>
                <a:cxn ang="0">
                  <a:pos x="connsiteX19271" y="connsiteY19271"/>
                </a:cxn>
                <a:cxn ang="0">
                  <a:pos x="connsiteX19272" y="connsiteY19272"/>
                </a:cxn>
                <a:cxn ang="0">
                  <a:pos x="connsiteX19273" y="connsiteY19273"/>
                </a:cxn>
                <a:cxn ang="0">
                  <a:pos x="connsiteX19274" y="connsiteY19274"/>
                </a:cxn>
                <a:cxn ang="0">
                  <a:pos x="connsiteX19275" y="connsiteY19275"/>
                </a:cxn>
                <a:cxn ang="0">
                  <a:pos x="connsiteX19276" y="connsiteY19276"/>
                </a:cxn>
                <a:cxn ang="0">
                  <a:pos x="connsiteX19277" y="connsiteY19277"/>
                </a:cxn>
                <a:cxn ang="0">
                  <a:pos x="connsiteX19278" y="connsiteY19278"/>
                </a:cxn>
                <a:cxn ang="0">
                  <a:pos x="connsiteX19279" y="connsiteY19279"/>
                </a:cxn>
                <a:cxn ang="0">
                  <a:pos x="connsiteX19280" y="connsiteY19280"/>
                </a:cxn>
                <a:cxn ang="0">
                  <a:pos x="connsiteX19281" y="connsiteY19281"/>
                </a:cxn>
                <a:cxn ang="0">
                  <a:pos x="connsiteX19282" y="connsiteY19282"/>
                </a:cxn>
                <a:cxn ang="0">
                  <a:pos x="connsiteX19283" y="connsiteY19283"/>
                </a:cxn>
                <a:cxn ang="0">
                  <a:pos x="connsiteX19284" y="connsiteY19284"/>
                </a:cxn>
                <a:cxn ang="0">
                  <a:pos x="connsiteX19285" y="connsiteY19285"/>
                </a:cxn>
                <a:cxn ang="0">
                  <a:pos x="connsiteX19286" y="connsiteY19286"/>
                </a:cxn>
                <a:cxn ang="0">
                  <a:pos x="connsiteX19287" y="connsiteY19287"/>
                </a:cxn>
                <a:cxn ang="0">
                  <a:pos x="connsiteX19288" y="connsiteY19288"/>
                </a:cxn>
                <a:cxn ang="0">
                  <a:pos x="connsiteX19289" y="connsiteY19289"/>
                </a:cxn>
                <a:cxn ang="0">
                  <a:pos x="connsiteX19290" y="connsiteY19290"/>
                </a:cxn>
                <a:cxn ang="0">
                  <a:pos x="connsiteX19291" y="connsiteY19291"/>
                </a:cxn>
                <a:cxn ang="0">
                  <a:pos x="connsiteX19292" y="connsiteY19292"/>
                </a:cxn>
                <a:cxn ang="0">
                  <a:pos x="connsiteX19293" y="connsiteY19293"/>
                </a:cxn>
                <a:cxn ang="0">
                  <a:pos x="connsiteX19294" y="connsiteY19294"/>
                </a:cxn>
                <a:cxn ang="0">
                  <a:pos x="connsiteX19295" y="connsiteY19295"/>
                </a:cxn>
                <a:cxn ang="0">
                  <a:pos x="connsiteX19296" y="connsiteY19296"/>
                </a:cxn>
                <a:cxn ang="0">
                  <a:pos x="connsiteX19297" y="connsiteY19297"/>
                </a:cxn>
                <a:cxn ang="0">
                  <a:pos x="connsiteX19298" y="connsiteY19298"/>
                </a:cxn>
                <a:cxn ang="0">
                  <a:pos x="connsiteX19299" y="connsiteY19299"/>
                </a:cxn>
                <a:cxn ang="0">
                  <a:pos x="connsiteX19300" y="connsiteY19300"/>
                </a:cxn>
                <a:cxn ang="0">
                  <a:pos x="connsiteX19301" y="connsiteY19301"/>
                </a:cxn>
                <a:cxn ang="0">
                  <a:pos x="connsiteX19302" y="connsiteY19302"/>
                </a:cxn>
                <a:cxn ang="0">
                  <a:pos x="connsiteX19303" y="connsiteY19303"/>
                </a:cxn>
                <a:cxn ang="0">
                  <a:pos x="connsiteX19304" y="connsiteY19304"/>
                </a:cxn>
                <a:cxn ang="0">
                  <a:pos x="connsiteX19305" y="connsiteY19305"/>
                </a:cxn>
                <a:cxn ang="0">
                  <a:pos x="connsiteX19306" y="connsiteY19306"/>
                </a:cxn>
                <a:cxn ang="0">
                  <a:pos x="connsiteX19307" y="connsiteY19307"/>
                </a:cxn>
                <a:cxn ang="0">
                  <a:pos x="connsiteX19308" y="connsiteY19308"/>
                </a:cxn>
                <a:cxn ang="0">
                  <a:pos x="connsiteX19309" y="connsiteY19309"/>
                </a:cxn>
                <a:cxn ang="0">
                  <a:pos x="connsiteX19310" y="connsiteY19310"/>
                </a:cxn>
                <a:cxn ang="0">
                  <a:pos x="connsiteX19311" y="connsiteY19311"/>
                </a:cxn>
                <a:cxn ang="0">
                  <a:pos x="connsiteX19312" y="connsiteY19312"/>
                </a:cxn>
                <a:cxn ang="0">
                  <a:pos x="connsiteX19313" y="connsiteY19313"/>
                </a:cxn>
                <a:cxn ang="0">
                  <a:pos x="connsiteX19314" y="connsiteY19314"/>
                </a:cxn>
                <a:cxn ang="0">
                  <a:pos x="connsiteX19315" y="connsiteY19315"/>
                </a:cxn>
                <a:cxn ang="0">
                  <a:pos x="connsiteX19316" y="connsiteY19316"/>
                </a:cxn>
                <a:cxn ang="0">
                  <a:pos x="connsiteX19317" y="connsiteY19317"/>
                </a:cxn>
                <a:cxn ang="0">
                  <a:pos x="connsiteX19318" y="connsiteY19318"/>
                </a:cxn>
                <a:cxn ang="0">
                  <a:pos x="connsiteX19319" y="connsiteY19319"/>
                </a:cxn>
                <a:cxn ang="0">
                  <a:pos x="connsiteX19320" y="connsiteY19320"/>
                </a:cxn>
                <a:cxn ang="0">
                  <a:pos x="connsiteX19321" y="connsiteY19321"/>
                </a:cxn>
                <a:cxn ang="0">
                  <a:pos x="connsiteX19322" y="connsiteY19322"/>
                </a:cxn>
                <a:cxn ang="0">
                  <a:pos x="connsiteX19323" y="connsiteY19323"/>
                </a:cxn>
                <a:cxn ang="0">
                  <a:pos x="connsiteX19324" y="connsiteY19324"/>
                </a:cxn>
                <a:cxn ang="0">
                  <a:pos x="connsiteX19325" y="connsiteY19325"/>
                </a:cxn>
                <a:cxn ang="0">
                  <a:pos x="connsiteX19326" y="connsiteY19326"/>
                </a:cxn>
                <a:cxn ang="0">
                  <a:pos x="connsiteX19327" y="connsiteY19327"/>
                </a:cxn>
                <a:cxn ang="0">
                  <a:pos x="connsiteX19328" y="connsiteY19328"/>
                </a:cxn>
                <a:cxn ang="0">
                  <a:pos x="connsiteX19329" y="connsiteY19329"/>
                </a:cxn>
                <a:cxn ang="0">
                  <a:pos x="connsiteX19330" y="connsiteY19330"/>
                </a:cxn>
                <a:cxn ang="0">
                  <a:pos x="connsiteX19331" y="connsiteY19331"/>
                </a:cxn>
                <a:cxn ang="0">
                  <a:pos x="connsiteX19332" y="connsiteY19332"/>
                </a:cxn>
                <a:cxn ang="0">
                  <a:pos x="connsiteX19333" y="connsiteY19333"/>
                </a:cxn>
                <a:cxn ang="0">
                  <a:pos x="connsiteX19334" y="connsiteY19334"/>
                </a:cxn>
                <a:cxn ang="0">
                  <a:pos x="connsiteX19335" y="connsiteY19335"/>
                </a:cxn>
                <a:cxn ang="0">
                  <a:pos x="connsiteX19336" y="connsiteY19336"/>
                </a:cxn>
                <a:cxn ang="0">
                  <a:pos x="connsiteX19337" y="connsiteY19337"/>
                </a:cxn>
                <a:cxn ang="0">
                  <a:pos x="connsiteX19338" y="connsiteY19338"/>
                </a:cxn>
                <a:cxn ang="0">
                  <a:pos x="connsiteX19339" y="connsiteY19339"/>
                </a:cxn>
                <a:cxn ang="0">
                  <a:pos x="connsiteX19340" y="connsiteY19340"/>
                </a:cxn>
                <a:cxn ang="0">
                  <a:pos x="connsiteX19341" y="connsiteY19341"/>
                </a:cxn>
                <a:cxn ang="0">
                  <a:pos x="connsiteX19342" y="connsiteY19342"/>
                </a:cxn>
                <a:cxn ang="0">
                  <a:pos x="connsiteX19343" y="connsiteY19343"/>
                </a:cxn>
                <a:cxn ang="0">
                  <a:pos x="connsiteX19344" y="connsiteY19344"/>
                </a:cxn>
                <a:cxn ang="0">
                  <a:pos x="connsiteX19345" y="connsiteY19345"/>
                </a:cxn>
                <a:cxn ang="0">
                  <a:pos x="connsiteX19346" y="connsiteY19346"/>
                </a:cxn>
                <a:cxn ang="0">
                  <a:pos x="connsiteX19347" y="connsiteY19347"/>
                </a:cxn>
                <a:cxn ang="0">
                  <a:pos x="connsiteX19348" y="connsiteY19348"/>
                </a:cxn>
                <a:cxn ang="0">
                  <a:pos x="connsiteX19349" y="connsiteY19349"/>
                </a:cxn>
                <a:cxn ang="0">
                  <a:pos x="connsiteX19350" y="connsiteY19350"/>
                </a:cxn>
                <a:cxn ang="0">
                  <a:pos x="connsiteX19351" y="connsiteY19351"/>
                </a:cxn>
                <a:cxn ang="0">
                  <a:pos x="connsiteX19352" y="connsiteY19352"/>
                </a:cxn>
                <a:cxn ang="0">
                  <a:pos x="connsiteX19353" y="connsiteY19353"/>
                </a:cxn>
                <a:cxn ang="0">
                  <a:pos x="connsiteX19354" y="connsiteY19354"/>
                </a:cxn>
                <a:cxn ang="0">
                  <a:pos x="connsiteX19355" y="connsiteY19355"/>
                </a:cxn>
                <a:cxn ang="0">
                  <a:pos x="connsiteX19356" y="connsiteY19356"/>
                </a:cxn>
                <a:cxn ang="0">
                  <a:pos x="connsiteX19357" y="connsiteY19357"/>
                </a:cxn>
                <a:cxn ang="0">
                  <a:pos x="connsiteX19358" y="connsiteY19358"/>
                </a:cxn>
                <a:cxn ang="0">
                  <a:pos x="connsiteX19359" y="connsiteY19359"/>
                </a:cxn>
                <a:cxn ang="0">
                  <a:pos x="connsiteX19360" y="connsiteY19360"/>
                </a:cxn>
                <a:cxn ang="0">
                  <a:pos x="connsiteX19361" y="connsiteY19361"/>
                </a:cxn>
                <a:cxn ang="0">
                  <a:pos x="connsiteX19362" y="connsiteY19362"/>
                </a:cxn>
                <a:cxn ang="0">
                  <a:pos x="connsiteX19363" y="connsiteY19363"/>
                </a:cxn>
                <a:cxn ang="0">
                  <a:pos x="connsiteX19364" y="connsiteY19364"/>
                </a:cxn>
                <a:cxn ang="0">
                  <a:pos x="connsiteX19365" y="connsiteY19365"/>
                </a:cxn>
                <a:cxn ang="0">
                  <a:pos x="connsiteX19366" y="connsiteY19366"/>
                </a:cxn>
                <a:cxn ang="0">
                  <a:pos x="connsiteX19367" y="connsiteY19367"/>
                </a:cxn>
                <a:cxn ang="0">
                  <a:pos x="connsiteX19368" y="connsiteY19368"/>
                </a:cxn>
                <a:cxn ang="0">
                  <a:pos x="connsiteX19369" y="connsiteY19369"/>
                </a:cxn>
                <a:cxn ang="0">
                  <a:pos x="connsiteX19370" y="connsiteY19370"/>
                </a:cxn>
                <a:cxn ang="0">
                  <a:pos x="connsiteX19371" y="connsiteY19371"/>
                </a:cxn>
                <a:cxn ang="0">
                  <a:pos x="connsiteX19372" y="connsiteY19372"/>
                </a:cxn>
                <a:cxn ang="0">
                  <a:pos x="connsiteX19373" y="connsiteY19373"/>
                </a:cxn>
                <a:cxn ang="0">
                  <a:pos x="connsiteX19374" y="connsiteY19374"/>
                </a:cxn>
                <a:cxn ang="0">
                  <a:pos x="connsiteX19375" y="connsiteY19375"/>
                </a:cxn>
                <a:cxn ang="0">
                  <a:pos x="connsiteX19376" y="connsiteY19376"/>
                </a:cxn>
                <a:cxn ang="0">
                  <a:pos x="connsiteX19377" y="connsiteY19377"/>
                </a:cxn>
                <a:cxn ang="0">
                  <a:pos x="connsiteX19378" y="connsiteY19378"/>
                </a:cxn>
                <a:cxn ang="0">
                  <a:pos x="connsiteX19379" y="connsiteY19379"/>
                </a:cxn>
                <a:cxn ang="0">
                  <a:pos x="connsiteX19380" y="connsiteY19380"/>
                </a:cxn>
                <a:cxn ang="0">
                  <a:pos x="connsiteX19381" y="connsiteY19381"/>
                </a:cxn>
                <a:cxn ang="0">
                  <a:pos x="connsiteX19382" y="connsiteY19382"/>
                </a:cxn>
                <a:cxn ang="0">
                  <a:pos x="connsiteX19383" y="connsiteY19383"/>
                </a:cxn>
                <a:cxn ang="0">
                  <a:pos x="connsiteX19384" y="connsiteY19384"/>
                </a:cxn>
                <a:cxn ang="0">
                  <a:pos x="connsiteX19385" y="connsiteY19385"/>
                </a:cxn>
                <a:cxn ang="0">
                  <a:pos x="connsiteX19386" y="connsiteY19386"/>
                </a:cxn>
                <a:cxn ang="0">
                  <a:pos x="connsiteX19387" y="connsiteY19387"/>
                </a:cxn>
                <a:cxn ang="0">
                  <a:pos x="connsiteX19388" y="connsiteY19388"/>
                </a:cxn>
                <a:cxn ang="0">
                  <a:pos x="connsiteX19389" y="connsiteY19389"/>
                </a:cxn>
                <a:cxn ang="0">
                  <a:pos x="connsiteX19390" y="connsiteY19390"/>
                </a:cxn>
                <a:cxn ang="0">
                  <a:pos x="connsiteX19391" y="connsiteY19391"/>
                </a:cxn>
                <a:cxn ang="0">
                  <a:pos x="connsiteX19392" y="connsiteY19392"/>
                </a:cxn>
                <a:cxn ang="0">
                  <a:pos x="connsiteX19393" y="connsiteY19393"/>
                </a:cxn>
                <a:cxn ang="0">
                  <a:pos x="connsiteX19394" y="connsiteY19394"/>
                </a:cxn>
                <a:cxn ang="0">
                  <a:pos x="connsiteX19395" y="connsiteY19395"/>
                </a:cxn>
                <a:cxn ang="0">
                  <a:pos x="connsiteX19396" y="connsiteY19396"/>
                </a:cxn>
                <a:cxn ang="0">
                  <a:pos x="connsiteX19397" y="connsiteY19397"/>
                </a:cxn>
                <a:cxn ang="0">
                  <a:pos x="connsiteX19398" y="connsiteY19398"/>
                </a:cxn>
                <a:cxn ang="0">
                  <a:pos x="connsiteX19399" y="connsiteY19399"/>
                </a:cxn>
                <a:cxn ang="0">
                  <a:pos x="connsiteX19400" y="connsiteY19400"/>
                </a:cxn>
                <a:cxn ang="0">
                  <a:pos x="connsiteX19401" y="connsiteY19401"/>
                </a:cxn>
                <a:cxn ang="0">
                  <a:pos x="connsiteX19402" y="connsiteY19402"/>
                </a:cxn>
                <a:cxn ang="0">
                  <a:pos x="connsiteX19403" y="connsiteY19403"/>
                </a:cxn>
                <a:cxn ang="0">
                  <a:pos x="connsiteX19404" y="connsiteY19404"/>
                </a:cxn>
                <a:cxn ang="0">
                  <a:pos x="connsiteX19405" y="connsiteY19405"/>
                </a:cxn>
                <a:cxn ang="0">
                  <a:pos x="connsiteX19406" y="connsiteY19406"/>
                </a:cxn>
                <a:cxn ang="0">
                  <a:pos x="connsiteX19407" y="connsiteY19407"/>
                </a:cxn>
                <a:cxn ang="0">
                  <a:pos x="connsiteX19408" y="connsiteY19408"/>
                </a:cxn>
                <a:cxn ang="0">
                  <a:pos x="connsiteX19409" y="connsiteY19409"/>
                </a:cxn>
                <a:cxn ang="0">
                  <a:pos x="connsiteX19410" y="connsiteY19410"/>
                </a:cxn>
                <a:cxn ang="0">
                  <a:pos x="connsiteX19411" y="connsiteY19411"/>
                </a:cxn>
                <a:cxn ang="0">
                  <a:pos x="connsiteX19412" y="connsiteY19412"/>
                </a:cxn>
                <a:cxn ang="0">
                  <a:pos x="connsiteX19413" y="connsiteY19413"/>
                </a:cxn>
                <a:cxn ang="0">
                  <a:pos x="connsiteX19414" y="connsiteY19414"/>
                </a:cxn>
                <a:cxn ang="0">
                  <a:pos x="connsiteX19415" y="connsiteY19415"/>
                </a:cxn>
                <a:cxn ang="0">
                  <a:pos x="connsiteX19416" y="connsiteY19416"/>
                </a:cxn>
                <a:cxn ang="0">
                  <a:pos x="connsiteX19417" y="connsiteY19417"/>
                </a:cxn>
                <a:cxn ang="0">
                  <a:pos x="connsiteX19418" y="connsiteY19418"/>
                </a:cxn>
                <a:cxn ang="0">
                  <a:pos x="connsiteX19419" y="connsiteY19419"/>
                </a:cxn>
                <a:cxn ang="0">
                  <a:pos x="connsiteX19420" y="connsiteY19420"/>
                </a:cxn>
                <a:cxn ang="0">
                  <a:pos x="connsiteX19421" y="connsiteY19421"/>
                </a:cxn>
                <a:cxn ang="0">
                  <a:pos x="connsiteX19422" y="connsiteY19422"/>
                </a:cxn>
                <a:cxn ang="0">
                  <a:pos x="connsiteX19423" y="connsiteY19423"/>
                </a:cxn>
                <a:cxn ang="0">
                  <a:pos x="connsiteX19424" y="connsiteY19424"/>
                </a:cxn>
                <a:cxn ang="0">
                  <a:pos x="connsiteX19425" y="connsiteY19425"/>
                </a:cxn>
                <a:cxn ang="0">
                  <a:pos x="connsiteX19426" y="connsiteY19426"/>
                </a:cxn>
                <a:cxn ang="0">
                  <a:pos x="connsiteX19427" y="connsiteY19427"/>
                </a:cxn>
                <a:cxn ang="0">
                  <a:pos x="connsiteX19428" y="connsiteY19428"/>
                </a:cxn>
                <a:cxn ang="0">
                  <a:pos x="connsiteX19429" y="connsiteY19429"/>
                </a:cxn>
                <a:cxn ang="0">
                  <a:pos x="connsiteX19430" y="connsiteY19430"/>
                </a:cxn>
                <a:cxn ang="0">
                  <a:pos x="connsiteX19431" y="connsiteY19431"/>
                </a:cxn>
                <a:cxn ang="0">
                  <a:pos x="connsiteX19432" y="connsiteY19432"/>
                </a:cxn>
                <a:cxn ang="0">
                  <a:pos x="connsiteX19433" y="connsiteY19433"/>
                </a:cxn>
                <a:cxn ang="0">
                  <a:pos x="connsiteX19434" y="connsiteY19434"/>
                </a:cxn>
                <a:cxn ang="0">
                  <a:pos x="connsiteX19435" y="connsiteY19435"/>
                </a:cxn>
                <a:cxn ang="0">
                  <a:pos x="connsiteX19436" y="connsiteY19436"/>
                </a:cxn>
                <a:cxn ang="0">
                  <a:pos x="connsiteX19437" y="connsiteY19437"/>
                </a:cxn>
                <a:cxn ang="0">
                  <a:pos x="connsiteX19438" y="connsiteY19438"/>
                </a:cxn>
                <a:cxn ang="0">
                  <a:pos x="connsiteX19439" y="connsiteY19439"/>
                </a:cxn>
                <a:cxn ang="0">
                  <a:pos x="connsiteX19440" y="connsiteY19440"/>
                </a:cxn>
                <a:cxn ang="0">
                  <a:pos x="connsiteX19441" y="connsiteY19441"/>
                </a:cxn>
                <a:cxn ang="0">
                  <a:pos x="connsiteX19442" y="connsiteY19442"/>
                </a:cxn>
                <a:cxn ang="0">
                  <a:pos x="connsiteX19443" y="connsiteY19443"/>
                </a:cxn>
                <a:cxn ang="0">
                  <a:pos x="connsiteX19444" y="connsiteY19444"/>
                </a:cxn>
                <a:cxn ang="0">
                  <a:pos x="connsiteX19445" y="connsiteY19445"/>
                </a:cxn>
                <a:cxn ang="0">
                  <a:pos x="connsiteX19446" y="connsiteY19446"/>
                </a:cxn>
                <a:cxn ang="0">
                  <a:pos x="connsiteX19447" y="connsiteY19447"/>
                </a:cxn>
                <a:cxn ang="0">
                  <a:pos x="connsiteX19448" y="connsiteY19448"/>
                </a:cxn>
                <a:cxn ang="0">
                  <a:pos x="connsiteX19449" y="connsiteY19449"/>
                </a:cxn>
                <a:cxn ang="0">
                  <a:pos x="connsiteX19450" y="connsiteY19450"/>
                </a:cxn>
                <a:cxn ang="0">
                  <a:pos x="connsiteX19451" y="connsiteY19451"/>
                </a:cxn>
                <a:cxn ang="0">
                  <a:pos x="connsiteX19452" y="connsiteY19452"/>
                </a:cxn>
                <a:cxn ang="0">
                  <a:pos x="connsiteX19453" y="connsiteY19453"/>
                </a:cxn>
                <a:cxn ang="0">
                  <a:pos x="connsiteX19454" y="connsiteY19454"/>
                </a:cxn>
                <a:cxn ang="0">
                  <a:pos x="connsiteX19455" y="connsiteY19455"/>
                </a:cxn>
                <a:cxn ang="0">
                  <a:pos x="connsiteX19456" y="connsiteY19456"/>
                </a:cxn>
                <a:cxn ang="0">
                  <a:pos x="connsiteX19457" y="connsiteY19457"/>
                </a:cxn>
                <a:cxn ang="0">
                  <a:pos x="connsiteX19458" y="connsiteY19458"/>
                </a:cxn>
                <a:cxn ang="0">
                  <a:pos x="connsiteX19459" y="connsiteY19459"/>
                </a:cxn>
                <a:cxn ang="0">
                  <a:pos x="connsiteX19460" y="connsiteY19460"/>
                </a:cxn>
                <a:cxn ang="0">
                  <a:pos x="connsiteX19461" y="connsiteY19461"/>
                </a:cxn>
                <a:cxn ang="0">
                  <a:pos x="connsiteX19462" y="connsiteY19462"/>
                </a:cxn>
                <a:cxn ang="0">
                  <a:pos x="connsiteX19463" y="connsiteY19463"/>
                </a:cxn>
                <a:cxn ang="0">
                  <a:pos x="connsiteX19464" y="connsiteY19464"/>
                </a:cxn>
                <a:cxn ang="0">
                  <a:pos x="connsiteX19465" y="connsiteY19465"/>
                </a:cxn>
                <a:cxn ang="0">
                  <a:pos x="connsiteX19466" y="connsiteY19466"/>
                </a:cxn>
                <a:cxn ang="0">
                  <a:pos x="connsiteX19467" y="connsiteY19467"/>
                </a:cxn>
                <a:cxn ang="0">
                  <a:pos x="connsiteX19468" y="connsiteY19468"/>
                </a:cxn>
                <a:cxn ang="0">
                  <a:pos x="connsiteX19469" y="connsiteY19469"/>
                </a:cxn>
                <a:cxn ang="0">
                  <a:pos x="connsiteX19470" y="connsiteY19470"/>
                </a:cxn>
                <a:cxn ang="0">
                  <a:pos x="connsiteX19471" y="connsiteY19471"/>
                </a:cxn>
                <a:cxn ang="0">
                  <a:pos x="connsiteX19472" y="connsiteY19472"/>
                </a:cxn>
                <a:cxn ang="0">
                  <a:pos x="connsiteX19473" y="connsiteY19473"/>
                </a:cxn>
                <a:cxn ang="0">
                  <a:pos x="connsiteX19474" y="connsiteY19474"/>
                </a:cxn>
                <a:cxn ang="0">
                  <a:pos x="connsiteX19475" y="connsiteY19475"/>
                </a:cxn>
                <a:cxn ang="0">
                  <a:pos x="connsiteX19476" y="connsiteY19476"/>
                </a:cxn>
                <a:cxn ang="0">
                  <a:pos x="connsiteX19477" y="connsiteY19477"/>
                </a:cxn>
                <a:cxn ang="0">
                  <a:pos x="connsiteX19478" y="connsiteY19478"/>
                </a:cxn>
                <a:cxn ang="0">
                  <a:pos x="connsiteX19479" y="connsiteY19479"/>
                </a:cxn>
                <a:cxn ang="0">
                  <a:pos x="connsiteX19480" y="connsiteY19480"/>
                </a:cxn>
                <a:cxn ang="0">
                  <a:pos x="connsiteX19481" y="connsiteY19481"/>
                </a:cxn>
                <a:cxn ang="0">
                  <a:pos x="connsiteX19482" y="connsiteY19482"/>
                </a:cxn>
                <a:cxn ang="0">
                  <a:pos x="connsiteX19483" y="connsiteY19483"/>
                </a:cxn>
                <a:cxn ang="0">
                  <a:pos x="connsiteX19484" y="connsiteY19484"/>
                </a:cxn>
                <a:cxn ang="0">
                  <a:pos x="connsiteX19485" y="connsiteY19485"/>
                </a:cxn>
                <a:cxn ang="0">
                  <a:pos x="connsiteX19486" y="connsiteY19486"/>
                </a:cxn>
                <a:cxn ang="0">
                  <a:pos x="connsiteX19487" y="connsiteY19487"/>
                </a:cxn>
                <a:cxn ang="0">
                  <a:pos x="connsiteX19488" y="connsiteY19488"/>
                </a:cxn>
                <a:cxn ang="0">
                  <a:pos x="connsiteX19489" y="connsiteY19489"/>
                </a:cxn>
                <a:cxn ang="0">
                  <a:pos x="connsiteX19490" y="connsiteY19490"/>
                </a:cxn>
                <a:cxn ang="0">
                  <a:pos x="connsiteX19491" y="connsiteY19491"/>
                </a:cxn>
                <a:cxn ang="0">
                  <a:pos x="connsiteX19492" y="connsiteY19492"/>
                </a:cxn>
                <a:cxn ang="0">
                  <a:pos x="connsiteX19493" y="connsiteY19493"/>
                </a:cxn>
                <a:cxn ang="0">
                  <a:pos x="connsiteX19494" y="connsiteY19494"/>
                </a:cxn>
                <a:cxn ang="0">
                  <a:pos x="connsiteX19495" y="connsiteY19495"/>
                </a:cxn>
                <a:cxn ang="0">
                  <a:pos x="connsiteX19496" y="connsiteY19496"/>
                </a:cxn>
                <a:cxn ang="0">
                  <a:pos x="connsiteX19497" y="connsiteY19497"/>
                </a:cxn>
                <a:cxn ang="0">
                  <a:pos x="connsiteX19498" y="connsiteY19498"/>
                </a:cxn>
                <a:cxn ang="0">
                  <a:pos x="connsiteX19499" y="connsiteY19499"/>
                </a:cxn>
                <a:cxn ang="0">
                  <a:pos x="connsiteX19500" y="connsiteY19500"/>
                </a:cxn>
                <a:cxn ang="0">
                  <a:pos x="connsiteX19501" y="connsiteY19501"/>
                </a:cxn>
                <a:cxn ang="0">
                  <a:pos x="connsiteX19502" y="connsiteY19502"/>
                </a:cxn>
                <a:cxn ang="0">
                  <a:pos x="connsiteX19503" y="connsiteY19503"/>
                </a:cxn>
                <a:cxn ang="0">
                  <a:pos x="connsiteX19504" y="connsiteY19504"/>
                </a:cxn>
                <a:cxn ang="0">
                  <a:pos x="connsiteX19505" y="connsiteY19505"/>
                </a:cxn>
                <a:cxn ang="0">
                  <a:pos x="connsiteX19506" y="connsiteY19506"/>
                </a:cxn>
                <a:cxn ang="0">
                  <a:pos x="connsiteX19507" y="connsiteY19507"/>
                </a:cxn>
                <a:cxn ang="0">
                  <a:pos x="connsiteX19508" y="connsiteY19508"/>
                </a:cxn>
                <a:cxn ang="0">
                  <a:pos x="connsiteX19509" y="connsiteY19509"/>
                </a:cxn>
                <a:cxn ang="0">
                  <a:pos x="connsiteX19510" y="connsiteY19510"/>
                </a:cxn>
                <a:cxn ang="0">
                  <a:pos x="connsiteX19511" y="connsiteY19511"/>
                </a:cxn>
                <a:cxn ang="0">
                  <a:pos x="connsiteX19512" y="connsiteY19512"/>
                </a:cxn>
                <a:cxn ang="0">
                  <a:pos x="connsiteX19513" y="connsiteY19513"/>
                </a:cxn>
                <a:cxn ang="0">
                  <a:pos x="connsiteX19514" y="connsiteY19514"/>
                </a:cxn>
                <a:cxn ang="0">
                  <a:pos x="connsiteX19515" y="connsiteY19515"/>
                </a:cxn>
                <a:cxn ang="0">
                  <a:pos x="connsiteX19516" y="connsiteY19516"/>
                </a:cxn>
                <a:cxn ang="0">
                  <a:pos x="connsiteX19517" y="connsiteY19517"/>
                </a:cxn>
                <a:cxn ang="0">
                  <a:pos x="connsiteX19518" y="connsiteY19518"/>
                </a:cxn>
                <a:cxn ang="0">
                  <a:pos x="connsiteX19519" y="connsiteY19519"/>
                </a:cxn>
                <a:cxn ang="0">
                  <a:pos x="connsiteX19520" y="connsiteY19520"/>
                </a:cxn>
                <a:cxn ang="0">
                  <a:pos x="connsiteX19521" y="connsiteY19521"/>
                </a:cxn>
                <a:cxn ang="0">
                  <a:pos x="connsiteX19522" y="connsiteY19522"/>
                </a:cxn>
                <a:cxn ang="0">
                  <a:pos x="connsiteX19523" y="connsiteY19523"/>
                </a:cxn>
                <a:cxn ang="0">
                  <a:pos x="connsiteX19524" y="connsiteY19524"/>
                </a:cxn>
                <a:cxn ang="0">
                  <a:pos x="connsiteX19525" y="connsiteY19525"/>
                </a:cxn>
                <a:cxn ang="0">
                  <a:pos x="connsiteX19526" y="connsiteY19526"/>
                </a:cxn>
                <a:cxn ang="0">
                  <a:pos x="connsiteX19527" y="connsiteY19527"/>
                </a:cxn>
                <a:cxn ang="0">
                  <a:pos x="connsiteX19528" y="connsiteY19528"/>
                </a:cxn>
                <a:cxn ang="0">
                  <a:pos x="connsiteX19529" y="connsiteY19529"/>
                </a:cxn>
                <a:cxn ang="0">
                  <a:pos x="connsiteX19530" y="connsiteY19530"/>
                </a:cxn>
                <a:cxn ang="0">
                  <a:pos x="connsiteX19531" y="connsiteY19531"/>
                </a:cxn>
                <a:cxn ang="0">
                  <a:pos x="connsiteX19532" y="connsiteY19532"/>
                </a:cxn>
                <a:cxn ang="0">
                  <a:pos x="connsiteX19533" y="connsiteY19533"/>
                </a:cxn>
                <a:cxn ang="0">
                  <a:pos x="connsiteX19534" y="connsiteY19534"/>
                </a:cxn>
                <a:cxn ang="0">
                  <a:pos x="connsiteX19535" y="connsiteY19535"/>
                </a:cxn>
                <a:cxn ang="0">
                  <a:pos x="connsiteX19536" y="connsiteY19536"/>
                </a:cxn>
                <a:cxn ang="0">
                  <a:pos x="connsiteX19537" y="connsiteY19537"/>
                </a:cxn>
                <a:cxn ang="0">
                  <a:pos x="connsiteX19538" y="connsiteY19538"/>
                </a:cxn>
                <a:cxn ang="0">
                  <a:pos x="connsiteX19539" y="connsiteY19539"/>
                </a:cxn>
                <a:cxn ang="0">
                  <a:pos x="connsiteX19540" y="connsiteY19540"/>
                </a:cxn>
                <a:cxn ang="0">
                  <a:pos x="connsiteX19541" y="connsiteY19541"/>
                </a:cxn>
                <a:cxn ang="0">
                  <a:pos x="connsiteX19542" y="connsiteY19542"/>
                </a:cxn>
                <a:cxn ang="0">
                  <a:pos x="connsiteX19543" y="connsiteY19543"/>
                </a:cxn>
                <a:cxn ang="0">
                  <a:pos x="connsiteX19544" y="connsiteY19544"/>
                </a:cxn>
                <a:cxn ang="0">
                  <a:pos x="connsiteX19545" y="connsiteY19545"/>
                </a:cxn>
                <a:cxn ang="0">
                  <a:pos x="connsiteX19546" y="connsiteY19546"/>
                </a:cxn>
                <a:cxn ang="0">
                  <a:pos x="connsiteX19547" y="connsiteY19547"/>
                </a:cxn>
                <a:cxn ang="0">
                  <a:pos x="connsiteX19548" y="connsiteY19548"/>
                </a:cxn>
                <a:cxn ang="0">
                  <a:pos x="connsiteX19549" y="connsiteY19549"/>
                </a:cxn>
                <a:cxn ang="0">
                  <a:pos x="connsiteX19550" y="connsiteY19550"/>
                </a:cxn>
                <a:cxn ang="0">
                  <a:pos x="connsiteX19551" y="connsiteY19551"/>
                </a:cxn>
                <a:cxn ang="0">
                  <a:pos x="connsiteX19552" y="connsiteY19552"/>
                </a:cxn>
                <a:cxn ang="0">
                  <a:pos x="connsiteX19553" y="connsiteY19553"/>
                </a:cxn>
                <a:cxn ang="0">
                  <a:pos x="connsiteX19554" y="connsiteY19554"/>
                </a:cxn>
                <a:cxn ang="0">
                  <a:pos x="connsiteX19555" y="connsiteY19555"/>
                </a:cxn>
                <a:cxn ang="0">
                  <a:pos x="connsiteX19556" y="connsiteY19556"/>
                </a:cxn>
                <a:cxn ang="0">
                  <a:pos x="connsiteX19557" y="connsiteY19557"/>
                </a:cxn>
                <a:cxn ang="0">
                  <a:pos x="connsiteX19558" y="connsiteY19558"/>
                </a:cxn>
                <a:cxn ang="0">
                  <a:pos x="connsiteX19559" y="connsiteY19559"/>
                </a:cxn>
                <a:cxn ang="0">
                  <a:pos x="connsiteX19560" y="connsiteY19560"/>
                </a:cxn>
                <a:cxn ang="0">
                  <a:pos x="connsiteX19561" y="connsiteY19561"/>
                </a:cxn>
                <a:cxn ang="0">
                  <a:pos x="connsiteX19562" y="connsiteY19562"/>
                </a:cxn>
                <a:cxn ang="0">
                  <a:pos x="connsiteX19563" y="connsiteY19563"/>
                </a:cxn>
                <a:cxn ang="0">
                  <a:pos x="connsiteX19564" y="connsiteY19564"/>
                </a:cxn>
                <a:cxn ang="0">
                  <a:pos x="connsiteX19565" y="connsiteY19565"/>
                </a:cxn>
                <a:cxn ang="0">
                  <a:pos x="connsiteX19566" y="connsiteY19566"/>
                </a:cxn>
                <a:cxn ang="0">
                  <a:pos x="connsiteX19567" y="connsiteY19567"/>
                </a:cxn>
                <a:cxn ang="0">
                  <a:pos x="connsiteX19568" y="connsiteY19568"/>
                </a:cxn>
                <a:cxn ang="0">
                  <a:pos x="connsiteX19569" y="connsiteY19569"/>
                </a:cxn>
                <a:cxn ang="0">
                  <a:pos x="connsiteX19570" y="connsiteY19570"/>
                </a:cxn>
                <a:cxn ang="0">
                  <a:pos x="connsiteX19571" y="connsiteY19571"/>
                </a:cxn>
                <a:cxn ang="0">
                  <a:pos x="connsiteX19572" y="connsiteY19572"/>
                </a:cxn>
                <a:cxn ang="0">
                  <a:pos x="connsiteX19573" y="connsiteY19573"/>
                </a:cxn>
                <a:cxn ang="0">
                  <a:pos x="connsiteX19574" y="connsiteY19574"/>
                </a:cxn>
                <a:cxn ang="0">
                  <a:pos x="connsiteX19575" y="connsiteY19575"/>
                </a:cxn>
                <a:cxn ang="0">
                  <a:pos x="connsiteX19576" y="connsiteY19576"/>
                </a:cxn>
                <a:cxn ang="0">
                  <a:pos x="connsiteX19577" y="connsiteY19577"/>
                </a:cxn>
                <a:cxn ang="0">
                  <a:pos x="connsiteX19578" y="connsiteY19578"/>
                </a:cxn>
                <a:cxn ang="0">
                  <a:pos x="connsiteX19579" y="connsiteY19579"/>
                </a:cxn>
                <a:cxn ang="0">
                  <a:pos x="connsiteX19580" y="connsiteY19580"/>
                </a:cxn>
                <a:cxn ang="0">
                  <a:pos x="connsiteX19581" y="connsiteY19581"/>
                </a:cxn>
                <a:cxn ang="0">
                  <a:pos x="connsiteX19582" y="connsiteY19582"/>
                </a:cxn>
                <a:cxn ang="0">
                  <a:pos x="connsiteX19583" y="connsiteY19583"/>
                </a:cxn>
                <a:cxn ang="0">
                  <a:pos x="connsiteX19584" y="connsiteY19584"/>
                </a:cxn>
                <a:cxn ang="0">
                  <a:pos x="connsiteX19585" y="connsiteY19585"/>
                </a:cxn>
                <a:cxn ang="0">
                  <a:pos x="connsiteX19586" y="connsiteY19586"/>
                </a:cxn>
                <a:cxn ang="0">
                  <a:pos x="connsiteX19587" y="connsiteY19587"/>
                </a:cxn>
                <a:cxn ang="0">
                  <a:pos x="connsiteX19588" y="connsiteY19588"/>
                </a:cxn>
                <a:cxn ang="0">
                  <a:pos x="connsiteX19589" y="connsiteY19589"/>
                </a:cxn>
                <a:cxn ang="0">
                  <a:pos x="connsiteX19590" y="connsiteY19590"/>
                </a:cxn>
                <a:cxn ang="0">
                  <a:pos x="connsiteX19591" y="connsiteY19591"/>
                </a:cxn>
                <a:cxn ang="0">
                  <a:pos x="connsiteX19592" y="connsiteY19592"/>
                </a:cxn>
                <a:cxn ang="0">
                  <a:pos x="connsiteX19593" y="connsiteY19593"/>
                </a:cxn>
                <a:cxn ang="0">
                  <a:pos x="connsiteX19594" y="connsiteY19594"/>
                </a:cxn>
                <a:cxn ang="0">
                  <a:pos x="connsiteX19595" y="connsiteY19595"/>
                </a:cxn>
                <a:cxn ang="0">
                  <a:pos x="connsiteX19596" y="connsiteY19596"/>
                </a:cxn>
                <a:cxn ang="0">
                  <a:pos x="connsiteX19597" y="connsiteY19597"/>
                </a:cxn>
                <a:cxn ang="0">
                  <a:pos x="connsiteX19598" y="connsiteY19598"/>
                </a:cxn>
                <a:cxn ang="0">
                  <a:pos x="connsiteX19599" y="connsiteY19599"/>
                </a:cxn>
                <a:cxn ang="0">
                  <a:pos x="connsiteX19600" y="connsiteY19600"/>
                </a:cxn>
                <a:cxn ang="0">
                  <a:pos x="connsiteX19601" y="connsiteY19601"/>
                </a:cxn>
                <a:cxn ang="0">
                  <a:pos x="connsiteX19602" y="connsiteY19602"/>
                </a:cxn>
                <a:cxn ang="0">
                  <a:pos x="connsiteX19603" y="connsiteY19603"/>
                </a:cxn>
                <a:cxn ang="0">
                  <a:pos x="connsiteX19604" y="connsiteY19604"/>
                </a:cxn>
                <a:cxn ang="0">
                  <a:pos x="connsiteX19605" y="connsiteY19605"/>
                </a:cxn>
                <a:cxn ang="0">
                  <a:pos x="connsiteX19606" y="connsiteY19606"/>
                </a:cxn>
                <a:cxn ang="0">
                  <a:pos x="connsiteX19607" y="connsiteY19607"/>
                </a:cxn>
                <a:cxn ang="0">
                  <a:pos x="connsiteX19608" y="connsiteY19608"/>
                </a:cxn>
                <a:cxn ang="0">
                  <a:pos x="connsiteX19609" y="connsiteY19609"/>
                </a:cxn>
                <a:cxn ang="0">
                  <a:pos x="connsiteX19610" y="connsiteY19610"/>
                </a:cxn>
                <a:cxn ang="0">
                  <a:pos x="connsiteX19611" y="connsiteY19611"/>
                </a:cxn>
                <a:cxn ang="0">
                  <a:pos x="connsiteX19612" y="connsiteY19612"/>
                </a:cxn>
                <a:cxn ang="0">
                  <a:pos x="connsiteX19613" y="connsiteY19613"/>
                </a:cxn>
                <a:cxn ang="0">
                  <a:pos x="connsiteX19614" y="connsiteY19614"/>
                </a:cxn>
                <a:cxn ang="0">
                  <a:pos x="connsiteX19615" y="connsiteY19615"/>
                </a:cxn>
                <a:cxn ang="0">
                  <a:pos x="connsiteX19616" y="connsiteY19616"/>
                </a:cxn>
                <a:cxn ang="0">
                  <a:pos x="connsiteX19617" y="connsiteY19617"/>
                </a:cxn>
                <a:cxn ang="0">
                  <a:pos x="connsiteX19618" y="connsiteY19618"/>
                </a:cxn>
                <a:cxn ang="0">
                  <a:pos x="connsiteX19619" y="connsiteY19619"/>
                </a:cxn>
                <a:cxn ang="0">
                  <a:pos x="connsiteX19620" y="connsiteY19620"/>
                </a:cxn>
                <a:cxn ang="0">
                  <a:pos x="connsiteX19621" y="connsiteY19621"/>
                </a:cxn>
                <a:cxn ang="0">
                  <a:pos x="connsiteX19622" y="connsiteY19622"/>
                </a:cxn>
                <a:cxn ang="0">
                  <a:pos x="connsiteX19623" y="connsiteY19623"/>
                </a:cxn>
                <a:cxn ang="0">
                  <a:pos x="connsiteX19624" y="connsiteY19624"/>
                </a:cxn>
                <a:cxn ang="0">
                  <a:pos x="connsiteX19625" y="connsiteY19625"/>
                </a:cxn>
                <a:cxn ang="0">
                  <a:pos x="connsiteX19626" y="connsiteY19626"/>
                </a:cxn>
                <a:cxn ang="0">
                  <a:pos x="connsiteX19627" y="connsiteY19627"/>
                </a:cxn>
                <a:cxn ang="0">
                  <a:pos x="connsiteX19628" y="connsiteY19628"/>
                </a:cxn>
                <a:cxn ang="0">
                  <a:pos x="connsiteX19629" y="connsiteY19629"/>
                </a:cxn>
                <a:cxn ang="0">
                  <a:pos x="connsiteX19630" y="connsiteY19630"/>
                </a:cxn>
                <a:cxn ang="0">
                  <a:pos x="connsiteX19631" y="connsiteY19631"/>
                </a:cxn>
                <a:cxn ang="0">
                  <a:pos x="connsiteX19632" y="connsiteY19632"/>
                </a:cxn>
                <a:cxn ang="0">
                  <a:pos x="connsiteX19633" y="connsiteY19633"/>
                </a:cxn>
                <a:cxn ang="0">
                  <a:pos x="connsiteX19634" y="connsiteY19634"/>
                </a:cxn>
                <a:cxn ang="0">
                  <a:pos x="connsiteX19635" y="connsiteY19635"/>
                </a:cxn>
                <a:cxn ang="0">
                  <a:pos x="connsiteX19636" y="connsiteY19636"/>
                </a:cxn>
                <a:cxn ang="0">
                  <a:pos x="connsiteX19637" y="connsiteY19637"/>
                </a:cxn>
                <a:cxn ang="0">
                  <a:pos x="connsiteX19638" y="connsiteY19638"/>
                </a:cxn>
                <a:cxn ang="0">
                  <a:pos x="connsiteX19639" y="connsiteY19639"/>
                </a:cxn>
                <a:cxn ang="0">
                  <a:pos x="connsiteX19640" y="connsiteY19640"/>
                </a:cxn>
                <a:cxn ang="0">
                  <a:pos x="connsiteX19641" y="connsiteY19641"/>
                </a:cxn>
                <a:cxn ang="0">
                  <a:pos x="connsiteX19642" y="connsiteY19642"/>
                </a:cxn>
                <a:cxn ang="0">
                  <a:pos x="connsiteX19643" y="connsiteY19643"/>
                </a:cxn>
                <a:cxn ang="0">
                  <a:pos x="connsiteX19644" y="connsiteY19644"/>
                </a:cxn>
                <a:cxn ang="0">
                  <a:pos x="connsiteX19645" y="connsiteY19645"/>
                </a:cxn>
                <a:cxn ang="0">
                  <a:pos x="connsiteX19646" y="connsiteY19646"/>
                </a:cxn>
                <a:cxn ang="0">
                  <a:pos x="connsiteX19647" y="connsiteY19647"/>
                </a:cxn>
                <a:cxn ang="0">
                  <a:pos x="connsiteX19648" y="connsiteY19648"/>
                </a:cxn>
                <a:cxn ang="0">
                  <a:pos x="connsiteX19649" y="connsiteY19649"/>
                </a:cxn>
                <a:cxn ang="0">
                  <a:pos x="connsiteX19650" y="connsiteY19650"/>
                </a:cxn>
                <a:cxn ang="0">
                  <a:pos x="connsiteX19651" y="connsiteY19651"/>
                </a:cxn>
                <a:cxn ang="0">
                  <a:pos x="connsiteX19652" y="connsiteY19652"/>
                </a:cxn>
                <a:cxn ang="0">
                  <a:pos x="connsiteX19653" y="connsiteY19653"/>
                </a:cxn>
                <a:cxn ang="0">
                  <a:pos x="connsiteX19654" y="connsiteY19654"/>
                </a:cxn>
                <a:cxn ang="0">
                  <a:pos x="connsiteX19655" y="connsiteY19655"/>
                </a:cxn>
                <a:cxn ang="0">
                  <a:pos x="connsiteX19656" y="connsiteY19656"/>
                </a:cxn>
                <a:cxn ang="0">
                  <a:pos x="connsiteX19657" y="connsiteY19657"/>
                </a:cxn>
                <a:cxn ang="0">
                  <a:pos x="connsiteX19658" y="connsiteY19658"/>
                </a:cxn>
                <a:cxn ang="0">
                  <a:pos x="connsiteX19659" y="connsiteY19659"/>
                </a:cxn>
                <a:cxn ang="0">
                  <a:pos x="connsiteX19660" y="connsiteY19660"/>
                </a:cxn>
                <a:cxn ang="0">
                  <a:pos x="connsiteX19661" y="connsiteY19661"/>
                </a:cxn>
                <a:cxn ang="0">
                  <a:pos x="connsiteX19662" y="connsiteY19662"/>
                </a:cxn>
                <a:cxn ang="0">
                  <a:pos x="connsiteX19663" y="connsiteY19663"/>
                </a:cxn>
                <a:cxn ang="0">
                  <a:pos x="connsiteX19664" y="connsiteY19664"/>
                </a:cxn>
                <a:cxn ang="0">
                  <a:pos x="connsiteX19665" y="connsiteY19665"/>
                </a:cxn>
                <a:cxn ang="0">
                  <a:pos x="connsiteX19666" y="connsiteY19666"/>
                </a:cxn>
                <a:cxn ang="0">
                  <a:pos x="connsiteX19667" y="connsiteY19667"/>
                </a:cxn>
                <a:cxn ang="0">
                  <a:pos x="connsiteX19668" y="connsiteY19668"/>
                </a:cxn>
                <a:cxn ang="0">
                  <a:pos x="connsiteX19669" y="connsiteY19669"/>
                </a:cxn>
                <a:cxn ang="0">
                  <a:pos x="connsiteX19670" y="connsiteY19670"/>
                </a:cxn>
                <a:cxn ang="0">
                  <a:pos x="connsiteX19671" y="connsiteY19671"/>
                </a:cxn>
                <a:cxn ang="0">
                  <a:pos x="connsiteX19672" y="connsiteY19672"/>
                </a:cxn>
                <a:cxn ang="0">
                  <a:pos x="connsiteX19673" y="connsiteY19673"/>
                </a:cxn>
                <a:cxn ang="0">
                  <a:pos x="connsiteX19674" y="connsiteY19674"/>
                </a:cxn>
                <a:cxn ang="0">
                  <a:pos x="connsiteX19675" y="connsiteY19675"/>
                </a:cxn>
                <a:cxn ang="0">
                  <a:pos x="connsiteX19676" y="connsiteY19676"/>
                </a:cxn>
                <a:cxn ang="0">
                  <a:pos x="connsiteX19677" y="connsiteY19677"/>
                </a:cxn>
                <a:cxn ang="0">
                  <a:pos x="connsiteX19678" y="connsiteY19678"/>
                </a:cxn>
                <a:cxn ang="0">
                  <a:pos x="connsiteX19679" y="connsiteY19679"/>
                </a:cxn>
                <a:cxn ang="0">
                  <a:pos x="connsiteX19680" y="connsiteY19680"/>
                </a:cxn>
                <a:cxn ang="0">
                  <a:pos x="connsiteX19681" y="connsiteY19681"/>
                </a:cxn>
                <a:cxn ang="0">
                  <a:pos x="connsiteX19682" y="connsiteY19682"/>
                </a:cxn>
                <a:cxn ang="0">
                  <a:pos x="connsiteX19683" y="connsiteY19683"/>
                </a:cxn>
                <a:cxn ang="0">
                  <a:pos x="connsiteX19684" y="connsiteY19684"/>
                </a:cxn>
                <a:cxn ang="0">
                  <a:pos x="connsiteX19685" y="connsiteY19685"/>
                </a:cxn>
                <a:cxn ang="0">
                  <a:pos x="connsiteX19686" y="connsiteY19686"/>
                </a:cxn>
                <a:cxn ang="0">
                  <a:pos x="connsiteX19687" y="connsiteY19687"/>
                </a:cxn>
                <a:cxn ang="0">
                  <a:pos x="connsiteX19688" y="connsiteY19688"/>
                </a:cxn>
                <a:cxn ang="0">
                  <a:pos x="connsiteX19689" y="connsiteY19689"/>
                </a:cxn>
                <a:cxn ang="0">
                  <a:pos x="connsiteX19690" y="connsiteY19690"/>
                </a:cxn>
                <a:cxn ang="0">
                  <a:pos x="connsiteX19691" y="connsiteY19691"/>
                </a:cxn>
                <a:cxn ang="0">
                  <a:pos x="connsiteX19692" y="connsiteY19692"/>
                </a:cxn>
                <a:cxn ang="0">
                  <a:pos x="connsiteX19693" y="connsiteY19693"/>
                </a:cxn>
                <a:cxn ang="0">
                  <a:pos x="connsiteX19694" y="connsiteY19694"/>
                </a:cxn>
                <a:cxn ang="0">
                  <a:pos x="connsiteX19695" y="connsiteY19695"/>
                </a:cxn>
                <a:cxn ang="0">
                  <a:pos x="connsiteX19696" y="connsiteY19696"/>
                </a:cxn>
                <a:cxn ang="0">
                  <a:pos x="connsiteX19697" y="connsiteY19697"/>
                </a:cxn>
                <a:cxn ang="0">
                  <a:pos x="connsiteX19698" y="connsiteY19698"/>
                </a:cxn>
                <a:cxn ang="0">
                  <a:pos x="connsiteX19699" y="connsiteY19699"/>
                </a:cxn>
                <a:cxn ang="0">
                  <a:pos x="connsiteX19700" y="connsiteY19700"/>
                </a:cxn>
                <a:cxn ang="0">
                  <a:pos x="connsiteX19701" y="connsiteY19701"/>
                </a:cxn>
                <a:cxn ang="0">
                  <a:pos x="connsiteX19702" y="connsiteY19702"/>
                </a:cxn>
                <a:cxn ang="0">
                  <a:pos x="connsiteX19703" y="connsiteY19703"/>
                </a:cxn>
                <a:cxn ang="0">
                  <a:pos x="connsiteX19704" y="connsiteY19704"/>
                </a:cxn>
                <a:cxn ang="0">
                  <a:pos x="connsiteX19705" y="connsiteY19705"/>
                </a:cxn>
                <a:cxn ang="0">
                  <a:pos x="connsiteX19706" y="connsiteY19706"/>
                </a:cxn>
                <a:cxn ang="0">
                  <a:pos x="connsiteX19707" y="connsiteY19707"/>
                </a:cxn>
                <a:cxn ang="0">
                  <a:pos x="connsiteX19708" y="connsiteY19708"/>
                </a:cxn>
                <a:cxn ang="0">
                  <a:pos x="connsiteX19709" y="connsiteY19709"/>
                </a:cxn>
                <a:cxn ang="0">
                  <a:pos x="connsiteX19710" y="connsiteY19710"/>
                </a:cxn>
                <a:cxn ang="0">
                  <a:pos x="connsiteX19711" y="connsiteY19711"/>
                </a:cxn>
                <a:cxn ang="0">
                  <a:pos x="connsiteX19712" y="connsiteY19712"/>
                </a:cxn>
                <a:cxn ang="0">
                  <a:pos x="connsiteX19713" y="connsiteY19713"/>
                </a:cxn>
                <a:cxn ang="0">
                  <a:pos x="connsiteX19714" y="connsiteY19714"/>
                </a:cxn>
                <a:cxn ang="0">
                  <a:pos x="connsiteX19715" y="connsiteY19715"/>
                </a:cxn>
                <a:cxn ang="0">
                  <a:pos x="connsiteX19716" y="connsiteY19716"/>
                </a:cxn>
                <a:cxn ang="0">
                  <a:pos x="connsiteX19717" y="connsiteY19717"/>
                </a:cxn>
                <a:cxn ang="0">
                  <a:pos x="connsiteX19718" y="connsiteY19718"/>
                </a:cxn>
                <a:cxn ang="0">
                  <a:pos x="connsiteX19719" y="connsiteY19719"/>
                </a:cxn>
                <a:cxn ang="0">
                  <a:pos x="connsiteX19720" y="connsiteY19720"/>
                </a:cxn>
                <a:cxn ang="0">
                  <a:pos x="connsiteX19721" y="connsiteY19721"/>
                </a:cxn>
                <a:cxn ang="0">
                  <a:pos x="connsiteX19722" y="connsiteY19722"/>
                </a:cxn>
                <a:cxn ang="0">
                  <a:pos x="connsiteX19723" y="connsiteY19723"/>
                </a:cxn>
                <a:cxn ang="0">
                  <a:pos x="connsiteX19724" y="connsiteY19724"/>
                </a:cxn>
                <a:cxn ang="0">
                  <a:pos x="connsiteX19725" y="connsiteY19725"/>
                </a:cxn>
                <a:cxn ang="0">
                  <a:pos x="connsiteX19726" y="connsiteY19726"/>
                </a:cxn>
                <a:cxn ang="0">
                  <a:pos x="connsiteX19727" y="connsiteY19727"/>
                </a:cxn>
                <a:cxn ang="0">
                  <a:pos x="connsiteX19728" y="connsiteY19728"/>
                </a:cxn>
                <a:cxn ang="0">
                  <a:pos x="connsiteX19729" y="connsiteY19729"/>
                </a:cxn>
                <a:cxn ang="0">
                  <a:pos x="connsiteX19730" y="connsiteY19730"/>
                </a:cxn>
                <a:cxn ang="0">
                  <a:pos x="connsiteX19731" y="connsiteY19731"/>
                </a:cxn>
                <a:cxn ang="0">
                  <a:pos x="connsiteX19732" y="connsiteY19732"/>
                </a:cxn>
                <a:cxn ang="0">
                  <a:pos x="connsiteX19733" y="connsiteY19733"/>
                </a:cxn>
                <a:cxn ang="0">
                  <a:pos x="connsiteX19734" y="connsiteY19734"/>
                </a:cxn>
                <a:cxn ang="0">
                  <a:pos x="connsiteX19735" y="connsiteY19735"/>
                </a:cxn>
                <a:cxn ang="0">
                  <a:pos x="connsiteX19736" y="connsiteY19736"/>
                </a:cxn>
                <a:cxn ang="0">
                  <a:pos x="connsiteX19737" y="connsiteY19737"/>
                </a:cxn>
                <a:cxn ang="0">
                  <a:pos x="connsiteX19738" y="connsiteY19738"/>
                </a:cxn>
                <a:cxn ang="0">
                  <a:pos x="connsiteX19739" y="connsiteY19739"/>
                </a:cxn>
                <a:cxn ang="0">
                  <a:pos x="connsiteX19740" y="connsiteY19740"/>
                </a:cxn>
                <a:cxn ang="0">
                  <a:pos x="connsiteX19741" y="connsiteY19741"/>
                </a:cxn>
                <a:cxn ang="0">
                  <a:pos x="connsiteX19742" y="connsiteY19742"/>
                </a:cxn>
                <a:cxn ang="0">
                  <a:pos x="connsiteX19743" y="connsiteY19743"/>
                </a:cxn>
                <a:cxn ang="0">
                  <a:pos x="connsiteX19744" y="connsiteY19744"/>
                </a:cxn>
                <a:cxn ang="0">
                  <a:pos x="connsiteX19745" y="connsiteY19745"/>
                </a:cxn>
                <a:cxn ang="0">
                  <a:pos x="connsiteX19746" y="connsiteY19746"/>
                </a:cxn>
                <a:cxn ang="0">
                  <a:pos x="connsiteX19747" y="connsiteY19747"/>
                </a:cxn>
                <a:cxn ang="0">
                  <a:pos x="connsiteX19748" y="connsiteY19748"/>
                </a:cxn>
                <a:cxn ang="0">
                  <a:pos x="connsiteX19749" y="connsiteY19749"/>
                </a:cxn>
                <a:cxn ang="0">
                  <a:pos x="connsiteX19750" y="connsiteY19750"/>
                </a:cxn>
                <a:cxn ang="0">
                  <a:pos x="connsiteX19751" y="connsiteY19751"/>
                </a:cxn>
                <a:cxn ang="0">
                  <a:pos x="connsiteX19752" y="connsiteY19752"/>
                </a:cxn>
                <a:cxn ang="0">
                  <a:pos x="connsiteX19753" y="connsiteY19753"/>
                </a:cxn>
                <a:cxn ang="0">
                  <a:pos x="connsiteX19754" y="connsiteY19754"/>
                </a:cxn>
                <a:cxn ang="0">
                  <a:pos x="connsiteX19755" y="connsiteY19755"/>
                </a:cxn>
                <a:cxn ang="0">
                  <a:pos x="connsiteX19756" y="connsiteY19756"/>
                </a:cxn>
                <a:cxn ang="0">
                  <a:pos x="connsiteX19757" y="connsiteY19757"/>
                </a:cxn>
                <a:cxn ang="0">
                  <a:pos x="connsiteX19758" y="connsiteY19758"/>
                </a:cxn>
                <a:cxn ang="0">
                  <a:pos x="connsiteX19759" y="connsiteY19759"/>
                </a:cxn>
                <a:cxn ang="0">
                  <a:pos x="connsiteX19760" y="connsiteY19760"/>
                </a:cxn>
                <a:cxn ang="0">
                  <a:pos x="connsiteX19761" y="connsiteY19761"/>
                </a:cxn>
                <a:cxn ang="0">
                  <a:pos x="connsiteX19762" y="connsiteY19762"/>
                </a:cxn>
                <a:cxn ang="0">
                  <a:pos x="connsiteX19763" y="connsiteY19763"/>
                </a:cxn>
                <a:cxn ang="0">
                  <a:pos x="connsiteX19764" y="connsiteY19764"/>
                </a:cxn>
                <a:cxn ang="0">
                  <a:pos x="connsiteX19765" y="connsiteY19765"/>
                </a:cxn>
                <a:cxn ang="0">
                  <a:pos x="connsiteX19766" y="connsiteY19766"/>
                </a:cxn>
                <a:cxn ang="0">
                  <a:pos x="connsiteX19767" y="connsiteY19767"/>
                </a:cxn>
                <a:cxn ang="0">
                  <a:pos x="connsiteX19768" y="connsiteY19768"/>
                </a:cxn>
                <a:cxn ang="0">
                  <a:pos x="connsiteX19769" y="connsiteY19769"/>
                </a:cxn>
                <a:cxn ang="0">
                  <a:pos x="connsiteX19770" y="connsiteY19770"/>
                </a:cxn>
                <a:cxn ang="0">
                  <a:pos x="connsiteX19771" y="connsiteY19771"/>
                </a:cxn>
                <a:cxn ang="0">
                  <a:pos x="connsiteX19772" y="connsiteY19772"/>
                </a:cxn>
                <a:cxn ang="0">
                  <a:pos x="connsiteX19773" y="connsiteY19773"/>
                </a:cxn>
                <a:cxn ang="0">
                  <a:pos x="connsiteX19774" y="connsiteY19774"/>
                </a:cxn>
                <a:cxn ang="0">
                  <a:pos x="connsiteX19775" y="connsiteY19775"/>
                </a:cxn>
                <a:cxn ang="0">
                  <a:pos x="connsiteX19776" y="connsiteY19776"/>
                </a:cxn>
                <a:cxn ang="0">
                  <a:pos x="connsiteX19777" y="connsiteY19777"/>
                </a:cxn>
                <a:cxn ang="0">
                  <a:pos x="connsiteX19778" y="connsiteY19778"/>
                </a:cxn>
                <a:cxn ang="0">
                  <a:pos x="connsiteX19779" y="connsiteY19779"/>
                </a:cxn>
                <a:cxn ang="0">
                  <a:pos x="connsiteX19780" y="connsiteY19780"/>
                </a:cxn>
                <a:cxn ang="0">
                  <a:pos x="connsiteX19781" y="connsiteY19781"/>
                </a:cxn>
                <a:cxn ang="0">
                  <a:pos x="connsiteX19782" y="connsiteY19782"/>
                </a:cxn>
                <a:cxn ang="0">
                  <a:pos x="connsiteX19783" y="connsiteY19783"/>
                </a:cxn>
                <a:cxn ang="0">
                  <a:pos x="connsiteX19784" y="connsiteY19784"/>
                </a:cxn>
                <a:cxn ang="0">
                  <a:pos x="connsiteX19785" y="connsiteY19785"/>
                </a:cxn>
                <a:cxn ang="0">
                  <a:pos x="connsiteX19786" y="connsiteY19786"/>
                </a:cxn>
                <a:cxn ang="0">
                  <a:pos x="connsiteX19787" y="connsiteY19787"/>
                </a:cxn>
                <a:cxn ang="0">
                  <a:pos x="connsiteX19788" y="connsiteY19788"/>
                </a:cxn>
                <a:cxn ang="0">
                  <a:pos x="connsiteX19789" y="connsiteY19789"/>
                </a:cxn>
                <a:cxn ang="0">
                  <a:pos x="connsiteX19790" y="connsiteY19790"/>
                </a:cxn>
                <a:cxn ang="0">
                  <a:pos x="connsiteX19791" y="connsiteY19791"/>
                </a:cxn>
                <a:cxn ang="0">
                  <a:pos x="connsiteX19792" y="connsiteY19792"/>
                </a:cxn>
                <a:cxn ang="0">
                  <a:pos x="connsiteX19793" y="connsiteY19793"/>
                </a:cxn>
                <a:cxn ang="0">
                  <a:pos x="connsiteX19794" y="connsiteY19794"/>
                </a:cxn>
                <a:cxn ang="0">
                  <a:pos x="connsiteX19795" y="connsiteY19795"/>
                </a:cxn>
                <a:cxn ang="0">
                  <a:pos x="connsiteX19796" y="connsiteY19796"/>
                </a:cxn>
                <a:cxn ang="0">
                  <a:pos x="connsiteX19797" y="connsiteY19797"/>
                </a:cxn>
                <a:cxn ang="0">
                  <a:pos x="connsiteX19798" y="connsiteY19798"/>
                </a:cxn>
                <a:cxn ang="0">
                  <a:pos x="connsiteX19799" y="connsiteY19799"/>
                </a:cxn>
                <a:cxn ang="0">
                  <a:pos x="connsiteX19800" y="connsiteY19800"/>
                </a:cxn>
                <a:cxn ang="0">
                  <a:pos x="connsiteX19801" y="connsiteY19801"/>
                </a:cxn>
                <a:cxn ang="0">
                  <a:pos x="connsiteX19802" y="connsiteY19802"/>
                </a:cxn>
                <a:cxn ang="0">
                  <a:pos x="connsiteX19803" y="connsiteY19803"/>
                </a:cxn>
                <a:cxn ang="0">
                  <a:pos x="connsiteX19804" y="connsiteY19804"/>
                </a:cxn>
                <a:cxn ang="0">
                  <a:pos x="connsiteX19805" y="connsiteY19805"/>
                </a:cxn>
                <a:cxn ang="0">
                  <a:pos x="connsiteX19806" y="connsiteY19806"/>
                </a:cxn>
                <a:cxn ang="0">
                  <a:pos x="connsiteX19807" y="connsiteY19807"/>
                </a:cxn>
                <a:cxn ang="0">
                  <a:pos x="connsiteX19808" y="connsiteY19808"/>
                </a:cxn>
                <a:cxn ang="0">
                  <a:pos x="connsiteX19809" y="connsiteY19809"/>
                </a:cxn>
                <a:cxn ang="0">
                  <a:pos x="connsiteX19810" y="connsiteY19810"/>
                </a:cxn>
                <a:cxn ang="0">
                  <a:pos x="connsiteX19811" y="connsiteY19811"/>
                </a:cxn>
                <a:cxn ang="0">
                  <a:pos x="connsiteX19812" y="connsiteY19812"/>
                </a:cxn>
                <a:cxn ang="0">
                  <a:pos x="connsiteX19813" y="connsiteY19813"/>
                </a:cxn>
                <a:cxn ang="0">
                  <a:pos x="connsiteX19814" y="connsiteY19814"/>
                </a:cxn>
                <a:cxn ang="0">
                  <a:pos x="connsiteX19815" y="connsiteY19815"/>
                </a:cxn>
                <a:cxn ang="0">
                  <a:pos x="connsiteX19816" y="connsiteY19816"/>
                </a:cxn>
                <a:cxn ang="0">
                  <a:pos x="connsiteX19817" y="connsiteY19817"/>
                </a:cxn>
                <a:cxn ang="0">
                  <a:pos x="connsiteX19818" y="connsiteY19818"/>
                </a:cxn>
                <a:cxn ang="0">
                  <a:pos x="connsiteX19819" y="connsiteY19819"/>
                </a:cxn>
                <a:cxn ang="0">
                  <a:pos x="connsiteX19820" y="connsiteY19820"/>
                </a:cxn>
                <a:cxn ang="0">
                  <a:pos x="connsiteX19821" y="connsiteY19821"/>
                </a:cxn>
                <a:cxn ang="0">
                  <a:pos x="connsiteX19822" y="connsiteY19822"/>
                </a:cxn>
                <a:cxn ang="0">
                  <a:pos x="connsiteX19823" y="connsiteY19823"/>
                </a:cxn>
                <a:cxn ang="0">
                  <a:pos x="connsiteX19824" y="connsiteY19824"/>
                </a:cxn>
                <a:cxn ang="0">
                  <a:pos x="connsiteX19825" y="connsiteY19825"/>
                </a:cxn>
                <a:cxn ang="0">
                  <a:pos x="connsiteX19826" y="connsiteY19826"/>
                </a:cxn>
                <a:cxn ang="0">
                  <a:pos x="connsiteX19827" y="connsiteY19827"/>
                </a:cxn>
                <a:cxn ang="0">
                  <a:pos x="connsiteX19828" y="connsiteY19828"/>
                </a:cxn>
                <a:cxn ang="0">
                  <a:pos x="connsiteX19829" y="connsiteY19829"/>
                </a:cxn>
                <a:cxn ang="0">
                  <a:pos x="connsiteX19830" y="connsiteY19830"/>
                </a:cxn>
                <a:cxn ang="0">
                  <a:pos x="connsiteX19831" y="connsiteY19831"/>
                </a:cxn>
                <a:cxn ang="0">
                  <a:pos x="connsiteX19832" y="connsiteY19832"/>
                </a:cxn>
                <a:cxn ang="0">
                  <a:pos x="connsiteX19833" y="connsiteY19833"/>
                </a:cxn>
                <a:cxn ang="0">
                  <a:pos x="connsiteX19834" y="connsiteY19834"/>
                </a:cxn>
                <a:cxn ang="0">
                  <a:pos x="connsiteX19835" y="connsiteY19835"/>
                </a:cxn>
                <a:cxn ang="0">
                  <a:pos x="connsiteX19836" y="connsiteY19836"/>
                </a:cxn>
                <a:cxn ang="0">
                  <a:pos x="connsiteX19837" y="connsiteY19837"/>
                </a:cxn>
                <a:cxn ang="0">
                  <a:pos x="connsiteX19838" y="connsiteY19838"/>
                </a:cxn>
                <a:cxn ang="0">
                  <a:pos x="connsiteX19839" y="connsiteY19839"/>
                </a:cxn>
                <a:cxn ang="0">
                  <a:pos x="connsiteX19840" y="connsiteY19840"/>
                </a:cxn>
                <a:cxn ang="0">
                  <a:pos x="connsiteX19841" y="connsiteY19841"/>
                </a:cxn>
                <a:cxn ang="0">
                  <a:pos x="connsiteX19842" y="connsiteY19842"/>
                </a:cxn>
                <a:cxn ang="0">
                  <a:pos x="connsiteX19843" y="connsiteY19843"/>
                </a:cxn>
                <a:cxn ang="0">
                  <a:pos x="connsiteX19844" y="connsiteY19844"/>
                </a:cxn>
                <a:cxn ang="0">
                  <a:pos x="connsiteX19845" y="connsiteY19845"/>
                </a:cxn>
                <a:cxn ang="0">
                  <a:pos x="connsiteX19846" y="connsiteY19846"/>
                </a:cxn>
                <a:cxn ang="0">
                  <a:pos x="connsiteX19847" y="connsiteY19847"/>
                </a:cxn>
                <a:cxn ang="0">
                  <a:pos x="connsiteX19848" y="connsiteY19848"/>
                </a:cxn>
                <a:cxn ang="0">
                  <a:pos x="connsiteX19849" y="connsiteY19849"/>
                </a:cxn>
                <a:cxn ang="0">
                  <a:pos x="connsiteX19850" y="connsiteY19850"/>
                </a:cxn>
                <a:cxn ang="0">
                  <a:pos x="connsiteX19851" y="connsiteY19851"/>
                </a:cxn>
                <a:cxn ang="0">
                  <a:pos x="connsiteX19852" y="connsiteY19852"/>
                </a:cxn>
                <a:cxn ang="0">
                  <a:pos x="connsiteX19853" y="connsiteY19853"/>
                </a:cxn>
                <a:cxn ang="0">
                  <a:pos x="connsiteX19854" y="connsiteY19854"/>
                </a:cxn>
                <a:cxn ang="0">
                  <a:pos x="connsiteX19855" y="connsiteY19855"/>
                </a:cxn>
                <a:cxn ang="0">
                  <a:pos x="connsiteX19856" y="connsiteY19856"/>
                </a:cxn>
                <a:cxn ang="0">
                  <a:pos x="connsiteX19857" y="connsiteY19857"/>
                </a:cxn>
                <a:cxn ang="0">
                  <a:pos x="connsiteX19858" y="connsiteY19858"/>
                </a:cxn>
                <a:cxn ang="0">
                  <a:pos x="connsiteX19859" y="connsiteY19859"/>
                </a:cxn>
                <a:cxn ang="0">
                  <a:pos x="connsiteX19860" y="connsiteY19860"/>
                </a:cxn>
                <a:cxn ang="0">
                  <a:pos x="connsiteX19861" y="connsiteY19861"/>
                </a:cxn>
                <a:cxn ang="0">
                  <a:pos x="connsiteX19862" y="connsiteY19862"/>
                </a:cxn>
                <a:cxn ang="0">
                  <a:pos x="connsiteX19863" y="connsiteY19863"/>
                </a:cxn>
                <a:cxn ang="0">
                  <a:pos x="connsiteX19864" y="connsiteY19864"/>
                </a:cxn>
                <a:cxn ang="0">
                  <a:pos x="connsiteX19865" y="connsiteY19865"/>
                </a:cxn>
                <a:cxn ang="0">
                  <a:pos x="connsiteX19866" y="connsiteY19866"/>
                </a:cxn>
                <a:cxn ang="0">
                  <a:pos x="connsiteX19867" y="connsiteY19867"/>
                </a:cxn>
                <a:cxn ang="0">
                  <a:pos x="connsiteX19868" y="connsiteY19868"/>
                </a:cxn>
                <a:cxn ang="0">
                  <a:pos x="connsiteX19869" y="connsiteY19869"/>
                </a:cxn>
                <a:cxn ang="0">
                  <a:pos x="connsiteX19870" y="connsiteY19870"/>
                </a:cxn>
                <a:cxn ang="0">
                  <a:pos x="connsiteX19871" y="connsiteY19871"/>
                </a:cxn>
                <a:cxn ang="0">
                  <a:pos x="connsiteX19872" y="connsiteY19872"/>
                </a:cxn>
                <a:cxn ang="0">
                  <a:pos x="connsiteX19873" y="connsiteY19873"/>
                </a:cxn>
                <a:cxn ang="0">
                  <a:pos x="connsiteX19874" y="connsiteY19874"/>
                </a:cxn>
                <a:cxn ang="0">
                  <a:pos x="connsiteX19875" y="connsiteY19875"/>
                </a:cxn>
                <a:cxn ang="0">
                  <a:pos x="connsiteX19876" y="connsiteY19876"/>
                </a:cxn>
                <a:cxn ang="0">
                  <a:pos x="connsiteX19877" y="connsiteY19877"/>
                </a:cxn>
                <a:cxn ang="0">
                  <a:pos x="connsiteX19878" y="connsiteY19878"/>
                </a:cxn>
                <a:cxn ang="0">
                  <a:pos x="connsiteX19879" y="connsiteY19879"/>
                </a:cxn>
                <a:cxn ang="0">
                  <a:pos x="connsiteX19880" y="connsiteY19880"/>
                </a:cxn>
                <a:cxn ang="0">
                  <a:pos x="connsiteX19881" y="connsiteY19881"/>
                </a:cxn>
                <a:cxn ang="0">
                  <a:pos x="connsiteX19882" y="connsiteY19882"/>
                </a:cxn>
                <a:cxn ang="0">
                  <a:pos x="connsiteX19883" y="connsiteY19883"/>
                </a:cxn>
                <a:cxn ang="0">
                  <a:pos x="connsiteX19884" y="connsiteY19884"/>
                </a:cxn>
                <a:cxn ang="0">
                  <a:pos x="connsiteX19885" y="connsiteY19885"/>
                </a:cxn>
                <a:cxn ang="0">
                  <a:pos x="connsiteX19886" y="connsiteY19886"/>
                </a:cxn>
                <a:cxn ang="0">
                  <a:pos x="connsiteX19887" y="connsiteY19887"/>
                </a:cxn>
                <a:cxn ang="0">
                  <a:pos x="connsiteX19888" y="connsiteY19888"/>
                </a:cxn>
                <a:cxn ang="0">
                  <a:pos x="connsiteX19889" y="connsiteY19889"/>
                </a:cxn>
                <a:cxn ang="0">
                  <a:pos x="connsiteX19890" y="connsiteY19890"/>
                </a:cxn>
                <a:cxn ang="0">
                  <a:pos x="connsiteX19891" y="connsiteY19891"/>
                </a:cxn>
                <a:cxn ang="0">
                  <a:pos x="connsiteX19892" y="connsiteY19892"/>
                </a:cxn>
                <a:cxn ang="0">
                  <a:pos x="connsiteX19893" y="connsiteY19893"/>
                </a:cxn>
                <a:cxn ang="0">
                  <a:pos x="connsiteX19894" y="connsiteY19894"/>
                </a:cxn>
                <a:cxn ang="0">
                  <a:pos x="connsiteX19895" y="connsiteY19895"/>
                </a:cxn>
                <a:cxn ang="0">
                  <a:pos x="connsiteX19896" y="connsiteY19896"/>
                </a:cxn>
                <a:cxn ang="0">
                  <a:pos x="connsiteX19897" y="connsiteY19897"/>
                </a:cxn>
                <a:cxn ang="0">
                  <a:pos x="connsiteX19898" y="connsiteY19898"/>
                </a:cxn>
                <a:cxn ang="0">
                  <a:pos x="connsiteX19899" y="connsiteY19899"/>
                </a:cxn>
                <a:cxn ang="0">
                  <a:pos x="connsiteX19900" y="connsiteY19900"/>
                </a:cxn>
                <a:cxn ang="0">
                  <a:pos x="connsiteX19901" y="connsiteY19901"/>
                </a:cxn>
                <a:cxn ang="0">
                  <a:pos x="connsiteX19902" y="connsiteY19902"/>
                </a:cxn>
                <a:cxn ang="0">
                  <a:pos x="connsiteX19903" y="connsiteY19903"/>
                </a:cxn>
                <a:cxn ang="0">
                  <a:pos x="connsiteX19904" y="connsiteY19904"/>
                </a:cxn>
                <a:cxn ang="0">
                  <a:pos x="connsiteX19905" y="connsiteY19905"/>
                </a:cxn>
                <a:cxn ang="0">
                  <a:pos x="connsiteX19906" y="connsiteY19906"/>
                </a:cxn>
                <a:cxn ang="0">
                  <a:pos x="connsiteX19907" y="connsiteY19907"/>
                </a:cxn>
                <a:cxn ang="0">
                  <a:pos x="connsiteX19908" y="connsiteY19908"/>
                </a:cxn>
                <a:cxn ang="0">
                  <a:pos x="connsiteX19909" y="connsiteY19909"/>
                </a:cxn>
                <a:cxn ang="0">
                  <a:pos x="connsiteX19910" y="connsiteY19910"/>
                </a:cxn>
                <a:cxn ang="0">
                  <a:pos x="connsiteX19911" y="connsiteY19911"/>
                </a:cxn>
                <a:cxn ang="0">
                  <a:pos x="connsiteX19912" y="connsiteY19912"/>
                </a:cxn>
                <a:cxn ang="0">
                  <a:pos x="connsiteX19913" y="connsiteY19913"/>
                </a:cxn>
                <a:cxn ang="0">
                  <a:pos x="connsiteX19914" y="connsiteY19914"/>
                </a:cxn>
                <a:cxn ang="0">
                  <a:pos x="connsiteX19915" y="connsiteY19915"/>
                </a:cxn>
                <a:cxn ang="0">
                  <a:pos x="connsiteX19916" y="connsiteY19916"/>
                </a:cxn>
                <a:cxn ang="0">
                  <a:pos x="connsiteX19917" y="connsiteY19917"/>
                </a:cxn>
                <a:cxn ang="0">
                  <a:pos x="connsiteX19918" y="connsiteY19918"/>
                </a:cxn>
                <a:cxn ang="0">
                  <a:pos x="connsiteX19919" y="connsiteY19919"/>
                </a:cxn>
                <a:cxn ang="0">
                  <a:pos x="connsiteX19920" y="connsiteY19920"/>
                </a:cxn>
                <a:cxn ang="0">
                  <a:pos x="connsiteX19921" y="connsiteY19921"/>
                </a:cxn>
                <a:cxn ang="0">
                  <a:pos x="connsiteX19922" y="connsiteY19922"/>
                </a:cxn>
                <a:cxn ang="0">
                  <a:pos x="connsiteX19923" y="connsiteY19923"/>
                </a:cxn>
                <a:cxn ang="0">
                  <a:pos x="connsiteX19924" y="connsiteY19924"/>
                </a:cxn>
                <a:cxn ang="0">
                  <a:pos x="connsiteX19925" y="connsiteY19925"/>
                </a:cxn>
                <a:cxn ang="0">
                  <a:pos x="connsiteX19926" y="connsiteY19926"/>
                </a:cxn>
                <a:cxn ang="0">
                  <a:pos x="connsiteX19927" y="connsiteY19927"/>
                </a:cxn>
                <a:cxn ang="0">
                  <a:pos x="connsiteX19928" y="connsiteY19928"/>
                </a:cxn>
                <a:cxn ang="0">
                  <a:pos x="connsiteX19929" y="connsiteY19929"/>
                </a:cxn>
                <a:cxn ang="0">
                  <a:pos x="connsiteX19930" y="connsiteY19930"/>
                </a:cxn>
                <a:cxn ang="0">
                  <a:pos x="connsiteX19931" y="connsiteY19931"/>
                </a:cxn>
                <a:cxn ang="0">
                  <a:pos x="connsiteX19932" y="connsiteY19932"/>
                </a:cxn>
                <a:cxn ang="0">
                  <a:pos x="connsiteX19933" y="connsiteY19933"/>
                </a:cxn>
                <a:cxn ang="0">
                  <a:pos x="connsiteX19934" y="connsiteY19934"/>
                </a:cxn>
                <a:cxn ang="0">
                  <a:pos x="connsiteX19935" y="connsiteY19935"/>
                </a:cxn>
                <a:cxn ang="0">
                  <a:pos x="connsiteX19936" y="connsiteY19936"/>
                </a:cxn>
                <a:cxn ang="0">
                  <a:pos x="connsiteX19937" y="connsiteY19937"/>
                </a:cxn>
                <a:cxn ang="0">
                  <a:pos x="connsiteX19938" y="connsiteY19938"/>
                </a:cxn>
                <a:cxn ang="0">
                  <a:pos x="connsiteX19939" y="connsiteY19939"/>
                </a:cxn>
                <a:cxn ang="0">
                  <a:pos x="connsiteX19940" y="connsiteY19940"/>
                </a:cxn>
                <a:cxn ang="0">
                  <a:pos x="connsiteX19941" y="connsiteY19941"/>
                </a:cxn>
                <a:cxn ang="0">
                  <a:pos x="connsiteX19942" y="connsiteY19942"/>
                </a:cxn>
                <a:cxn ang="0">
                  <a:pos x="connsiteX19943" y="connsiteY19943"/>
                </a:cxn>
                <a:cxn ang="0">
                  <a:pos x="connsiteX19944" y="connsiteY19944"/>
                </a:cxn>
                <a:cxn ang="0">
                  <a:pos x="connsiteX19945" y="connsiteY19945"/>
                </a:cxn>
                <a:cxn ang="0">
                  <a:pos x="connsiteX19946" y="connsiteY19946"/>
                </a:cxn>
                <a:cxn ang="0">
                  <a:pos x="connsiteX19947" y="connsiteY19947"/>
                </a:cxn>
                <a:cxn ang="0">
                  <a:pos x="connsiteX19948" y="connsiteY19948"/>
                </a:cxn>
                <a:cxn ang="0">
                  <a:pos x="connsiteX19949" y="connsiteY19949"/>
                </a:cxn>
                <a:cxn ang="0">
                  <a:pos x="connsiteX19950" y="connsiteY19950"/>
                </a:cxn>
                <a:cxn ang="0">
                  <a:pos x="connsiteX19951" y="connsiteY19951"/>
                </a:cxn>
                <a:cxn ang="0">
                  <a:pos x="connsiteX19952" y="connsiteY19952"/>
                </a:cxn>
                <a:cxn ang="0">
                  <a:pos x="connsiteX19953" y="connsiteY19953"/>
                </a:cxn>
                <a:cxn ang="0">
                  <a:pos x="connsiteX19954" y="connsiteY19954"/>
                </a:cxn>
                <a:cxn ang="0">
                  <a:pos x="connsiteX19955" y="connsiteY19955"/>
                </a:cxn>
                <a:cxn ang="0">
                  <a:pos x="connsiteX19956" y="connsiteY19956"/>
                </a:cxn>
                <a:cxn ang="0">
                  <a:pos x="connsiteX19957" y="connsiteY19957"/>
                </a:cxn>
                <a:cxn ang="0">
                  <a:pos x="connsiteX19958" y="connsiteY19958"/>
                </a:cxn>
                <a:cxn ang="0">
                  <a:pos x="connsiteX19959" y="connsiteY19959"/>
                </a:cxn>
                <a:cxn ang="0">
                  <a:pos x="connsiteX19960" y="connsiteY19960"/>
                </a:cxn>
                <a:cxn ang="0">
                  <a:pos x="connsiteX19961" y="connsiteY19961"/>
                </a:cxn>
                <a:cxn ang="0">
                  <a:pos x="connsiteX19962" y="connsiteY19962"/>
                </a:cxn>
                <a:cxn ang="0">
                  <a:pos x="connsiteX19963" y="connsiteY19963"/>
                </a:cxn>
                <a:cxn ang="0">
                  <a:pos x="connsiteX19964" y="connsiteY19964"/>
                </a:cxn>
                <a:cxn ang="0">
                  <a:pos x="connsiteX19965" y="connsiteY19965"/>
                </a:cxn>
                <a:cxn ang="0">
                  <a:pos x="connsiteX19966" y="connsiteY19966"/>
                </a:cxn>
                <a:cxn ang="0">
                  <a:pos x="connsiteX19967" y="connsiteY19967"/>
                </a:cxn>
                <a:cxn ang="0">
                  <a:pos x="connsiteX19968" y="connsiteY19968"/>
                </a:cxn>
                <a:cxn ang="0">
                  <a:pos x="connsiteX19969" y="connsiteY19969"/>
                </a:cxn>
                <a:cxn ang="0">
                  <a:pos x="connsiteX19970" y="connsiteY19970"/>
                </a:cxn>
                <a:cxn ang="0">
                  <a:pos x="connsiteX19971" y="connsiteY19971"/>
                </a:cxn>
                <a:cxn ang="0">
                  <a:pos x="connsiteX19972" y="connsiteY19972"/>
                </a:cxn>
                <a:cxn ang="0">
                  <a:pos x="connsiteX19973" y="connsiteY19973"/>
                </a:cxn>
                <a:cxn ang="0">
                  <a:pos x="connsiteX19974" y="connsiteY19974"/>
                </a:cxn>
                <a:cxn ang="0">
                  <a:pos x="connsiteX19975" y="connsiteY19975"/>
                </a:cxn>
                <a:cxn ang="0">
                  <a:pos x="connsiteX19976" y="connsiteY19976"/>
                </a:cxn>
                <a:cxn ang="0">
                  <a:pos x="connsiteX19977" y="connsiteY19977"/>
                </a:cxn>
                <a:cxn ang="0">
                  <a:pos x="connsiteX19978" y="connsiteY19978"/>
                </a:cxn>
                <a:cxn ang="0">
                  <a:pos x="connsiteX19979" y="connsiteY19979"/>
                </a:cxn>
                <a:cxn ang="0">
                  <a:pos x="connsiteX19980" y="connsiteY19980"/>
                </a:cxn>
                <a:cxn ang="0">
                  <a:pos x="connsiteX19981" y="connsiteY19981"/>
                </a:cxn>
                <a:cxn ang="0">
                  <a:pos x="connsiteX19982" y="connsiteY19982"/>
                </a:cxn>
                <a:cxn ang="0">
                  <a:pos x="connsiteX19983" y="connsiteY19983"/>
                </a:cxn>
                <a:cxn ang="0">
                  <a:pos x="connsiteX19984" y="connsiteY19984"/>
                </a:cxn>
                <a:cxn ang="0">
                  <a:pos x="connsiteX19985" y="connsiteY19985"/>
                </a:cxn>
                <a:cxn ang="0">
                  <a:pos x="connsiteX19986" y="connsiteY19986"/>
                </a:cxn>
                <a:cxn ang="0">
                  <a:pos x="connsiteX19987" y="connsiteY19987"/>
                </a:cxn>
                <a:cxn ang="0">
                  <a:pos x="connsiteX19988" y="connsiteY19988"/>
                </a:cxn>
                <a:cxn ang="0">
                  <a:pos x="connsiteX19989" y="connsiteY19989"/>
                </a:cxn>
                <a:cxn ang="0">
                  <a:pos x="connsiteX19990" y="connsiteY19990"/>
                </a:cxn>
                <a:cxn ang="0">
                  <a:pos x="connsiteX19991" y="connsiteY19991"/>
                </a:cxn>
                <a:cxn ang="0">
                  <a:pos x="connsiteX19992" y="connsiteY19992"/>
                </a:cxn>
                <a:cxn ang="0">
                  <a:pos x="connsiteX19993" y="connsiteY19993"/>
                </a:cxn>
                <a:cxn ang="0">
                  <a:pos x="connsiteX19994" y="connsiteY19994"/>
                </a:cxn>
                <a:cxn ang="0">
                  <a:pos x="connsiteX19995" y="connsiteY19995"/>
                </a:cxn>
                <a:cxn ang="0">
                  <a:pos x="connsiteX19996" y="connsiteY19996"/>
                </a:cxn>
                <a:cxn ang="0">
                  <a:pos x="connsiteX19997" y="connsiteY19997"/>
                </a:cxn>
                <a:cxn ang="0">
                  <a:pos x="connsiteX19998" y="connsiteY19998"/>
                </a:cxn>
                <a:cxn ang="0">
                  <a:pos x="connsiteX19999" y="connsiteY19999"/>
                </a:cxn>
                <a:cxn ang="0">
                  <a:pos x="connsiteX20000" y="connsiteY20000"/>
                </a:cxn>
                <a:cxn ang="0">
                  <a:pos x="connsiteX20001" y="connsiteY20001"/>
                </a:cxn>
                <a:cxn ang="0">
                  <a:pos x="connsiteX20002" y="connsiteY20002"/>
                </a:cxn>
                <a:cxn ang="0">
                  <a:pos x="connsiteX20003" y="connsiteY20003"/>
                </a:cxn>
                <a:cxn ang="0">
                  <a:pos x="connsiteX20004" y="connsiteY20004"/>
                </a:cxn>
                <a:cxn ang="0">
                  <a:pos x="connsiteX20005" y="connsiteY20005"/>
                </a:cxn>
                <a:cxn ang="0">
                  <a:pos x="connsiteX20006" y="connsiteY20006"/>
                </a:cxn>
                <a:cxn ang="0">
                  <a:pos x="connsiteX20007" y="connsiteY20007"/>
                </a:cxn>
                <a:cxn ang="0">
                  <a:pos x="connsiteX20008" y="connsiteY20008"/>
                </a:cxn>
                <a:cxn ang="0">
                  <a:pos x="connsiteX20009" y="connsiteY20009"/>
                </a:cxn>
                <a:cxn ang="0">
                  <a:pos x="connsiteX20010" y="connsiteY20010"/>
                </a:cxn>
                <a:cxn ang="0">
                  <a:pos x="connsiteX20011" y="connsiteY20011"/>
                </a:cxn>
                <a:cxn ang="0">
                  <a:pos x="connsiteX20012" y="connsiteY20012"/>
                </a:cxn>
                <a:cxn ang="0">
                  <a:pos x="connsiteX20013" y="connsiteY20013"/>
                </a:cxn>
                <a:cxn ang="0">
                  <a:pos x="connsiteX20014" y="connsiteY20014"/>
                </a:cxn>
                <a:cxn ang="0">
                  <a:pos x="connsiteX20015" y="connsiteY20015"/>
                </a:cxn>
                <a:cxn ang="0">
                  <a:pos x="connsiteX20016" y="connsiteY20016"/>
                </a:cxn>
                <a:cxn ang="0">
                  <a:pos x="connsiteX20017" y="connsiteY20017"/>
                </a:cxn>
                <a:cxn ang="0">
                  <a:pos x="connsiteX20018" y="connsiteY20018"/>
                </a:cxn>
                <a:cxn ang="0">
                  <a:pos x="connsiteX20019" y="connsiteY20019"/>
                </a:cxn>
                <a:cxn ang="0">
                  <a:pos x="connsiteX20020" y="connsiteY20020"/>
                </a:cxn>
                <a:cxn ang="0">
                  <a:pos x="connsiteX20021" y="connsiteY20021"/>
                </a:cxn>
                <a:cxn ang="0">
                  <a:pos x="connsiteX20022" y="connsiteY20022"/>
                </a:cxn>
                <a:cxn ang="0">
                  <a:pos x="connsiteX20023" y="connsiteY20023"/>
                </a:cxn>
                <a:cxn ang="0">
                  <a:pos x="connsiteX20024" y="connsiteY20024"/>
                </a:cxn>
                <a:cxn ang="0">
                  <a:pos x="connsiteX20025" y="connsiteY20025"/>
                </a:cxn>
                <a:cxn ang="0">
                  <a:pos x="connsiteX20026" y="connsiteY20026"/>
                </a:cxn>
                <a:cxn ang="0">
                  <a:pos x="connsiteX20027" y="connsiteY20027"/>
                </a:cxn>
                <a:cxn ang="0">
                  <a:pos x="connsiteX20028" y="connsiteY20028"/>
                </a:cxn>
                <a:cxn ang="0">
                  <a:pos x="connsiteX20029" y="connsiteY20029"/>
                </a:cxn>
                <a:cxn ang="0">
                  <a:pos x="connsiteX20030" y="connsiteY20030"/>
                </a:cxn>
                <a:cxn ang="0">
                  <a:pos x="connsiteX20031" y="connsiteY20031"/>
                </a:cxn>
                <a:cxn ang="0">
                  <a:pos x="connsiteX20032" y="connsiteY20032"/>
                </a:cxn>
                <a:cxn ang="0">
                  <a:pos x="connsiteX20033" y="connsiteY20033"/>
                </a:cxn>
                <a:cxn ang="0">
                  <a:pos x="connsiteX20034" y="connsiteY20034"/>
                </a:cxn>
                <a:cxn ang="0">
                  <a:pos x="connsiteX20035" y="connsiteY20035"/>
                </a:cxn>
                <a:cxn ang="0">
                  <a:pos x="connsiteX20036" y="connsiteY20036"/>
                </a:cxn>
                <a:cxn ang="0">
                  <a:pos x="connsiteX20037" y="connsiteY20037"/>
                </a:cxn>
                <a:cxn ang="0">
                  <a:pos x="connsiteX20038" y="connsiteY20038"/>
                </a:cxn>
                <a:cxn ang="0">
                  <a:pos x="connsiteX20039" y="connsiteY20039"/>
                </a:cxn>
                <a:cxn ang="0">
                  <a:pos x="connsiteX20040" y="connsiteY20040"/>
                </a:cxn>
                <a:cxn ang="0">
                  <a:pos x="connsiteX20041" y="connsiteY20041"/>
                </a:cxn>
                <a:cxn ang="0">
                  <a:pos x="connsiteX20042" y="connsiteY20042"/>
                </a:cxn>
                <a:cxn ang="0">
                  <a:pos x="connsiteX20043" y="connsiteY20043"/>
                </a:cxn>
                <a:cxn ang="0">
                  <a:pos x="connsiteX20044" y="connsiteY20044"/>
                </a:cxn>
                <a:cxn ang="0">
                  <a:pos x="connsiteX20045" y="connsiteY20045"/>
                </a:cxn>
                <a:cxn ang="0">
                  <a:pos x="connsiteX20046" y="connsiteY20046"/>
                </a:cxn>
                <a:cxn ang="0">
                  <a:pos x="connsiteX20047" y="connsiteY20047"/>
                </a:cxn>
                <a:cxn ang="0">
                  <a:pos x="connsiteX20048" y="connsiteY20048"/>
                </a:cxn>
                <a:cxn ang="0">
                  <a:pos x="connsiteX20049" y="connsiteY20049"/>
                </a:cxn>
                <a:cxn ang="0">
                  <a:pos x="connsiteX20050" y="connsiteY20050"/>
                </a:cxn>
                <a:cxn ang="0">
                  <a:pos x="connsiteX20051" y="connsiteY20051"/>
                </a:cxn>
                <a:cxn ang="0">
                  <a:pos x="connsiteX20052" y="connsiteY20052"/>
                </a:cxn>
                <a:cxn ang="0">
                  <a:pos x="connsiteX20053" y="connsiteY20053"/>
                </a:cxn>
                <a:cxn ang="0">
                  <a:pos x="connsiteX20054" y="connsiteY20054"/>
                </a:cxn>
                <a:cxn ang="0">
                  <a:pos x="connsiteX20055" y="connsiteY20055"/>
                </a:cxn>
                <a:cxn ang="0">
                  <a:pos x="connsiteX20056" y="connsiteY20056"/>
                </a:cxn>
                <a:cxn ang="0">
                  <a:pos x="connsiteX20057" y="connsiteY20057"/>
                </a:cxn>
                <a:cxn ang="0">
                  <a:pos x="connsiteX20058" y="connsiteY20058"/>
                </a:cxn>
                <a:cxn ang="0">
                  <a:pos x="connsiteX20059" y="connsiteY20059"/>
                </a:cxn>
                <a:cxn ang="0">
                  <a:pos x="connsiteX20060" y="connsiteY20060"/>
                </a:cxn>
                <a:cxn ang="0">
                  <a:pos x="connsiteX20061" y="connsiteY20061"/>
                </a:cxn>
                <a:cxn ang="0">
                  <a:pos x="connsiteX20062" y="connsiteY20062"/>
                </a:cxn>
                <a:cxn ang="0">
                  <a:pos x="connsiteX20063" y="connsiteY20063"/>
                </a:cxn>
                <a:cxn ang="0">
                  <a:pos x="connsiteX20064" y="connsiteY20064"/>
                </a:cxn>
                <a:cxn ang="0">
                  <a:pos x="connsiteX20065" y="connsiteY20065"/>
                </a:cxn>
                <a:cxn ang="0">
                  <a:pos x="connsiteX20066" y="connsiteY20066"/>
                </a:cxn>
                <a:cxn ang="0">
                  <a:pos x="connsiteX20067" y="connsiteY20067"/>
                </a:cxn>
                <a:cxn ang="0">
                  <a:pos x="connsiteX20068" y="connsiteY20068"/>
                </a:cxn>
                <a:cxn ang="0">
                  <a:pos x="connsiteX20069" y="connsiteY20069"/>
                </a:cxn>
                <a:cxn ang="0">
                  <a:pos x="connsiteX20070" y="connsiteY20070"/>
                </a:cxn>
                <a:cxn ang="0">
                  <a:pos x="connsiteX20071" y="connsiteY20071"/>
                </a:cxn>
                <a:cxn ang="0">
                  <a:pos x="connsiteX20072" y="connsiteY20072"/>
                </a:cxn>
                <a:cxn ang="0">
                  <a:pos x="connsiteX20073" y="connsiteY20073"/>
                </a:cxn>
                <a:cxn ang="0">
                  <a:pos x="connsiteX20074" y="connsiteY20074"/>
                </a:cxn>
                <a:cxn ang="0">
                  <a:pos x="connsiteX20075" y="connsiteY20075"/>
                </a:cxn>
                <a:cxn ang="0">
                  <a:pos x="connsiteX20076" y="connsiteY20076"/>
                </a:cxn>
                <a:cxn ang="0">
                  <a:pos x="connsiteX20077" y="connsiteY20077"/>
                </a:cxn>
                <a:cxn ang="0">
                  <a:pos x="connsiteX20078" y="connsiteY20078"/>
                </a:cxn>
                <a:cxn ang="0">
                  <a:pos x="connsiteX20079" y="connsiteY20079"/>
                </a:cxn>
                <a:cxn ang="0">
                  <a:pos x="connsiteX20080" y="connsiteY20080"/>
                </a:cxn>
                <a:cxn ang="0">
                  <a:pos x="connsiteX20081" y="connsiteY20081"/>
                </a:cxn>
                <a:cxn ang="0">
                  <a:pos x="connsiteX20082" y="connsiteY20082"/>
                </a:cxn>
                <a:cxn ang="0">
                  <a:pos x="connsiteX20083" y="connsiteY20083"/>
                </a:cxn>
                <a:cxn ang="0">
                  <a:pos x="connsiteX20084" y="connsiteY20084"/>
                </a:cxn>
                <a:cxn ang="0">
                  <a:pos x="connsiteX20085" y="connsiteY20085"/>
                </a:cxn>
                <a:cxn ang="0">
                  <a:pos x="connsiteX20086" y="connsiteY20086"/>
                </a:cxn>
                <a:cxn ang="0">
                  <a:pos x="connsiteX20087" y="connsiteY20087"/>
                </a:cxn>
                <a:cxn ang="0">
                  <a:pos x="connsiteX20088" y="connsiteY20088"/>
                </a:cxn>
                <a:cxn ang="0">
                  <a:pos x="connsiteX20089" y="connsiteY20089"/>
                </a:cxn>
                <a:cxn ang="0">
                  <a:pos x="connsiteX20090" y="connsiteY20090"/>
                </a:cxn>
                <a:cxn ang="0">
                  <a:pos x="connsiteX20091" y="connsiteY20091"/>
                </a:cxn>
                <a:cxn ang="0">
                  <a:pos x="connsiteX20092" y="connsiteY20092"/>
                </a:cxn>
                <a:cxn ang="0">
                  <a:pos x="connsiteX20093" y="connsiteY20093"/>
                </a:cxn>
                <a:cxn ang="0">
                  <a:pos x="connsiteX20094" y="connsiteY20094"/>
                </a:cxn>
                <a:cxn ang="0">
                  <a:pos x="connsiteX20095" y="connsiteY20095"/>
                </a:cxn>
                <a:cxn ang="0">
                  <a:pos x="connsiteX20096" y="connsiteY20096"/>
                </a:cxn>
                <a:cxn ang="0">
                  <a:pos x="connsiteX20097" y="connsiteY20097"/>
                </a:cxn>
                <a:cxn ang="0">
                  <a:pos x="connsiteX20098" y="connsiteY20098"/>
                </a:cxn>
                <a:cxn ang="0">
                  <a:pos x="connsiteX20099" y="connsiteY20099"/>
                </a:cxn>
                <a:cxn ang="0">
                  <a:pos x="connsiteX20100" y="connsiteY20100"/>
                </a:cxn>
                <a:cxn ang="0">
                  <a:pos x="connsiteX20101" y="connsiteY20101"/>
                </a:cxn>
                <a:cxn ang="0">
                  <a:pos x="connsiteX20102" y="connsiteY20102"/>
                </a:cxn>
                <a:cxn ang="0">
                  <a:pos x="connsiteX20103" y="connsiteY20103"/>
                </a:cxn>
                <a:cxn ang="0">
                  <a:pos x="connsiteX20104" y="connsiteY20104"/>
                </a:cxn>
                <a:cxn ang="0">
                  <a:pos x="connsiteX20105" y="connsiteY20105"/>
                </a:cxn>
                <a:cxn ang="0">
                  <a:pos x="connsiteX20106" y="connsiteY20106"/>
                </a:cxn>
                <a:cxn ang="0">
                  <a:pos x="connsiteX20107" y="connsiteY20107"/>
                </a:cxn>
                <a:cxn ang="0">
                  <a:pos x="connsiteX20108" y="connsiteY20108"/>
                </a:cxn>
                <a:cxn ang="0">
                  <a:pos x="connsiteX20109" y="connsiteY20109"/>
                </a:cxn>
                <a:cxn ang="0">
                  <a:pos x="connsiteX20110" y="connsiteY20110"/>
                </a:cxn>
                <a:cxn ang="0">
                  <a:pos x="connsiteX20111" y="connsiteY20111"/>
                </a:cxn>
                <a:cxn ang="0">
                  <a:pos x="connsiteX20112" y="connsiteY20112"/>
                </a:cxn>
                <a:cxn ang="0">
                  <a:pos x="connsiteX20113" y="connsiteY20113"/>
                </a:cxn>
                <a:cxn ang="0">
                  <a:pos x="connsiteX20114" y="connsiteY20114"/>
                </a:cxn>
                <a:cxn ang="0">
                  <a:pos x="connsiteX20115" y="connsiteY20115"/>
                </a:cxn>
                <a:cxn ang="0">
                  <a:pos x="connsiteX20116" y="connsiteY20116"/>
                </a:cxn>
                <a:cxn ang="0">
                  <a:pos x="connsiteX20117" y="connsiteY20117"/>
                </a:cxn>
                <a:cxn ang="0">
                  <a:pos x="connsiteX20118" y="connsiteY20118"/>
                </a:cxn>
                <a:cxn ang="0">
                  <a:pos x="connsiteX20119" y="connsiteY20119"/>
                </a:cxn>
                <a:cxn ang="0">
                  <a:pos x="connsiteX20120" y="connsiteY20120"/>
                </a:cxn>
                <a:cxn ang="0">
                  <a:pos x="connsiteX20121" y="connsiteY20121"/>
                </a:cxn>
                <a:cxn ang="0">
                  <a:pos x="connsiteX20122" y="connsiteY20122"/>
                </a:cxn>
                <a:cxn ang="0">
                  <a:pos x="connsiteX20123" y="connsiteY20123"/>
                </a:cxn>
                <a:cxn ang="0">
                  <a:pos x="connsiteX20124" y="connsiteY20124"/>
                </a:cxn>
                <a:cxn ang="0">
                  <a:pos x="connsiteX20125" y="connsiteY20125"/>
                </a:cxn>
                <a:cxn ang="0">
                  <a:pos x="connsiteX20126" y="connsiteY20126"/>
                </a:cxn>
                <a:cxn ang="0">
                  <a:pos x="connsiteX20127" y="connsiteY20127"/>
                </a:cxn>
                <a:cxn ang="0">
                  <a:pos x="connsiteX20128" y="connsiteY20128"/>
                </a:cxn>
                <a:cxn ang="0">
                  <a:pos x="connsiteX20129" y="connsiteY20129"/>
                </a:cxn>
                <a:cxn ang="0">
                  <a:pos x="connsiteX20130" y="connsiteY20130"/>
                </a:cxn>
                <a:cxn ang="0">
                  <a:pos x="connsiteX20131" y="connsiteY20131"/>
                </a:cxn>
                <a:cxn ang="0">
                  <a:pos x="connsiteX20132" y="connsiteY20132"/>
                </a:cxn>
                <a:cxn ang="0">
                  <a:pos x="connsiteX20133" y="connsiteY20133"/>
                </a:cxn>
                <a:cxn ang="0">
                  <a:pos x="connsiteX20134" y="connsiteY20134"/>
                </a:cxn>
                <a:cxn ang="0">
                  <a:pos x="connsiteX20135" y="connsiteY20135"/>
                </a:cxn>
                <a:cxn ang="0">
                  <a:pos x="connsiteX20136" y="connsiteY20136"/>
                </a:cxn>
                <a:cxn ang="0">
                  <a:pos x="connsiteX20137" y="connsiteY20137"/>
                </a:cxn>
                <a:cxn ang="0">
                  <a:pos x="connsiteX20138" y="connsiteY20138"/>
                </a:cxn>
                <a:cxn ang="0">
                  <a:pos x="connsiteX20139" y="connsiteY20139"/>
                </a:cxn>
                <a:cxn ang="0">
                  <a:pos x="connsiteX20140" y="connsiteY20140"/>
                </a:cxn>
                <a:cxn ang="0">
                  <a:pos x="connsiteX20141" y="connsiteY20141"/>
                </a:cxn>
                <a:cxn ang="0">
                  <a:pos x="connsiteX20142" y="connsiteY20142"/>
                </a:cxn>
                <a:cxn ang="0">
                  <a:pos x="connsiteX20143" y="connsiteY20143"/>
                </a:cxn>
                <a:cxn ang="0">
                  <a:pos x="connsiteX20144" y="connsiteY20144"/>
                </a:cxn>
                <a:cxn ang="0">
                  <a:pos x="connsiteX20145" y="connsiteY20145"/>
                </a:cxn>
                <a:cxn ang="0">
                  <a:pos x="connsiteX20146" y="connsiteY20146"/>
                </a:cxn>
                <a:cxn ang="0">
                  <a:pos x="connsiteX20147" y="connsiteY20147"/>
                </a:cxn>
                <a:cxn ang="0">
                  <a:pos x="connsiteX20148" y="connsiteY20148"/>
                </a:cxn>
                <a:cxn ang="0">
                  <a:pos x="connsiteX20149" y="connsiteY20149"/>
                </a:cxn>
                <a:cxn ang="0">
                  <a:pos x="connsiteX20150" y="connsiteY20150"/>
                </a:cxn>
                <a:cxn ang="0">
                  <a:pos x="connsiteX20151" y="connsiteY20151"/>
                </a:cxn>
                <a:cxn ang="0">
                  <a:pos x="connsiteX20152" y="connsiteY20152"/>
                </a:cxn>
                <a:cxn ang="0">
                  <a:pos x="connsiteX20153" y="connsiteY20153"/>
                </a:cxn>
                <a:cxn ang="0">
                  <a:pos x="connsiteX20154" y="connsiteY20154"/>
                </a:cxn>
                <a:cxn ang="0">
                  <a:pos x="connsiteX20155" y="connsiteY20155"/>
                </a:cxn>
                <a:cxn ang="0">
                  <a:pos x="connsiteX20156" y="connsiteY20156"/>
                </a:cxn>
                <a:cxn ang="0">
                  <a:pos x="connsiteX20157" y="connsiteY20157"/>
                </a:cxn>
                <a:cxn ang="0">
                  <a:pos x="connsiteX20158" y="connsiteY20158"/>
                </a:cxn>
                <a:cxn ang="0">
                  <a:pos x="connsiteX20159" y="connsiteY20159"/>
                </a:cxn>
                <a:cxn ang="0">
                  <a:pos x="connsiteX20160" y="connsiteY20160"/>
                </a:cxn>
                <a:cxn ang="0">
                  <a:pos x="connsiteX20161" y="connsiteY20161"/>
                </a:cxn>
                <a:cxn ang="0">
                  <a:pos x="connsiteX20162" y="connsiteY20162"/>
                </a:cxn>
                <a:cxn ang="0">
                  <a:pos x="connsiteX20163" y="connsiteY20163"/>
                </a:cxn>
                <a:cxn ang="0">
                  <a:pos x="connsiteX20164" y="connsiteY20164"/>
                </a:cxn>
                <a:cxn ang="0">
                  <a:pos x="connsiteX20165" y="connsiteY20165"/>
                </a:cxn>
                <a:cxn ang="0">
                  <a:pos x="connsiteX20166" y="connsiteY20166"/>
                </a:cxn>
                <a:cxn ang="0">
                  <a:pos x="connsiteX20167" y="connsiteY20167"/>
                </a:cxn>
                <a:cxn ang="0">
                  <a:pos x="connsiteX20168" y="connsiteY20168"/>
                </a:cxn>
                <a:cxn ang="0">
                  <a:pos x="connsiteX20169" y="connsiteY20169"/>
                </a:cxn>
                <a:cxn ang="0">
                  <a:pos x="connsiteX20170" y="connsiteY20170"/>
                </a:cxn>
                <a:cxn ang="0">
                  <a:pos x="connsiteX20171" y="connsiteY20171"/>
                </a:cxn>
                <a:cxn ang="0">
                  <a:pos x="connsiteX20172" y="connsiteY20172"/>
                </a:cxn>
                <a:cxn ang="0">
                  <a:pos x="connsiteX20173" y="connsiteY20173"/>
                </a:cxn>
                <a:cxn ang="0">
                  <a:pos x="connsiteX20174" y="connsiteY20174"/>
                </a:cxn>
                <a:cxn ang="0">
                  <a:pos x="connsiteX20175" y="connsiteY20175"/>
                </a:cxn>
                <a:cxn ang="0">
                  <a:pos x="connsiteX20176" y="connsiteY20176"/>
                </a:cxn>
                <a:cxn ang="0">
                  <a:pos x="connsiteX20177" y="connsiteY20177"/>
                </a:cxn>
                <a:cxn ang="0">
                  <a:pos x="connsiteX20178" y="connsiteY20178"/>
                </a:cxn>
                <a:cxn ang="0">
                  <a:pos x="connsiteX20179" y="connsiteY20179"/>
                </a:cxn>
                <a:cxn ang="0">
                  <a:pos x="connsiteX20180" y="connsiteY20180"/>
                </a:cxn>
                <a:cxn ang="0">
                  <a:pos x="connsiteX20181" y="connsiteY20181"/>
                </a:cxn>
                <a:cxn ang="0">
                  <a:pos x="connsiteX20182" y="connsiteY20182"/>
                </a:cxn>
                <a:cxn ang="0">
                  <a:pos x="connsiteX20183" y="connsiteY20183"/>
                </a:cxn>
                <a:cxn ang="0">
                  <a:pos x="connsiteX20184" y="connsiteY20184"/>
                </a:cxn>
                <a:cxn ang="0">
                  <a:pos x="connsiteX20185" y="connsiteY20185"/>
                </a:cxn>
                <a:cxn ang="0">
                  <a:pos x="connsiteX20186" y="connsiteY20186"/>
                </a:cxn>
                <a:cxn ang="0">
                  <a:pos x="connsiteX20187" y="connsiteY20187"/>
                </a:cxn>
                <a:cxn ang="0">
                  <a:pos x="connsiteX20188" y="connsiteY20188"/>
                </a:cxn>
                <a:cxn ang="0">
                  <a:pos x="connsiteX20189" y="connsiteY20189"/>
                </a:cxn>
                <a:cxn ang="0">
                  <a:pos x="connsiteX20190" y="connsiteY20190"/>
                </a:cxn>
                <a:cxn ang="0">
                  <a:pos x="connsiteX20191" y="connsiteY20191"/>
                </a:cxn>
                <a:cxn ang="0">
                  <a:pos x="connsiteX20192" y="connsiteY20192"/>
                </a:cxn>
                <a:cxn ang="0">
                  <a:pos x="connsiteX20193" y="connsiteY20193"/>
                </a:cxn>
                <a:cxn ang="0">
                  <a:pos x="connsiteX20194" y="connsiteY20194"/>
                </a:cxn>
                <a:cxn ang="0">
                  <a:pos x="connsiteX20195" y="connsiteY20195"/>
                </a:cxn>
                <a:cxn ang="0">
                  <a:pos x="connsiteX20196" y="connsiteY20196"/>
                </a:cxn>
                <a:cxn ang="0">
                  <a:pos x="connsiteX20197" y="connsiteY20197"/>
                </a:cxn>
                <a:cxn ang="0">
                  <a:pos x="connsiteX20198" y="connsiteY20198"/>
                </a:cxn>
                <a:cxn ang="0">
                  <a:pos x="connsiteX20199" y="connsiteY20199"/>
                </a:cxn>
                <a:cxn ang="0">
                  <a:pos x="connsiteX20200" y="connsiteY20200"/>
                </a:cxn>
                <a:cxn ang="0">
                  <a:pos x="connsiteX20201" y="connsiteY20201"/>
                </a:cxn>
                <a:cxn ang="0">
                  <a:pos x="connsiteX20202" y="connsiteY20202"/>
                </a:cxn>
                <a:cxn ang="0">
                  <a:pos x="connsiteX20203" y="connsiteY20203"/>
                </a:cxn>
                <a:cxn ang="0">
                  <a:pos x="connsiteX20204" y="connsiteY20204"/>
                </a:cxn>
                <a:cxn ang="0">
                  <a:pos x="connsiteX20205" y="connsiteY20205"/>
                </a:cxn>
                <a:cxn ang="0">
                  <a:pos x="connsiteX20206" y="connsiteY20206"/>
                </a:cxn>
                <a:cxn ang="0">
                  <a:pos x="connsiteX20207" y="connsiteY20207"/>
                </a:cxn>
                <a:cxn ang="0">
                  <a:pos x="connsiteX20208" y="connsiteY20208"/>
                </a:cxn>
                <a:cxn ang="0">
                  <a:pos x="connsiteX20209" y="connsiteY20209"/>
                </a:cxn>
                <a:cxn ang="0">
                  <a:pos x="connsiteX20210" y="connsiteY20210"/>
                </a:cxn>
                <a:cxn ang="0">
                  <a:pos x="connsiteX20211" y="connsiteY20211"/>
                </a:cxn>
                <a:cxn ang="0">
                  <a:pos x="connsiteX20212" y="connsiteY20212"/>
                </a:cxn>
                <a:cxn ang="0">
                  <a:pos x="connsiteX20213" y="connsiteY20213"/>
                </a:cxn>
                <a:cxn ang="0">
                  <a:pos x="connsiteX20214" y="connsiteY20214"/>
                </a:cxn>
                <a:cxn ang="0">
                  <a:pos x="connsiteX20215" y="connsiteY20215"/>
                </a:cxn>
                <a:cxn ang="0">
                  <a:pos x="connsiteX20216" y="connsiteY20216"/>
                </a:cxn>
                <a:cxn ang="0">
                  <a:pos x="connsiteX20217" y="connsiteY20217"/>
                </a:cxn>
                <a:cxn ang="0">
                  <a:pos x="connsiteX20218" y="connsiteY20218"/>
                </a:cxn>
                <a:cxn ang="0">
                  <a:pos x="connsiteX20219" y="connsiteY20219"/>
                </a:cxn>
                <a:cxn ang="0">
                  <a:pos x="connsiteX20220" y="connsiteY20220"/>
                </a:cxn>
                <a:cxn ang="0">
                  <a:pos x="connsiteX20221" y="connsiteY20221"/>
                </a:cxn>
                <a:cxn ang="0">
                  <a:pos x="connsiteX20222" y="connsiteY20222"/>
                </a:cxn>
                <a:cxn ang="0">
                  <a:pos x="connsiteX20223" y="connsiteY20223"/>
                </a:cxn>
                <a:cxn ang="0">
                  <a:pos x="connsiteX20224" y="connsiteY20224"/>
                </a:cxn>
                <a:cxn ang="0">
                  <a:pos x="connsiteX20225" y="connsiteY20225"/>
                </a:cxn>
                <a:cxn ang="0">
                  <a:pos x="connsiteX20226" y="connsiteY20226"/>
                </a:cxn>
                <a:cxn ang="0">
                  <a:pos x="connsiteX20227" y="connsiteY20227"/>
                </a:cxn>
                <a:cxn ang="0">
                  <a:pos x="connsiteX20228" y="connsiteY20228"/>
                </a:cxn>
                <a:cxn ang="0">
                  <a:pos x="connsiteX20229" y="connsiteY20229"/>
                </a:cxn>
                <a:cxn ang="0">
                  <a:pos x="connsiteX20230" y="connsiteY20230"/>
                </a:cxn>
                <a:cxn ang="0">
                  <a:pos x="connsiteX20231" y="connsiteY20231"/>
                </a:cxn>
                <a:cxn ang="0">
                  <a:pos x="connsiteX20232" y="connsiteY20232"/>
                </a:cxn>
                <a:cxn ang="0">
                  <a:pos x="connsiteX20233" y="connsiteY20233"/>
                </a:cxn>
                <a:cxn ang="0">
                  <a:pos x="connsiteX20234" y="connsiteY20234"/>
                </a:cxn>
                <a:cxn ang="0">
                  <a:pos x="connsiteX20235" y="connsiteY20235"/>
                </a:cxn>
                <a:cxn ang="0">
                  <a:pos x="connsiteX20236" y="connsiteY20236"/>
                </a:cxn>
                <a:cxn ang="0">
                  <a:pos x="connsiteX20237" y="connsiteY20237"/>
                </a:cxn>
                <a:cxn ang="0">
                  <a:pos x="connsiteX20238" y="connsiteY20238"/>
                </a:cxn>
                <a:cxn ang="0">
                  <a:pos x="connsiteX20239" y="connsiteY20239"/>
                </a:cxn>
                <a:cxn ang="0">
                  <a:pos x="connsiteX20240" y="connsiteY20240"/>
                </a:cxn>
                <a:cxn ang="0">
                  <a:pos x="connsiteX20241" y="connsiteY20241"/>
                </a:cxn>
                <a:cxn ang="0">
                  <a:pos x="connsiteX20242" y="connsiteY20242"/>
                </a:cxn>
                <a:cxn ang="0">
                  <a:pos x="connsiteX20243" y="connsiteY20243"/>
                </a:cxn>
                <a:cxn ang="0">
                  <a:pos x="connsiteX20244" y="connsiteY20244"/>
                </a:cxn>
                <a:cxn ang="0">
                  <a:pos x="connsiteX20245" y="connsiteY20245"/>
                </a:cxn>
                <a:cxn ang="0">
                  <a:pos x="connsiteX20246" y="connsiteY20246"/>
                </a:cxn>
                <a:cxn ang="0">
                  <a:pos x="connsiteX20247" y="connsiteY20247"/>
                </a:cxn>
                <a:cxn ang="0">
                  <a:pos x="connsiteX20248" y="connsiteY20248"/>
                </a:cxn>
                <a:cxn ang="0">
                  <a:pos x="connsiteX20249" y="connsiteY20249"/>
                </a:cxn>
                <a:cxn ang="0">
                  <a:pos x="connsiteX20250" y="connsiteY20250"/>
                </a:cxn>
                <a:cxn ang="0">
                  <a:pos x="connsiteX20251" y="connsiteY20251"/>
                </a:cxn>
                <a:cxn ang="0">
                  <a:pos x="connsiteX20252" y="connsiteY20252"/>
                </a:cxn>
                <a:cxn ang="0">
                  <a:pos x="connsiteX20253" y="connsiteY20253"/>
                </a:cxn>
                <a:cxn ang="0">
                  <a:pos x="connsiteX20254" y="connsiteY20254"/>
                </a:cxn>
                <a:cxn ang="0">
                  <a:pos x="connsiteX20255" y="connsiteY20255"/>
                </a:cxn>
                <a:cxn ang="0">
                  <a:pos x="connsiteX20256" y="connsiteY20256"/>
                </a:cxn>
                <a:cxn ang="0">
                  <a:pos x="connsiteX20257" y="connsiteY20257"/>
                </a:cxn>
                <a:cxn ang="0">
                  <a:pos x="connsiteX20258" y="connsiteY20258"/>
                </a:cxn>
                <a:cxn ang="0">
                  <a:pos x="connsiteX20259" y="connsiteY20259"/>
                </a:cxn>
                <a:cxn ang="0">
                  <a:pos x="connsiteX20260" y="connsiteY20260"/>
                </a:cxn>
                <a:cxn ang="0">
                  <a:pos x="connsiteX20261" y="connsiteY20261"/>
                </a:cxn>
                <a:cxn ang="0">
                  <a:pos x="connsiteX20262" y="connsiteY20262"/>
                </a:cxn>
                <a:cxn ang="0">
                  <a:pos x="connsiteX20263" y="connsiteY20263"/>
                </a:cxn>
                <a:cxn ang="0">
                  <a:pos x="connsiteX20264" y="connsiteY20264"/>
                </a:cxn>
                <a:cxn ang="0">
                  <a:pos x="connsiteX20265" y="connsiteY20265"/>
                </a:cxn>
                <a:cxn ang="0">
                  <a:pos x="connsiteX20266" y="connsiteY20266"/>
                </a:cxn>
                <a:cxn ang="0">
                  <a:pos x="connsiteX20267" y="connsiteY20267"/>
                </a:cxn>
                <a:cxn ang="0">
                  <a:pos x="connsiteX20268" y="connsiteY20268"/>
                </a:cxn>
                <a:cxn ang="0">
                  <a:pos x="connsiteX20269" y="connsiteY20269"/>
                </a:cxn>
                <a:cxn ang="0">
                  <a:pos x="connsiteX20270" y="connsiteY20270"/>
                </a:cxn>
                <a:cxn ang="0">
                  <a:pos x="connsiteX20271" y="connsiteY20271"/>
                </a:cxn>
                <a:cxn ang="0">
                  <a:pos x="connsiteX20272" y="connsiteY20272"/>
                </a:cxn>
                <a:cxn ang="0">
                  <a:pos x="connsiteX20273" y="connsiteY20273"/>
                </a:cxn>
                <a:cxn ang="0">
                  <a:pos x="connsiteX20274" y="connsiteY20274"/>
                </a:cxn>
                <a:cxn ang="0">
                  <a:pos x="connsiteX20275" y="connsiteY20275"/>
                </a:cxn>
                <a:cxn ang="0">
                  <a:pos x="connsiteX20276" y="connsiteY20276"/>
                </a:cxn>
                <a:cxn ang="0">
                  <a:pos x="connsiteX20277" y="connsiteY20277"/>
                </a:cxn>
                <a:cxn ang="0">
                  <a:pos x="connsiteX20278" y="connsiteY20278"/>
                </a:cxn>
                <a:cxn ang="0">
                  <a:pos x="connsiteX20279" y="connsiteY20279"/>
                </a:cxn>
                <a:cxn ang="0">
                  <a:pos x="connsiteX20280" y="connsiteY20280"/>
                </a:cxn>
                <a:cxn ang="0">
                  <a:pos x="connsiteX20281" y="connsiteY20281"/>
                </a:cxn>
                <a:cxn ang="0">
                  <a:pos x="connsiteX20282" y="connsiteY20282"/>
                </a:cxn>
                <a:cxn ang="0">
                  <a:pos x="connsiteX20283" y="connsiteY20283"/>
                </a:cxn>
                <a:cxn ang="0">
                  <a:pos x="connsiteX20284" y="connsiteY20284"/>
                </a:cxn>
                <a:cxn ang="0">
                  <a:pos x="connsiteX20285" y="connsiteY20285"/>
                </a:cxn>
                <a:cxn ang="0">
                  <a:pos x="connsiteX20286" y="connsiteY20286"/>
                </a:cxn>
                <a:cxn ang="0">
                  <a:pos x="connsiteX20287" y="connsiteY20287"/>
                </a:cxn>
                <a:cxn ang="0">
                  <a:pos x="connsiteX20288" y="connsiteY20288"/>
                </a:cxn>
                <a:cxn ang="0">
                  <a:pos x="connsiteX20289" y="connsiteY20289"/>
                </a:cxn>
                <a:cxn ang="0">
                  <a:pos x="connsiteX20290" y="connsiteY20290"/>
                </a:cxn>
                <a:cxn ang="0">
                  <a:pos x="connsiteX20291" y="connsiteY20291"/>
                </a:cxn>
                <a:cxn ang="0">
                  <a:pos x="connsiteX20292" y="connsiteY20292"/>
                </a:cxn>
                <a:cxn ang="0">
                  <a:pos x="connsiteX20293" y="connsiteY20293"/>
                </a:cxn>
                <a:cxn ang="0">
                  <a:pos x="connsiteX20294" y="connsiteY20294"/>
                </a:cxn>
                <a:cxn ang="0">
                  <a:pos x="connsiteX20295" y="connsiteY20295"/>
                </a:cxn>
                <a:cxn ang="0">
                  <a:pos x="connsiteX20296" y="connsiteY20296"/>
                </a:cxn>
                <a:cxn ang="0">
                  <a:pos x="connsiteX20297" y="connsiteY20297"/>
                </a:cxn>
                <a:cxn ang="0">
                  <a:pos x="connsiteX20298" y="connsiteY20298"/>
                </a:cxn>
                <a:cxn ang="0">
                  <a:pos x="connsiteX20299" y="connsiteY20299"/>
                </a:cxn>
                <a:cxn ang="0">
                  <a:pos x="connsiteX20300" y="connsiteY20300"/>
                </a:cxn>
                <a:cxn ang="0">
                  <a:pos x="connsiteX20301" y="connsiteY20301"/>
                </a:cxn>
                <a:cxn ang="0">
                  <a:pos x="connsiteX20302" y="connsiteY20302"/>
                </a:cxn>
                <a:cxn ang="0">
                  <a:pos x="connsiteX20303" y="connsiteY20303"/>
                </a:cxn>
                <a:cxn ang="0">
                  <a:pos x="connsiteX20304" y="connsiteY20304"/>
                </a:cxn>
                <a:cxn ang="0">
                  <a:pos x="connsiteX20305" y="connsiteY20305"/>
                </a:cxn>
                <a:cxn ang="0">
                  <a:pos x="connsiteX20306" y="connsiteY20306"/>
                </a:cxn>
                <a:cxn ang="0">
                  <a:pos x="connsiteX20307" y="connsiteY20307"/>
                </a:cxn>
                <a:cxn ang="0">
                  <a:pos x="connsiteX20308" y="connsiteY20308"/>
                </a:cxn>
                <a:cxn ang="0">
                  <a:pos x="connsiteX20309" y="connsiteY20309"/>
                </a:cxn>
                <a:cxn ang="0">
                  <a:pos x="connsiteX20310" y="connsiteY20310"/>
                </a:cxn>
                <a:cxn ang="0">
                  <a:pos x="connsiteX20311" y="connsiteY20311"/>
                </a:cxn>
                <a:cxn ang="0">
                  <a:pos x="connsiteX20312" y="connsiteY20312"/>
                </a:cxn>
                <a:cxn ang="0">
                  <a:pos x="connsiteX20313" y="connsiteY20313"/>
                </a:cxn>
                <a:cxn ang="0">
                  <a:pos x="connsiteX20314" y="connsiteY20314"/>
                </a:cxn>
                <a:cxn ang="0">
                  <a:pos x="connsiteX20315" y="connsiteY20315"/>
                </a:cxn>
                <a:cxn ang="0">
                  <a:pos x="connsiteX20316" y="connsiteY20316"/>
                </a:cxn>
                <a:cxn ang="0">
                  <a:pos x="connsiteX20317" y="connsiteY20317"/>
                </a:cxn>
                <a:cxn ang="0">
                  <a:pos x="connsiteX20318" y="connsiteY20318"/>
                </a:cxn>
                <a:cxn ang="0">
                  <a:pos x="connsiteX20319" y="connsiteY20319"/>
                </a:cxn>
                <a:cxn ang="0">
                  <a:pos x="connsiteX20320" y="connsiteY20320"/>
                </a:cxn>
                <a:cxn ang="0">
                  <a:pos x="connsiteX20321" y="connsiteY20321"/>
                </a:cxn>
                <a:cxn ang="0">
                  <a:pos x="connsiteX20322" y="connsiteY20322"/>
                </a:cxn>
                <a:cxn ang="0">
                  <a:pos x="connsiteX20323" y="connsiteY20323"/>
                </a:cxn>
                <a:cxn ang="0">
                  <a:pos x="connsiteX20324" y="connsiteY20324"/>
                </a:cxn>
                <a:cxn ang="0">
                  <a:pos x="connsiteX20325" y="connsiteY20325"/>
                </a:cxn>
                <a:cxn ang="0">
                  <a:pos x="connsiteX20326" y="connsiteY20326"/>
                </a:cxn>
                <a:cxn ang="0">
                  <a:pos x="connsiteX20327" y="connsiteY20327"/>
                </a:cxn>
                <a:cxn ang="0">
                  <a:pos x="connsiteX20328" y="connsiteY20328"/>
                </a:cxn>
                <a:cxn ang="0">
                  <a:pos x="connsiteX20329" y="connsiteY20329"/>
                </a:cxn>
                <a:cxn ang="0">
                  <a:pos x="connsiteX20330" y="connsiteY20330"/>
                </a:cxn>
                <a:cxn ang="0">
                  <a:pos x="connsiteX20331" y="connsiteY20331"/>
                </a:cxn>
                <a:cxn ang="0">
                  <a:pos x="connsiteX20332" y="connsiteY20332"/>
                </a:cxn>
                <a:cxn ang="0">
                  <a:pos x="connsiteX20333" y="connsiteY20333"/>
                </a:cxn>
                <a:cxn ang="0">
                  <a:pos x="connsiteX20334" y="connsiteY20334"/>
                </a:cxn>
                <a:cxn ang="0">
                  <a:pos x="connsiteX20335" y="connsiteY20335"/>
                </a:cxn>
                <a:cxn ang="0">
                  <a:pos x="connsiteX20336" y="connsiteY20336"/>
                </a:cxn>
                <a:cxn ang="0">
                  <a:pos x="connsiteX20337" y="connsiteY20337"/>
                </a:cxn>
                <a:cxn ang="0">
                  <a:pos x="connsiteX20338" y="connsiteY20338"/>
                </a:cxn>
                <a:cxn ang="0">
                  <a:pos x="connsiteX20339" y="connsiteY20339"/>
                </a:cxn>
                <a:cxn ang="0">
                  <a:pos x="connsiteX20340" y="connsiteY20340"/>
                </a:cxn>
                <a:cxn ang="0">
                  <a:pos x="connsiteX20341" y="connsiteY20341"/>
                </a:cxn>
                <a:cxn ang="0">
                  <a:pos x="connsiteX20342" y="connsiteY20342"/>
                </a:cxn>
                <a:cxn ang="0">
                  <a:pos x="connsiteX20343" y="connsiteY20343"/>
                </a:cxn>
                <a:cxn ang="0">
                  <a:pos x="connsiteX20344" y="connsiteY20344"/>
                </a:cxn>
                <a:cxn ang="0">
                  <a:pos x="connsiteX20345" y="connsiteY20345"/>
                </a:cxn>
                <a:cxn ang="0">
                  <a:pos x="connsiteX20346" y="connsiteY20346"/>
                </a:cxn>
                <a:cxn ang="0">
                  <a:pos x="connsiteX20347" y="connsiteY20347"/>
                </a:cxn>
                <a:cxn ang="0">
                  <a:pos x="connsiteX20348" y="connsiteY20348"/>
                </a:cxn>
                <a:cxn ang="0">
                  <a:pos x="connsiteX20349" y="connsiteY20349"/>
                </a:cxn>
                <a:cxn ang="0">
                  <a:pos x="connsiteX20350" y="connsiteY20350"/>
                </a:cxn>
                <a:cxn ang="0">
                  <a:pos x="connsiteX20351" y="connsiteY20351"/>
                </a:cxn>
                <a:cxn ang="0">
                  <a:pos x="connsiteX20352" y="connsiteY20352"/>
                </a:cxn>
                <a:cxn ang="0">
                  <a:pos x="connsiteX20353" y="connsiteY20353"/>
                </a:cxn>
                <a:cxn ang="0">
                  <a:pos x="connsiteX20354" y="connsiteY20354"/>
                </a:cxn>
                <a:cxn ang="0">
                  <a:pos x="connsiteX20355" y="connsiteY20355"/>
                </a:cxn>
                <a:cxn ang="0">
                  <a:pos x="connsiteX20356" y="connsiteY20356"/>
                </a:cxn>
                <a:cxn ang="0">
                  <a:pos x="connsiteX20357" y="connsiteY20357"/>
                </a:cxn>
                <a:cxn ang="0">
                  <a:pos x="connsiteX20358" y="connsiteY20358"/>
                </a:cxn>
                <a:cxn ang="0">
                  <a:pos x="connsiteX20359" y="connsiteY20359"/>
                </a:cxn>
                <a:cxn ang="0">
                  <a:pos x="connsiteX20360" y="connsiteY20360"/>
                </a:cxn>
                <a:cxn ang="0">
                  <a:pos x="connsiteX20361" y="connsiteY20361"/>
                </a:cxn>
                <a:cxn ang="0">
                  <a:pos x="connsiteX20362" y="connsiteY20362"/>
                </a:cxn>
                <a:cxn ang="0">
                  <a:pos x="connsiteX20363" y="connsiteY20363"/>
                </a:cxn>
                <a:cxn ang="0">
                  <a:pos x="connsiteX20364" y="connsiteY20364"/>
                </a:cxn>
                <a:cxn ang="0">
                  <a:pos x="connsiteX20365" y="connsiteY20365"/>
                </a:cxn>
                <a:cxn ang="0">
                  <a:pos x="connsiteX20366" y="connsiteY20366"/>
                </a:cxn>
                <a:cxn ang="0">
                  <a:pos x="connsiteX20367" y="connsiteY20367"/>
                </a:cxn>
                <a:cxn ang="0">
                  <a:pos x="connsiteX20368" y="connsiteY20368"/>
                </a:cxn>
                <a:cxn ang="0">
                  <a:pos x="connsiteX20369" y="connsiteY20369"/>
                </a:cxn>
                <a:cxn ang="0">
                  <a:pos x="connsiteX20370" y="connsiteY20370"/>
                </a:cxn>
                <a:cxn ang="0">
                  <a:pos x="connsiteX20371" y="connsiteY20371"/>
                </a:cxn>
                <a:cxn ang="0">
                  <a:pos x="connsiteX20372" y="connsiteY20372"/>
                </a:cxn>
                <a:cxn ang="0">
                  <a:pos x="connsiteX20373" y="connsiteY20373"/>
                </a:cxn>
                <a:cxn ang="0">
                  <a:pos x="connsiteX20374" y="connsiteY20374"/>
                </a:cxn>
                <a:cxn ang="0">
                  <a:pos x="connsiteX20375" y="connsiteY20375"/>
                </a:cxn>
                <a:cxn ang="0">
                  <a:pos x="connsiteX20376" y="connsiteY20376"/>
                </a:cxn>
                <a:cxn ang="0">
                  <a:pos x="connsiteX20377" y="connsiteY20377"/>
                </a:cxn>
                <a:cxn ang="0">
                  <a:pos x="connsiteX20378" y="connsiteY20378"/>
                </a:cxn>
                <a:cxn ang="0">
                  <a:pos x="connsiteX20379" y="connsiteY20379"/>
                </a:cxn>
                <a:cxn ang="0">
                  <a:pos x="connsiteX20380" y="connsiteY20380"/>
                </a:cxn>
                <a:cxn ang="0">
                  <a:pos x="connsiteX20381" y="connsiteY20381"/>
                </a:cxn>
                <a:cxn ang="0">
                  <a:pos x="connsiteX20382" y="connsiteY20382"/>
                </a:cxn>
                <a:cxn ang="0">
                  <a:pos x="connsiteX20383" y="connsiteY20383"/>
                </a:cxn>
                <a:cxn ang="0">
                  <a:pos x="connsiteX20384" y="connsiteY20384"/>
                </a:cxn>
                <a:cxn ang="0">
                  <a:pos x="connsiteX20385" y="connsiteY20385"/>
                </a:cxn>
                <a:cxn ang="0">
                  <a:pos x="connsiteX20386" y="connsiteY20386"/>
                </a:cxn>
                <a:cxn ang="0">
                  <a:pos x="connsiteX20387" y="connsiteY20387"/>
                </a:cxn>
                <a:cxn ang="0">
                  <a:pos x="connsiteX20388" y="connsiteY20388"/>
                </a:cxn>
                <a:cxn ang="0">
                  <a:pos x="connsiteX20389" y="connsiteY20389"/>
                </a:cxn>
                <a:cxn ang="0">
                  <a:pos x="connsiteX20390" y="connsiteY20390"/>
                </a:cxn>
                <a:cxn ang="0">
                  <a:pos x="connsiteX20391" y="connsiteY20391"/>
                </a:cxn>
                <a:cxn ang="0">
                  <a:pos x="connsiteX20392" y="connsiteY20392"/>
                </a:cxn>
                <a:cxn ang="0">
                  <a:pos x="connsiteX20393" y="connsiteY20393"/>
                </a:cxn>
                <a:cxn ang="0">
                  <a:pos x="connsiteX20394" y="connsiteY20394"/>
                </a:cxn>
                <a:cxn ang="0">
                  <a:pos x="connsiteX20395" y="connsiteY20395"/>
                </a:cxn>
                <a:cxn ang="0">
                  <a:pos x="connsiteX20396" y="connsiteY20396"/>
                </a:cxn>
                <a:cxn ang="0">
                  <a:pos x="connsiteX20397" y="connsiteY20397"/>
                </a:cxn>
                <a:cxn ang="0">
                  <a:pos x="connsiteX20398" y="connsiteY20398"/>
                </a:cxn>
                <a:cxn ang="0">
                  <a:pos x="connsiteX20399" y="connsiteY20399"/>
                </a:cxn>
                <a:cxn ang="0">
                  <a:pos x="connsiteX20400" y="connsiteY20400"/>
                </a:cxn>
                <a:cxn ang="0">
                  <a:pos x="connsiteX20401" y="connsiteY20401"/>
                </a:cxn>
                <a:cxn ang="0">
                  <a:pos x="connsiteX20402" y="connsiteY20402"/>
                </a:cxn>
                <a:cxn ang="0">
                  <a:pos x="connsiteX20403" y="connsiteY20403"/>
                </a:cxn>
                <a:cxn ang="0">
                  <a:pos x="connsiteX20404" y="connsiteY20404"/>
                </a:cxn>
                <a:cxn ang="0">
                  <a:pos x="connsiteX20405" y="connsiteY20405"/>
                </a:cxn>
                <a:cxn ang="0">
                  <a:pos x="connsiteX20406" y="connsiteY20406"/>
                </a:cxn>
                <a:cxn ang="0">
                  <a:pos x="connsiteX20407" y="connsiteY20407"/>
                </a:cxn>
                <a:cxn ang="0">
                  <a:pos x="connsiteX20408" y="connsiteY20408"/>
                </a:cxn>
                <a:cxn ang="0">
                  <a:pos x="connsiteX20409" y="connsiteY20409"/>
                </a:cxn>
                <a:cxn ang="0">
                  <a:pos x="connsiteX20410" y="connsiteY20410"/>
                </a:cxn>
                <a:cxn ang="0">
                  <a:pos x="connsiteX20411" y="connsiteY20411"/>
                </a:cxn>
                <a:cxn ang="0">
                  <a:pos x="connsiteX20412" y="connsiteY20412"/>
                </a:cxn>
                <a:cxn ang="0">
                  <a:pos x="connsiteX20413" y="connsiteY20413"/>
                </a:cxn>
                <a:cxn ang="0">
                  <a:pos x="connsiteX20414" y="connsiteY20414"/>
                </a:cxn>
                <a:cxn ang="0">
                  <a:pos x="connsiteX20415" y="connsiteY20415"/>
                </a:cxn>
                <a:cxn ang="0">
                  <a:pos x="connsiteX20416" y="connsiteY20416"/>
                </a:cxn>
                <a:cxn ang="0">
                  <a:pos x="connsiteX20417" y="connsiteY20417"/>
                </a:cxn>
                <a:cxn ang="0">
                  <a:pos x="connsiteX20418" y="connsiteY20418"/>
                </a:cxn>
                <a:cxn ang="0">
                  <a:pos x="connsiteX20419" y="connsiteY20419"/>
                </a:cxn>
                <a:cxn ang="0">
                  <a:pos x="connsiteX20420" y="connsiteY20420"/>
                </a:cxn>
                <a:cxn ang="0">
                  <a:pos x="connsiteX20421" y="connsiteY20421"/>
                </a:cxn>
                <a:cxn ang="0">
                  <a:pos x="connsiteX20422" y="connsiteY20422"/>
                </a:cxn>
                <a:cxn ang="0">
                  <a:pos x="connsiteX20423" y="connsiteY20423"/>
                </a:cxn>
                <a:cxn ang="0">
                  <a:pos x="connsiteX20424" y="connsiteY20424"/>
                </a:cxn>
                <a:cxn ang="0">
                  <a:pos x="connsiteX20425" y="connsiteY20425"/>
                </a:cxn>
                <a:cxn ang="0">
                  <a:pos x="connsiteX20426" y="connsiteY20426"/>
                </a:cxn>
                <a:cxn ang="0">
                  <a:pos x="connsiteX20427" y="connsiteY20427"/>
                </a:cxn>
                <a:cxn ang="0">
                  <a:pos x="connsiteX20428" y="connsiteY20428"/>
                </a:cxn>
                <a:cxn ang="0">
                  <a:pos x="connsiteX20429" y="connsiteY20429"/>
                </a:cxn>
                <a:cxn ang="0">
                  <a:pos x="connsiteX20430" y="connsiteY20430"/>
                </a:cxn>
                <a:cxn ang="0">
                  <a:pos x="connsiteX20431" y="connsiteY20431"/>
                </a:cxn>
                <a:cxn ang="0">
                  <a:pos x="connsiteX20432" y="connsiteY20432"/>
                </a:cxn>
                <a:cxn ang="0">
                  <a:pos x="connsiteX20433" y="connsiteY20433"/>
                </a:cxn>
                <a:cxn ang="0">
                  <a:pos x="connsiteX20434" y="connsiteY20434"/>
                </a:cxn>
                <a:cxn ang="0">
                  <a:pos x="connsiteX20435" y="connsiteY20435"/>
                </a:cxn>
                <a:cxn ang="0">
                  <a:pos x="connsiteX20436" y="connsiteY20436"/>
                </a:cxn>
                <a:cxn ang="0">
                  <a:pos x="connsiteX20437" y="connsiteY20437"/>
                </a:cxn>
                <a:cxn ang="0">
                  <a:pos x="connsiteX20438" y="connsiteY20438"/>
                </a:cxn>
                <a:cxn ang="0">
                  <a:pos x="connsiteX20439" y="connsiteY20439"/>
                </a:cxn>
                <a:cxn ang="0">
                  <a:pos x="connsiteX20440" y="connsiteY20440"/>
                </a:cxn>
                <a:cxn ang="0">
                  <a:pos x="connsiteX20441" y="connsiteY20441"/>
                </a:cxn>
                <a:cxn ang="0">
                  <a:pos x="connsiteX20442" y="connsiteY20442"/>
                </a:cxn>
                <a:cxn ang="0">
                  <a:pos x="connsiteX20443" y="connsiteY20443"/>
                </a:cxn>
                <a:cxn ang="0">
                  <a:pos x="connsiteX20444" y="connsiteY20444"/>
                </a:cxn>
                <a:cxn ang="0">
                  <a:pos x="connsiteX20445" y="connsiteY20445"/>
                </a:cxn>
                <a:cxn ang="0">
                  <a:pos x="connsiteX20446" y="connsiteY20446"/>
                </a:cxn>
                <a:cxn ang="0">
                  <a:pos x="connsiteX20447" y="connsiteY20447"/>
                </a:cxn>
                <a:cxn ang="0">
                  <a:pos x="connsiteX20448" y="connsiteY20448"/>
                </a:cxn>
                <a:cxn ang="0">
                  <a:pos x="connsiteX20449" y="connsiteY20449"/>
                </a:cxn>
                <a:cxn ang="0">
                  <a:pos x="connsiteX20450" y="connsiteY20450"/>
                </a:cxn>
                <a:cxn ang="0">
                  <a:pos x="connsiteX20451" y="connsiteY20451"/>
                </a:cxn>
                <a:cxn ang="0">
                  <a:pos x="connsiteX20452" y="connsiteY20452"/>
                </a:cxn>
                <a:cxn ang="0">
                  <a:pos x="connsiteX20453" y="connsiteY20453"/>
                </a:cxn>
                <a:cxn ang="0">
                  <a:pos x="connsiteX20454" y="connsiteY20454"/>
                </a:cxn>
                <a:cxn ang="0">
                  <a:pos x="connsiteX20455" y="connsiteY20455"/>
                </a:cxn>
                <a:cxn ang="0">
                  <a:pos x="connsiteX20456" y="connsiteY20456"/>
                </a:cxn>
                <a:cxn ang="0">
                  <a:pos x="connsiteX20457" y="connsiteY20457"/>
                </a:cxn>
                <a:cxn ang="0">
                  <a:pos x="connsiteX20458" y="connsiteY20458"/>
                </a:cxn>
                <a:cxn ang="0">
                  <a:pos x="connsiteX20459" y="connsiteY20459"/>
                </a:cxn>
                <a:cxn ang="0">
                  <a:pos x="connsiteX20460" y="connsiteY20460"/>
                </a:cxn>
                <a:cxn ang="0">
                  <a:pos x="connsiteX20461" y="connsiteY20461"/>
                </a:cxn>
                <a:cxn ang="0">
                  <a:pos x="connsiteX20462" y="connsiteY20462"/>
                </a:cxn>
                <a:cxn ang="0">
                  <a:pos x="connsiteX20463" y="connsiteY20463"/>
                </a:cxn>
                <a:cxn ang="0">
                  <a:pos x="connsiteX20464" y="connsiteY20464"/>
                </a:cxn>
                <a:cxn ang="0">
                  <a:pos x="connsiteX20465" y="connsiteY20465"/>
                </a:cxn>
                <a:cxn ang="0">
                  <a:pos x="connsiteX20466" y="connsiteY20466"/>
                </a:cxn>
                <a:cxn ang="0">
                  <a:pos x="connsiteX20467" y="connsiteY20467"/>
                </a:cxn>
                <a:cxn ang="0">
                  <a:pos x="connsiteX20468" y="connsiteY20468"/>
                </a:cxn>
                <a:cxn ang="0">
                  <a:pos x="connsiteX20469" y="connsiteY20469"/>
                </a:cxn>
                <a:cxn ang="0">
                  <a:pos x="connsiteX20470" y="connsiteY20470"/>
                </a:cxn>
                <a:cxn ang="0">
                  <a:pos x="connsiteX20471" y="connsiteY20471"/>
                </a:cxn>
                <a:cxn ang="0">
                  <a:pos x="connsiteX20472" y="connsiteY20472"/>
                </a:cxn>
                <a:cxn ang="0">
                  <a:pos x="connsiteX20473" y="connsiteY20473"/>
                </a:cxn>
                <a:cxn ang="0">
                  <a:pos x="connsiteX20474" y="connsiteY20474"/>
                </a:cxn>
                <a:cxn ang="0">
                  <a:pos x="connsiteX20475" y="connsiteY20475"/>
                </a:cxn>
                <a:cxn ang="0">
                  <a:pos x="connsiteX20476" y="connsiteY20476"/>
                </a:cxn>
                <a:cxn ang="0">
                  <a:pos x="connsiteX20477" y="connsiteY20477"/>
                </a:cxn>
                <a:cxn ang="0">
                  <a:pos x="connsiteX20478" y="connsiteY20478"/>
                </a:cxn>
                <a:cxn ang="0">
                  <a:pos x="connsiteX20479" y="connsiteY20479"/>
                </a:cxn>
                <a:cxn ang="0">
                  <a:pos x="connsiteX20480" y="connsiteY20480"/>
                </a:cxn>
                <a:cxn ang="0">
                  <a:pos x="connsiteX20481" y="connsiteY20481"/>
                </a:cxn>
                <a:cxn ang="0">
                  <a:pos x="connsiteX20482" y="connsiteY20482"/>
                </a:cxn>
                <a:cxn ang="0">
                  <a:pos x="connsiteX20483" y="connsiteY20483"/>
                </a:cxn>
                <a:cxn ang="0">
                  <a:pos x="connsiteX20484" y="connsiteY20484"/>
                </a:cxn>
                <a:cxn ang="0">
                  <a:pos x="connsiteX20485" y="connsiteY20485"/>
                </a:cxn>
                <a:cxn ang="0">
                  <a:pos x="connsiteX20486" y="connsiteY20486"/>
                </a:cxn>
                <a:cxn ang="0">
                  <a:pos x="connsiteX20487" y="connsiteY20487"/>
                </a:cxn>
                <a:cxn ang="0">
                  <a:pos x="connsiteX20488" y="connsiteY20488"/>
                </a:cxn>
                <a:cxn ang="0">
                  <a:pos x="connsiteX20489" y="connsiteY20489"/>
                </a:cxn>
                <a:cxn ang="0">
                  <a:pos x="connsiteX20490" y="connsiteY20490"/>
                </a:cxn>
                <a:cxn ang="0">
                  <a:pos x="connsiteX20491" y="connsiteY20491"/>
                </a:cxn>
                <a:cxn ang="0">
                  <a:pos x="connsiteX20492" y="connsiteY20492"/>
                </a:cxn>
                <a:cxn ang="0">
                  <a:pos x="connsiteX20493" y="connsiteY20493"/>
                </a:cxn>
                <a:cxn ang="0">
                  <a:pos x="connsiteX20494" y="connsiteY20494"/>
                </a:cxn>
                <a:cxn ang="0">
                  <a:pos x="connsiteX20495" y="connsiteY20495"/>
                </a:cxn>
                <a:cxn ang="0">
                  <a:pos x="connsiteX20496" y="connsiteY20496"/>
                </a:cxn>
                <a:cxn ang="0">
                  <a:pos x="connsiteX20497" y="connsiteY20497"/>
                </a:cxn>
                <a:cxn ang="0">
                  <a:pos x="connsiteX20498" y="connsiteY20498"/>
                </a:cxn>
                <a:cxn ang="0">
                  <a:pos x="connsiteX20499" y="connsiteY20499"/>
                </a:cxn>
                <a:cxn ang="0">
                  <a:pos x="connsiteX20500" y="connsiteY20500"/>
                </a:cxn>
                <a:cxn ang="0">
                  <a:pos x="connsiteX20501" y="connsiteY20501"/>
                </a:cxn>
                <a:cxn ang="0">
                  <a:pos x="connsiteX20502" y="connsiteY20502"/>
                </a:cxn>
                <a:cxn ang="0">
                  <a:pos x="connsiteX20503" y="connsiteY20503"/>
                </a:cxn>
                <a:cxn ang="0">
                  <a:pos x="connsiteX20504" y="connsiteY20504"/>
                </a:cxn>
                <a:cxn ang="0">
                  <a:pos x="connsiteX20505" y="connsiteY20505"/>
                </a:cxn>
                <a:cxn ang="0">
                  <a:pos x="connsiteX20506" y="connsiteY20506"/>
                </a:cxn>
                <a:cxn ang="0">
                  <a:pos x="connsiteX20507" y="connsiteY20507"/>
                </a:cxn>
                <a:cxn ang="0">
                  <a:pos x="connsiteX20508" y="connsiteY20508"/>
                </a:cxn>
                <a:cxn ang="0">
                  <a:pos x="connsiteX20509" y="connsiteY20509"/>
                </a:cxn>
                <a:cxn ang="0">
                  <a:pos x="connsiteX20510" y="connsiteY20510"/>
                </a:cxn>
                <a:cxn ang="0">
                  <a:pos x="connsiteX20511" y="connsiteY20511"/>
                </a:cxn>
                <a:cxn ang="0">
                  <a:pos x="connsiteX20512" y="connsiteY20512"/>
                </a:cxn>
                <a:cxn ang="0">
                  <a:pos x="connsiteX20513" y="connsiteY20513"/>
                </a:cxn>
                <a:cxn ang="0">
                  <a:pos x="connsiteX20514" y="connsiteY20514"/>
                </a:cxn>
                <a:cxn ang="0">
                  <a:pos x="connsiteX20515" y="connsiteY20515"/>
                </a:cxn>
                <a:cxn ang="0">
                  <a:pos x="connsiteX20516" y="connsiteY20516"/>
                </a:cxn>
                <a:cxn ang="0">
                  <a:pos x="connsiteX20517" y="connsiteY20517"/>
                </a:cxn>
                <a:cxn ang="0">
                  <a:pos x="connsiteX20518" y="connsiteY20518"/>
                </a:cxn>
                <a:cxn ang="0">
                  <a:pos x="connsiteX20519" y="connsiteY20519"/>
                </a:cxn>
                <a:cxn ang="0">
                  <a:pos x="connsiteX20520" y="connsiteY20520"/>
                </a:cxn>
                <a:cxn ang="0">
                  <a:pos x="connsiteX20521" y="connsiteY20521"/>
                </a:cxn>
                <a:cxn ang="0">
                  <a:pos x="connsiteX20522" y="connsiteY20522"/>
                </a:cxn>
                <a:cxn ang="0">
                  <a:pos x="connsiteX20523" y="connsiteY20523"/>
                </a:cxn>
                <a:cxn ang="0">
                  <a:pos x="connsiteX20524" y="connsiteY20524"/>
                </a:cxn>
                <a:cxn ang="0">
                  <a:pos x="connsiteX20525" y="connsiteY20525"/>
                </a:cxn>
                <a:cxn ang="0">
                  <a:pos x="connsiteX20526" y="connsiteY20526"/>
                </a:cxn>
                <a:cxn ang="0">
                  <a:pos x="connsiteX20527" y="connsiteY20527"/>
                </a:cxn>
                <a:cxn ang="0">
                  <a:pos x="connsiteX20528" y="connsiteY20528"/>
                </a:cxn>
                <a:cxn ang="0">
                  <a:pos x="connsiteX20529" y="connsiteY20529"/>
                </a:cxn>
                <a:cxn ang="0">
                  <a:pos x="connsiteX20530" y="connsiteY20530"/>
                </a:cxn>
                <a:cxn ang="0">
                  <a:pos x="connsiteX20531" y="connsiteY20531"/>
                </a:cxn>
                <a:cxn ang="0">
                  <a:pos x="connsiteX20532" y="connsiteY20532"/>
                </a:cxn>
                <a:cxn ang="0">
                  <a:pos x="connsiteX20533" y="connsiteY20533"/>
                </a:cxn>
                <a:cxn ang="0">
                  <a:pos x="connsiteX20534" y="connsiteY20534"/>
                </a:cxn>
                <a:cxn ang="0">
                  <a:pos x="connsiteX20535" y="connsiteY20535"/>
                </a:cxn>
                <a:cxn ang="0">
                  <a:pos x="connsiteX20536" y="connsiteY20536"/>
                </a:cxn>
                <a:cxn ang="0">
                  <a:pos x="connsiteX20537" y="connsiteY20537"/>
                </a:cxn>
                <a:cxn ang="0">
                  <a:pos x="connsiteX20538" y="connsiteY20538"/>
                </a:cxn>
                <a:cxn ang="0">
                  <a:pos x="connsiteX20539" y="connsiteY20539"/>
                </a:cxn>
                <a:cxn ang="0">
                  <a:pos x="connsiteX20540" y="connsiteY20540"/>
                </a:cxn>
                <a:cxn ang="0">
                  <a:pos x="connsiteX20541" y="connsiteY20541"/>
                </a:cxn>
                <a:cxn ang="0">
                  <a:pos x="connsiteX20542" y="connsiteY20542"/>
                </a:cxn>
                <a:cxn ang="0">
                  <a:pos x="connsiteX20543" y="connsiteY20543"/>
                </a:cxn>
                <a:cxn ang="0">
                  <a:pos x="connsiteX20544" y="connsiteY20544"/>
                </a:cxn>
                <a:cxn ang="0">
                  <a:pos x="connsiteX20545" y="connsiteY20545"/>
                </a:cxn>
                <a:cxn ang="0">
                  <a:pos x="connsiteX20546" y="connsiteY20546"/>
                </a:cxn>
                <a:cxn ang="0">
                  <a:pos x="connsiteX20547" y="connsiteY20547"/>
                </a:cxn>
                <a:cxn ang="0">
                  <a:pos x="connsiteX20548" y="connsiteY20548"/>
                </a:cxn>
                <a:cxn ang="0">
                  <a:pos x="connsiteX20549" y="connsiteY20549"/>
                </a:cxn>
                <a:cxn ang="0">
                  <a:pos x="connsiteX20550" y="connsiteY20550"/>
                </a:cxn>
                <a:cxn ang="0">
                  <a:pos x="connsiteX20551" y="connsiteY20551"/>
                </a:cxn>
                <a:cxn ang="0">
                  <a:pos x="connsiteX20552" y="connsiteY20552"/>
                </a:cxn>
                <a:cxn ang="0">
                  <a:pos x="connsiteX20553" y="connsiteY20553"/>
                </a:cxn>
                <a:cxn ang="0">
                  <a:pos x="connsiteX20554" y="connsiteY20554"/>
                </a:cxn>
                <a:cxn ang="0">
                  <a:pos x="connsiteX20555" y="connsiteY20555"/>
                </a:cxn>
                <a:cxn ang="0">
                  <a:pos x="connsiteX20556" y="connsiteY20556"/>
                </a:cxn>
                <a:cxn ang="0">
                  <a:pos x="connsiteX20557" y="connsiteY20557"/>
                </a:cxn>
                <a:cxn ang="0">
                  <a:pos x="connsiteX20558" y="connsiteY20558"/>
                </a:cxn>
                <a:cxn ang="0">
                  <a:pos x="connsiteX20559" y="connsiteY20559"/>
                </a:cxn>
                <a:cxn ang="0">
                  <a:pos x="connsiteX20560" y="connsiteY20560"/>
                </a:cxn>
                <a:cxn ang="0">
                  <a:pos x="connsiteX20561" y="connsiteY20561"/>
                </a:cxn>
                <a:cxn ang="0">
                  <a:pos x="connsiteX20562" y="connsiteY20562"/>
                </a:cxn>
                <a:cxn ang="0">
                  <a:pos x="connsiteX20563" y="connsiteY20563"/>
                </a:cxn>
                <a:cxn ang="0">
                  <a:pos x="connsiteX20564" y="connsiteY20564"/>
                </a:cxn>
                <a:cxn ang="0">
                  <a:pos x="connsiteX20565" y="connsiteY20565"/>
                </a:cxn>
                <a:cxn ang="0">
                  <a:pos x="connsiteX20566" y="connsiteY20566"/>
                </a:cxn>
                <a:cxn ang="0">
                  <a:pos x="connsiteX20567" y="connsiteY20567"/>
                </a:cxn>
                <a:cxn ang="0">
                  <a:pos x="connsiteX20568" y="connsiteY20568"/>
                </a:cxn>
                <a:cxn ang="0">
                  <a:pos x="connsiteX20569" y="connsiteY20569"/>
                </a:cxn>
                <a:cxn ang="0">
                  <a:pos x="connsiteX20570" y="connsiteY20570"/>
                </a:cxn>
                <a:cxn ang="0">
                  <a:pos x="connsiteX20571" y="connsiteY20571"/>
                </a:cxn>
                <a:cxn ang="0">
                  <a:pos x="connsiteX20572" y="connsiteY20572"/>
                </a:cxn>
                <a:cxn ang="0">
                  <a:pos x="connsiteX20573" y="connsiteY20573"/>
                </a:cxn>
                <a:cxn ang="0">
                  <a:pos x="connsiteX20574" y="connsiteY20574"/>
                </a:cxn>
                <a:cxn ang="0">
                  <a:pos x="connsiteX20575" y="connsiteY20575"/>
                </a:cxn>
                <a:cxn ang="0">
                  <a:pos x="connsiteX20576" y="connsiteY20576"/>
                </a:cxn>
                <a:cxn ang="0">
                  <a:pos x="connsiteX20577" y="connsiteY20577"/>
                </a:cxn>
                <a:cxn ang="0">
                  <a:pos x="connsiteX20578" y="connsiteY20578"/>
                </a:cxn>
                <a:cxn ang="0">
                  <a:pos x="connsiteX20579" y="connsiteY20579"/>
                </a:cxn>
                <a:cxn ang="0">
                  <a:pos x="connsiteX20580" y="connsiteY20580"/>
                </a:cxn>
                <a:cxn ang="0">
                  <a:pos x="connsiteX20581" y="connsiteY20581"/>
                </a:cxn>
                <a:cxn ang="0">
                  <a:pos x="connsiteX20582" y="connsiteY20582"/>
                </a:cxn>
                <a:cxn ang="0">
                  <a:pos x="connsiteX20583" y="connsiteY20583"/>
                </a:cxn>
                <a:cxn ang="0">
                  <a:pos x="connsiteX20584" y="connsiteY20584"/>
                </a:cxn>
                <a:cxn ang="0">
                  <a:pos x="connsiteX20585" y="connsiteY20585"/>
                </a:cxn>
                <a:cxn ang="0">
                  <a:pos x="connsiteX20586" y="connsiteY20586"/>
                </a:cxn>
                <a:cxn ang="0">
                  <a:pos x="connsiteX20587" y="connsiteY20587"/>
                </a:cxn>
                <a:cxn ang="0">
                  <a:pos x="connsiteX20588" y="connsiteY20588"/>
                </a:cxn>
                <a:cxn ang="0">
                  <a:pos x="connsiteX20589" y="connsiteY20589"/>
                </a:cxn>
                <a:cxn ang="0">
                  <a:pos x="connsiteX20590" y="connsiteY20590"/>
                </a:cxn>
                <a:cxn ang="0">
                  <a:pos x="connsiteX20591" y="connsiteY20591"/>
                </a:cxn>
                <a:cxn ang="0">
                  <a:pos x="connsiteX20592" y="connsiteY20592"/>
                </a:cxn>
                <a:cxn ang="0">
                  <a:pos x="connsiteX20593" y="connsiteY20593"/>
                </a:cxn>
                <a:cxn ang="0">
                  <a:pos x="connsiteX20594" y="connsiteY20594"/>
                </a:cxn>
                <a:cxn ang="0">
                  <a:pos x="connsiteX20595" y="connsiteY20595"/>
                </a:cxn>
                <a:cxn ang="0">
                  <a:pos x="connsiteX20596" y="connsiteY20596"/>
                </a:cxn>
                <a:cxn ang="0">
                  <a:pos x="connsiteX20597" y="connsiteY20597"/>
                </a:cxn>
                <a:cxn ang="0">
                  <a:pos x="connsiteX20598" y="connsiteY20598"/>
                </a:cxn>
                <a:cxn ang="0">
                  <a:pos x="connsiteX20599" y="connsiteY20599"/>
                </a:cxn>
                <a:cxn ang="0">
                  <a:pos x="connsiteX20600" y="connsiteY20600"/>
                </a:cxn>
                <a:cxn ang="0">
                  <a:pos x="connsiteX20601" y="connsiteY20601"/>
                </a:cxn>
                <a:cxn ang="0">
                  <a:pos x="connsiteX20602" y="connsiteY20602"/>
                </a:cxn>
                <a:cxn ang="0">
                  <a:pos x="connsiteX20603" y="connsiteY20603"/>
                </a:cxn>
                <a:cxn ang="0">
                  <a:pos x="connsiteX20604" y="connsiteY20604"/>
                </a:cxn>
                <a:cxn ang="0">
                  <a:pos x="connsiteX20605" y="connsiteY20605"/>
                </a:cxn>
                <a:cxn ang="0">
                  <a:pos x="connsiteX20606" y="connsiteY20606"/>
                </a:cxn>
                <a:cxn ang="0">
                  <a:pos x="connsiteX20607" y="connsiteY20607"/>
                </a:cxn>
                <a:cxn ang="0">
                  <a:pos x="connsiteX20608" y="connsiteY20608"/>
                </a:cxn>
                <a:cxn ang="0">
                  <a:pos x="connsiteX20609" y="connsiteY20609"/>
                </a:cxn>
                <a:cxn ang="0">
                  <a:pos x="connsiteX20610" y="connsiteY20610"/>
                </a:cxn>
                <a:cxn ang="0">
                  <a:pos x="connsiteX20611" y="connsiteY20611"/>
                </a:cxn>
                <a:cxn ang="0">
                  <a:pos x="connsiteX20612" y="connsiteY20612"/>
                </a:cxn>
                <a:cxn ang="0">
                  <a:pos x="connsiteX20613" y="connsiteY20613"/>
                </a:cxn>
                <a:cxn ang="0">
                  <a:pos x="connsiteX20614" y="connsiteY20614"/>
                </a:cxn>
                <a:cxn ang="0">
                  <a:pos x="connsiteX20615" y="connsiteY20615"/>
                </a:cxn>
                <a:cxn ang="0">
                  <a:pos x="connsiteX20616" y="connsiteY20616"/>
                </a:cxn>
                <a:cxn ang="0">
                  <a:pos x="connsiteX20617" y="connsiteY20617"/>
                </a:cxn>
                <a:cxn ang="0">
                  <a:pos x="connsiteX20618" y="connsiteY20618"/>
                </a:cxn>
                <a:cxn ang="0">
                  <a:pos x="connsiteX20619" y="connsiteY20619"/>
                </a:cxn>
                <a:cxn ang="0">
                  <a:pos x="connsiteX20620" y="connsiteY20620"/>
                </a:cxn>
                <a:cxn ang="0">
                  <a:pos x="connsiteX20621" y="connsiteY20621"/>
                </a:cxn>
                <a:cxn ang="0">
                  <a:pos x="connsiteX20622" y="connsiteY20622"/>
                </a:cxn>
                <a:cxn ang="0">
                  <a:pos x="connsiteX20623" y="connsiteY20623"/>
                </a:cxn>
                <a:cxn ang="0">
                  <a:pos x="connsiteX20624" y="connsiteY20624"/>
                </a:cxn>
                <a:cxn ang="0">
                  <a:pos x="connsiteX20625" y="connsiteY20625"/>
                </a:cxn>
                <a:cxn ang="0">
                  <a:pos x="connsiteX20626" y="connsiteY20626"/>
                </a:cxn>
                <a:cxn ang="0">
                  <a:pos x="connsiteX20627" y="connsiteY20627"/>
                </a:cxn>
                <a:cxn ang="0">
                  <a:pos x="connsiteX20628" y="connsiteY20628"/>
                </a:cxn>
                <a:cxn ang="0">
                  <a:pos x="connsiteX20629" y="connsiteY20629"/>
                </a:cxn>
                <a:cxn ang="0">
                  <a:pos x="connsiteX20630" y="connsiteY20630"/>
                </a:cxn>
                <a:cxn ang="0">
                  <a:pos x="connsiteX20631" y="connsiteY20631"/>
                </a:cxn>
                <a:cxn ang="0">
                  <a:pos x="connsiteX20632" y="connsiteY20632"/>
                </a:cxn>
                <a:cxn ang="0">
                  <a:pos x="connsiteX20633" y="connsiteY20633"/>
                </a:cxn>
                <a:cxn ang="0">
                  <a:pos x="connsiteX20634" y="connsiteY20634"/>
                </a:cxn>
                <a:cxn ang="0">
                  <a:pos x="connsiteX20635" y="connsiteY20635"/>
                </a:cxn>
                <a:cxn ang="0">
                  <a:pos x="connsiteX20636" y="connsiteY20636"/>
                </a:cxn>
                <a:cxn ang="0">
                  <a:pos x="connsiteX20637" y="connsiteY20637"/>
                </a:cxn>
                <a:cxn ang="0">
                  <a:pos x="connsiteX20638" y="connsiteY20638"/>
                </a:cxn>
                <a:cxn ang="0">
                  <a:pos x="connsiteX20639" y="connsiteY20639"/>
                </a:cxn>
                <a:cxn ang="0">
                  <a:pos x="connsiteX20640" y="connsiteY20640"/>
                </a:cxn>
                <a:cxn ang="0">
                  <a:pos x="connsiteX20641" y="connsiteY20641"/>
                </a:cxn>
                <a:cxn ang="0">
                  <a:pos x="connsiteX20642" y="connsiteY20642"/>
                </a:cxn>
                <a:cxn ang="0">
                  <a:pos x="connsiteX20643" y="connsiteY20643"/>
                </a:cxn>
                <a:cxn ang="0">
                  <a:pos x="connsiteX20644" y="connsiteY20644"/>
                </a:cxn>
                <a:cxn ang="0">
                  <a:pos x="connsiteX20645" y="connsiteY20645"/>
                </a:cxn>
                <a:cxn ang="0">
                  <a:pos x="connsiteX20646" y="connsiteY20646"/>
                </a:cxn>
                <a:cxn ang="0">
                  <a:pos x="connsiteX20647" y="connsiteY20647"/>
                </a:cxn>
                <a:cxn ang="0">
                  <a:pos x="connsiteX20648" y="connsiteY20648"/>
                </a:cxn>
                <a:cxn ang="0">
                  <a:pos x="connsiteX20649" y="connsiteY20649"/>
                </a:cxn>
                <a:cxn ang="0">
                  <a:pos x="connsiteX20650" y="connsiteY20650"/>
                </a:cxn>
                <a:cxn ang="0">
                  <a:pos x="connsiteX20651" y="connsiteY20651"/>
                </a:cxn>
                <a:cxn ang="0">
                  <a:pos x="connsiteX20652" y="connsiteY20652"/>
                </a:cxn>
                <a:cxn ang="0">
                  <a:pos x="connsiteX20653" y="connsiteY20653"/>
                </a:cxn>
                <a:cxn ang="0">
                  <a:pos x="connsiteX20654" y="connsiteY20654"/>
                </a:cxn>
                <a:cxn ang="0">
                  <a:pos x="connsiteX20655" y="connsiteY20655"/>
                </a:cxn>
                <a:cxn ang="0">
                  <a:pos x="connsiteX20656" y="connsiteY20656"/>
                </a:cxn>
                <a:cxn ang="0">
                  <a:pos x="connsiteX20657" y="connsiteY20657"/>
                </a:cxn>
                <a:cxn ang="0">
                  <a:pos x="connsiteX20658" y="connsiteY20658"/>
                </a:cxn>
                <a:cxn ang="0">
                  <a:pos x="connsiteX20659" y="connsiteY20659"/>
                </a:cxn>
                <a:cxn ang="0">
                  <a:pos x="connsiteX20660" y="connsiteY20660"/>
                </a:cxn>
                <a:cxn ang="0">
                  <a:pos x="connsiteX20661" y="connsiteY20661"/>
                </a:cxn>
                <a:cxn ang="0">
                  <a:pos x="connsiteX20662" y="connsiteY20662"/>
                </a:cxn>
                <a:cxn ang="0">
                  <a:pos x="connsiteX20663" y="connsiteY20663"/>
                </a:cxn>
                <a:cxn ang="0">
                  <a:pos x="connsiteX20664" y="connsiteY20664"/>
                </a:cxn>
                <a:cxn ang="0">
                  <a:pos x="connsiteX20665" y="connsiteY20665"/>
                </a:cxn>
                <a:cxn ang="0">
                  <a:pos x="connsiteX20666" y="connsiteY20666"/>
                </a:cxn>
                <a:cxn ang="0">
                  <a:pos x="connsiteX20667" y="connsiteY20667"/>
                </a:cxn>
                <a:cxn ang="0">
                  <a:pos x="connsiteX20668" y="connsiteY20668"/>
                </a:cxn>
                <a:cxn ang="0">
                  <a:pos x="connsiteX20669" y="connsiteY20669"/>
                </a:cxn>
                <a:cxn ang="0">
                  <a:pos x="connsiteX20670" y="connsiteY20670"/>
                </a:cxn>
                <a:cxn ang="0">
                  <a:pos x="connsiteX20671" y="connsiteY20671"/>
                </a:cxn>
                <a:cxn ang="0">
                  <a:pos x="connsiteX20672" y="connsiteY20672"/>
                </a:cxn>
                <a:cxn ang="0">
                  <a:pos x="connsiteX20673" y="connsiteY20673"/>
                </a:cxn>
                <a:cxn ang="0">
                  <a:pos x="connsiteX20674" y="connsiteY20674"/>
                </a:cxn>
                <a:cxn ang="0">
                  <a:pos x="connsiteX20675" y="connsiteY20675"/>
                </a:cxn>
                <a:cxn ang="0">
                  <a:pos x="connsiteX20676" y="connsiteY20676"/>
                </a:cxn>
                <a:cxn ang="0">
                  <a:pos x="connsiteX20677" y="connsiteY20677"/>
                </a:cxn>
                <a:cxn ang="0">
                  <a:pos x="connsiteX20678" y="connsiteY20678"/>
                </a:cxn>
                <a:cxn ang="0">
                  <a:pos x="connsiteX20679" y="connsiteY20679"/>
                </a:cxn>
                <a:cxn ang="0">
                  <a:pos x="connsiteX20680" y="connsiteY20680"/>
                </a:cxn>
                <a:cxn ang="0">
                  <a:pos x="connsiteX20681" y="connsiteY20681"/>
                </a:cxn>
                <a:cxn ang="0">
                  <a:pos x="connsiteX20682" y="connsiteY20682"/>
                </a:cxn>
                <a:cxn ang="0">
                  <a:pos x="connsiteX20683" y="connsiteY20683"/>
                </a:cxn>
                <a:cxn ang="0">
                  <a:pos x="connsiteX20684" y="connsiteY20684"/>
                </a:cxn>
                <a:cxn ang="0">
                  <a:pos x="connsiteX20685" y="connsiteY20685"/>
                </a:cxn>
                <a:cxn ang="0">
                  <a:pos x="connsiteX20686" y="connsiteY20686"/>
                </a:cxn>
                <a:cxn ang="0">
                  <a:pos x="connsiteX20687" y="connsiteY20687"/>
                </a:cxn>
                <a:cxn ang="0">
                  <a:pos x="connsiteX20688" y="connsiteY20688"/>
                </a:cxn>
                <a:cxn ang="0">
                  <a:pos x="connsiteX20689" y="connsiteY20689"/>
                </a:cxn>
                <a:cxn ang="0">
                  <a:pos x="connsiteX20690" y="connsiteY20690"/>
                </a:cxn>
                <a:cxn ang="0">
                  <a:pos x="connsiteX20691" y="connsiteY20691"/>
                </a:cxn>
                <a:cxn ang="0">
                  <a:pos x="connsiteX20692" y="connsiteY20692"/>
                </a:cxn>
                <a:cxn ang="0">
                  <a:pos x="connsiteX20693" y="connsiteY20693"/>
                </a:cxn>
                <a:cxn ang="0">
                  <a:pos x="connsiteX20694" y="connsiteY20694"/>
                </a:cxn>
                <a:cxn ang="0">
                  <a:pos x="connsiteX20695" y="connsiteY20695"/>
                </a:cxn>
                <a:cxn ang="0">
                  <a:pos x="connsiteX20696" y="connsiteY20696"/>
                </a:cxn>
                <a:cxn ang="0">
                  <a:pos x="connsiteX20697" y="connsiteY20697"/>
                </a:cxn>
                <a:cxn ang="0">
                  <a:pos x="connsiteX20698" y="connsiteY20698"/>
                </a:cxn>
                <a:cxn ang="0">
                  <a:pos x="connsiteX20699" y="connsiteY20699"/>
                </a:cxn>
                <a:cxn ang="0">
                  <a:pos x="connsiteX20700" y="connsiteY20700"/>
                </a:cxn>
                <a:cxn ang="0">
                  <a:pos x="connsiteX20701" y="connsiteY20701"/>
                </a:cxn>
                <a:cxn ang="0">
                  <a:pos x="connsiteX20702" y="connsiteY20702"/>
                </a:cxn>
                <a:cxn ang="0">
                  <a:pos x="connsiteX20703" y="connsiteY20703"/>
                </a:cxn>
                <a:cxn ang="0">
                  <a:pos x="connsiteX20704" y="connsiteY20704"/>
                </a:cxn>
                <a:cxn ang="0">
                  <a:pos x="connsiteX20705" y="connsiteY20705"/>
                </a:cxn>
                <a:cxn ang="0">
                  <a:pos x="connsiteX20706" y="connsiteY20706"/>
                </a:cxn>
                <a:cxn ang="0">
                  <a:pos x="connsiteX20707" y="connsiteY20707"/>
                </a:cxn>
                <a:cxn ang="0">
                  <a:pos x="connsiteX20708" y="connsiteY20708"/>
                </a:cxn>
                <a:cxn ang="0">
                  <a:pos x="connsiteX20709" y="connsiteY20709"/>
                </a:cxn>
                <a:cxn ang="0">
                  <a:pos x="connsiteX20710" y="connsiteY20710"/>
                </a:cxn>
                <a:cxn ang="0">
                  <a:pos x="connsiteX20711" y="connsiteY20711"/>
                </a:cxn>
                <a:cxn ang="0">
                  <a:pos x="connsiteX20712" y="connsiteY20712"/>
                </a:cxn>
                <a:cxn ang="0">
                  <a:pos x="connsiteX20713" y="connsiteY20713"/>
                </a:cxn>
                <a:cxn ang="0">
                  <a:pos x="connsiteX20714" y="connsiteY20714"/>
                </a:cxn>
                <a:cxn ang="0">
                  <a:pos x="connsiteX20715" y="connsiteY20715"/>
                </a:cxn>
                <a:cxn ang="0">
                  <a:pos x="connsiteX20716" y="connsiteY20716"/>
                </a:cxn>
                <a:cxn ang="0">
                  <a:pos x="connsiteX20717" y="connsiteY20717"/>
                </a:cxn>
                <a:cxn ang="0">
                  <a:pos x="connsiteX20718" y="connsiteY20718"/>
                </a:cxn>
                <a:cxn ang="0">
                  <a:pos x="connsiteX20719" y="connsiteY20719"/>
                </a:cxn>
                <a:cxn ang="0">
                  <a:pos x="connsiteX20720" y="connsiteY20720"/>
                </a:cxn>
                <a:cxn ang="0">
                  <a:pos x="connsiteX20721" y="connsiteY20721"/>
                </a:cxn>
                <a:cxn ang="0">
                  <a:pos x="connsiteX20722" y="connsiteY20722"/>
                </a:cxn>
                <a:cxn ang="0">
                  <a:pos x="connsiteX20723" y="connsiteY20723"/>
                </a:cxn>
                <a:cxn ang="0">
                  <a:pos x="connsiteX20724" y="connsiteY20724"/>
                </a:cxn>
                <a:cxn ang="0">
                  <a:pos x="connsiteX20725" y="connsiteY20725"/>
                </a:cxn>
                <a:cxn ang="0">
                  <a:pos x="connsiteX20726" y="connsiteY20726"/>
                </a:cxn>
                <a:cxn ang="0">
                  <a:pos x="connsiteX20727" y="connsiteY20727"/>
                </a:cxn>
                <a:cxn ang="0">
                  <a:pos x="connsiteX20728" y="connsiteY20728"/>
                </a:cxn>
                <a:cxn ang="0">
                  <a:pos x="connsiteX20729" y="connsiteY20729"/>
                </a:cxn>
                <a:cxn ang="0">
                  <a:pos x="connsiteX20730" y="connsiteY20730"/>
                </a:cxn>
                <a:cxn ang="0">
                  <a:pos x="connsiteX20731" y="connsiteY20731"/>
                </a:cxn>
                <a:cxn ang="0">
                  <a:pos x="connsiteX20732" y="connsiteY20732"/>
                </a:cxn>
                <a:cxn ang="0">
                  <a:pos x="connsiteX20733" y="connsiteY20733"/>
                </a:cxn>
                <a:cxn ang="0">
                  <a:pos x="connsiteX20734" y="connsiteY20734"/>
                </a:cxn>
                <a:cxn ang="0">
                  <a:pos x="connsiteX20735" y="connsiteY20735"/>
                </a:cxn>
                <a:cxn ang="0">
                  <a:pos x="connsiteX20736" y="connsiteY20736"/>
                </a:cxn>
                <a:cxn ang="0">
                  <a:pos x="connsiteX20737" y="connsiteY20737"/>
                </a:cxn>
                <a:cxn ang="0">
                  <a:pos x="connsiteX20738" y="connsiteY20738"/>
                </a:cxn>
                <a:cxn ang="0">
                  <a:pos x="connsiteX20739" y="connsiteY20739"/>
                </a:cxn>
                <a:cxn ang="0">
                  <a:pos x="connsiteX20740" y="connsiteY20740"/>
                </a:cxn>
                <a:cxn ang="0">
                  <a:pos x="connsiteX20741" y="connsiteY20741"/>
                </a:cxn>
                <a:cxn ang="0">
                  <a:pos x="connsiteX20742" y="connsiteY20742"/>
                </a:cxn>
                <a:cxn ang="0">
                  <a:pos x="connsiteX20743" y="connsiteY20743"/>
                </a:cxn>
                <a:cxn ang="0">
                  <a:pos x="connsiteX20744" y="connsiteY20744"/>
                </a:cxn>
                <a:cxn ang="0">
                  <a:pos x="connsiteX20745" y="connsiteY20745"/>
                </a:cxn>
                <a:cxn ang="0">
                  <a:pos x="connsiteX20746" y="connsiteY20746"/>
                </a:cxn>
                <a:cxn ang="0">
                  <a:pos x="connsiteX20747" y="connsiteY20747"/>
                </a:cxn>
                <a:cxn ang="0">
                  <a:pos x="connsiteX20748" y="connsiteY20748"/>
                </a:cxn>
                <a:cxn ang="0">
                  <a:pos x="connsiteX20749" y="connsiteY20749"/>
                </a:cxn>
                <a:cxn ang="0">
                  <a:pos x="connsiteX20750" y="connsiteY20750"/>
                </a:cxn>
                <a:cxn ang="0">
                  <a:pos x="connsiteX20751" y="connsiteY20751"/>
                </a:cxn>
                <a:cxn ang="0">
                  <a:pos x="connsiteX20752" y="connsiteY20752"/>
                </a:cxn>
                <a:cxn ang="0">
                  <a:pos x="connsiteX20753" y="connsiteY20753"/>
                </a:cxn>
                <a:cxn ang="0">
                  <a:pos x="connsiteX20754" y="connsiteY20754"/>
                </a:cxn>
                <a:cxn ang="0">
                  <a:pos x="connsiteX20755" y="connsiteY20755"/>
                </a:cxn>
                <a:cxn ang="0">
                  <a:pos x="connsiteX20756" y="connsiteY20756"/>
                </a:cxn>
                <a:cxn ang="0">
                  <a:pos x="connsiteX20757" y="connsiteY20757"/>
                </a:cxn>
                <a:cxn ang="0">
                  <a:pos x="connsiteX20758" y="connsiteY20758"/>
                </a:cxn>
                <a:cxn ang="0">
                  <a:pos x="connsiteX20759" y="connsiteY20759"/>
                </a:cxn>
                <a:cxn ang="0">
                  <a:pos x="connsiteX20760" y="connsiteY20760"/>
                </a:cxn>
                <a:cxn ang="0">
                  <a:pos x="connsiteX20761" y="connsiteY20761"/>
                </a:cxn>
                <a:cxn ang="0">
                  <a:pos x="connsiteX20762" y="connsiteY20762"/>
                </a:cxn>
                <a:cxn ang="0">
                  <a:pos x="connsiteX20763" y="connsiteY20763"/>
                </a:cxn>
                <a:cxn ang="0">
                  <a:pos x="connsiteX20764" y="connsiteY20764"/>
                </a:cxn>
                <a:cxn ang="0">
                  <a:pos x="connsiteX20765" y="connsiteY20765"/>
                </a:cxn>
                <a:cxn ang="0">
                  <a:pos x="connsiteX20766" y="connsiteY20766"/>
                </a:cxn>
                <a:cxn ang="0">
                  <a:pos x="connsiteX20767" y="connsiteY20767"/>
                </a:cxn>
                <a:cxn ang="0">
                  <a:pos x="connsiteX20768" y="connsiteY20768"/>
                </a:cxn>
                <a:cxn ang="0">
                  <a:pos x="connsiteX20769" y="connsiteY20769"/>
                </a:cxn>
                <a:cxn ang="0">
                  <a:pos x="connsiteX20770" y="connsiteY20770"/>
                </a:cxn>
                <a:cxn ang="0">
                  <a:pos x="connsiteX20771" y="connsiteY20771"/>
                </a:cxn>
                <a:cxn ang="0">
                  <a:pos x="connsiteX20772" y="connsiteY20772"/>
                </a:cxn>
                <a:cxn ang="0">
                  <a:pos x="connsiteX20773" y="connsiteY20773"/>
                </a:cxn>
                <a:cxn ang="0">
                  <a:pos x="connsiteX20774" y="connsiteY20774"/>
                </a:cxn>
                <a:cxn ang="0">
                  <a:pos x="connsiteX20775" y="connsiteY20775"/>
                </a:cxn>
                <a:cxn ang="0">
                  <a:pos x="connsiteX20776" y="connsiteY20776"/>
                </a:cxn>
                <a:cxn ang="0">
                  <a:pos x="connsiteX20777" y="connsiteY20777"/>
                </a:cxn>
                <a:cxn ang="0">
                  <a:pos x="connsiteX20778" y="connsiteY20778"/>
                </a:cxn>
                <a:cxn ang="0">
                  <a:pos x="connsiteX20779" y="connsiteY20779"/>
                </a:cxn>
                <a:cxn ang="0">
                  <a:pos x="connsiteX20780" y="connsiteY20780"/>
                </a:cxn>
                <a:cxn ang="0">
                  <a:pos x="connsiteX20781" y="connsiteY20781"/>
                </a:cxn>
                <a:cxn ang="0">
                  <a:pos x="connsiteX20782" y="connsiteY20782"/>
                </a:cxn>
                <a:cxn ang="0">
                  <a:pos x="connsiteX20783" y="connsiteY20783"/>
                </a:cxn>
                <a:cxn ang="0">
                  <a:pos x="connsiteX20784" y="connsiteY20784"/>
                </a:cxn>
                <a:cxn ang="0">
                  <a:pos x="connsiteX20785" y="connsiteY20785"/>
                </a:cxn>
                <a:cxn ang="0">
                  <a:pos x="connsiteX20786" y="connsiteY20786"/>
                </a:cxn>
                <a:cxn ang="0">
                  <a:pos x="connsiteX20787" y="connsiteY20787"/>
                </a:cxn>
                <a:cxn ang="0">
                  <a:pos x="connsiteX20788" y="connsiteY20788"/>
                </a:cxn>
                <a:cxn ang="0">
                  <a:pos x="connsiteX20789" y="connsiteY20789"/>
                </a:cxn>
                <a:cxn ang="0">
                  <a:pos x="connsiteX20790" y="connsiteY20790"/>
                </a:cxn>
                <a:cxn ang="0">
                  <a:pos x="connsiteX20791" y="connsiteY20791"/>
                </a:cxn>
                <a:cxn ang="0">
                  <a:pos x="connsiteX20792" y="connsiteY20792"/>
                </a:cxn>
                <a:cxn ang="0">
                  <a:pos x="connsiteX20793" y="connsiteY20793"/>
                </a:cxn>
                <a:cxn ang="0">
                  <a:pos x="connsiteX20794" y="connsiteY20794"/>
                </a:cxn>
                <a:cxn ang="0">
                  <a:pos x="connsiteX20795" y="connsiteY20795"/>
                </a:cxn>
                <a:cxn ang="0">
                  <a:pos x="connsiteX20796" y="connsiteY20796"/>
                </a:cxn>
                <a:cxn ang="0">
                  <a:pos x="connsiteX20797" y="connsiteY20797"/>
                </a:cxn>
                <a:cxn ang="0">
                  <a:pos x="connsiteX20798" y="connsiteY20798"/>
                </a:cxn>
                <a:cxn ang="0">
                  <a:pos x="connsiteX20799" y="connsiteY20799"/>
                </a:cxn>
                <a:cxn ang="0">
                  <a:pos x="connsiteX20800" y="connsiteY20800"/>
                </a:cxn>
                <a:cxn ang="0">
                  <a:pos x="connsiteX20801" y="connsiteY20801"/>
                </a:cxn>
                <a:cxn ang="0">
                  <a:pos x="connsiteX20802" y="connsiteY20802"/>
                </a:cxn>
                <a:cxn ang="0">
                  <a:pos x="connsiteX20803" y="connsiteY20803"/>
                </a:cxn>
                <a:cxn ang="0">
                  <a:pos x="connsiteX20804" y="connsiteY20804"/>
                </a:cxn>
                <a:cxn ang="0">
                  <a:pos x="connsiteX20805" y="connsiteY20805"/>
                </a:cxn>
                <a:cxn ang="0">
                  <a:pos x="connsiteX20806" y="connsiteY20806"/>
                </a:cxn>
                <a:cxn ang="0">
                  <a:pos x="connsiteX20807" y="connsiteY20807"/>
                </a:cxn>
                <a:cxn ang="0">
                  <a:pos x="connsiteX20808" y="connsiteY20808"/>
                </a:cxn>
                <a:cxn ang="0">
                  <a:pos x="connsiteX20809" y="connsiteY20809"/>
                </a:cxn>
                <a:cxn ang="0">
                  <a:pos x="connsiteX20810" y="connsiteY20810"/>
                </a:cxn>
                <a:cxn ang="0">
                  <a:pos x="connsiteX20811" y="connsiteY20811"/>
                </a:cxn>
                <a:cxn ang="0">
                  <a:pos x="connsiteX20812" y="connsiteY20812"/>
                </a:cxn>
                <a:cxn ang="0">
                  <a:pos x="connsiteX20813" y="connsiteY20813"/>
                </a:cxn>
                <a:cxn ang="0">
                  <a:pos x="connsiteX20814" y="connsiteY20814"/>
                </a:cxn>
                <a:cxn ang="0">
                  <a:pos x="connsiteX20815" y="connsiteY20815"/>
                </a:cxn>
                <a:cxn ang="0">
                  <a:pos x="connsiteX20816" y="connsiteY20816"/>
                </a:cxn>
                <a:cxn ang="0">
                  <a:pos x="connsiteX20817" y="connsiteY20817"/>
                </a:cxn>
                <a:cxn ang="0">
                  <a:pos x="connsiteX20818" y="connsiteY20818"/>
                </a:cxn>
                <a:cxn ang="0">
                  <a:pos x="connsiteX20819" y="connsiteY20819"/>
                </a:cxn>
                <a:cxn ang="0">
                  <a:pos x="connsiteX20820" y="connsiteY20820"/>
                </a:cxn>
                <a:cxn ang="0">
                  <a:pos x="connsiteX20821" y="connsiteY20821"/>
                </a:cxn>
                <a:cxn ang="0">
                  <a:pos x="connsiteX20822" y="connsiteY20822"/>
                </a:cxn>
                <a:cxn ang="0">
                  <a:pos x="connsiteX20823" y="connsiteY20823"/>
                </a:cxn>
                <a:cxn ang="0">
                  <a:pos x="connsiteX20824" y="connsiteY20824"/>
                </a:cxn>
                <a:cxn ang="0">
                  <a:pos x="connsiteX20825" y="connsiteY20825"/>
                </a:cxn>
                <a:cxn ang="0">
                  <a:pos x="connsiteX20826" y="connsiteY20826"/>
                </a:cxn>
                <a:cxn ang="0">
                  <a:pos x="connsiteX20827" y="connsiteY20827"/>
                </a:cxn>
                <a:cxn ang="0">
                  <a:pos x="connsiteX20828" y="connsiteY20828"/>
                </a:cxn>
                <a:cxn ang="0">
                  <a:pos x="connsiteX20829" y="connsiteY20829"/>
                </a:cxn>
                <a:cxn ang="0">
                  <a:pos x="connsiteX20830" y="connsiteY20830"/>
                </a:cxn>
                <a:cxn ang="0">
                  <a:pos x="connsiteX20831" y="connsiteY20831"/>
                </a:cxn>
                <a:cxn ang="0">
                  <a:pos x="connsiteX20832" y="connsiteY20832"/>
                </a:cxn>
                <a:cxn ang="0">
                  <a:pos x="connsiteX20833" y="connsiteY20833"/>
                </a:cxn>
                <a:cxn ang="0">
                  <a:pos x="connsiteX20834" y="connsiteY20834"/>
                </a:cxn>
                <a:cxn ang="0">
                  <a:pos x="connsiteX20835" y="connsiteY20835"/>
                </a:cxn>
                <a:cxn ang="0">
                  <a:pos x="connsiteX20836" y="connsiteY20836"/>
                </a:cxn>
                <a:cxn ang="0">
                  <a:pos x="connsiteX20837" y="connsiteY20837"/>
                </a:cxn>
                <a:cxn ang="0">
                  <a:pos x="connsiteX20838" y="connsiteY20838"/>
                </a:cxn>
                <a:cxn ang="0">
                  <a:pos x="connsiteX20839" y="connsiteY20839"/>
                </a:cxn>
                <a:cxn ang="0">
                  <a:pos x="connsiteX20840" y="connsiteY20840"/>
                </a:cxn>
                <a:cxn ang="0">
                  <a:pos x="connsiteX20841" y="connsiteY20841"/>
                </a:cxn>
                <a:cxn ang="0">
                  <a:pos x="connsiteX20842" y="connsiteY20842"/>
                </a:cxn>
                <a:cxn ang="0">
                  <a:pos x="connsiteX20843" y="connsiteY20843"/>
                </a:cxn>
                <a:cxn ang="0">
                  <a:pos x="connsiteX20844" y="connsiteY20844"/>
                </a:cxn>
                <a:cxn ang="0">
                  <a:pos x="connsiteX20845" y="connsiteY20845"/>
                </a:cxn>
                <a:cxn ang="0">
                  <a:pos x="connsiteX20846" y="connsiteY20846"/>
                </a:cxn>
                <a:cxn ang="0">
                  <a:pos x="connsiteX20847" y="connsiteY20847"/>
                </a:cxn>
                <a:cxn ang="0">
                  <a:pos x="connsiteX20848" y="connsiteY20848"/>
                </a:cxn>
                <a:cxn ang="0">
                  <a:pos x="connsiteX20849" y="connsiteY20849"/>
                </a:cxn>
                <a:cxn ang="0">
                  <a:pos x="connsiteX20850" y="connsiteY20850"/>
                </a:cxn>
                <a:cxn ang="0">
                  <a:pos x="connsiteX20851" y="connsiteY20851"/>
                </a:cxn>
                <a:cxn ang="0">
                  <a:pos x="connsiteX20852" y="connsiteY20852"/>
                </a:cxn>
                <a:cxn ang="0">
                  <a:pos x="connsiteX20853" y="connsiteY20853"/>
                </a:cxn>
                <a:cxn ang="0">
                  <a:pos x="connsiteX20854" y="connsiteY20854"/>
                </a:cxn>
                <a:cxn ang="0">
                  <a:pos x="connsiteX20855" y="connsiteY20855"/>
                </a:cxn>
                <a:cxn ang="0">
                  <a:pos x="connsiteX20856" y="connsiteY20856"/>
                </a:cxn>
                <a:cxn ang="0">
                  <a:pos x="connsiteX20857" y="connsiteY20857"/>
                </a:cxn>
                <a:cxn ang="0">
                  <a:pos x="connsiteX20858" y="connsiteY20858"/>
                </a:cxn>
                <a:cxn ang="0">
                  <a:pos x="connsiteX20859" y="connsiteY20859"/>
                </a:cxn>
                <a:cxn ang="0">
                  <a:pos x="connsiteX20860" y="connsiteY20860"/>
                </a:cxn>
                <a:cxn ang="0">
                  <a:pos x="connsiteX20861" y="connsiteY20861"/>
                </a:cxn>
                <a:cxn ang="0">
                  <a:pos x="connsiteX20862" y="connsiteY20862"/>
                </a:cxn>
                <a:cxn ang="0">
                  <a:pos x="connsiteX20863" y="connsiteY20863"/>
                </a:cxn>
                <a:cxn ang="0">
                  <a:pos x="connsiteX20864" y="connsiteY20864"/>
                </a:cxn>
                <a:cxn ang="0">
                  <a:pos x="connsiteX20865" y="connsiteY20865"/>
                </a:cxn>
                <a:cxn ang="0">
                  <a:pos x="connsiteX20866" y="connsiteY20866"/>
                </a:cxn>
                <a:cxn ang="0">
                  <a:pos x="connsiteX20867" y="connsiteY20867"/>
                </a:cxn>
                <a:cxn ang="0">
                  <a:pos x="connsiteX20868" y="connsiteY20868"/>
                </a:cxn>
                <a:cxn ang="0">
                  <a:pos x="connsiteX20869" y="connsiteY20869"/>
                </a:cxn>
                <a:cxn ang="0">
                  <a:pos x="connsiteX20870" y="connsiteY20870"/>
                </a:cxn>
                <a:cxn ang="0">
                  <a:pos x="connsiteX20871" y="connsiteY20871"/>
                </a:cxn>
                <a:cxn ang="0">
                  <a:pos x="connsiteX20872" y="connsiteY20872"/>
                </a:cxn>
                <a:cxn ang="0">
                  <a:pos x="connsiteX20873" y="connsiteY20873"/>
                </a:cxn>
                <a:cxn ang="0">
                  <a:pos x="connsiteX20874" y="connsiteY20874"/>
                </a:cxn>
                <a:cxn ang="0">
                  <a:pos x="connsiteX20875" y="connsiteY20875"/>
                </a:cxn>
                <a:cxn ang="0">
                  <a:pos x="connsiteX20876" y="connsiteY20876"/>
                </a:cxn>
                <a:cxn ang="0">
                  <a:pos x="connsiteX20877" y="connsiteY20877"/>
                </a:cxn>
                <a:cxn ang="0">
                  <a:pos x="connsiteX20878" y="connsiteY20878"/>
                </a:cxn>
                <a:cxn ang="0">
                  <a:pos x="connsiteX20879" y="connsiteY20879"/>
                </a:cxn>
                <a:cxn ang="0">
                  <a:pos x="connsiteX20880" y="connsiteY20880"/>
                </a:cxn>
                <a:cxn ang="0">
                  <a:pos x="connsiteX20881" y="connsiteY20881"/>
                </a:cxn>
                <a:cxn ang="0">
                  <a:pos x="connsiteX20882" y="connsiteY20882"/>
                </a:cxn>
                <a:cxn ang="0">
                  <a:pos x="connsiteX20883" y="connsiteY20883"/>
                </a:cxn>
                <a:cxn ang="0">
                  <a:pos x="connsiteX20884" y="connsiteY20884"/>
                </a:cxn>
                <a:cxn ang="0">
                  <a:pos x="connsiteX20885" y="connsiteY20885"/>
                </a:cxn>
                <a:cxn ang="0">
                  <a:pos x="connsiteX20886" y="connsiteY20886"/>
                </a:cxn>
                <a:cxn ang="0">
                  <a:pos x="connsiteX20887" y="connsiteY20887"/>
                </a:cxn>
                <a:cxn ang="0">
                  <a:pos x="connsiteX20888" y="connsiteY20888"/>
                </a:cxn>
                <a:cxn ang="0">
                  <a:pos x="connsiteX20889" y="connsiteY20889"/>
                </a:cxn>
                <a:cxn ang="0">
                  <a:pos x="connsiteX20890" y="connsiteY20890"/>
                </a:cxn>
                <a:cxn ang="0">
                  <a:pos x="connsiteX20891" y="connsiteY20891"/>
                </a:cxn>
                <a:cxn ang="0">
                  <a:pos x="connsiteX20892" y="connsiteY20892"/>
                </a:cxn>
                <a:cxn ang="0">
                  <a:pos x="connsiteX20893" y="connsiteY20893"/>
                </a:cxn>
                <a:cxn ang="0">
                  <a:pos x="connsiteX20894" y="connsiteY20894"/>
                </a:cxn>
                <a:cxn ang="0">
                  <a:pos x="connsiteX20895" y="connsiteY20895"/>
                </a:cxn>
                <a:cxn ang="0">
                  <a:pos x="connsiteX20896" y="connsiteY20896"/>
                </a:cxn>
                <a:cxn ang="0">
                  <a:pos x="connsiteX20897" y="connsiteY20897"/>
                </a:cxn>
                <a:cxn ang="0">
                  <a:pos x="connsiteX20898" y="connsiteY20898"/>
                </a:cxn>
                <a:cxn ang="0">
                  <a:pos x="connsiteX20899" y="connsiteY20899"/>
                </a:cxn>
                <a:cxn ang="0">
                  <a:pos x="connsiteX20900" y="connsiteY20900"/>
                </a:cxn>
                <a:cxn ang="0">
                  <a:pos x="connsiteX20901" y="connsiteY20901"/>
                </a:cxn>
                <a:cxn ang="0">
                  <a:pos x="connsiteX20902" y="connsiteY20902"/>
                </a:cxn>
                <a:cxn ang="0">
                  <a:pos x="connsiteX20903" y="connsiteY20903"/>
                </a:cxn>
                <a:cxn ang="0">
                  <a:pos x="connsiteX20904" y="connsiteY20904"/>
                </a:cxn>
                <a:cxn ang="0">
                  <a:pos x="connsiteX20905" y="connsiteY20905"/>
                </a:cxn>
                <a:cxn ang="0">
                  <a:pos x="connsiteX20906" y="connsiteY20906"/>
                </a:cxn>
                <a:cxn ang="0">
                  <a:pos x="connsiteX20907" y="connsiteY20907"/>
                </a:cxn>
                <a:cxn ang="0">
                  <a:pos x="connsiteX20908" y="connsiteY20908"/>
                </a:cxn>
                <a:cxn ang="0">
                  <a:pos x="connsiteX20909" y="connsiteY20909"/>
                </a:cxn>
                <a:cxn ang="0">
                  <a:pos x="connsiteX20910" y="connsiteY20910"/>
                </a:cxn>
                <a:cxn ang="0">
                  <a:pos x="connsiteX20911" y="connsiteY20911"/>
                </a:cxn>
                <a:cxn ang="0">
                  <a:pos x="connsiteX20912" y="connsiteY20912"/>
                </a:cxn>
                <a:cxn ang="0">
                  <a:pos x="connsiteX20913" y="connsiteY20913"/>
                </a:cxn>
                <a:cxn ang="0">
                  <a:pos x="connsiteX20914" y="connsiteY20914"/>
                </a:cxn>
                <a:cxn ang="0">
                  <a:pos x="connsiteX20915" y="connsiteY20915"/>
                </a:cxn>
                <a:cxn ang="0">
                  <a:pos x="connsiteX20916" y="connsiteY20916"/>
                </a:cxn>
                <a:cxn ang="0">
                  <a:pos x="connsiteX20917" y="connsiteY20917"/>
                </a:cxn>
                <a:cxn ang="0">
                  <a:pos x="connsiteX20918" y="connsiteY20918"/>
                </a:cxn>
                <a:cxn ang="0">
                  <a:pos x="connsiteX20919" y="connsiteY20919"/>
                </a:cxn>
                <a:cxn ang="0">
                  <a:pos x="connsiteX20920" y="connsiteY20920"/>
                </a:cxn>
                <a:cxn ang="0">
                  <a:pos x="connsiteX20921" y="connsiteY20921"/>
                </a:cxn>
                <a:cxn ang="0">
                  <a:pos x="connsiteX20922" y="connsiteY20922"/>
                </a:cxn>
                <a:cxn ang="0">
                  <a:pos x="connsiteX20923" y="connsiteY20923"/>
                </a:cxn>
                <a:cxn ang="0">
                  <a:pos x="connsiteX20924" y="connsiteY20924"/>
                </a:cxn>
                <a:cxn ang="0">
                  <a:pos x="connsiteX20925" y="connsiteY20925"/>
                </a:cxn>
                <a:cxn ang="0">
                  <a:pos x="connsiteX20926" y="connsiteY20926"/>
                </a:cxn>
                <a:cxn ang="0">
                  <a:pos x="connsiteX20927" y="connsiteY20927"/>
                </a:cxn>
                <a:cxn ang="0">
                  <a:pos x="connsiteX20928" y="connsiteY20928"/>
                </a:cxn>
                <a:cxn ang="0">
                  <a:pos x="connsiteX20929" y="connsiteY20929"/>
                </a:cxn>
                <a:cxn ang="0">
                  <a:pos x="connsiteX20930" y="connsiteY20930"/>
                </a:cxn>
                <a:cxn ang="0">
                  <a:pos x="connsiteX20931" y="connsiteY20931"/>
                </a:cxn>
                <a:cxn ang="0">
                  <a:pos x="connsiteX20932" y="connsiteY20932"/>
                </a:cxn>
                <a:cxn ang="0">
                  <a:pos x="connsiteX20933" y="connsiteY20933"/>
                </a:cxn>
                <a:cxn ang="0">
                  <a:pos x="connsiteX20934" y="connsiteY20934"/>
                </a:cxn>
                <a:cxn ang="0">
                  <a:pos x="connsiteX20935" y="connsiteY20935"/>
                </a:cxn>
                <a:cxn ang="0">
                  <a:pos x="connsiteX20936" y="connsiteY20936"/>
                </a:cxn>
                <a:cxn ang="0">
                  <a:pos x="connsiteX20937" y="connsiteY20937"/>
                </a:cxn>
                <a:cxn ang="0">
                  <a:pos x="connsiteX20938" y="connsiteY20938"/>
                </a:cxn>
                <a:cxn ang="0">
                  <a:pos x="connsiteX20939" y="connsiteY20939"/>
                </a:cxn>
                <a:cxn ang="0">
                  <a:pos x="connsiteX20940" y="connsiteY20940"/>
                </a:cxn>
                <a:cxn ang="0">
                  <a:pos x="connsiteX20941" y="connsiteY20941"/>
                </a:cxn>
                <a:cxn ang="0">
                  <a:pos x="connsiteX20942" y="connsiteY20942"/>
                </a:cxn>
                <a:cxn ang="0">
                  <a:pos x="connsiteX20943" y="connsiteY20943"/>
                </a:cxn>
                <a:cxn ang="0">
                  <a:pos x="connsiteX20944" y="connsiteY20944"/>
                </a:cxn>
                <a:cxn ang="0">
                  <a:pos x="connsiteX20945" y="connsiteY20945"/>
                </a:cxn>
                <a:cxn ang="0">
                  <a:pos x="connsiteX20946" y="connsiteY20946"/>
                </a:cxn>
                <a:cxn ang="0">
                  <a:pos x="connsiteX20947" y="connsiteY20947"/>
                </a:cxn>
                <a:cxn ang="0">
                  <a:pos x="connsiteX20948" y="connsiteY20948"/>
                </a:cxn>
                <a:cxn ang="0">
                  <a:pos x="connsiteX20949" y="connsiteY20949"/>
                </a:cxn>
                <a:cxn ang="0">
                  <a:pos x="connsiteX20950" y="connsiteY20950"/>
                </a:cxn>
                <a:cxn ang="0">
                  <a:pos x="connsiteX20951" y="connsiteY20951"/>
                </a:cxn>
                <a:cxn ang="0">
                  <a:pos x="connsiteX20952" y="connsiteY20952"/>
                </a:cxn>
                <a:cxn ang="0">
                  <a:pos x="connsiteX20953" y="connsiteY20953"/>
                </a:cxn>
                <a:cxn ang="0">
                  <a:pos x="connsiteX20954" y="connsiteY20954"/>
                </a:cxn>
                <a:cxn ang="0">
                  <a:pos x="connsiteX20955" y="connsiteY20955"/>
                </a:cxn>
                <a:cxn ang="0">
                  <a:pos x="connsiteX20956" y="connsiteY20956"/>
                </a:cxn>
                <a:cxn ang="0">
                  <a:pos x="connsiteX20957" y="connsiteY20957"/>
                </a:cxn>
                <a:cxn ang="0">
                  <a:pos x="connsiteX20958" y="connsiteY20958"/>
                </a:cxn>
                <a:cxn ang="0">
                  <a:pos x="connsiteX20959" y="connsiteY20959"/>
                </a:cxn>
                <a:cxn ang="0">
                  <a:pos x="connsiteX20960" y="connsiteY20960"/>
                </a:cxn>
                <a:cxn ang="0">
                  <a:pos x="connsiteX20961" y="connsiteY20961"/>
                </a:cxn>
                <a:cxn ang="0">
                  <a:pos x="connsiteX20962" y="connsiteY20962"/>
                </a:cxn>
                <a:cxn ang="0">
                  <a:pos x="connsiteX20963" y="connsiteY20963"/>
                </a:cxn>
                <a:cxn ang="0">
                  <a:pos x="connsiteX20964" y="connsiteY20964"/>
                </a:cxn>
                <a:cxn ang="0">
                  <a:pos x="connsiteX20965" y="connsiteY20965"/>
                </a:cxn>
                <a:cxn ang="0">
                  <a:pos x="connsiteX20966" y="connsiteY20966"/>
                </a:cxn>
                <a:cxn ang="0">
                  <a:pos x="connsiteX20967" y="connsiteY20967"/>
                </a:cxn>
                <a:cxn ang="0">
                  <a:pos x="connsiteX20968" y="connsiteY20968"/>
                </a:cxn>
                <a:cxn ang="0">
                  <a:pos x="connsiteX20969" y="connsiteY20969"/>
                </a:cxn>
                <a:cxn ang="0">
                  <a:pos x="connsiteX20970" y="connsiteY20970"/>
                </a:cxn>
                <a:cxn ang="0">
                  <a:pos x="connsiteX20971" y="connsiteY20971"/>
                </a:cxn>
                <a:cxn ang="0">
                  <a:pos x="connsiteX20972" y="connsiteY20972"/>
                </a:cxn>
                <a:cxn ang="0">
                  <a:pos x="connsiteX20973" y="connsiteY20973"/>
                </a:cxn>
                <a:cxn ang="0">
                  <a:pos x="connsiteX20974" y="connsiteY20974"/>
                </a:cxn>
                <a:cxn ang="0">
                  <a:pos x="connsiteX20975" y="connsiteY20975"/>
                </a:cxn>
                <a:cxn ang="0">
                  <a:pos x="connsiteX20976" y="connsiteY20976"/>
                </a:cxn>
                <a:cxn ang="0">
                  <a:pos x="connsiteX20977" y="connsiteY20977"/>
                </a:cxn>
                <a:cxn ang="0">
                  <a:pos x="connsiteX20978" y="connsiteY20978"/>
                </a:cxn>
                <a:cxn ang="0">
                  <a:pos x="connsiteX20979" y="connsiteY20979"/>
                </a:cxn>
                <a:cxn ang="0">
                  <a:pos x="connsiteX20980" y="connsiteY20980"/>
                </a:cxn>
                <a:cxn ang="0">
                  <a:pos x="connsiteX20981" y="connsiteY20981"/>
                </a:cxn>
                <a:cxn ang="0">
                  <a:pos x="connsiteX20982" y="connsiteY20982"/>
                </a:cxn>
                <a:cxn ang="0">
                  <a:pos x="connsiteX20983" y="connsiteY20983"/>
                </a:cxn>
                <a:cxn ang="0">
                  <a:pos x="connsiteX20984" y="connsiteY20984"/>
                </a:cxn>
                <a:cxn ang="0">
                  <a:pos x="connsiteX20985" y="connsiteY20985"/>
                </a:cxn>
                <a:cxn ang="0">
                  <a:pos x="connsiteX20986" y="connsiteY20986"/>
                </a:cxn>
                <a:cxn ang="0">
                  <a:pos x="connsiteX20987" y="connsiteY20987"/>
                </a:cxn>
                <a:cxn ang="0">
                  <a:pos x="connsiteX20988" y="connsiteY20988"/>
                </a:cxn>
                <a:cxn ang="0">
                  <a:pos x="connsiteX20989" y="connsiteY20989"/>
                </a:cxn>
                <a:cxn ang="0">
                  <a:pos x="connsiteX20990" y="connsiteY20990"/>
                </a:cxn>
                <a:cxn ang="0">
                  <a:pos x="connsiteX20991" y="connsiteY20991"/>
                </a:cxn>
                <a:cxn ang="0">
                  <a:pos x="connsiteX20992" y="connsiteY20992"/>
                </a:cxn>
                <a:cxn ang="0">
                  <a:pos x="connsiteX20993" y="connsiteY20993"/>
                </a:cxn>
                <a:cxn ang="0">
                  <a:pos x="connsiteX20994" y="connsiteY20994"/>
                </a:cxn>
                <a:cxn ang="0">
                  <a:pos x="connsiteX20995" y="connsiteY20995"/>
                </a:cxn>
                <a:cxn ang="0">
                  <a:pos x="connsiteX20996" y="connsiteY20996"/>
                </a:cxn>
                <a:cxn ang="0">
                  <a:pos x="connsiteX20997" y="connsiteY20997"/>
                </a:cxn>
                <a:cxn ang="0">
                  <a:pos x="connsiteX20998" y="connsiteY20998"/>
                </a:cxn>
                <a:cxn ang="0">
                  <a:pos x="connsiteX20999" y="connsiteY20999"/>
                </a:cxn>
                <a:cxn ang="0">
                  <a:pos x="connsiteX21000" y="connsiteY21000"/>
                </a:cxn>
                <a:cxn ang="0">
                  <a:pos x="connsiteX21001" y="connsiteY21001"/>
                </a:cxn>
                <a:cxn ang="0">
                  <a:pos x="connsiteX21002" y="connsiteY21002"/>
                </a:cxn>
                <a:cxn ang="0">
                  <a:pos x="connsiteX21003" y="connsiteY21003"/>
                </a:cxn>
                <a:cxn ang="0">
                  <a:pos x="connsiteX21004" y="connsiteY21004"/>
                </a:cxn>
                <a:cxn ang="0">
                  <a:pos x="connsiteX21005" y="connsiteY21005"/>
                </a:cxn>
                <a:cxn ang="0">
                  <a:pos x="connsiteX21006" y="connsiteY21006"/>
                </a:cxn>
                <a:cxn ang="0">
                  <a:pos x="connsiteX21007" y="connsiteY21007"/>
                </a:cxn>
                <a:cxn ang="0">
                  <a:pos x="connsiteX21008" y="connsiteY21008"/>
                </a:cxn>
                <a:cxn ang="0">
                  <a:pos x="connsiteX21009" y="connsiteY21009"/>
                </a:cxn>
                <a:cxn ang="0">
                  <a:pos x="connsiteX21010" y="connsiteY21010"/>
                </a:cxn>
                <a:cxn ang="0">
                  <a:pos x="connsiteX21011" y="connsiteY21011"/>
                </a:cxn>
                <a:cxn ang="0">
                  <a:pos x="connsiteX21012" y="connsiteY21012"/>
                </a:cxn>
                <a:cxn ang="0">
                  <a:pos x="connsiteX21013" y="connsiteY21013"/>
                </a:cxn>
                <a:cxn ang="0">
                  <a:pos x="connsiteX21014" y="connsiteY21014"/>
                </a:cxn>
                <a:cxn ang="0">
                  <a:pos x="connsiteX21015" y="connsiteY21015"/>
                </a:cxn>
                <a:cxn ang="0">
                  <a:pos x="connsiteX21016" y="connsiteY21016"/>
                </a:cxn>
                <a:cxn ang="0">
                  <a:pos x="connsiteX21017" y="connsiteY21017"/>
                </a:cxn>
                <a:cxn ang="0">
                  <a:pos x="connsiteX21018" y="connsiteY21018"/>
                </a:cxn>
                <a:cxn ang="0">
                  <a:pos x="connsiteX21019" y="connsiteY21019"/>
                </a:cxn>
                <a:cxn ang="0">
                  <a:pos x="connsiteX21020" y="connsiteY21020"/>
                </a:cxn>
                <a:cxn ang="0">
                  <a:pos x="connsiteX21021" y="connsiteY21021"/>
                </a:cxn>
                <a:cxn ang="0">
                  <a:pos x="connsiteX21022" y="connsiteY21022"/>
                </a:cxn>
                <a:cxn ang="0">
                  <a:pos x="connsiteX21023" y="connsiteY21023"/>
                </a:cxn>
                <a:cxn ang="0">
                  <a:pos x="connsiteX21024" y="connsiteY21024"/>
                </a:cxn>
                <a:cxn ang="0">
                  <a:pos x="connsiteX21025" y="connsiteY21025"/>
                </a:cxn>
                <a:cxn ang="0">
                  <a:pos x="connsiteX21026" y="connsiteY21026"/>
                </a:cxn>
                <a:cxn ang="0">
                  <a:pos x="connsiteX21027" y="connsiteY21027"/>
                </a:cxn>
                <a:cxn ang="0">
                  <a:pos x="connsiteX21028" y="connsiteY21028"/>
                </a:cxn>
                <a:cxn ang="0">
                  <a:pos x="connsiteX21029" y="connsiteY21029"/>
                </a:cxn>
                <a:cxn ang="0">
                  <a:pos x="connsiteX21030" y="connsiteY21030"/>
                </a:cxn>
                <a:cxn ang="0">
                  <a:pos x="connsiteX21031" y="connsiteY21031"/>
                </a:cxn>
                <a:cxn ang="0">
                  <a:pos x="connsiteX21032" y="connsiteY21032"/>
                </a:cxn>
                <a:cxn ang="0">
                  <a:pos x="connsiteX21033" y="connsiteY21033"/>
                </a:cxn>
                <a:cxn ang="0">
                  <a:pos x="connsiteX21034" y="connsiteY21034"/>
                </a:cxn>
                <a:cxn ang="0">
                  <a:pos x="connsiteX21035" y="connsiteY21035"/>
                </a:cxn>
                <a:cxn ang="0">
                  <a:pos x="connsiteX21036" y="connsiteY21036"/>
                </a:cxn>
                <a:cxn ang="0">
                  <a:pos x="connsiteX21037" y="connsiteY21037"/>
                </a:cxn>
                <a:cxn ang="0">
                  <a:pos x="connsiteX21038" y="connsiteY21038"/>
                </a:cxn>
                <a:cxn ang="0">
                  <a:pos x="connsiteX21039" y="connsiteY21039"/>
                </a:cxn>
                <a:cxn ang="0">
                  <a:pos x="connsiteX21040" y="connsiteY21040"/>
                </a:cxn>
                <a:cxn ang="0">
                  <a:pos x="connsiteX21041" y="connsiteY21041"/>
                </a:cxn>
                <a:cxn ang="0">
                  <a:pos x="connsiteX21042" y="connsiteY21042"/>
                </a:cxn>
                <a:cxn ang="0">
                  <a:pos x="connsiteX21043" y="connsiteY21043"/>
                </a:cxn>
                <a:cxn ang="0">
                  <a:pos x="connsiteX21044" y="connsiteY21044"/>
                </a:cxn>
                <a:cxn ang="0">
                  <a:pos x="connsiteX21045" y="connsiteY21045"/>
                </a:cxn>
                <a:cxn ang="0">
                  <a:pos x="connsiteX21046" y="connsiteY21046"/>
                </a:cxn>
                <a:cxn ang="0">
                  <a:pos x="connsiteX21047" y="connsiteY21047"/>
                </a:cxn>
                <a:cxn ang="0">
                  <a:pos x="connsiteX21048" y="connsiteY21048"/>
                </a:cxn>
                <a:cxn ang="0">
                  <a:pos x="connsiteX21049" y="connsiteY21049"/>
                </a:cxn>
                <a:cxn ang="0">
                  <a:pos x="connsiteX21050" y="connsiteY21050"/>
                </a:cxn>
                <a:cxn ang="0">
                  <a:pos x="connsiteX21051" y="connsiteY21051"/>
                </a:cxn>
                <a:cxn ang="0">
                  <a:pos x="connsiteX21052" y="connsiteY21052"/>
                </a:cxn>
                <a:cxn ang="0">
                  <a:pos x="connsiteX21053" y="connsiteY21053"/>
                </a:cxn>
                <a:cxn ang="0">
                  <a:pos x="connsiteX21054" y="connsiteY21054"/>
                </a:cxn>
                <a:cxn ang="0">
                  <a:pos x="connsiteX21055" y="connsiteY21055"/>
                </a:cxn>
                <a:cxn ang="0">
                  <a:pos x="connsiteX21056" y="connsiteY21056"/>
                </a:cxn>
                <a:cxn ang="0">
                  <a:pos x="connsiteX21057" y="connsiteY21057"/>
                </a:cxn>
                <a:cxn ang="0">
                  <a:pos x="connsiteX21058" y="connsiteY21058"/>
                </a:cxn>
                <a:cxn ang="0">
                  <a:pos x="connsiteX21059" y="connsiteY21059"/>
                </a:cxn>
                <a:cxn ang="0">
                  <a:pos x="connsiteX21060" y="connsiteY21060"/>
                </a:cxn>
                <a:cxn ang="0">
                  <a:pos x="connsiteX21061" y="connsiteY21061"/>
                </a:cxn>
                <a:cxn ang="0">
                  <a:pos x="connsiteX21062" y="connsiteY21062"/>
                </a:cxn>
                <a:cxn ang="0">
                  <a:pos x="connsiteX21063" y="connsiteY21063"/>
                </a:cxn>
                <a:cxn ang="0">
                  <a:pos x="connsiteX21064" y="connsiteY21064"/>
                </a:cxn>
                <a:cxn ang="0">
                  <a:pos x="connsiteX21065" y="connsiteY21065"/>
                </a:cxn>
                <a:cxn ang="0">
                  <a:pos x="connsiteX21066" y="connsiteY21066"/>
                </a:cxn>
                <a:cxn ang="0">
                  <a:pos x="connsiteX21067" y="connsiteY21067"/>
                </a:cxn>
                <a:cxn ang="0">
                  <a:pos x="connsiteX21068" y="connsiteY21068"/>
                </a:cxn>
                <a:cxn ang="0">
                  <a:pos x="connsiteX21069" y="connsiteY21069"/>
                </a:cxn>
                <a:cxn ang="0">
                  <a:pos x="connsiteX21070" y="connsiteY21070"/>
                </a:cxn>
                <a:cxn ang="0">
                  <a:pos x="connsiteX21071" y="connsiteY21071"/>
                </a:cxn>
                <a:cxn ang="0">
                  <a:pos x="connsiteX21072" y="connsiteY21072"/>
                </a:cxn>
                <a:cxn ang="0">
                  <a:pos x="connsiteX21073" y="connsiteY21073"/>
                </a:cxn>
                <a:cxn ang="0">
                  <a:pos x="connsiteX21074" y="connsiteY21074"/>
                </a:cxn>
                <a:cxn ang="0">
                  <a:pos x="connsiteX21075" y="connsiteY21075"/>
                </a:cxn>
                <a:cxn ang="0">
                  <a:pos x="connsiteX21076" y="connsiteY21076"/>
                </a:cxn>
                <a:cxn ang="0">
                  <a:pos x="connsiteX21077" y="connsiteY21077"/>
                </a:cxn>
                <a:cxn ang="0">
                  <a:pos x="connsiteX21078" y="connsiteY21078"/>
                </a:cxn>
                <a:cxn ang="0">
                  <a:pos x="connsiteX21079" y="connsiteY21079"/>
                </a:cxn>
                <a:cxn ang="0">
                  <a:pos x="connsiteX21080" y="connsiteY21080"/>
                </a:cxn>
                <a:cxn ang="0">
                  <a:pos x="connsiteX21081" y="connsiteY21081"/>
                </a:cxn>
                <a:cxn ang="0">
                  <a:pos x="connsiteX21082" y="connsiteY21082"/>
                </a:cxn>
                <a:cxn ang="0">
                  <a:pos x="connsiteX21083" y="connsiteY21083"/>
                </a:cxn>
                <a:cxn ang="0">
                  <a:pos x="connsiteX21084" y="connsiteY21084"/>
                </a:cxn>
                <a:cxn ang="0">
                  <a:pos x="connsiteX21085" y="connsiteY21085"/>
                </a:cxn>
                <a:cxn ang="0">
                  <a:pos x="connsiteX21086" y="connsiteY21086"/>
                </a:cxn>
                <a:cxn ang="0">
                  <a:pos x="connsiteX21087" y="connsiteY21087"/>
                </a:cxn>
                <a:cxn ang="0">
                  <a:pos x="connsiteX21088" y="connsiteY21088"/>
                </a:cxn>
                <a:cxn ang="0">
                  <a:pos x="connsiteX21089" y="connsiteY21089"/>
                </a:cxn>
                <a:cxn ang="0">
                  <a:pos x="connsiteX21090" y="connsiteY21090"/>
                </a:cxn>
                <a:cxn ang="0">
                  <a:pos x="connsiteX21091" y="connsiteY21091"/>
                </a:cxn>
                <a:cxn ang="0">
                  <a:pos x="connsiteX21092" y="connsiteY21092"/>
                </a:cxn>
                <a:cxn ang="0">
                  <a:pos x="connsiteX21093" y="connsiteY21093"/>
                </a:cxn>
                <a:cxn ang="0">
                  <a:pos x="connsiteX21094" y="connsiteY21094"/>
                </a:cxn>
                <a:cxn ang="0">
                  <a:pos x="connsiteX21095" y="connsiteY21095"/>
                </a:cxn>
                <a:cxn ang="0">
                  <a:pos x="connsiteX21096" y="connsiteY21096"/>
                </a:cxn>
                <a:cxn ang="0">
                  <a:pos x="connsiteX21097" y="connsiteY21097"/>
                </a:cxn>
                <a:cxn ang="0">
                  <a:pos x="connsiteX21098" y="connsiteY21098"/>
                </a:cxn>
                <a:cxn ang="0">
                  <a:pos x="connsiteX21099" y="connsiteY21099"/>
                </a:cxn>
                <a:cxn ang="0">
                  <a:pos x="connsiteX21100" y="connsiteY21100"/>
                </a:cxn>
                <a:cxn ang="0">
                  <a:pos x="connsiteX21101" y="connsiteY21101"/>
                </a:cxn>
                <a:cxn ang="0">
                  <a:pos x="connsiteX21102" y="connsiteY21102"/>
                </a:cxn>
                <a:cxn ang="0">
                  <a:pos x="connsiteX21103" y="connsiteY21103"/>
                </a:cxn>
                <a:cxn ang="0">
                  <a:pos x="connsiteX21104" y="connsiteY21104"/>
                </a:cxn>
                <a:cxn ang="0">
                  <a:pos x="connsiteX21105" y="connsiteY21105"/>
                </a:cxn>
                <a:cxn ang="0">
                  <a:pos x="connsiteX21106" y="connsiteY21106"/>
                </a:cxn>
                <a:cxn ang="0">
                  <a:pos x="connsiteX21107" y="connsiteY21107"/>
                </a:cxn>
                <a:cxn ang="0">
                  <a:pos x="connsiteX21108" y="connsiteY21108"/>
                </a:cxn>
                <a:cxn ang="0">
                  <a:pos x="connsiteX21109" y="connsiteY21109"/>
                </a:cxn>
                <a:cxn ang="0">
                  <a:pos x="connsiteX21110" y="connsiteY21110"/>
                </a:cxn>
                <a:cxn ang="0">
                  <a:pos x="connsiteX21111" y="connsiteY21111"/>
                </a:cxn>
                <a:cxn ang="0">
                  <a:pos x="connsiteX21112" y="connsiteY21112"/>
                </a:cxn>
                <a:cxn ang="0">
                  <a:pos x="connsiteX21113" y="connsiteY21113"/>
                </a:cxn>
                <a:cxn ang="0">
                  <a:pos x="connsiteX21114" y="connsiteY21114"/>
                </a:cxn>
                <a:cxn ang="0">
                  <a:pos x="connsiteX21115" y="connsiteY21115"/>
                </a:cxn>
                <a:cxn ang="0">
                  <a:pos x="connsiteX21116" y="connsiteY21116"/>
                </a:cxn>
                <a:cxn ang="0">
                  <a:pos x="connsiteX21117" y="connsiteY21117"/>
                </a:cxn>
                <a:cxn ang="0">
                  <a:pos x="connsiteX21118" y="connsiteY21118"/>
                </a:cxn>
                <a:cxn ang="0">
                  <a:pos x="connsiteX21119" y="connsiteY21119"/>
                </a:cxn>
                <a:cxn ang="0">
                  <a:pos x="connsiteX21120" y="connsiteY21120"/>
                </a:cxn>
                <a:cxn ang="0">
                  <a:pos x="connsiteX21121" y="connsiteY21121"/>
                </a:cxn>
                <a:cxn ang="0">
                  <a:pos x="connsiteX21122" y="connsiteY21122"/>
                </a:cxn>
                <a:cxn ang="0">
                  <a:pos x="connsiteX21123" y="connsiteY21123"/>
                </a:cxn>
                <a:cxn ang="0">
                  <a:pos x="connsiteX21124" y="connsiteY21124"/>
                </a:cxn>
                <a:cxn ang="0">
                  <a:pos x="connsiteX21125" y="connsiteY21125"/>
                </a:cxn>
                <a:cxn ang="0">
                  <a:pos x="connsiteX21126" y="connsiteY21126"/>
                </a:cxn>
                <a:cxn ang="0">
                  <a:pos x="connsiteX21127" y="connsiteY21127"/>
                </a:cxn>
                <a:cxn ang="0">
                  <a:pos x="connsiteX21128" y="connsiteY21128"/>
                </a:cxn>
                <a:cxn ang="0">
                  <a:pos x="connsiteX21129" y="connsiteY21129"/>
                </a:cxn>
                <a:cxn ang="0">
                  <a:pos x="connsiteX21130" y="connsiteY21130"/>
                </a:cxn>
                <a:cxn ang="0">
                  <a:pos x="connsiteX21131" y="connsiteY21131"/>
                </a:cxn>
                <a:cxn ang="0">
                  <a:pos x="connsiteX21132" y="connsiteY21132"/>
                </a:cxn>
                <a:cxn ang="0">
                  <a:pos x="connsiteX21133" y="connsiteY21133"/>
                </a:cxn>
                <a:cxn ang="0">
                  <a:pos x="connsiteX21134" y="connsiteY21134"/>
                </a:cxn>
                <a:cxn ang="0">
                  <a:pos x="connsiteX21135" y="connsiteY21135"/>
                </a:cxn>
                <a:cxn ang="0">
                  <a:pos x="connsiteX21136" y="connsiteY21136"/>
                </a:cxn>
                <a:cxn ang="0">
                  <a:pos x="connsiteX21137" y="connsiteY21137"/>
                </a:cxn>
                <a:cxn ang="0">
                  <a:pos x="connsiteX21138" y="connsiteY21138"/>
                </a:cxn>
                <a:cxn ang="0">
                  <a:pos x="connsiteX21139" y="connsiteY21139"/>
                </a:cxn>
                <a:cxn ang="0">
                  <a:pos x="connsiteX21140" y="connsiteY21140"/>
                </a:cxn>
                <a:cxn ang="0">
                  <a:pos x="connsiteX21141" y="connsiteY21141"/>
                </a:cxn>
                <a:cxn ang="0">
                  <a:pos x="connsiteX21142" y="connsiteY21142"/>
                </a:cxn>
                <a:cxn ang="0">
                  <a:pos x="connsiteX21143" y="connsiteY21143"/>
                </a:cxn>
                <a:cxn ang="0">
                  <a:pos x="connsiteX21144" y="connsiteY21144"/>
                </a:cxn>
                <a:cxn ang="0">
                  <a:pos x="connsiteX21145" y="connsiteY21145"/>
                </a:cxn>
                <a:cxn ang="0">
                  <a:pos x="connsiteX21146" y="connsiteY21146"/>
                </a:cxn>
                <a:cxn ang="0">
                  <a:pos x="connsiteX21147" y="connsiteY21147"/>
                </a:cxn>
                <a:cxn ang="0">
                  <a:pos x="connsiteX21148" y="connsiteY21148"/>
                </a:cxn>
                <a:cxn ang="0">
                  <a:pos x="connsiteX21149" y="connsiteY21149"/>
                </a:cxn>
                <a:cxn ang="0">
                  <a:pos x="connsiteX21150" y="connsiteY21150"/>
                </a:cxn>
                <a:cxn ang="0">
                  <a:pos x="connsiteX21151" y="connsiteY21151"/>
                </a:cxn>
                <a:cxn ang="0">
                  <a:pos x="connsiteX21152" y="connsiteY21152"/>
                </a:cxn>
                <a:cxn ang="0">
                  <a:pos x="connsiteX21153" y="connsiteY21153"/>
                </a:cxn>
                <a:cxn ang="0">
                  <a:pos x="connsiteX21154" y="connsiteY21154"/>
                </a:cxn>
                <a:cxn ang="0">
                  <a:pos x="connsiteX21155" y="connsiteY21155"/>
                </a:cxn>
                <a:cxn ang="0">
                  <a:pos x="connsiteX21156" y="connsiteY21156"/>
                </a:cxn>
                <a:cxn ang="0">
                  <a:pos x="connsiteX21157" y="connsiteY21157"/>
                </a:cxn>
                <a:cxn ang="0">
                  <a:pos x="connsiteX21158" y="connsiteY21158"/>
                </a:cxn>
                <a:cxn ang="0">
                  <a:pos x="connsiteX21159" y="connsiteY21159"/>
                </a:cxn>
                <a:cxn ang="0">
                  <a:pos x="connsiteX21160" y="connsiteY21160"/>
                </a:cxn>
                <a:cxn ang="0">
                  <a:pos x="connsiteX21161" y="connsiteY21161"/>
                </a:cxn>
                <a:cxn ang="0">
                  <a:pos x="connsiteX21162" y="connsiteY21162"/>
                </a:cxn>
                <a:cxn ang="0">
                  <a:pos x="connsiteX21163" y="connsiteY21163"/>
                </a:cxn>
                <a:cxn ang="0">
                  <a:pos x="connsiteX21164" y="connsiteY21164"/>
                </a:cxn>
                <a:cxn ang="0">
                  <a:pos x="connsiteX21165" y="connsiteY21165"/>
                </a:cxn>
                <a:cxn ang="0">
                  <a:pos x="connsiteX21166" y="connsiteY21166"/>
                </a:cxn>
                <a:cxn ang="0">
                  <a:pos x="connsiteX21167" y="connsiteY21167"/>
                </a:cxn>
                <a:cxn ang="0">
                  <a:pos x="connsiteX21168" y="connsiteY21168"/>
                </a:cxn>
                <a:cxn ang="0">
                  <a:pos x="connsiteX21169" y="connsiteY21169"/>
                </a:cxn>
                <a:cxn ang="0">
                  <a:pos x="connsiteX21170" y="connsiteY21170"/>
                </a:cxn>
                <a:cxn ang="0">
                  <a:pos x="connsiteX21171" y="connsiteY21171"/>
                </a:cxn>
                <a:cxn ang="0">
                  <a:pos x="connsiteX21172" y="connsiteY21172"/>
                </a:cxn>
                <a:cxn ang="0">
                  <a:pos x="connsiteX21173" y="connsiteY21173"/>
                </a:cxn>
                <a:cxn ang="0">
                  <a:pos x="connsiteX21174" y="connsiteY21174"/>
                </a:cxn>
                <a:cxn ang="0">
                  <a:pos x="connsiteX21175" y="connsiteY21175"/>
                </a:cxn>
                <a:cxn ang="0">
                  <a:pos x="connsiteX21176" y="connsiteY21176"/>
                </a:cxn>
                <a:cxn ang="0">
                  <a:pos x="connsiteX21177" y="connsiteY21177"/>
                </a:cxn>
                <a:cxn ang="0">
                  <a:pos x="connsiteX21178" y="connsiteY21178"/>
                </a:cxn>
                <a:cxn ang="0">
                  <a:pos x="connsiteX21179" y="connsiteY21179"/>
                </a:cxn>
                <a:cxn ang="0">
                  <a:pos x="connsiteX21180" y="connsiteY21180"/>
                </a:cxn>
                <a:cxn ang="0">
                  <a:pos x="connsiteX21181" y="connsiteY21181"/>
                </a:cxn>
                <a:cxn ang="0">
                  <a:pos x="connsiteX21182" y="connsiteY21182"/>
                </a:cxn>
                <a:cxn ang="0">
                  <a:pos x="connsiteX21183" y="connsiteY21183"/>
                </a:cxn>
                <a:cxn ang="0">
                  <a:pos x="connsiteX21184" y="connsiteY21184"/>
                </a:cxn>
                <a:cxn ang="0">
                  <a:pos x="connsiteX21185" y="connsiteY21185"/>
                </a:cxn>
                <a:cxn ang="0">
                  <a:pos x="connsiteX21186" y="connsiteY21186"/>
                </a:cxn>
                <a:cxn ang="0">
                  <a:pos x="connsiteX21187" y="connsiteY21187"/>
                </a:cxn>
                <a:cxn ang="0">
                  <a:pos x="connsiteX21188" y="connsiteY21188"/>
                </a:cxn>
                <a:cxn ang="0">
                  <a:pos x="connsiteX21189" y="connsiteY21189"/>
                </a:cxn>
                <a:cxn ang="0">
                  <a:pos x="connsiteX21190" y="connsiteY21190"/>
                </a:cxn>
                <a:cxn ang="0">
                  <a:pos x="connsiteX21191" y="connsiteY21191"/>
                </a:cxn>
                <a:cxn ang="0">
                  <a:pos x="connsiteX21192" y="connsiteY21192"/>
                </a:cxn>
                <a:cxn ang="0">
                  <a:pos x="connsiteX21193" y="connsiteY21193"/>
                </a:cxn>
                <a:cxn ang="0">
                  <a:pos x="connsiteX21194" y="connsiteY21194"/>
                </a:cxn>
                <a:cxn ang="0">
                  <a:pos x="connsiteX21195" y="connsiteY21195"/>
                </a:cxn>
                <a:cxn ang="0">
                  <a:pos x="connsiteX21196" y="connsiteY21196"/>
                </a:cxn>
                <a:cxn ang="0">
                  <a:pos x="connsiteX21197" y="connsiteY21197"/>
                </a:cxn>
                <a:cxn ang="0">
                  <a:pos x="connsiteX21198" y="connsiteY21198"/>
                </a:cxn>
                <a:cxn ang="0">
                  <a:pos x="connsiteX21199" y="connsiteY21199"/>
                </a:cxn>
                <a:cxn ang="0">
                  <a:pos x="connsiteX21200" y="connsiteY21200"/>
                </a:cxn>
                <a:cxn ang="0">
                  <a:pos x="connsiteX21201" y="connsiteY21201"/>
                </a:cxn>
                <a:cxn ang="0">
                  <a:pos x="connsiteX21202" y="connsiteY21202"/>
                </a:cxn>
                <a:cxn ang="0">
                  <a:pos x="connsiteX21203" y="connsiteY21203"/>
                </a:cxn>
                <a:cxn ang="0">
                  <a:pos x="connsiteX21204" y="connsiteY21204"/>
                </a:cxn>
                <a:cxn ang="0">
                  <a:pos x="connsiteX21205" y="connsiteY21205"/>
                </a:cxn>
                <a:cxn ang="0">
                  <a:pos x="connsiteX21206" y="connsiteY21206"/>
                </a:cxn>
                <a:cxn ang="0">
                  <a:pos x="connsiteX21207" y="connsiteY21207"/>
                </a:cxn>
                <a:cxn ang="0">
                  <a:pos x="connsiteX21208" y="connsiteY21208"/>
                </a:cxn>
                <a:cxn ang="0">
                  <a:pos x="connsiteX21209" y="connsiteY21209"/>
                </a:cxn>
                <a:cxn ang="0">
                  <a:pos x="connsiteX21210" y="connsiteY21210"/>
                </a:cxn>
                <a:cxn ang="0">
                  <a:pos x="connsiteX21211" y="connsiteY21211"/>
                </a:cxn>
                <a:cxn ang="0">
                  <a:pos x="connsiteX21212" y="connsiteY21212"/>
                </a:cxn>
                <a:cxn ang="0">
                  <a:pos x="connsiteX21213" y="connsiteY21213"/>
                </a:cxn>
                <a:cxn ang="0">
                  <a:pos x="connsiteX21214" y="connsiteY21214"/>
                </a:cxn>
                <a:cxn ang="0">
                  <a:pos x="connsiteX21215" y="connsiteY21215"/>
                </a:cxn>
                <a:cxn ang="0">
                  <a:pos x="connsiteX21216" y="connsiteY21216"/>
                </a:cxn>
                <a:cxn ang="0">
                  <a:pos x="connsiteX21217" y="connsiteY21217"/>
                </a:cxn>
                <a:cxn ang="0">
                  <a:pos x="connsiteX21218" y="connsiteY21218"/>
                </a:cxn>
                <a:cxn ang="0">
                  <a:pos x="connsiteX21219" y="connsiteY21219"/>
                </a:cxn>
                <a:cxn ang="0">
                  <a:pos x="connsiteX21220" y="connsiteY21220"/>
                </a:cxn>
                <a:cxn ang="0">
                  <a:pos x="connsiteX21221" y="connsiteY21221"/>
                </a:cxn>
                <a:cxn ang="0">
                  <a:pos x="connsiteX21222" y="connsiteY21222"/>
                </a:cxn>
                <a:cxn ang="0">
                  <a:pos x="connsiteX21223" y="connsiteY21223"/>
                </a:cxn>
                <a:cxn ang="0">
                  <a:pos x="connsiteX21224" y="connsiteY21224"/>
                </a:cxn>
                <a:cxn ang="0">
                  <a:pos x="connsiteX21225" y="connsiteY21225"/>
                </a:cxn>
                <a:cxn ang="0">
                  <a:pos x="connsiteX21226" y="connsiteY21226"/>
                </a:cxn>
                <a:cxn ang="0">
                  <a:pos x="connsiteX21227" y="connsiteY21227"/>
                </a:cxn>
                <a:cxn ang="0">
                  <a:pos x="connsiteX21228" y="connsiteY21228"/>
                </a:cxn>
                <a:cxn ang="0">
                  <a:pos x="connsiteX21229" y="connsiteY21229"/>
                </a:cxn>
                <a:cxn ang="0">
                  <a:pos x="connsiteX21230" y="connsiteY21230"/>
                </a:cxn>
                <a:cxn ang="0">
                  <a:pos x="connsiteX21231" y="connsiteY21231"/>
                </a:cxn>
                <a:cxn ang="0">
                  <a:pos x="connsiteX21232" y="connsiteY21232"/>
                </a:cxn>
                <a:cxn ang="0">
                  <a:pos x="connsiteX21233" y="connsiteY21233"/>
                </a:cxn>
                <a:cxn ang="0">
                  <a:pos x="connsiteX21234" y="connsiteY21234"/>
                </a:cxn>
                <a:cxn ang="0">
                  <a:pos x="connsiteX21235" y="connsiteY21235"/>
                </a:cxn>
                <a:cxn ang="0">
                  <a:pos x="connsiteX21236" y="connsiteY21236"/>
                </a:cxn>
                <a:cxn ang="0">
                  <a:pos x="connsiteX21237" y="connsiteY21237"/>
                </a:cxn>
                <a:cxn ang="0">
                  <a:pos x="connsiteX21238" y="connsiteY21238"/>
                </a:cxn>
                <a:cxn ang="0">
                  <a:pos x="connsiteX21239" y="connsiteY21239"/>
                </a:cxn>
                <a:cxn ang="0">
                  <a:pos x="connsiteX21240" y="connsiteY21240"/>
                </a:cxn>
                <a:cxn ang="0">
                  <a:pos x="connsiteX21241" y="connsiteY21241"/>
                </a:cxn>
                <a:cxn ang="0">
                  <a:pos x="connsiteX21242" y="connsiteY21242"/>
                </a:cxn>
                <a:cxn ang="0">
                  <a:pos x="connsiteX21243" y="connsiteY21243"/>
                </a:cxn>
                <a:cxn ang="0">
                  <a:pos x="connsiteX21244" y="connsiteY21244"/>
                </a:cxn>
                <a:cxn ang="0">
                  <a:pos x="connsiteX21245" y="connsiteY21245"/>
                </a:cxn>
                <a:cxn ang="0">
                  <a:pos x="connsiteX21246" y="connsiteY21246"/>
                </a:cxn>
                <a:cxn ang="0">
                  <a:pos x="connsiteX21247" y="connsiteY21247"/>
                </a:cxn>
                <a:cxn ang="0">
                  <a:pos x="connsiteX21248" y="connsiteY21248"/>
                </a:cxn>
                <a:cxn ang="0">
                  <a:pos x="connsiteX21249" y="connsiteY21249"/>
                </a:cxn>
                <a:cxn ang="0">
                  <a:pos x="connsiteX21250" y="connsiteY21250"/>
                </a:cxn>
                <a:cxn ang="0">
                  <a:pos x="connsiteX21251" y="connsiteY21251"/>
                </a:cxn>
                <a:cxn ang="0">
                  <a:pos x="connsiteX21252" y="connsiteY21252"/>
                </a:cxn>
                <a:cxn ang="0">
                  <a:pos x="connsiteX21253" y="connsiteY21253"/>
                </a:cxn>
                <a:cxn ang="0">
                  <a:pos x="connsiteX21254" y="connsiteY21254"/>
                </a:cxn>
                <a:cxn ang="0">
                  <a:pos x="connsiteX21255" y="connsiteY21255"/>
                </a:cxn>
                <a:cxn ang="0">
                  <a:pos x="connsiteX21256" y="connsiteY21256"/>
                </a:cxn>
                <a:cxn ang="0">
                  <a:pos x="connsiteX21257" y="connsiteY21257"/>
                </a:cxn>
                <a:cxn ang="0">
                  <a:pos x="connsiteX21258" y="connsiteY21258"/>
                </a:cxn>
                <a:cxn ang="0">
                  <a:pos x="connsiteX21259" y="connsiteY21259"/>
                </a:cxn>
                <a:cxn ang="0">
                  <a:pos x="connsiteX21260" y="connsiteY21260"/>
                </a:cxn>
                <a:cxn ang="0">
                  <a:pos x="connsiteX21261" y="connsiteY21261"/>
                </a:cxn>
                <a:cxn ang="0">
                  <a:pos x="connsiteX21262" y="connsiteY21262"/>
                </a:cxn>
                <a:cxn ang="0">
                  <a:pos x="connsiteX21263" y="connsiteY21263"/>
                </a:cxn>
                <a:cxn ang="0">
                  <a:pos x="connsiteX21264" y="connsiteY21264"/>
                </a:cxn>
                <a:cxn ang="0">
                  <a:pos x="connsiteX21265" y="connsiteY21265"/>
                </a:cxn>
                <a:cxn ang="0">
                  <a:pos x="connsiteX21266" y="connsiteY21266"/>
                </a:cxn>
                <a:cxn ang="0">
                  <a:pos x="connsiteX21267" y="connsiteY21267"/>
                </a:cxn>
                <a:cxn ang="0">
                  <a:pos x="connsiteX21268" y="connsiteY21268"/>
                </a:cxn>
                <a:cxn ang="0">
                  <a:pos x="connsiteX21269" y="connsiteY21269"/>
                </a:cxn>
                <a:cxn ang="0">
                  <a:pos x="connsiteX21270" y="connsiteY21270"/>
                </a:cxn>
                <a:cxn ang="0">
                  <a:pos x="connsiteX21271" y="connsiteY21271"/>
                </a:cxn>
                <a:cxn ang="0">
                  <a:pos x="connsiteX21272" y="connsiteY21272"/>
                </a:cxn>
                <a:cxn ang="0">
                  <a:pos x="connsiteX21273" y="connsiteY21273"/>
                </a:cxn>
                <a:cxn ang="0">
                  <a:pos x="connsiteX21274" y="connsiteY21274"/>
                </a:cxn>
                <a:cxn ang="0">
                  <a:pos x="connsiteX21275" y="connsiteY21275"/>
                </a:cxn>
                <a:cxn ang="0">
                  <a:pos x="connsiteX21276" y="connsiteY21276"/>
                </a:cxn>
                <a:cxn ang="0">
                  <a:pos x="connsiteX21277" y="connsiteY21277"/>
                </a:cxn>
                <a:cxn ang="0">
                  <a:pos x="connsiteX21278" y="connsiteY21278"/>
                </a:cxn>
                <a:cxn ang="0">
                  <a:pos x="connsiteX21279" y="connsiteY21279"/>
                </a:cxn>
                <a:cxn ang="0">
                  <a:pos x="connsiteX21280" y="connsiteY21280"/>
                </a:cxn>
                <a:cxn ang="0">
                  <a:pos x="connsiteX21281" y="connsiteY21281"/>
                </a:cxn>
                <a:cxn ang="0">
                  <a:pos x="connsiteX21282" y="connsiteY21282"/>
                </a:cxn>
                <a:cxn ang="0">
                  <a:pos x="connsiteX21283" y="connsiteY21283"/>
                </a:cxn>
                <a:cxn ang="0">
                  <a:pos x="connsiteX21284" y="connsiteY21284"/>
                </a:cxn>
                <a:cxn ang="0">
                  <a:pos x="connsiteX21285" y="connsiteY21285"/>
                </a:cxn>
                <a:cxn ang="0">
                  <a:pos x="connsiteX21286" y="connsiteY21286"/>
                </a:cxn>
                <a:cxn ang="0">
                  <a:pos x="connsiteX21287" y="connsiteY21287"/>
                </a:cxn>
                <a:cxn ang="0">
                  <a:pos x="connsiteX21288" y="connsiteY21288"/>
                </a:cxn>
                <a:cxn ang="0">
                  <a:pos x="connsiteX21289" y="connsiteY21289"/>
                </a:cxn>
                <a:cxn ang="0">
                  <a:pos x="connsiteX21290" y="connsiteY21290"/>
                </a:cxn>
                <a:cxn ang="0">
                  <a:pos x="connsiteX21291" y="connsiteY21291"/>
                </a:cxn>
                <a:cxn ang="0">
                  <a:pos x="connsiteX21292" y="connsiteY21292"/>
                </a:cxn>
                <a:cxn ang="0">
                  <a:pos x="connsiteX21293" y="connsiteY21293"/>
                </a:cxn>
                <a:cxn ang="0">
                  <a:pos x="connsiteX21294" y="connsiteY21294"/>
                </a:cxn>
                <a:cxn ang="0">
                  <a:pos x="connsiteX21295" y="connsiteY21295"/>
                </a:cxn>
                <a:cxn ang="0">
                  <a:pos x="connsiteX21296" y="connsiteY21296"/>
                </a:cxn>
                <a:cxn ang="0">
                  <a:pos x="connsiteX21297" y="connsiteY21297"/>
                </a:cxn>
                <a:cxn ang="0">
                  <a:pos x="connsiteX21298" y="connsiteY21298"/>
                </a:cxn>
                <a:cxn ang="0">
                  <a:pos x="connsiteX21299" y="connsiteY21299"/>
                </a:cxn>
                <a:cxn ang="0">
                  <a:pos x="connsiteX21300" y="connsiteY21300"/>
                </a:cxn>
                <a:cxn ang="0">
                  <a:pos x="connsiteX21301" y="connsiteY21301"/>
                </a:cxn>
                <a:cxn ang="0">
                  <a:pos x="connsiteX21302" y="connsiteY21302"/>
                </a:cxn>
                <a:cxn ang="0">
                  <a:pos x="connsiteX21303" y="connsiteY21303"/>
                </a:cxn>
                <a:cxn ang="0">
                  <a:pos x="connsiteX21304" y="connsiteY21304"/>
                </a:cxn>
                <a:cxn ang="0">
                  <a:pos x="connsiteX21305" y="connsiteY21305"/>
                </a:cxn>
                <a:cxn ang="0">
                  <a:pos x="connsiteX21306" y="connsiteY21306"/>
                </a:cxn>
                <a:cxn ang="0">
                  <a:pos x="connsiteX21307" y="connsiteY21307"/>
                </a:cxn>
                <a:cxn ang="0">
                  <a:pos x="connsiteX21308" y="connsiteY21308"/>
                </a:cxn>
                <a:cxn ang="0">
                  <a:pos x="connsiteX21309" y="connsiteY21309"/>
                </a:cxn>
                <a:cxn ang="0">
                  <a:pos x="connsiteX21310" y="connsiteY21310"/>
                </a:cxn>
                <a:cxn ang="0">
                  <a:pos x="connsiteX21311" y="connsiteY21311"/>
                </a:cxn>
                <a:cxn ang="0">
                  <a:pos x="connsiteX21312" y="connsiteY21312"/>
                </a:cxn>
                <a:cxn ang="0">
                  <a:pos x="connsiteX21313" y="connsiteY21313"/>
                </a:cxn>
                <a:cxn ang="0">
                  <a:pos x="connsiteX21314" y="connsiteY21314"/>
                </a:cxn>
                <a:cxn ang="0">
                  <a:pos x="connsiteX21315" y="connsiteY21315"/>
                </a:cxn>
                <a:cxn ang="0">
                  <a:pos x="connsiteX21316" y="connsiteY21316"/>
                </a:cxn>
                <a:cxn ang="0">
                  <a:pos x="connsiteX21317" y="connsiteY21317"/>
                </a:cxn>
                <a:cxn ang="0">
                  <a:pos x="connsiteX21318" y="connsiteY21318"/>
                </a:cxn>
                <a:cxn ang="0">
                  <a:pos x="connsiteX21319" y="connsiteY21319"/>
                </a:cxn>
                <a:cxn ang="0">
                  <a:pos x="connsiteX21320" y="connsiteY21320"/>
                </a:cxn>
                <a:cxn ang="0">
                  <a:pos x="connsiteX21321" y="connsiteY21321"/>
                </a:cxn>
                <a:cxn ang="0">
                  <a:pos x="connsiteX21322" y="connsiteY21322"/>
                </a:cxn>
                <a:cxn ang="0">
                  <a:pos x="connsiteX21323" y="connsiteY21323"/>
                </a:cxn>
                <a:cxn ang="0">
                  <a:pos x="connsiteX21324" y="connsiteY21324"/>
                </a:cxn>
                <a:cxn ang="0">
                  <a:pos x="connsiteX21325" y="connsiteY21325"/>
                </a:cxn>
                <a:cxn ang="0">
                  <a:pos x="connsiteX21326" y="connsiteY21326"/>
                </a:cxn>
                <a:cxn ang="0">
                  <a:pos x="connsiteX21327" y="connsiteY21327"/>
                </a:cxn>
                <a:cxn ang="0">
                  <a:pos x="connsiteX21328" y="connsiteY21328"/>
                </a:cxn>
                <a:cxn ang="0">
                  <a:pos x="connsiteX21329" y="connsiteY21329"/>
                </a:cxn>
                <a:cxn ang="0">
                  <a:pos x="connsiteX21330" y="connsiteY21330"/>
                </a:cxn>
                <a:cxn ang="0">
                  <a:pos x="connsiteX21331" y="connsiteY21331"/>
                </a:cxn>
                <a:cxn ang="0">
                  <a:pos x="connsiteX21332" y="connsiteY21332"/>
                </a:cxn>
                <a:cxn ang="0">
                  <a:pos x="connsiteX21333" y="connsiteY21333"/>
                </a:cxn>
                <a:cxn ang="0">
                  <a:pos x="connsiteX21334" y="connsiteY21334"/>
                </a:cxn>
                <a:cxn ang="0">
                  <a:pos x="connsiteX21335" y="connsiteY21335"/>
                </a:cxn>
                <a:cxn ang="0">
                  <a:pos x="connsiteX21336" y="connsiteY21336"/>
                </a:cxn>
                <a:cxn ang="0">
                  <a:pos x="connsiteX21337" y="connsiteY21337"/>
                </a:cxn>
                <a:cxn ang="0">
                  <a:pos x="connsiteX21338" y="connsiteY21338"/>
                </a:cxn>
                <a:cxn ang="0">
                  <a:pos x="connsiteX21339" y="connsiteY21339"/>
                </a:cxn>
                <a:cxn ang="0">
                  <a:pos x="connsiteX21340" y="connsiteY21340"/>
                </a:cxn>
                <a:cxn ang="0">
                  <a:pos x="connsiteX21341" y="connsiteY21341"/>
                </a:cxn>
                <a:cxn ang="0">
                  <a:pos x="connsiteX21342" y="connsiteY21342"/>
                </a:cxn>
                <a:cxn ang="0">
                  <a:pos x="connsiteX21343" y="connsiteY21343"/>
                </a:cxn>
                <a:cxn ang="0">
                  <a:pos x="connsiteX21344" y="connsiteY21344"/>
                </a:cxn>
                <a:cxn ang="0">
                  <a:pos x="connsiteX21345" y="connsiteY21345"/>
                </a:cxn>
                <a:cxn ang="0">
                  <a:pos x="connsiteX21346" y="connsiteY21346"/>
                </a:cxn>
                <a:cxn ang="0">
                  <a:pos x="connsiteX21347" y="connsiteY21347"/>
                </a:cxn>
                <a:cxn ang="0">
                  <a:pos x="connsiteX21348" y="connsiteY21348"/>
                </a:cxn>
                <a:cxn ang="0">
                  <a:pos x="connsiteX21349" y="connsiteY21349"/>
                </a:cxn>
                <a:cxn ang="0">
                  <a:pos x="connsiteX21350" y="connsiteY21350"/>
                </a:cxn>
                <a:cxn ang="0">
                  <a:pos x="connsiteX21351" y="connsiteY21351"/>
                </a:cxn>
                <a:cxn ang="0">
                  <a:pos x="connsiteX21352" y="connsiteY21352"/>
                </a:cxn>
                <a:cxn ang="0">
                  <a:pos x="connsiteX21353" y="connsiteY21353"/>
                </a:cxn>
                <a:cxn ang="0">
                  <a:pos x="connsiteX21354" y="connsiteY21354"/>
                </a:cxn>
                <a:cxn ang="0">
                  <a:pos x="connsiteX21355" y="connsiteY21355"/>
                </a:cxn>
                <a:cxn ang="0">
                  <a:pos x="connsiteX21356" y="connsiteY21356"/>
                </a:cxn>
                <a:cxn ang="0">
                  <a:pos x="connsiteX21357" y="connsiteY21357"/>
                </a:cxn>
                <a:cxn ang="0">
                  <a:pos x="connsiteX21358" y="connsiteY21358"/>
                </a:cxn>
                <a:cxn ang="0">
                  <a:pos x="connsiteX21359" y="connsiteY21359"/>
                </a:cxn>
                <a:cxn ang="0">
                  <a:pos x="connsiteX21360" y="connsiteY21360"/>
                </a:cxn>
                <a:cxn ang="0">
                  <a:pos x="connsiteX21361" y="connsiteY21361"/>
                </a:cxn>
                <a:cxn ang="0">
                  <a:pos x="connsiteX21362" y="connsiteY21362"/>
                </a:cxn>
                <a:cxn ang="0">
                  <a:pos x="connsiteX21363" y="connsiteY21363"/>
                </a:cxn>
                <a:cxn ang="0">
                  <a:pos x="connsiteX21364" y="connsiteY21364"/>
                </a:cxn>
                <a:cxn ang="0">
                  <a:pos x="connsiteX21365" y="connsiteY21365"/>
                </a:cxn>
                <a:cxn ang="0">
                  <a:pos x="connsiteX21366" y="connsiteY21366"/>
                </a:cxn>
                <a:cxn ang="0">
                  <a:pos x="connsiteX21367" y="connsiteY21367"/>
                </a:cxn>
                <a:cxn ang="0">
                  <a:pos x="connsiteX21368" y="connsiteY21368"/>
                </a:cxn>
                <a:cxn ang="0">
                  <a:pos x="connsiteX21369" y="connsiteY21369"/>
                </a:cxn>
                <a:cxn ang="0">
                  <a:pos x="connsiteX21370" y="connsiteY21370"/>
                </a:cxn>
                <a:cxn ang="0">
                  <a:pos x="connsiteX21371" y="connsiteY21371"/>
                </a:cxn>
                <a:cxn ang="0">
                  <a:pos x="connsiteX21372" y="connsiteY21372"/>
                </a:cxn>
                <a:cxn ang="0">
                  <a:pos x="connsiteX21373" y="connsiteY21373"/>
                </a:cxn>
                <a:cxn ang="0">
                  <a:pos x="connsiteX21374" y="connsiteY21374"/>
                </a:cxn>
                <a:cxn ang="0">
                  <a:pos x="connsiteX21375" y="connsiteY21375"/>
                </a:cxn>
                <a:cxn ang="0">
                  <a:pos x="connsiteX21376" y="connsiteY21376"/>
                </a:cxn>
                <a:cxn ang="0">
                  <a:pos x="connsiteX21377" y="connsiteY21377"/>
                </a:cxn>
                <a:cxn ang="0">
                  <a:pos x="connsiteX21378" y="connsiteY21378"/>
                </a:cxn>
                <a:cxn ang="0">
                  <a:pos x="connsiteX21379" y="connsiteY21379"/>
                </a:cxn>
                <a:cxn ang="0">
                  <a:pos x="connsiteX21380" y="connsiteY21380"/>
                </a:cxn>
                <a:cxn ang="0">
                  <a:pos x="connsiteX21381" y="connsiteY21381"/>
                </a:cxn>
                <a:cxn ang="0">
                  <a:pos x="connsiteX21382" y="connsiteY21382"/>
                </a:cxn>
                <a:cxn ang="0">
                  <a:pos x="connsiteX21383" y="connsiteY21383"/>
                </a:cxn>
                <a:cxn ang="0">
                  <a:pos x="connsiteX21384" y="connsiteY21384"/>
                </a:cxn>
                <a:cxn ang="0">
                  <a:pos x="connsiteX21385" y="connsiteY21385"/>
                </a:cxn>
                <a:cxn ang="0">
                  <a:pos x="connsiteX21386" y="connsiteY21386"/>
                </a:cxn>
                <a:cxn ang="0">
                  <a:pos x="connsiteX21387" y="connsiteY21387"/>
                </a:cxn>
                <a:cxn ang="0">
                  <a:pos x="connsiteX21388" y="connsiteY21388"/>
                </a:cxn>
                <a:cxn ang="0">
                  <a:pos x="connsiteX21389" y="connsiteY21389"/>
                </a:cxn>
                <a:cxn ang="0">
                  <a:pos x="connsiteX21390" y="connsiteY21390"/>
                </a:cxn>
                <a:cxn ang="0">
                  <a:pos x="connsiteX21391" y="connsiteY21391"/>
                </a:cxn>
                <a:cxn ang="0">
                  <a:pos x="connsiteX21392" y="connsiteY21392"/>
                </a:cxn>
                <a:cxn ang="0">
                  <a:pos x="connsiteX21393" y="connsiteY21393"/>
                </a:cxn>
                <a:cxn ang="0">
                  <a:pos x="connsiteX21394" y="connsiteY21394"/>
                </a:cxn>
                <a:cxn ang="0">
                  <a:pos x="connsiteX21395" y="connsiteY21395"/>
                </a:cxn>
                <a:cxn ang="0">
                  <a:pos x="connsiteX21396" y="connsiteY21396"/>
                </a:cxn>
                <a:cxn ang="0">
                  <a:pos x="connsiteX21397" y="connsiteY21397"/>
                </a:cxn>
                <a:cxn ang="0">
                  <a:pos x="connsiteX21398" y="connsiteY21398"/>
                </a:cxn>
                <a:cxn ang="0">
                  <a:pos x="connsiteX21399" y="connsiteY21399"/>
                </a:cxn>
                <a:cxn ang="0">
                  <a:pos x="connsiteX21400" y="connsiteY21400"/>
                </a:cxn>
                <a:cxn ang="0">
                  <a:pos x="connsiteX21401" y="connsiteY21401"/>
                </a:cxn>
                <a:cxn ang="0">
                  <a:pos x="connsiteX21402" y="connsiteY21402"/>
                </a:cxn>
                <a:cxn ang="0">
                  <a:pos x="connsiteX21403" y="connsiteY21403"/>
                </a:cxn>
                <a:cxn ang="0">
                  <a:pos x="connsiteX21404" y="connsiteY21404"/>
                </a:cxn>
                <a:cxn ang="0">
                  <a:pos x="connsiteX21405" y="connsiteY21405"/>
                </a:cxn>
                <a:cxn ang="0">
                  <a:pos x="connsiteX21406" y="connsiteY21406"/>
                </a:cxn>
                <a:cxn ang="0">
                  <a:pos x="connsiteX21407" y="connsiteY21407"/>
                </a:cxn>
                <a:cxn ang="0">
                  <a:pos x="connsiteX21408" y="connsiteY21408"/>
                </a:cxn>
                <a:cxn ang="0">
                  <a:pos x="connsiteX21409" y="connsiteY21409"/>
                </a:cxn>
                <a:cxn ang="0">
                  <a:pos x="connsiteX21410" y="connsiteY21410"/>
                </a:cxn>
                <a:cxn ang="0">
                  <a:pos x="connsiteX21411" y="connsiteY21411"/>
                </a:cxn>
                <a:cxn ang="0">
                  <a:pos x="connsiteX21412" y="connsiteY21412"/>
                </a:cxn>
                <a:cxn ang="0">
                  <a:pos x="connsiteX21413" y="connsiteY21413"/>
                </a:cxn>
                <a:cxn ang="0">
                  <a:pos x="connsiteX21414" y="connsiteY21414"/>
                </a:cxn>
                <a:cxn ang="0">
                  <a:pos x="connsiteX21415" y="connsiteY21415"/>
                </a:cxn>
                <a:cxn ang="0">
                  <a:pos x="connsiteX21416" y="connsiteY21416"/>
                </a:cxn>
                <a:cxn ang="0">
                  <a:pos x="connsiteX21417" y="connsiteY21417"/>
                </a:cxn>
                <a:cxn ang="0">
                  <a:pos x="connsiteX21418" y="connsiteY21418"/>
                </a:cxn>
                <a:cxn ang="0">
                  <a:pos x="connsiteX21419" y="connsiteY21419"/>
                </a:cxn>
                <a:cxn ang="0">
                  <a:pos x="connsiteX21420" y="connsiteY21420"/>
                </a:cxn>
                <a:cxn ang="0">
                  <a:pos x="connsiteX21421" y="connsiteY21421"/>
                </a:cxn>
                <a:cxn ang="0">
                  <a:pos x="connsiteX21422" y="connsiteY21422"/>
                </a:cxn>
                <a:cxn ang="0">
                  <a:pos x="connsiteX21423" y="connsiteY21423"/>
                </a:cxn>
                <a:cxn ang="0">
                  <a:pos x="connsiteX21424" y="connsiteY21424"/>
                </a:cxn>
                <a:cxn ang="0">
                  <a:pos x="connsiteX21425" y="connsiteY21425"/>
                </a:cxn>
                <a:cxn ang="0">
                  <a:pos x="connsiteX21426" y="connsiteY21426"/>
                </a:cxn>
                <a:cxn ang="0">
                  <a:pos x="connsiteX21427" y="connsiteY21427"/>
                </a:cxn>
                <a:cxn ang="0">
                  <a:pos x="connsiteX21428" y="connsiteY21428"/>
                </a:cxn>
                <a:cxn ang="0">
                  <a:pos x="connsiteX21429" y="connsiteY21429"/>
                </a:cxn>
                <a:cxn ang="0">
                  <a:pos x="connsiteX21430" y="connsiteY21430"/>
                </a:cxn>
                <a:cxn ang="0">
                  <a:pos x="connsiteX21431" y="connsiteY21431"/>
                </a:cxn>
                <a:cxn ang="0">
                  <a:pos x="connsiteX21432" y="connsiteY21432"/>
                </a:cxn>
                <a:cxn ang="0">
                  <a:pos x="connsiteX21433" y="connsiteY21433"/>
                </a:cxn>
                <a:cxn ang="0">
                  <a:pos x="connsiteX21434" y="connsiteY21434"/>
                </a:cxn>
                <a:cxn ang="0">
                  <a:pos x="connsiteX21435" y="connsiteY21435"/>
                </a:cxn>
                <a:cxn ang="0">
                  <a:pos x="connsiteX21436" y="connsiteY21436"/>
                </a:cxn>
                <a:cxn ang="0">
                  <a:pos x="connsiteX21437" y="connsiteY21437"/>
                </a:cxn>
                <a:cxn ang="0">
                  <a:pos x="connsiteX21438" y="connsiteY21438"/>
                </a:cxn>
                <a:cxn ang="0">
                  <a:pos x="connsiteX21439" y="connsiteY21439"/>
                </a:cxn>
                <a:cxn ang="0">
                  <a:pos x="connsiteX21440" y="connsiteY21440"/>
                </a:cxn>
                <a:cxn ang="0">
                  <a:pos x="connsiteX21441" y="connsiteY21441"/>
                </a:cxn>
                <a:cxn ang="0">
                  <a:pos x="connsiteX21442" y="connsiteY21442"/>
                </a:cxn>
                <a:cxn ang="0">
                  <a:pos x="connsiteX21443" y="connsiteY21443"/>
                </a:cxn>
                <a:cxn ang="0">
                  <a:pos x="connsiteX21444" y="connsiteY21444"/>
                </a:cxn>
                <a:cxn ang="0">
                  <a:pos x="connsiteX21445" y="connsiteY21445"/>
                </a:cxn>
                <a:cxn ang="0">
                  <a:pos x="connsiteX21446" y="connsiteY21446"/>
                </a:cxn>
                <a:cxn ang="0">
                  <a:pos x="connsiteX21447" y="connsiteY21447"/>
                </a:cxn>
                <a:cxn ang="0">
                  <a:pos x="connsiteX21448" y="connsiteY21448"/>
                </a:cxn>
                <a:cxn ang="0">
                  <a:pos x="connsiteX21449" y="connsiteY21449"/>
                </a:cxn>
                <a:cxn ang="0">
                  <a:pos x="connsiteX21450" y="connsiteY21450"/>
                </a:cxn>
                <a:cxn ang="0">
                  <a:pos x="connsiteX21451" y="connsiteY21451"/>
                </a:cxn>
                <a:cxn ang="0">
                  <a:pos x="connsiteX21452" y="connsiteY21452"/>
                </a:cxn>
                <a:cxn ang="0">
                  <a:pos x="connsiteX21453" y="connsiteY21453"/>
                </a:cxn>
                <a:cxn ang="0">
                  <a:pos x="connsiteX21454" y="connsiteY21454"/>
                </a:cxn>
                <a:cxn ang="0">
                  <a:pos x="connsiteX21455" y="connsiteY21455"/>
                </a:cxn>
                <a:cxn ang="0">
                  <a:pos x="connsiteX21456" y="connsiteY21456"/>
                </a:cxn>
                <a:cxn ang="0">
                  <a:pos x="connsiteX21457" y="connsiteY21457"/>
                </a:cxn>
                <a:cxn ang="0">
                  <a:pos x="connsiteX21458" y="connsiteY21458"/>
                </a:cxn>
                <a:cxn ang="0">
                  <a:pos x="connsiteX21459" y="connsiteY21459"/>
                </a:cxn>
                <a:cxn ang="0">
                  <a:pos x="connsiteX21460" y="connsiteY21460"/>
                </a:cxn>
                <a:cxn ang="0">
                  <a:pos x="connsiteX21461" y="connsiteY21461"/>
                </a:cxn>
                <a:cxn ang="0">
                  <a:pos x="connsiteX21462" y="connsiteY21462"/>
                </a:cxn>
                <a:cxn ang="0">
                  <a:pos x="connsiteX21463" y="connsiteY21463"/>
                </a:cxn>
                <a:cxn ang="0">
                  <a:pos x="connsiteX21464" y="connsiteY21464"/>
                </a:cxn>
                <a:cxn ang="0">
                  <a:pos x="connsiteX21465" y="connsiteY21465"/>
                </a:cxn>
                <a:cxn ang="0">
                  <a:pos x="connsiteX21466" y="connsiteY21466"/>
                </a:cxn>
                <a:cxn ang="0">
                  <a:pos x="connsiteX21467" y="connsiteY21467"/>
                </a:cxn>
                <a:cxn ang="0">
                  <a:pos x="connsiteX21468" y="connsiteY21468"/>
                </a:cxn>
                <a:cxn ang="0">
                  <a:pos x="connsiteX21469" y="connsiteY21469"/>
                </a:cxn>
                <a:cxn ang="0">
                  <a:pos x="connsiteX21470" y="connsiteY21470"/>
                </a:cxn>
                <a:cxn ang="0">
                  <a:pos x="connsiteX21471" y="connsiteY21471"/>
                </a:cxn>
                <a:cxn ang="0">
                  <a:pos x="connsiteX21472" y="connsiteY21472"/>
                </a:cxn>
                <a:cxn ang="0">
                  <a:pos x="connsiteX21473" y="connsiteY21473"/>
                </a:cxn>
                <a:cxn ang="0">
                  <a:pos x="connsiteX21474" y="connsiteY21474"/>
                </a:cxn>
                <a:cxn ang="0">
                  <a:pos x="connsiteX21475" y="connsiteY21475"/>
                </a:cxn>
                <a:cxn ang="0">
                  <a:pos x="connsiteX21476" y="connsiteY21476"/>
                </a:cxn>
                <a:cxn ang="0">
                  <a:pos x="connsiteX21477" y="connsiteY21477"/>
                </a:cxn>
                <a:cxn ang="0">
                  <a:pos x="connsiteX21478" y="connsiteY21478"/>
                </a:cxn>
                <a:cxn ang="0">
                  <a:pos x="connsiteX21479" y="connsiteY21479"/>
                </a:cxn>
                <a:cxn ang="0">
                  <a:pos x="connsiteX21480" y="connsiteY21480"/>
                </a:cxn>
                <a:cxn ang="0">
                  <a:pos x="connsiteX21481" y="connsiteY21481"/>
                </a:cxn>
                <a:cxn ang="0">
                  <a:pos x="connsiteX21482" y="connsiteY21482"/>
                </a:cxn>
                <a:cxn ang="0">
                  <a:pos x="connsiteX21483" y="connsiteY21483"/>
                </a:cxn>
                <a:cxn ang="0">
                  <a:pos x="connsiteX21484" y="connsiteY21484"/>
                </a:cxn>
                <a:cxn ang="0">
                  <a:pos x="connsiteX21485" y="connsiteY21485"/>
                </a:cxn>
                <a:cxn ang="0">
                  <a:pos x="connsiteX21486" y="connsiteY21486"/>
                </a:cxn>
                <a:cxn ang="0">
                  <a:pos x="connsiteX21487" y="connsiteY21487"/>
                </a:cxn>
                <a:cxn ang="0">
                  <a:pos x="connsiteX21488" y="connsiteY21488"/>
                </a:cxn>
                <a:cxn ang="0">
                  <a:pos x="connsiteX21489" y="connsiteY21489"/>
                </a:cxn>
                <a:cxn ang="0">
                  <a:pos x="connsiteX21490" y="connsiteY21490"/>
                </a:cxn>
                <a:cxn ang="0">
                  <a:pos x="connsiteX21491" y="connsiteY21491"/>
                </a:cxn>
                <a:cxn ang="0">
                  <a:pos x="connsiteX21492" y="connsiteY21492"/>
                </a:cxn>
                <a:cxn ang="0">
                  <a:pos x="connsiteX21493" y="connsiteY21493"/>
                </a:cxn>
                <a:cxn ang="0">
                  <a:pos x="connsiteX21494" y="connsiteY21494"/>
                </a:cxn>
                <a:cxn ang="0">
                  <a:pos x="connsiteX21495" y="connsiteY21495"/>
                </a:cxn>
                <a:cxn ang="0">
                  <a:pos x="connsiteX21496" y="connsiteY21496"/>
                </a:cxn>
                <a:cxn ang="0">
                  <a:pos x="connsiteX21497" y="connsiteY21497"/>
                </a:cxn>
                <a:cxn ang="0">
                  <a:pos x="connsiteX21498" y="connsiteY21498"/>
                </a:cxn>
                <a:cxn ang="0">
                  <a:pos x="connsiteX21499" y="connsiteY21499"/>
                </a:cxn>
                <a:cxn ang="0">
                  <a:pos x="connsiteX21500" y="connsiteY21500"/>
                </a:cxn>
                <a:cxn ang="0">
                  <a:pos x="connsiteX21501" y="connsiteY21501"/>
                </a:cxn>
                <a:cxn ang="0">
                  <a:pos x="connsiteX21502" y="connsiteY21502"/>
                </a:cxn>
                <a:cxn ang="0">
                  <a:pos x="connsiteX21503" y="connsiteY21503"/>
                </a:cxn>
                <a:cxn ang="0">
                  <a:pos x="connsiteX21504" y="connsiteY21504"/>
                </a:cxn>
                <a:cxn ang="0">
                  <a:pos x="connsiteX21505" y="connsiteY21505"/>
                </a:cxn>
                <a:cxn ang="0">
                  <a:pos x="connsiteX21506" y="connsiteY21506"/>
                </a:cxn>
                <a:cxn ang="0">
                  <a:pos x="connsiteX21507" y="connsiteY21507"/>
                </a:cxn>
                <a:cxn ang="0">
                  <a:pos x="connsiteX21508" y="connsiteY21508"/>
                </a:cxn>
                <a:cxn ang="0">
                  <a:pos x="connsiteX21509" y="connsiteY21509"/>
                </a:cxn>
                <a:cxn ang="0">
                  <a:pos x="connsiteX21510" y="connsiteY21510"/>
                </a:cxn>
                <a:cxn ang="0">
                  <a:pos x="connsiteX21511" y="connsiteY21511"/>
                </a:cxn>
                <a:cxn ang="0">
                  <a:pos x="connsiteX21512" y="connsiteY21512"/>
                </a:cxn>
                <a:cxn ang="0">
                  <a:pos x="connsiteX21513" y="connsiteY21513"/>
                </a:cxn>
                <a:cxn ang="0">
                  <a:pos x="connsiteX21514" y="connsiteY21514"/>
                </a:cxn>
                <a:cxn ang="0">
                  <a:pos x="connsiteX21515" y="connsiteY21515"/>
                </a:cxn>
                <a:cxn ang="0">
                  <a:pos x="connsiteX21516" y="connsiteY21516"/>
                </a:cxn>
                <a:cxn ang="0">
                  <a:pos x="connsiteX21517" y="connsiteY21517"/>
                </a:cxn>
                <a:cxn ang="0">
                  <a:pos x="connsiteX21518" y="connsiteY21518"/>
                </a:cxn>
                <a:cxn ang="0">
                  <a:pos x="connsiteX21519" y="connsiteY21519"/>
                </a:cxn>
                <a:cxn ang="0">
                  <a:pos x="connsiteX21520" y="connsiteY21520"/>
                </a:cxn>
                <a:cxn ang="0">
                  <a:pos x="connsiteX21521" y="connsiteY21521"/>
                </a:cxn>
                <a:cxn ang="0">
                  <a:pos x="connsiteX21522" y="connsiteY21522"/>
                </a:cxn>
                <a:cxn ang="0">
                  <a:pos x="connsiteX21523" y="connsiteY21523"/>
                </a:cxn>
                <a:cxn ang="0">
                  <a:pos x="connsiteX21524" y="connsiteY21524"/>
                </a:cxn>
                <a:cxn ang="0">
                  <a:pos x="connsiteX21525" y="connsiteY21525"/>
                </a:cxn>
                <a:cxn ang="0">
                  <a:pos x="connsiteX21526" y="connsiteY21526"/>
                </a:cxn>
                <a:cxn ang="0">
                  <a:pos x="connsiteX21527" y="connsiteY21527"/>
                </a:cxn>
                <a:cxn ang="0">
                  <a:pos x="connsiteX21528" y="connsiteY21528"/>
                </a:cxn>
                <a:cxn ang="0">
                  <a:pos x="connsiteX21529" y="connsiteY21529"/>
                </a:cxn>
                <a:cxn ang="0">
                  <a:pos x="connsiteX21530" y="connsiteY21530"/>
                </a:cxn>
                <a:cxn ang="0">
                  <a:pos x="connsiteX21531" y="connsiteY21531"/>
                </a:cxn>
                <a:cxn ang="0">
                  <a:pos x="connsiteX21532" y="connsiteY21532"/>
                </a:cxn>
                <a:cxn ang="0">
                  <a:pos x="connsiteX21533" y="connsiteY21533"/>
                </a:cxn>
                <a:cxn ang="0">
                  <a:pos x="connsiteX21534" y="connsiteY21534"/>
                </a:cxn>
                <a:cxn ang="0">
                  <a:pos x="connsiteX21535" y="connsiteY21535"/>
                </a:cxn>
                <a:cxn ang="0">
                  <a:pos x="connsiteX21536" y="connsiteY21536"/>
                </a:cxn>
                <a:cxn ang="0">
                  <a:pos x="connsiteX21537" y="connsiteY21537"/>
                </a:cxn>
                <a:cxn ang="0">
                  <a:pos x="connsiteX21538" y="connsiteY21538"/>
                </a:cxn>
                <a:cxn ang="0">
                  <a:pos x="connsiteX21539" y="connsiteY21539"/>
                </a:cxn>
                <a:cxn ang="0">
                  <a:pos x="connsiteX21540" y="connsiteY21540"/>
                </a:cxn>
                <a:cxn ang="0">
                  <a:pos x="connsiteX21541" y="connsiteY21541"/>
                </a:cxn>
                <a:cxn ang="0">
                  <a:pos x="connsiteX21542" y="connsiteY21542"/>
                </a:cxn>
                <a:cxn ang="0">
                  <a:pos x="connsiteX21543" y="connsiteY21543"/>
                </a:cxn>
                <a:cxn ang="0">
                  <a:pos x="connsiteX21544" y="connsiteY21544"/>
                </a:cxn>
                <a:cxn ang="0">
                  <a:pos x="connsiteX21545" y="connsiteY21545"/>
                </a:cxn>
                <a:cxn ang="0">
                  <a:pos x="connsiteX21546" y="connsiteY21546"/>
                </a:cxn>
                <a:cxn ang="0">
                  <a:pos x="connsiteX21547" y="connsiteY21547"/>
                </a:cxn>
                <a:cxn ang="0">
                  <a:pos x="connsiteX21548" y="connsiteY21548"/>
                </a:cxn>
                <a:cxn ang="0">
                  <a:pos x="connsiteX21549" y="connsiteY21549"/>
                </a:cxn>
                <a:cxn ang="0">
                  <a:pos x="connsiteX21550" y="connsiteY21550"/>
                </a:cxn>
                <a:cxn ang="0">
                  <a:pos x="connsiteX21551" y="connsiteY21551"/>
                </a:cxn>
                <a:cxn ang="0">
                  <a:pos x="connsiteX21552" y="connsiteY21552"/>
                </a:cxn>
                <a:cxn ang="0">
                  <a:pos x="connsiteX21553" y="connsiteY21553"/>
                </a:cxn>
                <a:cxn ang="0">
                  <a:pos x="connsiteX21554" y="connsiteY21554"/>
                </a:cxn>
                <a:cxn ang="0">
                  <a:pos x="connsiteX21555" y="connsiteY21555"/>
                </a:cxn>
                <a:cxn ang="0">
                  <a:pos x="connsiteX21556" y="connsiteY21556"/>
                </a:cxn>
                <a:cxn ang="0">
                  <a:pos x="connsiteX21557" y="connsiteY21557"/>
                </a:cxn>
                <a:cxn ang="0">
                  <a:pos x="connsiteX21558" y="connsiteY21558"/>
                </a:cxn>
                <a:cxn ang="0">
                  <a:pos x="connsiteX21559" y="connsiteY21559"/>
                </a:cxn>
                <a:cxn ang="0">
                  <a:pos x="connsiteX21560" y="connsiteY21560"/>
                </a:cxn>
                <a:cxn ang="0">
                  <a:pos x="connsiteX21561" y="connsiteY21561"/>
                </a:cxn>
                <a:cxn ang="0">
                  <a:pos x="connsiteX21562" y="connsiteY21562"/>
                </a:cxn>
                <a:cxn ang="0">
                  <a:pos x="connsiteX21563" y="connsiteY21563"/>
                </a:cxn>
                <a:cxn ang="0">
                  <a:pos x="connsiteX21564" y="connsiteY21564"/>
                </a:cxn>
                <a:cxn ang="0">
                  <a:pos x="connsiteX21565" y="connsiteY21565"/>
                </a:cxn>
                <a:cxn ang="0">
                  <a:pos x="connsiteX21566" y="connsiteY21566"/>
                </a:cxn>
                <a:cxn ang="0">
                  <a:pos x="connsiteX21567" y="connsiteY21567"/>
                </a:cxn>
                <a:cxn ang="0">
                  <a:pos x="connsiteX21568" y="connsiteY21568"/>
                </a:cxn>
                <a:cxn ang="0">
                  <a:pos x="connsiteX21569" y="connsiteY21569"/>
                </a:cxn>
                <a:cxn ang="0">
                  <a:pos x="connsiteX21570" y="connsiteY21570"/>
                </a:cxn>
                <a:cxn ang="0">
                  <a:pos x="connsiteX21571" y="connsiteY21571"/>
                </a:cxn>
                <a:cxn ang="0">
                  <a:pos x="connsiteX21572" y="connsiteY21572"/>
                </a:cxn>
                <a:cxn ang="0">
                  <a:pos x="connsiteX21573" y="connsiteY21573"/>
                </a:cxn>
                <a:cxn ang="0">
                  <a:pos x="connsiteX21574" y="connsiteY21574"/>
                </a:cxn>
                <a:cxn ang="0">
                  <a:pos x="connsiteX21575" y="connsiteY21575"/>
                </a:cxn>
                <a:cxn ang="0">
                  <a:pos x="connsiteX21576" y="connsiteY21576"/>
                </a:cxn>
                <a:cxn ang="0">
                  <a:pos x="connsiteX21577" y="connsiteY21577"/>
                </a:cxn>
                <a:cxn ang="0">
                  <a:pos x="connsiteX21578" y="connsiteY21578"/>
                </a:cxn>
                <a:cxn ang="0">
                  <a:pos x="connsiteX21579" y="connsiteY21579"/>
                </a:cxn>
                <a:cxn ang="0">
                  <a:pos x="connsiteX21580" y="connsiteY21580"/>
                </a:cxn>
                <a:cxn ang="0">
                  <a:pos x="connsiteX21581" y="connsiteY21581"/>
                </a:cxn>
                <a:cxn ang="0">
                  <a:pos x="connsiteX21582" y="connsiteY21582"/>
                </a:cxn>
                <a:cxn ang="0">
                  <a:pos x="connsiteX21583" y="connsiteY21583"/>
                </a:cxn>
                <a:cxn ang="0">
                  <a:pos x="connsiteX21584" y="connsiteY21584"/>
                </a:cxn>
                <a:cxn ang="0">
                  <a:pos x="connsiteX21585" y="connsiteY21585"/>
                </a:cxn>
                <a:cxn ang="0">
                  <a:pos x="connsiteX21586" y="connsiteY21586"/>
                </a:cxn>
                <a:cxn ang="0">
                  <a:pos x="connsiteX21587" y="connsiteY21587"/>
                </a:cxn>
                <a:cxn ang="0">
                  <a:pos x="connsiteX21588" y="connsiteY21588"/>
                </a:cxn>
                <a:cxn ang="0">
                  <a:pos x="connsiteX21589" y="connsiteY21589"/>
                </a:cxn>
                <a:cxn ang="0">
                  <a:pos x="connsiteX21590" y="connsiteY21590"/>
                </a:cxn>
                <a:cxn ang="0">
                  <a:pos x="connsiteX21591" y="connsiteY21591"/>
                </a:cxn>
                <a:cxn ang="0">
                  <a:pos x="connsiteX21592" y="connsiteY21592"/>
                </a:cxn>
                <a:cxn ang="0">
                  <a:pos x="connsiteX21593" y="connsiteY21593"/>
                </a:cxn>
                <a:cxn ang="0">
                  <a:pos x="connsiteX21594" y="connsiteY21594"/>
                </a:cxn>
                <a:cxn ang="0">
                  <a:pos x="connsiteX21595" y="connsiteY21595"/>
                </a:cxn>
                <a:cxn ang="0">
                  <a:pos x="connsiteX21596" y="connsiteY21596"/>
                </a:cxn>
                <a:cxn ang="0">
                  <a:pos x="connsiteX21597" y="connsiteY21597"/>
                </a:cxn>
                <a:cxn ang="0">
                  <a:pos x="connsiteX21598" y="connsiteY21598"/>
                </a:cxn>
                <a:cxn ang="0">
                  <a:pos x="connsiteX21599" y="connsiteY21599"/>
                </a:cxn>
                <a:cxn ang="0">
                  <a:pos x="connsiteX21600" y="connsiteY21600"/>
                </a:cxn>
                <a:cxn ang="0">
                  <a:pos x="connsiteX21601" y="connsiteY21601"/>
                </a:cxn>
                <a:cxn ang="0">
                  <a:pos x="connsiteX21602" y="connsiteY21602"/>
                </a:cxn>
                <a:cxn ang="0">
                  <a:pos x="connsiteX21603" y="connsiteY21603"/>
                </a:cxn>
                <a:cxn ang="0">
                  <a:pos x="connsiteX21604" y="connsiteY21604"/>
                </a:cxn>
                <a:cxn ang="0">
                  <a:pos x="connsiteX21605" y="connsiteY21605"/>
                </a:cxn>
                <a:cxn ang="0">
                  <a:pos x="connsiteX21606" y="connsiteY21606"/>
                </a:cxn>
                <a:cxn ang="0">
                  <a:pos x="connsiteX21607" y="connsiteY21607"/>
                </a:cxn>
                <a:cxn ang="0">
                  <a:pos x="connsiteX21608" y="connsiteY21608"/>
                </a:cxn>
                <a:cxn ang="0">
                  <a:pos x="connsiteX21609" y="connsiteY21609"/>
                </a:cxn>
                <a:cxn ang="0">
                  <a:pos x="connsiteX21610" y="connsiteY21610"/>
                </a:cxn>
                <a:cxn ang="0">
                  <a:pos x="connsiteX21611" y="connsiteY21611"/>
                </a:cxn>
                <a:cxn ang="0">
                  <a:pos x="connsiteX21612" y="connsiteY21612"/>
                </a:cxn>
                <a:cxn ang="0">
                  <a:pos x="connsiteX21613" y="connsiteY21613"/>
                </a:cxn>
                <a:cxn ang="0">
                  <a:pos x="connsiteX21614" y="connsiteY21614"/>
                </a:cxn>
                <a:cxn ang="0">
                  <a:pos x="connsiteX21615" y="connsiteY21615"/>
                </a:cxn>
                <a:cxn ang="0">
                  <a:pos x="connsiteX21616" y="connsiteY21616"/>
                </a:cxn>
                <a:cxn ang="0">
                  <a:pos x="connsiteX21617" y="connsiteY21617"/>
                </a:cxn>
                <a:cxn ang="0">
                  <a:pos x="connsiteX21618" y="connsiteY21618"/>
                </a:cxn>
                <a:cxn ang="0">
                  <a:pos x="connsiteX21619" y="connsiteY21619"/>
                </a:cxn>
                <a:cxn ang="0">
                  <a:pos x="connsiteX21620" y="connsiteY21620"/>
                </a:cxn>
                <a:cxn ang="0">
                  <a:pos x="connsiteX21621" y="connsiteY21621"/>
                </a:cxn>
                <a:cxn ang="0">
                  <a:pos x="connsiteX21622" y="connsiteY21622"/>
                </a:cxn>
                <a:cxn ang="0">
                  <a:pos x="connsiteX21623" y="connsiteY21623"/>
                </a:cxn>
                <a:cxn ang="0">
                  <a:pos x="connsiteX21624" y="connsiteY21624"/>
                </a:cxn>
                <a:cxn ang="0">
                  <a:pos x="connsiteX21625" y="connsiteY21625"/>
                </a:cxn>
                <a:cxn ang="0">
                  <a:pos x="connsiteX21626" y="connsiteY21626"/>
                </a:cxn>
                <a:cxn ang="0">
                  <a:pos x="connsiteX21627" y="connsiteY21627"/>
                </a:cxn>
                <a:cxn ang="0">
                  <a:pos x="connsiteX21628" y="connsiteY21628"/>
                </a:cxn>
                <a:cxn ang="0">
                  <a:pos x="connsiteX21629" y="connsiteY21629"/>
                </a:cxn>
                <a:cxn ang="0">
                  <a:pos x="connsiteX21630" y="connsiteY21630"/>
                </a:cxn>
                <a:cxn ang="0">
                  <a:pos x="connsiteX21631" y="connsiteY21631"/>
                </a:cxn>
                <a:cxn ang="0">
                  <a:pos x="connsiteX21632" y="connsiteY21632"/>
                </a:cxn>
                <a:cxn ang="0">
                  <a:pos x="connsiteX21633" y="connsiteY21633"/>
                </a:cxn>
                <a:cxn ang="0">
                  <a:pos x="connsiteX21634" y="connsiteY21634"/>
                </a:cxn>
                <a:cxn ang="0">
                  <a:pos x="connsiteX21635" y="connsiteY21635"/>
                </a:cxn>
                <a:cxn ang="0">
                  <a:pos x="connsiteX21636" y="connsiteY21636"/>
                </a:cxn>
                <a:cxn ang="0">
                  <a:pos x="connsiteX21637" y="connsiteY21637"/>
                </a:cxn>
                <a:cxn ang="0">
                  <a:pos x="connsiteX21638" y="connsiteY21638"/>
                </a:cxn>
                <a:cxn ang="0">
                  <a:pos x="connsiteX21639" y="connsiteY21639"/>
                </a:cxn>
                <a:cxn ang="0">
                  <a:pos x="connsiteX21640" y="connsiteY21640"/>
                </a:cxn>
                <a:cxn ang="0">
                  <a:pos x="connsiteX21641" y="connsiteY21641"/>
                </a:cxn>
                <a:cxn ang="0">
                  <a:pos x="connsiteX21642" y="connsiteY21642"/>
                </a:cxn>
                <a:cxn ang="0">
                  <a:pos x="connsiteX21643" y="connsiteY21643"/>
                </a:cxn>
                <a:cxn ang="0">
                  <a:pos x="connsiteX21644" y="connsiteY21644"/>
                </a:cxn>
                <a:cxn ang="0">
                  <a:pos x="connsiteX21645" y="connsiteY21645"/>
                </a:cxn>
                <a:cxn ang="0">
                  <a:pos x="connsiteX21646" y="connsiteY21646"/>
                </a:cxn>
                <a:cxn ang="0">
                  <a:pos x="connsiteX21647" y="connsiteY21647"/>
                </a:cxn>
                <a:cxn ang="0">
                  <a:pos x="connsiteX21648" y="connsiteY21648"/>
                </a:cxn>
                <a:cxn ang="0">
                  <a:pos x="connsiteX21649" y="connsiteY21649"/>
                </a:cxn>
                <a:cxn ang="0">
                  <a:pos x="connsiteX21650" y="connsiteY21650"/>
                </a:cxn>
                <a:cxn ang="0">
                  <a:pos x="connsiteX21651" y="connsiteY21651"/>
                </a:cxn>
                <a:cxn ang="0">
                  <a:pos x="connsiteX21652" y="connsiteY21652"/>
                </a:cxn>
                <a:cxn ang="0">
                  <a:pos x="connsiteX21653" y="connsiteY21653"/>
                </a:cxn>
                <a:cxn ang="0">
                  <a:pos x="connsiteX21654" y="connsiteY21654"/>
                </a:cxn>
                <a:cxn ang="0">
                  <a:pos x="connsiteX21655" y="connsiteY21655"/>
                </a:cxn>
                <a:cxn ang="0">
                  <a:pos x="connsiteX21656" y="connsiteY21656"/>
                </a:cxn>
                <a:cxn ang="0">
                  <a:pos x="connsiteX21657" y="connsiteY21657"/>
                </a:cxn>
                <a:cxn ang="0">
                  <a:pos x="connsiteX21658" y="connsiteY21658"/>
                </a:cxn>
                <a:cxn ang="0">
                  <a:pos x="connsiteX21659" y="connsiteY21659"/>
                </a:cxn>
                <a:cxn ang="0">
                  <a:pos x="connsiteX21660" y="connsiteY21660"/>
                </a:cxn>
                <a:cxn ang="0">
                  <a:pos x="connsiteX21661" y="connsiteY21661"/>
                </a:cxn>
                <a:cxn ang="0">
                  <a:pos x="connsiteX21662" y="connsiteY21662"/>
                </a:cxn>
                <a:cxn ang="0">
                  <a:pos x="connsiteX21663" y="connsiteY21663"/>
                </a:cxn>
                <a:cxn ang="0">
                  <a:pos x="connsiteX21664" y="connsiteY21664"/>
                </a:cxn>
                <a:cxn ang="0">
                  <a:pos x="connsiteX21665" y="connsiteY21665"/>
                </a:cxn>
                <a:cxn ang="0">
                  <a:pos x="connsiteX21666" y="connsiteY21666"/>
                </a:cxn>
                <a:cxn ang="0">
                  <a:pos x="connsiteX21667" y="connsiteY21667"/>
                </a:cxn>
                <a:cxn ang="0">
                  <a:pos x="connsiteX21668" y="connsiteY21668"/>
                </a:cxn>
                <a:cxn ang="0">
                  <a:pos x="connsiteX21669" y="connsiteY21669"/>
                </a:cxn>
                <a:cxn ang="0">
                  <a:pos x="connsiteX21670" y="connsiteY21670"/>
                </a:cxn>
                <a:cxn ang="0">
                  <a:pos x="connsiteX21671" y="connsiteY21671"/>
                </a:cxn>
                <a:cxn ang="0">
                  <a:pos x="connsiteX21672" y="connsiteY21672"/>
                </a:cxn>
                <a:cxn ang="0">
                  <a:pos x="connsiteX21673" y="connsiteY21673"/>
                </a:cxn>
                <a:cxn ang="0">
                  <a:pos x="connsiteX21674" y="connsiteY21674"/>
                </a:cxn>
                <a:cxn ang="0">
                  <a:pos x="connsiteX21675" y="connsiteY21675"/>
                </a:cxn>
                <a:cxn ang="0">
                  <a:pos x="connsiteX21676" y="connsiteY21676"/>
                </a:cxn>
                <a:cxn ang="0">
                  <a:pos x="connsiteX21677" y="connsiteY21677"/>
                </a:cxn>
                <a:cxn ang="0">
                  <a:pos x="connsiteX21678" y="connsiteY21678"/>
                </a:cxn>
                <a:cxn ang="0">
                  <a:pos x="connsiteX21679" y="connsiteY21679"/>
                </a:cxn>
                <a:cxn ang="0">
                  <a:pos x="connsiteX21680" y="connsiteY21680"/>
                </a:cxn>
                <a:cxn ang="0">
                  <a:pos x="connsiteX21681" y="connsiteY21681"/>
                </a:cxn>
                <a:cxn ang="0">
                  <a:pos x="connsiteX21682" y="connsiteY21682"/>
                </a:cxn>
                <a:cxn ang="0">
                  <a:pos x="connsiteX21683" y="connsiteY21683"/>
                </a:cxn>
                <a:cxn ang="0">
                  <a:pos x="connsiteX21684" y="connsiteY21684"/>
                </a:cxn>
                <a:cxn ang="0">
                  <a:pos x="connsiteX21685" y="connsiteY21685"/>
                </a:cxn>
                <a:cxn ang="0">
                  <a:pos x="connsiteX21686" y="connsiteY21686"/>
                </a:cxn>
                <a:cxn ang="0">
                  <a:pos x="connsiteX21687" y="connsiteY21687"/>
                </a:cxn>
                <a:cxn ang="0">
                  <a:pos x="connsiteX21688" y="connsiteY21688"/>
                </a:cxn>
                <a:cxn ang="0">
                  <a:pos x="connsiteX21689" y="connsiteY21689"/>
                </a:cxn>
                <a:cxn ang="0">
                  <a:pos x="connsiteX21690" y="connsiteY21690"/>
                </a:cxn>
                <a:cxn ang="0">
                  <a:pos x="connsiteX21691" y="connsiteY21691"/>
                </a:cxn>
                <a:cxn ang="0">
                  <a:pos x="connsiteX21692" y="connsiteY21692"/>
                </a:cxn>
                <a:cxn ang="0">
                  <a:pos x="connsiteX21693" y="connsiteY21693"/>
                </a:cxn>
                <a:cxn ang="0">
                  <a:pos x="connsiteX21694" y="connsiteY21694"/>
                </a:cxn>
                <a:cxn ang="0">
                  <a:pos x="connsiteX21695" y="connsiteY21695"/>
                </a:cxn>
                <a:cxn ang="0">
                  <a:pos x="connsiteX21696" y="connsiteY21696"/>
                </a:cxn>
                <a:cxn ang="0">
                  <a:pos x="connsiteX21697" y="connsiteY21697"/>
                </a:cxn>
                <a:cxn ang="0">
                  <a:pos x="connsiteX21698" y="connsiteY21698"/>
                </a:cxn>
                <a:cxn ang="0">
                  <a:pos x="connsiteX21699" y="connsiteY21699"/>
                </a:cxn>
                <a:cxn ang="0">
                  <a:pos x="connsiteX21700" y="connsiteY21700"/>
                </a:cxn>
                <a:cxn ang="0">
                  <a:pos x="connsiteX21701" y="connsiteY21701"/>
                </a:cxn>
                <a:cxn ang="0">
                  <a:pos x="connsiteX21702" y="connsiteY21702"/>
                </a:cxn>
                <a:cxn ang="0">
                  <a:pos x="connsiteX21703" y="connsiteY21703"/>
                </a:cxn>
                <a:cxn ang="0">
                  <a:pos x="connsiteX21704" y="connsiteY21704"/>
                </a:cxn>
                <a:cxn ang="0">
                  <a:pos x="connsiteX21705" y="connsiteY21705"/>
                </a:cxn>
                <a:cxn ang="0">
                  <a:pos x="connsiteX21706" y="connsiteY21706"/>
                </a:cxn>
                <a:cxn ang="0">
                  <a:pos x="connsiteX21707" y="connsiteY21707"/>
                </a:cxn>
                <a:cxn ang="0">
                  <a:pos x="connsiteX21708" y="connsiteY21708"/>
                </a:cxn>
                <a:cxn ang="0">
                  <a:pos x="connsiteX21709" y="connsiteY21709"/>
                </a:cxn>
                <a:cxn ang="0">
                  <a:pos x="connsiteX21710" y="connsiteY21710"/>
                </a:cxn>
                <a:cxn ang="0">
                  <a:pos x="connsiteX21711" y="connsiteY21711"/>
                </a:cxn>
                <a:cxn ang="0">
                  <a:pos x="connsiteX21712" y="connsiteY21712"/>
                </a:cxn>
                <a:cxn ang="0">
                  <a:pos x="connsiteX21713" y="connsiteY21713"/>
                </a:cxn>
                <a:cxn ang="0">
                  <a:pos x="connsiteX21714" y="connsiteY21714"/>
                </a:cxn>
                <a:cxn ang="0">
                  <a:pos x="connsiteX21715" y="connsiteY21715"/>
                </a:cxn>
                <a:cxn ang="0">
                  <a:pos x="connsiteX21716" y="connsiteY21716"/>
                </a:cxn>
                <a:cxn ang="0">
                  <a:pos x="connsiteX21717" y="connsiteY21717"/>
                </a:cxn>
                <a:cxn ang="0">
                  <a:pos x="connsiteX21718" y="connsiteY21718"/>
                </a:cxn>
                <a:cxn ang="0">
                  <a:pos x="connsiteX21719" y="connsiteY21719"/>
                </a:cxn>
                <a:cxn ang="0">
                  <a:pos x="connsiteX21720" y="connsiteY21720"/>
                </a:cxn>
                <a:cxn ang="0">
                  <a:pos x="connsiteX21721" y="connsiteY21721"/>
                </a:cxn>
                <a:cxn ang="0">
                  <a:pos x="connsiteX21722" y="connsiteY21722"/>
                </a:cxn>
                <a:cxn ang="0">
                  <a:pos x="connsiteX21723" y="connsiteY21723"/>
                </a:cxn>
                <a:cxn ang="0">
                  <a:pos x="connsiteX21724" y="connsiteY21724"/>
                </a:cxn>
                <a:cxn ang="0">
                  <a:pos x="connsiteX21725" y="connsiteY21725"/>
                </a:cxn>
                <a:cxn ang="0">
                  <a:pos x="connsiteX21726" y="connsiteY21726"/>
                </a:cxn>
                <a:cxn ang="0">
                  <a:pos x="connsiteX21727" y="connsiteY21727"/>
                </a:cxn>
                <a:cxn ang="0">
                  <a:pos x="connsiteX21728" y="connsiteY21728"/>
                </a:cxn>
                <a:cxn ang="0">
                  <a:pos x="connsiteX21729" y="connsiteY21729"/>
                </a:cxn>
                <a:cxn ang="0">
                  <a:pos x="connsiteX21730" y="connsiteY21730"/>
                </a:cxn>
                <a:cxn ang="0">
                  <a:pos x="connsiteX21731" y="connsiteY21731"/>
                </a:cxn>
                <a:cxn ang="0">
                  <a:pos x="connsiteX21732" y="connsiteY21732"/>
                </a:cxn>
                <a:cxn ang="0">
                  <a:pos x="connsiteX21733" y="connsiteY21733"/>
                </a:cxn>
                <a:cxn ang="0">
                  <a:pos x="connsiteX21734" y="connsiteY21734"/>
                </a:cxn>
                <a:cxn ang="0">
                  <a:pos x="connsiteX21735" y="connsiteY21735"/>
                </a:cxn>
                <a:cxn ang="0">
                  <a:pos x="connsiteX21736" y="connsiteY21736"/>
                </a:cxn>
                <a:cxn ang="0">
                  <a:pos x="connsiteX21737" y="connsiteY21737"/>
                </a:cxn>
                <a:cxn ang="0">
                  <a:pos x="connsiteX21738" y="connsiteY21738"/>
                </a:cxn>
                <a:cxn ang="0">
                  <a:pos x="connsiteX21739" y="connsiteY21739"/>
                </a:cxn>
                <a:cxn ang="0">
                  <a:pos x="connsiteX21740" y="connsiteY21740"/>
                </a:cxn>
                <a:cxn ang="0">
                  <a:pos x="connsiteX21741" y="connsiteY21741"/>
                </a:cxn>
                <a:cxn ang="0">
                  <a:pos x="connsiteX21742" y="connsiteY21742"/>
                </a:cxn>
                <a:cxn ang="0">
                  <a:pos x="connsiteX21743" y="connsiteY21743"/>
                </a:cxn>
                <a:cxn ang="0">
                  <a:pos x="connsiteX21744" y="connsiteY21744"/>
                </a:cxn>
                <a:cxn ang="0">
                  <a:pos x="connsiteX21745" y="connsiteY21745"/>
                </a:cxn>
                <a:cxn ang="0">
                  <a:pos x="connsiteX21746" y="connsiteY21746"/>
                </a:cxn>
                <a:cxn ang="0">
                  <a:pos x="connsiteX21747" y="connsiteY21747"/>
                </a:cxn>
                <a:cxn ang="0">
                  <a:pos x="connsiteX21748" y="connsiteY21748"/>
                </a:cxn>
                <a:cxn ang="0">
                  <a:pos x="connsiteX21749" y="connsiteY21749"/>
                </a:cxn>
                <a:cxn ang="0">
                  <a:pos x="connsiteX21750" y="connsiteY21750"/>
                </a:cxn>
                <a:cxn ang="0">
                  <a:pos x="connsiteX21751" y="connsiteY21751"/>
                </a:cxn>
                <a:cxn ang="0">
                  <a:pos x="connsiteX21752" y="connsiteY21752"/>
                </a:cxn>
                <a:cxn ang="0">
                  <a:pos x="connsiteX21753" y="connsiteY21753"/>
                </a:cxn>
                <a:cxn ang="0">
                  <a:pos x="connsiteX21754" y="connsiteY21754"/>
                </a:cxn>
                <a:cxn ang="0">
                  <a:pos x="connsiteX21755" y="connsiteY21755"/>
                </a:cxn>
                <a:cxn ang="0">
                  <a:pos x="connsiteX21756" y="connsiteY21756"/>
                </a:cxn>
                <a:cxn ang="0">
                  <a:pos x="connsiteX21757" y="connsiteY21757"/>
                </a:cxn>
                <a:cxn ang="0">
                  <a:pos x="connsiteX21758" y="connsiteY21758"/>
                </a:cxn>
                <a:cxn ang="0">
                  <a:pos x="connsiteX21759" y="connsiteY21759"/>
                </a:cxn>
                <a:cxn ang="0">
                  <a:pos x="connsiteX21760" y="connsiteY21760"/>
                </a:cxn>
                <a:cxn ang="0">
                  <a:pos x="connsiteX21761" y="connsiteY21761"/>
                </a:cxn>
                <a:cxn ang="0">
                  <a:pos x="connsiteX21762" y="connsiteY21762"/>
                </a:cxn>
                <a:cxn ang="0">
                  <a:pos x="connsiteX21763" y="connsiteY21763"/>
                </a:cxn>
                <a:cxn ang="0">
                  <a:pos x="connsiteX21764" y="connsiteY21764"/>
                </a:cxn>
                <a:cxn ang="0">
                  <a:pos x="connsiteX21765" y="connsiteY21765"/>
                </a:cxn>
                <a:cxn ang="0">
                  <a:pos x="connsiteX21766" y="connsiteY21766"/>
                </a:cxn>
                <a:cxn ang="0">
                  <a:pos x="connsiteX21767" y="connsiteY21767"/>
                </a:cxn>
                <a:cxn ang="0">
                  <a:pos x="connsiteX21768" y="connsiteY21768"/>
                </a:cxn>
                <a:cxn ang="0">
                  <a:pos x="connsiteX21769" y="connsiteY21769"/>
                </a:cxn>
                <a:cxn ang="0">
                  <a:pos x="connsiteX21770" y="connsiteY21770"/>
                </a:cxn>
                <a:cxn ang="0">
                  <a:pos x="connsiteX21771" y="connsiteY21771"/>
                </a:cxn>
                <a:cxn ang="0">
                  <a:pos x="connsiteX21772" y="connsiteY21772"/>
                </a:cxn>
                <a:cxn ang="0">
                  <a:pos x="connsiteX21773" y="connsiteY21773"/>
                </a:cxn>
                <a:cxn ang="0">
                  <a:pos x="connsiteX21774" y="connsiteY21774"/>
                </a:cxn>
                <a:cxn ang="0">
                  <a:pos x="connsiteX21775" y="connsiteY21775"/>
                </a:cxn>
                <a:cxn ang="0">
                  <a:pos x="connsiteX21776" y="connsiteY21776"/>
                </a:cxn>
                <a:cxn ang="0">
                  <a:pos x="connsiteX21777" y="connsiteY21777"/>
                </a:cxn>
                <a:cxn ang="0">
                  <a:pos x="connsiteX21778" y="connsiteY21778"/>
                </a:cxn>
                <a:cxn ang="0">
                  <a:pos x="connsiteX21779" y="connsiteY21779"/>
                </a:cxn>
                <a:cxn ang="0">
                  <a:pos x="connsiteX21780" y="connsiteY21780"/>
                </a:cxn>
                <a:cxn ang="0">
                  <a:pos x="connsiteX21781" y="connsiteY21781"/>
                </a:cxn>
                <a:cxn ang="0">
                  <a:pos x="connsiteX21782" y="connsiteY21782"/>
                </a:cxn>
                <a:cxn ang="0">
                  <a:pos x="connsiteX21783" y="connsiteY21783"/>
                </a:cxn>
                <a:cxn ang="0">
                  <a:pos x="connsiteX21784" y="connsiteY21784"/>
                </a:cxn>
                <a:cxn ang="0">
                  <a:pos x="connsiteX21785" y="connsiteY21785"/>
                </a:cxn>
                <a:cxn ang="0">
                  <a:pos x="connsiteX21786" y="connsiteY21786"/>
                </a:cxn>
                <a:cxn ang="0">
                  <a:pos x="connsiteX21787" y="connsiteY21787"/>
                </a:cxn>
                <a:cxn ang="0">
                  <a:pos x="connsiteX21788" y="connsiteY21788"/>
                </a:cxn>
                <a:cxn ang="0">
                  <a:pos x="connsiteX21789" y="connsiteY21789"/>
                </a:cxn>
                <a:cxn ang="0">
                  <a:pos x="connsiteX21790" y="connsiteY21790"/>
                </a:cxn>
                <a:cxn ang="0">
                  <a:pos x="connsiteX21791" y="connsiteY21791"/>
                </a:cxn>
                <a:cxn ang="0">
                  <a:pos x="connsiteX21792" y="connsiteY21792"/>
                </a:cxn>
                <a:cxn ang="0">
                  <a:pos x="connsiteX21793" y="connsiteY21793"/>
                </a:cxn>
                <a:cxn ang="0">
                  <a:pos x="connsiteX21794" y="connsiteY21794"/>
                </a:cxn>
                <a:cxn ang="0">
                  <a:pos x="connsiteX21795" y="connsiteY21795"/>
                </a:cxn>
                <a:cxn ang="0">
                  <a:pos x="connsiteX21796" y="connsiteY21796"/>
                </a:cxn>
                <a:cxn ang="0">
                  <a:pos x="connsiteX21797" y="connsiteY21797"/>
                </a:cxn>
                <a:cxn ang="0">
                  <a:pos x="connsiteX21798" y="connsiteY21798"/>
                </a:cxn>
                <a:cxn ang="0">
                  <a:pos x="connsiteX21799" y="connsiteY21799"/>
                </a:cxn>
                <a:cxn ang="0">
                  <a:pos x="connsiteX21800" y="connsiteY21800"/>
                </a:cxn>
                <a:cxn ang="0">
                  <a:pos x="connsiteX21801" y="connsiteY21801"/>
                </a:cxn>
                <a:cxn ang="0">
                  <a:pos x="connsiteX21802" y="connsiteY21802"/>
                </a:cxn>
                <a:cxn ang="0">
                  <a:pos x="connsiteX21803" y="connsiteY21803"/>
                </a:cxn>
                <a:cxn ang="0">
                  <a:pos x="connsiteX21804" y="connsiteY21804"/>
                </a:cxn>
                <a:cxn ang="0">
                  <a:pos x="connsiteX21805" y="connsiteY21805"/>
                </a:cxn>
                <a:cxn ang="0">
                  <a:pos x="connsiteX21806" y="connsiteY21806"/>
                </a:cxn>
                <a:cxn ang="0">
                  <a:pos x="connsiteX21807" y="connsiteY21807"/>
                </a:cxn>
                <a:cxn ang="0">
                  <a:pos x="connsiteX21808" y="connsiteY21808"/>
                </a:cxn>
                <a:cxn ang="0">
                  <a:pos x="connsiteX21809" y="connsiteY21809"/>
                </a:cxn>
                <a:cxn ang="0">
                  <a:pos x="connsiteX21810" y="connsiteY21810"/>
                </a:cxn>
                <a:cxn ang="0">
                  <a:pos x="connsiteX21811" y="connsiteY21811"/>
                </a:cxn>
                <a:cxn ang="0">
                  <a:pos x="connsiteX21812" y="connsiteY21812"/>
                </a:cxn>
                <a:cxn ang="0">
                  <a:pos x="connsiteX21813" y="connsiteY21813"/>
                </a:cxn>
                <a:cxn ang="0">
                  <a:pos x="connsiteX21814" y="connsiteY21814"/>
                </a:cxn>
                <a:cxn ang="0">
                  <a:pos x="connsiteX21815" y="connsiteY21815"/>
                </a:cxn>
                <a:cxn ang="0">
                  <a:pos x="connsiteX21816" y="connsiteY21816"/>
                </a:cxn>
                <a:cxn ang="0">
                  <a:pos x="connsiteX21817" y="connsiteY21817"/>
                </a:cxn>
                <a:cxn ang="0">
                  <a:pos x="connsiteX21818" y="connsiteY21818"/>
                </a:cxn>
                <a:cxn ang="0">
                  <a:pos x="connsiteX21819" y="connsiteY21819"/>
                </a:cxn>
                <a:cxn ang="0">
                  <a:pos x="connsiteX21820" y="connsiteY21820"/>
                </a:cxn>
                <a:cxn ang="0">
                  <a:pos x="connsiteX21821" y="connsiteY21821"/>
                </a:cxn>
                <a:cxn ang="0">
                  <a:pos x="connsiteX21822" y="connsiteY21822"/>
                </a:cxn>
                <a:cxn ang="0">
                  <a:pos x="connsiteX21823" y="connsiteY21823"/>
                </a:cxn>
                <a:cxn ang="0">
                  <a:pos x="connsiteX21824" y="connsiteY21824"/>
                </a:cxn>
                <a:cxn ang="0">
                  <a:pos x="connsiteX21825" y="connsiteY21825"/>
                </a:cxn>
                <a:cxn ang="0">
                  <a:pos x="connsiteX21826" y="connsiteY21826"/>
                </a:cxn>
                <a:cxn ang="0">
                  <a:pos x="connsiteX21827" y="connsiteY21827"/>
                </a:cxn>
                <a:cxn ang="0">
                  <a:pos x="connsiteX21828" y="connsiteY21828"/>
                </a:cxn>
                <a:cxn ang="0">
                  <a:pos x="connsiteX21829" y="connsiteY21829"/>
                </a:cxn>
                <a:cxn ang="0">
                  <a:pos x="connsiteX21830" y="connsiteY21830"/>
                </a:cxn>
                <a:cxn ang="0">
                  <a:pos x="connsiteX21831" y="connsiteY21831"/>
                </a:cxn>
                <a:cxn ang="0">
                  <a:pos x="connsiteX21832" y="connsiteY21832"/>
                </a:cxn>
                <a:cxn ang="0">
                  <a:pos x="connsiteX21833" y="connsiteY21833"/>
                </a:cxn>
                <a:cxn ang="0">
                  <a:pos x="connsiteX21834" y="connsiteY21834"/>
                </a:cxn>
                <a:cxn ang="0">
                  <a:pos x="connsiteX21835" y="connsiteY21835"/>
                </a:cxn>
                <a:cxn ang="0">
                  <a:pos x="connsiteX21836" y="connsiteY21836"/>
                </a:cxn>
                <a:cxn ang="0">
                  <a:pos x="connsiteX21837" y="connsiteY21837"/>
                </a:cxn>
                <a:cxn ang="0">
                  <a:pos x="connsiteX21838" y="connsiteY21838"/>
                </a:cxn>
                <a:cxn ang="0">
                  <a:pos x="connsiteX21839" y="connsiteY21839"/>
                </a:cxn>
                <a:cxn ang="0">
                  <a:pos x="connsiteX21840" y="connsiteY21840"/>
                </a:cxn>
                <a:cxn ang="0">
                  <a:pos x="connsiteX21841" y="connsiteY21841"/>
                </a:cxn>
                <a:cxn ang="0">
                  <a:pos x="connsiteX21842" y="connsiteY21842"/>
                </a:cxn>
                <a:cxn ang="0">
                  <a:pos x="connsiteX21843" y="connsiteY21843"/>
                </a:cxn>
                <a:cxn ang="0">
                  <a:pos x="connsiteX21844" y="connsiteY21844"/>
                </a:cxn>
                <a:cxn ang="0">
                  <a:pos x="connsiteX21845" y="connsiteY21845"/>
                </a:cxn>
                <a:cxn ang="0">
                  <a:pos x="connsiteX21846" y="connsiteY21846"/>
                </a:cxn>
                <a:cxn ang="0">
                  <a:pos x="connsiteX21847" y="connsiteY21847"/>
                </a:cxn>
                <a:cxn ang="0">
                  <a:pos x="connsiteX21848" y="connsiteY21848"/>
                </a:cxn>
                <a:cxn ang="0">
                  <a:pos x="connsiteX21849" y="connsiteY21849"/>
                </a:cxn>
                <a:cxn ang="0">
                  <a:pos x="connsiteX21850" y="connsiteY21850"/>
                </a:cxn>
                <a:cxn ang="0">
                  <a:pos x="connsiteX21851" y="connsiteY21851"/>
                </a:cxn>
                <a:cxn ang="0">
                  <a:pos x="connsiteX21852" y="connsiteY21852"/>
                </a:cxn>
                <a:cxn ang="0">
                  <a:pos x="connsiteX21853" y="connsiteY21853"/>
                </a:cxn>
                <a:cxn ang="0">
                  <a:pos x="connsiteX21854" y="connsiteY21854"/>
                </a:cxn>
                <a:cxn ang="0">
                  <a:pos x="connsiteX21855" y="connsiteY21855"/>
                </a:cxn>
                <a:cxn ang="0">
                  <a:pos x="connsiteX21856" y="connsiteY21856"/>
                </a:cxn>
                <a:cxn ang="0">
                  <a:pos x="connsiteX21857" y="connsiteY21857"/>
                </a:cxn>
                <a:cxn ang="0">
                  <a:pos x="connsiteX21858" y="connsiteY21858"/>
                </a:cxn>
                <a:cxn ang="0">
                  <a:pos x="connsiteX21859" y="connsiteY21859"/>
                </a:cxn>
                <a:cxn ang="0">
                  <a:pos x="connsiteX21860" y="connsiteY21860"/>
                </a:cxn>
                <a:cxn ang="0">
                  <a:pos x="connsiteX21861" y="connsiteY21861"/>
                </a:cxn>
                <a:cxn ang="0">
                  <a:pos x="connsiteX21862" y="connsiteY21862"/>
                </a:cxn>
                <a:cxn ang="0">
                  <a:pos x="connsiteX21863" y="connsiteY21863"/>
                </a:cxn>
                <a:cxn ang="0">
                  <a:pos x="connsiteX21864" y="connsiteY21864"/>
                </a:cxn>
                <a:cxn ang="0">
                  <a:pos x="connsiteX21865" y="connsiteY21865"/>
                </a:cxn>
                <a:cxn ang="0">
                  <a:pos x="connsiteX21866" y="connsiteY21866"/>
                </a:cxn>
                <a:cxn ang="0">
                  <a:pos x="connsiteX21867" y="connsiteY21867"/>
                </a:cxn>
                <a:cxn ang="0">
                  <a:pos x="connsiteX21868" y="connsiteY21868"/>
                </a:cxn>
                <a:cxn ang="0">
                  <a:pos x="connsiteX21869" y="connsiteY21869"/>
                </a:cxn>
                <a:cxn ang="0">
                  <a:pos x="connsiteX21870" y="connsiteY21870"/>
                </a:cxn>
                <a:cxn ang="0">
                  <a:pos x="connsiteX21871" y="connsiteY21871"/>
                </a:cxn>
                <a:cxn ang="0">
                  <a:pos x="connsiteX21872" y="connsiteY21872"/>
                </a:cxn>
                <a:cxn ang="0">
                  <a:pos x="connsiteX21873" y="connsiteY21873"/>
                </a:cxn>
                <a:cxn ang="0">
                  <a:pos x="connsiteX21874" y="connsiteY21874"/>
                </a:cxn>
                <a:cxn ang="0">
                  <a:pos x="connsiteX21875" y="connsiteY21875"/>
                </a:cxn>
                <a:cxn ang="0">
                  <a:pos x="connsiteX21876" y="connsiteY21876"/>
                </a:cxn>
                <a:cxn ang="0">
                  <a:pos x="connsiteX21877" y="connsiteY21877"/>
                </a:cxn>
                <a:cxn ang="0">
                  <a:pos x="connsiteX21878" y="connsiteY21878"/>
                </a:cxn>
                <a:cxn ang="0">
                  <a:pos x="connsiteX21879" y="connsiteY21879"/>
                </a:cxn>
                <a:cxn ang="0">
                  <a:pos x="connsiteX21880" y="connsiteY21880"/>
                </a:cxn>
                <a:cxn ang="0">
                  <a:pos x="connsiteX21881" y="connsiteY21881"/>
                </a:cxn>
                <a:cxn ang="0">
                  <a:pos x="connsiteX21882" y="connsiteY21882"/>
                </a:cxn>
                <a:cxn ang="0">
                  <a:pos x="connsiteX21883" y="connsiteY21883"/>
                </a:cxn>
                <a:cxn ang="0">
                  <a:pos x="connsiteX21884" y="connsiteY21884"/>
                </a:cxn>
                <a:cxn ang="0">
                  <a:pos x="connsiteX21885" y="connsiteY21885"/>
                </a:cxn>
                <a:cxn ang="0">
                  <a:pos x="connsiteX21886" y="connsiteY21886"/>
                </a:cxn>
                <a:cxn ang="0">
                  <a:pos x="connsiteX21887" y="connsiteY21887"/>
                </a:cxn>
                <a:cxn ang="0">
                  <a:pos x="connsiteX21888" y="connsiteY21888"/>
                </a:cxn>
                <a:cxn ang="0">
                  <a:pos x="connsiteX21889" y="connsiteY21889"/>
                </a:cxn>
                <a:cxn ang="0">
                  <a:pos x="connsiteX21890" y="connsiteY21890"/>
                </a:cxn>
                <a:cxn ang="0">
                  <a:pos x="connsiteX21891" y="connsiteY21891"/>
                </a:cxn>
                <a:cxn ang="0">
                  <a:pos x="connsiteX21892" y="connsiteY21892"/>
                </a:cxn>
                <a:cxn ang="0">
                  <a:pos x="connsiteX21893" y="connsiteY21893"/>
                </a:cxn>
                <a:cxn ang="0">
                  <a:pos x="connsiteX21894" y="connsiteY21894"/>
                </a:cxn>
                <a:cxn ang="0">
                  <a:pos x="connsiteX21895" y="connsiteY21895"/>
                </a:cxn>
                <a:cxn ang="0">
                  <a:pos x="connsiteX21896" y="connsiteY21896"/>
                </a:cxn>
                <a:cxn ang="0">
                  <a:pos x="connsiteX21897" y="connsiteY21897"/>
                </a:cxn>
                <a:cxn ang="0">
                  <a:pos x="connsiteX21898" y="connsiteY21898"/>
                </a:cxn>
                <a:cxn ang="0">
                  <a:pos x="connsiteX21899" y="connsiteY21899"/>
                </a:cxn>
                <a:cxn ang="0">
                  <a:pos x="connsiteX21900" y="connsiteY21900"/>
                </a:cxn>
                <a:cxn ang="0">
                  <a:pos x="connsiteX21901" y="connsiteY21901"/>
                </a:cxn>
                <a:cxn ang="0">
                  <a:pos x="connsiteX21902" y="connsiteY21902"/>
                </a:cxn>
                <a:cxn ang="0">
                  <a:pos x="connsiteX21903" y="connsiteY21903"/>
                </a:cxn>
                <a:cxn ang="0">
                  <a:pos x="connsiteX21904" y="connsiteY21904"/>
                </a:cxn>
                <a:cxn ang="0">
                  <a:pos x="connsiteX21905" y="connsiteY21905"/>
                </a:cxn>
                <a:cxn ang="0">
                  <a:pos x="connsiteX21906" y="connsiteY21906"/>
                </a:cxn>
                <a:cxn ang="0">
                  <a:pos x="connsiteX21907" y="connsiteY21907"/>
                </a:cxn>
                <a:cxn ang="0">
                  <a:pos x="connsiteX21908" y="connsiteY21908"/>
                </a:cxn>
                <a:cxn ang="0">
                  <a:pos x="connsiteX21909" y="connsiteY21909"/>
                </a:cxn>
                <a:cxn ang="0">
                  <a:pos x="connsiteX21910" y="connsiteY21910"/>
                </a:cxn>
                <a:cxn ang="0">
                  <a:pos x="connsiteX21911" y="connsiteY21911"/>
                </a:cxn>
                <a:cxn ang="0">
                  <a:pos x="connsiteX21912" y="connsiteY21912"/>
                </a:cxn>
                <a:cxn ang="0">
                  <a:pos x="connsiteX21913" y="connsiteY21913"/>
                </a:cxn>
                <a:cxn ang="0">
                  <a:pos x="connsiteX21914" y="connsiteY21914"/>
                </a:cxn>
                <a:cxn ang="0">
                  <a:pos x="connsiteX21915" y="connsiteY21915"/>
                </a:cxn>
                <a:cxn ang="0">
                  <a:pos x="connsiteX21916" y="connsiteY21916"/>
                </a:cxn>
                <a:cxn ang="0">
                  <a:pos x="connsiteX21917" y="connsiteY21917"/>
                </a:cxn>
                <a:cxn ang="0">
                  <a:pos x="connsiteX21918" y="connsiteY21918"/>
                </a:cxn>
                <a:cxn ang="0">
                  <a:pos x="connsiteX21919" y="connsiteY21919"/>
                </a:cxn>
                <a:cxn ang="0">
                  <a:pos x="connsiteX21920" y="connsiteY21920"/>
                </a:cxn>
                <a:cxn ang="0">
                  <a:pos x="connsiteX21921" y="connsiteY21921"/>
                </a:cxn>
                <a:cxn ang="0">
                  <a:pos x="connsiteX21922" y="connsiteY21922"/>
                </a:cxn>
                <a:cxn ang="0">
                  <a:pos x="connsiteX21923" y="connsiteY21923"/>
                </a:cxn>
                <a:cxn ang="0">
                  <a:pos x="connsiteX21924" y="connsiteY21924"/>
                </a:cxn>
                <a:cxn ang="0">
                  <a:pos x="connsiteX21925" y="connsiteY21925"/>
                </a:cxn>
                <a:cxn ang="0">
                  <a:pos x="connsiteX21926" y="connsiteY21926"/>
                </a:cxn>
                <a:cxn ang="0">
                  <a:pos x="connsiteX21927" y="connsiteY21927"/>
                </a:cxn>
                <a:cxn ang="0">
                  <a:pos x="connsiteX21928" y="connsiteY21928"/>
                </a:cxn>
                <a:cxn ang="0">
                  <a:pos x="connsiteX21929" y="connsiteY21929"/>
                </a:cxn>
                <a:cxn ang="0">
                  <a:pos x="connsiteX21930" y="connsiteY21930"/>
                </a:cxn>
                <a:cxn ang="0">
                  <a:pos x="connsiteX21931" y="connsiteY21931"/>
                </a:cxn>
                <a:cxn ang="0">
                  <a:pos x="connsiteX21932" y="connsiteY21932"/>
                </a:cxn>
                <a:cxn ang="0">
                  <a:pos x="connsiteX21933" y="connsiteY21933"/>
                </a:cxn>
                <a:cxn ang="0">
                  <a:pos x="connsiteX21934" y="connsiteY21934"/>
                </a:cxn>
                <a:cxn ang="0">
                  <a:pos x="connsiteX21935" y="connsiteY21935"/>
                </a:cxn>
                <a:cxn ang="0">
                  <a:pos x="connsiteX21936" y="connsiteY21936"/>
                </a:cxn>
                <a:cxn ang="0">
                  <a:pos x="connsiteX21937" y="connsiteY21937"/>
                </a:cxn>
                <a:cxn ang="0">
                  <a:pos x="connsiteX21938" y="connsiteY21938"/>
                </a:cxn>
                <a:cxn ang="0">
                  <a:pos x="connsiteX21939" y="connsiteY21939"/>
                </a:cxn>
                <a:cxn ang="0">
                  <a:pos x="connsiteX21940" y="connsiteY21940"/>
                </a:cxn>
                <a:cxn ang="0">
                  <a:pos x="connsiteX21941" y="connsiteY21941"/>
                </a:cxn>
                <a:cxn ang="0">
                  <a:pos x="connsiteX21942" y="connsiteY21942"/>
                </a:cxn>
                <a:cxn ang="0">
                  <a:pos x="connsiteX21943" y="connsiteY21943"/>
                </a:cxn>
                <a:cxn ang="0">
                  <a:pos x="connsiteX21944" y="connsiteY21944"/>
                </a:cxn>
                <a:cxn ang="0">
                  <a:pos x="connsiteX21945" y="connsiteY21945"/>
                </a:cxn>
                <a:cxn ang="0">
                  <a:pos x="connsiteX21946" y="connsiteY21946"/>
                </a:cxn>
                <a:cxn ang="0">
                  <a:pos x="connsiteX21947" y="connsiteY21947"/>
                </a:cxn>
                <a:cxn ang="0">
                  <a:pos x="connsiteX21948" y="connsiteY21948"/>
                </a:cxn>
                <a:cxn ang="0">
                  <a:pos x="connsiteX21949" y="connsiteY21949"/>
                </a:cxn>
                <a:cxn ang="0">
                  <a:pos x="connsiteX21950" y="connsiteY21950"/>
                </a:cxn>
                <a:cxn ang="0">
                  <a:pos x="connsiteX21951" y="connsiteY21951"/>
                </a:cxn>
                <a:cxn ang="0">
                  <a:pos x="connsiteX21952" y="connsiteY21952"/>
                </a:cxn>
                <a:cxn ang="0">
                  <a:pos x="connsiteX21953" y="connsiteY21953"/>
                </a:cxn>
                <a:cxn ang="0">
                  <a:pos x="connsiteX21954" y="connsiteY21954"/>
                </a:cxn>
                <a:cxn ang="0">
                  <a:pos x="connsiteX21955" y="connsiteY21955"/>
                </a:cxn>
                <a:cxn ang="0">
                  <a:pos x="connsiteX21956" y="connsiteY21956"/>
                </a:cxn>
                <a:cxn ang="0">
                  <a:pos x="connsiteX21957" y="connsiteY21957"/>
                </a:cxn>
                <a:cxn ang="0">
                  <a:pos x="connsiteX21958" y="connsiteY21958"/>
                </a:cxn>
                <a:cxn ang="0">
                  <a:pos x="connsiteX21959" y="connsiteY21959"/>
                </a:cxn>
                <a:cxn ang="0">
                  <a:pos x="connsiteX21960" y="connsiteY21960"/>
                </a:cxn>
                <a:cxn ang="0">
                  <a:pos x="connsiteX21961" y="connsiteY21961"/>
                </a:cxn>
                <a:cxn ang="0">
                  <a:pos x="connsiteX21962" y="connsiteY21962"/>
                </a:cxn>
                <a:cxn ang="0">
                  <a:pos x="connsiteX21963" y="connsiteY21963"/>
                </a:cxn>
                <a:cxn ang="0">
                  <a:pos x="connsiteX21964" y="connsiteY21964"/>
                </a:cxn>
                <a:cxn ang="0">
                  <a:pos x="connsiteX21965" y="connsiteY21965"/>
                </a:cxn>
                <a:cxn ang="0">
                  <a:pos x="connsiteX21966" y="connsiteY21966"/>
                </a:cxn>
                <a:cxn ang="0">
                  <a:pos x="connsiteX21967" y="connsiteY21967"/>
                </a:cxn>
                <a:cxn ang="0">
                  <a:pos x="connsiteX21968" y="connsiteY21968"/>
                </a:cxn>
                <a:cxn ang="0">
                  <a:pos x="connsiteX21969" y="connsiteY21969"/>
                </a:cxn>
                <a:cxn ang="0">
                  <a:pos x="connsiteX21970" y="connsiteY21970"/>
                </a:cxn>
                <a:cxn ang="0">
                  <a:pos x="connsiteX21971" y="connsiteY21971"/>
                </a:cxn>
                <a:cxn ang="0">
                  <a:pos x="connsiteX21972" y="connsiteY21972"/>
                </a:cxn>
                <a:cxn ang="0">
                  <a:pos x="connsiteX21973" y="connsiteY21973"/>
                </a:cxn>
                <a:cxn ang="0">
                  <a:pos x="connsiteX21974" y="connsiteY21974"/>
                </a:cxn>
                <a:cxn ang="0">
                  <a:pos x="connsiteX21975" y="connsiteY21975"/>
                </a:cxn>
                <a:cxn ang="0">
                  <a:pos x="connsiteX21976" y="connsiteY21976"/>
                </a:cxn>
                <a:cxn ang="0">
                  <a:pos x="connsiteX21977" y="connsiteY21977"/>
                </a:cxn>
                <a:cxn ang="0">
                  <a:pos x="connsiteX21978" y="connsiteY21978"/>
                </a:cxn>
                <a:cxn ang="0">
                  <a:pos x="connsiteX21979" y="connsiteY21979"/>
                </a:cxn>
                <a:cxn ang="0">
                  <a:pos x="connsiteX21980" y="connsiteY21980"/>
                </a:cxn>
                <a:cxn ang="0">
                  <a:pos x="connsiteX21981" y="connsiteY21981"/>
                </a:cxn>
                <a:cxn ang="0">
                  <a:pos x="connsiteX21982" y="connsiteY21982"/>
                </a:cxn>
                <a:cxn ang="0">
                  <a:pos x="connsiteX21983" y="connsiteY21983"/>
                </a:cxn>
                <a:cxn ang="0">
                  <a:pos x="connsiteX21984" y="connsiteY21984"/>
                </a:cxn>
                <a:cxn ang="0">
                  <a:pos x="connsiteX21985" y="connsiteY21985"/>
                </a:cxn>
                <a:cxn ang="0">
                  <a:pos x="connsiteX21986" y="connsiteY21986"/>
                </a:cxn>
                <a:cxn ang="0">
                  <a:pos x="connsiteX21987" y="connsiteY21987"/>
                </a:cxn>
                <a:cxn ang="0">
                  <a:pos x="connsiteX21988" y="connsiteY21988"/>
                </a:cxn>
                <a:cxn ang="0">
                  <a:pos x="connsiteX21989" y="connsiteY21989"/>
                </a:cxn>
                <a:cxn ang="0">
                  <a:pos x="connsiteX21990" y="connsiteY21990"/>
                </a:cxn>
                <a:cxn ang="0">
                  <a:pos x="connsiteX21991" y="connsiteY21991"/>
                </a:cxn>
                <a:cxn ang="0">
                  <a:pos x="connsiteX21992" y="connsiteY21992"/>
                </a:cxn>
                <a:cxn ang="0">
                  <a:pos x="connsiteX21993" y="connsiteY21993"/>
                </a:cxn>
                <a:cxn ang="0">
                  <a:pos x="connsiteX21994" y="connsiteY21994"/>
                </a:cxn>
                <a:cxn ang="0">
                  <a:pos x="connsiteX21995" y="connsiteY21995"/>
                </a:cxn>
                <a:cxn ang="0">
                  <a:pos x="connsiteX21996" y="connsiteY21996"/>
                </a:cxn>
                <a:cxn ang="0">
                  <a:pos x="connsiteX21997" y="connsiteY21997"/>
                </a:cxn>
                <a:cxn ang="0">
                  <a:pos x="connsiteX21998" y="connsiteY21998"/>
                </a:cxn>
                <a:cxn ang="0">
                  <a:pos x="connsiteX21999" y="connsiteY21999"/>
                </a:cxn>
                <a:cxn ang="0">
                  <a:pos x="connsiteX22000" y="connsiteY22000"/>
                </a:cxn>
                <a:cxn ang="0">
                  <a:pos x="connsiteX22001" y="connsiteY22001"/>
                </a:cxn>
                <a:cxn ang="0">
                  <a:pos x="connsiteX22002" y="connsiteY22002"/>
                </a:cxn>
                <a:cxn ang="0">
                  <a:pos x="connsiteX22003" y="connsiteY22003"/>
                </a:cxn>
                <a:cxn ang="0">
                  <a:pos x="connsiteX22004" y="connsiteY22004"/>
                </a:cxn>
                <a:cxn ang="0">
                  <a:pos x="connsiteX22005" y="connsiteY22005"/>
                </a:cxn>
                <a:cxn ang="0">
                  <a:pos x="connsiteX22006" y="connsiteY22006"/>
                </a:cxn>
                <a:cxn ang="0">
                  <a:pos x="connsiteX22007" y="connsiteY22007"/>
                </a:cxn>
                <a:cxn ang="0">
                  <a:pos x="connsiteX22008" y="connsiteY22008"/>
                </a:cxn>
                <a:cxn ang="0">
                  <a:pos x="connsiteX22009" y="connsiteY22009"/>
                </a:cxn>
                <a:cxn ang="0">
                  <a:pos x="connsiteX22010" y="connsiteY22010"/>
                </a:cxn>
                <a:cxn ang="0">
                  <a:pos x="connsiteX22011" y="connsiteY22011"/>
                </a:cxn>
                <a:cxn ang="0">
                  <a:pos x="connsiteX22012" y="connsiteY22012"/>
                </a:cxn>
                <a:cxn ang="0">
                  <a:pos x="connsiteX22013" y="connsiteY22013"/>
                </a:cxn>
                <a:cxn ang="0">
                  <a:pos x="connsiteX22014" y="connsiteY22014"/>
                </a:cxn>
                <a:cxn ang="0">
                  <a:pos x="connsiteX22015" y="connsiteY22015"/>
                </a:cxn>
                <a:cxn ang="0">
                  <a:pos x="connsiteX22016" y="connsiteY22016"/>
                </a:cxn>
                <a:cxn ang="0">
                  <a:pos x="connsiteX22017" y="connsiteY22017"/>
                </a:cxn>
                <a:cxn ang="0">
                  <a:pos x="connsiteX22018" y="connsiteY22018"/>
                </a:cxn>
                <a:cxn ang="0">
                  <a:pos x="connsiteX22019" y="connsiteY22019"/>
                </a:cxn>
                <a:cxn ang="0">
                  <a:pos x="connsiteX22020" y="connsiteY22020"/>
                </a:cxn>
                <a:cxn ang="0">
                  <a:pos x="connsiteX22021" y="connsiteY22021"/>
                </a:cxn>
                <a:cxn ang="0">
                  <a:pos x="connsiteX22022" y="connsiteY22022"/>
                </a:cxn>
                <a:cxn ang="0">
                  <a:pos x="connsiteX22023" y="connsiteY22023"/>
                </a:cxn>
                <a:cxn ang="0">
                  <a:pos x="connsiteX22024" y="connsiteY22024"/>
                </a:cxn>
                <a:cxn ang="0">
                  <a:pos x="connsiteX22025" y="connsiteY22025"/>
                </a:cxn>
                <a:cxn ang="0">
                  <a:pos x="connsiteX22026" y="connsiteY22026"/>
                </a:cxn>
                <a:cxn ang="0">
                  <a:pos x="connsiteX22027" y="connsiteY22027"/>
                </a:cxn>
                <a:cxn ang="0">
                  <a:pos x="connsiteX22028" y="connsiteY22028"/>
                </a:cxn>
                <a:cxn ang="0">
                  <a:pos x="connsiteX22029" y="connsiteY22029"/>
                </a:cxn>
                <a:cxn ang="0">
                  <a:pos x="connsiteX22030" y="connsiteY22030"/>
                </a:cxn>
                <a:cxn ang="0">
                  <a:pos x="connsiteX22031" y="connsiteY22031"/>
                </a:cxn>
                <a:cxn ang="0">
                  <a:pos x="connsiteX22032" y="connsiteY22032"/>
                </a:cxn>
                <a:cxn ang="0">
                  <a:pos x="connsiteX22033" y="connsiteY22033"/>
                </a:cxn>
                <a:cxn ang="0">
                  <a:pos x="connsiteX22034" y="connsiteY22034"/>
                </a:cxn>
                <a:cxn ang="0">
                  <a:pos x="connsiteX22035" y="connsiteY22035"/>
                </a:cxn>
                <a:cxn ang="0">
                  <a:pos x="connsiteX22036" y="connsiteY22036"/>
                </a:cxn>
                <a:cxn ang="0">
                  <a:pos x="connsiteX22037" y="connsiteY22037"/>
                </a:cxn>
                <a:cxn ang="0">
                  <a:pos x="connsiteX22038" y="connsiteY22038"/>
                </a:cxn>
                <a:cxn ang="0">
                  <a:pos x="connsiteX22039" y="connsiteY22039"/>
                </a:cxn>
                <a:cxn ang="0">
                  <a:pos x="connsiteX22040" y="connsiteY22040"/>
                </a:cxn>
                <a:cxn ang="0">
                  <a:pos x="connsiteX22041" y="connsiteY22041"/>
                </a:cxn>
                <a:cxn ang="0">
                  <a:pos x="connsiteX22042" y="connsiteY22042"/>
                </a:cxn>
                <a:cxn ang="0">
                  <a:pos x="connsiteX22043" y="connsiteY22043"/>
                </a:cxn>
                <a:cxn ang="0">
                  <a:pos x="connsiteX22044" y="connsiteY22044"/>
                </a:cxn>
                <a:cxn ang="0">
                  <a:pos x="connsiteX22045" y="connsiteY22045"/>
                </a:cxn>
                <a:cxn ang="0">
                  <a:pos x="connsiteX22046" y="connsiteY22046"/>
                </a:cxn>
                <a:cxn ang="0">
                  <a:pos x="connsiteX22047" y="connsiteY22047"/>
                </a:cxn>
                <a:cxn ang="0">
                  <a:pos x="connsiteX22048" y="connsiteY22048"/>
                </a:cxn>
                <a:cxn ang="0">
                  <a:pos x="connsiteX22049" y="connsiteY22049"/>
                </a:cxn>
                <a:cxn ang="0">
                  <a:pos x="connsiteX22050" y="connsiteY22050"/>
                </a:cxn>
                <a:cxn ang="0">
                  <a:pos x="connsiteX22051" y="connsiteY22051"/>
                </a:cxn>
                <a:cxn ang="0">
                  <a:pos x="connsiteX22052" y="connsiteY22052"/>
                </a:cxn>
                <a:cxn ang="0">
                  <a:pos x="connsiteX22053" y="connsiteY22053"/>
                </a:cxn>
                <a:cxn ang="0">
                  <a:pos x="connsiteX22054" y="connsiteY22054"/>
                </a:cxn>
                <a:cxn ang="0">
                  <a:pos x="connsiteX22055" y="connsiteY22055"/>
                </a:cxn>
                <a:cxn ang="0">
                  <a:pos x="connsiteX22056" y="connsiteY22056"/>
                </a:cxn>
                <a:cxn ang="0">
                  <a:pos x="connsiteX22057" y="connsiteY22057"/>
                </a:cxn>
                <a:cxn ang="0">
                  <a:pos x="connsiteX22058" y="connsiteY22058"/>
                </a:cxn>
                <a:cxn ang="0">
                  <a:pos x="connsiteX22059" y="connsiteY22059"/>
                </a:cxn>
                <a:cxn ang="0">
                  <a:pos x="connsiteX22060" y="connsiteY22060"/>
                </a:cxn>
                <a:cxn ang="0">
                  <a:pos x="connsiteX22061" y="connsiteY22061"/>
                </a:cxn>
                <a:cxn ang="0">
                  <a:pos x="connsiteX22062" y="connsiteY22062"/>
                </a:cxn>
                <a:cxn ang="0">
                  <a:pos x="connsiteX22063" y="connsiteY22063"/>
                </a:cxn>
                <a:cxn ang="0">
                  <a:pos x="connsiteX22064" y="connsiteY22064"/>
                </a:cxn>
                <a:cxn ang="0">
                  <a:pos x="connsiteX22065" y="connsiteY22065"/>
                </a:cxn>
                <a:cxn ang="0">
                  <a:pos x="connsiteX22066" y="connsiteY22066"/>
                </a:cxn>
                <a:cxn ang="0">
                  <a:pos x="connsiteX22067" y="connsiteY22067"/>
                </a:cxn>
                <a:cxn ang="0">
                  <a:pos x="connsiteX22068" y="connsiteY22068"/>
                </a:cxn>
                <a:cxn ang="0">
                  <a:pos x="connsiteX22069" y="connsiteY22069"/>
                </a:cxn>
                <a:cxn ang="0">
                  <a:pos x="connsiteX22070" y="connsiteY22070"/>
                </a:cxn>
                <a:cxn ang="0">
                  <a:pos x="connsiteX22071" y="connsiteY22071"/>
                </a:cxn>
                <a:cxn ang="0">
                  <a:pos x="connsiteX22072" y="connsiteY22072"/>
                </a:cxn>
                <a:cxn ang="0">
                  <a:pos x="connsiteX22073" y="connsiteY22073"/>
                </a:cxn>
                <a:cxn ang="0">
                  <a:pos x="connsiteX22074" y="connsiteY22074"/>
                </a:cxn>
                <a:cxn ang="0">
                  <a:pos x="connsiteX22075" y="connsiteY22075"/>
                </a:cxn>
                <a:cxn ang="0">
                  <a:pos x="connsiteX22076" y="connsiteY22076"/>
                </a:cxn>
                <a:cxn ang="0">
                  <a:pos x="connsiteX22077" y="connsiteY22077"/>
                </a:cxn>
                <a:cxn ang="0">
                  <a:pos x="connsiteX22078" y="connsiteY22078"/>
                </a:cxn>
                <a:cxn ang="0">
                  <a:pos x="connsiteX22079" y="connsiteY22079"/>
                </a:cxn>
                <a:cxn ang="0">
                  <a:pos x="connsiteX22080" y="connsiteY22080"/>
                </a:cxn>
                <a:cxn ang="0">
                  <a:pos x="connsiteX22081" y="connsiteY22081"/>
                </a:cxn>
                <a:cxn ang="0">
                  <a:pos x="connsiteX22082" y="connsiteY22082"/>
                </a:cxn>
                <a:cxn ang="0">
                  <a:pos x="connsiteX22083" y="connsiteY22083"/>
                </a:cxn>
                <a:cxn ang="0">
                  <a:pos x="connsiteX22084" y="connsiteY22084"/>
                </a:cxn>
                <a:cxn ang="0">
                  <a:pos x="connsiteX22085" y="connsiteY22085"/>
                </a:cxn>
                <a:cxn ang="0">
                  <a:pos x="connsiteX22086" y="connsiteY22086"/>
                </a:cxn>
                <a:cxn ang="0">
                  <a:pos x="connsiteX22087" y="connsiteY22087"/>
                </a:cxn>
                <a:cxn ang="0">
                  <a:pos x="connsiteX22088" y="connsiteY22088"/>
                </a:cxn>
                <a:cxn ang="0">
                  <a:pos x="connsiteX22089" y="connsiteY22089"/>
                </a:cxn>
                <a:cxn ang="0">
                  <a:pos x="connsiteX22090" y="connsiteY22090"/>
                </a:cxn>
                <a:cxn ang="0">
                  <a:pos x="connsiteX22091" y="connsiteY22091"/>
                </a:cxn>
                <a:cxn ang="0">
                  <a:pos x="connsiteX22092" y="connsiteY22092"/>
                </a:cxn>
                <a:cxn ang="0">
                  <a:pos x="connsiteX22093" y="connsiteY22093"/>
                </a:cxn>
                <a:cxn ang="0">
                  <a:pos x="connsiteX22094" y="connsiteY22094"/>
                </a:cxn>
                <a:cxn ang="0">
                  <a:pos x="connsiteX22095" y="connsiteY22095"/>
                </a:cxn>
                <a:cxn ang="0">
                  <a:pos x="connsiteX22096" y="connsiteY22096"/>
                </a:cxn>
                <a:cxn ang="0">
                  <a:pos x="connsiteX22097" y="connsiteY22097"/>
                </a:cxn>
                <a:cxn ang="0">
                  <a:pos x="connsiteX22098" y="connsiteY22098"/>
                </a:cxn>
                <a:cxn ang="0">
                  <a:pos x="connsiteX22099" y="connsiteY22099"/>
                </a:cxn>
                <a:cxn ang="0">
                  <a:pos x="connsiteX22100" y="connsiteY22100"/>
                </a:cxn>
                <a:cxn ang="0">
                  <a:pos x="connsiteX22101" y="connsiteY22101"/>
                </a:cxn>
                <a:cxn ang="0">
                  <a:pos x="connsiteX22102" y="connsiteY22102"/>
                </a:cxn>
                <a:cxn ang="0">
                  <a:pos x="connsiteX22103" y="connsiteY22103"/>
                </a:cxn>
                <a:cxn ang="0">
                  <a:pos x="connsiteX22104" y="connsiteY22104"/>
                </a:cxn>
                <a:cxn ang="0">
                  <a:pos x="connsiteX22105" y="connsiteY22105"/>
                </a:cxn>
                <a:cxn ang="0">
                  <a:pos x="connsiteX22106" y="connsiteY22106"/>
                </a:cxn>
                <a:cxn ang="0">
                  <a:pos x="connsiteX22107" y="connsiteY22107"/>
                </a:cxn>
                <a:cxn ang="0">
                  <a:pos x="connsiteX22108" y="connsiteY22108"/>
                </a:cxn>
                <a:cxn ang="0">
                  <a:pos x="connsiteX22109" y="connsiteY22109"/>
                </a:cxn>
                <a:cxn ang="0">
                  <a:pos x="connsiteX22110" y="connsiteY22110"/>
                </a:cxn>
                <a:cxn ang="0">
                  <a:pos x="connsiteX22111" y="connsiteY22111"/>
                </a:cxn>
                <a:cxn ang="0">
                  <a:pos x="connsiteX22112" y="connsiteY22112"/>
                </a:cxn>
                <a:cxn ang="0">
                  <a:pos x="connsiteX22113" y="connsiteY22113"/>
                </a:cxn>
                <a:cxn ang="0">
                  <a:pos x="connsiteX22114" y="connsiteY22114"/>
                </a:cxn>
                <a:cxn ang="0">
                  <a:pos x="connsiteX22115" y="connsiteY22115"/>
                </a:cxn>
                <a:cxn ang="0">
                  <a:pos x="connsiteX22116" y="connsiteY22116"/>
                </a:cxn>
                <a:cxn ang="0">
                  <a:pos x="connsiteX22117" y="connsiteY22117"/>
                </a:cxn>
                <a:cxn ang="0">
                  <a:pos x="connsiteX22118" y="connsiteY22118"/>
                </a:cxn>
                <a:cxn ang="0">
                  <a:pos x="connsiteX22119" y="connsiteY22119"/>
                </a:cxn>
                <a:cxn ang="0">
                  <a:pos x="connsiteX22120" y="connsiteY22120"/>
                </a:cxn>
                <a:cxn ang="0">
                  <a:pos x="connsiteX22121" y="connsiteY22121"/>
                </a:cxn>
                <a:cxn ang="0">
                  <a:pos x="connsiteX22122" y="connsiteY22122"/>
                </a:cxn>
                <a:cxn ang="0">
                  <a:pos x="connsiteX22123" y="connsiteY22123"/>
                </a:cxn>
                <a:cxn ang="0">
                  <a:pos x="connsiteX22124" y="connsiteY22124"/>
                </a:cxn>
                <a:cxn ang="0">
                  <a:pos x="connsiteX22125" y="connsiteY22125"/>
                </a:cxn>
                <a:cxn ang="0">
                  <a:pos x="connsiteX22126" y="connsiteY22126"/>
                </a:cxn>
                <a:cxn ang="0">
                  <a:pos x="connsiteX22127" y="connsiteY22127"/>
                </a:cxn>
                <a:cxn ang="0">
                  <a:pos x="connsiteX22128" y="connsiteY22128"/>
                </a:cxn>
                <a:cxn ang="0">
                  <a:pos x="connsiteX22129" y="connsiteY22129"/>
                </a:cxn>
                <a:cxn ang="0">
                  <a:pos x="connsiteX22130" y="connsiteY22130"/>
                </a:cxn>
                <a:cxn ang="0">
                  <a:pos x="connsiteX22131" y="connsiteY22131"/>
                </a:cxn>
                <a:cxn ang="0">
                  <a:pos x="connsiteX22132" y="connsiteY22132"/>
                </a:cxn>
                <a:cxn ang="0">
                  <a:pos x="connsiteX22133" y="connsiteY22133"/>
                </a:cxn>
                <a:cxn ang="0">
                  <a:pos x="connsiteX22134" y="connsiteY22134"/>
                </a:cxn>
                <a:cxn ang="0">
                  <a:pos x="connsiteX22135" y="connsiteY22135"/>
                </a:cxn>
                <a:cxn ang="0">
                  <a:pos x="connsiteX22136" y="connsiteY22136"/>
                </a:cxn>
                <a:cxn ang="0">
                  <a:pos x="connsiteX22137" y="connsiteY22137"/>
                </a:cxn>
                <a:cxn ang="0">
                  <a:pos x="connsiteX22138" y="connsiteY22138"/>
                </a:cxn>
                <a:cxn ang="0">
                  <a:pos x="connsiteX22139" y="connsiteY22139"/>
                </a:cxn>
                <a:cxn ang="0">
                  <a:pos x="connsiteX22140" y="connsiteY22140"/>
                </a:cxn>
                <a:cxn ang="0">
                  <a:pos x="connsiteX22141" y="connsiteY22141"/>
                </a:cxn>
                <a:cxn ang="0">
                  <a:pos x="connsiteX22142" y="connsiteY22142"/>
                </a:cxn>
                <a:cxn ang="0">
                  <a:pos x="connsiteX22143" y="connsiteY22143"/>
                </a:cxn>
                <a:cxn ang="0">
                  <a:pos x="connsiteX22144" y="connsiteY22144"/>
                </a:cxn>
                <a:cxn ang="0">
                  <a:pos x="connsiteX22145" y="connsiteY22145"/>
                </a:cxn>
                <a:cxn ang="0">
                  <a:pos x="connsiteX22146" y="connsiteY22146"/>
                </a:cxn>
                <a:cxn ang="0">
                  <a:pos x="connsiteX22147" y="connsiteY22147"/>
                </a:cxn>
                <a:cxn ang="0">
                  <a:pos x="connsiteX22148" y="connsiteY22148"/>
                </a:cxn>
                <a:cxn ang="0">
                  <a:pos x="connsiteX22149" y="connsiteY22149"/>
                </a:cxn>
                <a:cxn ang="0">
                  <a:pos x="connsiteX22150" y="connsiteY22150"/>
                </a:cxn>
                <a:cxn ang="0">
                  <a:pos x="connsiteX22151" y="connsiteY22151"/>
                </a:cxn>
                <a:cxn ang="0">
                  <a:pos x="connsiteX22152" y="connsiteY22152"/>
                </a:cxn>
                <a:cxn ang="0">
                  <a:pos x="connsiteX22153" y="connsiteY22153"/>
                </a:cxn>
                <a:cxn ang="0">
                  <a:pos x="connsiteX22154" y="connsiteY22154"/>
                </a:cxn>
                <a:cxn ang="0">
                  <a:pos x="connsiteX22155" y="connsiteY22155"/>
                </a:cxn>
                <a:cxn ang="0">
                  <a:pos x="connsiteX22156" y="connsiteY22156"/>
                </a:cxn>
                <a:cxn ang="0">
                  <a:pos x="connsiteX22157" y="connsiteY22157"/>
                </a:cxn>
                <a:cxn ang="0">
                  <a:pos x="connsiteX22158" y="connsiteY22158"/>
                </a:cxn>
                <a:cxn ang="0">
                  <a:pos x="connsiteX22159" y="connsiteY22159"/>
                </a:cxn>
                <a:cxn ang="0">
                  <a:pos x="connsiteX22160" y="connsiteY22160"/>
                </a:cxn>
                <a:cxn ang="0">
                  <a:pos x="connsiteX22161" y="connsiteY22161"/>
                </a:cxn>
                <a:cxn ang="0">
                  <a:pos x="connsiteX22162" y="connsiteY22162"/>
                </a:cxn>
                <a:cxn ang="0">
                  <a:pos x="connsiteX22163" y="connsiteY22163"/>
                </a:cxn>
                <a:cxn ang="0">
                  <a:pos x="connsiteX22164" y="connsiteY22164"/>
                </a:cxn>
                <a:cxn ang="0">
                  <a:pos x="connsiteX22165" y="connsiteY22165"/>
                </a:cxn>
                <a:cxn ang="0">
                  <a:pos x="connsiteX22166" y="connsiteY22166"/>
                </a:cxn>
                <a:cxn ang="0">
                  <a:pos x="connsiteX22167" y="connsiteY22167"/>
                </a:cxn>
                <a:cxn ang="0">
                  <a:pos x="connsiteX22168" y="connsiteY22168"/>
                </a:cxn>
                <a:cxn ang="0">
                  <a:pos x="connsiteX22169" y="connsiteY22169"/>
                </a:cxn>
                <a:cxn ang="0">
                  <a:pos x="connsiteX22170" y="connsiteY22170"/>
                </a:cxn>
                <a:cxn ang="0">
                  <a:pos x="connsiteX22171" y="connsiteY22171"/>
                </a:cxn>
                <a:cxn ang="0">
                  <a:pos x="connsiteX22172" y="connsiteY22172"/>
                </a:cxn>
                <a:cxn ang="0">
                  <a:pos x="connsiteX22173" y="connsiteY22173"/>
                </a:cxn>
                <a:cxn ang="0">
                  <a:pos x="connsiteX22174" y="connsiteY22174"/>
                </a:cxn>
                <a:cxn ang="0">
                  <a:pos x="connsiteX22175" y="connsiteY22175"/>
                </a:cxn>
                <a:cxn ang="0">
                  <a:pos x="connsiteX22176" y="connsiteY22176"/>
                </a:cxn>
                <a:cxn ang="0">
                  <a:pos x="connsiteX22177" y="connsiteY22177"/>
                </a:cxn>
                <a:cxn ang="0">
                  <a:pos x="connsiteX22178" y="connsiteY22178"/>
                </a:cxn>
                <a:cxn ang="0">
                  <a:pos x="connsiteX22179" y="connsiteY22179"/>
                </a:cxn>
                <a:cxn ang="0">
                  <a:pos x="connsiteX22180" y="connsiteY22180"/>
                </a:cxn>
                <a:cxn ang="0">
                  <a:pos x="connsiteX22181" y="connsiteY22181"/>
                </a:cxn>
                <a:cxn ang="0">
                  <a:pos x="connsiteX22182" y="connsiteY22182"/>
                </a:cxn>
                <a:cxn ang="0">
                  <a:pos x="connsiteX22183" y="connsiteY22183"/>
                </a:cxn>
                <a:cxn ang="0">
                  <a:pos x="connsiteX22184" y="connsiteY22184"/>
                </a:cxn>
                <a:cxn ang="0">
                  <a:pos x="connsiteX22185" y="connsiteY22185"/>
                </a:cxn>
                <a:cxn ang="0">
                  <a:pos x="connsiteX22186" y="connsiteY22186"/>
                </a:cxn>
                <a:cxn ang="0">
                  <a:pos x="connsiteX22187" y="connsiteY22187"/>
                </a:cxn>
                <a:cxn ang="0">
                  <a:pos x="connsiteX22188" y="connsiteY22188"/>
                </a:cxn>
                <a:cxn ang="0">
                  <a:pos x="connsiteX22189" y="connsiteY22189"/>
                </a:cxn>
                <a:cxn ang="0">
                  <a:pos x="connsiteX22190" y="connsiteY22190"/>
                </a:cxn>
                <a:cxn ang="0">
                  <a:pos x="connsiteX22191" y="connsiteY22191"/>
                </a:cxn>
                <a:cxn ang="0">
                  <a:pos x="connsiteX22192" y="connsiteY22192"/>
                </a:cxn>
                <a:cxn ang="0">
                  <a:pos x="connsiteX22193" y="connsiteY22193"/>
                </a:cxn>
                <a:cxn ang="0">
                  <a:pos x="connsiteX22194" y="connsiteY22194"/>
                </a:cxn>
                <a:cxn ang="0">
                  <a:pos x="connsiteX22195" y="connsiteY22195"/>
                </a:cxn>
                <a:cxn ang="0">
                  <a:pos x="connsiteX22196" y="connsiteY22196"/>
                </a:cxn>
                <a:cxn ang="0">
                  <a:pos x="connsiteX22197" y="connsiteY22197"/>
                </a:cxn>
                <a:cxn ang="0">
                  <a:pos x="connsiteX22198" y="connsiteY22198"/>
                </a:cxn>
                <a:cxn ang="0">
                  <a:pos x="connsiteX22199" y="connsiteY22199"/>
                </a:cxn>
                <a:cxn ang="0">
                  <a:pos x="connsiteX22200" y="connsiteY22200"/>
                </a:cxn>
                <a:cxn ang="0">
                  <a:pos x="connsiteX22201" y="connsiteY22201"/>
                </a:cxn>
                <a:cxn ang="0">
                  <a:pos x="connsiteX22202" y="connsiteY22202"/>
                </a:cxn>
                <a:cxn ang="0">
                  <a:pos x="connsiteX22203" y="connsiteY22203"/>
                </a:cxn>
                <a:cxn ang="0">
                  <a:pos x="connsiteX22204" y="connsiteY22204"/>
                </a:cxn>
                <a:cxn ang="0">
                  <a:pos x="connsiteX22205" y="connsiteY22205"/>
                </a:cxn>
                <a:cxn ang="0">
                  <a:pos x="connsiteX22206" y="connsiteY22206"/>
                </a:cxn>
                <a:cxn ang="0">
                  <a:pos x="connsiteX22207" y="connsiteY22207"/>
                </a:cxn>
                <a:cxn ang="0">
                  <a:pos x="connsiteX22208" y="connsiteY22208"/>
                </a:cxn>
                <a:cxn ang="0">
                  <a:pos x="connsiteX22209" y="connsiteY22209"/>
                </a:cxn>
                <a:cxn ang="0">
                  <a:pos x="connsiteX22210" y="connsiteY22210"/>
                </a:cxn>
                <a:cxn ang="0">
                  <a:pos x="connsiteX22211" y="connsiteY22211"/>
                </a:cxn>
                <a:cxn ang="0">
                  <a:pos x="connsiteX22212" y="connsiteY22212"/>
                </a:cxn>
                <a:cxn ang="0">
                  <a:pos x="connsiteX22213" y="connsiteY22213"/>
                </a:cxn>
                <a:cxn ang="0">
                  <a:pos x="connsiteX22214" y="connsiteY22214"/>
                </a:cxn>
                <a:cxn ang="0">
                  <a:pos x="connsiteX22215" y="connsiteY22215"/>
                </a:cxn>
                <a:cxn ang="0">
                  <a:pos x="connsiteX22216" y="connsiteY22216"/>
                </a:cxn>
                <a:cxn ang="0">
                  <a:pos x="connsiteX22217" y="connsiteY22217"/>
                </a:cxn>
                <a:cxn ang="0">
                  <a:pos x="connsiteX22218" y="connsiteY22218"/>
                </a:cxn>
                <a:cxn ang="0">
                  <a:pos x="connsiteX22219" y="connsiteY22219"/>
                </a:cxn>
                <a:cxn ang="0">
                  <a:pos x="connsiteX22220" y="connsiteY22220"/>
                </a:cxn>
                <a:cxn ang="0">
                  <a:pos x="connsiteX22221" y="connsiteY22221"/>
                </a:cxn>
                <a:cxn ang="0">
                  <a:pos x="connsiteX22222" y="connsiteY22222"/>
                </a:cxn>
                <a:cxn ang="0">
                  <a:pos x="connsiteX22223" y="connsiteY22223"/>
                </a:cxn>
                <a:cxn ang="0">
                  <a:pos x="connsiteX22224" y="connsiteY22224"/>
                </a:cxn>
                <a:cxn ang="0">
                  <a:pos x="connsiteX22225" y="connsiteY22225"/>
                </a:cxn>
                <a:cxn ang="0">
                  <a:pos x="connsiteX22226" y="connsiteY22226"/>
                </a:cxn>
                <a:cxn ang="0">
                  <a:pos x="connsiteX22227" y="connsiteY22227"/>
                </a:cxn>
                <a:cxn ang="0">
                  <a:pos x="connsiteX22228" y="connsiteY22228"/>
                </a:cxn>
                <a:cxn ang="0">
                  <a:pos x="connsiteX22229" y="connsiteY22229"/>
                </a:cxn>
                <a:cxn ang="0">
                  <a:pos x="connsiteX22230" y="connsiteY22230"/>
                </a:cxn>
                <a:cxn ang="0">
                  <a:pos x="connsiteX22231" y="connsiteY22231"/>
                </a:cxn>
                <a:cxn ang="0">
                  <a:pos x="connsiteX22232" y="connsiteY22232"/>
                </a:cxn>
                <a:cxn ang="0">
                  <a:pos x="connsiteX22233" y="connsiteY22233"/>
                </a:cxn>
                <a:cxn ang="0">
                  <a:pos x="connsiteX22234" y="connsiteY22234"/>
                </a:cxn>
                <a:cxn ang="0">
                  <a:pos x="connsiteX22235" y="connsiteY22235"/>
                </a:cxn>
                <a:cxn ang="0">
                  <a:pos x="connsiteX22236" y="connsiteY22236"/>
                </a:cxn>
                <a:cxn ang="0">
                  <a:pos x="connsiteX22237" y="connsiteY22237"/>
                </a:cxn>
                <a:cxn ang="0">
                  <a:pos x="connsiteX22238" y="connsiteY22238"/>
                </a:cxn>
                <a:cxn ang="0">
                  <a:pos x="connsiteX22239" y="connsiteY22239"/>
                </a:cxn>
                <a:cxn ang="0">
                  <a:pos x="connsiteX22240" y="connsiteY22240"/>
                </a:cxn>
                <a:cxn ang="0">
                  <a:pos x="connsiteX22241" y="connsiteY22241"/>
                </a:cxn>
                <a:cxn ang="0">
                  <a:pos x="connsiteX22242" y="connsiteY22242"/>
                </a:cxn>
                <a:cxn ang="0">
                  <a:pos x="connsiteX22243" y="connsiteY22243"/>
                </a:cxn>
                <a:cxn ang="0">
                  <a:pos x="connsiteX22244" y="connsiteY22244"/>
                </a:cxn>
                <a:cxn ang="0">
                  <a:pos x="connsiteX22245" y="connsiteY22245"/>
                </a:cxn>
                <a:cxn ang="0">
                  <a:pos x="connsiteX22246" y="connsiteY22246"/>
                </a:cxn>
                <a:cxn ang="0">
                  <a:pos x="connsiteX22247" y="connsiteY22247"/>
                </a:cxn>
                <a:cxn ang="0">
                  <a:pos x="connsiteX22248" y="connsiteY22248"/>
                </a:cxn>
                <a:cxn ang="0">
                  <a:pos x="connsiteX22249" y="connsiteY22249"/>
                </a:cxn>
                <a:cxn ang="0">
                  <a:pos x="connsiteX22250" y="connsiteY22250"/>
                </a:cxn>
                <a:cxn ang="0">
                  <a:pos x="connsiteX22251" y="connsiteY22251"/>
                </a:cxn>
                <a:cxn ang="0">
                  <a:pos x="connsiteX22252" y="connsiteY22252"/>
                </a:cxn>
                <a:cxn ang="0">
                  <a:pos x="connsiteX22253" y="connsiteY22253"/>
                </a:cxn>
                <a:cxn ang="0">
                  <a:pos x="connsiteX22254" y="connsiteY22254"/>
                </a:cxn>
                <a:cxn ang="0">
                  <a:pos x="connsiteX22255" y="connsiteY22255"/>
                </a:cxn>
                <a:cxn ang="0">
                  <a:pos x="connsiteX22256" y="connsiteY22256"/>
                </a:cxn>
                <a:cxn ang="0">
                  <a:pos x="connsiteX22257" y="connsiteY22257"/>
                </a:cxn>
                <a:cxn ang="0">
                  <a:pos x="connsiteX22258" y="connsiteY22258"/>
                </a:cxn>
                <a:cxn ang="0">
                  <a:pos x="connsiteX22259" y="connsiteY22259"/>
                </a:cxn>
                <a:cxn ang="0">
                  <a:pos x="connsiteX22260" y="connsiteY22260"/>
                </a:cxn>
                <a:cxn ang="0">
                  <a:pos x="connsiteX22261" y="connsiteY22261"/>
                </a:cxn>
                <a:cxn ang="0">
                  <a:pos x="connsiteX22262" y="connsiteY22262"/>
                </a:cxn>
                <a:cxn ang="0">
                  <a:pos x="connsiteX22263" y="connsiteY22263"/>
                </a:cxn>
                <a:cxn ang="0">
                  <a:pos x="connsiteX22264" y="connsiteY22264"/>
                </a:cxn>
                <a:cxn ang="0">
                  <a:pos x="connsiteX22265" y="connsiteY22265"/>
                </a:cxn>
                <a:cxn ang="0">
                  <a:pos x="connsiteX22266" y="connsiteY22266"/>
                </a:cxn>
                <a:cxn ang="0">
                  <a:pos x="connsiteX22267" y="connsiteY22267"/>
                </a:cxn>
                <a:cxn ang="0">
                  <a:pos x="connsiteX22268" y="connsiteY22268"/>
                </a:cxn>
                <a:cxn ang="0">
                  <a:pos x="connsiteX22269" y="connsiteY22269"/>
                </a:cxn>
                <a:cxn ang="0">
                  <a:pos x="connsiteX22270" y="connsiteY22270"/>
                </a:cxn>
                <a:cxn ang="0">
                  <a:pos x="connsiteX22271" y="connsiteY22271"/>
                </a:cxn>
                <a:cxn ang="0">
                  <a:pos x="connsiteX22272" y="connsiteY22272"/>
                </a:cxn>
                <a:cxn ang="0">
                  <a:pos x="connsiteX22273" y="connsiteY22273"/>
                </a:cxn>
                <a:cxn ang="0">
                  <a:pos x="connsiteX22274" y="connsiteY22274"/>
                </a:cxn>
                <a:cxn ang="0">
                  <a:pos x="connsiteX22275" y="connsiteY22275"/>
                </a:cxn>
                <a:cxn ang="0">
                  <a:pos x="connsiteX22276" y="connsiteY22276"/>
                </a:cxn>
                <a:cxn ang="0">
                  <a:pos x="connsiteX22277" y="connsiteY22277"/>
                </a:cxn>
                <a:cxn ang="0">
                  <a:pos x="connsiteX22278" y="connsiteY22278"/>
                </a:cxn>
                <a:cxn ang="0">
                  <a:pos x="connsiteX22279" y="connsiteY22279"/>
                </a:cxn>
                <a:cxn ang="0">
                  <a:pos x="connsiteX22280" y="connsiteY22280"/>
                </a:cxn>
                <a:cxn ang="0">
                  <a:pos x="connsiteX22281" y="connsiteY22281"/>
                </a:cxn>
                <a:cxn ang="0">
                  <a:pos x="connsiteX22282" y="connsiteY22282"/>
                </a:cxn>
                <a:cxn ang="0">
                  <a:pos x="connsiteX22283" y="connsiteY22283"/>
                </a:cxn>
                <a:cxn ang="0">
                  <a:pos x="connsiteX22284" y="connsiteY22284"/>
                </a:cxn>
                <a:cxn ang="0">
                  <a:pos x="connsiteX22285" y="connsiteY22285"/>
                </a:cxn>
                <a:cxn ang="0">
                  <a:pos x="connsiteX22286" y="connsiteY22286"/>
                </a:cxn>
                <a:cxn ang="0">
                  <a:pos x="connsiteX22287" y="connsiteY22287"/>
                </a:cxn>
                <a:cxn ang="0">
                  <a:pos x="connsiteX22288" y="connsiteY22288"/>
                </a:cxn>
                <a:cxn ang="0">
                  <a:pos x="connsiteX22289" y="connsiteY22289"/>
                </a:cxn>
                <a:cxn ang="0">
                  <a:pos x="connsiteX22290" y="connsiteY22290"/>
                </a:cxn>
                <a:cxn ang="0">
                  <a:pos x="connsiteX22291" y="connsiteY22291"/>
                </a:cxn>
                <a:cxn ang="0">
                  <a:pos x="connsiteX22292" y="connsiteY22292"/>
                </a:cxn>
                <a:cxn ang="0">
                  <a:pos x="connsiteX22293" y="connsiteY22293"/>
                </a:cxn>
                <a:cxn ang="0">
                  <a:pos x="connsiteX22294" y="connsiteY22294"/>
                </a:cxn>
                <a:cxn ang="0">
                  <a:pos x="connsiteX22295" y="connsiteY22295"/>
                </a:cxn>
                <a:cxn ang="0">
                  <a:pos x="connsiteX22296" y="connsiteY22296"/>
                </a:cxn>
                <a:cxn ang="0">
                  <a:pos x="connsiteX22297" y="connsiteY22297"/>
                </a:cxn>
                <a:cxn ang="0">
                  <a:pos x="connsiteX22298" y="connsiteY22298"/>
                </a:cxn>
                <a:cxn ang="0">
                  <a:pos x="connsiteX22299" y="connsiteY22299"/>
                </a:cxn>
                <a:cxn ang="0">
                  <a:pos x="connsiteX22300" y="connsiteY22300"/>
                </a:cxn>
                <a:cxn ang="0">
                  <a:pos x="connsiteX22301" y="connsiteY22301"/>
                </a:cxn>
                <a:cxn ang="0">
                  <a:pos x="connsiteX22302" y="connsiteY22302"/>
                </a:cxn>
                <a:cxn ang="0">
                  <a:pos x="connsiteX22303" y="connsiteY22303"/>
                </a:cxn>
                <a:cxn ang="0">
                  <a:pos x="connsiteX22304" y="connsiteY22304"/>
                </a:cxn>
                <a:cxn ang="0">
                  <a:pos x="connsiteX22305" y="connsiteY22305"/>
                </a:cxn>
                <a:cxn ang="0">
                  <a:pos x="connsiteX22306" y="connsiteY22306"/>
                </a:cxn>
                <a:cxn ang="0">
                  <a:pos x="connsiteX22307" y="connsiteY22307"/>
                </a:cxn>
                <a:cxn ang="0">
                  <a:pos x="connsiteX22308" y="connsiteY22308"/>
                </a:cxn>
                <a:cxn ang="0">
                  <a:pos x="connsiteX22309" y="connsiteY22309"/>
                </a:cxn>
                <a:cxn ang="0">
                  <a:pos x="connsiteX22310" y="connsiteY22310"/>
                </a:cxn>
                <a:cxn ang="0">
                  <a:pos x="connsiteX22311" y="connsiteY22311"/>
                </a:cxn>
                <a:cxn ang="0">
                  <a:pos x="connsiteX22312" y="connsiteY22312"/>
                </a:cxn>
                <a:cxn ang="0">
                  <a:pos x="connsiteX22313" y="connsiteY22313"/>
                </a:cxn>
                <a:cxn ang="0">
                  <a:pos x="connsiteX22314" y="connsiteY22314"/>
                </a:cxn>
                <a:cxn ang="0">
                  <a:pos x="connsiteX22315" y="connsiteY22315"/>
                </a:cxn>
                <a:cxn ang="0">
                  <a:pos x="connsiteX22316" y="connsiteY22316"/>
                </a:cxn>
                <a:cxn ang="0">
                  <a:pos x="connsiteX22317" y="connsiteY22317"/>
                </a:cxn>
                <a:cxn ang="0">
                  <a:pos x="connsiteX22318" y="connsiteY22318"/>
                </a:cxn>
                <a:cxn ang="0">
                  <a:pos x="connsiteX22319" y="connsiteY22319"/>
                </a:cxn>
                <a:cxn ang="0">
                  <a:pos x="connsiteX22320" y="connsiteY22320"/>
                </a:cxn>
                <a:cxn ang="0">
                  <a:pos x="connsiteX22321" y="connsiteY22321"/>
                </a:cxn>
                <a:cxn ang="0">
                  <a:pos x="connsiteX22322" y="connsiteY22322"/>
                </a:cxn>
                <a:cxn ang="0">
                  <a:pos x="connsiteX22323" y="connsiteY22323"/>
                </a:cxn>
                <a:cxn ang="0">
                  <a:pos x="connsiteX22324" y="connsiteY22324"/>
                </a:cxn>
                <a:cxn ang="0">
                  <a:pos x="connsiteX22325" y="connsiteY22325"/>
                </a:cxn>
                <a:cxn ang="0">
                  <a:pos x="connsiteX22326" y="connsiteY22326"/>
                </a:cxn>
                <a:cxn ang="0">
                  <a:pos x="connsiteX22327" y="connsiteY22327"/>
                </a:cxn>
                <a:cxn ang="0">
                  <a:pos x="connsiteX22328" y="connsiteY22328"/>
                </a:cxn>
                <a:cxn ang="0">
                  <a:pos x="connsiteX22329" y="connsiteY22329"/>
                </a:cxn>
                <a:cxn ang="0">
                  <a:pos x="connsiteX22330" y="connsiteY22330"/>
                </a:cxn>
                <a:cxn ang="0">
                  <a:pos x="connsiteX22331" y="connsiteY22331"/>
                </a:cxn>
                <a:cxn ang="0">
                  <a:pos x="connsiteX22332" y="connsiteY22332"/>
                </a:cxn>
                <a:cxn ang="0">
                  <a:pos x="connsiteX22333" y="connsiteY22333"/>
                </a:cxn>
                <a:cxn ang="0">
                  <a:pos x="connsiteX22334" y="connsiteY22334"/>
                </a:cxn>
                <a:cxn ang="0">
                  <a:pos x="connsiteX22335" y="connsiteY22335"/>
                </a:cxn>
                <a:cxn ang="0">
                  <a:pos x="connsiteX22336" y="connsiteY22336"/>
                </a:cxn>
                <a:cxn ang="0">
                  <a:pos x="connsiteX22337" y="connsiteY22337"/>
                </a:cxn>
                <a:cxn ang="0">
                  <a:pos x="connsiteX22338" y="connsiteY22338"/>
                </a:cxn>
                <a:cxn ang="0">
                  <a:pos x="connsiteX22339" y="connsiteY22339"/>
                </a:cxn>
                <a:cxn ang="0">
                  <a:pos x="connsiteX22340" y="connsiteY22340"/>
                </a:cxn>
                <a:cxn ang="0">
                  <a:pos x="connsiteX22341" y="connsiteY22341"/>
                </a:cxn>
                <a:cxn ang="0">
                  <a:pos x="connsiteX22342" y="connsiteY22342"/>
                </a:cxn>
                <a:cxn ang="0">
                  <a:pos x="connsiteX22343" y="connsiteY22343"/>
                </a:cxn>
                <a:cxn ang="0">
                  <a:pos x="connsiteX22344" y="connsiteY22344"/>
                </a:cxn>
                <a:cxn ang="0">
                  <a:pos x="connsiteX22345" y="connsiteY22345"/>
                </a:cxn>
                <a:cxn ang="0">
                  <a:pos x="connsiteX22346" y="connsiteY22346"/>
                </a:cxn>
                <a:cxn ang="0">
                  <a:pos x="connsiteX22347" y="connsiteY22347"/>
                </a:cxn>
                <a:cxn ang="0">
                  <a:pos x="connsiteX22348" y="connsiteY22348"/>
                </a:cxn>
                <a:cxn ang="0">
                  <a:pos x="connsiteX22349" y="connsiteY22349"/>
                </a:cxn>
                <a:cxn ang="0">
                  <a:pos x="connsiteX22350" y="connsiteY22350"/>
                </a:cxn>
                <a:cxn ang="0">
                  <a:pos x="connsiteX22351" y="connsiteY22351"/>
                </a:cxn>
                <a:cxn ang="0">
                  <a:pos x="connsiteX22352" y="connsiteY22352"/>
                </a:cxn>
                <a:cxn ang="0">
                  <a:pos x="connsiteX22353" y="connsiteY22353"/>
                </a:cxn>
                <a:cxn ang="0">
                  <a:pos x="connsiteX22354" y="connsiteY22354"/>
                </a:cxn>
                <a:cxn ang="0">
                  <a:pos x="connsiteX22355" y="connsiteY22355"/>
                </a:cxn>
                <a:cxn ang="0">
                  <a:pos x="connsiteX22356" y="connsiteY22356"/>
                </a:cxn>
                <a:cxn ang="0">
                  <a:pos x="connsiteX22357" y="connsiteY22357"/>
                </a:cxn>
                <a:cxn ang="0">
                  <a:pos x="connsiteX22358" y="connsiteY22358"/>
                </a:cxn>
                <a:cxn ang="0">
                  <a:pos x="connsiteX22359" y="connsiteY22359"/>
                </a:cxn>
                <a:cxn ang="0">
                  <a:pos x="connsiteX22360" y="connsiteY22360"/>
                </a:cxn>
                <a:cxn ang="0">
                  <a:pos x="connsiteX22361" y="connsiteY22361"/>
                </a:cxn>
                <a:cxn ang="0">
                  <a:pos x="connsiteX22362" y="connsiteY22362"/>
                </a:cxn>
                <a:cxn ang="0">
                  <a:pos x="connsiteX22363" y="connsiteY22363"/>
                </a:cxn>
                <a:cxn ang="0">
                  <a:pos x="connsiteX22364" y="connsiteY22364"/>
                </a:cxn>
                <a:cxn ang="0">
                  <a:pos x="connsiteX22365" y="connsiteY22365"/>
                </a:cxn>
                <a:cxn ang="0">
                  <a:pos x="connsiteX22366" y="connsiteY22366"/>
                </a:cxn>
                <a:cxn ang="0">
                  <a:pos x="connsiteX22367" y="connsiteY22367"/>
                </a:cxn>
                <a:cxn ang="0">
                  <a:pos x="connsiteX22368" y="connsiteY22368"/>
                </a:cxn>
                <a:cxn ang="0">
                  <a:pos x="connsiteX22369" y="connsiteY22369"/>
                </a:cxn>
                <a:cxn ang="0">
                  <a:pos x="connsiteX22370" y="connsiteY22370"/>
                </a:cxn>
                <a:cxn ang="0">
                  <a:pos x="connsiteX22371" y="connsiteY22371"/>
                </a:cxn>
                <a:cxn ang="0">
                  <a:pos x="connsiteX22372" y="connsiteY22372"/>
                </a:cxn>
                <a:cxn ang="0">
                  <a:pos x="connsiteX22373" y="connsiteY22373"/>
                </a:cxn>
                <a:cxn ang="0">
                  <a:pos x="connsiteX22374" y="connsiteY22374"/>
                </a:cxn>
                <a:cxn ang="0">
                  <a:pos x="connsiteX22375" y="connsiteY22375"/>
                </a:cxn>
                <a:cxn ang="0">
                  <a:pos x="connsiteX22376" y="connsiteY22376"/>
                </a:cxn>
                <a:cxn ang="0">
                  <a:pos x="connsiteX22377" y="connsiteY22377"/>
                </a:cxn>
                <a:cxn ang="0">
                  <a:pos x="connsiteX22378" y="connsiteY22378"/>
                </a:cxn>
                <a:cxn ang="0">
                  <a:pos x="connsiteX22379" y="connsiteY22379"/>
                </a:cxn>
                <a:cxn ang="0">
                  <a:pos x="connsiteX22380" y="connsiteY22380"/>
                </a:cxn>
                <a:cxn ang="0">
                  <a:pos x="connsiteX22381" y="connsiteY22381"/>
                </a:cxn>
                <a:cxn ang="0">
                  <a:pos x="connsiteX22382" y="connsiteY22382"/>
                </a:cxn>
                <a:cxn ang="0">
                  <a:pos x="connsiteX22383" y="connsiteY22383"/>
                </a:cxn>
                <a:cxn ang="0">
                  <a:pos x="connsiteX22384" y="connsiteY22384"/>
                </a:cxn>
                <a:cxn ang="0">
                  <a:pos x="connsiteX22385" y="connsiteY22385"/>
                </a:cxn>
                <a:cxn ang="0">
                  <a:pos x="connsiteX22386" y="connsiteY22386"/>
                </a:cxn>
                <a:cxn ang="0">
                  <a:pos x="connsiteX22387" y="connsiteY22387"/>
                </a:cxn>
                <a:cxn ang="0">
                  <a:pos x="connsiteX22388" y="connsiteY22388"/>
                </a:cxn>
                <a:cxn ang="0">
                  <a:pos x="connsiteX22389" y="connsiteY22389"/>
                </a:cxn>
                <a:cxn ang="0">
                  <a:pos x="connsiteX22390" y="connsiteY22390"/>
                </a:cxn>
                <a:cxn ang="0">
                  <a:pos x="connsiteX22391" y="connsiteY22391"/>
                </a:cxn>
                <a:cxn ang="0">
                  <a:pos x="connsiteX22392" y="connsiteY22392"/>
                </a:cxn>
                <a:cxn ang="0">
                  <a:pos x="connsiteX22393" y="connsiteY22393"/>
                </a:cxn>
                <a:cxn ang="0">
                  <a:pos x="connsiteX22394" y="connsiteY22394"/>
                </a:cxn>
                <a:cxn ang="0">
                  <a:pos x="connsiteX22395" y="connsiteY22395"/>
                </a:cxn>
                <a:cxn ang="0">
                  <a:pos x="connsiteX22396" y="connsiteY22396"/>
                </a:cxn>
                <a:cxn ang="0">
                  <a:pos x="connsiteX22397" y="connsiteY22397"/>
                </a:cxn>
                <a:cxn ang="0">
                  <a:pos x="connsiteX22398" y="connsiteY22398"/>
                </a:cxn>
                <a:cxn ang="0">
                  <a:pos x="connsiteX22399" y="connsiteY22399"/>
                </a:cxn>
                <a:cxn ang="0">
                  <a:pos x="connsiteX22400" y="connsiteY22400"/>
                </a:cxn>
                <a:cxn ang="0">
                  <a:pos x="connsiteX22401" y="connsiteY22401"/>
                </a:cxn>
                <a:cxn ang="0">
                  <a:pos x="connsiteX22402" y="connsiteY22402"/>
                </a:cxn>
                <a:cxn ang="0">
                  <a:pos x="connsiteX22403" y="connsiteY22403"/>
                </a:cxn>
                <a:cxn ang="0">
                  <a:pos x="connsiteX22404" y="connsiteY22404"/>
                </a:cxn>
                <a:cxn ang="0">
                  <a:pos x="connsiteX22405" y="connsiteY22405"/>
                </a:cxn>
                <a:cxn ang="0">
                  <a:pos x="connsiteX22406" y="connsiteY22406"/>
                </a:cxn>
                <a:cxn ang="0">
                  <a:pos x="connsiteX22407" y="connsiteY22407"/>
                </a:cxn>
                <a:cxn ang="0">
                  <a:pos x="connsiteX22408" y="connsiteY22408"/>
                </a:cxn>
                <a:cxn ang="0">
                  <a:pos x="connsiteX22409" y="connsiteY22409"/>
                </a:cxn>
                <a:cxn ang="0">
                  <a:pos x="connsiteX22410" y="connsiteY22410"/>
                </a:cxn>
                <a:cxn ang="0">
                  <a:pos x="connsiteX22411" y="connsiteY22411"/>
                </a:cxn>
                <a:cxn ang="0">
                  <a:pos x="connsiteX22412" y="connsiteY22412"/>
                </a:cxn>
                <a:cxn ang="0">
                  <a:pos x="connsiteX22413" y="connsiteY22413"/>
                </a:cxn>
                <a:cxn ang="0">
                  <a:pos x="connsiteX22414" y="connsiteY22414"/>
                </a:cxn>
                <a:cxn ang="0">
                  <a:pos x="connsiteX22415" y="connsiteY22415"/>
                </a:cxn>
                <a:cxn ang="0">
                  <a:pos x="connsiteX22416" y="connsiteY22416"/>
                </a:cxn>
                <a:cxn ang="0">
                  <a:pos x="connsiteX22417" y="connsiteY22417"/>
                </a:cxn>
                <a:cxn ang="0">
                  <a:pos x="connsiteX22418" y="connsiteY22418"/>
                </a:cxn>
                <a:cxn ang="0">
                  <a:pos x="connsiteX22419" y="connsiteY22419"/>
                </a:cxn>
                <a:cxn ang="0">
                  <a:pos x="connsiteX22420" y="connsiteY22420"/>
                </a:cxn>
                <a:cxn ang="0">
                  <a:pos x="connsiteX22421" y="connsiteY22421"/>
                </a:cxn>
                <a:cxn ang="0">
                  <a:pos x="connsiteX22422" y="connsiteY22422"/>
                </a:cxn>
                <a:cxn ang="0">
                  <a:pos x="connsiteX22423" y="connsiteY22423"/>
                </a:cxn>
                <a:cxn ang="0">
                  <a:pos x="connsiteX22424" y="connsiteY22424"/>
                </a:cxn>
                <a:cxn ang="0">
                  <a:pos x="connsiteX22425" y="connsiteY22425"/>
                </a:cxn>
                <a:cxn ang="0">
                  <a:pos x="connsiteX22426" y="connsiteY22426"/>
                </a:cxn>
                <a:cxn ang="0">
                  <a:pos x="connsiteX22427" y="connsiteY22427"/>
                </a:cxn>
                <a:cxn ang="0">
                  <a:pos x="connsiteX22428" y="connsiteY22428"/>
                </a:cxn>
                <a:cxn ang="0">
                  <a:pos x="connsiteX22429" y="connsiteY22429"/>
                </a:cxn>
                <a:cxn ang="0">
                  <a:pos x="connsiteX22430" y="connsiteY22430"/>
                </a:cxn>
                <a:cxn ang="0">
                  <a:pos x="connsiteX22431" y="connsiteY22431"/>
                </a:cxn>
                <a:cxn ang="0">
                  <a:pos x="connsiteX22432" y="connsiteY22432"/>
                </a:cxn>
                <a:cxn ang="0">
                  <a:pos x="connsiteX22433" y="connsiteY22433"/>
                </a:cxn>
                <a:cxn ang="0">
                  <a:pos x="connsiteX22434" y="connsiteY22434"/>
                </a:cxn>
                <a:cxn ang="0">
                  <a:pos x="connsiteX22435" y="connsiteY22435"/>
                </a:cxn>
                <a:cxn ang="0">
                  <a:pos x="connsiteX22436" y="connsiteY22436"/>
                </a:cxn>
                <a:cxn ang="0">
                  <a:pos x="connsiteX22437" y="connsiteY22437"/>
                </a:cxn>
                <a:cxn ang="0">
                  <a:pos x="connsiteX22438" y="connsiteY22438"/>
                </a:cxn>
                <a:cxn ang="0">
                  <a:pos x="connsiteX22439" y="connsiteY22439"/>
                </a:cxn>
                <a:cxn ang="0">
                  <a:pos x="connsiteX22440" y="connsiteY22440"/>
                </a:cxn>
                <a:cxn ang="0">
                  <a:pos x="connsiteX22441" y="connsiteY22441"/>
                </a:cxn>
                <a:cxn ang="0">
                  <a:pos x="connsiteX22442" y="connsiteY22442"/>
                </a:cxn>
                <a:cxn ang="0">
                  <a:pos x="connsiteX22443" y="connsiteY22443"/>
                </a:cxn>
                <a:cxn ang="0">
                  <a:pos x="connsiteX22444" y="connsiteY22444"/>
                </a:cxn>
                <a:cxn ang="0">
                  <a:pos x="connsiteX22445" y="connsiteY22445"/>
                </a:cxn>
                <a:cxn ang="0">
                  <a:pos x="connsiteX22446" y="connsiteY22446"/>
                </a:cxn>
                <a:cxn ang="0">
                  <a:pos x="connsiteX22447" y="connsiteY22447"/>
                </a:cxn>
                <a:cxn ang="0">
                  <a:pos x="connsiteX22448" y="connsiteY22448"/>
                </a:cxn>
                <a:cxn ang="0">
                  <a:pos x="connsiteX22449" y="connsiteY22449"/>
                </a:cxn>
                <a:cxn ang="0">
                  <a:pos x="connsiteX22450" y="connsiteY22450"/>
                </a:cxn>
                <a:cxn ang="0">
                  <a:pos x="connsiteX22451" y="connsiteY22451"/>
                </a:cxn>
                <a:cxn ang="0">
                  <a:pos x="connsiteX22452" y="connsiteY22452"/>
                </a:cxn>
                <a:cxn ang="0">
                  <a:pos x="connsiteX22453" y="connsiteY22453"/>
                </a:cxn>
                <a:cxn ang="0">
                  <a:pos x="connsiteX22454" y="connsiteY22454"/>
                </a:cxn>
                <a:cxn ang="0">
                  <a:pos x="connsiteX22455" y="connsiteY22455"/>
                </a:cxn>
                <a:cxn ang="0">
                  <a:pos x="connsiteX22456" y="connsiteY22456"/>
                </a:cxn>
                <a:cxn ang="0">
                  <a:pos x="connsiteX22457" y="connsiteY22457"/>
                </a:cxn>
                <a:cxn ang="0">
                  <a:pos x="connsiteX22458" y="connsiteY22458"/>
                </a:cxn>
                <a:cxn ang="0">
                  <a:pos x="connsiteX22459" y="connsiteY22459"/>
                </a:cxn>
                <a:cxn ang="0">
                  <a:pos x="connsiteX22460" y="connsiteY22460"/>
                </a:cxn>
                <a:cxn ang="0">
                  <a:pos x="connsiteX22461" y="connsiteY22461"/>
                </a:cxn>
                <a:cxn ang="0">
                  <a:pos x="connsiteX22462" y="connsiteY22462"/>
                </a:cxn>
                <a:cxn ang="0">
                  <a:pos x="connsiteX22463" y="connsiteY22463"/>
                </a:cxn>
                <a:cxn ang="0">
                  <a:pos x="connsiteX22464" y="connsiteY22464"/>
                </a:cxn>
                <a:cxn ang="0">
                  <a:pos x="connsiteX22465" y="connsiteY22465"/>
                </a:cxn>
                <a:cxn ang="0">
                  <a:pos x="connsiteX22466" y="connsiteY22466"/>
                </a:cxn>
                <a:cxn ang="0">
                  <a:pos x="connsiteX22467" y="connsiteY22467"/>
                </a:cxn>
                <a:cxn ang="0">
                  <a:pos x="connsiteX22468" y="connsiteY22468"/>
                </a:cxn>
                <a:cxn ang="0">
                  <a:pos x="connsiteX22469" y="connsiteY22469"/>
                </a:cxn>
                <a:cxn ang="0">
                  <a:pos x="connsiteX22470" y="connsiteY22470"/>
                </a:cxn>
                <a:cxn ang="0">
                  <a:pos x="connsiteX22471" y="connsiteY22471"/>
                </a:cxn>
                <a:cxn ang="0">
                  <a:pos x="connsiteX22472" y="connsiteY22472"/>
                </a:cxn>
                <a:cxn ang="0">
                  <a:pos x="connsiteX22473" y="connsiteY22473"/>
                </a:cxn>
                <a:cxn ang="0">
                  <a:pos x="connsiteX22474" y="connsiteY22474"/>
                </a:cxn>
                <a:cxn ang="0">
                  <a:pos x="connsiteX22475" y="connsiteY22475"/>
                </a:cxn>
                <a:cxn ang="0">
                  <a:pos x="connsiteX22476" y="connsiteY22476"/>
                </a:cxn>
                <a:cxn ang="0">
                  <a:pos x="connsiteX22477" y="connsiteY22477"/>
                </a:cxn>
                <a:cxn ang="0">
                  <a:pos x="connsiteX22478" y="connsiteY22478"/>
                </a:cxn>
                <a:cxn ang="0">
                  <a:pos x="connsiteX22479" y="connsiteY22479"/>
                </a:cxn>
                <a:cxn ang="0">
                  <a:pos x="connsiteX22480" y="connsiteY22480"/>
                </a:cxn>
                <a:cxn ang="0">
                  <a:pos x="connsiteX22481" y="connsiteY22481"/>
                </a:cxn>
                <a:cxn ang="0">
                  <a:pos x="connsiteX22482" y="connsiteY22482"/>
                </a:cxn>
                <a:cxn ang="0">
                  <a:pos x="connsiteX22483" y="connsiteY22483"/>
                </a:cxn>
                <a:cxn ang="0">
                  <a:pos x="connsiteX22484" y="connsiteY22484"/>
                </a:cxn>
                <a:cxn ang="0">
                  <a:pos x="connsiteX22485" y="connsiteY22485"/>
                </a:cxn>
                <a:cxn ang="0">
                  <a:pos x="connsiteX22486" y="connsiteY22486"/>
                </a:cxn>
                <a:cxn ang="0">
                  <a:pos x="connsiteX22487" y="connsiteY22487"/>
                </a:cxn>
                <a:cxn ang="0">
                  <a:pos x="connsiteX22488" y="connsiteY22488"/>
                </a:cxn>
                <a:cxn ang="0">
                  <a:pos x="connsiteX22489" y="connsiteY22489"/>
                </a:cxn>
                <a:cxn ang="0">
                  <a:pos x="connsiteX22490" y="connsiteY22490"/>
                </a:cxn>
                <a:cxn ang="0">
                  <a:pos x="connsiteX22491" y="connsiteY22491"/>
                </a:cxn>
                <a:cxn ang="0">
                  <a:pos x="connsiteX22492" y="connsiteY22492"/>
                </a:cxn>
                <a:cxn ang="0">
                  <a:pos x="connsiteX22493" y="connsiteY22493"/>
                </a:cxn>
                <a:cxn ang="0">
                  <a:pos x="connsiteX22494" y="connsiteY22494"/>
                </a:cxn>
                <a:cxn ang="0">
                  <a:pos x="connsiteX22495" y="connsiteY22495"/>
                </a:cxn>
                <a:cxn ang="0">
                  <a:pos x="connsiteX22496" y="connsiteY22496"/>
                </a:cxn>
                <a:cxn ang="0">
                  <a:pos x="connsiteX22497" y="connsiteY22497"/>
                </a:cxn>
                <a:cxn ang="0">
                  <a:pos x="connsiteX22498" y="connsiteY22498"/>
                </a:cxn>
                <a:cxn ang="0">
                  <a:pos x="connsiteX22499" y="connsiteY22499"/>
                </a:cxn>
                <a:cxn ang="0">
                  <a:pos x="connsiteX22500" y="connsiteY22500"/>
                </a:cxn>
                <a:cxn ang="0">
                  <a:pos x="connsiteX22501" y="connsiteY22501"/>
                </a:cxn>
                <a:cxn ang="0">
                  <a:pos x="connsiteX22502" y="connsiteY22502"/>
                </a:cxn>
                <a:cxn ang="0">
                  <a:pos x="connsiteX22503" y="connsiteY22503"/>
                </a:cxn>
                <a:cxn ang="0">
                  <a:pos x="connsiteX22504" y="connsiteY22504"/>
                </a:cxn>
                <a:cxn ang="0">
                  <a:pos x="connsiteX22505" y="connsiteY22505"/>
                </a:cxn>
                <a:cxn ang="0">
                  <a:pos x="connsiteX22506" y="connsiteY22506"/>
                </a:cxn>
                <a:cxn ang="0">
                  <a:pos x="connsiteX22507" y="connsiteY22507"/>
                </a:cxn>
                <a:cxn ang="0">
                  <a:pos x="connsiteX22508" y="connsiteY22508"/>
                </a:cxn>
                <a:cxn ang="0">
                  <a:pos x="connsiteX22509" y="connsiteY22509"/>
                </a:cxn>
                <a:cxn ang="0">
                  <a:pos x="connsiteX22510" y="connsiteY22510"/>
                </a:cxn>
                <a:cxn ang="0">
                  <a:pos x="connsiteX22511" y="connsiteY22511"/>
                </a:cxn>
                <a:cxn ang="0">
                  <a:pos x="connsiteX22512" y="connsiteY22512"/>
                </a:cxn>
                <a:cxn ang="0">
                  <a:pos x="connsiteX22513" y="connsiteY22513"/>
                </a:cxn>
                <a:cxn ang="0">
                  <a:pos x="connsiteX22514" y="connsiteY22514"/>
                </a:cxn>
                <a:cxn ang="0">
                  <a:pos x="connsiteX22515" y="connsiteY22515"/>
                </a:cxn>
                <a:cxn ang="0">
                  <a:pos x="connsiteX22516" y="connsiteY22516"/>
                </a:cxn>
                <a:cxn ang="0">
                  <a:pos x="connsiteX22517" y="connsiteY22517"/>
                </a:cxn>
                <a:cxn ang="0">
                  <a:pos x="connsiteX22518" y="connsiteY22518"/>
                </a:cxn>
                <a:cxn ang="0">
                  <a:pos x="connsiteX22519" y="connsiteY22519"/>
                </a:cxn>
                <a:cxn ang="0">
                  <a:pos x="connsiteX22520" y="connsiteY22520"/>
                </a:cxn>
                <a:cxn ang="0">
                  <a:pos x="connsiteX22521" y="connsiteY22521"/>
                </a:cxn>
                <a:cxn ang="0">
                  <a:pos x="connsiteX22522" y="connsiteY22522"/>
                </a:cxn>
                <a:cxn ang="0">
                  <a:pos x="connsiteX22523" y="connsiteY22523"/>
                </a:cxn>
                <a:cxn ang="0">
                  <a:pos x="connsiteX22524" y="connsiteY22524"/>
                </a:cxn>
                <a:cxn ang="0">
                  <a:pos x="connsiteX22525" y="connsiteY22525"/>
                </a:cxn>
                <a:cxn ang="0">
                  <a:pos x="connsiteX22526" y="connsiteY22526"/>
                </a:cxn>
                <a:cxn ang="0">
                  <a:pos x="connsiteX22527" y="connsiteY22527"/>
                </a:cxn>
                <a:cxn ang="0">
                  <a:pos x="connsiteX22528" y="connsiteY22528"/>
                </a:cxn>
                <a:cxn ang="0">
                  <a:pos x="connsiteX22529" y="connsiteY22529"/>
                </a:cxn>
                <a:cxn ang="0">
                  <a:pos x="connsiteX22530" y="connsiteY22530"/>
                </a:cxn>
                <a:cxn ang="0">
                  <a:pos x="connsiteX22531" y="connsiteY22531"/>
                </a:cxn>
                <a:cxn ang="0">
                  <a:pos x="connsiteX22532" y="connsiteY22532"/>
                </a:cxn>
                <a:cxn ang="0">
                  <a:pos x="connsiteX22533" y="connsiteY22533"/>
                </a:cxn>
                <a:cxn ang="0">
                  <a:pos x="connsiteX22534" y="connsiteY22534"/>
                </a:cxn>
                <a:cxn ang="0">
                  <a:pos x="connsiteX22535" y="connsiteY22535"/>
                </a:cxn>
                <a:cxn ang="0">
                  <a:pos x="connsiteX22536" y="connsiteY22536"/>
                </a:cxn>
                <a:cxn ang="0">
                  <a:pos x="connsiteX22537" y="connsiteY22537"/>
                </a:cxn>
                <a:cxn ang="0">
                  <a:pos x="connsiteX22538" y="connsiteY22538"/>
                </a:cxn>
                <a:cxn ang="0">
                  <a:pos x="connsiteX22539" y="connsiteY22539"/>
                </a:cxn>
                <a:cxn ang="0">
                  <a:pos x="connsiteX22540" y="connsiteY22540"/>
                </a:cxn>
                <a:cxn ang="0">
                  <a:pos x="connsiteX22541" y="connsiteY22541"/>
                </a:cxn>
                <a:cxn ang="0">
                  <a:pos x="connsiteX22542" y="connsiteY22542"/>
                </a:cxn>
                <a:cxn ang="0">
                  <a:pos x="connsiteX22543" y="connsiteY22543"/>
                </a:cxn>
                <a:cxn ang="0">
                  <a:pos x="connsiteX22544" y="connsiteY22544"/>
                </a:cxn>
                <a:cxn ang="0">
                  <a:pos x="connsiteX22545" y="connsiteY22545"/>
                </a:cxn>
                <a:cxn ang="0">
                  <a:pos x="connsiteX22546" y="connsiteY22546"/>
                </a:cxn>
                <a:cxn ang="0">
                  <a:pos x="connsiteX22547" y="connsiteY22547"/>
                </a:cxn>
                <a:cxn ang="0">
                  <a:pos x="connsiteX22548" y="connsiteY22548"/>
                </a:cxn>
                <a:cxn ang="0">
                  <a:pos x="connsiteX22549" y="connsiteY22549"/>
                </a:cxn>
                <a:cxn ang="0">
                  <a:pos x="connsiteX22550" y="connsiteY22550"/>
                </a:cxn>
                <a:cxn ang="0">
                  <a:pos x="connsiteX22551" y="connsiteY22551"/>
                </a:cxn>
                <a:cxn ang="0">
                  <a:pos x="connsiteX22552" y="connsiteY22552"/>
                </a:cxn>
                <a:cxn ang="0">
                  <a:pos x="connsiteX22553" y="connsiteY22553"/>
                </a:cxn>
                <a:cxn ang="0">
                  <a:pos x="connsiteX22554" y="connsiteY22554"/>
                </a:cxn>
                <a:cxn ang="0">
                  <a:pos x="connsiteX22555" y="connsiteY22555"/>
                </a:cxn>
                <a:cxn ang="0">
                  <a:pos x="connsiteX22556" y="connsiteY22556"/>
                </a:cxn>
                <a:cxn ang="0">
                  <a:pos x="connsiteX22557" y="connsiteY22557"/>
                </a:cxn>
                <a:cxn ang="0">
                  <a:pos x="connsiteX22558" y="connsiteY22558"/>
                </a:cxn>
                <a:cxn ang="0">
                  <a:pos x="connsiteX22559" y="connsiteY22559"/>
                </a:cxn>
                <a:cxn ang="0">
                  <a:pos x="connsiteX22560" y="connsiteY22560"/>
                </a:cxn>
                <a:cxn ang="0">
                  <a:pos x="connsiteX22561" y="connsiteY22561"/>
                </a:cxn>
                <a:cxn ang="0">
                  <a:pos x="connsiteX22562" y="connsiteY22562"/>
                </a:cxn>
                <a:cxn ang="0">
                  <a:pos x="connsiteX22563" y="connsiteY22563"/>
                </a:cxn>
                <a:cxn ang="0">
                  <a:pos x="connsiteX22564" y="connsiteY22564"/>
                </a:cxn>
                <a:cxn ang="0">
                  <a:pos x="connsiteX22565" y="connsiteY22565"/>
                </a:cxn>
                <a:cxn ang="0">
                  <a:pos x="connsiteX22566" y="connsiteY22566"/>
                </a:cxn>
                <a:cxn ang="0">
                  <a:pos x="connsiteX22567" y="connsiteY22567"/>
                </a:cxn>
                <a:cxn ang="0">
                  <a:pos x="connsiteX22568" y="connsiteY22568"/>
                </a:cxn>
                <a:cxn ang="0">
                  <a:pos x="connsiteX22569" y="connsiteY22569"/>
                </a:cxn>
                <a:cxn ang="0">
                  <a:pos x="connsiteX22570" y="connsiteY22570"/>
                </a:cxn>
                <a:cxn ang="0">
                  <a:pos x="connsiteX22571" y="connsiteY22571"/>
                </a:cxn>
                <a:cxn ang="0">
                  <a:pos x="connsiteX22572" y="connsiteY22572"/>
                </a:cxn>
                <a:cxn ang="0">
                  <a:pos x="connsiteX22573" y="connsiteY22573"/>
                </a:cxn>
                <a:cxn ang="0">
                  <a:pos x="connsiteX22574" y="connsiteY22574"/>
                </a:cxn>
                <a:cxn ang="0">
                  <a:pos x="connsiteX22575" y="connsiteY22575"/>
                </a:cxn>
                <a:cxn ang="0">
                  <a:pos x="connsiteX22576" y="connsiteY22576"/>
                </a:cxn>
                <a:cxn ang="0">
                  <a:pos x="connsiteX22577" y="connsiteY22577"/>
                </a:cxn>
                <a:cxn ang="0">
                  <a:pos x="connsiteX22578" y="connsiteY22578"/>
                </a:cxn>
                <a:cxn ang="0">
                  <a:pos x="connsiteX22579" y="connsiteY22579"/>
                </a:cxn>
                <a:cxn ang="0">
                  <a:pos x="connsiteX22580" y="connsiteY22580"/>
                </a:cxn>
                <a:cxn ang="0">
                  <a:pos x="connsiteX22581" y="connsiteY22581"/>
                </a:cxn>
                <a:cxn ang="0">
                  <a:pos x="connsiteX22582" y="connsiteY22582"/>
                </a:cxn>
                <a:cxn ang="0">
                  <a:pos x="connsiteX22583" y="connsiteY22583"/>
                </a:cxn>
                <a:cxn ang="0">
                  <a:pos x="connsiteX22584" y="connsiteY22584"/>
                </a:cxn>
                <a:cxn ang="0">
                  <a:pos x="connsiteX22585" y="connsiteY22585"/>
                </a:cxn>
                <a:cxn ang="0">
                  <a:pos x="connsiteX22586" y="connsiteY22586"/>
                </a:cxn>
                <a:cxn ang="0">
                  <a:pos x="connsiteX22587" y="connsiteY22587"/>
                </a:cxn>
                <a:cxn ang="0">
                  <a:pos x="connsiteX22588" y="connsiteY22588"/>
                </a:cxn>
                <a:cxn ang="0">
                  <a:pos x="connsiteX22589" y="connsiteY22589"/>
                </a:cxn>
                <a:cxn ang="0">
                  <a:pos x="connsiteX22590" y="connsiteY22590"/>
                </a:cxn>
                <a:cxn ang="0">
                  <a:pos x="connsiteX22591" y="connsiteY22591"/>
                </a:cxn>
                <a:cxn ang="0">
                  <a:pos x="connsiteX22592" y="connsiteY22592"/>
                </a:cxn>
                <a:cxn ang="0">
                  <a:pos x="connsiteX22593" y="connsiteY22593"/>
                </a:cxn>
                <a:cxn ang="0">
                  <a:pos x="connsiteX22594" y="connsiteY22594"/>
                </a:cxn>
                <a:cxn ang="0">
                  <a:pos x="connsiteX22595" y="connsiteY22595"/>
                </a:cxn>
                <a:cxn ang="0">
                  <a:pos x="connsiteX22596" y="connsiteY22596"/>
                </a:cxn>
                <a:cxn ang="0">
                  <a:pos x="connsiteX22597" y="connsiteY22597"/>
                </a:cxn>
                <a:cxn ang="0">
                  <a:pos x="connsiteX22598" y="connsiteY22598"/>
                </a:cxn>
                <a:cxn ang="0">
                  <a:pos x="connsiteX22599" y="connsiteY22599"/>
                </a:cxn>
                <a:cxn ang="0">
                  <a:pos x="connsiteX22600" y="connsiteY22600"/>
                </a:cxn>
                <a:cxn ang="0">
                  <a:pos x="connsiteX22601" y="connsiteY22601"/>
                </a:cxn>
                <a:cxn ang="0">
                  <a:pos x="connsiteX22602" y="connsiteY22602"/>
                </a:cxn>
                <a:cxn ang="0">
                  <a:pos x="connsiteX22603" y="connsiteY22603"/>
                </a:cxn>
                <a:cxn ang="0">
                  <a:pos x="connsiteX22604" y="connsiteY22604"/>
                </a:cxn>
                <a:cxn ang="0">
                  <a:pos x="connsiteX22605" y="connsiteY22605"/>
                </a:cxn>
                <a:cxn ang="0">
                  <a:pos x="connsiteX22606" y="connsiteY22606"/>
                </a:cxn>
                <a:cxn ang="0">
                  <a:pos x="connsiteX22607" y="connsiteY22607"/>
                </a:cxn>
                <a:cxn ang="0">
                  <a:pos x="connsiteX22608" y="connsiteY22608"/>
                </a:cxn>
                <a:cxn ang="0">
                  <a:pos x="connsiteX22609" y="connsiteY22609"/>
                </a:cxn>
                <a:cxn ang="0">
                  <a:pos x="connsiteX22610" y="connsiteY22610"/>
                </a:cxn>
                <a:cxn ang="0">
                  <a:pos x="connsiteX22611" y="connsiteY22611"/>
                </a:cxn>
                <a:cxn ang="0">
                  <a:pos x="connsiteX22612" y="connsiteY22612"/>
                </a:cxn>
                <a:cxn ang="0">
                  <a:pos x="connsiteX22613" y="connsiteY22613"/>
                </a:cxn>
                <a:cxn ang="0">
                  <a:pos x="connsiteX22614" y="connsiteY22614"/>
                </a:cxn>
                <a:cxn ang="0">
                  <a:pos x="connsiteX22615" y="connsiteY22615"/>
                </a:cxn>
                <a:cxn ang="0">
                  <a:pos x="connsiteX22616" y="connsiteY22616"/>
                </a:cxn>
                <a:cxn ang="0">
                  <a:pos x="connsiteX22617" y="connsiteY22617"/>
                </a:cxn>
                <a:cxn ang="0">
                  <a:pos x="connsiteX22618" y="connsiteY22618"/>
                </a:cxn>
                <a:cxn ang="0">
                  <a:pos x="connsiteX22619" y="connsiteY22619"/>
                </a:cxn>
                <a:cxn ang="0">
                  <a:pos x="connsiteX22620" y="connsiteY22620"/>
                </a:cxn>
                <a:cxn ang="0">
                  <a:pos x="connsiteX22621" y="connsiteY22621"/>
                </a:cxn>
                <a:cxn ang="0">
                  <a:pos x="connsiteX22622" y="connsiteY22622"/>
                </a:cxn>
                <a:cxn ang="0">
                  <a:pos x="connsiteX22623" y="connsiteY22623"/>
                </a:cxn>
                <a:cxn ang="0">
                  <a:pos x="connsiteX22624" y="connsiteY22624"/>
                </a:cxn>
                <a:cxn ang="0">
                  <a:pos x="connsiteX22625" y="connsiteY22625"/>
                </a:cxn>
                <a:cxn ang="0">
                  <a:pos x="connsiteX22626" y="connsiteY22626"/>
                </a:cxn>
                <a:cxn ang="0">
                  <a:pos x="connsiteX22627" y="connsiteY22627"/>
                </a:cxn>
                <a:cxn ang="0">
                  <a:pos x="connsiteX22628" y="connsiteY22628"/>
                </a:cxn>
                <a:cxn ang="0">
                  <a:pos x="connsiteX22629" y="connsiteY22629"/>
                </a:cxn>
                <a:cxn ang="0">
                  <a:pos x="connsiteX22630" y="connsiteY22630"/>
                </a:cxn>
                <a:cxn ang="0">
                  <a:pos x="connsiteX22631" y="connsiteY22631"/>
                </a:cxn>
                <a:cxn ang="0">
                  <a:pos x="connsiteX22632" y="connsiteY22632"/>
                </a:cxn>
                <a:cxn ang="0">
                  <a:pos x="connsiteX22633" y="connsiteY22633"/>
                </a:cxn>
                <a:cxn ang="0">
                  <a:pos x="connsiteX22634" y="connsiteY22634"/>
                </a:cxn>
                <a:cxn ang="0">
                  <a:pos x="connsiteX22635" y="connsiteY22635"/>
                </a:cxn>
                <a:cxn ang="0">
                  <a:pos x="connsiteX22636" y="connsiteY22636"/>
                </a:cxn>
                <a:cxn ang="0">
                  <a:pos x="connsiteX22637" y="connsiteY22637"/>
                </a:cxn>
                <a:cxn ang="0">
                  <a:pos x="connsiteX22638" y="connsiteY22638"/>
                </a:cxn>
                <a:cxn ang="0">
                  <a:pos x="connsiteX22639" y="connsiteY22639"/>
                </a:cxn>
                <a:cxn ang="0">
                  <a:pos x="connsiteX22640" y="connsiteY22640"/>
                </a:cxn>
                <a:cxn ang="0">
                  <a:pos x="connsiteX22641" y="connsiteY22641"/>
                </a:cxn>
                <a:cxn ang="0">
                  <a:pos x="connsiteX22642" y="connsiteY22642"/>
                </a:cxn>
                <a:cxn ang="0">
                  <a:pos x="connsiteX22643" y="connsiteY22643"/>
                </a:cxn>
                <a:cxn ang="0">
                  <a:pos x="connsiteX22644" y="connsiteY22644"/>
                </a:cxn>
                <a:cxn ang="0">
                  <a:pos x="connsiteX22645" y="connsiteY22645"/>
                </a:cxn>
                <a:cxn ang="0">
                  <a:pos x="connsiteX22646" y="connsiteY22646"/>
                </a:cxn>
                <a:cxn ang="0">
                  <a:pos x="connsiteX22647" y="connsiteY22647"/>
                </a:cxn>
                <a:cxn ang="0">
                  <a:pos x="connsiteX22648" y="connsiteY22648"/>
                </a:cxn>
                <a:cxn ang="0">
                  <a:pos x="connsiteX22649" y="connsiteY22649"/>
                </a:cxn>
                <a:cxn ang="0">
                  <a:pos x="connsiteX22650" y="connsiteY22650"/>
                </a:cxn>
                <a:cxn ang="0">
                  <a:pos x="connsiteX22651" y="connsiteY22651"/>
                </a:cxn>
                <a:cxn ang="0">
                  <a:pos x="connsiteX22652" y="connsiteY22652"/>
                </a:cxn>
                <a:cxn ang="0">
                  <a:pos x="connsiteX22653" y="connsiteY22653"/>
                </a:cxn>
                <a:cxn ang="0">
                  <a:pos x="connsiteX22654" y="connsiteY22654"/>
                </a:cxn>
                <a:cxn ang="0">
                  <a:pos x="connsiteX22655" y="connsiteY22655"/>
                </a:cxn>
                <a:cxn ang="0">
                  <a:pos x="connsiteX22656" y="connsiteY22656"/>
                </a:cxn>
                <a:cxn ang="0">
                  <a:pos x="connsiteX22657" y="connsiteY22657"/>
                </a:cxn>
                <a:cxn ang="0">
                  <a:pos x="connsiteX22658" y="connsiteY22658"/>
                </a:cxn>
                <a:cxn ang="0">
                  <a:pos x="connsiteX22659" y="connsiteY22659"/>
                </a:cxn>
                <a:cxn ang="0">
                  <a:pos x="connsiteX22660" y="connsiteY22660"/>
                </a:cxn>
                <a:cxn ang="0">
                  <a:pos x="connsiteX22661" y="connsiteY22661"/>
                </a:cxn>
                <a:cxn ang="0">
                  <a:pos x="connsiteX22662" y="connsiteY22662"/>
                </a:cxn>
                <a:cxn ang="0">
                  <a:pos x="connsiteX22663" y="connsiteY22663"/>
                </a:cxn>
                <a:cxn ang="0">
                  <a:pos x="connsiteX22664" y="connsiteY22664"/>
                </a:cxn>
                <a:cxn ang="0">
                  <a:pos x="connsiteX22665" y="connsiteY22665"/>
                </a:cxn>
                <a:cxn ang="0">
                  <a:pos x="connsiteX22666" y="connsiteY22666"/>
                </a:cxn>
                <a:cxn ang="0">
                  <a:pos x="connsiteX22667" y="connsiteY22667"/>
                </a:cxn>
                <a:cxn ang="0">
                  <a:pos x="connsiteX22668" y="connsiteY22668"/>
                </a:cxn>
                <a:cxn ang="0">
                  <a:pos x="connsiteX22669" y="connsiteY22669"/>
                </a:cxn>
                <a:cxn ang="0">
                  <a:pos x="connsiteX22670" y="connsiteY22670"/>
                </a:cxn>
                <a:cxn ang="0">
                  <a:pos x="connsiteX22671" y="connsiteY22671"/>
                </a:cxn>
                <a:cxn ang="0">
                  <a:pos x="connsiteX22672" y="connsiteY22672"/>
                </a:cxn>
                <a:cxn ang="0">
                  <a:pos x="connsiteX22673" y="connsiteY22673"/>
                </a:cxn>
                <a:cxn ang="0">
                  <a:pos x="connsiteX22674" y="connsiteY22674"/>
                </a:cxn>
                <a:cxn ang="0">
                  <a:pos x="connsiteX22675" y="connsiteY22675"/>
                </a:cxn>
                <a:cxn ang="0">
                  <a:pos x="connsiteX22676" y="connsiteY22676"/>
                </a:cxn>
                <a:cxn ang="0">
                  <a:pos x="connsiteX22677" y="connsiteY22677"/>
                </a:cxn>
                <a:cxn ang="0">
                  <a:pos x="connsiteX22678" y="connsiteY22678"/>
                </a:cxn>
                <a:cxn ang="0">
                  <a:pos x="connsiteX22679" y="connsiteY22679"/>
                </a:cxn>
                <a:cxn ang="0">
                  <a:pos x="connsiteX22680" y="connsiteY22680"/>
                </a:cxn>
                <a:cxn ang="0">
                  <a:pos x="connsiteX22681" y="connsiteY22681"/>
                </a:cxn>
                <a:cxn ang="0">
                  <a:pos x="connsiteX22682" y="connsiteY22682"/>
                </a:cxn>
                <a:cxn ang="0">
                  <a:pos x="connsiteX22683" y="connsiteY22683"/>
                </a:cxn>
                <a:cxn ang="0">
                  <a:pos x="connsiteX22684" y="connsiteY22684"/>
                </a:cxn>
                <a:cxn ang="0">
                  <a:pos x="connsiteX22685" y="connsiteY22685"/>
                </a:cxn>
                <a:cxn ang="0">
                  <a:pos x="connsiteX22686" y="connsiteY22686"/>
                </a:cxn>
                <a:cxn ang="0">
                  <a:pos x="connsiteX22687" y="connsiteY22687"/>
                </a:cxn>
                <a:cxn ang="0">
                  <a:pos x="connsiteX22688" y="connsiteY22688"/>
                </a:cxn>
                <a:cxn ang="0">
                  <a:pos x="connsiteX22689" y="connsiteY22689"/>
                </a:cxn>
                <a:cxn ang="0">
                  <a:pos x="connsiteX22690" y="connsiteY22690"/>
                </a:cxn>
                <a:cxn ang="0">
                  <a:pos x="connsiteX22691" y="connsiteY22691"/>
                </a:cxn>
                <a:cxn ang="0">
                  <a:pos x="connsiteX22692" y="connsiteY22692"/>
                </a:cxn>
                <a:cxn ang="0">
                  <a:pos x="connsiteX22693" y="connsiteY22693"/>
                </a:cxn>
                <a:cxn ang="0">
                  <a:pos x="connsiteX22694" y="connsiteY22694"/>
                </a:cxn>
                <a:cxn ang="0">
                  <a:pos x="connsiteX22695" y="connsiteY22695"/>
                </a:cxn>
                <a:cxn ang="0">
                  <a:pos x="connsiteX22696" y="connsiteY22696"/>
                </a:cxn>
                <a:cxn ang="0">
                  <a:pos x="connsiteX22697" y="connsiteY22697"/>
                </a:cxn>
                <a:cxn ang="0">
                  <a:pos x="connsiteX22698" y="connsiteY22698"/>
                </a:cxn>
                <a:cxn ang="0">
                  <a:pos x="connsiteX22699" y="connsiteY22699"/>
                </a:cxn>
                <a:cxn ang="0">
                  <a:pos x="connsiteX22700" y="connsiteY22700"/>
                </a:cxn>
                <a:cxn ang="0">
                  <a:pos x="connsiteX22701" y="connsiteY22701"/>
                </a:cxn>
                <a:cxn ang="0">
                  <a:pos x="connsiteX22702" y="connsiteY22702"/>
                </a:cxn>
                <a:cxn ang="0">
                  <a:pos x="connsiteX22703" y="connsiteY22703"/>
                </a:cxn>
                <a:cxn ang="0">
                  <a:pos x="connsiteX22704" y="connsiteY22704"/>
                </a:cxn>
                <a:cxn ang="0">
                  <a:pos x="connsiteX22705" y="connsiteY22705"/>
                </a:cxn>
                <a:cxn ang="0">
                  <a:pos x="connsiteX22706" y="connsiteY22706"/>
                </a:cxn>
                <a:cxn ang="0">
                  <a:pos x="connsiteX22707" y="connsiteY22707"/>
                </a:cxn>
                <a:cxn ang="0">
                  <a:pos x="connsiteX22708" y="connsiteY22708"/>
                </a:cxn>
                <a:cxn ang="0">
                  <a:pos x="connsiteX22709" y="connsiteY22709"/>
                </a:cxn>
                <a:cxn ang="0">
                  <a:pos x="connsiteX22710" y="connsiteY22710"/>
                </a:cxn>
                <a:cxn ang="0">
                  <a:pos x="connsiteX22711" y="connsiteY22711"/>
                </a:cxn>
                <a:cxn ang="0">
                  <a:pos x="connsiteX22712" y="connsiteY22712"/>
                </a:cxn>
                <a:cxn ang="0">
                  <a:pos x="connsiteX22713" y="connsiteY22713"/>
                </a:cxn>
                <a:cxn ang="0">
                  <a:pos x="connsiteX22714" y="connsiteY22714"/>
                </a:cxn>
                <a:cxn ang="0">
                  <a:pos x="connsiteX22715" y="connsiteY22715"/>
                </a:cxn>
                <a:cxn ang="0">
                  <a:pos x="connsiteX22716" y="connsiteY22716"/>
                </a:cxn>
                <a:cxn ang="0">
                  <a:pos x="connsiteX22717" y="connsiteY22717"/>
                </a:cxn>
                <a:cxn ang="0">
                  <a:pos x="connsiteX22718" y="connsiteY22718"/>
                </a:cxn>
                <a:cxn ang="0">
                  <a:pos x="connsiteX22719" y="connsiteY22719"/>
                </a:cxn>
                <a:cxn ang="0">
                  <a:pos x="connsiteX22720" y="connsiteY22720"/>
                </a:cxn>
                <a:cxn ang="0">
                  <a:pos x="connsiteX22721" y="connsiteY22721"/>
                </a:cxn>
                <a:cxn ang="0">
                  <a:pos x="connsiteX22722" y="connsiteY22722"/>
                </a:cxn>
                <a:cxn ang="0">
                  <a:pos x="connsiteX22723" y="connsiteY22723"/>
                </a:cxn>
                <a:cxn ang="0">
                  <a:pos x="connsiteX22724" y="connsiteY22724"/>
                </a:cxn>
                <a:cxn ang="0">
                  <a:pos x="connsiteX22725" y="connsiteY22725"/>
                </a:cxn>
                <a:cxn ang="0">
                  <a:pos x="connsiteX22726" y="connsiteY22726"/>
                </a:cxn>
                <a:cxn ang="0">
                  <a:pos x="connsiteX22727" y="connsiteY22727"/>
                </a:cxn>
                <a:cxn ang="0">
                  <a:pos x="connsiteX22728" y="connsiteY22728"/>
                </a:cxn>
                <a:cxn ang="0">
                  <a:pos x="connsiteX22729" y="connsiteY22729"/>
                </a:cxn>
                <a:cxn ang="0">
                  <a:pos x="connsiteX22730" y="connsiteY22730"/>
                </a:cxn>
                <a:cxn ang="0">
                  <a:pos x="connsiteX22731" y="connsiteY22731"/>
                </a:cxn>
                <a:cxn ang="0">
                  <a:pos x="connsiteX22732" y="connsiteY22732"/>
                </a:cxn>
                <a:cxn ang="0">
                  <a:pos x="connsiteX22733" y="connsiteY22733"/>
                </a:cxn>
                <a:cxn ang="0">
                  <a:pos x="connsiteX22734" y="connsiteY22734"/>
                </a:cxn>
                <a:cxn ang="0">
                  <a:pos x="connsiteX22735" y="connsiteY22735"/>
                </a:cxn>
                <a:cxn ang="0">
                  <a:pos x="connsiteX22736" y="connsiteY22736"/>
                </a:cxn>
                <a:cxn ang="0">
                  <a:pos x="connsiteX22737" y="connsiteY22737"/>
                </a:cxn>
                <a:cxn ang="0">
                  <a:pos x="connsiteX22738" y="connsiteY22738"/>
                </a:cxn>
                <a:cxn ang="0">
                  <a:pos x="connsiteX22739" y="connsiteY22739"/>
                </a:cxn>
                <a:cxn ang="0">
                  <a:pos x="connsiteX22740" y="connsiteY22740"/>
                </a:cxn>
                <a:cxn ang="0">
                  <a:pos x="connsiteX22741" y="connsiteY22741"/>
                </a:cxn>
                <a:cxn ang="0">
                  <a:pos x="connsiteX22742" y="connsiteY22742"/>
                </a:cxn>
                <a:cxn ang="0">
                  <a:pos x="connsiteX22743" y="connsiteY22743"/>
                </a:cxn>
                <a:cxn ang="0">
                  <a:pos x="connsiteX22744" y="connsiteY22744"/>
                </a:cxn>
                <a:cxn ang="0">
                  <a:pos x="connsiteX22745" y="connsiteY22745"/>
                </a:cxn>
                <a:cxn ang="0">
                  <a:pos x="connsiteX22746" y="connsiteY22746"/>
                </a:cxn>
                <a:cxn ang="0">
                  <a:pos x="connsiteX22747" y="connsiteY22747"/>
                </a:cxn>
                <a:cxn ang="0">
                  <a:pos x="connsiteX22748" y="connsiteY22748"/>
                </a:cxn>
                <a:cxn ang="0">
                  <a:pos x="connsiteX22749" y="connsiteY22749"/>
                </a:cxn>
                <a:cxn ang="0">
                  <a:pos x="connsiteX22750" y="connsiteY22750"/>
                </a:cxn>
                <a:cxn ang="0">
                  <a:pos x="connsiteX22751" y="connsiteY22751"/>
                </a:cxn>
                <a:cxn ang="0">
                  <a:pos x="connsiteX22752" y="connsiteY22752"/>
                </a:cxn>
                <a:cxn ang="0">
                  <a:pos x="connsiteX22753" y="connsiteY22753"/>
                </a:cxn>
                <a:cxn ang="0">
                  <a:pos x="connsiteX22754" y="connsiteY22754"/>
                </a:cxn>
                <a:cxn ang="0">
                  <a:pos x="connsiteX22755" y="connsiteY22755"/>
                </a:cxn>
                <a:cxn ang="0">
                  <a:pos x="connsiteX22756" y="connsiteY22756"/>
                </a:cxn>
                <a:cxn ang="0">
                  <a:pos x="connsiteX22757" y="connsiteY22757"/>
                </a:cxn>
                <a:cxn ang="0">
                  <a:pos x="connsiteX22758" y="connsiteY22758"/>
                </a:cxn>
                <a:cxn ang="0">
                  <a:pos x="connsiteX22759" y="connsiteY22759"/>
                </a:cxn>
                <a:cxn ang="0">
                  <a:pos x="connsiteX22760" y="connsiteY22760"/>
                </a:cxn>
                <a:cxn ang="0">
                  <a:pos x="connsiteX22761" y="connsiteY22761"/>
                </a:cxn>
                <a:cxn ang="0">
                  <a:pos x="connsiteX22762" y="connsiteY22762"/>
                </a:cxn>
                <a:cxn ang="0">
                  <a:pos x="connsiteX22763" y="connsiteY22763"/>
                </a:cxn>
                <a:cxn ang="0">
                  <a:pos x="connsiteX22764" y="connsiteY22764"/>
                </a:cxn>
                <a:cxn ang="0">
                  <a:pos x="connsiteX22765" y="connsiteY22765"/>
                </a:cxn>
                <a:cxn ang="0">
                  <a:pos x="connsiteX22766" y="connsiteY22766"/>
                </a:cxn>
                <a:cxn ang="0">
                  <a:pos x="connsiteX22767" y="connsiteY22767"/>
                </a:cxn>
                <a:cxn ang="0">
                  <a:pos x="connsiteX22768" y="connsiteY22768"/>
                </a:cxn>
                <a:cxn ang="0">
                  <a:pos x="connsiteX22769" y="connsiteY22769"/>
                </a:cxn>
                <a:cxn ang="0">
                  <a:pos x="connsiteX22770" y="connsiteY22770"/>
                </a:cxn>
                <a:cxn ang="0">
                  <a:pos x="connsiteX22771" y="connsiteY22771"/>
                </a:cxn>
                <a:cxn ang="0">
                  <a:pos x="connsiteX22772" y="connsiteY22772"/>
                </a:cxn>
                <a:cxn ang="0">
                  <a:pos x="connsiteX22773" y="connsiteY22773"/>
                </a:cxn>
                <a:cxn ang="0">
                  <a:pos x="connsiteX22774" y="connsiteY22774"/>
                </a:cxn>
                <a:cxn ang="0">
                  <a:pos x="connsiteX22775" y="connsiteY22775"/>
                </a:cxn>
                <a:cxn ang="0">
                  <a:pos x="connsiteX22776" y="connsiteY22776"/>
                </a:cxn>
                <a:cxn ang="0">
                  <a:pos x="connsiteX22777" y="connsiteY22777"/>
                </a:cxn>
                <a:cxn ang="0">
                  <a:pos x="connsiteX22778" y="connsiteY22778"/>
                </a:cxn>
                <a:cxn ang="0">
                  <a:pos x="connsiteX22779" y="connsiteY22779"/>
                </a:cxn>
                <a:cxn ang="0">
                  <a:pos x="connsiteX22780" y="connsiteY22780"/>
                </a:cxn>
                <a:cxn ang="0">
                  <a:pos x="connsiteX22781" y="connsiteY22781"/>
                </a:cxn>
                <a:cxn ang="0">
                  <a:pos x="connsiteX22782" y="connsiteY22782"/>
                </a:cxn>
                <a:cxn ang="0">
                  <a:pos x="connsiteX22783" y="connsiteY22783"/>
                </a:cxn>
                <a:cxn ang="0">
                  <a:pos x="connsiteX22784" y="connsiteY22784"/>
                </a:cxn>
                <a:cxn ang="0">
                  <a:pos x="connsiteX22785" y="connsiteY22785"/>
                </a:cxn>
                <a:cxn ang="0">
                  <a:pos x="connsiteX22786" y="connsiteY22786"/>
                </a:cxn>
                <a:cxn ang="0">
                  <a:pos x="connsiteX22787" y="connsiteY22787"/>
                </a:cxn>
                <a:cxn ang="0">
                  <a:pos x="connsiteX22788" y="connsiteY22788"/>
                </a:cxn>
                <a:cxn ang="0">
                  <a:pos x="connsiteX22789" y="connsiteY22789"/>
                </a:cxn>
                <a:cxn ang="0">
                  <a:pos x="connsiteX22790" y="connsiteY22790"/>
                </a:cxn>
                <a:cxn ang="0">
                  <a:pos x="connsiteX22791" y="connsiteY22791"/>
                </a:cxn>
                <a:cxn ang="0">
                  <a:pos x="connsiteX22792" y="connsiteY22792"/>
                </a:cxn>
                <a:cxn ang="0">
                  <a:pos x="connsiteX22793" y="connsiteY22793"/>
                </a:cxn>
                <a:cxn ang="0">
                  <a:pos x="connsiteX22794" y="connsiteY22794"/>
                </a:cxn>
                <a:cxn ang="0">
                  <a:pos x="connsiteX22795" y="connsiteY22795"/>
                </a:cxn>
                <a:cxn ang="0">
                  <a:pos x="connsiteX22796" y="connsiteY22796"/>
                </a:cxn>
                <a:cxn ang="0">
                  <a:pos x="connsiteX22797" y="connsiteY22797"/>
                </a:cxn>
                <a:cxn ang="0">
                  <a:pos x="connsiteX22798" y="connsiteY22798"/>
                </a:cxn>
                <a:cxn ang="0">
                  <a:pos x="connsiteX22799" y="connsiteY22799"/>
                </a:cxn>
                <a:cxn ang="0">
                  <a:pos x="connsiteX22800" y="connsiteY22800"/>
                </a:cxn>
                <a:cxn ang="0">
                  <a:pos x="connsiteX22801" y="connsiteY22801"/>
                </a:cxn>
                <a:cxn ang="0">
                  <a:pos x="connsiteX22802" y="connsiteY22802"/>
                </a:cxn>
                <a:cxn ang="0">
                  <a:pos x="connsiteX22803" y="connsiteY22803"/>
                </a:cxn>
                <a:cxn ang="0">
                  <a:pos x="connsiteX22804" y="connsiteY22804"/>
                </a:cxn>
                <a:cxn ang="0">
                  <a:pos x="connsiteX22805" y="connsiteY22805"/>
                </a:cxn>
                <a:cxn ang="0">
                  <a:pos x="connsiteX22806" y="connsiteY22806"/>
                </a:cxn>
                <a:cxn ang="0">
                  <a:pos x="connsiteX22807" y="connsiteY22807"/>
                </a:cxn>
                <a:cxn ang="0">
                  <a:pos x="connsiteX22808" y="connsiteY22808"/>
                </a:cxn>
                <a:cxn ang="0">
                  <a:pos x="connsiteX22809" y="connsiteY22809"/>
                </a:cxn>
                <a:cxn ang="0">
                  <a:pos x="connsiteX22810" y="connsiteY22810"/>
                </a:cxn>
                <a:cxn ang="0">
                  <a:pos x="connsiteX22811" y="connsiteY22811"/>
                </a:cxn>
                <a:cxn ang="0">
                  <a:pos x="connsiteX22812" y="connsiteY22812"/>
                </a:cxn>
                <a:cxn ang="0">
                  <a:pos x="connsiteX22813" y="connsiteY22813"/>
                </a:cxn>
                <a:cxn ang="0">
                  <a:pos x="connsiteX22814" y="connsiteY22814"/>
                </a:cxn>
                <a:cxn ang="0">
                  <a:pos x="connsiteX22815" y="connsiteY22815"/>
                </a:cxn>
                <a:cxn ang="0">
                  <a:pos x="connsiteX22816" y="connsiteY22816"/>
                </a:cxn>
                <a:cxn ang="0">
                  <a:pos x="connsiteX22817" y="connsiteY22817"/>
                </a:cxn>
                <a:cxn ang="0">
                  <a:pos x="connsiteX22818" y="connsiteY22818"/>
                </a:cxn>
                <a:cxn ang="0">
                  <a:pos x="connsiteX22819" y="connsiteY22819"/>
                </a:cxn>
                <a:cxn ang="0">
                  <a:pos x="connsiteX22820" y="connsiteY22820"/>
                </a:cxn>
                <a:cxn ang="0">
                  <a:pos x="connsiteX22821" y="connsiteY22821"/>
                </a:cxn>
                <a:cxn ang="0">
                  <a:pos x="connsiteX22822" y="connsiteY22822"/>
                </a:cxn>
                <a:cxn ang="0">
                  <a:pos x="connsiteX22823" y="connsiteY22823"/>
                </a:cxn>
                <a:cxn ang="0">
                  <a:pos x="connsiteX22824" y="connsiteY22824"/>
                </a:cxn>
                <a:cxn ang="0">
                  <a:pos x="connsiteX22825" y="connsiteY22825"/>
                </a:cxn>
                <a:cxn ang="0">
                  <a:pos x="connsiteX22826" y="connsiteY22826"/>
                </a:cxn>
                <a:cxn ang="0">
                  <a:pos x="connsiteX22827" y="connsiteY22827"/>
                </a:cxn>
                <a:cxn ang="0">
                  <a:pos x="connsiteX22828" y="connsiteY22828"/>
                </a:cxn>
                <a:cxn ang="0">
                  <a:pos x="connsiteX22829" y="connsiteY22829"/>
                </a:cxn>
                <a:cxn ang="0">
                  <a:pos x="connsiteX22830" y="connsiteY22830"/>
                </a:cxn>
                <a:cxn ang="0">
                  <a:pos x="connsiteX22831" y="connsiteY22831"/>
                </a:cxn>
                <a:cxn ang="0">
                  <a:pos x="connsiteX22832" y="connsiteY22832"/>
                </a:cxn>
                <a:cxn ang="0">
                  <a:pos x="connsiteX22833" y="connsiteY22833"/>
                </a:cxn>
                <a:cxn ang="0">
                  <a:pos x="connsiteX22834" y="connsiteY22834"/>
                </a:cxn>
                <a:cxn ang="0">
                  <a:pos x="connsiteX22835" y="connsiteY22835"/>
                </a:cxn>
                <a:cxn ang="0">
                  <a:pos x="connsiteX22836" y="connsiteY22836"/>
                </a:cxn>
                <a:cxn ang="0">
                  <a:pos x="connsiteX22837" y="connsiteY22837"/>
                </a:cxn>
                <a:cxn ang="0">
                  <a:pos x="connsiteX22838" y="connsiteY22838"/>
                </a:cxn>
                <a:cxn ang="0">
                  <a:pos x="connsiteX22839" y="connsiteY22839"/>
                </a:cxn>
                <a:cxn ang="0">
                  <a:pos x="connsiteX22840" y="connsiteY22840"/>
                </a:cxn>
                <a:cxn ang="0">
                  <a:pos x="connsiteX22841" y="connsiteY22841"/>
                </a:cxn>
                <a:cxn ang="0">
                  <a:pos x="connsiteX22842" y="connsiteY22842"/>
                </a:cxn>
                <a:cxn ang="0">
                  <a:pos x="connsiteX22843" y="connsiteY22843"/>
                </a:cxn>
                <a:cxn ang="0">
                  <a:pos x="connsiteX22844" y="connsiteY22844"/>
                </a:cxn>
                <a:cxn ang="0">
                  <a:pos x="connsiteX22845" y="connsiteY22845"/>
                </a:cxn>
                <a:cxn ang="0">
                  <a:pos x="connsiteX22846" y="connsiteY22846"/>
                </a:cxn>
                <a:cxn ang="0">
                  <a:pos x="connsiteX22847" y="connsiteY22847"/>
                </a:cxn>
                <a:cxn ang="0">
                  <a:pos x="connsiteX22848" y="connsiteY22848"/>
                </a:cxn>
                <a:cxn ang="0">
                  <a:pos x="connsiteX22849" y="connsiteY22849"/>
                </a:cxn>
                <a:cxn ang="0">
                  <a:pos x="connsiteX22850" y="connsiteY22850"/>
                </a:cxn>
                <a:cxn ang="0">
                  <a:pos x="connsiteX22851" y="connsiteY22851"/>
                </a:cxn>
                <a:cxn ang="0">
                  <a:pos x="connsiteX22852" y="connsiteY22852"/>
                </a:cxn>
                <a:cxn ang="0">
                  <a:pos x="connsiteX22853" y="connsiteY22853"/>
                </a:cxn>
                <a:cxn ang="0">
                  <a:pos x="connsiteX22854" y="connsiteY22854"/>
                </a:cxn>
                <a:cxn ang="0">
                  <a:pos x="connsiteX22855" y="connsiteY22855"/>
                </a:cxn>
                <a:cxn ang="0">
                  <a:pos x="connsiteX22856" y="connsiteY22856"/>
                </a:cxn>
                <a:cxn ang="0">
                  <a:pos x="connsiteX22857" y="connsiteY22857"/>
                </a:cxn>
                <a:cxn ang="0">
                  <a:pos x="connsiteX22858" y="connsiteY22858"/>
                </a:cxn>
                <a:cxn ang="0">
                  <a:pos x="connsiteX22859" y="connsiteY22859"/>
                </a:cxn>
                <a:cxn ang="0">
                  <a:pos x="connsiteX22860" y="connsiteY22860"/>
                </a:cxn>
                <a:cxn ang="0">
                  <a:pos x="connsiteX22861" y="connsiteY22861"/>
                </a:cxn>
                <a:cxn ang="0">
                  <a:pos x="connsiteX22862" y="connsiteY22862"/>
                </a:cxn>
                <a:cxn ang="0">
                  <a:pos x="connsiteX22863" y="connsiteY22863"/>
                </a:cxn>
                <a:cxn ang="0">
                  <a:pos x="connsiteX22864" y="connsiteY22864"/>
                </a:cxn>
                <a:cxn ang="0">
                  <a:pos x="connsiteX22865" y="connsiteY22865"/>
                </a:cxn>
                <a:cxn ang="0">
                  <a:pos x="connsiteX22866" y="connsiteY22866"/>
                </a:cxn>
                <a:cxn ang="0">
                  <a:pos x="connsiteX22867" y="connsiteY22867"/>
                </a:cxn>
                <a:cxn ang="0">
                  <a:pos x="connsiteX22868" y="connsiteY22868"/>
                </a:cxn>
                <a:cxn ang="0">
                  <a:pos x="connsiteX22869" y="connsiteY22869"/>
                </a:cxn>
                <a:cxn ang="0">
                  <a:pos x="connsiteX22870" y="connsiteY22870"/>
                </a:cxn>
                <a:cxn ang="0">
                  <a:pos x="connsiteX22871" y="connsiteY22871"/>
                </a:cxn>
                <a:cxn ang="0">
                  <a:pos x="connsiteX22872" y="connsiteY22872"/>
                </a:cxn>
                <a:cxn ang="0">
                  <a:pos x="connsiteX22873" y="connsiteY22873"/>
                </a:cxn>
                <a:cxn ang="0">
                  <a:pos x="connsiteX22874" y="connsiteY22874"/>
                </a:cxn>
                <a:cxn ang="0">
                  <a:pos x="connsiteX22875" y="connsiteY22875"/>
                </a:cxn>
                <a:cxn ang="0">
                  <a:pos x="connsiteX22876" y="connsiteY22876"/>
                </a:cxn>
                <a:cxn ang="0">
                  <a:pos x="connsiteX22877" y="connsiteY22877"/>
                </a:cxn>
                <a:cxn ang="0">
                  <a:pos x="connsiteX22878" y="connsiteY22878"/>
                </a:cxn>
                <a:cxn ang="0">
                  <a:pos x="connsiteX22879" y="connsiteY22879"/>
                </a:cxn>
                <a:cxn ang="0">
                  <a:pos x="connsiteX22880" y="connsiteY22880"/>
                </a:cxn>
                <a:cxn ang="0">
                  <a:pos x="connsiteX22881" y="connsiteY22881"/>
                </a:cxn>
                <a:cxn ang="0">
                  <a:pos x="connsiteX22882" y="connsiteY22882"/>
                </a:cxn>
                <a:cxn ang="0">
                  <a:pos x="connsiteX22883" y="connsiteY22883"/>
                </a:cxn>
                <a:cxn ang="0">
                  <a:pos x="connsiteX22884" y="connsiteY22884"/>
                </a:cxn>
                <a:cxn ang="0">
                  <a:pos x="connsiteX22885" y="connsiteY22885"/>
                </a:cxn>
                <a:cxn ang="0">
                  <a:pos x="connsiteX22886" y="connsiteY22886"/>
                </a:cxn>
                <a:cxn ang="0">
                  <a:pos x="connsiteX22887" y="connsiteY22887"/>
                </a:cxn>
                <a:cxn ang="0">
                  <a:pos x="connsiteX22888" y="connsiteY22888"/>
                </a:cxn>
                <a:cxn ang="0">
                  <a:pos x="connsiteX22889" y="connsiteY22889"/>
                </a:cxn>
                <a:cxn ang="0">
                  <a:pos x="connsiteX22890" y="connsiteY22890"/>
                </a:cxn>
                <a:cxn ang="0">
                  <a:pos x="connsiteX22891" y="connsiteY22891"/>
                </a:cxn>
                <a:cxn ang="0">
                  <a:pos x="connsiteX22892" y="connsiteY22892"/>
                </a:cxn>
                <a:cxn ang="0">
                  <a:pos x="connsiteX22893" y="connsiteY22893"/>
                </a:cxn>
                <a:cxn ang="0">
                  <a:pos x="connsiteX22894" y="connsiteY22894"/>
                </a:cxn>
                <a:cxn ang="0">
                  <a:pos x="connsiteX22895" y="connsiteY22895"/>
                </a:cxn>
                <a:cxn ang="0">
                  <a:pos x="connsiteX22896" y="connsiteY22896"/>
                </a:cxn>
                <a:cxn ang="0">
                  <a:pos x="connsiteX22897" y="connsiteY22897"/>
                </a:cxn>
                <a:cxn ang="0">
                  <a:pos x="connsiteX22898" y="connsiteY22898"/>
                </a:cxn>
                <a:cxn ang="0">
                  <a:pos x="connsiteX22899" y="connsiteY22899"/>
                </a:cxn>
                <a:cxn ang="0">
                  <a:pos x="connsiteX22900" y="connsiteY22900"/>
                </a:cxn>
                <a:cxn ang="0">
                  <a:pos x="connsiteX22901" y="connsiteY22901"/>
                </a:cxn>
                <a:cxn ang="0">
                  <a:pos x="connsiteX22902" y="connsiteY22902"/>
                </a:cxn>
                <a:cxn ang="0">
                  <a:pos x="connsiteX22903" y="connsiteY22903"/>
                </a:cxn>
                <a:cxn ang="0">
                  <a:pos x="connsiteX22904" y="connsiteY22904"/>
                </a:cxn>
                <a:cxn ang="0">
                  <a:pos x="connsiteX22905" y="connsiteY22905"/>
                </a:cxn>
                <a:cxn ang="0">
                  <a:pos x="connsiteX22906" y="connsiteY22906"/>
                </a:cxn>
                <a:cxn ang="0">
                  <a:pos x="connsiteX22907" y="connsiteY22907"/>
                </a:cxn>
                <a:cxn ang="0">
                  <a:pos x="connsiteX22908" y="connsiteY22908"/>
                </a:cxn>
                <a:cxn ang="0">
                  <a:pos x="connsiteX22909" y="connsiteY22909"/>
                </a:cxn>
                <a:cxn ang="0">
                  <a:pos x="connsiteX22910" y="connsiteY22910"/>
                </a:cxn>
                <a:cxn ang="0">
                  <a:pos x="connsiteX22911" y="connsiteY22911"/>
                </a:cxn>
                <a:cxn ang="0">
                  <a:pos x="connsiteX22912" y="connsiteY22912"/>
                </a:cxn>
                <a:cxn ang="0">
                  <a:pos x="connsiteX22913" y="connsiteY22913"/>
                </a:cxn>
                <a:cxn ang="0">
                  <a:pos x="connsiteX22914" y="connsiteY22914"/>
                </a:cxn>
                <a:cxn ang="0">
                  <a:pos x="connsiteX22915" y="connsiteY22915"/>
                </a:cxn>
                <a:cxn ang="0">
                  <a:pos x="connsiteX22916" y="connsiteY22916"/>
                </a:cxn>
                <a:cxn ang="0">
                  <a:pos x="connsiteX22917" y="connsiteY22917"/>
                </a:cxn>
                <a:cxn ang="0">
                  <a:pos x="connsiteX22918" y="connsiteY22918"/>
                </a:cxn>
                <a:cxn ang="0">
                  <a:pos x="connsiteX22919" y="connsiteY22919"/>
                </a:cxn>
                <a:cxn ang="0">
                  <a:pos x="connsiteX22920" y="connsiteY22920"/>
                </a:cxn>
                <a:cxn ang="0">
                  <a:pos x="connsiteX22921" y="connsiteY22921"/>
                </a:cxn>
                <a:cxn ang="0">
                  <a:pos x="connsiteX22922" y="connsiteY22922"/>
                </a:cxn>
                <a:cxn ang="0">
                  <a:pos x="connsiteX22923" y="connsiteY22923"/>
                </a:cxn>
                <a:cxn ang="0">
                  <a:pos x="connsiteX22924" y="connsiteY22924"/>
                </a:cxn>
                <a:cxn ang="0">
                  <a:pos x="connsiteX22925" y="connsiteY22925"/>
                </a:cxn>
                <a:cxn ang="0">
                  <a:pos x="connsiteX22926" y="connsiteY22926"/>
                </a:cxn>
                <a:cxn ang="0">
                  <a:pos x="connsiteX22927" y="connsiteY22927"/>
                </a:cxn>
                <a:cxn ang="0">
                  <a:pos x="connsiteX22928" y="connsiteY22928"/>
                </a:cxn>
                <a:cxn ang="0">
                  <a:pos x="connsiteX22929" y="connsiteY22929"/>
                </a:cxn>
                <a:cxn ang="0">
                  <a:pos x="connsiteX22930" y="connsiteY22930"/>
                </a:cxn>
                <a:cxn ang="0">
                  <a:pos x="connsiteX22931" y="connsiteY22931"/>
                </a:cxn>
                <a:cxn ang="0">
                  <a:pos x="connsiteX22932" y="connsiteY22932"/>
                </a:cxn>
                <a:cxn ang="0">
                  <a:pos x="connsiteX22933" y="connsiteY22933"/>
                </a:cxn>
                <a:cxn ang="0">
                  <a:pos x="connsiteX22934" y="connsiteY22934"/>
                </a:cxn>
                <a:cxn ang="0">
                  <a:pos x="connsiteX22935" y="connsiteY22935"/>
                </a:cxn>
                <a:cxn ang="0">
                  <a:pos x="connsiteX22936" y="connsiteY22936"/>
                </a:cxn>
                <a:cxn ang="0">
                  <a:pos x="connsiteX22937" y="connsiteY22937"/>
                </a:cxn>
                <a:cxn ang="0">
                  <a:pos x="connsiteX22938" y="connsiteY22938"/>
                </a:cxn>
                <a:cxn ang="0">
                  <a:pos x="connsiteX22939" y="connsiteY22939"/>
                </a:cxn>
                <a:cxn ang="0">
                  <a:pos x="connsiteX22940" y="connsiteY22940"/>
                </a:cxn>
                <a:cxn ang="0">
                  <a:pos x="connsiteX22941" y="connsiteY22941"/>
                </a:cxn>
                <a:cxn ang="0">
                  <a:pos x="connsiteX22942" y="connsiteY22942"/>
                </a:cxn>
                <a:cxn ang="0">
                  <a:pos x="connsiteX22943" y="connsiteY22943"/>
                </a:cxn>
                <a:cxn ang="0">
                  <a:pos x="connsiteX22944" y="connsiteY22944"/>
                </a:cxn>
                <a:cxn ang="0">
                  <a:pos x="connsiteX22945" y="connsiteY22945"/>
                </a:cxn>
                <a:cxn ang="0">
                  <a:pos x="connsiteX22946" y="connsiteY22946"/>
                </a:cxn>
                <a:cxn ang="0">
                  <a:pos x="connsiteX22947" y="connsiteY22947"/>
                </a:cxn>
                <a:cxn ang="0">
                  <a:pos x="connsiteX22948" y="connsiteY22948"/>
                </a:cxn>
                <a:cxn ang="0">
                  <a:pos x="connsiteX22949" y="connsiteY22949"/>
                </a:cxn>
                <a:cxn ang="0">
                  <a:pos x="connsiteX22950" y="connsiteY22950"/>
                </a:cxn>
                <a:cxn ang="0">
                  <a:pos x="connsiteX22951" y="connsiteY22951"/>
                </a:cxn>
                <a:cxn ang="0">
                  <a:pos x="connsiteX22952" y="connsiteY22952"/>
                </a:cxn>
                <a:cxn ang="0">
                  <a:pos x="connsiteX22953" y="connsiteY22953"/>
                </a:cxn>
                <a:cxn ang="0">
                  <a:pos x="connsiteX22954" y="connsiteY22954"/>
                </a:cxn>
                <a:cxn ang="0">
                  <a:pos x="connsiteX22955" y="connsiteY22955"/>
                </a:cxn>
                <a:cxn ang="0">
                  <a:pos x="connsiteX22956" y="connsiteY22956"/>
                </a:cxn>
                <a:cxn ang="0">
                  <a:pos x="connsiteX22957" y="connsiteY22957"/>
                </a:cxn>
                <a:cxn ang="0">
                  <a:pos x="connsiteX22958" y="connsiteY22958"/>
                </a:cxn>
                <a:cxn ang="0">
                  <a:pos x="connsiteX22959" y="connsiteY22959"/>
                </a:cxn>
                <a:cxn ang="0">
                  <a:pos x="connsiteX22960" y="connsiteY22960"/>
                </a:cxn>
                <a:cxn ang="0">
                  <a:pos x="connsiteX22961" y="connsiteY22961"/>
                </a:cxn>
                <a:cxn ang="0">
                  <a:pos x="connsiteX22962" y="connsiteY22962"/>
                </a:cxn>
                <a:cxn ang="0">
                  <a:pos x="connsiteX22963" y="connsiteY22963"/>
                </a:cxn>
                <a:cxn ang="0">
                  <a:pos x="connsiteX22964" y="connsiteY22964"/>
                </a:cxn>
                <a:cxn ang="0">
                  <a:pos x="connsiteX22965" y="connsiteY22965"/>
                </a:cxn>
                <a:cxn ang="0">
                  <a:pos x="connsiteX22966" y="connsiteY22966"/>
                </a:cxn>
                <a:cxn ang="0">
                  <a:pos x="connsiteX22967" y="connsiteY22967"/>
                </a:cxn>
                <a:cxn ang="0">
                  <a:pos x="connsiteX22968" y="connsiteY22968"/>
                </a:cxn>
                <a:cxn ang="0">
                  <a:pos x="connsiteX22969" y="connsiteY22969"/>
                </a:cxn>
                <a:cxn ang="0">
                  <a:pos x="connsiteX22970" y="connsiteY22970"/>
                </a:cxn>
                <a:cxn ang="0">
                  <a:pos x="connsiteX22971" y="connsiteY22971"/>
                </a:cxn>
                <a:cxn ang="0">
                  <a:pos x="connsiteX22972" y="connsiteY22972"/>
                </a:cxn>
                <a:cxn ang="0">
                  <a:pos x="connsiteX22973" y="connsiteY22973"/>
                </a:cxn>
                <a:cxn ang="0">
                  <a:pos x="connsiteX22974" y="connsiteY22974"/>
                </a:cxn>
                <a:cxn ang="0">
                  <a:pos x="connsiteX22975" y="connsiteY22975"/>
                </a:cxn>
                <a:cxn ang="0">
                  <a:pos x="connsiteX22976" y="connsiteY22976"/>
                </a:cxn>
                <a:cxn ang="0">
                  <a:pos x="connsiteX22977" y="connsiteY22977"/>
                </a:cxn>
                <a:cxn ang="0">
                  <a:pos x="connsiteX22978" y="connsiteY22978"/>
                </a:cxn>
                <a:cxn ang="0">
                  <a:pos x="connsiteX22979" y="connsiteY22979"/>
                </a:cxn>
                <a:cxn ang="0">
                  <a:pos x="connsiteX22980" y="connsiteY22980"/>
                </a:cxn>
                <a:cxn ang="0">
                  <a:pos x="connsiteX22981" y="connsiteY22981"/>
                </a:cxn>
                <a:cxn ang="0">
                  <a:pos x="connsiteX22982" y="connsiteY22982"/>
                </a:cxn>
                <a:cxn ang="0">
                  <a:pos x="connsiteX22983" y="connsiteY22983"/>
                </a:cxn>
                <a:cxn ang="0">
                  <a:pos x="connsiteX22984" y="connsiteY22984"/>
                </a:cxn>
                <a:cxn ang="0">
                  <a:pos x="connsiteX22985" y="connsiteY22985"/>
                </a:cxn>
                <a:cxn ang="0">
                  <a:pos x="connsiteX22986" y="connsiteY22986"/>
                </a:cxn>
                <a:cxn ang="0">
                  <a:pos x="connsiteX22987" y="connsiteY22987"/>
                </a:cxn>
                <a:cxn ang="0">
                  <a:pos x="connsiteX22988" y="connsiteY22988"/>
                </a:cxn>
                <a:cxn ang="0">
                  <a:pos x="connsiteX22989" y="connsiteY22989"/>
                </a:cxn>
                <a:cxn ang="0">
                  <a:pos x="connsiteX22990" y="connsiteY22990"/>
                </a:cxn>
                <a:cxn ang="0">
                  <a:pos x="connsiteX22991" y="connsiteY22991"/>
                </a:cxn>
                <a:cxn ang="0">
                  <a:pos x="connsiteX22992" y="connsiteY22992"/>
                </a:cxn>
                <a:cxn ang="0">
                  <a:pos x="connsiteX22993" y="connsiteY22993"/>
                </a:cxn>
                <a:cxn ang="0">
                  <a:pos x="connsiteX22994" y="connsiteY22994"/>
                </a:cxn>
                <a:cxn ang="0">
                  <a:pos x="connsiteX22995" y="connsiteY22995"/>
                </a:cxn>
                <a:cxn ang="0">
                  <a:pos x="connsiteX22996" y="connsiteY22996"/>
                </a:cxn>
                <a:cxn ang="0">
                  <a:pos x="connsiteX22997" y="connsiteY22997"/>
                </a:cxn>
                <a:cxn ang="0">
                  <a:pos x="connsiteX22998" y="connsiteY22998"/>
                </a:cxn>
                <a:cxn ang="0">
                  <a:pos x="connsiteX22999" y="connsiteY22999"/>
                </a:cxn>
                <a:cxn ang="0">
                  <a:pos x="connsiteX23000" y="connsiteY23000"/>
                </a:cxn>
                <a:cxn ang="0">
                  <a:pos x="connsiteX23001" y="connsiteY23001"/>
                </a:cxn>
                <a:cxn ang="0">
                  <a:pos x="connsiteX23002" y="connsiteY23002"/>
                </a:cxn>
                <a:cxn ang="0">
                  <a:pos x="connsiteX23003" y="connsiteY23003"/>
                </a:cxn>
                <a:cxn ang="0">
                  <a:pos x="connsiteX23004" y="connsiteY23004"/>
                </a:cxn>
                <a:cxn ang="0">
                  <a:pos x="connsiteX23005" y="connsiteY23005"/>
                </a:cxn>
                <a:cxn ang="0">
                  <a:pos x="connsiteX23006" y="connsiteY23006"/>
                </a:cxn>
                <a:cxn ang="0">
                  <a:pos x="connsiteX23007" y="connsiteY23007"/>
                </a:cxn>
                <a:cxn ang="0">
                  <a:pos x="connsiteX23008" y="connsiteY23008"/>
                </a:cxn>
                <a:cxn ang="0">
                  <a:pos x="connsiteX23009" y="connsiteY23009"/>
                </a:cxn>
                <a:cxn ang="0">
                  <a:pos x="connsiteX23010" y="connsiteY23010"/>
                </a:cxn>
                <a:cxn ang="0">
                  <a:pos x="connsiteX23011" y="connsiteY23011"/>
                </a:cxn>
                <a:cxn ang="0">
                  <a:pos x="connsiteX23012" y="connsiteY23012"/>
                </a:cxn>
                <a:cxn ang="0">
                  <a:pos x="connsiteX23013" y="connsiteY23013"/>
                </a:cxn>
                <a:cxn ang="0">
                  <a:pos x="connsiteX23014" y="connsiteY23014"/>
                </a:cxn>
                <a:cxn ang="0">
                  <a:pos x="connsiteX23015" y="connsiteY23015"/>
                </a:cxn>
                <a:cxn ang="0">
                  <a:pos x="connsiteX23016" y="connsiteY23016"/>
                </a:cxn>
                <a:cxn ang="0">
                  <a:pos x="connsiteX23017" y="connsiteY23017"/>
                </a:cxn>
                <a:cxn ang="0">
                  <a:pos x="connsiteX23018" y="connsiteY23018"/>
                </a:cxn>
                <a:cxn ang="0">
                  <a:pos x="connsiteX23019" y="connsiteY23019"/>
                </a:cxn>
                <a:cxn ang="0">
                  <a:pos x="connsiteX23020" y="connsiteY23020"/>
                </a:cxn>
                <a:cxn ang="0">
                  <a:pos x="connsiteX23021" y="connsiteY23021"/>
                </a:cxn>
                <a:cxn ang="0">
                  <a:pos x="connsiteX23022" y="connsiteY23022"/>
                </a:cxn>
                <a:cxn ang="0">
                  <a:pos x="connsiteX23023" y="connsiteY23023"/>
                </a:cxn>
                <a:cxn ang="0">
                  <a:pos x="connsiteX23024" y="connsiteY23024"/>
                </a:cxn>
                <a:cxn ang="0">
                  <a:pos x="connsiteX23025" y="connsiteY23025"/>
                </a:cxn>
                <a:cxn ang="0">
                  <a:pos x="connsiteX23026" y="connsiteY23026"/>
                </a:cxn>
                <a:cxn ang="0">
                  <a:pos x="connsiteX23027" y="connsiteY23027"/>
                </a:cxn>
                <a:cxn ang="0">
                  <a:pos x="connsiteX23028" y="connsiteY23028"/>
                </a:cxn>
                <a:cxn ang="0">
                  <a:pos x="connsiteX23029" y="connsiteY23029"/>
                </a:cxn>
                <a:cxn ang="0">
                  <a:pos x="connsiteX23030" y="connsiteY23030"/>
                </a:cxn>
                <a:cxn ang="0">
                  <a:pos x="connsiteX23031" y="connsiteY23031"/>
                </a:cxn>
                <a:cxn ang="0">
                  <a:pos x="connsiteX23032" y="connsiteY23032"/>
                </a:cxn>
                <a:cxn ang="0">
                  <a:pos x="connsiteX23033" y="connsiteY23033"/>
                </a:cxn>
                <a:cxn ang="0">
                  <a:pos x="connsiteX23034" y="connsiteY23034"/>
                </a:cxn>
                <a:cxn ang="0">
                  <a:pos x="connsiteX23035" y="connsiteY23035"/>
                </a:cxn>
                <a:cxn ang="0">
                  <a:pos x="connsiteX23036" y="connsiteY23036"/>
                </a:cxn>
                <a:cxn ang="0">
                  <a:pos x="connsiteX23037" y="connsiteY23037"/>
                </a:cxn>
                <a:cxn ang="0">
                  <a:pos x="connsiteX23038" y="connsiteY23038"/>
                </a:cxn>
                <a:cxn ang="0">
                  <a:pos x="connsiteX23039" y="connsiteY23039"/>
                </a:cxn>
                <a:cxn ang="0">
                  <a:pos x="connsiteX23040" y="connsiteY23040"/>
                </a:cxn>
                <a:cxn ang="0">
                  <a:pos x="connsiteX23041" y="connsiteY23041"/>
                </a:cxn>
                <a:cxn ang="0">
                  <a:pos x="connsiteX23042" y="connsiteY23042"/>
                </a:cxn>
                <a:cxn ang="0">
                  <a:pos x="connsiteX23043" y="connsiteY23043"/>
                </a:cxn>
                <a:cxn ang="0">
                  <a:pos x="connsiteX23044" y="connsiteY23044"/>
                </a:cxn>
                <a:cxn ang="0">
                  <a:pos x="connsiteX23045" y="connsiteY23045"/>
                </a:cxn>
                <a:cxn ang="0">
                  <a:pos x="connsiteX23046" y="connsiteY23046"/>
                </a:cxn>
                <a:cxn ang="0">
                  <a:pos x="connsiteX23047" y="connsiteY23047"/>
                </a:cxn>
                <a:cxn ang="0">
                  <a:pos x="connsiteX23048" y="connsiteY23048"/>
                </a:cxn>
                <a:cxn ang="0">
                  <a:pos x="connsiteX23049" y="connsiteY23049"/>
                </a:cxn>
                <a:cxn ang="0">
                  <a:pos x="connsiteX23050" y="connsiteY23050"/>
                </a:cxn>
                <a:cxn ang="0">
                  <a:pos x="connsiteX23051" y="connsiteY23051"/>
                </a:cxn>
                <a:cxn ang="0">
                  <a:pos x="connsiteX23052" y="connsiteY23052"/>
                </a:cxn>
                <a:cxn ang="0">
                  <a:pos x="connsiteX23053" y="connsiteY23053"/>
                </a:cxn>
                <a:cxn ang="0">
                  <a:pos x="connsiteX23054" y="connsiteY23054"/>
                </a:cxn>
                <a:cxn ang="0">
                  <a:pos x="connsiteX23055" y="connsiteY23055"/>
                </a:cxn>
                <a:cxn ang="0">
                  <a:pos x="connsiteX23056" y="connsiteY23056"/>
                </a:cxn>
                <a:cxn ang="0">
                  <a:pos x="connsiteX23057" y="connsiteY23057"/>
                </a:cxn>
                <a:cxn ang="0">
                  <a:pos x="connsiteX23058" y="connsiteY23058"/>
                </a:cxn>
                <a:cxn ang="0">
                  <a:pos x="connsiteX23059" y="connsiteY23059"/>
                </a:cxn>
                <a:cxn ang="0">
                  <a:pos x="connsiteX23060" y="connsiteY23060"/>
                </a:cxn>
                <a:cxn ang="0">
                  <a:pos x="connsiteX23061" y="connsiteY23061"/>
                </a:cxn>
                <a:cxn ang="0">
                  <a:pos x="connsiteX23062" y="connsiteY23062"/>
                </a:cxn>
                <a:cxn ang="0">
                  <a:pos x="connsiteX23063" y="connsiteY23063"/>
                </a:cxn>
                <a:cxn ang="0">
                  <a:pos x="connsiteX23064" y="connsiteY23064"/>
                </a:cxn>
                <a:cxn ang="0">
                  <a:pos x="connsiteX23065" y="connsiteY23065"/>
                </a:cxn>
                <a:cxn ang="0">
                  <a:pos x="connsiteX23066" y="connsiteY23066"/>
                </a:cxn>
                <a:cxn ang="0">
                  <a:pos x="connsiteX23067" y="connsiteY23067"/>
                </a:cxn>
                <a:cxn ang="0">
                  <a:pos x="connsiteX23068" y="connsiteY23068"/>
                </a:cxn>
                <a:cxn ang="0">
                  <a:pos x="connsiteX23069" y="connsiteY23069"/>
                </a:cxn>
                <a:cxn ang="0">
                  <a:pos x="connsiteX23070" y="connsiteY23070"/>
                </a:cxn>
                <a:cxn ang="0">
                  <a:pos x="connsiteX23071" y="connsiteY23071"/>
                </a:cxn>
                <a:cxn ang="0">
                  <a:pos x="connsiteX23072" y="connsiteY23072"/>
                </a:cxn>
                <a:cxn ang="0">
                  <a:pos x="connsiteX23073" y="connsiteY23073"/>
                </a:cxn>
                <a:cxn ang="0">
                  <a:pos x="connsiteX23074" y="connsiteY23074"/>
                </a:cxn>
                <a:cxn ang="0">
                  <a:pos x="connsiteX23075" y="connsiteY23075"/>
                </a:cxn>
                <a:cxn ang="0">
                  <a:pos x="connsiteX23076" y="connsiteY23076"/>
                </a:cxn>
                <a:cxn ang="0">
                  <a:pos x="connsiteX23077" y="connsiteY23077"/>
                </a:cxn>
                <a:cxn ang="0">
                  <a:pos x="connsiteX23078" y="connsiteY23078"/>
                </a:cxn>
                <a:cxn ang="0">
                  <a:pos x="connsiteX23079" y="connsiteY23079"/>
                </a:cxn>
                <a:cxn ang="0">
                  <a:pos x="connsiteX23080" y="connsiteY23080"/>
                </a:cxn>
                <a:cxn ang="0">
                  <a:pos x="connsiteX23081" y="connsiteY23081"/>
                </a:cxn>
                <a:cxn ang="0">
                  <a:pos x="connsiteX23082" y="connsiteY23082"/>
                </a:cxn>
                <a:cxn ang="0">
                  <a:pos x="connsiteX23083" y="connsiteY23083"/>
                </a:cxn>
                <a:cxn ang="0">
                  <a:pos x="connsiteX23084" y="connsiteY23084"/>
                </a:cxn>
                <a:cxn ang="0">
                  <a:pos x="connsiteX23085" y="connsiteY23085"/>
                </a:cxn>
                <a:cxn ang="0">
                  <a:pos x="connsiteX23086" y="connsiteY23086"/>
                </a:cxn>
                <a:cxn ang="0">
                  <a:pos x="connsiteX23087" y="connsiteY23087"/>
                </a:cxn>
                <a:cxn ang="0">
                  <a:pos x="connsiteX23088" y="connsiteY23088"/>
                </a:cxn>
                <a:cxn ang="0">
                  <a:pos x="connsiteX23089" y="connsiteY23089"/>
                </a:cxn>
                <a:cxn ang="0">
                  <a:pos x="connsiteX23090" y="connsiteY23090"/>
                </a:cxn>
                <a:cxn ang="0">
                  <a:pos x="connsiteX23091" y="connsiteY23091"/>
                </a:cxn>
                <a:cxn ang="0">
                  <a:pos x="connsiteX23092" y="connsiteY23092"/>
                </a:cxn>
                <a:cxn ang="0">
                  <a:pos x="connsiteX23093" y="connsiteY23093"/>
                </a:cxn>
                <a:cxn ang="0">
                  <a:pos x="connsiteX23094" y="connsiteY23094"/>
                </a:cxn>
                <a:cxn ang="0">
                  <a:pos x="connsiteX23095" y="connsiteY23095"/>
                </a:cxn>
                <a:cxn ang="0">
                  <a:pos x="connsiteX23096" y="connsiteY23096"/>
                </a:cxn>
                <a:cxn ang="0">
                  <a:pos x="connsiteX23097" y="connsiteY23097"/>
                </a:cxn>
                <a:cxn ang="0">
                  <a:pos x="connsiteX23098" y="connsiteY23098"/>
                </a:cxn>
                <a:cxn ang="0">
                  <a:pos x="connsiteX23099" y="connsiteY23099"/>
                </a:cxn>
                <a:cxn ang="0">
                  <a:pos x="connsiteX23100" y="connsiteY23100"/>
                </a:cxn>
                <a:cxn ang="0">
                  <a:pos x="connsiteX23101" y="connsiteY23101"/>
                </a:cxn>
                <a:cxn ang="0">
                  <a:pos x="connsiteX23102" y="connsiteY23102"/>
                </a:cxn>
                <a:cxn ang="0">
                  <a:pos x="connsiteX23103" y="connsiteY23103"/>
                </a:cxn>
                <a:cxn ang="0">
                  <a:pos x="connsiteX23104" y="connsiteY23104"/>
                </a:cxn>
                <a:cxn ang="0">
                  <a:pos x="connsiteX23105" y="connsiteY23105"/>
                </a:cxn>
                <a:cxn ang="0">
                  <a:pos x="connsiteX23106" y="connsiteY23106"/>
                </a:cxn>
                <a:cxn ang="0">
                  <a:pos x="connsiteX23107" y="connsiteY23107"/>
                </a:cxn>
                <a:cxn ang="0">
                  <a:pos x="connsiteX23108" y="connsiteY23108"/>
                </a:cxn>
                <a:cxn ang="0">
                  <a:pos x="connsiteX23109" y="connsiteY23109"/>
                </a:cxn>
                <a:cxn ang="0">
                  <a:pos x="connsiteX23110" y="connsiteY23110"/>
                </a:cxn>
                <a:cxn ang="0">
                  <a:pos x="connsiteX23111" y="connsiteY23111"/>
                </a:cxn>
                <a:cxn ang="0">
                  <a:pos x="connsiteX23112" y="connsiteY23112"/>
                </a:cxn>
                <a:cxn ang="0">
                  <a:pos x="connsiteX23113" y="connsiteY23113"/>
                </a:cxn>
                <a:cxn ang="0">
                  <a:pos x="connsiteX23114" y="connsiteY23114"/>
                </a:cxn>
                <a:cxn ang="0">
                  <a:pos x="connsiteX23115" y="connsiteY23115"/>
                </a:cxn>
                <a:cxn ang="0">
                  <a:pos x="connsiteX23116" y="connsiteY23116"/>
                </a:cxn>
                <a:cxn ang="0">
                  <a:pos x="connsiteX23117" y="connsiteY23117"/>
                </a:cxn>
                <a:cxn ang="0">
                  <a:pos x="connsiteX23118" y="connsiteY23118"/>
                </a:cxn>
                <a:cxn ang="0">
                  <a:pos x="connsiteX23119" y="connsiteY23119"/>
                </a:cxn>
                <a:cxn ang="0">
                  <a:pos x="connsiteX23120" y="connsiteY23120"/>
                </a:cxn>
                <a:cxn ang="0">
                  <a:pos x="connsiteX23121" y="connsiteY23121"/>
                </a:cxn>
                <a:cxn ang="0">
                  <a:pos x="connsiteX23122" y="connsiteY23122"/>
                </a:cxn>
                <a:cxn ang="0">
                  <a:pos x="connsiteX23123" y="connsiteY23123"/>
                </a:cxn>
                <a:cxn ang="0">
                  <a:pos x="connsiteX23124" y="connsiteY23124"/>
                </a:cxn>
                <a:cxn ang="0">
                  <a:pos x="connsiteX23125" y="connsiteY23125"/>
                </a:cxn>
                <a:cxn ang="0">
                  <a:pos x="connsiteX23126" y="connsiteY23126"/>
                </a:cxn>
                <a:cxn ang="0">
                  <a:pos x="connsiteX23127" y="connsiteY23127"/>
                </a:cxn>
                <a:cxn ang="0">
                  <a:pos x="connsiteX23128" y="connsiteY23128"/>
                </a:cxn>
                <a:cxn ang="0">
                  <a:pos x="connsiteX23129" y="connsiteY23129"/>
                </a:cxn>
                <a:cxn ang="0">
                  <a:pos x="connsiteX23130" y="connsiteY23130"/>
                </a:cxn>
                <a:cxn ang="0">
                  <a:pos x="connsiteX23131" y="connsiteY23131"/>
                </a:cxn>
                <a:cxn ang="0">
                  <a:pos x="connsiteX23132" y="connsiteY23132"/>
                </a:cxn>
                <a:cxn ang="0">
                  <a:pos x="connsiteX23133" y="connsiteY23133"/>
                </a:cxn>
                <a:cxn ang="0">
                  <a:pos x="connsiteX23134" y="connsiteY23134"/>
                </a:cxn>
                <a:cxn ang="0">
                  <a:pos x="connsiteX23135" y="connsiteY23135"/>
                </a:cxn>
                <a:cxn ang="0">
                  <a:pos x="connsiteX23136" y="connsiteY23136"/>
                </a:cxn>
                <a:cxn ang="0">
                  <a:pos x="connsiteX23137" y="connsiteY23137"/>
                </a:cxn>
                <a:cxn ang="0">
                  <a:pos x="connsiteX23138" y="connsiteY23138"/>
                </a:cxn>
                <a:cxn ang="0">
                  <a:pos x="connsiteX23139" y="connsiteY23139"/>
                </a:cxn>
                <a:cxn ang="0">
                  <a:pos x="connsiteX23140" y="connsiteY23140"/>
                </a:cxn>
                <a:cxn ang="0">
                  <a:pos x="connsiteX23141" y="connsiteY23141"/>
                </a:cxn>
                <a:cxn ang="0">
                  <a:pos x="connsiteX23142" y="connsiteY23142"/>
                </a:cxn>
                <a:cxn ang="0">
                  <a:pos x="connsiteX23143" y="connsiteY23143"/>
                </a:cxn>
                <a:cxn ang="0">
                  <a:pos x="connsiteX23144" y="connsiteY23144"/>
                </a:cxn>
                <a:cxn ang="0">
                  <a:pos x="connsiteX23145" y="connsiteY23145"/>
                </a:cxn>
                <a:cxn ang="0">
                  <a:pos x="connsiteX23146" y="connsiteY23146"/>
                </a:cxn>
                <a:cxn ang="0">
                  <a:pos x="connsiteX23147" y="connsiteY23147"/>
                </a:cxn>
                <a:cxn ang="0">
                  <a:pos x="connsiteX23148" y="connsiteY23148"/>
                </a:cxn>
                <a:cxn ang="0">
                  <a:pos x="connsiteX23149" y="connsiteY23149"/>
                </a:cxn>
                <a:cxn ang="0">
                  <a:pos x="connsiteX23150" y="connsiteY23150"/>
                </a:cxn>
                <a:cxn ang="0">
                  <a:pos x="connsiteX23151" y="connsiteY23151"/>
                </a:cxn>
                <a:cxn ang="0">
                  <a:pos x="connsiteX23152" y="connsiteY23152"/>
                </a:cxn>
                <a:cxn ang="0">
                  <a:pos x="connsiteX23153" y="connsiteY23153"/>
                </a:cxn>
                <a:cxn ang="0">
                  <a:pos x="connsiteX23154" y="connsiteY23154"/>
                </a:cxn>
                <a:cxn ang="0">
                  <a:pos x="connsiteX23155" y="connsiteY23155"/>
                </a:cxn>
                <a:cxn ang="0">
                  <a:pos x="connsiteX23156" y="connsiteY23156"/>
                </a:cxn>
                <a:cxn ang="0">
                  <a:pos x="connsiteX23157" y="connsiteY23157"/>
                </a:cxn>
                <a:cxn ang="0">
                  <a:pos x="connsiteX23158" y="connsiteY23158"/>
                </a:cxn>
                <a:cxn ang="0">
                  <a:pos x="connsiteX23159" y="connsiteY23159"/>
                </a:cxn>
                <a:cxn ang="0">
                  <a:pos x="connsiteX23160" y="connsiteY23160"/>
                </a:cxn>
                <a:cxn ang="0">
                  <a:pos x="connsiteX23161" y="connsiteY23161"/>
                </a:cxn>
                <a:cxn ang="0">
                  <a:pos x="connsiteX23162" y="connsiteY23162"/>
                </a:cxn>
                <a:cxn ang="0">
                  <a:pos x="connsiteX23163" y="connsiteY23163"/>
                </a:cxn>
                <a:cxn ang="0">
                  <a:pos x="connsiteX23164" y="connsiteY23164"/>
                </a:cxn>
                <a:cxn ang="0">
                  <a:pos x="connsiteX23165" y="connsiteY23165"/>
                </a:cxn>
                <a:cxn ang="0">
                  <a:pos x="connsiteX23166" y="connsiteY23166"/>
                </a:cxn>
                <a:cxn ang="0">
                  <a:pos x="connsiteX23167" y="connsiteY23167"/>
                </a:cxn>
                <a:cxn ang="0">
                  <a:pos x="connsiteX23168" y="connsiteY23168"/>
                </a:cxn>
                <a:cxn ang="0">
                  <a:pos x="connsiteX23169" y="connsiteY23169"/>
                </a:cxn>
                <a:cxn ang="0">
                  <a:pos x="connsiteX23170" y="connsiteY23170"/>
                </a:cxn>
                <a:cxn ang="0">
                  <a:pos x="connsiteX23171" y="connsiteY23171"/>
                </a:cxn>
                <a:cxn ang="0">
                  <a:pos x="connsiteX23172" y="connsiteY23172"/>
                </a:cxn>
                <a:cxn ang="0">
                  <a:pos x="connsiteX23173" y="connsiteY23173"/>
                </a:cxn>
                <a:cxn ang="0">
                  <a:pos x="connsiteX23174" y="connsiteY23174"/>
                </a:cxn>
                <a:cxn ang="0">
                  <a:pos x="connsiteX23175" y="connsiteY23175"/>
                </a:cxn>
                <a:cxn ang="0">
                  <a:pos x="connsiteX23176" y="connsiteY23176"/>
                </a:cxn>
                <a:cxn ang="0">
                  <a:pos x="connsiteX23177" y="connsiteY23177"/>
                </a:cxn>
                <a:cxn ang="0">
                  <a:pos x="connsiteX23178" y="connsiteY23178"/>
                </a:cxn>
                <a:cxn ang="0">
                  <a:pos x="connsiteX23179" y="connsiteY23179"/>
                </a:cxn>
                <a:cxn ang="0">
                  <a:pos x="connsiteX23180" y="connsiteY23180"/>
                </a:cxn>
                <a:cxn ang="0">
                  <a:pos x="connsiteX23181" y="connsiteY23181"/>
                </a:cxn>
                <a:cxn ang="0">
                  <a:pos x="connsiteX23182" y="connsiteY23182"/>
                </a:cxn>
                <a:cxn ang="0">
                  <a:pos x="connsiteX23183" y="connsiteY23183"/>
                </a:cxn>
                <a:cxn ang="0">
                  <a:pos x="connsiteX23184" y="connsiteY23184"/>
                </a:cxn>
                <a:cxn ang="0">
                  <a:pos x="connsiteX23185" y="connsiteY23185"/>
                </a:cxn>
                <a:cxn ang="0">
                  <a:pos x="connsiteX23186" y="connsiteY23186"/>
                </a:cxn>
                <a:cxn ang="0">
                  <a:pos x="connsiteX23187" y="connsiteY23187"/>
                </a:cxn>
                <a:cxn ang="0">
                  <a:pos x="connsiteX23188" y="connsiteY23188"/>
                </a:cxn>
                <a:cxn ang="0">
                  <a:pos x="connsiteX23189" y="connsiteY23189"/>
                </a:cxn>
                <a:cxn ang="0">
                  <a:pos x="connsiteX23190" y="connsiteY23190"/>
                </a:cxn>
                <a:cxn ang="0">
                  <a:pos x="connsiteX23191" y="connsiteY23191"/>
                </a:cxn>
                <a:cxn ang="0">
                  <a:pos x="connsiteX23192" y="connsiteY23192"/>
                </a:cxn>
                <a:cxn ang="0">
                  <a:pos x="connsiteX23193" y="connsiteY23193"/>
                </a:cxn>
                <a:cxn ang="0">
                  <a:pos x="connsiteX23194" y="connsiteY23194"/>
                </a:cxn>
                <a:cxn ang="0">
                  <a:pos x="connsiteX23195" y="connsiteY23195"/>
                </a:cxn>
                <a:cxn ang="0">
                  <a:pos x="connsiteX23196" y="connsiteY23196"/>
                </a:cxn>
                <a:cxn ang="0">
                  <a:pos x="connsiteX23197" y="connsiteY23197"/>
                </a:cxn>
                <a:cxn ang="0">
                  <a:pos x="connsiteX23198" y="connsiteY23198"/>
                </a:cxn>
                <a:cxn ang="0">
                  <a:pos x="connsiteX23199" y="connsiteY23199"/>
                </a:cxn>
                <a:cxn ang="0">
                  <a:pos x="connsiteX23200" y="connsiteY23200"/>
                </a:cxn>
                <a:cxn ang="0">
                  <a:pos x="connsiteX23201" y="connsiteY23201"/>
                </a:cxn>
                <a:cxn ang="0">
                  <a:pos x="connsiteX23202" y="connsiteY23202"/>
                </a:cxn>
                <a:cxn ang="0">
                  <a:pos x="connsiteX23203" y="connsiteY23203"/>
                </a:cxn>
                <a:cxn ang="0">
                  <a:pos x="connsiteX23204" y="connsiteY23204"/>
                </a:cxn>
                <a:cxn ang="0">
                  <a:pos x="connsiteX23205" y="connsiteY23205"/>
                </a:cxn>
                <a:cxn ang="0">
                  <a:pos x="connsiteX23206" y="connsiteY23206"/>
                </a:cxn>
                <a:cxn ang="0">
                  <a:pos x="connsiteX23207" y="connsiteY23207"/>
                </a:cxn>
                <a:cxn ang="0">
                  <a:pos x="connsiteX23208" y="connsiteY23208"/>
                </a:cxn>
                <a:cxn ang="0">
                  <a:pos x="connsiteX23209" y="connsiteY23209"/>
                </a:cxn>
                <a:cxn ang="0">
                  <a:pos x="connsiteX23210" y="connsiteY23210"/>
                </a:cxn>
                <a:cxn ang="0">
                  <a:pos x="connsiteX23211" y="connsiteY23211"/>
                </a:cxn>
                <a:cxn ang="0">
                  <a:pos x="connsiteX23212" y="connsiteY23212"/>
                </a:cxn>
                <a:cxn ang="0">
                  <a:pos x="connsiteX23213" y="connsiteY23213"/>
                </a:cxn>
                <a:cxn ang="0">
                  <a:pos x="connsiteX23214" y="connsiteY23214"/>
                </a:cxn>
                <a:cxn ang="0">
                  <a:pos x="connsiteX23215" y="connsiteY23215"/>
                </a:cxn>
                <a:cxn ang="0">
                  <a:pos x="connsiteX23216" y="connsiteY23216"/>
                </a:cxn>
                <a:cxn ang="0">
                  <a:pos x="connsiteX23217" y="connsiteY23217"/>
                </a:cxn>
                <a:cxn ang="0">
                  <a:pos x="connsiteX23218" y="connsiteY23218"/>
                </a:cxn>
                <a:cxn ang="0">
                  <a:pos x="connsiteX23219" y="connsiteY23219"/>
                </a:cxn>
                <a:cxn ang="0">
                  <a:pos x="connsiteX23220" y="connsiteY23220"/>
                </a:cxn>
                <a:cxn ang="0">
                  <a:pos x="connsiteX23221" y="connsiteY23221"/>
                </a:cxn>
                <a:cxn ang="0">
                  <a:pos x="connsiteX23222" y="connsiteY23222"/>
                </a:cxn>
                <a:cxn ang="0">
                  <a:pos x="connsiteX23223" y="connsiteY23223"/>
                </a:cxn>
                <a:cxn ang="0">
                  <a:pos x="connsiteX23224" y="connsiteY23224"/>
                </a:cxn>
                <a:cxn ang="0">
                  <a:pos x="connsiteX23225" y="connsiteY23225"/>
                </a:cxn>
                <a:cxn ang="0">
                  <a:pos x="connsiteX23226" y="connsiteY23226"/>
                </a:cxn>
                <a:cxn ang="0">
                  <a:pos x="connsiteX23227" y="connsiteY23227"/>
                </a:cxn>
                <a:cxn ang="0">
                  <a:pos x="connsiteX23228" y="connsiteY23228"/>
                </a:cxn>
                <a:cxn ang="0">
                  <a:pos x="connsiteX23229" y="connsiteY23229"/>
                </a:cxn>
                <a:cxn ang="0">
                  <a:pos x="connsiteX23230" y="connsiteY23230"/>
                </a:cxn>
                <a:cxn ang="0">
                  <a:pos x="connsiteX23231" y="connsiteY23231"/>
                </a:cxn>
                <a:cxn ang="0">
                  <a:pos x="connsiteX23232" y="connsiteY23232"/>
                </a:cxn>
                <a:cxn ang="0">
                  <a:pos x="connsiteX23233" y="connsiteY23233"/>
                </a:cxn>
                <a:cxn ang="0">
                  <a:pos x="connsiteX23234" y="connsiteY23234"/>
                </a:cxn>
                <a:cxn ang="0">
                  <a:pos x="connsiteX23235" y="connsiteY23235"/>
                </a:cxn>
                <a:cxn ang="0">
                  <a:pos x="connsiteX23236" y="connsiteY23236"/>
                </a:cxn>
                <a:cxn ang="0">
                  <a:pos x="connsiteX23237" y="connsiteY23237"/>
                </a:cxn>
                <a:cxn ang="0">
                  <a:pos x="connsiteX23238" y="connsiteY23238"/>
                </a:cxn>
                <a:cxn ang="0">
                  <a:pos x="connsiteX23239" y="connsiteY23239"/>
                </a:cxn>
                <a:cxn ang="0">
                  <a:pos x="connsiteX23240" y="connsiteY23240"/>
                </a:cxn>
                <a:cxn ang="0">
                  <a:pos x="connsiteX23241" y="connsiteY23241"/>
                </a:cxn>
                <a:cxn ang="0">
                  <a:pos x="connsiteX23242" y="connsiteY23242"/>
                </a:cxn>
                <a:cxn ang="0">
                  <a:pos x="connsiteX23243" y="connsiteY23243"/>
                </a:cxn>
                <a:cxn ang="0">
                  <a:pos x="connsiteX23244" y="connsiteY23244"/>
                </a:cxn>
                <a:cxn ang="0">
                  <a:pos x="connsiteX23245" y="connsiteY23245"/>
                </a:cxn>
                <a:cxn ang="0">
                  <a:pos x="connsiteX23246" y="connsiteY23246"/>
                </a:cxn>
                <a:cxn ang="0">
                  <a:pos x="connsiteX23247" y="connsiteY23247"/>
                </a:cxn>
                <a:cxn ang="0">
                  <a:pos x="connsiteX23248" y="connsiteY23248"/>
                </a:cxn>
                <a:cxn ang="0">
                  <a:pos x="connsiteX23249" y="connsiteY23249"/>
                </a:cxn>
                <a:cxn ang="0">
                  <a:pos x="connsiteX23250" y="connsiteY23250"/>
                </a:cxn>
                <a:cxn ang="0">
                  <a:pos x="connsiteX23251" y="connsiteY23251"/>
                </a:cxn>
                <a:cxn ang="0">
                  <a:pos x="connsiteX23252" y="connsiteY23252"/>
                </a:cxn>
                <a:cxn ang="0">
                  <a:pos x="connsiteX23253" y="connsiteY23253"/>
                </a:cxn>
                <a:cxn ang="0">
                  <a:pos x="connsiteX23254" y="connsiteY23254"/>
                </a:cxn>
                <a:cxn ang="0">
                  <a:pos x="connsiteX23255" y="connsiteY23255"/>
                </a:cxn>
                <a:cxn ang="0">
                  <a:pos x="connsiteX23256" y="connsiteY23256"/>
                </a:cxn>
                <a:cxn ang="0">
                  <a:pos x="connsiteX23257" y="connsiteY23257"/>
                </a:cxn>
                <a:cxn ang="0">
                  <a:pos x="connsiteX23258" y="connsiteY23258"/>
                </a:cxn>
                <a:cxn ang="0">
                  <a:pos x="connsiteX23259" y="connsiteY23259"/>
                </a:cxn>
                <a:cxn ang="0">
                  <a:pos x="connsiteX23260" y="connsiteY23260"/>
                </a:cxn>
                <a:cxn ang="0">
                  <a:pos x="connsiteX23261" y="connsiteY23261"/>
                </a:cxn>
                <a:cxn ang="0">
                  <a:pos x="connsiteX23262" y="connsiteY23262"/>
                </a:cxn>
                <a:cxn ang="0">
                  <a:pos x="connsiteX23263" y="connsiteY23263"/>
                </a:cxn>
                <a:cxn ang="0">
                  <a:pos x="connsiteX23264" y="connsiteY23264"/>
                </a:cxn>
                <a:cxn ang="0">
                  <a:pos x="connsiteX23265" y="connsiteY23265"/>
                </a:cxn>
                <a:cxn ang="0">
                  <a:pos x="connsiteX23266" y="connsiteY23266"/>
                </a:cxn>
                <a:cxn ang="0">
                  <a:pos x="connsiteX23267" y="connsiteY23267"/>
                </a:cxn>
                <a:cxn ang="0">
                  <a:pos x="connsiteX23268" y="connsiteY23268"/>
                </a:cxn>
                <a:cxn ang="0">
                  <a:pos x="connsiteX23269" y="connsiteY23269"/>
                </a:cxn>
                <a:cxn ang="0">
                  <a:pos x="connsiteX23270" y="connsiteY23270"/>
                </a:cxn>
                <a:cxn ang="0">
                  <a:pos x="connsiteX23271" y="connsiteY23271"/>
                </a:cxn>
                <a:cxn ang="0">
                  <a:pos x="connsiteX23272" y="connsiteY23272"/>
                </a:cxn>
                <a:cxn ang="0">
                  <a:pos x="connsiteX23273" y="connsiteY23273"/>
                </a:cxn>
                <a:cxn ang="0">
                  <a:pos x="connsiteX23274" y="connsiteY23274"/>
                </a:cxn>
                <a:cxn ang="0">
                  <a:pos x="connsiteX23275" y="connsiteY23275"/>
                </a:cxn>
                <a:cxn ang="0">
                  <a:pos x="connsiteX23276" y="connsiteY23276"/>
                </a:cxn>
                <a:cxn ang="0">
                  <a:pos x="connsiteX23277" y="connsiteY23277"/>
                </a:cxn>
                <a:cxn ang="0">
                  <a:pos x="connsiteX23278" y="connsiteY23278"/>
                </a:cxn>
                <a:cxn ang="0">
                  <a:pos x="connsiteX23279" y="connsiteY23279"/>
                </a:cxn>
                <a:cxn ang="0">
                  <a:pos x="connsiteX23280" y="connsiteY23280"/>
                </a:cxn>
                <a:cxn ang="0">
                  <a:pos x="connsiteX23281" y="connsiteY23281"/>
                </a:cxn>
                <a:cxn ang="0">
                  <a:pos x="connsiteX23282" y="connsiteY23282"/>
                </a:cxn>
                <a:cxn ang="0">
                  <a:pos x="connsiteX23283" y="connsiteY23283"/>
                </a:cxn>
                <a:cxn ang="0">
                  <a:pos x="connsiteX23284" y="connsiteY23284"/>
                </a:cxn>
                <a:cxn ang="0">
                  <a:pos x="connsiteX23285" y="connsiteY23285"/>
                </a:cxn>
                <a:cxn ang="0">
                  <a:pos x="connsiteX23286" y="connsiteY23286"/>
                </a:cxn>
                <a:cxn ang="0">
                  <a:pos x="connsiteX23287" y="connsiteY23287"/>
                </a:cxn>
                <a:cxn ang="0">
                  <a:pos x="connsiteX23288" y="connsiteY23288"/>
                </a:cxn>
                <a:cxn ang="0">
                  <a:pos x="connsiteX23289" y="connsiteY23289"/>
                </a:cxn>
                <a:cxn ang="0">
                  <a:pos x="connsiteX23290" y="connsiteY23290"/>
                </a:cxn>
                <a:cxn ang="0">
                  <a:pos x="connsiteX23291" y="connsiteY23291"/>
                </a:cxn>
                <a:cxn ang="0">
                  <a:pos x="connsiteX23292" y="connsiteY23292"/>
                </a:cxn>
                <a:cxn ang="0">
                  <a:pos x="connsiteX23293" y="connsiteY23293"/>
                </a:cxn>
                <a:cxn ang="0">
                  <a:pos x="connsiteX23294" y="connsiteY23294"/>
                </a:cxn>
                <a:cxn ang="0">
                  <a:pos x="connsiteX23295" y="connsiteY23295"/>
                </a:cxn>
                <a:cxn ang="0">
                  <a:pos x="connsiteX23296" y="connsiteY23296"/>
                </a:cxn>
                <a:cxn ang="0">
                  <a:pos x="connsiteX23297" y="connsiteY23297"/>
                </a:cxn>
                <a:cxn ang="0">
                  <a:pos x="connsiteX23298" y="connsiteY23298"/>
                </a:cxn>
                <a:cxn ang="0">
                  <a:pos x="connsiteX23299" y="connsiteY23299"/>
                </a:cxn>
                <a:cxn ang="0">
                  <a:pos x="connsiteX23300" y="connsiteY23300"/>
                </a:cxn>
                <a:cxn ang="0">
                  <a:pos x="connsiteX23301" y="connsiteY23301"/>
                </a:cxn>
                <a:cxn ang="0">
                  <a:pos x="connsiteX23302" y="connsiteY23302"/>
                </a:cxn>
                <a:cxn ang="0">
                  <a:pos x="connsiteX23303" y="connsiteY23303"/>
                </a:cxn>
                <a:cxn ang="0">
                  <a:pos x="connsiteX23304" y="connsiteY23304"/>
                </a:cxn>
                <a:cxn ang="0">
                  <a:pos x="connsiteX23305" y="connsiteY23305"/>
                </a:cxn>
                <a:cxn ang="0">
                  <a:pos x="connsiteX23306" y="connsiteY23306"/>
                </a:cxn>
                <a:cxn ang="0">
                  <a:pos x="connsiteX23307" y="connsiteY23307"/>
                </a:cxn>
                <a:cxn ang="0">
                  <a:pos x="connsiteX23308" y="connsiteY23308"/>
                </a:cxn>
                <a:cxn ang="0">
                  <a:pos x="connsiteX23309" y="connsiteY23309"/>
                </a:cxn>
                <a:cxn ang="0">
                  <a:pos x="connsiteX23310" y="connsiteY23310"/>
                </a:cxn>
                <a:cxn ang="0">
                  <a:pos x="connsiteX23311" y="connsiteY23311"/>
                </a:cxn>
                <a:cxn ang="0">
                  <a:pos x="connsiteX23312" y="connsiteY23312"/>
                </a:cxn>
                <a:cxn ang="0">
                  <a:pos x="connsiteX23313" y="connsiteY23313"/>
                </a:cxn>
                <a:cxn ang="0">
                  <a:pos x="connsiteX23314" y="connsiteY23314"/>
                </a:cxn>
                <a:cxn ang="0">
                  <a:pos x="connsiteX23315" y="connsiteY23315"/>
                </a:cxn>
                <a:cxn ang="0">
                  <a:pos x="connsiteX23316" y="connsiteY23316"/>
                </a:cxn>
                <a:cxn ang="0">
                  <a:pos x="connsiteX23317" y="connsiteY23317"/>
                </a:cxn>
                <a:cxn ang="0">
                  <a:pos x="connsiteX23318" y="connsiteY23318"/>
                </a:cxn>
                <a:cxn ang="0">
                  <a:pos x="connsiteX23319" y="connsiteY23319"/>
                </a:cxn>
                <a:cxn ang="0">
                  <a:pos x="connsiteX23320" y="connsiteY23320"/>
                </a:cxn>
                <a:cxn ang="0">
                  <a:pos x="connsiteX23321" y="connsiteY23321"/>
                </a:cxn>
                <a:cxn ang="0">
                  <a:pos x="connsiteX23322" y="connsiteY23322"/>
                </a:cxn>
                <a:cxn ang="0">
                  <a:pos x="connsiteX23323" y="connsiteY23323"/>
                </a:cxn>
                <a:cxn ang="0">
                  <a:pos x="connsiteX23324" y="connsiteY23324"/>
                </a:cxn>
                <a:cxn ang="0">
                  <a:pos x="connsiteX23325" y="connsiteY23325"/>
                </a:cxn>
                <a:cxn ang="0">
                  <a:pos x="connsiteX23326" y="connsiteY23326"/>
                </a:cxn>
                <a:cxn ang="0">
                  <a:pos x="connsiteX23327" y="connsiteY23327"/>
                </a:cxn>
                <a:cxn ang="0">
                  <a:pos x="connsiteX23328" y="connsiteY23328"/>
                </a:cxn>
                <a:cxn ang="0">
                  <a:pos x="connsiteX23329" y="connsiteY23329"/>
                </a:cxn>
                <a:cxn ang="0">
                  <a:pos x="connsiteX23330" y="connsiteY23330"/>
                </a:cxn>
                <a:cxn ang="0">
                  <a:pos x="connsiteX23331" y="connsiteY23331"/>
                </a:cxn>
                <a:cxn ang="0">
                  <a:pos x="connsiteX23332" y="connsiteY23332"/>
                </a:cxn>
                <a:cxn ang="0">
                  <a:pos x="connsiteX23333" y="connsiteY23333"/>
                </a:cxn>
                <a:cxn ang="0">
                  <a:pos x="connsiteX23334" y="connsiteY23334"/>
                </a:cxn>
                <a:cxn ang="0">
                  <a:pos x="connsiteX23335" y="connsiteY23335"/>
                </a:cxn>
                <a:cxn ang="0">
                  <a:pos x="connsiteX23336" y="connsiteY23336"/>
                </a:cxn>
                <a:cxn ang="0">
                  <a:pos x="connsiteX23337" y="connsiteY23337"/>
                </a:cxn>
                <a:cxn ang="0">
                  <a:pos x="connsiteX23338" y="connsiteY23338"/>
                </a:cxn>
                <a:cxn ang="0">
                  <a:pos x="connsiteX23339" y="connsiteY23339"/>
                </a:cxn>
                <a:cxn ang="0">
                  <a:pos x="connsiteX23340" y="connsiteY23340"/>
                </a:cxn>
                <a:cxn ang="0">
                  <a:pos x="connsiteX23341" y="connsiteY23341"/>
                </a:cxn>
                <a:cxn ang="0">
                  <a:pos x="connsiteX23342" y="connsiteY23342"/>
                </a:cxn>
                <a:cxn ang="0">
                  <a:pos x="connsiteX23343" y="connsiteY23343"/>
                </a:cxn>
                <a:cxn ang="0">
                  <a:pos x="connsiteX23344" y="connsiteY23344"/>
                </a:cxn>
                <a:cxn ang="0">
                  <a:pos x="connsiteX23345" y="connsiteY23345"/>
                </a:cxn>
                <a:cxn ang="0">
                  <a:pos x="connsiteX23346" y="connsiteY23346"/>
                </a:cxn>
                <a:cxn ang="0">
                  <a:pos x="connsiteX23347" y="connsiteY23347"/>
                </a:cxn>
                <a:cxn ang="0">
                  <a:pos x="connsiteX23348" y="connsiteY23348"/>
                </a:cxn>
                <a:cxn ang="0">
                  <a:pos x="connsiteX23349" y="connsiteY23349"/>
                </a:cxn>
                <a:cxn ang="0">
                  <a:pos x="connsiteX23350" y="connsiteY23350"/>
                </a:cxn>
                <a:cxn ang="0">
                  <a:pos x="connsiteX23351" y="connsiteY23351"/>
                </a:cxn>
                <a:cxn ang="0">
                  <a:pos x="connsiteX23352" y="connsiteY23352"/>
                </a:cxn>
                <a:cxn ang="0">
                  <a:pos x="connsiteX23353" y="connsiteY23353"/>
                </a:cxn>
                <a:cxn ang="0">
                  <a:pos x="connsiteX23354" y="connsiteY23354"/>
                </a:cxn>
                <a:cxn ang="0">
                  <a:pos x="connsiteX23355" y="connsiteY23355"/>
                </a:cxn>
                <a:cxn ang="0">
                  <a:pos x="connsiteX23356" y="connsiteY23356"/>
                </a:cxn>
                <a:cxn ang="0">
                  <a:pos x="connsiteX23357" y="connsiteY23357"/>
                </a:cxn>
                <a:cxn ang="0">
                  <a:pos x="connsiteX23358" y="connsiteY23358"/>
                </a:cxn>
                <a:cxn ang="0">
                  <a:pos x="connsiteX23359" y="connsiteY23359"/>
                </a:cxn>
                <a:cxn ang="0">
                  <a:pos x="connsiteX23360" y="connsiteY23360"/>
                </a:cxn>
                <a:cxn ang="0">
                  <a:pos x="connsiteX23361" y="connsiteY23361"/>
                </a:cxn>
                <a:cxn ang="0">
                  <a:pos x="connsiteX23362" y="connsiteY23362"/>
                </a:cxn>
                <a:cxn ang="0">
                  <a:pos x="connsiteX23363" y="connsiteY23363"/>
                </a:cxn>
                <a:cxn ang="0">
                  <a:pos x="connsiteX23364" y="connsiteY23364"/>
                </a:cxn>
                <a:cxn ang="0">
                  <a:pos x="connsiteX23365" y="connsiteY23365"/>
                </a:cxn>
                <a:cxn ang="0">
                  <a:pos x="connsiteX23366" y="connsiteY23366"/>
                </a:cxn>
                <a:cxn ang="0">
                  <a:pos x="connsiteX23367" y="connsiteY23367"/>
                </a:cxn>
                <a:cxn ang="0">
                  <a:pos x="connsiteX23368" y="connsiteY23368"/>
                </a:cxn>
                <a:cxn ang="0">
                  <a:pos x="connsiteX23369" y="connsiteY23369"/>
                </a:cxn>
                <a:cxn ang="0">
                  <a:pos x="connsiteX23370" y="connsiteY23370"/>
                </a:cxn>
                <a:cxn ang="0">
                  <a:pos x="connsiteX23371" y="connsiteY23371"/>
                </a:cxn>
                <a:cxn ang="0">
                  <a:pos x="connsiteX23372" y="connsiteY23372"/>
                </a:cxn>
                <a:cxn ang="0">
                  <a:pos x="connsiteX23373" y="connsiteY23373"/>
                </a:cxn>
                <a:cxn ang="0">
                  <a:pos x="connsiteX23374" y="connsiteY23374"/>
                </a:cxn>
                <a:cxn ang="0">
                  <a:pos x="connsiteX23375" y="connsiteY23375"/>
                </a:cxn>
                <a:cxn ang="0">
                  <a:pos x="connsiteX23376" y="connsiteY23376"/>
                </a:cxn>
                <a:cxn ang="0">
                  <a:pos x="connsiteX23377" y="connsiteY23377"/>
                </a:cxn>
                <a:cxn ang="0">
                  <a:pos x="connsiteX23378" y="connsiteY23378"/>
                </a:cxn>
                <a:cxn ang="0">
                  <a:pos x="connsiteX23379" y="connsiteY23379"/>
                </a:cxn>
                <a:cxn ang="0">
                  <a:pos x="connsiteX23380" y="connsiteY23380"/>
                </a:cxn>
                <a:cxn ang="0">
                  <a:pos x="connsiteX23381" y="connsiteY23381"/>
                </a:cxn>
                <a:cxn ang="0">
                  <a:pos x="connsiteX23382" y="connsiteY23382"/>
                </a:cxn>
                <a:cxn ang="0">
                  <a:pos x="connsiteX23383" y="connsiteY23383"/>
                </a:cxn>
                <a:cxn ang="0">
                  <a:pos x="connsiteX23384" y="connsiteY23384"/>
                </a:cxn>
                <a:cxn ang="0">
                  <a:pos x="connsiteX23385" y="connsiteY23385"/>
                </a:cxn>
                <a:cxn ang="0">
                  <a:pos x="connsiteX23386" y="connsiteY23386"/>
                </a:cxn>
                <a:cxn ang="0">
                  <a:pos x="connsiteX23387" y="connsiteY23387"/>
                </a:cxn>
                <a:cxn ang="0">
                  <a:pos x="connsiteX23388" y="connsiteY23388"/>
                </a:cxn>
                <a:cxn ang="0">
                  <a:pos x="connsiteX23389" y="connsiteY23389"/>
                </a:cxn>
                <a:cxn ang="0">
                  <a:pos x="connsiteX23390" y="connsiteY23390"/>
                </a:cxn>
                <a:cxn ang="0">
                  <a:pos x="connsiteX23391" y="connsiteY23391"/>
                </a:cxn>
                <a:cxn ang="0">
                  <a:pos x="connsiteX23392" y="connsiteY23392"/>
                </a:cxn>
                <a:cxn ang="0">
                  <a:pos x="connsiteX23393" y="connsiteY23393"/>
                </a:cxn>
                <a:cxn ang="0">
                  <a:pos x="connsiteX23394" y="connsiteY23394"/>
                </a:cxn>
                <a:cxn ang="0">
                  <a:pos x="connsiteX23395" y="connsiteY23395"/>
                </a:cxn>
                <a:cxn ang="0">
                  <a:pos x="connsiteX23396" y="connsiteY23396"/>
                </a:cxn>
                <a:cxn ang="0">
                  <a:pos x="connsiteX23397" y="connsiteY23397"/>
                </a:cxn>
                <a:cxn ang="0">
                  <a:pos x="connsiteX23398" y="connsiteY23398"/>
                </a:cxn>
                <a:cxn ang="0">
                  <a:pos x="connsiteX23399" y="connsiteY23399"/>
                </a:cxn>
                <a:cxn ang="0">
                  <a:pos x="connsiteX23400" y="connsiteY23400"/>
                </a:cxn>
                <a:cxn ang="0">
                  <a:pos x="connsiteX23401" y="connsiteY23401"/>
                </a:cxn>
                <a:cxn ang="0">
                  <a:pos x="connsiteX23402" y="connsiteY23402"/>
                </a:cxn>
                <a:cxn ang="0">
                  <a:pos x="connsiteX23403" y="connsiteY23403"/>
                </a:cxn>
                <a:cxn ang="0">
                  <a:pos x="connsiteX23404" y="connsiteY23404"/>
                </a:cxn>
                <a:cxn ang="0">
                  <a:pos x="connsiteX23405" y="connsiteY23405"/>
                </a:cxn>
                <a:cxn ang="0">
                  <a:pos x="connsiteX23406" y="connsiteY23406"/>
                </a:cxn>
                <a:cxn ang="0">
                  <a:pos x="connsiteX23407" y="connsiteY23407"/>
                </a:cxn>
                <a:cxn ang="0">
                  <a:pos x="connsiteX23408" y="connsiteY23408"/>
                </a:cxn>
                <a:cxn ang="0">
                  <a:pos x="connsiteX23409" y="connsiteY23409"/>
                </a:cxn>
                <a:cxn ang="0">
                  <a:pos x="connsiteX23410" y="connsiteY23410"/>
                </a:cxn>
                <a:cxn ang="0">
                  <a:pos x="connsiteX23411" y="connsiteY23411"/>
                </a:cxn>
                <a:cxn ang="0">
                  <a:pos x="connsiteX23412" y="connsiteY23412"/>
                </a:cxn>
                <a:cxn ang="0">
                  <a:pos x="connsiteX23413" y="connsiteY23413"/>
                </a:cxn>
                <a:cxn ang="0">
                  <a:pos x="connsiteX23414" y="connsiteY23414"/>
                </a:cxn>
                <a:cxn ang="0">
                  <a:pos x="connsiteX23415" y="connsiteY23415"/>
                </a:cxn>
                <a:cxn ang="0">
                  <a:pos x="connsiteX23416" y="connsiteY23416"/>
                </a:cxn>
                <a:cxn ang="0">
                  <a:pos x="connsiteX23417" y="connsiteY23417"/>
                </a:cxn>
                <a:cxn ang="0">
                  <a:pos x="connsiteX23418" y="connsiteY23418"/>
                </a:cxn>
                <a:cxn ang="0">
                  <a:pos x="connsiteX23419" y="connsiteY23419"/>
                </a:cxn>
                <a:cxn ang="0">
                  <a:pos x="connsiteX23420" y="connsiteY23420"/>
                </a:cxn>
                <a:cxn ang="0">
                  <a:pos x="connsiteX23421" y="connsiteY23421"/>
                </a:cxn>
                <a:cxn ang="0">
                  <a:pos x="connsiteX23422" y="connsiteY23422"/>
                </a:cxn>
                <a:cxn ang="0">
                  <a:pos x="connsiteX23423" y="connsiteY23423"/>
                </a:cxn>
                <a:cxn ang="0">
                  <a:pos x="connsiteX23424" y="connsiteY23424"/>
                </a:cxn>
                <a:cxn ang="0">
                  <a:pos x="connsiteX23425" y="connsiteY23425"/>
                </a:cxn>
                <a:cxn ang="0">
                  <a:pos x="connsiteX23426" y="connsiteY23426"/>
                </a:cxn>
                <a:cxn ang="0">
                  <a:pos x="connsiteX23427" y="connsiteY23427"/>
                </a:cxn>
                <a:cxn ang="0">
                  <a:pos x="connsiteX23428" y="connsiteY23428"/>
                </a:cxn>
                <a:cxn ang="0">
                  <a:pos x="connsiteX23429" y="connsiteY23429"/>
                </a:cxn>
                <a:cxn ang="0">
                  <a:pos x="connsiteX23430" y="connsiteY23430"/>
                </a:cxn>
                <a:cxn ang="0">
                  <a:pos x="connsiteX23431" y="connsiteY23431"/>
                </a:cxn>
                <a:cxn ang="0">
                  <a:pos x="connsiteX23432" y="connsiteY23432"/>
                </a:cxn>
                <a:cxn ang="0">
                  <a:pos x="connsiteX23433" y="connsiteY23433"/>
                </a:cxn>
                <a:cxn ang="0">
                  <a:pos x="connsiteX23434" y="connsiteY23434"/>
                </a:cxn>
                <a:cxn ang="0">
                  <a:pos x="connsiteX23435" y="connsiteY23435"/>
                </a:cxn>
                <a:cxn ang="0">
                  <a:pos x="connsiteX23436" y="connsiteY23436"/>
                </a:cxn>
                <a:cxn ang="0">
                  <a:pos x="connsiteX23437" y="connsiteY23437"/>
                </a:cxn>
                <a:cxn ang="0">
                  <a:pos x="connsiteX23438" y="connsiteY23438"/>
                </a:cxn>
                <a:cxn ang="0">
                  <a:pos x="connsiteX23439" y="connsiteY23439"/>
                </a:cxn>
                <a:cxn ang="0">
                  <a:pos x="connsiteX23440" y="connsiteY23440"/>
                </a:cxn>
                <a:cxn ang="0">
                  <a:pos x="connsiteX23441" y="connsiteY23441"/>
                </a:cxn>
                <a:cxn ang="0">
                  <a:pos x="connsiteX23442" y="connsiteY23442"/>
                </a:cxn>
                <a:cxn ang="0">
                  <a:pos x="connsiteX23443" y="connsiteY23443"/>
                </a:cxn>
                <a:cxn ang="0">
                  <a:pos x="connsiteX23444" y="connsiteY23444"/>
                </a:cxn>
                <a:cxn ang="0">
                  <a:pos x="connsiteX23445" y="connsiteY23445"/>
                </a:cxn>
                <a:cxn ang="0">
                  <a:pos x="connsiteX23446" y="connsiteY23446"/>
                </a:cxn>
                <a:cxn ang="0">
                  <a:pos x="connsiteX23447" y="connsiteY23447"/>
                </a:cxn>
                <a:cxn ang="0">
                  <a:pos x="connsiteX23448" y="connsiteY23448"/>
                </a:cxn>
                <a:cxn ang="0">
                  <a:pos x="connsiteX23449" y="connsiteY23449"/>
                </a:cxn>
                <a:cxn ang="0">
                  <a:pos x="connsiteX23450" y="connsiteY23450"/>
                </a:cxn>
                <a:cxn ang="0">
                  <a:pos x="connsiteX23451" y="connsiteY23451"/>
                </a:cxn>
                <a:cxn ang="0">
                  <a:pos x="connsiteX23452" y="connsiteY23452"/>
                </a:cxn>
                <a:cxn ang="0">
                  <a:pos x="connsiteX23453" y="connsiteY23453"/>
                </a:cxn>
                <a:cxn ang="0">
                  <a:pos x="connsiteX23454" y="connsiteY23454"/>
                </a:cxn>
                <a:cxn ang="0">
                  <a:pos x="connsiteX23455" y="connsiteY23455"/>
                </a:cxn>
                <a:cxn ang="0">
                  <a:pos x="connsiteX23456" y="connsiteY23456"/>
                </a:cxn>
                <a:cxn ang="0">
                  <a:pos x="connsiteX23457" y="connsiteY23457"/>
                </a:cxn>
                <a:cxn ang="0">
                  <a:pos x="connsiteX23458" y="connsiteY23458"/>
                </a:cxn>
                <a:cxn ang="0">
                  <a:pos x="connsiteX23459" y="connsiteY23459"/>
                </a:cxn>
                <a:cxn ang="0">
                  <a:pos x="connsiteX23460" y="connsiteY23460"/>
                </a:cxn>
                <a:cxn ang="0">
                  <a:pos x="connsiteX23461" y="connsiteY23461"/>
                </a:cxn>
                <a:cxn ang="0">
                  <a:pos x="connsiteX23462" y="connsiteY23462"/>
                </a:cxn>
                <a:cxn ang="0">
                  <a:pos x="connsiteX23463" y="connsiteY23463"/>
                </a:cxn>
                <a:cxn ang="0">
                  <a:pos x="connsiteX23464" y="connsiteY23464"/>
                </a:cxn>
                <a:cxn ang="0">
                  <a:pos x="connsiteX23465" y="connsiteY23465"/>
                </a:cxn>
                <a:cxn ang="0">
                  <a:pos x="connsiteX23466" y="connsiteY23466"/>
                </a:cxn>
                <a:cxn ang="0">
                  <a:pos x="connsiteX23467" y="connsiteY23467"/>
                </a:cxn>
                <a:cxn ang="0">
                  <a:pos x="connsiteX23468" y="connsiteY23468"/>
                </a:cxn>
                <a:cxn ang="0">
                  <a:pos x="connsiteX23469" y="connsiteY23469"/>
                </a:cxn>
                <a:cxn ang="0">
                  <a:pos x="connsiteX23470" y="connsiteY23470"/>
                </a:cxn>
                <a:cxn ang="0">
                  <a:pos x="connsiteX23471" y="connsiteY23471"/>
                </a:cxn>
                <a:cxn ang="0">
                  <a:pos x="connsiteX23472" y="connsiteY23472"/>
                </a:cxn>
                <a:cxn ang="0">
                  <a:pos x="connsiteX23473" y="connsiteY23473"/>
                </a:cxn>
                <a:cxn ang="0">
                  <a:pos x="connsiteX23474" y="connsiteY23474"/>
                </a:cxn>
                <a:cxn ang="0">
                  <a:pos x="connsiteX23475" y="connsiteY23475"/>
                </a:cxn>
                <a:cxn ang="0">
                  <a:pos x="connsiteX23476" y="connsiteY23476"/>
                </a:cxn>
                <a:cxn ang="0">
                  <a:pos x="connsiteX23477" y="connsiteY23477"/>
                </a:cxn>
                <a:cxn ang="0">
                  <a:pos x="connsiteX23478" y="connsiteY23478"/>
                </a:cxn>
                <a:cxn ang="0">
                  <a:pos x="connsiteX23479" y="connsiteY23479"/>
                </a:cxn>
                <a:cxn ang="0">
                  <a:pos x="connsiteX23480" y="connsiteY23480"/>
                </a:cxn>
                <a:cxn ang="0">
                  <a:pos x="connsiteX23481" y="connsiteY23481"/>
                </a:cxn>
                <a:cxn ang="0">
                  <a:pos x="connsiteX23482" y="connsiteY23482"/>
                </a:cxn>
                <a:cxn ang="0">
                  <a:pos x="connsiteX23483" y="connsiteY23483"/>
                </a:cxn>
                <a:cxn ang="0">
                  <a:pos x="connsiteX23484" y="connsiteY23484"/>
                </a:cxn>
                <a:cxn ang="0">
                  <a:pos x="connsiteX23485" y="connsiteY23485"/>
                </a:cxn>
                <a:cxn ang="0">
                  <a:pos x="connsiteX23486" y="connsiteY23486"/>
                </a:cxn>
                <a:cxn ang="0">
                  <a:pos x="connsiteX23487" y="connsiteY23487"/>
                </a:cxn>
                <a:cxn ang="0">
                  <a:pos x="connsiteX23488" y="connsiteY23488"/>
                </a:cxn>
                <a:cxn ang="0">
                  <a:pos x="connsiteX23489" y="connsiteY23489"/>
                </a:cxn>
                <a:cxn ang="0">
                  <a:pos x="connsiteX23490" y="connsiteY23490"/>
                </a:cxn>
                <a:cxn ang="0">
                  <a:pos x="connsiteX23491" y="connsiteY23491"/>
                </a:cxn>
                <a:cxn ang="0">
                  <a:pos x="connsiteX23492" y="connsiteY23492"/>
                </a:cxn>
                <a:cxn ang="0">
                  <a:pos x="connsiteX23493" y="connsiteY23493"/>
                </a:cxn>
                <a:cxn ang="0">
                  <a:pos x="connsiteX23494" y="connsiteY23494"/>
                </a:cxn>
                <a:cxn ang="0">
                  <a:pos x="connsiteX23495" y="connsiteY23495"/>
                </a:cxn>
                <a:cxn ang="0">
                  <a:pos x="connsiteX23496" y="connsiteY23496"/>
                </a:cxn>
                <a:cxn ang="0">
                  <a:pos x="connsiteX23497" y="connsiteY23497"/>
                </a:cxn>
                <a:cxn ang="0">
                  <a:pos x="connsiteX23498" y="connsiteY23498"/>
                </a:cxn>
                <a:cxn ang="0">
                  <a:pos x="connsiteX23499" y="connsiteY23499"/>
                </a:cxn>
                <a:cxn ang="0">
                  <a:pos x="connsiteX23500" y="connsiteY23500"/>
                </a:cxn>
                <a:cxn ang="0">
                  <a:pos x="connsiteX23501" y="connsiteY23501"/>
                </a:cxn>
                <a:cxn ang="0">
                  <a:pos x="connsiteX23502" y="connsiteY23502"/>
                </a:cxn>
                <a:cxn ang="0">
                  <a:pos x="connsiteX23503" y="connsiteY23503"/>
                </a:cxn>
                <a:cxn ang="0">
                  <a:pos x="connsiteX23504" y="connsiteY23504"/>
                </a:cxn>
                <a:cxn ang="0">
                  <a:pos x="connsiteX23505" y="connsiteY23505"/>
                </a:cxn>
                <a:cxn ang="0">
                  <a:pos x="connsiteX23506" y="connsiteY23506"/>
                </a:cxn>
                <a:cxn ang="0">
                  <a:pos x="connsiteX23507" y="connsiteY23507"/>
                </a:cxn>
                <a:cxn ang="0">
                  <a:pos x="connsiteX23508" y="connsiteY23508"/>
                </a:cxn>
                <a:cxn ang="0">
                  <a:pos x="connsiteX23509" y="connsiteY23509"/>
                </a:cxn>
                <a:cxn ang="0">
                  <a:pos x="connsiteX23510" y="connsiteY23510"/>
                </a:cxn>
                <a:cxn ang="0">
                  <a:pos x="connsiteX23511" y="connsiteY23511"/>
                </a:cxn>
                <a:cxn ang="0">
                  <a:pos x="connsiteX23512" y="connsiteY23512"/>
                </a:cxn>
                <a:cxn ang="0">
                  <a:pos x="connsiteX23513" y="connsiteY23513"/>
                </a:cxn>
                <a:cxn ang="0">
                  <a:pos x="connsiteX23514" y="connsiteY23514"/>
                </a:cxn>
                <a:cxn ang="0">
                  <a:pos x="connsiteX23515" y="connsiteY23515"/>
                </a:cxn>
                <a:cxn ang="0">
                  <a:pos x="connsiteX23516" y="connsiteY23516"/>
                </a:cxn>
                <a:cxn ang="0">
                  <a:pos x="connsiteX23517" y="connsiteY23517"/>
                </a:cxn>
                <a:cxn ang="0">
                  <a:pos x="connsiteX23518" y="connsiteY23518"/>
                </a:cxn>
                <a:cxn ang="0">
                  <a:pos x="connsiteX23519" y="connsiteY23519"/>
                </a:cxn>
                <a:cxn ang="0">
                  <a:pos x="connsiteX23520" y="connsiteY23520"/>
                </a:cxn>
                <a:cxn ang="0">
                  <a:pos x="connsiteX23521" y="connsiteY23521"/>
                </a:cxn>
                <a:cxn ang="0">
                  <a:pos x="connsiteX23522" y="connsiteY23522"/>
                </a:cxn>
                <a:cxn ang="0">
                  <a:pos x="connsiteX23523" y="connsiteY23523"/>
                </a:cxn>
                <a:cxn ang="0">
                  <a:pos x="connsiteX23524" y="connsiteY23524"/>
                </a:cxn>
                <a:cxn ang="0">
                  <a:pos x="connsiteX23525" y="connsiteY23525"/>
                </a:cxn>
                <a:cxn ang="0">
                  <a:pos x="connsiteX23526" y="connsiteY23526"/>
                </a:cxn>
                <a:cxn ang="0">
                  <a:pos x="connsiteX23527" y="connsiteY23527"/>
                </a:cxn>
                <a:cxn ang="0">
                  <a:pos x="connsiteX23528" y="connsiteY23528"/>
                </a:cxn>
                <a:cxn ang="0">
                  <a:pos x="connsiteX23529" y="connsiteY23529"/>
                </a:cxn>
                <a:cxn ang="0">
                  <a:pos x="connsiteX23530" y="connsiteY23530"/>
                </a:cxn>
                <a:cxn ang="0">
                  <a:pos x="connsiteX23531" y="connsiteY23531"/>
                </a:cxn>
                <a:cxn ang="0">
                  <a:pos x="connsiteX23532" y="connsiteY23532"/>
                </a:cxn>
                <a:cxn ang="0">
                  <a:pos x="connsiteX23533" y="connsiteY23533"/>
                </a:cxn>
                <a:cxn ang="0">
                  <a:pos x="connsiteX23534" y="connsiteY23534"/>
                </a:cxn>
                <a:cxn ang="0">
                  <a:pos x="connsiteX23535" y="connsiteY23535"/>
                </a:cxn>
                <a:cxn ang="0">
                  <a:pos x="connsiteX23536" y="connsiteY23536"/>
                </a:cxn>
                <a:cxn ang="0">
                  <a:pos x="connsiteX23537" y="connsiteY23537"/>
                </a:cxn>
                <a:cxn ang="0">
                  <a:pos x="connsiteX23538" y="connsiteY23538"/>
                </a:cxn>
                <a:cxn ang="0">
                  <a:pos x="connsiteX23539" y="connsiteY23539"/>
                </a:cxn>
                <a:cxn ang="0">
                  <a:pos x="connsiteX23540" y="connsiteY23540"/>
                </a:cxn>
                <a:cxn ang="0">
                  <a:pos x="connsiteX23541" y="connsiteY23541"/>
                </a:cxn>
                <a:cxn ang="0">
                  <a:pos x="connsiteX23542" y="connsiteY23542"/>
                </a:cxn>
                <a:cxn ang="0">
                  <a:pos x="connsiteX23543" y="connsiteY23543"/>
                </a:cxn>
                <a:cxn ang="0">
                  <a:pos x="connsiteX23544" y="connsiteY23544"/>
                </a:cxn>
                <a:cxn ang="0">
                  <a:pos x="connsiteX23545" y="connsiteY23545"/>
                </a:cxn>
                <a:cxn ang="0">
                  <a:pos x="connsiteX23546" y="connsiteY23546"/>
                </a:cxn>
                <a:cxn ang="0">
                  <a:pos x="connsiteX23547" y="connsiteY23547"/>
                </a:cxn>
                <a:cxn ang="0">
                  <a:pos x="connsiteX23548" y="connsiteY23548"/>
                </a:cxn>
                <a:cxn ang="0">
                  <a:pos x="connsiteX23549" y="connsiteY23549"/>
                </a:cxn>
                <a:cxn ang="0">
                  <a:pos x="connsiteX23550" y="connsiteY23550"/>
                </a:cxn>
                <a:cxn ang="0">
                  <a:pos x="connsiteX23551" y="connsiteY23551"/>
                </a:cxn>
                <a:cxn ang="0">
                  <a:pos x="connsiteX23552" y="connsiteY23552"/>
                </a:cxn>
                <a:cxn ang="0">
                  <a:pos x="connsiteX23553" y="connsiteY23553"/>
                </a:cxn>
                <a:cxn ang="0">
                  <a:pos x="connsiteX23554" y="connsiteY23554"/>
                </a:cxn>
                <a:cxn ang="0">
                  <a:pos x="connsiteX23555" y="connsiteY23555"/>
                </a:cxn>
                <a:cxn ang="0">
                  <a:pos x="connsiteX23556" y="connsiteY23556"/>
                </a:cxn>
                <a:cxn ang="0">
                  <a:pos x="connsiteX23557" y="connsiteY23557"/>
                </a:cxn>
                <a:cxn ang="0">
                  <a:pos x="connsiteX23558" y="connsiteY23558"/>
                </a:cxn>
                <a:cxn ang="0">
                  <a:pos x="connsiteX23559" y="connsiteY23559"/>
                </a:cxn>
                <a:cxn ang="0">
                  <a:pos x="connsiteX23560" y="connsiteY23560"/>
                </a:cxn>
                <a:cxn ang="0">
                  <a:pos x="connsiteX23561" y="connsiteY23561"/>
                </a:cxn>
                <a:cxn ang="0">
                  <a:pos x="connsiteX23562" y="connsiteY23562"/>
                </a:cxn>
                <a:cxn ang="0">
                  <a:pos x="connsiteX23563" y="connsiteY23563"/>
                </a:cxn>
                <a:cxn ang="0">
                  <a:pos x="connsiteX23564" y="connsiteY23564"/>
                </a:cxn>
                <a:cxn ang="0">
                  <a:pos x="connsiteX23565" y="connsiteY23565"/>
                </a:cxn>
                <a:cxn ang="0">
                  <a:pos x="connsiteX23566" y="connsiteY23566"/>
                </a:cxn>
                <a:cxn ang="0">
                  <a:pos x="connsiteX23567" y="connsiteY23567"/>
                </a:cxn>
                <a:cxn ang="0">
                  <a:pos x="connsiteX23568" y="connsiteY23568"/>
                </a:cxn>
                <a:cxn ang="0">
                  <a:pos x="connsiteX23569" y="connsiteY23569"/>
                </a:cxn>
                <a:cxn ang="0">
                  <a:pos x="connsiteX23570" y="connsiteY23570"/>
                </a:cxn>
                <a:cxn ang="0">
                  <a:pos x="connsiteX23571" y="connsiteY23571"/>
                </a:cxn>
                <a:cxn ang="0">
                  <a:pos x="connsiteX23572" y="connsiteY23572"/>
                </a:cxn>
                <a:cxn ang="0">
                  <a:pos x="connsiteX23573" y="connsiteY23573"/>
                </a:cxn>
                <a:cxn ang="0">
                  <a:pos x="connsiteX23574" y="connsiteY23574"/>
                </a:cxn>
                <a:cxn ang="0">
                  <a:pos x="connsiteX23575" y="connsiteY23575"/>
                </a:cxn>
                <a:cxn ang="0">
                  <a:pos x="connsiteX23576" y="connsiteY23576"/>
                </a:cxn>
                <a:cxn ang="0">
                  <a:pos x="connsiteX23577" y="connsiteY23577"/>
                </a:cxn>
                <a:cxn ang="0">
                  <a:pos x="connsiteX23578" y="connsiteY23578"/>
                </a:cxn>
                <a:cxn ang="0">
                  <a:pos x="connsiteX23579" y="connsiteY23579"/>
                </a:cxn>
                <a:cxn ang="0">
                  <a:pos x="connsiteX23580" y="connsiteY23580"/>
                </a:cxn>
                <a:cxn ang="0">
                  <a:pos x="connsiteX23581" y="connsiteY23581"/>
                </a:cxn>
                <a:cxn ang="0">
                  <a:pos x="connsiteX23582" y="connsiteY23582"/>
                </a:cxn>
                <a:cxn ang="0">
                  <a:pos x="connsiteX23583" y="connsiteY23583"/>
                </a:cxn>
                <a:cxn ang="0">
                  <a:pos x="connsiteX23584" y="connsiteY23584"/>
                </a:cxn>
                <a:cxn ang="0">
                  <a:pos x="connsiteX23585" y="connsiteY23585"/>
                </a:cxn>
                <a:cxn ang="0">
                  <a:pos x="connsiteX23586" y="connsiteY23586"/>
                </a:cxn>
                <a:cxn ang="0">
                  <a:pos x="connsiteX23587" y="connsiteY23587"/>
                </a:cxn>
                <a:cxn ang="0">
                  <a:pos x="connsiteX23588" y="connsiteY23588"/>
                </a:cxn>
                <a:cxn ang="0">
                  <a:pos x="connsiteX23589" y="connsiteY23589"/>
                </a:cxn>
                <a:cxn ang="0">
                  <a:pos x="connsiteX23590" y="connsiteY23590"/>
                </a:cxn>
                <a:cxn ang="0">
                  <a:pos x="connsiteX23591" y="connsiteY23591"/>
                </a:cxn>
                <a:cxn ang="0">
                  <a:pos x="connsiteX23592" y="connsiteY23592"/>
                </a:cxn>
                <a:cxn ang="0">
                  <a:pos x="connsiteX23593" y="connsiteY23593"/>
                </a:cxn>
                <a:cxn ang="0">
                  <a:pos x="connsiteX23594" y="connsiteY23594"/>
                </a:cxn>
                <a:cxn ang="0">
                  <a:pos x="connsiteX23595" y="connsiteY23595"/>
                </a:cxn>
                <a:cxn ang="0">
                  <a:pos x="connsiteX23596" y="connsiteY23596"/>
                </a:cxn>
                <a:cxn ang="0">
                  <a:pos x="connsiteX23597" y="connsiteY23597"/>
                </a:cxn>
                <a:cxn ang="0">
                  <a:pos x="connsiteX23598" y="connsiteY23598"/>
                </a:cxn>
                <a:cxn ang="0">
                  <a:pos x="connsiteX23599" y="connsiteY23599"/>
                </a:cxn>
                <a:cxn ang="0">
                  <a:pos x="connsiteX23600" y="connsiteY23600"/>
                </a:cxn>
                <a:cxn ang="0">
                  <a:pos x="connsiteX23601" y="connsiteY23601"/>
                </a:cxn>
                <a:cxn ang="0">
                  <a:pos x="connsiteX23602" y="connsiteY23602"/>
                </a:cxn>
                <a:cxn ang="0">
                  <a:pos x="connsiteX23603" y="connsiteY23603"/>
                </a:cxn>
                <a:cxn ang="0">
                  <a:pos x="connsiteX23604" y="connsiteY23604"/>
                </a:cxn>
                <a:cxn ang="0">
                  <a:pos x="connsiteX23605" y="connsiteY23605"/>
                </a:cxn>
                <a:cxn ang="0">
                  <a:pos x="connsiteX23606" y="connsiteY23606"/>
                </a:cxn>
                <a:cxn ang="0">
                  <a:pos x="connsiteX23607" y="connsiteY23607"/>
                </a:cxn>
                <a:cxn ang="0">
                  <a:pos x="connsiteX23608" y="connsiteY23608"/>
                </a:cxn>
                <a:cxn ang="0">
                  <a:pos x="connsiteX23609" y="connsiteY23609"/>
                </a:cxn>
                <a:cxn ang="0">
                  <a:pos x="connsiteX23610" y="connsiteY23610"/>
                </a:cxn>
                <a:cxn ang="0">
                  <a:pos x="connsiteX23611" y="connsiteY23611"/>
                </a:cxn>
                <a:cxn ang="0">
                  <a:pos x="connsiteX23612" y="connsiteY23612"/>
                </a:cxn>
                <a:cxn ang="0">
                  <a:pos x="connsiteX23613" y="connsiteY23613"/>
                </a:cxn>
                <a:cxn ang="0">
                  <a:pos x="connsiteX23614" y="connsiteY23614"/>
                </a:cxn>
                <a:cxn ang="0">
                  <a:pos x="connsiteX23615" y="connsiteY23615"/>
                </a:cxn>
                <a:cxn ang="0">
                  <a:pos x="connsiteX23616" y="connsiteY23616"/>
                </a:cxn>
                <a:cxn ang="0">
                  <a:pos x="connsiteX23617" y="connsiteY23617"/>
                </a:cxn>
                <a:cxn ang="0">
                  <a:pos x="connsiteX23618" y="connsiteY23618"/>
                </a:cxn>
                <a:cxn ang="0">
                  <a:pos x="connsiteX23619" y="connsiteY23619"/>
                </a:cxn>
                <a:cxn ang="0">
                  <a:pos x="connsiteX23620" y="connsiteY23620"/>
                </a:cxn>
                <a:cxn ang="0">
                  <a:pos x="connsiteX23621" y="connsiteY23621"/>
                </a:cxn>
                <a:cxn ang="0">
                  <a:pos x="connsiteX23622" y="connsiteY23622"/>
                </a:cxn>
                <a:cxn ang="0">
                  <a:pos x="connsiteX23623" y="connsiteY23623"/>
                </a:cxn>
                <a:cxn ang="0">
                  <a:pos x="connsiteX23624" y="connsiteY23624"/>
                </a:cxn>
                <a:cxn ang="0">
                  <a:pos x="connsiteX23625" y="connsiteY23625"/>
                </a:cxn>
                <a:cxn ang="0">
                  <a:pos x="connsiteX23626" y="connsiteY23626"/>
                </a:cxn>
                <a:cxn ang="0">
                  <a:pos x="connsiteX23627" y="connsiteY23627"/>
                </a:cxn>
                <a:cxn ang="0">
                  <a:pos x="connsiteX23628" y="connsiteY23628"/>
                </a:cxn>
                <a:cxn ang="0">
                  <a:pos x="connsiteX23629" y="connsiteY23629"/>
                </a:cxn>
                <a:cxn ang="0">
                  <a:pos x="connsiteX23630" y="connsiteY23630"/>
                </a:cxn>
                <a:cxn ang="0">
                  <a:pos x="connsiteX23631" y="connsiteY23631"/>
                </a:cxn>
                <a:cxn ang="0">
                  <a:pos x="connsiteX23632" y="connsiteY23632"/>
                </a:cxn>
                <a:cxn ang="0">
                  <a:pos x="connsiteX23633" y="connsiteY23633"/>
                </a:cxn>
                <a:cxn ang="0">
                  <a:pos x="connsiteX23634" y="connsiteY23634"/>
                </a:cxn>
                <a:cxn ang="0">
                  <a:pos x="connsiteX23635" y="connsiteY23635"/>
                </a:cxn>
                <a:cxn ang="0">
                  <a:pos x="connsiteX23636" y="connsiteY23636"/>
                </a:cxn>
                <a:cxn ang="0">
                  <a:pos x="connsiteX23637" y="connsiteY23637"/>
                </a:cxn>
                <a:cxn ang="0">
                  <a:pos x="connsiteX23638" y="connsiteY23638"/>
                </a:cxn>
                <a:cxn ang="0">
                  <a:pos x="connsiteX23639" y="connsiteY23639"/>
                </a:cxn>
                <a:cxn ang="0">
                  <a:pos x="connsiteX23640" y="connsiteY23640"/>
                </a:cxn>
                <a:cxn ang="0">
                  <a:pos x="connsiteX23641" y="connsiteY23641"/>
                </a:cxn>
                <a:cxn ang="0">
                  <a:pos x="connsiteX23642" y="connsiteY23642"/>
                </a:cxn>
                <a:cxn ang="0">
                  <a:pos x="connsiteX23643" y="connsiteY23643"/>
                </a:cxn>
                <a:cxn ang="0">
                  <a:pos x="connsiteX23644" y="connsiteY23644"/>
                </a:cxn>
                <a:cxn ang="0">
                  <a:pos x="connsiteX23645" y="connsiteY23645"/>
                </a:cxn>
                <a:cxn ang="0">
                  <a:pos x="connsiteX23646" y="connsiteY23646"/>
                </a:cxn>
                <a:cxn ang="0">
                  <a:pos x="connsiteX23647" y="connsiteY23647"/>
                </a:cxn>
                <a:cxn ang="0">
                  <a:pos x="connsiteX23648" y="connsiteY23648"/>
                </a:cxn>
                <a:cxn ang="0">
                  <a:pos x="connsiteX23649" y="connsiteY23649"/>
                </a:cxn>
                <a:cxn ang="0">
                  <a:pos x="connsiteX23650" y="connsiteY23650"/>
                </a:cxn>
                <a:cxn ang="0">
                  <a:pos x="connsiteX23651" y="connsiteY23651"/>
                </a:cxn>
                <a:cxn ang="0">
                  <a:pos x="connsiteX23652" y="connsiteY23652"/>
                </a:cxn>
                <a:cxn ang="0">
                  <a:pos x="connsiteX23653" y="connsiteY23653"/>
                </a:cxn>
                <a:cxn ang="0">
                  <a:pos x="connsiteX23654" y="connsiteY23654"/>
                </a:cxn>
                <a:cxn ang="0">
                  <a:pos x="connsiteX23655" y="connsiteY23655"/>
                </a:cxn>
                <a:cxn ang="0">
                  <a:pos x="connsiteX23656" y="connsiteY23656"/>
                </a:cxn>
                <a:cxn ang="0">
                  <a:pos x="connsiteX23657" y="connsiteY23657"/>
                </a:cxn>
                <a:cxn ang="0">
                  <a:pos x="connsiteX23658" y="connsiteY23658"/>
                </a:cxn>
                <a:cxn ang="0">
                  <a:pos x="connsiteX23659" y="connsiteY23659"/>
                </a:cxn>
                <a:cxn ang="0">
                  <a:pos x="connsiteX23660" y="connsiteY23660"/>
                </a:cxn>
                <a:cxn ang="0">
                  <a:pos x="connsiteX23661" y="connsiteY23661"/>
                </a:cxn>
                <a:cxn ang="0">
                  <a:pos x="connsiteX23662" y="connsiteY23662"/>
                </a:cxn>
                <a:cxn ang="0">
                  <a:pos x="connsiteX23663" y="connsiteY23663"/>
                </a:cxn>
                <a:cxn ang="0">
                  <a:pos x="connsiteX23664" y="connsiteY23664"/>
                </a:cxn>
                <a:cxn ang="0">
                  <a:pos x="connsiteX23665" y="connsiteY23665"/>
                </a:cxn>
                <a:cxn ang="0">
                  <a:pos x="connsiteX23666" y="connsiteY23666"/>
                </a:cxn>
                <a:cxn ang="0">
                  <a:pos x="connsiteX23667" y="connsiteY23667"/>
                </a:cxn>
                <a:cxn ang="0">
                  <a:pos x="connsiteX23668" y="connsiteY23668"/>
                </a:cxn>
                <a:cxn ang="0">
                  <a:pos x="connsiteX23669" y="connsiteY23669"/>
                </a:cxn>
                <a:cxn ang="0">
                  <a:pos x="connsiteX23670" y="connsiteY23670"/>
                </a:cxn>
                <a:cxn ang="0">
                  <a:pos x="connsiteX23671" y="connsiteY23671"/>
                </a:cxn>
                <a:cxn ang="0">
                  <a:pos x="connsiteX23672" y="connsiteY23672"/>
                </a:cxn>
                <a:cxn ang="0">
                  <a:pos x="connsiteX23673" y="connsiteY23673"/>
                </a:cxn>
                <a:cxn ang="0">
                  <a:pos x="connsiteX23674" y="connsiteY23674"/>
                </a:cxn>
                <a:cxn ang="0">
                  <a:pos x="connsiteX23675" y="connsiteY23675"/>
                </a:cxn>
                <a:cxn ang="0">
                  <a:pos x="connsiteX23676" y="connsiteY23676"/>
                </a:cxn>
                <a:cxn ang="0">
                  <a:pos x="connsiteX23677" y="connsiteY23677"/>
                </a:cxn>
                <a:cxn ang="0">
                  <a:pos x="connsiteX23678" y="connsiteY23678"/>
                </a:cxn>
                <a:cxn ang="0">
                  <a:pos x="connsiteX23679" y="connsiteY23679"/>
                </a:cxn>
                <a:cxn ang="0">
                  <a:pos x="connsiteX23680" y="connsiteY23680"/>
                </a:cxn>
                <a:cxn ang="0">
                  <a:pos x="connsiteX23681" y="connsiteY23681"/>
                </a:cxn>
                <a:cxn ang="0">
                  <a:pos x="connsiteX23682" y="connsiteY23682"/>
                </a:cxn>
                <a:cxn ang="0">
                  <a:pos x="connsiteX23683" y="connsiteY23683"/>
                </a:cxn>
                <a:cxn ang="0">
                  <a:pos x="connsiteX23684" y="connsiteY23684"/>
                </a:cxn>
                <a:cxn ang="0">
                  <a:pos x="connsiteX23685" y="connsiteY23685"/>
                </a:cxn>
                <a:cxn ang="0">
                  <a:pos x="connsiteX23686" y="connsiteY23686"/>
                </a:cxn>
                <a:cxn ang="0">
                  <a:pos x="connsiteX23687" y="connsiteY23687"/>
                </a:cxn>
                <a:cxn ang="0">
                  <a:pos x="connsiteX23688" y="connsiteY23688"/>
                </a:cxn>
                <a:cxn ang="0">
                  <a:pos x="connsiteX23689" y="connsiteY23689"/>
                </a:cxn>
                <a:cxn ang="0">
                  <a:pos x="connsiteX23690" y="connsiteY23690"/>
                </a:cxn>
                <a:cxn ang="0">
                  <a:pos x="connsiteX23691" y="connsiteY23691"/>
                </a:cxn>
                <a:cxn ang="0">
                  <a:pos x="connsiteX23692" y="connsiteY23692"/>
                </a:cxn>
                <a:cxn ang="0">
                  <a:pos x="connsiteX23693" y="connsiteY23693"/>
                </a:cxn>
                <a:cxn ang="0">
                  <a:pos x="connsiteX23694" y="connsiteY23694"/>
                </a:cxn>
                <a:cxn ang="0">
                  <a:pos x="connsiteX23695" y="connsiteY23695"/>
                </a:cxn>
                <a:cxn ang="0">
                  <a:pos x="connsiteX23696" y="connsiteY23696"/>
                </a:cxn>
                <a:cxn ang="0">
                  <a:pos x="connsiteX23697" y="connsiteY23697"/>
                </a:cxn>
                <a:cxn ang="0">
                  <a:pos x="connsiteX23698" y="connsiteY23698"/>
                </a:cxn>
                <a:cxn ang="0">
                  <a:pos x="connsiteX23699" y="connsiteY23699"/>
                </a:cxn>
                <a:cxn ang="0">
                  <a:pos x="connsiteX23700" y="connsiteY23700"/>
                </a:cxn>
                <a:cxn ang="0">
                  <a:pos x="connsiteX23701" y="connsiteY23701"/>
                </a:cxn>
                <a:cxn ang="0">
                  <a:pos x="connsiteX23702" y="connsiteY23702"/>
                </a:cxn>
                <a:cxn ang="0">
                  <a:pos x="connsiteX23703" y="connsiteY23703"/>
                </a:cxn>
                <a:cxn ang="0">
                  <a:pos x="connsiteX23704" y="connsiteY23704"/>
                </a:cxn>
                <a:cxn ang="0">
                  <a:pos x="connsiteX23705" y="connsiteY23705"/>
                </a:cxn>
                <a:cxn ang="0">
                  <a:pos x="connsiteX23706" y="connsiteY23706"/>
                </a:cxn>
                <a:cxn ang="0">
                  <a:pos x="connsiteX23707" y="connsiteY23707"/>
                </a:cxn>
                <a:cxn ang="0">
                  <a:pos x="connsiteX23708" y="connsiteY23708"/>
                </a:cxn>
                <a:cxn ang="0">
                  <a:pos x="connsiteX23709" y="connsiteY23709"/>
                </a:cxn>
                <a:cxn ang="0">
                  <a:pos x="connsiteX23710" y="connsiteY23710"/>
                </a:cxn>
                <a:cxn ang="0">
                  <a:pos x="connsiteX23711" y="connsiteY23711"/>
                </a:cxn>
                <a:cxn ang="0">
                  <a:pos x="connsiteX23712" y="connsiteY23712"/>
                </a:cxn>
                <a:cxn ang="0">
                  <a:pos x="connsiteX23713" y="connsiteY23713"/>
                </a:cxn>
                <a:cxn ang="0">
                  <a:pos x="connsiteX23714" y="connsiteY23714"/>
                </a:cxn>
                <a:cxn ang="0">
                  <a:pos x="connsiteX23715" y="connsiteY23715"/>
                </a:cxn>
                <a:cxn ang="0">
                  <a:pos x="connsiteX23716" y="connsiteY23716"/>
                </a:cxn>
                <a:cxn ang="0">
                  <a:pos x="connsiteX23717" y="connsiteY23717"/>
                </a:cxn>
                <a:cxn ang="0">
                  <a:pos x="connsiteX23718" y="connsiteY23718"/>
                </a:cxn>
                <a:cxn ang="0">
                  <a:pos x="connsiteX23719" y="connsiteY23719"/>
                </a:cxn>
                <a:cxn ang="0">
                  <a:pos x="connsiteX23720" y="connsiteY23720"/>
                </a:cxn>
                <a:cxn ang="0">
                  <a:pos x="connsiteX23721" y="connsiteY23721"/>
                </a:cxn>
                <a:cxn ang="0">
                  <a:pos x="connsiteX23722" y="connsiteY23722"/>
                </a:cxn>
                <a:cxn ang="0">
                  <a:pos x="connsiteX23723" y="connsiteY23723"/>
                </a:cxn>
                <a:cxn ang="0">
                  <a:pos x="connsiteX23724" y="connsiteY23724"/>
                </a:cxn>
                <a:cxn ang="0">
                  <a:pos x="connsiteX23725" y="connsiteY23725"/>
                </a:cxn>
                <a:cxn ang="0">
                  <a:pos x="connsiteX23726" y="connsiteY23726"/>
                </a:cxn>
                <a:cxn ang="0">
                  <a:pos x="connsiteX23727" y="connsiteY23727"/>
                </a:cxn>
                <a:cxn ang="0">
                  <a:pos x="connsiteX23728" y="connsiteY23728"/>
                </a:cxn>
                <a:cxn ang="0">
                  <a:pos x="connsiteX23729" y="connsiteY23729"/>
                </a:cxn>
                <a:cxn ang="0">
                  <a:pos x="connsiteX23730" y="connsiteY23730"/>
                </a:cxn>
                <a:cxn ang="0">
                  <a:pos x="connsiteX23731" y="connsiteY23731"/>
                </a:cxn>
                <a:cxn ang="0">
                  <a:pos x="connsiteX23732" y="connsiteY23732"/>
                </a:cxn>
                <a:cxn ang="0">
                  <a:pos x="connsiteX23733" y="connsiteY23733"/>
                </a:cxn>
                <a:cxn ang="0">
                  <a:pos x="connsiteX23734" y="connsiteY23734"/>
                </a:cxn>
                <a:cxn ang="0">
                  <a:pos x="connsiteX23735" y="connsiteY23735"/>
                </a:cxn>
                <a:cxn ang="0">
                  <a:pos x="connsiteX23736" y="connsiteY23736"/>
                </a:cxn>
                <a:cxn ang="0">
                  <a:pos x="connsiteX23737" y="connsiteY23737"/>
                </a:cxn>
                <a:cxn ang="0">
                  <a:pos x="connsiteX23738" y="connsiteY23738"/>
                </a:cxn>
                <a:cxn ang="0">
                  <a:pos x="connsiteX23739" y="connsiteY23739"/>
                </a:cxn>
                <a:cxn ang="0">
                  <a:pos x="connsiteX23740" y="connsiteY23740"/>
                </a:cxn>
                <a:cxn ang="0">
                  <a:pos x="connsiteX23741" y="connsiteY23741"/>
                </a:cxn>
                <a:cxn ang="0">
                  <a:pos x="connsiteX23742" y="connsiteY23742"/>
                </a:cxn>
                <a:cxn ang="0">
                  <a:pos x="connsiteX23743" y="connsiteY23743"/>
                </a:cxn>
                <a:cxn ang="0">
                  <a:pos x="connsiteX23744" y="connsiteY23744"/>
                </a:cxn>
                <a:cxn ang="0">
                  <a:pos x="connsiteX23745" y="connsiteY23745"/>
                </a:cxn>
                <a:cxn ang="0">
                  <a:pos x="connsiteX23746" y="connsiteY23746"/>
                </a:cxn>
                <a:cxn ang="0">
                  <a:pos x="connsiteX23747" y="connsiteY23747"/>
                </a:cxn>
                <a:cxn ang="0">
                  <a:pos x="connsiteX23748" y="connsiteY23748"/>
                </a:cxn>
                <a:cxn ang="0">
                  <a:pos x="connsiteX23749" y="connsiteY23749"/>
                </a:cxn>
                <a:cxn ang="0">
                  <a:pos x="connsiteX23750" y="connsiteY23750"/>
                </a:cxn>
                <a:cxn ang="0">
                  <a:pos x="connsiteX23751" y="connsiteY23751"/>
                </a:cxn>
                <a:cxn ang="0">
                  <a:pos x="connsiteX23752" y="connsiteY23752"/>
                </a:cxn>
                <a:cxn ang="0">
                  <a:pos x="connsiteX23753" y="connsiteY23753"/>
                </a:cxn>
                <a:cxn ang="0">
                  <a:pos x="connsiteX23754" y="connsiteY23754"/>
                </a:cxn>
                <a:cxn ang="0">
                  <a:pos x="connsiteX23755" y="connsiteY23755"/>
                </a:cxn>
                <a:cxn ang="0">
                  <a:pos x="connsiteX23756" y="connsiteY23756"/>
                </a:cxn>
                <a:cxn ang="0">
                  <a:pos x="connsiteX23757" y="connsiteY23757"/>
                </a:cxn>
                <a:cxn ang="0">
                  <a:pos x="connsiteX23758" y="connsiteY23758"/>
                </a:cxn>
                <a:cxn ang="0">
                  <a:pos x="connsiteX23759" y="connsiteY23759"/>
                </a:cxn>
                <a:cxn ang="0">
                  <a:pos x="connsiteX23760" y="connsiteY23760"/>
                </a:cxn>
                <a:cxn ang="0">
                  <a:pos x="connsiteX23761" y="connsiteY23761"/>
                </a:cxn>
                <a:cxn ang="0">
                  <a:pos x="connsiteX23762" y="connsiteY23762"/>
                </a:cxn>
                <a:cxn ang="0">
                  <a:pos x="connsiteX23763" y="connsiteY23763"/>
                </a:cxn>
                <a:cxn ang="0">
                  <a:pos x="connsiteX23764" y="connsiteY23764"/>
                </a:cxn>
                <a:cxn ang="0">
                  <a:pos x="connsiteX23765" y="connsiteY23765"/>
                </a:cxn>
                <a:cxn ang="0">
                  <a:pos x="connsiteX23766" y="connsiteY23766"/>
                </a:cxn>
                <a:cxn ang="0">
                  <a:pos x="connsiteX23767" y="connsiteY23767"/>
                </a:cxn>
                <a:cxn ang="0">
                  <a:pos x="connsiteX23768" y="connsiteY23768"/>
                </a:cxn>
                <a:cxn ang="0">
                  <a:pos x="connsiteX23769" y="connsiteY23769"/>
                </a:cxn>
                <a:cxn ang="0">
                  <a:pos x="connsiteX23770" y="connsiteY23770"/>
                </a:cxn>
                <a:cxn ang="0">
                  <a:pos x="connsiteX23771" y="connsiteY23771"/>
                </a:cxn>
                <a:cxn ang="0">
                  <a:pos x="connsiteX23772" y="connsiteY23772"/>
                </a:cxn>
                <a:cxn ang="0">
                  <a:pos x="connsiteX23773" y="connsiteY23773"/>
                </a:cxn>
                <a:cxn ang="0">
                  <a:pos x="connsiteX23774" y="connsiteY23774"/>
                </a:cxn>
                <a:cxn ang="0">
                  <a:pos x="connsiteX23775" y="connsiteY23775"/>
                </a:cxn>
                <a:cxn ang="0">
                  <a:pos x="connsiteX23776" y="connsiteY23776"/>
                </a:cxn>
                <a:cxn ang="0">
                  <a:pos x="connsiteX23777" y="connsiteY23777"/>
                </a:cxn>
                <a:cxn ang="0">
                  <a:pos x="connsiteX23778" y="connsiteY23778"/>
                </a:cxn>
                <a:cxn ang="0">
                  <a:pos x="connsiteX23779" y="connsiteY23779"/>
                </a:cxn>
                <a:cxn ang="0">
                  <a:pos x="connsiteX23780" y="connsiteY23780"/>
                </a:cxn>
                <a:cxn ang="0">
                  <a:pos x="connsiteX23781" y="connsiteY23781"/>
                </a:cxn>
                <a:cxn ang="0">
                  <a:pos x="connsiteX23782" y="connsiteY23782"/>
                </a:cxn>
                <a:cxn ang="0">
                  <a:pos x="connsiteX23783" y="connsiteY23783"/>
                </a:cxn>
                <a:cxn ang="0">
                  <a:pos x="connsiteX23784" y="connsiteY23784"/>
                </a:cxn>
                <a:cxn ang="0">
                  <a:pos x="connsiteX23785" y="connsiteY23785"/>
                </a:cxn>
                <a:cxn ang="0">
                  <a:pos x="connsiteX23786" y="connsiteY23786"/>
                </a:cxn>
                <a:cxn ang="0">
                  <a:pos x="connsiteX23787" y="connsiteY23787"/>
                </a:cxn>
                <a:cxn ang="0">
                  <a:pos x="connsiteX23788" y="connsiteY23788"/>
                </a:cxn>
                <a:cxn ang="0">
                  <a:pos x="connsiteX23789" y="connsiteY23789"/>
                </a:cxn>
                <a:cxn ang="0">
                  <a:pos x="connsiteX23790" y="connsiteY23790"/>
                </a:cxn>
                <a:cxn ang="0">
                  <a:pos x="connsiteX23791" y="connsiteY23791"/>
                </a:cxn>
                <a:cxn ang="0">
                  <a:pos x="connsiteX23792" y="connsiteY23792"/>
                </a:cxn>
                <a:cxn ang="0">
                  <a:pos x="connsiteX23793" y="connsiteY23793"/>
                </a:cxn>
                <a:cxn ang="0">
                  <a:pos x="connsiteX23794" y="connsiteY23794"/>
                </a:cxn>
                <a:cxn ang="0">
                  <a:pos x="connsiteX23795" y="connsiteY23795"/>
                </a:cxn>
                <a:cxn ang="0">
                  <a:pos x="connsiteX23796" y="connsiteY23796"/>
                </a:cxn>
                <a:cxn ang="0">
                  <a:pos x="connsiteX23797" y="connsiteY23797"/>
                </a:cxn>
                <a:cxn ang="0">
                  <a:pos x="connsiteX23798" y="connsiteY23798"/>
                </a:cxn>
                <a:cxn ang="0">
                  <a:pos x="connsiteX23799" y="connsiteY23799"/>
                </a:cxn>
                <a:cxn ang="0">
                  <a:pos x="connsiteX23800" y="connsiteY23800"/>
                </a:cxn>
                <a:cxn ang="0">
                  <a:pos x="connsiteX23801" y="connsiteY23801"/>
                </a:cxn>
                <a:cxn ang="0">
                  <a:pos x="connsiteX23802" y="connsiteY23802"/>
                </a:cxn>
                <a:cxn ang="0">
                  <a:pos x="connsiteX23803" y="connsiteY23803"/>
                </a:cxn>
                <a:cxn ang="0">
                  <a:pos x="connsiteX23804" y="connsiteY23804"/>
                </a:cxn>
                <a:cxn ang="0">
                  <a:pos x="connsiteX23805" y="connsiteY23805"/>
                </a:cxn>
                <a:cxn ang="0">
                  <a:pos x="connsiteX23806" y="connsiteY23806"/>
                </a:cxn>
                <a:cxn ang="0">
                  <a:pos x="connsiteX23807" y="connsiteY23807"/>
                </a:cxn>
                <a:cxn ang="0">
                  <a:pos x="connsiteX23808" y="connsiteY23808"/>
                </a:cxn>
                <a:cxn ang="0">
                  <a:pos x="connsiteX23809" y="connsiteY23809"/>
                </a:cxn>
                <a:cxn ang="0">
                  <a:pos x="connsiteX23810" y="connsiteY23810"/>
                </a:cxn>
                <a:cxn ang="0">
                  <a:pos x="connsiteX23811" y="connsiteY23811"/>
                </a:cxn>
                <a:cxn ang="0">
                  <a:pos x="connsiteX23812" y="connsiteY23812"/>
                </a:cxn>
                <a:cxn ang="0">
                  <a:pos x="connsiteX23813" y="connsiteY23813"/>
                </a:cxn>
                <a:cxn ang="0">
                  <a:pos x="connsiteX23814" y="connsiteY23814"/>
                </a:cxn>
                <a:cxn ang="0">
                  <a:pos x="connsiteX23815" y="connsiteY23815"/>
                </a:cxn>
                <a:cxn ang="0">
                  <a:pos x="connsiteX23816" y="connsiteY23816"/>
                </a:cxn>
                <a:cxn ang="0">
                  <a:pos x="connsiteX23817" y="connsiteY23817"/>
                </a:cxn>
                <a:cxn ang="0">
                  <a:pos x="connsiteX23818" y="connsiteY23818"/>
                </a:cxn>
                <a:cxn ang="0">
                  <a:pos x="connsiteX23819" y="connsiteY23819"/>
                </a:cxn>
                <a:cxn ang="0">
                  <a:pos x="connsiteX23820" y="connsiteY23820"/>
                </a:cxn>
                <a:cxn ang="0">
                  <a:pos x="connsiteX23821" y="connsiteY23821"/>
                </a:cxn>
                <a:cxn ang="0">
                  <a:pos x="connsiteX23822" y="connsiteY23822"/>
                </a:cxn>
                <a:cxn ang="0">
                  <a:pos x="connsiteX23823" y="connsiteY23823"/>
                </a:cxn>
                <a:cxn ang="0">
                  <a:pos x="connsiteX23824" y="connsiteY23824"/>
                </a:cxn>
                <a:cxn ang="0">
                  <a:pos x="connsiteX23825" y="connsiteY23825"/>
                </a:cxn>
                <a:cxn ang="0">
                  <a:pos x="connsiteX23826" y="connsiteY23826"/>
                </a:cxn>
                <a:cxn ang="0">
                  <a:pos x="connsiteX23827" y="connsiteY23827"/>
                </a:cxn>
                <a:cxn ang="0">
                  <a:pos x="connsiteX23828" y="connsiteY23828"/>
                </a:cxn>
                <a:cxn ang="0">
                  <a:pos x="connsiteX23829" y="connsiteY23829"/>
                </a:cxn>
                <a:cxn ang="0">
                  <a:pos x="connsiteX23830" y="connsiteY23830"/>
                </a:cxn>
                <a:cxn ang="0">
                  <a:pos x="connsiteX23831" y="connsiteY23831"/>
                </a:cxn>
                <a:cxn ang="0">
                  <a:pos x="connsiteX23832" y="connsiteY23832"/>
                </a:cxn>
                <a:cxn ang="0">
                  <a:pos x="connsiteX23833" y="connsiteY23833"/>
                </a:cxn>
                <a:cxn ang="0">
                  <a:pos x="connsiteX23834" y="connsiteY23834"/>
                </a:cxn>
                <a:cxn ang="0">
                  <a:pos x="connsiteX23835" y="connsiteY23835"/>
                </a:cxn>
                <a:cxn ang="0">
                  <a:pos x="connsiteX23836" y="connsiteY23836"/>
                </a:cxn>
                <a:cxn ang="0">
                  <a:pos x="connsiteX23837" y="connsiteY23837"/>
                </a:cxn>
                <a:cxn ang="0">
                  <a:pos x="connsiteX23838" y="connsiteY23838"/>
                </a:cxn>
                <a:cxn ang="0">
                  <a:pos x="connsiteX23839" y="connsiteY23839"/>
                </a:cxn>
                <a:cxn ang="0">
                  <a:pos x="connsiteX23840" y="connsiteY23840"/>
                </a:cxn>
                <a:cxn ang="0">
                  <a:pos x="connsiteX23841" y="connsiteY23841"/>
                </a:cxn>
                <a:cxn ang="0">
                  <a:pos x="connsiteX23842" y="connsiteY23842"/>
                </a:cxn>
                <a:cxn ang="0">
                  <a:pos x="connsiteX23843" y="connsiteY23843"/>
                </a:cxn>
                <a:cxn ang="0">
                  <a:pos x="connsiteX23844" y="connsiteY23844"/>
                </a:cxn>
                <a:cxn ang="0">
                  <a:pos x="connsiteX23845" y="connsiteY23845"/>
                </a:cxn>
                <a:cxn ang="0">
                  <a:pos x="connsiteX23846" y="connsiteY23846"/>
                </a:cxn>
                <a:cxn ang="0">
                  <a:pos x="connsiteX23847" y="connsiteY23847"/>
                </a:cxn>
                <a:cxn ang="0">
                  <a:pos x="connsiteX23848" y="connsiteY23848"/>
                </a:cxn>
                <a:cxn ang="0">
                  <a:pos x="connsiteX23849" y="connsiteY23849"/>
                </a:cxn>
                <a:cxn ang="0">
                  <a:pos x="connsiteX23850" y="connsiteY23850"/>
                </a:cxn>
                <a:cxn ang="0">
                  <a:pos x="connsiteX23851" y="connsiteY23851"/>
                </a:cxn>
                <a:cxn ang="0">
                  <a:pos x="connsiteX23852" y="connsiteY23852"/>
                </a:cxn>
                <a:cxn ang="0">
                  <a:pos x="connsiteX23853" y="connsiteY23853"/>
                </a:cxn>
                <a:cxn ang="0">
                  <a:pos x="connsiteX23854" y="connsiteY23854"/>
                </a:cxn>
                <a:cxn ang="0">
                  <a:pos x="connsiteX23855" y="connsiteY23855"/>
                </a:cxn>
                <a:cxn ang="0">
                  <a:pos x="connsiteX23856" y="connsiteY23856"/>
                </a:cxn>
                <a:cxn ang="0">
                  <a:pos x="connsiteX23857" y="connsiteY23857"/>
                </a:cxn>
                <a:cxn ang="0">
                  <a:pos x="connsiteX23858" y="connsiteY23858"/>
                </a:cxn>
                <a:cxn ang="0">
                  <a:pos x="connsiteX23859" y="connsiteY23859"/>
                </a:cxn>
                <a:cxn ang="0">
                  <a:pos x="connsiteX23860" y="connsiteY23860"/>
                </a:cxn>
                <a:cxn ang="0">
                  <a:pos x="connsiteX23861" y="connsiteY23861"/>
                </a:cxn>
                <a:cxn ang="0">
                  <a:pos x="connsiteX23862" y="connsiteY23862"/>
                </a:cxn>
                <a:cxn ang="0">
                  <a:pos x="connsiteX23863" y="connsiteY23863"/>
                </a:cxn>
                <a:cxn ang="0">
                  <a:pos x="connsiteX23864" y="connsiteY23864"/>
                </a:cxn>
                <a:cxn ang="0">
                  <a:pos x="connsiteX23865" y="connsiteY23865"/>
                </a:cxn>
                <a:cxn ang="0">
                  <a:pos x="connsiteX23866" y="connsiteY23866"/>
                </a:cxn>
                <a:cxn ang="0">
                  <a:pos x="connsiteX23867" y="connsiteY23867"/>
                </a:cxn>
                <a:cxn ang="0">
                  <a:pos x="connsiteX23868" y="connsiteY23868"/>
                </a:cxn>
                <a:cxn ang="0">
                  <a:pos x="connsiteX23869" y="connsiteY23869"/>
                </a:cxn>
                <a:cxn ang="0">
                  <a:pos x="connsiteX23870" y="connsiteY23870"/>
                </a:cxn>
                <a:cxn ang="0">
                  <a:pos x="connsiteX23871" y="connsiteY23871"/>
                </a:cxn>
                <a:cxn ang="0">
                  <a:pos x="connsiteX23872" y="connsiteY23872"/>
                </a:cxn>
                <a:cxn ang="0">
                  <a:pos x="connsiteX23873" y="connsiteY23873"/>
                </a:cxn>
                <a:cxn ang="0">
                  <a:pos x="connsiteX23874" y="connsiteY23874"/>
                </a:cxn>
                <a:cxn ang="0">
                  <a:pos x="connsiteX23875" y="connsiteY23875"/>
                </a:cxn>
                <a:cxn ang="0">
                  <a:pos x="connsiteX23876" y="connsiteY23876"/>
                </a:cxn>
                <a:cxn ang="0">
                  <a:pos x="connsiteX23877" y="connsiteY23877"/>
                </a:cxn>
                <a:cxn ang="0">
                  <a:pos x="connsiteX23878" y="connsiteY23878"/>
                </a:cxn>
                <a:cxn ang="0">
                  <a:pos x="connsiteX23879" y="connsiteY23879"/>
                </a:cxn>
                <a:cxn ang="0">
                  <a:pos x="connsiteX23880" y="connsiteY23880"/>
                </a:cxn>
                <a:cxn ang="0">
                  <a:pos x="connsiteX23881" y="connsiteY23881"/>
                </a:cxn>
                <a:cxn ang="0">
                  <a:pos x="connsiteX23882" y="connsiteY23882"/>
                </a:cxn>
                <a:cxn ang="0">
                  <a:pos x="connsiteX23883" y="connsiteY23883"/>
                </a:cxn>
                <a:cxn ang="0">
                  <a:pos x="connsiteX23884" y="connsiteY23884"/>
                </a:cxn>
                <a:cxn ang="0">
                  <a:pos x="connsiteX23885" y="connsiteY23885"/>
                </a:cxn>
                <a:cxn ang="0">
                  <a:pos x="connsiteX23886" y="connsiteY23886"/>
                </a:cxn>
                <a:cxn ang="0">
                  <a:pos x="connsiteX23887" y="connsiteY23887"/>
                </a:cxn>
                <a:cxn ang="0">
                  <a:pos x="connsiteX23888" y="connsiteY23888"/>
                </a:cxn>
                <a:cxn ang="0">
                  <a:pos x="connsiteX23889" y="connsiteY23889"/>
                </a:cxn>
                <a:cxn ang="0">
                  <a:pos x="connsiteX23890" y="connsiteY23890"/>
                </a:cxn>
                <a:cxn ang="0">
                  <a:pos x="connsiteX23891" y="connsiteY23891"/>
                </a:cxn>
                <a:cxn ang="0">
                  <a:pos x="connsiteX23892" y="connsiteY23892"/>
                </a:cxn>
                <a:cxn ang="0">
                  <a:pos x="connsiteX23893" y="connsiteY23893"/>
                </a:cxn>
                <a:cxn ang="0">
                  <a:pos x="connsiteX23894" y="connsiteY23894"/>
                </a:cxn>
                <a:cxn ang="0">
                  <a:pos x="connsiteX23895" y="connsiteY23895"/>
                </a:cxn>
                <a:cxn ang="0">
                  <a:pos x="connsiteX23896" y="connsiteY23896"/>
                </a:cxn>
                <a:cxn ang="0">
                  <a:pos x="connsiteX23897" y="connsiteY23897"/>
                </a:cxn>
                <a:cxn ang="0">
                  <a:pos x="connsiteX23898" y="connsiteY23898"/>
                </a:cxn>
                <a:cxn ang="0">
                  <a:pos x="connsiteX23899" y="connsiteY23899"/>
                </a:cxn>
                <a:cxn ang="0">
                  <a:pos x="connsiteX23900" y="connsiteY23900"/>
                </a:cxn>
                <a:cxn ang="0">
                  <a:pos x="connsiteX23901" y="connsiteY23901"/>
                </a:cxn>
                <a:cxn ang="0">
                  <a:pos x="connsiteX23902" y="connsiteY23902"/>
                </a:cxn>
                <a:cxn ang="0">
                  <a:pos x="connsiteX23903" y="connsiteY23903"/>
                </a:cxn>
                <a:cxn ang="0">
                  <a:pos x="connsiteX23904" y="connsiteY23904"/>
                </a:cxn>
                <a:cxn ang="0">
                  <a:pos x="connsiteX23905" y="connsiteY23905"/>
                </a:cxn>
                <a:cxn ang="0">
                  <a:pos x="connsiteX23906" y="connsiteY23906"/>
                </a:cxn>
                <a:cxn ang="0">
                  <a:pos x="connsiteX23907" y="connsiteY23907"/>
                </a:cxn>
                <a:cxn ang="0">
                  <a:pos x="connsiteX23908" y="connsiteY23908"/>
                </a:cxn>
                <a:cxn ang="0">
                  <a:pos x="connsiteX23909" y="connsiteY23909"/>
                </a:cxn>
                <a:cxn ang="0">
                  <a:pos x="connsiteX23910" y="connsiteY23910"/>
                </a:cxn>
                <a:cxn ang="0">
                  <a:pos x="connsiteX23911" y="connsiteY23911"/>
                </a:cxn>
                <a:cxn ang="0">
                  <a:pos x="connsiteX23912" y="connsiteY23912"/>
                </a:cxn>
                <a:cxn ang="0">
                  <a:pos x="connsiteX23913" y="connsiteY23913"/>
                </a:cxn>
                <a:cxn ang="0">
                  <a:pos x="connsiteX23914" y="connsiteY23914"/>
                </a:cxn>
                <a:cxn ang="0">
                  <a:pos x="connsiteX23915" y="connsiteY23915"/>
                </a:cxn>
                <a:cxn ang="0">
                  <a:pos x="connsiteX23916" y="connsiteY23916"/>
                </a:cxn>
                <a:cxn ang="0">
                  <a:pos x="connsiteX23917" y="connsiteY23917"/>
                </a:cxn>
                <a:cxn ang="0">
                  <a:pos x="connsiteX23918" y="connsiteY23918"/>
                </a:cxn>
                <a:cxn ang="0">
                  <a:pos x="connsiteX23919" y="connsiteY23919"/>
                </a:cxn>
                <a:cxn ang="0">
                  <a:pos x="connsiteX23920" y="connsiteY23920"/>
                </a:cxn>
                <a:cxn ang="0">
                  <a:pos x="connsiteX23921" y="connsiteY23921"/>
                </a:cxn>
                <a:cxn ang="0">
                  <a:pos x="connsiteX23922" y="connsiteY23922"/>
                </a:cxn>
                <a:cxn ang="0">
                  <a:pos x="connsiteX23923" y="connsiteY23923"/>
                </a:cxn>
                <a:cxn ang="0">
                  <a:pos x="connsiteX23924" y="connsiteY23924"/>
                </a:cxn>
                <a:cxn ang="0">
                  <a:pos x="connsiteX23925" y="connsiteY23925"/>
                </a:cxn>
                <a:cxn ang="0">
                  <a:pos x="connsiteX23926" y="connsiteY23926"/>
                </a:cxn>
                <a:cxn ang="0">
                  <a:pos x="connsiteX23927" y="connsiteY23927"/>
                </a:cxn>
                <a:cxn ang="0">
                  <a:pos x="connsiteX23928" y="connsiteY23928"/>
                </a:cxn>
                <a:cxn ang="0">
                  <a:pos x="connsiteX23929" y="connsiteY23929"/>
                </a:cxn>
                <a:cxn ang="0">
                  <a:pos x="connsiteX23930" y="connsiteY23930"/>
                </a:cxn>
                <a:cxn ang="0">
                  <a:pos x="connsiteX23931" y="connsiteY23931"/>
                </a:cxn>
                <a:cxn ang="0">
                  <a:pos x="connsiteX23932" y="connsiteY23932"/>
                </a:cxn>
                <a:cxn ang="0">
                  <a:pos x="connsiteX23933" y="connsiteY23933"/>
                </a:cxn>
                <a:cxn ang="0">
                  <a:pos x="connsiteX23934" y="connsiteY23934"/>
                </a:cxn>
                <a:cxn ang="0">
                  <a:pos x="connsiteX23935" y="connsiteY23935"/>
                </a:cxn>
                <a:cxn ang="0">
                  <a:pos x="connsiteX23936" y="connsiteY23936"/>
                </a:cxn>
                <a:cxn ang="0">
                  <a:pos x="connsiteX23937" y="connsiteY23937"/>
                </a:cxn>
                <a:cxn ang="0">
                  <a:pos x="connsiteX23938" y="connsiteY23938"/>
                </a:cxn>
                <a:cxn ang="0">
                  <a:pos x="connsiteX23939" y="connsiteY23939"/>
                </a:cxn>
                <a:cxn ang="0">
                  <a:pos x="connsiteX23940" y="connsiteY23940"/>
                </a:cxn>
                <a:cxn ang="0">
                  <a:pos x="connsiteX23941" y="connsiteY23941"/>
                </a:cxn>
                <a:cxn ang="0">
                  <a:pos x="connsiteX23942" y="connsiteY23942"/>
                </a:cxn>
                <a:cxn ang="0">
                  <a:pos x="connsiteX23943" y="connsiteY23943"/>
                </a:cxn>
                <a:cxn ang="0">
                  <a:pos x="connsiteX23944" y="connsiteY23944"/>
                </a:cxn>
                <a:cxn ang="0">
                  <a:pos x="connsiteX23945" y="connsiteY23945"/>
                </a:cxn>
                <a:cxn ang="0">
                  <a:pos x="connsiteX23946" y="connsiteY23946"/>
                </a:cxn>
                <a:cxn ang="0">
                  <a:pos x="connsiteX23947" y="connsiteY23947"/>
                </a:cxn>
                <a:cxn ang="0">
                  <a:pos x="connsiteX23948" y="connsiteY23948"/>
                </a:cxn>
                <a:cxn ang="0">
                  <a:pos x="connsiteX23949" y="connsiteY23949"/>
                </a:cxn>
                <a:cxn ang="0">
                  <a:pos x="connsiteX23950" y="connsiteY23950"/>
                </a:cxn>
                <a:cxn ang="0">
                  <a:pos x="connsiteX23951" y="connsiteY23951"/>
                </a:cxn>
                <a:cxn ang="0">
                  <a:pos x="connsiteX23952" y="connsiteY23952"/>
                </a:cxn>
                <a:cxn ang="0">
                  <a:pos x="connsiteX23953" y="connsiteY23953"/>
                </a:cxn>
                <a:cxn ang="0">
                  <a:pos x="connsiteX23954" y="connsiteY23954"/>
                </a:cxn>
                <a:cxn ang="0">
                  <a:pos x="connsiteX23955" y="connsiteY23955"/>
                </a:cxn>
                <a:cxn ang="0">
                  <a:pos x="connsiteX23956" y="connsiteY23956"/>
                </a:cxn>
                <a:cxn ang="0">
                  <a:pos x="connsiteX23957" y="connsiteY23957"/>
                </a:cxn>
                <a:cxn ang="0">
                  <a:pos x="connsiteX23958" y="connsiteY23958"/>
                </a:cxn>
                <a:cxn ang="0">
                  <a:pos x="connsiteX23959" y="connsiteY23959"/>
                </a:cxn>
                <a:cxn ang="0">
                  <a:pos x="connsiteX23960" y="connsiteY23960"/>
                </a:cxn>
                <a:cxn ang="0">
                  <a:pos x="connsiteX23961" y="connsiteY23961"/>
                </a:cxn>
                <a:cxn ang="0">
                  <a:pos x="connsiteX23962" y="connsiteY23962"/>
                </a:cxn>
                <a:cxn ang="0">
                  <a:pos x="connsiteX23963" y="connsiteY23963"/>
                </a:cxn>
                <a:cxn ang="0">
                  <a:pos x="connsiteX23964" y="connsiteY23964"/>
                </a:cxn>
                <a:cxn ang="0">
                  <a:pos x="connsiteX23965" y="connsiteY23965"/>
                </a:cxn>
                <a:cxn ang="0">
                  <a:pos x="connsiteX23966" y="connsiteY23966"/>
                </a:cxn>
                <a:cxn ang="0">
                  <a:pos x="connsiteX23967" y="connsiteY23967"/>
                </a:cxn>
                <a:cxn ang="0">
                  <a:pos x="connsiteX23968" y="connsiteY23968"/>
                </a:cxn>
                <a:cxn ang="0">
                  <a:pos x="connsiteX23969" y="connsiteY23969"/>
                </a:cxn>
                <a:cxn ang="0">
                  <a:pos x="connsiteX23970" y="connsiteY23970"/>
                </a:cxn>
                <a:cxn ang="0">
                  <a:pos x="connsiteX23971" y="connsiteY23971"/>
                </a:cxn>
                <a:cxn ang="0">
                  <a:pos x="connsiteX23972" y="connsiteY23972"/>
                </a:cxn>
                <a:cxn ang="0">
                  <a:pos x="connsiteX23973" y="connsiteY23973"/>
                </a:cxn>
                <a:cxn ang="0">
                  <a:pos x="connsiteX23974" y="connsiteY23974"/>
                </a:cxn>
                <a:cxn ang="0">
                  <a:pos x="connsiteX23975" y="connsiteY23975"/>
                </a:cxn>
                <a:cxn ang="0">
                  <a:pos x="connsiteX23976" y="connsiteY23976"/>
                </a:cxn>
                <a:cxn ang="0">
                  <a:pos x="connsiteX23977" y="connsiteY23977"/>
                </a:cxn>
                <a:cxn ang="0">
                  <a:pos x="connsiteX23978" y="connsiteY23978"/>
                </a:cxn>
                <a:cxn ang="0">
                  <a:pos x="connsiteX23979" y="connsiteY23979"/>
                </a:cxn>
                <a:cxn ang="0">
                  <a:pos x="connsiteX23980" y="connsiteY23980"/>
                </a:cxn>
                <a:cxn ang="0">
                  <a:pos x="connsiteX23981" y="connsiteY23981"/>
                </a:cxn>
                <a:cxn ang="0">
                  <a:pos x="connsiteX23982" y="connsiteY23982"/>
                </a:cxn>
                <a:cxn ang="0">
                  <a:pos x="connsiteX23983" y="connsiteY23983"/>
                </a:cxn>
                <a:cxn ang="0">
                  <a:pos x="connsiteX23984" y="connsiteY23984"/>
                </a:cxn>
                <a:cxn ang="0">
                  <a:pos x="connsiteX23985" y="connsiteY23985"/>
                </a:cxn>
                <a:cxn ang="0">
                  <a:pos x="connsiteX23986" y="connsiteY23986"/>
                </a:cxn>
                <a:cxn ang="0">
                  <a:pos x="connsiteX23987" y="connsiteY23987"/>
                </a:cxn>
                <a:cxn ang="0">
                  <a:pos x="connsiteX23988" y="connsiteY23988"/>
                </a:cxn>
                <a:cxn ang="0">
                  <a:pos x="connsiteX23989" y="connsiteY23989"/>
                </a:cxn>
                <a:cxn ang="0">
                  <a:pos x="connsiteX23990" y="connsiteY23990"/>
                </a:cxn>
                <a:cxn ang="0">
                  <a:pos x="connsiteX23991" y="connsiteY23991"/>
                </a:cxn>
                <a:cxn ang="0">
                  <a:pos x="connsiteX23992" y="connsiteY23992"/>
                </a:cxn>
                <a:cxn ang="0">
                  <a:pos x="connsiteX23993" y="connsiteY23993"/>
                </a:cxn>
                <a:cxn ang="0">
                  <a:pos x="connsiteX23994" y="connsiteY23994"/>
                </a:cxn>
                <a:cxn ang="0">
                  <a:pos x="connsiteX23995" y="connsiteY23995"/>
                </a:cxn>
                <a:cxn ang="0">
                  <a:pos x="connsiteX23996" y="connsiteY23996"/>
                </a:cxn>
                <a:cxn ang="0">
                  <a:pos x="connsiteX23997" y="connsiteY23997"/>
                </a:cxn>
                <a:cxn ang="0">
                  <a:pos x="connsiteX23998" y="connsiteY23998"/>
                </a:cxn>
                <a:cxn ang="0">
                  <a:pos x="connsiteX23999" y="connsiteY23999"/>
                </a:cxn>
                <a:cxn ang="0">
                  <a:pos x="connsiteX24000" y="connsiteY24000"/>
                </a:cxn>
                <a:cxn ang="0">
                  <a:pos x="connsiteX24001" y="connsiteY24001"/>
                </a:cxn>
                <a:cxn ang="0">
                  <a:pos x="connsiteX24002" y="connsiteY24002"/>
                </a:cxn>
                <a:cxn ang="0">
                  <a:pos x="connsiteX24003" y="connsiteY24003"/>
                </a:cxn>
                <a:cxn ang="0">
                  <a:pos x="connsiteX24004" y="connsiteY24004"/>
                </a:cxn>
                <a:cxn ang="0">
                  <a:pos x="connsiteX24005" y="connsiteY24005"/>
                </a:cxn>
                <a:cxn ang="0">
                  <a:pos x="connsiteX24006" y="connsiteY24006"/>
                </a:cxn>
                <a:cxn ang="0">
                  <a:pos x="connsiteX24007" y="connsiteY24007"/>
                </a:cxn>
                <a:cxn ang="0">
                  <a:pos x="connsiteX24008" y="connsiteY24008"/>
                </a:cxn>
                <a:cxn ang="0">
                  <a:pos x="connsiteX24009" y="connsiteY24009"/>
                </a:cxn>
                <a:cxn ang="0">
                  <a:pos x="connsiteX24010" y="connsiteY24010"/>
                </a:cxn>
                <a:cxn ang="0">
                  <a:pos x="connsiteX24011" y="connsiteY24011"/>
                </a:cxn>
                <a:cxn ang="0">
                  <a:pos x="connsiteX24012" y="connsiteY24012"/>
                </a:cxn>
                <a:cxn ang="0">
                  <a:pos x="connsiteX24013" y="connsiteY24013"/>
                </a:cxn>
                <a:cxn ang="0">
                  <a:pos x="connsiteX24014" y="connsiteY24014"/>
                </a:cxn>
                <a:cxn ang="0">
                  <a:pos x="connsiteX24015" y="connsiteY24015"/>
                </a:cxn>
                <a:cxn ang="0">
                  <a:pos x="connsiteX24016" y="connsiteY24016"/>
                </a:cxn>
                <a:cxn ang="0">
                  <a:pos x="connsiteX24017" y="connsiteY24017"/>
                </a:cxn>
                <a:cxn ang="0">
                  <a:pos x="connsiteX24018" y="connsiteY24018"/>
                </a:cxn>
                <a:cxn ang="0">
                  <a:pos x="connsiteX24019" y="connsiteY24019"/>
                </a:cxn>
                <a:cxn ang="0">
                  <a:pos x="connsiteX24020" y="connsiteY24020"/>
                </a:cxn>
                <a:cxn ang="0">
                  <a:pos x="connsiteX24021" y="connsiteY24021"/>
                </a:cxn>
                <a:cxn ang="0">
                  <a:pos x="connsiteX24022" y="connsiteY24022"/>
                </a:cxn>
                <a:cxn ang="0">
                  <a:pos x="connsiteX24023" y="connsiteY24023"/>
                </a:cxn>
                <a:cxn ang="0">
                  <a:pos x="connsiteX24024" y="connsiteY24024"/>
                </a:cxn>
                <a:cxn ang="0">
                  <a:pos x="connsiteX24025" y="connsiteY24025"/>
                </a:cxn>
                <a:cxn ang="0">
                  <a:pos x="connsiteX24026" y="connsiteY24026"/>
                </a:cxn>
                <a:cxn ang="0">
                  <a:pos x="connsiteX24027" y="connsiteY24027"/>
                </a:cxn>
                <a:cxn ang="0">
                  <a:pos x="connsiteX24028" y="connsiteY24028"/>
                </a:cxn>
                <a:cxn ang="0">
                  <a:pos x="connsiteX24029" y="connsiteY24029"/>
                </a:cxn>
                <a:cxn ang="0">
                  <a:pos x="connsiteX24030" y="connsiteY24030"/>
                </a:cxn>
                <a:cxn ang="0">
                  <a:pos x="connsiteX24031" y="connsiteY24031"/>
                </a:cxn>
                <a:cxn ang="0">
                  <a:pos x="connsiteX24032" y="connsiteY24032"/>
                </a:cxn>
                <a:cxn ang="0">
                  <a:pos x="connsiteX24033" y="connsiteY24033"/>
                </a:cxn>
                <a:cxn ang="0">
                  <a:pos x="connsiteX24034" y="connsiteY24034"/>
                </a:cxn>
                <a:cxn ang="0">
                  <a:pos x="connsiteX24035" y="connsiteY24035"/>
                </a:cxn>
                <a:cxn ang="0">
                  <a:pos x="connsiteX24036" y="connsiteY24036"/>
                </a:cxn>
                <a:cxn ang="0">
                  <a:pos x="connsiteX24037" y="connsiteY24037"/>
                </a:cxn>
                <a:cxn ang="0">
                  <a:pos x="connsiteX24038" y="connsiteY24038"/>
                </a:cxn>
                <a:cxn ang="0">
                  <a:pos x="connsiteX24039" y="connsiteY24039"/>
                </a:cxn>
                <a:cxn ang="0">
                  <a:pos x="connsiteX24040" y="connsiteY24040"/>
                </a:cxn>
                <a:cxn ang="0">
                  <a:pos x="connsiteX24041" y="connsiteY24041"/>
                </a:cxn>
                <a:cxn ang="0">
                  <a:pos x="connsiteX24042" y="connsiteY24042"/>
                </a:cxn>
                <a:cxn ang="0">
                  <a:pos x="connsiteX24043" y="connsiteY24043"/>
                </a:cxn>
                <a:cxn ang="0">
                  <a:pos x="connsiteX24044" y="connsiteY24044"/>
                </a:cxn>
                <a:cxn ang="0">
                  <a:pos x="connsiteX24045" y="connsiteY24045"/>
                </a:cxn>
                <a:cxn ang="0">
                  <a:pos x="connsiteX24046" y="connsiteY24046"/>
                </a:cxn>
                <a:cxn ang="0">
                  <a:pos x="connsiteX24047" y="connsiteY24047"/>
                </a:cxn>
                <a:cxn ang="0">
                  <a:pos x="connsiteX24048" y="connsiteY24048"/>
                </a:cxn>
                <a:cxn ang="0">
                  <a:pos x="connsiteX24049" y="connsiteY24049"/>
                </a:cxn>
                <a:cxn ang="0">
                  <a:pos x="connsiteX24050" y="connsiteY24050"/>
                </a:cxn>
                <a:cxn ang="0">
                  <a:pos x="connsiteX24051" y="connsiteY24051"/>
                </a:cxn>
                <a:cxn ang="0">
                  <a:pos x="connsiteX24052" y="connsiteY24052"/>
                </a:cxn>
                <a:cxn ang="0">
                  <a:pos x="connsiteX24053" y="connsiteY24053"/>
                </a:cxn>
                <a:cxn ang="0">
                  <a:pos x="connsiteX24054" y="connsiteY24054"/>
                </a:cxn>
                <a:cxn ang="0">
                  <a:pos x="connsiteX24055" y="connsiteY24055"/>
                </a:cxn>
                <a:cxn ang="0">
                  <a:pos x="connsiteX24056" y="connsiteY24056"/>
                </a:cxn>
                <a:cxn ang="0">
                  <a:pos x="connsiteX24057" y="connsiteY24057"/>
                </a:cxn>
                <a:cxn ang="0">
                  <a:pos x="connsiteX24058" y="connsiteY24058"/>
                </a:cxn>
                <a:cxn ang="0">
                  <a:pos x="connsiteX24059" y="connsiteY24059"/>
                </a:cxn>
                <a:cxn ang="0">
                  <a:pos x="connsiteX24060" y="connsiteY24060"/>
                </a:cxn>
                <a:cxn ang="0">
                  <a:pos x="connsiteX24061" y="connsiteY24061"/>
                </a:cxn>
                <a:cxn ang="0">
                  <a:pos x="connsiteX24062" y="connsiteY24062"/>
                </a:cxn>
                <a:cxn ang="0">
                  <a:pos x="connsiteX24063" y="connsiteY24063"/>
                </a:cxn>
                <a:cxn ang="0">
                  <a:pos x="connsiteX24064" y="connsiteY24064"/>
                </a:cxn>
                <a:cxn ang="0">
                  <a:pos x="connsiteX24065" y="connsiteY24065"/>
                </a:cxn>
                <a:cxn ang="0">
                  <a:pos x="connsiteX24066" y="connsiteY24066"/>
                </a:cxn>
                <a:cxn ang="0">
                  <a:pos x="connsiteX24067" y="connsiteY24067"/>
                </a:cxn>
                <a:cxn ang="0">
                  <a:pos x="connsiteX24068" y="connsiteY24068"/>
                </a:cxn>
                <a:cxn ang="0">
                  <a:pos x="connsiteX24069" y="connsiteY24069"/>
                </a:cxn>
                <a:cxn ang="0">
                  <a:pos x="connsiteX24070" y="connsiteY24070"/>
                </a:cxn>
                <a:cxn ang="0">
                  <a:pos x="connsiteX24071" y="connsiteY24071"/>
                </a:cxn>
                <a:cxn ang="0">
                  <a:pos x="connsiteX24072" y="connsiteY24072"/>
                </a:cxn>
                <a:cxn ang="0">
                  <a:pos x="connsiteX24073" y="connsiteY24073"/>
                </a:cxn>
                <a:cxn ang="0">
                  <a:pos x="connsiteX24074" y="connsiteY24074"/>
                </a:cxn>
                <a:cxn ang="0">
                  <a:pos x="connsiteX24075" y="connsiteY24075"/>
                </a:cxn>
                <a:cxn ang="0">
                  <a:pos x="connsiteX24076" y="connsiteY24076"/>
                </a:cxn>
                <a:cxn ang="0">
                  <a:pos x="connsiteX24077" y="connsiteY24077"/>
                </a:cxn>
                <a:cxn ang="0">
                  <a:pos x="connsiteX24078" y="connsiteY24078"/>
                </a:cxn>
                <a:cxn ang="0">
                  <a:pos x="connsiteX24079" y="connsiteY24079"/>
                </a:cxn>
                <a:cxn ang="0">
                  <a:pos x="connsiteX24080" y="connsiteY24080"/>
                </a:cxn>
                <a:cxn ang="0">
                  <a:pos x="connsiteX24081" y="connsiteY24081"/>
                </a:cxn>
                <a:cxn ang="0">
                  <a:pos x="connsiteX24082" y="connsiteY24082"/>
                </a:cxn>
                <a:cxn ang="0">
                  <a:pos x="connsiteX24083" y="connsiteY24083"/>
                </a:cxn>
                <a:cxn ang="0">
                  <a:pos x="connsiteX24084" y="connsiteY24084"/>
                </a:cxn>
                <a:cxn ang="0">
                  <a:pos x="connsiteX24085" y="connsiteY24085"/>
                </a:cxn>
                <a:cxn ang="0">
                  <a:pos x="connsiteX24086" y="connsiteY24086"/>
                </a:cxn>
                <a:cxn ang="0">
                  <a:pos x="connsiteX24087" y="connsiteY24087"/>
                </a:cxn>
                <a:cxn ang="0">
                  <a:pos x="connsiteX24088" y="connsiteY24088"/>
                </a:cxn>
                <a:cxn ang="0">
                  <a:pos x="connsiteX24089" y="connsiteY24089"/>
                </a:cxn>
                <a:cxn ang="0">
                  <a:pos x="connsiteX24090" y="connsiteY24090"/>
                </a:cxn>
                <a:cxn ang="0">
                  <a:pos x="connsiteX24091" y="connsiteY24091"/>
                </a:cxn>
                <a:cxn ang="0">
                  <a:pos x="connsiteX24092" y="connsiteY24092"/>
                </a:cxn>
                <a:cxn ang="0">
                  <a:pos x="connsiteX24093" y="connsiteY24093"/>
                </a:cxn>
                <a:cxn ang="0">
                  <a:pos x="connsiteX24094" y="connsiteY24094"/>
                </a:cxn>
                <a:cxn ang="0">
                  <a:pos x="connsiteX24095" y="connsiteY24095"/>
                </a:cxn>
                <a:cxn ang="0">
                  <a:pos x="connsiteX24096" y="connsiteY24096"/>
                </a:cxn>
                <a:cxn ang="0">
                  <a:pos x="connsiteX24097" y="connsiteY24097"/>
                </a:cxn>
                <a:cxn ang="0">
                  <a:pos x="connsiteX24098" y="connsiteY24098"/>
                </a:cxn>
                <a:cxn ang="0">
                  <a:pos x="connsiteX24099" y="connsiteY24099"/>
                </a:cxn>
                <a:cxn ang="0">
                  <a:pos x="connsiteX24100" y="connsiteY24100"/>
                </a:cxn>
                <a:cxn ang="0">
                  <a:pos x="connsiteX24101" y="connsiteY24101"/>
                </a:cxn>
                <a:cxn ang="0">
                  <a:pos x="connsiteX24102" y="connsiteY24102"/>
                </a:cxn>
                <a:cxn ang="0">
                  <a:pos x="connsiteX24103" y="connsiteY24103"/>
                </a:cxn>
                <a:cxn ang="0">
                  <a:pos x="connsiteX24104" y="connsiteY24104"/>
                </a:cxn>
                <a:cxn ang="0">
                  <a:pos x="connsiteX24105" y="connsiteY24105"/>
                </a:cxn>
                <a:cxn ang="0">
                  <a:pos x="connsiteX24106" y="connsiteY24106"/>
                </a:cxn>
                <a:cxn ang="0">
                  <a:pos x="connsiteX24107" y="connsiteY24107"/>
                </a:cxn>
                <a:cxn ang="0">
                  <a:pos x="connsiteX24108" y="connsiteY24108"/>
                </a:cxn>
                <a:cxn ang="0">
                  <a:pos x="connsiteX24109" y="connsiteY24109"/>
                </a:cxn>
                <a:cxn ang="0">
                  <a:pos x="connsiteX24110" y="connsiteY24110"/>
                </a:cxn>
                <a:cxn ang="0">
                  <a:pos x="connsiteX24111" y="connsiteY24111"/>
                </a:cxn>
                <a:cxn ang="0">
                  <a:pos x="connsiteX24112" y="connsiteY24112"/>
                </a:cxn>
                <a:cxn ang="0">
                  <a:pos x="connsiteX24113" y="connsiteY24113"/>
                </a:cxn>
                <a:cxn ang="0">
                  <a:pos x="connsiteX24114" y="connsiteY24114"/>
                </a:cxn>
                <a:cxn ang="0">
                  <a:pos x="connsiteX24115" y="connsiteY24115"/>
                </a:cxn>
                <a:cxn ang="0">
                  <a:pos x="connsiteX24116" y="connsiteY24116"/>
                </a:cxn>
                <a:cxn ang="0">
                  <a:pos x="connsiteX24117" y="connsiteY24117"/>
                </a:cxn>
                <a:cxn ang="0">
                  <a:pos x="connsiteX24118" y="connsiteY24118"/>
                </a:cxn>
                <a:cxn ang="0">
                  <a:pos x="connsiteX24119" y="connsiteY24119"/>
                </a:cxn>
                <a:cxn ang="0">
                  <a:pos x="connsiteX24120" y="connsiteY24120"/>
                </a:cxn>
                <a:cxn ang="0">
                  <a:pos x="connsiteX24121" y="connsiteY24121"/>
                </a:cxn>
                <a:cxn ang="0">
                  <a:pos x="connsiteX24122" y="connsiteY24122"/>
                </a:cxn>
                <a:cxn ang="0">
                  <a:pos x="connsiteX24123" y="connsiteY24123"/>
                </a:cxn>
                <a:cxn ang="0">
                  <a:pos x="connsiteX24124" y="connsiteY24124"/>
                </a:cxn>
                <a:cxn ang="0">
                  <a:pos x="connsiteX24125" y="connsiteY24125"/>
                </a:cxn>
                <a:cxn ang="0">
                  <a:pos x="connsiteX24126" y="connsiteY24126"/>
                </a:cxn>
                <a:cxn ang="0">
                  <a:pos x="connsiteX24127" y="connsiteY24127"/>
                </a:cxn>
                <a:cxn ang="0">
                  <a:pos x="connsiteX24128" y="connsiteY24128"/>
                </a:cxn>
                <a:cxn ang="0">
                  <a:pos x="connsiteX24129" y="connsiteY24129"/>
                </a:cxn>
                <a:cxn ang="0">
                  <a:pos x="connsiteX24130" y="connsiteY24130"/>
                </a:cxn>
                <a:cxn ang="0">
                  <a:pos x="connsiteX24131" y="connsiteY24131"/>
                </a:cxn>
                <a:cxn ang="0">
                  <a:pos x="connsiteX24132" y="connsiteY24132"/>
                </a:cxn>
                <a:cxn ang="0">
                  <a:pos x="connsiteX24133" y="connsiteY24133"/>
                </a:cxn>
                <a:cxn ang="0">
                  <a:pos x="connsiteX24134" y="connsiteY24134"/>
                </a:cxn>
                <a:cxn ang="0">
                  <a:pos x="connsiteX24135" y="connsiteY24135"/>
                </a:cxn>
                <a:cxn ang="0">
                  <a:pos x="connsiteX24136" y="connsiteY24136"/>
                </a:cxn>
                <a:cxn ang="0">
                  <a:pos x="connsiteX24137" y="connsiteY24137"/>
                </a:cxn>
                <a:cxn ang="0">
                  <a:pos x="connsiteX24138" y="connsiteY24138"/>
                </a:cxn>
                <a:cxn ang="0">
                  <a:pos x="connsiteX24139" y="connsiteY24139"/>
                </a:cxn>
                <a:cxn ang="0">
                  <a:pos x="connsiteX24140" y="connsiteY24140"/>
                </a:cxn>
                <a:cxn ang="0">
                  <a:pos x="connsiteX24141" y="connsiteY24141"/>
                </a:cxn>
                <a:cxn ang="0">
                  <a:pos x="connsiteX24142" y="connsiteY24142"/>
                </a:cxn>
                <a:cxn ang="0">
                  <a:pos x="connsiteX24143" y="connsiteY24143"/>
                </a:cxn>
                <a:cxn ang="0">
                  <a:pos x="connsiteX24144" y="connsiteY24144"/>
                </a:cxn>
                <a:cxn ang="0">
                  <a:pos x="connsiteX24145" y="connsiteY24145"/>
                </a:cxn>
                <a:cxn ang="0">
                  <a:pos x="connsiteX24146" y="connsiteY24146"/>
                </a:cxn>
                <a:cxn ang="0">
                  <a:pos x="connsiteX24147" y="connsiteY24147"/>
                </a:cxn>
                <a:cxn ang="0">
                  <a:pos x="connsiteX24148" y="connsiteY24148"/>
                </a:cxn>
                <a:cxn ang="0">
                  <a:pos x="connsiteX24149" y="connsiteY24149"/>
                </a:cxn>
                <a:cxn ang="0">
                  <a:pos x="connsiteX24150" y="connsiteY24150"/>
                </a:cxn>
                <a:cxn ang="0">
                  <a:pos x="connsiteX24151" y="connsiteY24151"/>
                </a:cxn>
                <a:cxn ang="0">
                  <a:pos x="connsiteX24152" y="connsiteY24152"/>
                </a:cxn>
                <a:cxn ang="0">
                  <a:pos x="connsiteX24153" y="connsiteY24153"/>
                </a:cxn>
                <a:cxn ang="0">
                  <a:pos x="connsiteX24154" y="connsiteY24154"/>
                </a:cxn>
                <a:cxn ang="0">
                  <a:pos x="connsiteX24155" y="connsiteY24155"/>
                </a:cxn>
                <a:cxn ang="0">
                  <a:pos x="connsiteX24156" y="connsiteY24156"/>
                </a:cxn>
                <a:cxn ang="0">
                  <a:pos x="connsiteX24157" y="connsiteY24157"/>
                </a:cxn>
                <a:cxn ang="0">
                  <a:pos x="connsiteX24158" y="connsiteY24158"/>
                </a:cxn>
                <a:cxn ang="0">
                  <a:pos x="connsiteX24159" y="connsiteY24159"/>
                </a:cxn>
                <a:cxn ang="0">
                  <a:pos x="connsiteX24160" y="connsiteY24160"/>
                </a:cxn>
                <a:cxn ang="0">
                  <a:pos x="connsiteX24161" y="connsiteY24161"/>
                </a:cxn>
                <a:cxn ang="0">
                  <a:pos x="connsiteX24162" y="connsiteY24162"/>
                </a:cxn>
                <a:cxn ang="0">
                  <a:pos x="connsiteX24163" y="connsiteY24163"/>
                </a:cxn>
                <a:cxn ang="0">
                  <a:pos x="connsiteX24164" y="connsiteY24164"/>
                </a:cxn>
                <a:cxn ang="0">
                  <a:pos x="connsiteX24165" y="connsiteY24165"/>
                </a:cxn>
                <a:cxn ang="0">
                  <a:pos x="connsiteX24166" y="connsiteY24166"/>
                </a:cxn>
                <a:cxn ang="0">
                  <a:pos x="connsiteX24167" y="connsiteY24167"/>
                </a:cxn>
                <a:cxn ang="0">
                  <a:pos x="connsiteX24168" y="connsiteY24168"/>
                </a:cxn>
                <a:cxn ang="0">
                  <a:pos x="connsiteX24169" y="connsiteY24169"/>
                </a:cxn>
                <a:cxn ang="0">
                  <a:pos x="connsiteX24170" y="connsiteY24170"/>
                </a:cxn>
                <a:cxn ang="0">
                  <a:pos x="connsiteX24171" y="connsiteY24171"/>
                </a:cxn>
                <a:cxn ang="0">
                  <a:pos x="connsiteX24172" y="connsiteY24172"/>
                </a:cxn>
                <a:cxn ang="0">
                  <a:pos x="connsiteX24173" y="connsiteY24173"/>
                </a:cxn>
                <a:cxn ang="0">
                  <a:pos x="connsiteX24174" y="connsiteY24174"/>
                </a:cxn>
                <a:cxn ang="0">
                  <a:pos x="connsiteX24175" y="connsiteY24175"/>
                </a:cxn>
                <a:cxn ang="0">
                  <a:pos x="connsiteX24176" y="connsiteY24176"/>
                </a:cxn>
                <a:cxn ang="0">
                  <a:pos x="connsiteX24177" y="connsiteY24177"/>
                </a:cxn>
                <a:cxn ang="0">
                  <a:pos x="connsiteX24178" y="connsiteY24178"/>
                </a:cxn>
                <a:cxn ang="0">
                  <a:pos x="connsiteX24179" y="connsiteY24179"/>
                </a:cxn>
                <a:cxn ang="0">
                  <a:pos x="connsiteX24180" y="connsiteY24180"/>
                </a:cxn>
                <a:cxn ang="0">
                  <a:pos x="connsiteX24181" y="connsiteY24181"/>
                </a:cxn>
                <a:cxn ang="0">
                  <a:pos x="connsiteX24182" y="connsiteY24182"/>
                </a:cxn>
                <a:cxn ang="0">
                  <a:pos x="connsiteX24183" y="connsiteY24183"/>
                </a:cxn>
                <a:cxn ang="0">
                  <a:pos x="connsiteX24184" y="connsiteY24184"/>
                </a:cxn>
                <a:cxn ang="0">
                  <a:pos x="connsiteX24185" y="connsiteY24185"/>
                </a:cxn>
                <a:cxn ang="0">
                  <a:pos x="connsiteX24186" y="connsiteY24186"/>
                </a:cxn>
                <a:cxn ang="0">
                  <a:pos x="connsiteX24187" y="connsiteY24187"/>
                </a:cxn>
                <a:cxn ang="0">
                  <a:pos x="connsiteX24188" y="connsiteY24188"/>
                </a:cxn>
                <a:cxn ang="0">
                  <a:pos x="connsiteX24189" y="connsiteY24189"/>
                </a:cxn>
                <a:cxn ang="0">
                  <a:pos x="connsiteX24190" y="connsiteY24190"/>
                </a:cxn>
                <a:cxn ang="0">
                  <a:pos x="connsiteX24191" y="connsiteY24191"/>
                </a:cxn>
                <a:cxn ang="0">
                  <a:pos x="connsiteX24192" y="connsiteY24192"/>
                </a:cxn>
                <a:cxn ang="0">
                  <a:pos x="connsiteX24193" y="connsiteY24193"/>
                </a:cxn>
                <a:cxn ang="0">
                  <a:pos x="connsiteX24194" y="connsiteY24194"/>
                </a:cxn>
                <a:cxn ang="0">
                  <a:pos x="connsiteX24195" y="connsiteY24195"/>
                </a:cxn>
                <a:cxn ang="0">
                  <a:pos x="connsiteX24196" y="connsiteY24196"/>
                </a:cxn>
                <a:cxn ang="0">
                  <a:pos x="connsiteX24197" y="connsiteY24197"/>
                </a:cxn>
                <a:cxn ang="0">
                  <a:pos x="connsiteX24198" y="connsiteY24198"/>
                </a:cxn>
                <a:cxn ang="0">
                  <a:pos x="connsiteX24199" y="connsiteY24199"/>
                </a:cxn>
                <a:cxn ang="0">
                  <a:pos x="connsiteX24200" y="connsiteY24200"/>
                </a:cxn>
                <a:cxn ang="0">
                  <a:pos x="connsiteX24201" y="connsiteY24201"/>
                </a:cxn>
                <a:cxn ang="0">
                  <a:pos x="connsiteX24202" y="connsiteY24202"/>
                </a:cxn>
                <a:cxn ang="0">
                  <a:pos x="connsiteX24203" y="connsiteY24203"/>
                </a:cxn>
                <a:cxn ang="0">
                  <a:pos x="connsiteX24204" y="connsiteY24204"/>
                </a:cxn>
                <a:cxn ang="0">
                  <a:pos x="connsiteX24205" y="connsiteY24205"/>
                </a:cxn>
                <a:cxn ang="0">
                  <a:pos x="connsiteX24206" y="connsiteY24206"/>
                </a:cxn>
                <a:cxn ang="0">
                  <a:pos x="connsiteX24207" y="connsiteY24207"/>
                </a:cxn>
                <a:cxn ang="0">
                  <a:pos x="connsiteX24208" y="connsiteY24208"/>
                </a:cxn>
                <a:cxn ang="0">
                  <a:pos x="connsiteX24209" y="connsiteY24209"/>
                </a:cxn>
                <a:cxn ang="0">
                  <a:pos x="connsiteX24210" y="connsiteY24210"/>
                </a:cxn>
                <a:cxn ang="0">
                  <a:pos x="connsiteX24211" y="connsiteY24211"/>
                </a:cxn>
                <a:cxn ang="0">
                  <a:pos x="connsiteX24212" y="connsiteY24212"/>
                </a:cxn>
                <a:cxn ang="0">
                  <a:pos x="connsiteX24213" y="connsiteY24213"/>
                </a:cxn>
                <a:cxn ang="0">
                  <a:pos x="connsiteX24214" y="connsiteY24214"/>
                </a:cxn>
                <a:cxn ang="0">
                  <a:pos x="connsiteX24215" y="connsiteY24215"/>
                </a:cxn>
                <a:cxn ang="0">
                  <a:pos x="connsiteX24216" y="connsiteY24216"/>
                </a:cxn>
                <a:cxn ang="0">
                  <a:pos x="connsiteX24217" y="connsiteY24217"/>
                </a:cxn>
                <a:cxn ang="0">
                  <a:pos x="connsiteX24218" y="connsiteY24218"/>
                </a:cxn>
                <a:cxn ang="0">
                  <a:pos x="connsiteX24219" y="connsiteY24219"/>
                </a:cxn>
                <a:cxn ang="0">
                  <a:pos x="connsiteX24220" y="connsiteY24220"/>
                </a:cxn>
                <a:cxn ang="0">
                  <a:pos x="connsiteX24221" y="connsiteY24221"/>
                </a:cxn>
                <a:cxn ang="0">
                  <a:pos x="connsiteX24222" y="connsiteY24222"/>
                </a:cxn>
                <a:cxn ang="0">
                  <a:pos x="connsiteX24223" y="connsiteY24223"/>
                </a:cxn>
                <a:cxn ang="0">
                  <a:pos x="connsiteX24224" y="connsiteY24224"/>
                </a:cxn>
                <a:cxn ang="0">
                  <a:pos x="connsiteX24225" y="connsiteY24225"/>
                </a:cxn>
                <a:cxn ang="0">
                  <a:pos x="connsiteX24226" y="connsiteY24226"/>
                </a:cxn>
                <a:cxn ang="0">
                  <a:pos x="connsiteX24227" y="connsiteY24227"/>
                </a:cxn>
                <a:cxn ang="0">
                  <a:pos x="connsiteX24228" y="connsiteY24228"/>
                </a:cxn>
                <a:cxn ang="0">
                  <a:pos x="connsiteX24229" y="connsiteY24229"/>
                </a:cxn>
                <a:cxn ang="0">
                  <a:pos x="connsiteX24230" y="connsiteY24230"/>
                </a:cxn>
                <a:cxn ang="0">
                  <a:pos x="connsiteX24231" y="connsiteY24231"/>
                </a:cxn>
                <a:cxn ang="0">
                  <a:pos x="connsiteX24232" y="connsiteY24232"/>
                </a:cxn>
                <a:cxn ang="0">
                  <a:pos x="connsiteX24233" y="connsiteY24233"/>
                </a:cxn>
                <a:cxn ang="0">
                  <a:pos x="connsiteX24234" y="connsiteY24234"/>
                </a:cxn>
                <a:cxn ang="0">
                  <a:pos x="connsiteX24235" y="connsiteY24235"/>
                </a:cxn>
                <a:cxn ang="0">
                  <a:pos x="connsiteX24236" y="connsiteY24236"/>
                </a:cxn>
                <a:cxn ang="0">
                  <a:pos x="connsiteX24237" y="connsiteY24237"/>
                </a:cxn>
                <a:cxn ang="0">
                  <a:pos x="connsiteX24238" y="connsiteY24238"/>
                </a:cxn>
                <a:cxn ang="0">
                  <a:pos x="connsiteX24239" y="connsiteY24239"/>
                </a:cxn>
                <a:cxn ang="0">
                  <a:pos x="connsiteX24240" y="connsiteY24240"/>
                </a:cxn>
                <a:cxn ang="0">
                  <a:pos x="connsiteX24241" y="connsiteY24241"/>
                </a:cxn>
                <a:cxn ang="0">
                  <a:pos x="connsiteX24242" y="connsiteY24242"/>
                </a:cxn>
                <a:cxn ang="0">
                  <a:pos x="connsiteX24243" y="connsiteY24243"/>
                </a:cxn>
                <a:cxn ang="0">
                  <a:pos x="connsiteX24244" y="connsiteY24244"/>
                </a:cxn>
                <a:cxn ang="0">
                  <a:pos x="connsiteX24245" y="connsiteY24245"/>
                </a:cxn>
                <a:cxn ang="0">
                  <a:pos x="connsiteX24246" y="connsiteY24246"/>
                </a:cxn>
                <a:cxn ang="0">
                  <a:pos x="connsiteX24247" y="connsiteY24247"/>
                </a:cxn>
                <a:cxn ang="0">
                  <a:pos x="connsiteX24248" y="connsiteY24248"/>
                </a:cxn>
                <a:cxn ang="0">
                  <a:pos x="connsiteX24249" y="connsiteY24249"/>
                </a:cxn>
                <a:cxn ang="0">
                  <a:pos x="connsiteX24250" y="connsiteY24250"/>
                </a:cxn>
                <a:cxn ang="0">
                  <a:pos x="connsiteX24251" y="connsiteY24251"/>
                </a:cxn>
                <a:cxn ang="0">
                  <a:pos x="connsiteX24252" y="connsiteY24252"/>
                </a:cxn>
                <a:cxn ang="0">
                  <a:pos x="connsiteX24253" y="connsiteY24253"/>
                </a:cxn>
                <a:cxn ang="0">
                  <a:pos x="connsiteX24254" y="connsiteY24254"/>
                </a:cxn>
                <a:cxn ang="0">
                  <a:pos x="connsiteX24255" y="connsiteY24255"/>
                </a:cxn>
                <a:cxn ang="0">
                  <a:pos x="connsiteX24256" y="connsiteY24256"/>
                </a:cxn>
                <a:cxn ang="0">
                  <a:pos x="connsiteX24257" y="connsiteY24257"/>
                </a:cxn>
                <a:cxn ang="0">
                  <a:pos x="connsiteX24258" y="connsiteY24258"/>
                </a:cxn>
                <a:cxn ang="0">
                  <a:pos x="connsiteX24259" y="connsiteY24259"/>
                </a:cxn>
                <a:cxn ang="0">
                  <a:pos x="connsiteX24260" y="connsiteY24260"/>
                </a:cxn>
                <a:cxn ang="0">
                  <a:pos x="connsiteX24261" y="connsiteY24261"/>
                </a:cxn>
                <a:cxn ang="0">
                  <a:pos x="connsiteX24262" y="connsiteY24262"/>
                </a:cxn>
                <a:cxn ang="0">
                  <a:pos x="connsiteX24263" y="connsiteY24263"/>
                </a:cxn>
                <a:cxn ang="0">
                  <a:pos x="connsiteX24264" y="connsiteY24264"/>
                </a:cxn>
                <a:cxn ang="0">
                  <a:pos x="connsiteX24265" y="connsiteY24265"/>
                </a:cxn>
                <a:cxn ang="0">
                  <a:pos x="connsiteX24266" y="connsiteY24266"/>
                </a:cxn>
                <a:cxn ang="0">
                  <a:pos x="connsiteX24267" y="connsiteY24267"/>
                </a:cxn>
                <a:cxn ang="0">
                  <a:pos x="connsiteX24268" y="connsiteY24268"/>
                </a:cxn>
                <a:cxn ang="0">
                  <a:pos x="connsiteX24269" y="connsiteY24269"/>
                </a:cxn>
                <a:cxn ang="0">
                  <a:pos x="connsiteX24270" y="connsiteY24270"/>
                </a:cxn>
                <a:cxn ang="0">
                  <a:pos x="connsiteX24271" y="connsiteY24271"/>
                </a:cxn>
                <a:cxn ang="0">
                  <a:pos x="connsiteX24272" y="connsiteY24272"/>
                </a:cxn>
                <a:cxn ang="0">
                  <a:pos x="connsiteX24273" y="connsiteY24273"/>
                </a:cxn>
                <a:cxn ang="0">
                  <a:pos x="connsiteX24274" y="connsiteY24274"/>
                </a:cxn>
                <a:cxn ang="0">
                  <a:pos x="connsiteX24275" y="connsiteY24275"/>
                </a:cxn>
                <a:cxn ang="0">
                  <a:pos x="connsiteX24276" y="connsiteY24276"/>
                </a:cxn>
                <a:cxn ang="0">
                  <a:pos x="connsiteX24277" y="connsiteY24277"/>
                </a:cxn>
                <a:cxn ang="0">
                  <a:pos x="connsiteX24278" y="connsiteY24278"/>
                </a:cxn>
                <a:cxn ang="0">
                  <a:pos x="connsiteX24279" y="connsiteY24279"/>
                </a:cxn>
                <a:cxn ang="0">
                  <a:pos x="connsiteX24280" y="connsiteY24280"/>
                </a:cxn>
                <a:cxn ang="0">
                  <a:pos x="connsiteX24281" y="connsiteY24281"/>
                </a:cxn>
                <a:cxn ang="0">
                  <a:pos x="connsiteX24282" y="connsiteY24282"/>
                </a:cxn>
                <a:cxn ang="0">
                  <a:pos x="connsiteX24283" y="connsiteY24283"/>
                </a:cxn>
                <a:cxn ang="0">
                  <a:pos x="connsiteX24284" y="connsiteY24284"/>
                </a:cxn>
                <a:cxn ang="0">
                  <a:pos x="connsiteX24285" y="connsiteY24285"/>
                </a:cxn>
                <a:cxn ang="0">
                  <a:pos x="connsiteX24286" y="connsiteY24286"/>
                </a:cxn>
                <a:cxn ang="0">
                  <a:pos x="connsiteX24287" y="connsiteY24287"/>
                </a:cxn>
                <a:cxn ang="0">
                  <a:pos x="connsiteX24288" y="connsiteY24288"/>
                </a:cxn>
                <a:cxn ang="0">
                  <a:pos x="connsiteX24289" y="connsiteY24289"/>
                </a:cxn>
                <a:cxn ang="0">
                  <a:pos x="connsiteX24290" y="connsiteY24290"/>
                </a:cxn>
                <a:cxn ang="0">
                  <a:pos x="connsiteX24291" y="connsiteY24291"/>
                </a:cxn>
                <a:cxn ang="0">
                  <a:pos x="connsiteX24292" y="connsiteY24292"/>
                </a:cxn>
                <a:cxn ang="0">
                  <a:pos x="connsiteX24293" y="connsiteY24293"/>
                </a:cxn>
                <a:cxn ang="0">
                  <a:pos x="connsiteX24294" y="connsiteY24294"/>
                </a:cxn>
                <a:cxn ang="0">
                  <a:pos x="connsiteX24295" y="connsiteY24295"/>
                </a:cxn>
                <a:cxn ang="0">
                  <a:pos x="connsiteX24296" y="connsiteY24296"/>
                </a:cxn>
                <a:cxn ang="0">
                  <a:pos x="connsiteX24297" y="connsiteY24297"/>
                </a:cxn>
                <a:cxn ang="0">
                  <a:pos x="connsiteX24298" y="connsiteY24298"/>
                </a:cxn>
                <a:cxn ang="0">
                  <a:pos x="connsiteX24299" y="connsiteY24299"/>
                </a:cxn>
                <a:cxn ang="0">
                  <a:pos x="connsiteX24300" y="connsiteY24300"/>
                </a:cxn>
                <a:cxn ang="0">
                  <a:pos x="connsiteX24301" y="connsiteY24301"/>
                </a:cxn>
                <a:cxn ang="0">
                  <a:pos x="connsiteX24302" y="connsiteY24302"/>
                </a:cxn>
                <a:cxn ang="0">
                  <a:pos x="connsiteX24303" y="connsiteY24303"/>
                </a:cxn>
                <a:cxn ang="0">
                  <a:pos x="connsiteX24304" y="connsiteY24304"/>
                </a:cxn>
                <a:cxn ang="0">
                  <a:pos x="connsiteX24305" y="connsiteY24305"/>
                </a:cxn>
                <a:cxn ang="0">
                  <a:pos x="connsiteX24306" y="connsiteY24306"/>
                </a:cxn>
                <a:cxn ang="0">
                  <a:pos x="connsiteX24307" y="connsiteY24307"/>
                </a:cxn>
                <a:cxn ang="0">
                  <a:pos x="connsiteX24308" y="connsiteY24308"/>
                </a:cxn>
                <a:cxn ang="0">
                  <a:pos x="connsiteX24309" y="connsiteY24309"/>
                </a:cxn>
                <a:cxn ang="0">
                  <a:pos x="connsiteX24310" y="connsiteY24310"/>
                </a:cxn>
                <a:cxn ang="0">
                  <a:pos x="connsiteX24311" y="connsiteY24311"/>
                </a:cxn>
                <a:cxn ang="0">
                  <a:pos x="connsiteX24312" y="connsiteY24312"/>
                </a:cxn>
                <a:cxn ang="0">
                  <a:pos x="connsiteX24313" y="connsiteY24313"/>
                </a:cxn>
                <a:cxn ang="0">
                  <a:pos x="connsiteX24314" y="connsiteY24314"/>
                </a:cxn>
                <a:cxn ang="0">
                  <a:pos x="connsiteX24315" y="connsiteY24315"/>
                </a:cxn>
                <a:cxn ang="0">
                  <a:pos x="connsiteX24316" y="connsiteY24316"/>
                </a:cxn>
                <a:cxn ang="0">
                  <a:pos x="connsiteX24317" y="connsiteY24317"/>
                </a:cxn>
                <a:cxn ang="0">
                  <a:pos x="connsiteX24318" y="connsiteY24318"/>
                </a:cxn>
                <a:cxn ang="0">
                  <a:pos x="connsiteX24319" y="connsiteY24319"/>
                </a:cxn>
                <a:cxn ang="0">
                  <a:pos x="connsiteX24320" y="connsiteY24320"/>
                </a:cxn>
                <a:cxn ang="0">
                  <a:pos x="connsiteX24321" y="connsiteY24321"/>
                </a:cxn>
                <a:cxn ang="0">
                  <a:pos x="connsiteX24322" y="connsiteY24322"/>
                </a:cxn>
                <a:cxn ang="0">
                  <a:pos x="connsiteX24323" y="connsiteY24323"/>
                </a:cxn>
                <a:cxn ang="0">
                  <a:pos x="connsiteX24324" y="connsiteY24324"/>
                </a:cxn>
                <a:cxn ang="0">
                  <a:pos x="connsiteX24325" y="connsiteY24325"/>
                </a:cxn>
                <a:cxn ang="0">
                  <a:pos x="connsiteX24326" y="connsiteY24326"/>
                </a:cxn>
                <a:cxn ang="0">
                  <a:pos x="connsiteX24327" y="connsiteY24327"/>
                </a:cxn>
                <a:cxn ang="0">
                  <a:pos x="connsiteX24328" y="connsiteY24328"/>
                </a:cxn>
                <a:cxn ang="0">
                  <a:pos x="connsiteX24329" y="connsiteY24329"/>
                </a:cxn>
                <a:cxn ang="0">
                  <a:pos x="connsiteX24330" y="connsiteY24330"/>
                </a:cxn>
                <a:cxn ang="0">
                  <a:pos x="connsiteX24331" y="connsiteY24331"/>
                </a:cxn>
                <a:cxn ang="0">
                  <a:pos x="connsiteX24332" y="connsiteY24332"/>
                </a:cxn>
                <a:cxn ang="0">
                  <a:pos x="connsiteX24333" y="connsiteY24333"/>
                </a:cxn>
                <a:cxn ang="0">
                  <a:pos x="connsiteX24334" y="connsiteY24334"/>
                </a:cxn>
                <a:cxn ang="0">
                  <a:pos x="connsiteX24335" y="connsiteY24335"/>
                </a:cxn>
                <a:cxn ang="0">
                  <a:pos x="connsiteX24336" y="connsiteY24336"/>
                </a:cxn>
                <a:cxn ang="0">
                  <a:pos x="connsiteX24337" y="connsiteY24337"/>
                </a:cxn>
                <a:cxn ang="0">
                  <a:pos x="connsiteX24338" y="connsiteY24338"/>
                </a:cxn>
                <a:cxn ang="0">
                  <a:pos x="connsiteX24339" y="connsiteY24339"/>
                </a:cxn>
                <a:cxn ang="0">
                  <a:pos x="connsiteX24340" y="connsiteY24340"/>
                </a:cxn>
                <a:cxn ang="0">
                  <a:pos x="connsiteX24341" y="connsiteY24341"/>
                </a:cxn>
                <a:cxn ang="0">
                  <a:pos x="connsiteX24342" y="connsiteY24342"/>
                </a:cxn>
                <a:cxn ang="0">
                  <a:pos x="connsiteX24343" y="connsiteY24343"/>
                </a:cxn>
                <a:cxn ang="0">
                  <a:pos x="connsiteX24344" y="connsiteY24344"/>
                </a:cxn>
                <a:cxn ang="0">
                  <a:pos x="connsiteX24345" y="connsiteY24345"/>
                </a:cxn>
                <a:cxn ang="0">
                  <a:pos x="connsiteX24346" y="connsiteY24346"/>
                </a:cxn>
                <a:cxn ang="0">
                  <a:pos x="connsiteX24347" y="connsiteY24347"/>
                </a:cxn>
                <a:cxn ang="0">
                  <a:pos x="connsiteX24348" y="connsiteY24348"/>
                </a:cxn>
                <a:cxn ang="0">
                  <a:pos x="connsiteX24349" y="connsiteY24349"/>
                </a:cxn>
                <a:cxn ang="0">
                  <a:pos x="connsiteX24350" y="connsiteY24350"/>
                </a:cxn>
                <a:cxn ang="0">
                  <a:pos x="connsiteX24351" y="connsiteY24351"/>
                </a:cxn>
                <a:cxn ang="0">
                  <a:pos x="connsiteX24352" y="connsiteY24352"/>
                </a:cxn>
                <a:cxn ang="0">
                  <a:pos x="connsiteX24353" y="connsiteY24353"/>
                </a:cxn>
                <a:cxn ang="0">
                  <a:pos x="connsiteX24354" y="connsiteY24354"/>
                </a:cxn>
                <a:cxn ang="0">
                  <a:pos x="connsiteX24355" y="connsiteY24355"/>
                </a:cxn>
                <a:cxn ang="0">
                  <a:pos x="connsiteX24356" y="connsiteY24356"/>
                </a:cxn>
                <a:cxn ang="0">
                  <a:pos x="connsiteX24357" y="connsiteY24357"/>
                </a:cxn>
                <a:cxn ang="0">
                  <a:pos x="connsiteX24358" y="connsiteY24358"/>
                </a:cxn>
                <a:cxn ang="0">
                  <a:pos x="connsiteX24359" y="connsiteY24359"/>
                </a:cxn>
                <a:cxn ang="0">
                  <a:pos x="connsiteX24360" y="connsiteY24360"/>
                </a:cxn>
                <a:cxn ang="0">
                  <a:pos x="connsiteX24361" y="connsiteY24361"/>
                </a:cxn>
                <a:cxn ang="0">
                  <a:pos x="connsiteX24362" y="connsiteY24362"/>
                </a:cxn>
                <a:cxn ang="0">
                  <a:pos x="connsiteX24363" y="connsiteY24363"/>
                </a:cxn>
                <a:cxn ang="0">
                  <a:pos x="connsiteX24364" y="connsiteY24364"/>
                </a:cxn>
                <a:cxn ang="0">
                  <a:pos x="connsiteX24365" y="connsiteY24365"/>
                </a:cxn>
                <a:cxn ang="0">
                  <a:pos x="connsiteX24366" y="connsiteY24366"/>
                </a:cxn>
                <a:cxn ang="0">
                  <a:pos x="connsiteX24367" y="connsiteY24367"/>
                </a:cxn>
                <a:cxn ang="0">
                  <a:pos x="connsiteX24368" y="connsiteY24368"/>
                </a:cxn>
                <a:cxn ang="0">
                  <a:pos x="connsiteX24369" y="connsiteY24369"/>
                </a:cxn>
                <a:cxn ang="0">
                  <a:pos x="connsiteX24370" y="connsiteY24370"/>
                </a:cxn>
                <a:cxn ang="0">
                  <a:pos x="connsiteX24371" y="connsiteY24371"/>
                </a:cxn>
                <a:cxn ang="0">
                  <a:pos x="connsiteX24372" y="connsiteY24372"/>
                </a:cxn>
                <a:cxn ang="0">
                  <a:pos x="connsiteX24373" y="connsiteY24373"/>
                </a:cxn>
                <a:cxn ang="0">
                  <a:pos x="connsiteX24374" y="connsiteY24374"/>
                </a:cxn>
                <a:cxn ang="0">
                  <a:pos x="connsiteX24375" y="connsiteY24375"/>
                </a:cxn>
                <a:cxn ang="0">
                  <a:pos x="connsiteX24376" y="connsiteY24376"/>
                </a:cxn>
                <a:cxn ang="0">
                  <a:pos x="connsiteX24377" y="connsiteY24377"/>
                </a:cxn>
                <a:cxn ang="0">
                  <a:pos x="connsiteX24378" y="connsiteY24378"/>
                </a:cxn>
                <a:cxn ang="0">
                  <a:pos x="connsiteX24379" y="connsiteY24379"/>
                </a:cxn>
                <a:cxn ang="0">
                  <a:pos x="connsiteX24380" y="connsiteY24380"/>
                </a:cxn>
                <a:cxn ang="0">
                  <a:pos x="connsiteX24381" y="connsiteY24381"/>
                </a:cxn>
                <a:cxn ang="0">
                  <a:pos x="connsiteX24382" y="connsiteY24382"/>
                </a:cxn>
                <a:cxn ang="0">
                  <a:pos x="connsiteX24383" y="connsiteY24383"/>
                </a:cxn>
                <a:cxn ang="0">
                  <a:pos x="connsiteX24384" y="connsiteY24384"/>
                </a:cxn>
                <a:cxn ang="0">
                  <a:pos x="connsiteX24385" y="connsiteY24385"/>
                </a:cxn>
                <a:cxn ang="0">
                  <a:pos x="connsiteX24386" y="connsiteY24386"/>
                </a:cxn>
                <a:cxn ang="0">
                  <a:pos x="connsiteX24387" y="connsiteY24387"/>
                </a:cxn>
                <a:cxn ang="0">
                  <a:pos x="connsiteX24388" y="connsiteY24388"/>
                </a:cxn>
                <a:cxn ang="0">
                  <a:pos x="connsiteX24389" y="connsiteY24389"/>
                </a:cxn>
                <a:cxn ang="0">
                  <a:pos x="connsiteX24390" y="connsiteY24390"/>
                </a:cxn>
                <a:cxn ang="0">
                  <a:pos x="connsiteX24391" y="connsiteY24391"/>
                </a:cxn>
                <a:cxn ang="0">
                  <a:pos x="connsiteX24392" y="connsiteY24392"/>
                </a:cxn>
                <a:cxn ang="0">
                  <a:pos x="connsiteX24393" y="connsiteY24393"/>
                </a:cxn>
                <a:cxn ang="0">
                  <a:pos x="connsiteX24394" y="connsiteY24394"/>
                </a:cxn>
                <a:cxn ang="0">
                  <a:pos x="connsiteX24395" y="connsiteY24395"/>
                </a:cxn>
                <a:cxn ang="0">
                  <a:pos x="connsiteX24396" y="connsiteY24396"/>
                </a:cxn>
                <a:cxn ang="0">
                  <a:pos x="connsiteX24397" y="connsiteY24397"/>
                </a:cxn>
                <a:cxn ang="0">
                  <a:pos x="connsiteX24398" y="connsiteY24398"/>
                </a:cxn>
                <a:cxn ang="0">
                  <a:pos x="connsiteX24399" y="connsiteY24399"/>
                </a:cxn>
                <a:cxn ang="0">
                  <a:pos x="connsiteX24400" y="connsiteY24400"/>
                </a:cxn>
                <a:cxn ang="0">
                  <a:pos x="connsiteX24401" y="connsiteY24401"/>
                </a:cxn>
                <a:cxn ang="0">
                  <a:pos x="connsiteX24402" y="connsiteY24402"/>
                </a:cxn>
                <a:cxn ang="0">
                  <a:pos x="connsiteX24403" y="connsiteY24403"/>
                </a:cxn>
                <a:cxn ang="0">
                  <a:pos x="connsiteX24404" y="connsiteY24404"/>
                </a:cxn>
                <a:cxn ang="0">
                  <a:pos x="connsiteX24405" y="connsiteY24405"/>
                </a:cxn>
                <a:cxn ang="0">
                  <a:pos x="connsiteX24406" y="connsiteY24406"/>
                </a:cxn>
                <a:cxn ang="0">
                  <a:pos x="connsiteX24407" y="connsiteY24407"/>
                </a:cxn>
                <a:cxn ang="0">
                  <a:pos x="connsiteX24408" y="connsiteY24408"/>
                </a:cxn>
                <a:cxn ang="0">
                  <a:pos x="connsiteX24409" y="connsiteY24409"/>
                </a:cxn>
                <a:cxn ang="0">
                  <a:pos x="connsiteX24410" y="connsiteY24410"/>
                </a:cxn>
                <a:cxn ang="0">
                  <a:pos x="connsiteX24411" y="connsiteY24411"/>
                </a:cxn>
                <a:cxn ang="0">
                  <a:pos x="connsiteX24412" y="connsiteY24412"/>
                </a:cxn>
                <a:cxn ang="0">
                  <a:pos x="connsiteX24413" y="connsiteY24413"/>
                </a:cxn>
                <a:cxn ang="0">
                  <a:pos x="connsiteX24414" y="connsiteY24414"/>
                </a:cxn>
                <a:cxn ang="0">
                  <a:pos x="connsiteX24415" y="connsiteY24415"/>
                </a:cxn>
                <a:cxn ang="0">
                  <a:pos x="connsiteX24416" y="connsiteY24416"/>
                </a:cxn>
                <a:cxn ang="0">
                  <a:pos x="connsiteX24417" y="connsiteY24417"/>
                </a:cxn>
                <a:cxn ang="0">
                  <a:pos x="connsiteX24418" y="connsiteY24418"/>
                </a:cxn>
                <a:cxn ang="0">
                  <a:pos x="connsiteX24419" y="connsiteY24419"/>
                </a:cxn>
                <a:cxn ang="0">
                  <a:pos x="connsiteX24420" y="connsiteY24420"/>
                </a:cxn>
                <a:cxn ang="0">
                  <a:pos x="connsiteX24421" y="connsiteY24421"/>
                </a:cxn>
                <a:cxn ang="0">
                  <a:pos x="connsiteX24422" y="connsiteY24422"/>
                </a:cxn>
                <a:cxn ang="0">
                  <a:pos x="connsiteX24423" y="connsiteY24423"/>
                </a:cxn>
                <a:cxn ang="0">
                  <a:pos x="connsiteX24424" y="connsiteY24424"/>
                </a:cxn>
                <a:cxn ang="0">
                  <a:pos x="connsiteX24425" y="connsiteY24425"/>
                </a:cxn>
                <a:cxn ang="0">
                  <a:pos x="connsiteX24426" y="connsiteY24426"/>
                </a:cxn>
                <a:cxn ang="0">
                  <a:pos x="connsiteX24427" y="connsiteY24427"/>
                </a:cxn>
                <a:cxn ang="0">
                  <a:pos x="connsiteX24428" y="connsiteY24428"/>
                </a:cxn>
                <a:cxn ang="0">
                  <a:pos x="connsiteX24429" y="connsiteY24429"/>
                </a:cxn>
                <a:cxn ang="0">
                  <a:pos x="connsiteX24430" y="connsiteY24430"/>
                </a:cxn>
                <a:cxn ang="0">
                  <a:pos x="connsiteX24431" y="connsiteY24431"/>
                </a:cxn>
                <a:cxn ang="0">
                  <a:pos x="connsiteX24432" y="connsiteY24432"/>
                </a:cxn>
                <a:cxn ang="0">
                  <a:pos x="connsiteX24433" y="connsiteY24433"/>
                </a:cxn>
                <a:cxn ang="0">
                  <a:pos x="connsiteX24434" y="connsiteY24434"/>
                </a:cxn>
                <a:cxn ang="0">
                  <a:pos x="connsiteX24435" y="connsiteY24435"/>
                </a:cxn>
                <a:cxn ang="0">
                  <a:pos x="connsiteX24436" y="connsiteY24436"/>
                </a:cxn>
                <a:cxn ang="0">
                  <a:pos x="connsiteX24437" y="connsiteY24437"/>
                </a:cxn>
                <a:cxn ang="0">
                  <a:pos x="connsiteX24438" y="connsiteY24438"/>
                </a:cxn>
                <a:cxn ang="0">
                  <a:pos x="connsiteX24439" y="connsiteY24439"/>
                </a:cxn>
                <a:cxn ang="0">
                  <a:pos x="connsiteX24440" y="connsiteY24440"/>
                </a:cxn>
                <a:cxn ang="0">
                  <a:pos x="connsiteX24441" y="connsiteY24441"/>
                </a:cxn>
                <a:cxn ang="0">
                  <a:pos x="connsiteX24442" y="connsiteY24442"/>
                </a:cxn>
                <a:cxn ang="0">
                  <a:pos x="connsiteX24443" y="connsiteY24443"/>
                </a:cxn>
                <a:cxn ang="0">
                  <a:pos x="connsiteX24444" y="connsiteY24444"/>
                </a:cxn>
                <a:cxn ang="0">
                  <a:pos x="connsiteX24445" y="connsiteY24445"/>
                </a:cxn>
                <a:cxn ang="0">
                  <a:pos x="connsiteX24446" y="connsiteY24446"/>
                </a:cxn>
                <a:cxn ang="0">
                  <a:pos x="connsiteX24447" y="connsiteY24447"/>
                </a:cxn>
                <a:cxn ang="0">
                  <a:pos x="connsiteX24448" y="connsiteY24448"/>
                </a:cxn>
                <a:cxn ang="0">
                  <a:pos x="connsiteX24449" y="connsiteY24449"/>
                </a:cxn>
                <a:cxn ang="0">
                  <a:pos x="connsiteX24450" y="connsiteY24450"/>
                </a:cxn>
                <a:cxn ang="0">
                  <a:pos x="connsiteX24451" y="connsiteY24451"/>
                </a:cxn>
                <a:cxn ang="0">
                  <a:pos x="connsiteX24452" y="connsiteY24452"/>
                </a:cxn>
                <a:cxn ang="0">
                  <a:pos x="connsiteX24453" y="connsiteY24453"/>
                </a:cxn>
                <a:cxn ang="0">
                  <a:pos x="connsiteX24454" y="connsiteY24454"/>
                </a:cxn>
                <a:cxn ang="0">
                  <a:pos x="connsiteX24455" y="connsiteY24455"/>
                </a:cxn>
                <a:cxn ang="0">
                  <a:pos x="connsiteX24456" y="connsiteY24456"/>
                </a:cxn>
                <a:cxn ang="0">
                  <a:pos x="connsiteX24457" y="connsiteY24457"/>
                </a:cxn>
                <a:cxn ang="0">
                  <a:pos x="connsiteX24458" y="connsiteY24458"/>
                </a:cxn>
                <a:cxn ang="0">
                  <a:pos x="connsiteX24459" y="connsiteY24459"/>
                </a:cxn>
                <a:cxn ang="0">
                  <a:pos x="connsiteX24460" y="connsiteY24460"/>
                </a:cxn>
                <a:cxn ang="0">
                  <a:pos x="connsiteX24461" y="connsiteY24461"/>
                </a:cxn>
                <a:cxn ang="0">
                  <a:pos x="connsiteX24462" y="connsiteY24462"/>
                </a:cxn>
                <a:cxn ang="0">
                  <a:pos x="connsiteX24463" y="connsiteY24463"/>
                </a:cxn>
                <a:cxn ang="0">
                  <a:pos x="connsiteX24464" y="connsiteY24464"/>
                </a:cxn>
                <a:cxn ang="0">
                  <a:pos x="connsiteX24465" y="connsiteY24465"/>
                </a:cxn>
                <a:cxn ang="0">
                  <a:pos x="connsiteX24466" y="connsiteY24466"/>
                </a:cxn>
                <a:cxn ang="0">
                  <a:pos x="connsiteX24467" y="connsiteY24467"/>
                </a:cxn>
                <a:cxn ang="0">
                  <a:pos x="connsiteX24468" y="connsiteY24468"/>
                </a:cxn>
                <a:cxn ang="0">
                  <a:pos x="connsiteX24469" y="connsiteY24469"/>
                </a:cxn>
                <a:cxn ang="0">
                  <a:pos x="connsiteX24470" y="connsiteY24470"/>
                </a:cxn>
                <a:cxn ang="0">
                  <a:pos x="connsiteX24471" y="connsiteY24471"/>
                </a:cxn>
                <a:cxn ang="0">
                  <a:pos x="connsiteX24472" y="connsiteY24472"/>
                </a:cxn>
                <a:cxn ang="0">
                  <a:pos x="connsiteX24473" y="connsiteY24473"/>
                </a:cxn>
                <a:cxn ang="0">
                  <a:pos x="connsiteX24474" y="connsiteY24474"/>
                </a:cxn>
                <a:cxn ang="0">
                  <a:pos x="connsiteX24475" y="connsiteY24475"/>
                </a:cxn>
                <a:cxn ang="0">
                  <a:pos x="connsiteX24476" y="connsiteY24476"/>
                </a:cxn>
                <a:cxn ang="0">
                  <a:pos x="connsiteX24477" y="connsiteY24477"/>
                </a:cxn>
                <a:cxn ang="0">
                  <a:pos x="connsiteX24478" y="connsiteY24478"/>
                </a:cxn>
                <a:cxn ang="0">
                  <a:pos x="connsiteX24479" y="connsiteY24479"/>
                </a:cxn>
                <a:cxn ang="0">
                  <a:pos x="connsiteX24480" y="connsiteY24480"/>
                </a:cxn>
                <a:cxn ang="0">
                  <a:pos x="connsiteX24481" y="connsiteY24481"/>
                </a:cxn>
                <a:cxn ang="0">
                  <a:pos x="connsiteX24482" y="connsiteY24482"/>
                </a:cxn>
                <a:cxn ang="0">
                  <a:pos x="connsiteX24483" y="connsiteY24483"/>
                </a:cxn>
                <a:cxn ang="0">
                  <a:pos x="connsiteX24484" y="connsiteY24484"/>
                </a:cxn>
                <a:cxn ang="0">
                  <a:pos x="connsiteX24485" y="connsiteY24485"/>
                </a:cxn>
                <a:cxn ang="0">
                  <a:pos x="connsiteX24486" y="connsiteY24486"/>
                </a:cxn>
                <a:cxn ang="0">
                  <a:pos x="connsiteX24487" y="connsiteY24487"/>
                </a:cxn>
                <a:cxn ang="0">
                  <a:pos x="connsiteX24488" y="connsiteY24488"/>
                </a:cxn>
                <a:cxn ang="0">
                  <a:pos x="connsiteX24489" y="connsiteY24489"/>
                </a:cxn>
                <a:cxn ang="0">
                  <a:pos x="connsiteX24490" y="connsiteY24490"/>
                </a:cxn>
                <a:cxn ang="0">
                  <a:pos x="connsiteX24491" y="connsiteY24491"/>
                </a:cxn>
                <a:cxn ang="0">
                  <a:pos x="connsiteX24492" y="connsiteY24492"/>
                </a:cxn>
                <a:cxn ang="0">
                  <a:pos x="connsiteX24493" y="connsiteY24493"/>
                </a:cxn>
                <a:cxn ang="0">
                  <a:pos x="connsiteX24494" y="connsiteY24494"/>
                </a:cxn>
                <a:cxn ang="0">
                  <a:pos x="connsiteX24495" y="connsiteY24495"/>
                </a:cxn>
                <a:cxn ang="0">
                  <a:pos x="connsiteX24496" y="connsiteY24496"/>
                </a:cxn>
                <a:cxn ang="0">
                  <a:pos x="connsiteX24497" y="connsiteY24497"/>
                </a:cxn>
                <a:cxn ang="0">
                  <a:pos x="connsiteX24498" y="connsiteY24498"/>
                </a:cxn>
                <a:cxn ang="0">
                  <a:pos x="connsiteX24499" y="connsiteY24499"/>
                </a:cxn>
                <a:cxn ang="0">
                  <a:pos x="connsiteX24500" y="connsiteY24500"/>
                </a:cxn>
                <a:cxn ang="0">
                  <a:pos x="connsiteX24501" y="connsiteY24501"/>
                </a:cxn>
                <a:cxn ang="0">
                  <a:pos x="connsiteX24502" y="connsiteY24502"/>
                </a:cxn>
                <a:cxn ang="0">
                  <a:pos x="connsiteX24503" y="connsiteY24503"/>
                </a:cxn>
                <a:cxn ang="0">
                  <a:pos x="connsiteX24504" y="connsiteY24504"/>
                </a:cxn>
                <a:cxn ang="0">
                  <a:pos x="connsiteX24505" y="connsiteY24505"/>
                </a:cxn>
                <a:cxn ang="0">
                  <a:pos x="connsiteX24506" y="connsiteY24506"/>
                </a:cxn>
                <a:cxn ang="0">
                  <a:pos x="connsiteX24507" y="connsiteY24507"/>
                </a:cxn>
                <a:cxn ang="0">
                  <a:pos x="connsiteX24508" y="connsiteY24508"/>
                </a:cxn>
                <a:cxn ang="0">
                  <a:pos x="connsiteX24509" y="connsiteY24509"/>
                </a:cxn>
                <a:cxn ang="0">
                  <a:pos x="connsiteX24510" y="connsiteY24510"/>
                </a:cxn>
                <a:cxn ang="0">
                  <a:pos x="connsiteX24511" y="connsiteY24511"/>
                </a:cxn>
                <a:cxn ang="0">
                  <a:pos x="connsiteX24512" y="connsiteY24512"/>
                </a:cxn>
                <a:cxn ang="0">
                  <a:pos x="connsiteX24513" y="connsiteY24513"/>
                </a:cxn>
                <a:cxn ang="0">
                  <a:pos x="connsiteX24514" y="connsiteY24514"/>
                </a:cxn>
                <a:cxn ang="0">
                  <a:pos x="connsiteX24515" y="connsiteY24515"/>
                </a:cxn>
                <a:cxn ang="0">
                  <a:pos x="connsiteX24516" y="connsiteY24516"/>
                </a:cxn>
                <a:cxn ang="0">
                  <a:pos x="connsiteX24517" y="connsiteY24517"/>
                </a:cxn>
                <a:cxn ang="0">
                  <a:pos x="connsiteX24518" y="connsiteY24518"/>
                </a:cxn>
                <a:cxn ang="0">
                  <a:pos x="connsiteX24519" y="connsiteY24519"/>
                </a:cxn>
                <a:cxn ang="0">
                  <a:pos x="connsiteX24520" y="connsiteY24520"/>
                </a:cxn>
                <a:cxn ang="0">
                  <a:pos x="connsiteX24521" y="connsiteY24521"/>
                </a:cxn>
                <a:cxn ang="0">
                  <a:pos x="connsiteX24522" y="connsiteY24522"/>
                </a:cxn>
                <a:cxn ang="0">
                  <a:pos x="connsiteX24523" y="connsiteY24523"/>
                </a:cxn>
                <a:cxn ang="0">
                  <a:pos x="connsiteX24524" y="connsiteY24524"/>
                </a:cxn>
                <a:cxn ang="0">
                  <a:pos x="connsiteX24525" y="connsiteY24525"/>
                </a:cxn>
                <a:cxn ang="0">
                  <a:pos x="connsiteX24526" y="connsiteY24526"/>
                </a:cxn>
                <a:cxn ang="0">
                  <a:pos x="connsiteX24527" y="connsiteY24527"/>
                </a:cxn>
                <a:cxn ang="0">
                  <a:pos x="connsiteX24528" y="connsiteY24528"/>
                </a:cxn>
                <a:cxn ang="0">
                  <a:pos x="connsiteX24529" y="connsiteY24529"/>
                </a:cxn>
                <a:cxn ang="0">
                  <a:pos x="connsiteX24530" y="connsiteY24530"/>
                </a:cxn>
                <a:cxn ang="0">
                  <a:pos x="connsiteX24531" y="connsiteY24531"/>
                </a:cxn>
                <a:cxn ang="0">
                  <a:pos x="connsiteX24532" y="connsiteY24532"/>
                </a:cxn>
                <a:cxn ang="0">
                  <a:pos x="connsiteX24533" y="connsiteY24533"/>
                </a:cxn>
                <a:cxn ang="0">
                  <a:pos x="connsiteX24534" y="connsiteY24534"/>
                </a:cxn>
                <a:cxn ang="0">
                  <a:pos x="connsiteX24535" y="connsiteY24535"/>
                </a:cxn>
                <a:cxn ang="0">
                  <a:pos x="connsiteX24536" y="connsiteY24536"/>
                </a:cxn>
                <a:cxn ang="0">
                  <a:pos x="connsiteX24537" y="connsiteY24537"/>
                </a:cxn>
                <a:cxn ang="0">
                  <a:pos x="connsiteX24538" y="connsiteY24538"/>
                </a:cxn>
                <a:cxn ang="0">
                  <a:pos x="connsiteX24539" y="connsiteY24539"/>
                </a:cxn>
                <a:cxn ang="0">
                  <a:pos x="connsiteX24540" y="connsiteY24540"/>
                </a:cxn>
                <a:cxn ang="0">
                  <a:pos x="connsiteX24541" y="connsiteY24541"/>
                </a:cxn>
                <a:cxn ang="0">
                  <a:pos x="connsiteX24542" y="connsiteY24542"/>
                </a:cxn>
                <a:cxn ang="0">
                  <a:pos x="connsiteX24543" y="connsiteY24543"/>
                </a:cxn>
                <a:cxn ang="0">
                  <a:pos x="connsiteX24544" y="connsiteY24544"/>
                </a:cxn>
                <a:cxn ang="0">
                  <a:pos x="connsiteX24545" y="connsiteY24545"/>
                </a:cxn>
                <a:cxn ang="0">
                  <a:pos x="connsiteX24546" y="connsiteY24546"/>
                </a:cxn>
                <a:cxn ang="0">
                  <a:pos x="connsiteX24547" y="connsiteY24547"/>
                </a:cxn>
                <a:cxn ang="0">
                  <a:pos x="connsiteX24548" y="connsiteY24548"/>
                </a:cxn>
                <a:cxn ang="0">
                  <a:pos x="connsiteX24549" y="connsiteY24549"/>
                </a:cxn>
                <a:cxn ang="0">
                  <a:pos x="connsiteX24550" y="connsiteY24550"/>
                </a:cxn>
                <a:cxn ang="0">
                  <a:pos x="connsiteX24551" y="connsiteY24551"/>
                </a:cxn>
                <a:cxn ang="0">
                  <a:pos x="connsiteX24552" y="connsiteY24552"/>
                </a:cxn>
                <a:cxn ang="0">
                  <a:pos x="connsiteX24553" y="connsiteY24553"/>
                </a:cxn>
                <a:cxn ang="0">
                  <a:pos x="connsiteX24554" y="connsiteY24554"/>
                </a:cxn>
                <a:cxn ang="0">
                  <a:pos x="connsiteX24555" y="connsiteY24555"/>
                </a:cxn>
                <a:cxn ang="0">
                  <a:pos x="connsiteX24556" y="connsiteY24556"/>
                </a:cxn>
                <a:cxn ang="0">
                  <a:pos x="connsiteX24557" y="connsiteY24557"/>
                </a:cxn>
                <a:cxn ang="0">
                  <a:pos x="connsiteX24558" y="connsiteY24558"/>
                </a:cxn>
                <a:cxn ang="0">
                  <a:pos x="connsiteX24559" y="connsiteY24559"/>
                </a:cxn>
                <a:cxn ang="0">
                  <a:pos x="connsiteX24560" y="connsiteY24560"/>
                </a:cxn>
                <a:cxn ang="0">
                  <a:pos x="connsiteX24561" y="connsiteY24561"/>
                </a:cxn>
                <a:cxn ang="0">
                  <a:pos x="connsiteX24562" y="connsiteY24562"/>
                </a:cxn>
                <a:cxn ang="0">
                  <a:pos x="connsiteX24563" y="connsiteY24563"/>
                </a:cxn>
                <a:cxn ang="0">
                  <a:pos x="connsiteX24564" y="connsiteY24564"/>
                </a:cxn>
                <a:cxn ang="0">
                  <a:pos x="connsiteX24565" y="connsiteY24565"/>
                </a:cxn>
                <a:cxn ang="0">
                  <a:pos x="connsiteX24566" y="connsiteY24566"/>
                </a:cxn>
                <a:cxn ang="0">
                  <a:pos x="connsiteX24567" y="connsiteY24567"/>
                </a:cxn>
                <a:cxn ang="0">
                  <a:pos x="connsiteX24568" y="connsiteY24568"/>
                </a:cxn>
                <a:cxn ang="0">
                  <a:pos x="connsiteX24569" y="connsiteY24569"/>
                </a:cxn>
                <a:cxn ang="0">
                  <a:pos x="connsiteX24570" y="connsiteY24570"/>
                </a:cxn>
                <a:cxn ang="0">
                  <a:pos x="connsiteX24571" y="connsiteY24571"/>
                </a:cxn>
                <a:cxn ang="0">
                  <a:pos x="connsiteX24572" y="connsiteY24572"/>
                </a:cxn>
                <a:cxn ang="0">
                  <a:pos x="connsiteX24573" y="connsiteY24573"/>
                </a:cxn>
                <a:cxn ang="0">
                  <a:pos x="connsiteX24574" y="connsiteY24574"/>
                </a:cxn>
                <a:cxn ang="0">
                  <a:pos x="connsiteX24575" y="connsiteY24575"/>
                </a:cxn>
                <a:cxn ang="0">
                  <a:pos x="connsiteX24576" y="connsiteY24576"/>
                </a:cxn>
                <a:cxn ang="0">
                  <a:pos x="connsiteX24577" y="connsiteY24577"/>
                </a:cxn>
                <a:cxn ang="0">
                  <a:pos x="connsiteX24578" y="connsiteY24578"/>
                </a:cxn>
                <a:cxn ang="0">
                  <a:pos x="connsiteX24579" y="connsiteY24579"/>
                </a:cxn>
                <a:cxn ang="0">
                  <a:pos x="connsiteX24580" y="connsiteY24580"/>
                </a:cxn>
                <a:cxn ang="0">
                  <a:pos x="connsiteX24581" y="connsiteY24581"/>
                </a:cxn>
                <a:cxn ang="0">
                  <a:pos x="connsiteX24582" y="connsiteY24582"/>
                </a:cxn>
                <a:cxn ang="0">
                  <a:pos x="connsiteX24583" y="connsiteY24583"/>
                </a:cxn>
                <a:cxn ang="0">
                  <a:pos x="connsiteX24584" y="connsiteY24584"/>
                </a:cxn>
                <a:cxn ang="0">
                  <a:pos x="connsiteX24585" y="connsiteY24585"/>
                </a:cxn>
                <a:cxn ang="0">
                  <a:pos x="connsiteX24586" y="connsiteY24586"/>
                </a:cxn>
                <a:cxn ang="0">
                  <a:pos x="connsiteX24587" y="connsiteY24587"/>
                </a:cxn>
                <a:cxn ang="0">
                  <a:pos x="connsiteX24588" y="connsiteY24588"/>
                </a:cxn>
                <a:cxn ang="0">
                  <a:pos x="connsiteX24589" y="connsiteY24589"/>
                </a:cxn>
                <a:cxn ang="0">
                  <a:pos x="connsiteX24590" y="connsiteY24590"/>
                </a:cxn>
                <a:cxn ang="0">
                  <a:pos x="connsiteX24591" y="connsiteY24591"/>
                </a:cxn>
                <a:cxn ang="0">
                  <a:pos x="connsiteX24592" y="connsiteY24592"/>
                </a:cxn>
                <a:cxn ang="0">
                  <a:pos x="connsiteX24593" y="connsiteY24593"/>
                </a:cxn>
                <a:cxn ang="0">
                  <a:pos x="connsiteX24594" y="connsiteY24594"/>
                </a:cxn>
                <a:cxn ang="0">
                  <a:pos x="connsiteX24595" y="connsiteY24595"/>
                </a:cxn>
                <a:cxn ang="0">
                  <a:pos x="connsiteX24596" y="connsiteY24596"/>
                </a:cxn>
                <a:cxn ang="0">
                  <a:pos x="connsiteX24597" y="connsiteY24597"/>
                </a:cxn>
                <a:cxn ang="0">
                  <a:pos x="connsiteX24598" y="connsiteY24598"/>
                </a:cxn>
                <a:cxn ang="0">
                  <a:pos x="connsiteX24599" y="connsiteY24599"/>
                </a:cxn>
                <a:cxn ang="0">
                  <a:pos x="connsiteX24600" y="connsiteY24600"/>
                </a:cxn>
                <a:cxn ang="0">
                  <a:pos x="connsiteX24601" y="connsiteY24601"/>
                </a:cxn>
                <a:cxn ang="0">
                  <a:pos x="connsiteX24602" y="connsiteY24602"/>
                </a:cxn>
                <a:cxn ang="0">
                  <a:pos x="connsiteX24603" y="connsiteY24603"/>
                </a:cxn>
                <a:cxn ang="0">
                  <a:pos x="connsiteX24604" y="connsiteY24604"/>
                </a:cxn>
                <a:cxn ang="0">
                  <a:pos x="connsiteX24605" y="connsiteY24605"/>
                </a:cxn>
                <a:cxn ang="0">
                  <a:pos x="connsiteX24606" y="connsiteY24606"/>
                </a:cxn>
                <a:cxn ang="0">
                  <a:pos x="connsiteX24607" y="connsiteY24607"/>
                </a:cxn>
                <a:cxn ang="0">
                  <a:pos x="connsiteX24608" y="connsiteY24608"/>
                </a:cxn>
                <a:cxn ang="0">
                  <a:pos x="connsiteX24609" y="connsiteY24609"/>
                </a:cxn>
                <a:cxn ang="0">
                  <a:pos x="connsiteX24610" y="connsiteY24610"/>
                </a:cxn>
                <a:cxn ang="0">
                  <a:pos x="connsiteX24611" y="connsiteY24611"/>
                </a:cxn>
                <a:cxn ang="0">
                  <a:pos x="connsiteX24612" y="connsiteY24612"/>
                </a:cxn>
                <a:cxn ang="0">
                  <a:pos x="connsiteX24613" y="connsiteY24613"/>
                </a:cxn>
                <a:cxn ang="0">
                  <a:pos x="connsiteX24614" y="connsiteY24614"/>
                </a:cxn>
                <a:cxn ang="0">
                  <a:pos x="connsiteX24615" y="connsiteY24615"/>
                </a:cxn>
                <a:cxn ang="0">
                  <a:pos x="connsiteX24616" y="connsiteY24616"/>
                </a:cxn>
                <a:cxn ang="0">
                  <a:pos x="connsiteX24617" y="connsiteY24617"/>
                </a:cxn>
                <a:cxn ang="0">
                  <a:pos x="connsiteX24618" y="connsiteY24618"/>
                </a:cxn>
                <a:cxn ang="0">
                  <a:pos x="connsiteX24619" y="connsiteY24619"/>
                </a:cxn>
                <a:cxn ang="0">
                  <a:pos x="connsiteX24620" y="connsiteY24620"/>
                </a:cxn>
                <a:cxn ang="0">
                  <a:pos x="connsiteX24621" y="connsiteY24621"/>
                </a:cxn>
                <a:cxn ang="0">
                  <a:pos x="connsiteX24622" y="connsiteY24622"/>
                </a:cxn>
                <a:cxn ang="0">
                  <a:pos x="connsiteX24623" y="connsiteY24623"/>
                </a:cxn>
                <a:cxn ang="0">
                  <a:pos x="connsiteX24624" y="connsiteY24624"/>
                </a:cxn>
                <a:cxn ang="0">
                  <a:pos x="connsiteX24625" y="connsiteY24625"/>
                </a:cxn>
                <a:cxn ang="0">
                  <a:pos x="connsiteX24626" y="connsiteY24626"/>
                </a:cxn>
                <a:cxn ang="0">
                  <a:pos x="connsiteX24627" y="connsiteY24627"/>
                </a:cxn>
                <a:cxn ang="0">
                  <a:pos x="connsiteX24628" y="connsiteY24628"/>
                </a:cxn>
                <a:cxn ang="0">
                  <a:pos x="connsiteX24629" y="connsiteY24629"/>
                </a:cxn>
                <a:cxn ang="0">
                  <a:pos x="connsiteX24630" y="connsiteY24630"/>
                </a:cxn>
                <a:cxn ang="0">
                  <a:pos x="connsiteX24631" y="connsiteY24631"/>
                </a:cxn>
                <a:cxn ang="0">
                  <a:pos x="connsiteX24632" y="connsiteY24632"/>
                </a:cxn>
                <a:cxn ang="0">
                  <a:pos x="connsiteX24633" y="connsiteY24633"/>
                </a:cxn>
                <a:cxn ang="0">
                  <a:pos x="connsiteX24634" y="connsiteY24634"/>
                </a:cxn>
                <a:cxn ang="0">
                  <a:pos x="connsiteX24635" y="connsiteY24635"/>
                </a:cxn>
                <a:cxn ang="0">
                  <a:pos x="connsiteX24636" y="connsiteY24636"/>
                </a:cxn>
                <a:cxn ang="0">
                  <a:pos x="connsiteX24637" y="connsiteY24637"/>
                </a:cxn>
                <a:cxn ang="0">
                  <a:pos x="connsiteX24638" y="connsiteY24638"/>
                </a:cxn>
                <a:cxn ang="0">
                  <a:pos x="connsiteX24639" y="connsiteY24639"/>
                </a:cxn>
                <a:cxn ang="0">
                  <a:pos x="connsiteX24640" y="connsiteY24640"/>
                </a:cxn>
                <a:cxn ang="0">
                  <a:pos x="connsiteX24641" y="connsiteY24641"/>
                </a:cxn>
                <a:cxn ang="0">
                  <a:pos x="connsiteX24642" y="connsiteY24642"/>
                </a:cxn>
                <a:cxn ang="0">
                  <a:pos x="connsiteX24643" y="connsiteY24643"/>
                </a:cxn>
                <a:cxn ang="0">
                  <a:pos x="connsiteX24644" y="connsiteY24644"/>
                </a:cxn>
                <a:cxn ang="0">
                  <a:pos x="connsiteX24645" y="connsiteY24645"/>
                </a:cxn>
                <a:cxn ang="0">
                  <a:pos x="connsiteX24646" y="connsiteY24646"/>
                </a:cxn>
                <a:cxn ang="0">
                  <a:pos x="connsiteX24647" y="connsiteY24647"/>
                </a:cxn>
                <a:cxn ang="0">
                  <a:pos x="connsiteX24648" y="connsiteY24648"/>
                </a:cxn>
                <a:cxn ang="0">
                  <a:pos x="connsiteX24649" y="connsiteY24649"/>
                </a:cxn>
                <a:cxn ang="0">
                  <a:pos x="connsiteX24650" y="connsiteY24650"/>
                </a:cxn>
                <a:cxn ang="0">
                  <a:pos x="connsiteX24651" y="connsiteY24651"/>
                </a:cxn>
                <a:cxn ang="0">
                  <a:pos x="connsiteX24652" y="connsiteY24652"/>
                </a:cxn>
                <a:cxn ang="0">
                  <a:pos x="connsiteX24653" y="connsiteY24653"/>
                </a:cxn>
                <a:cxn ang="0">
                  <a:pos x="connsiteX24654" y="connsiteY24654"/>
                </a:cxn>
                <a:cxn ang="0">
                  <a:pos x="connsiteX24655" y="connsiteY24655"/>
                </a:cxn>
                <a:cxn ang="0">
                  <a:pos x="connsiteX24656" y="connsiteY24656"/>
                </a:cxn>
                <a:cxn ang="0">
                  <a:pos x="connsiteX24657" y="connsiteY24657"/>
                </a:cxn>
                <a:cxn ang="0">
                  <a:pos x="connsiteX24658" y="connsiteY24658"/>
                </a:cxn>
                <a:cxn ang="0">
                  <a:pos x="connsiteX24659" y="connsiteY24659"/>
                </a:cxn>
                <a:cxn ang="0">
                  <a:pos x="connsiteX24660" y="connsiteY24660"/>
                </a:cxn>
                <a:cxn ang="0">
                  <a:pos x="connsiteX24661" y="connsiteY24661"/>
                </a:cxn>
                <a:cxn ang="0">
                  <a:pos x="connsiteX24662" y="connsiteY24662"/>
                </a:cxn>
                <a:cxn ang="0">
                  <a:pos x="connsiteX24663" y="connsiteY24663"/>
                </a:cxn>
                <a:cxn ang="0">
                  <a:pos x="connsiteX24664" y="connsiteY24664"/>
                </a:cxn>
                <a:cxn ang="0">
                  <a:pos x="connsiteX24665" y="connsiteY24665"/>
                </a:cxn>
                <a:cxn ang="0">
                  <a:pos x="connsiteX24666" y="connsiteY24666"/>
                </a:cxn>
                <a:cxn ang="0">
                  <a:pos x="connsiteX24667" y="connsiteY24667"/>
                </a:cxn>
                <a:cxn ang="0">
                  <a:pos x="connsiteX24668" y="connsiteY24668"/>
                </a:cxn>
                <a:cxn ang="0">
                  <a:pos x="connsiteX24669" y="connsiteY24669"/>
                </a:cxn>
                <a:cxn ang="0">
                  <a:pos x="connsiteX24670" y="connsiteY24670"/>
                </a:cxn>
                <a:cxn ang="0">
                  <a:pos x="connsiteX24671" y="connsiteY24671"/>
                </a:cxn>
                <a:cxn ang="0">
                  <a:pos x="connsiteX24672" y="connsiteY24672"/>
                </a:cxn>
                <a:cxn ang="0">
                  <a:pos x="connsiteX24673" y="connsiteY24673"/>
                </a:cxn>
                <a:cxn ang="0">
                  <a:pos x="connsiteX24674" y="connsiteY24674"/>
                </a:cxn>
                <a:cxn ang="0">
                  <a:pos x="connsiteX24675" y="connsiteY24675"/>
                </a:cxn>
                <a:cxn ang="0">
                  <a:pos x="connsiteX24676" y="connsiteY24676"/>
                </a:cxn>
                <a:cxn ang="0">
                  <a:pos x="connsiteX24677" y="connsiteY24677"/>
                </a:cxn>
                <a:cxn ang="0">
                  <a:pos x="connsiteX24678" y="connsiteY24678"/>
                </a:cxn>
                <a:cxn ang="0">
                  <a:pos x="connsiteX24679" y="connsiteY24679"/>
                </a:cxn>
                <a:cxn ang="0">
                  <a:pos x="connsiteX24680" y="connsiteY24680"/>
                </a:cxn>
                <a:cxn ang="0">
                  <a:pos x="connsiteX24681" y="connsiteY24681"/>
                </a:cxn>
                <a:cxn ang="0">
                  <a:pos x="connsiteX24682" y="connsiteY24682"/>
                </a:cxn>
                <a:cxn ang="0">
                  <a:pos x="connsiteX24683" y="connsiteY24683"/>
                </a:cxn>
                <a:cxn ang="0">
                  <a:pos x="connsiteX24684" y="connsiteY24684"/>
                </a:cxn>
                <a:cxn ang="0">
                  <a:pos x="connsiteX24685" y="connsiteY24685"/>
                </a:cxn>
                <a:cxn ang="0">
                  <a:pos x="connsiteX24686" y="connsiteY24686"/>
                </a:cxn>
                <a:cxn ang="0">
                  <a:pos x="connsiteX24687" y="connsiteY24687"/>
                </a:cxn>
                <a:cxn ang="0">
                  <a:pos x="connsiteX24688" y="connsiteY24688"/>
                </a:cxn>
                <a:cxn ang="0">
                  <a:pos x="connsiteX24689" y="connsiteY24689"/>
                </a:cxn>
                <a:cxn ang="0">
                  <a:pos x="connsiteX24690" y="connsiteY24690"/>
                </a:cxn>
                <a:cxn ang="0">
                  <a:pos x="connsiteX24691" y="connsiteY24691"/>
                </a:cxn>
                <a:cxn ang="0">
                  <a:pos x="connsiteX24692" y="connsiteY24692"/>
                </a:cxn>
                <a:cxn ang="0">
                  <a:pos x="connsiteX24693" y="connsiteY24693"/>
                </a:cxn>
                <a:cxn ang="0">
                  <a:pos x="connsiteX24694" y="connsiteY24694"/>
                </a:cxn>
                <a:cxn ang="0">
                  <a:pos x="connsiteX24695" y="connsiteY24695"/>
                </a:cxn>
                <a:cxn ang="0">
                  <a:pos x="connsiteX24696" y="connsiteY24696"/>
                </a:cxn>
                <a:cxn ang="0">
                  <a:pos x="connsiteX24697" y="connsiteY24697"/>
                </a:cxn>
                <a:cxn ang="0">
                  <a:pos x="connsiteX24698" y="connsiteY24698"/>
                </a:cxn>
                <a:cxn ang="0">
                  <a:pos x="connsiteX24699" y="connsiteY24699"/>
                </a:cxn>
                <a:cxn ang="0">
                  <a:pos x="connsiteX24700" y="connsiteY24700"/>
                </a:cxn>
                <a:cxn ang="0">
                  <a:pos x="connsiteX24701" y="connsiteY24701"/>
                </a:cxn>
                <a:cxn ang="0">
                  <a:pos x="connsiteX24702" y="connsiteY24702"/>
                </a:cxn>
                <a:cxn ang="0">
                  <a:pos x="connsiteX24703" y="connsiteY24703"/>
                </a:cxn>
                <a:cxn ang="0">
                  <a:pos x="connsiteX24704" y="connsiteY24704"/>
                </a:cxn>
                <a:cxn ang="0">
                  <a:pos x="connsiteX24705" y="connsiteY24705"/>
                </a:cxn>
                <a:cxn ang="0">
                  <a:pos x="connsiteX24706" y="connsiteY24706"/>
                </a:cxn>
                <a:cxn ang="0">
                  <a:pos x="connsiteX24707" y="connsiteY24707"/>
                </a:cxn>
                <a:cxn ang="0">
                  <a:pos x="connsiteX24708" y="connsiteY24708"/>
                </a:cxn>
                <a:cxn ang="0">
                  <a:pos x="connsiteX24709" y="connsiteY24709"/>
                </a:cxn>
                <a:cxn ang="0">
                  <a:pos x="connsiteX24710" y="connsiteY24710"/>
                </a:cxn>
                <a:cxn ang="0">
                  <a:pos x="connsiteX24711" y="connsiteY24711"/>
                </a:cxn>
                <a:cxn ang="0">
                  <a:pos x="connsiteX24712" y="connsiteY24712"/>
                </a:cxn>
                <a:cxn ang="0">
                  <a:pos x="connsiteX24713" y="connsiteY24713"/>
                </a:cxn>
                <a:cxn ang="0">
                  <a:pos x="connsiteX24714" y="connsiteY24714"/>
                </a:cxn>
                <a:cxn ang="0">
                  <a:pos x="connsiteX24715" y="connsiteY24715"/>
                </a:cxn>
                <a:cxn ang="0">
                  <a:pos x="connsiteX24716" y="connsiteY24716"/>
                </a:cxn>
                <a:cxn ang="0">
                  <a:pos x="connsiteX24717" y="connsiteY24717"/>
                </a:cxn>
                <a:cxn ang="0">
                  <a:pos x="connsiteX24718" y="connsiteY24718"/>
                </a:cxn>
                <a:cxn ang="0">
                  <a:pos x="connsiteX24719" y="connsiteY24719"/>
                </a:cxn>
                <a:cxn ang="0">
                  <a:pos x="connsiteX24720" y="connsiteY24720"/>
                </a:cxn>
                <a:cxn ang="0">
                  <a:pos x="connsiteX24721" y="connsiteY24721"/>
                </a:cxn>
                <a:cxn ang="0">
                  <a:pos x="connsiteX24722" y="connsiteY24722"/>
                </a:cxn>
                <a:cxn ang="0">
                  <a:pos x="connsiteX24723" y="connsiteY24723"/>
                </a:cxn>
                <a:cxn ang="0">
                  <a:pos x="connsiteX24724" y="connsiteY24724"/>
                </a:cxn>
                <a:cxn ang="0">
                  <a:pos x="connsiteX24725" y="connsiteY24725"/>
                </a:cxn>
                <a:cxn ang="0">
                  <a:pos x="connsiteX24726" y="connsiteY24726"/>
                </a:cxn>
                <a:cxn ang="0">
                  <a:pos x="connsiteX24727" y="connsiteY24727"/>
                </a:cxn>
                <a:cxn ang="0">
                  <a:pos x="connsiteX24728" y="connsiteY24728"/>
                </a:cxn>
                <a:cxn ang="0">
                  <a:pos x="connsiteX24729" y="connsiteY24729"/>
                </a:cxn>
                <a:cxn ang="0">
                  <a:pos x="connsiteX24730" y="connsiteY24730"/>
                </a:cxn>
                <a:cxn ang="0">
                  <a:pos x="connsiteX24731" y="connsiteY24731"/>
                </a:cxn>
                <a:cxn ang="0">
                  <a:pos x="connsiteX24732" y="connsiteY24732"/>
                </a:cxn>
                <a:cxn ang="0">
                  <a:pos x="connsiteX24733" y="connsiteY24733"/>
                </a:cxn>
                <a:cxn ang="0">
                  <a:pos x="connsiteX24734" y="connsiteY24734"/>
                </a:cxn>
                <a:cxn ang="0">
                  <a:pos x="connsiteX24735" y="connsiteY24735"/>
                </a:cxn>
                <a:cxn ang="0">
                  <a:pos x="connsiteX24736" y="connsiteY24736"/>
                </a:cxn>
                <a:cxn ang="0">
                  <a:pos x="connsiteX24737" y="connsiteY24737"/>
                </a:cxn>
                <a:cxn ang="0">
                  <a:pos x="connsiteX24738" y="connsiteY24738"/>
                </a:cxn>
                <a:cxn ang="0">
                  <a:pos x="connsiteX24739" y="connsiteY24739"/>
                </a:cxn>
                <a:cxn ang="0">
                  <a:pos x="connsiteX24740" y="connsiteY24740"/>
                </a:cxn>
                <a:cxn ang="0">
                  <a:pos x="connsiteX24741" y="connsiteY24741"/>
                </a:cxn>
                <a:cxn ang="0">
                  <a:pos x="connsiteX24742" y="connsiteY24742"/>
                </a:cxn>
                <a:cxn ang="0">
                  <a:pos x="connsiteX24743" y="connsiteY24743"/>
                </a:cxn>
                <a:cxn ang="0">
                  <a:pos x="connsiteX24744" y="connsiteY24744"/>
                </a:cxn>
                <a:cxn ang="0">
                  <a:pos x="connsiteX24745" y="connsiteY24745"/>
                </a:cxn>
                <a:cxn ang="0">
                  <a:pos x="connsiteX24746" y="connsiteY24746"/>
                </a:cxn>
                <a:cxn ang="0">
                  <a:pos x="connsiteX24747" y="connsiteY24747"/>
                </a:cxn>
                <a:cxn ang="0">
                  <a:pos x="connsiteX24748" y="connsiteY24748"/>
                </a:cxn>
                <a:cxn ang="0">
                  <a:pos x="connsiteX24749" y="connsiteY24749"/>
                </a:cxn>
                <a:cxn ang="0">
                  <a:pos x="connsiteX24750" y="connsiteY24750"/>
                </a:cxn>
                <a:cxn ang="0">
                  <a:pos x="connsiteX24751" y="connsiteY24751"/>
                </a:cxn>
                <a:cxn ang="0">
                  <a:pos x="connsiteX24752" y="connsiteY24752"/>
                </a:cxn>
                <a:cxn ang="0">
                  <a:pos x="connsiteX24753" y="connsiteY24753"/>
                </a:cxn>
                <a:cxn ang="0">
                  <a:pos x="connsiteX24754" y="connsiteY24754"/>
                </a:cxn>
                <a:cxn ang="0">
                  <a:pos x="connsiteX24755" y="connsiteY24755"/>
                </a:cxn>
                <a:cxn ang="0">
                  <a:pos x="connsiteX24756" y="connsiteY24756"/>
                </a:cxn>
                <a:cxn ang="0">
                  <a:pos x="connsiteX24757" y="connsiteY24757"/>
                </a:cxn>
                <a:cxn ang="0">
                  <a:pos x="connsiteX24758" y="connsiteY24758"/>
                </a:cxn>
                <a:cxn ang="0">
                  <a:pos x="connsiteX24759" y="connsiteY24759"/>
                </a:cxn>
                <a:cxn ang="0">
                  <a:pos x="connsiteX24760" y="connsiteY24760"/>
                </a:cxn>
                <a:cxn ang="0">
                  <a:pos x="connsiteX24761" y="connsiteY24761"/>
                </a:cxn>
                <a:cxn ang="0">
                  <a:pos x="connsiteX24762" y="connsiteY24762"/>
                </a:cxn>
                <a:cxn ang="0">
                  <a:pos x="connsiteX24763" y="connsiteY24763"/>
                </a:cxn>
                <a:cxn ang="0">
                  <a:pos x="connsiteX24764" y="connsiteY24764"/>
                </a:cxn>
                <a:cxn ang="0">
                  <a:pos x="connsiteX24765" y="connsiteY24765"/>
                </a:cxn>
                <a:cxn ang="0">
                  <a:pos x="connsiteX24766" y="connsiteY24766"/>
                </a:cxn>
                <a:cxn ang="0">
                  <a:pos x="connsiteX24767" y="connsiteY24767"/>
                </a:cxn>
                <a:cxn ang="0">
                  <a:pos x="connsiteX24768" y="connsiteY24768"/>
                </a:cxn>
                <a:cxn ang="0">
                  <a:pos x="connsiteX24769" y="connsiteY24769"/>
                </a:cxn>
                <a:cxn ang="0">
                  <a:pos x="connsiteX24770" y="connsiteY24770"/>
                </a:cxn>
                <a:cxn ang="0">
                  <a:pos x="connsiteX24771" y="connsiteY24771"/>
                </a:cxn>
                <a:cxn ang="0">
                  <a:pos x="connsiteX24772" y="connsiteY24772"/>
                </a:cxn>
                <a:cxn ang="0">
                  <a:pos x="connsiteX24773" y="connsiteY24773"/>
                </a:cxn>
                <a:cxn ang="0">
                  <a:pos x="connsiteX24774" y="connsiteY24774"/>
                </a:cxn>
                <a:cxn ang="0">
                  <a:pos x="connsiteX24775" y="connsiteY24775"/>
                </a:cxn>
                <a:cxn ang="0">
                  <a:pos x="connsiteX24776" y="connsiteY24776"/>
                </a:cxn>
                <a:cxn ang="0">
                  <a:pos x="connsiteX24777" y="connsiteY24777"/>
                </a:cxn>
                <a:cxn ang="0">
                  <a:pos x="connsiteX24778" y="connsiteY24778"/>
                </a:cxn>
                <a:cxn ang="0">
                  <a:pos x="connsiteX24779" y="connsiteY24779"/>
                </a:cxn>
                <a:cxn ang="0">
                  <a:pos x="connsiteX24780" y="connsiteY24780"/>
                </a:cxn>
                <a:cxn ang="0">
                  <a:pos x="connsiteX24781" y="connsiteY24781"/>
                </a:cxn>
                <a:cxn ang="0">
                  <a:pos x="connsiteX24782" y="connsiteY24782"/>
                </a:cxn>
                <a:cxn ang="0">
                  <a:pos x="connsiteX24783" y="connsiteY24783"/>
                </a:cxn>
                <a:cxn ang="0">
                  <a:pos x="connsiteX24784" y="connsiteY24784"/>
                </a:cxn>
                <a:cxn ang="0">
                  <a:pos x="connsiteX24785" y="connsiteY24785"/>
                </a:cxn>
                <a:cxn ang="0">
                  <a:pos x="connsiteX24786" y="connsiteY24786"/>
                </a:cxn>
                <a:cxn ang="0">
                  <a:pos x="connsiteX24787" y="connsiteY24787"/>
                </a:cxn>
                <a:cxn ang="0">
                  <a:pos x="connsiteX24788" y="connsiteY24788"/>
                </a:cxn>
                <a:cxn ang="0">
                  <a:pos x="connsiteX24789" y="connsiteY24789"/>
                </a:cxn>
                <a:cxn ang="0">
                  <a:pos x="connsiteX24790" y="connsiteY24790"/>
                </a:cxn>
                <a:cxn ang="0">
                  <a:pos x="connsiteX24791" y="connsiteY24791"/>
                </a:cxn>
                <a:cxn ang="0">
                  <a:pos x="connsiteX24792" y="connsiteY24792"/>
                </a:cxn>
                <a:cxn ang="0">
                  <a:pos x="connsiteX24793" y="connsiteY24793"/>
                </a:cxn>
                <a:cxn ang="0">
                  <a:pos x="connsiteX24794" y="connsiteY24794"/>
                </a:cxn>
                <a:cxn ang="0">
                  <a:pos x="connsiteX24795" y="connsiteY24795"/>
                </a:cxn>
                <a:cxn ang="0">
                  <a:pos x="connsiteX24796" y="connsiteY24796"/>
                </a:cxn>
                <a:cxn ang="0">
                  <a:pos x="connsiteX24797" y="connsiteY24797"/>
                </a:cxn>
                <a:cxn ang="0">
                  <a:pos x="connsiteX24798" y="connsiteY24798"/>
                </a:cxn>
                <a:cxn ang="0">
                  <a:pos x="connsiteX24799" y="connsiteY24799"/>
                </a:cxn>
                <a:cxn ang="0">
                  <a:pos x="connsiteX24800" y="connsiteY24800"/>
                </a:cxn>
                <a:cxn ang="0">
                  <a:pos x="connsiteX24801" y="connsiteY24801"/>
                </a:cxn>
                <a:cxn ang="0">
                  <a:pos x="connsiteX24802" y="connsiteY24802"/>
                </a:cxn>
                <a:cxn ang="0">
                  <a:pos x="connsiteX24803" y="connsiteY24803"/>
                </a:cxn>
                <a:cxn ang="0">
                  <a:pos x="connsiteX24804" y="connsiteY24804"/>
                </a:cxn>
                <a:cxn ang="0">
                  <a:pos x="connsiteX24805" y="connsiteY24805"/>
                </a:cxn>
                <a:cxn ang="0">
                  <a:pos x="connsiteX24806" y="connsiteY24806"/>
                </a:cxn>
                <a:cxn ang="0">
                  <a:pos x="connsiteX24807" y="connsiteY24807"/>
                </a:cxn>
                <a:cxn ang="0">
                  <a:pos x="connsiteX24808" y="connsiteY24808"/>
                </a:cxn>
                <a:cxn ang="0">
                  <a:pos x="connsiteX24809" y="connsiteY24809"/>
                </a:cxn>
                <a:cxn ang="0">
                  <a:pos x="connsiteX24810" y="connsiteY24810"/>
                </a:cxn>
                <a:cxn ang="0">
                  <a:pos x="connsiteX24811" y="connsiteY24811"/>
                </a:cxn>
                <a:cxn ang="0">
                  <a:pos x="connsiteX24812" y="connsiteY24812"/>
                </a:cxn>
                <a:cxn ang="0">
                  <a:pos x="connsiteX24813" y="connsiteY24813"/>
                </a:cxn>
                <a:cxn ang="0">
                  <a:pos x="connsiteX24814" y="connsiteY24814"/>
                </a:cxn>
                <a:cxn ang="0">
                  <a:pos x="connsiteX24815" y="connsiteY24815"/>
                </a:cxn>
                <a:cxn ang="0">
                  <a:pos x="connsiteX24816" y="connsiteY24816"/>
                </a:cxn>
                <a:cxn ang="0">
                  <a:pos x="connsiteX24817" y="connsiteY24817"/>
                </a:cxn>
                <a:cxn ang="0">
                  <a:pos x="connsiteX24818" y="connsiteY24818"/>
                </a:cxn>
                <a:cxn ang="0">
                  <a:pos x="connsiteX24819" y="connsiteY24819"/>
                </a:cxn>
                <a:cxn ang="0">
                  <a:pos x="connsiteX24820" y="connsiteY24820"/>
                </a:cxn>
                <a:cxn ang="0">
                  <a:pos x="connsiteX24821" y="connsiteY24821"/>
                </a:cxn>
                <a:cxn ang="0">
                  <a:pos x="connsiteX24822" y="connsiteY24822"/>
                </a:cxn>
                <a:cxn ang="0">
                  <a:pos x="connsiteX24823" y="connsiteY24823"/>
                </a:cxn>
                <a:cxn ang="0">
                  <a:pos x="connsiteX24824" y="connsiteY24824"/>
                </a:cxn>
                <a:cxn ang="0">
                  <a:pos x="connsiteX24825" y="connsiteY24825"/>
                </a:cxn>
                <a:cxn ang="0">
                  <a:pos x="connsiteX24826" y="connsiteY24826"/>
                </a:cxn>
                <a:cxn ang="0">
                  <a:pos x="connsiteX24827" y="connsiteY24827"/>
                </a:cxn>
                <a:cxn ang="0">
                  <a:pos x="connsiteX24828" y="connsiteY24828"/>
                </a:cxn>
                <a:cxn ang="0">
                  <a:pos x="connsiteX24829" y="connsiteY24829"/>
                </a:cxn>
                <a:cxn ang="0">
                  <a:pos x="connsiteX24830" y="connsiteY24830"/>
                </a:cxn>
                <a:cxn ang="0">
                  <a:pos x="connsiteX24831" y="connsiteY24831"/>
                </a:cxn>
                <a:cxn ang="0">
                  <a:pos x="connsiteX24832" y="connsiteY24832"/>
                </a:cxn>
                <a:cxn ang="0">
                  <a:pos x="connsiteX24833" y="connsiteY24833"/>
                </a:cxn>
                <a:cxn ang="0">
                  <a:pos x="connsiteX24834" y="connsiteY24834"/>
                </a:cxn>
                <a:cxn ang="0">
                  <a:pos x="connsiteX24835" y="connsiteY24835"/>
                </a:cxn>
                <a:cxn ang="0">
                  <a:pos x="connsiteX24836" y="connsiteY24836"/>
                </a:cxn>
                <a:cxn ang="0">
                  <a:pos x="connsiteX24837" y="connsiteY24837"/>
                </a:cxn>
                <a:cxn ang="0">
                  <a:pos x="connsiteX24838" y="connsiteY24838"/>
                </a:cxn>
                <a:cxn ang="0">
                  <a:pos x="connsiteX24839" y="connsiteY24839"/>
                </a:cxn>
                <a:cxn ang="0">
                  <a:pos x="connsiteX24840" y="connsiteY24840"/>
                </a:cxn>
                <a:cxn ang="0">
                  <a:pos x="connsiteX24841" y="connsiteY24841"/>
                </a:cxn>
                <a:cxn ang="0">
                  <a:pos x="connsiteX24842" y="connsiteY24842"/>
                </a:cxn>
                <a:cxn ang="0">
                  <a:pos x="connsiteX24843" y="connsiteY24843"/>
                </a:cxn>
                <a:cxn ang="0">
                  <a:pos x="connsiteX24844" y="connsiteY24844"/>
                </a:cxn>
                <a:cxn ang="0">
                  <a:pos x="connsiteX24845" y="connsiteY24845"/>
                </a:cxn>
                <a:cxn ang="0">
                  <a:pos x="connsiteX24846" y="connsiteY24846"/>
                </a:cxn>
                <a:cxn ang="0">
                  <a:pos x="connsiteX24847" y="connsiteY24847"/>
                </a:cxn>
                <a:cxn ang="0">
                  <a:pos x="connsiteX24848" y="connsiteY24848"/>
                </a:cxn>
                <a:cxn ang="0">
                  <a:pos x="connsiteX24849" y="connsiteY24849"/>
                </a:cxn>
                <a:cxn ang="0">
                  <a:pos x="connsiteX24850" y="connsiteY24850"/>
                </a:cxn>
                <a:cxn ang="0">
                  <a:pos x="connsiteX24851" y="connsiteY24851"/>
                </a:cxn>
                <a:cxn ang="0">
                  <a:pos x="connsiteX24852" y="connsiteY24852"/>
                </a:cxn>
                <a:cxn ang="0">
                  <a:pos x="connsiteX24853" y="connsiteY24853"/>
                </a:cxn>
                <a:cxn ang="0">
                  <a:pos x="connsiteX24854" y="connsiteY24854"/>
                </a:cxn>
                <a:cxn ang="0">
                  <a:pos x="connsiteX24855" y="connsiteY24855"/>
                </a:cxn>
                <a:cxn ang="0">
                  <a:pos x="connsiteX24856" y="connsiteY24856"/>
                </a:cxn>
                <a:cxn ang="0">
                  <a:pos x="connsiteX24857" y="connsiteY24857"/>
                </a:cxn>
                <a:cxn ang="0">
                  <a:pos x="connsiteX24858" y="connsiteY24858"/>
                </a:cxn>
                <a:cxn ang="0">
                  <a:pos x="connsiteX24859" y="connsiteY24859"/>
                </a:cxn>
                <a:cxn ang="0">
                  <a:pos x="connsiteX24860" y="connsiteY24860"/>
                </a:cxn>
                <a:cxn ang="0">
                  <a:pos x="connsiteX24861" y="connsiteY24861"/>
                </a:cxn>
                <a:cxn ang="0">
                  <a:pos x="connsiteX24862" y="connsiteY24862"/>
                </a:cxn>
                <a:cxn ang="0">
                  <a:pos x="connsiteX24863" y="connsiteY24863"/>
                </a:cxn>
                <a:cxn ang="0">
                  <a:pos x="connsiteX24864" y="connsiteY24864"/>
                </a:cxn>
                <a:cxn ang="0">
                  <a:pos x="connsiteX24865" y="connsiteY24865"/>
                </a:cxn>
                <a:cxn ang="0">
                  <a:pos x="connsiteX24866" y="connsiteY24866"/>
                </a:cxn>
                <a:cxn ang="0">
                  <a:pos x="connsiteX24867" y="connsiteY24867"/>
                </a:cxn>
                <a:cxn ang="0">
                  <a:pos x="connsiteX24868" y="connsiteY24868"/>
                </a:cxn>
                <a:cxn ang="0">
                  <a:pos x="connsiteX24869" y="connsiteY24869"/>
                </a:cxn>
                <a:cxn ang="0">
                  <a:pos x="connsiteX24870" y="connsiteY24870"/>
                </a:cxn>
                <a:cxn ang="0">
                  <a:pos x="connsiteX24871" y="connsiteY24871"/>
                </a:cxn>
                <a:cxn ang="0">
                  <a:pos x="connsiteX24872" y="connsiteY24872"/>
                </a:cxn>
                <a:cxn ang="0">
                  <a:pos x="connsiteX24873" y="connsiteY24873"/>
                </a:cxn>
                <a:cxn ang="0">
                  <a:pos x="connsiteX24874" y="connsiteY24874"/>
                </a:cxn>
                <a:cxn ang="0">
                  <a:pos x="connsiteX24875" y="connsiteY24875"/>
                </a:cxn>
                <a:cxn ang="0">
                  <a:pos x="connsiteX24876" y="connsiteY24876"/>
                </a:cxn>
                <a:cxn ang="0">
                  <a:pos x="connsiteX24877" y="connsiteY24877"/>
                </a:cxn>
                <a:cxn ang="0">
                  <a:pos x="connsiteX24878" y="connsiteY24878"/>
                </a:cxn>
                <a:cxn ang="0">
                  <a:pos x="connsiteX24879" y="connsiteY24879"/>
                </a:cxn>
                <a:cxn ang="0">
                  <a:pos x="connsiteX24880" y="connsiteY24880"/>
                </a:cxn>
                <a:cxn ang="0">
                  <a:pos x="connsiteX24881" y="connsiteY24881"/>
                </a:cxn>
                <a:cxn ang="0">
                  <a:pos x="connsiteX24882" y="connsiteY24882"/>
                </a:cxn>
                <a:cxn ang="0">
                  <a:pos x="connsiteX24883" y="connsiteY24883"/>
                </a:cxn>
                <a:cxn ang="0">
                  <a:pos x="connsiteX24884" y="connsiteY24884"/>
                </a:cxn>
                <a:cxn ang="0">
                  <a:pos x="connsiteX24885" y="connsiteY24885"/>
                </a:cxn>
                <a:cxn ang="0">
                  <a:pos x="connsiteX24886" y="connsiteY24886"/>
                </a:cxn>
                <a:cxn ang="0">
                  <a:pos x="connsiteX24887" y="connsiteY24887"/>
                </a:cxn>
                <a:cxn ang="0">
                  <a:pos x="connsiteX24888" y="connsiteY24888"/>
                </a:cxn>
                <a:cxn ang="0">
                  <a:pos x="connsiteX24889" y="connsiteY24889"/>
                </a:cxn>
                <a:cxn ang="0">
                  <a:pos x="connsiteX24890" y="connsiteY24890"/>
                </a:cxn>
                <a:cxn ang="0">
                  <a:pos x="connsiteX24891" y="connsiteY24891"/>
                </a:cxn>
                <a:cxn ang="0">
                  <a:pos x="connsiteX24892" y="connsiteY24892"/>
                </a:cxn>
                <a:cxn ang="0">
                  <a:pos x="connsiteX24893" y="connsiteY24893"/>
                </a:cxn>
                <a:cxn ang="0">
                  <a:pos x="connsiteX24894" y="connsiteY24894"/>
                </a:cxn>
                <a:cxn ang="0">
                  <a:pos x="connsiteX24895" y="connsiteY24895"/>
                </a:cxn>
                <a:cxn ang="0">
                  <a:pos x="connsiteX24896" y="connsiteY24896"/>
                </a:cxn>
                <a:cxn ang="0">
                  <a:pos x="connsiteX24897" y="connsiteY24897"/>
                </a:cxn>
                <a:cxn ang="0">
                  <a:pos x="connsiteX24898" y="connsiteY24898"/>
                </a:cxn>
                <a:cxn ang="0">
                  <a:pos x="connsiteX24899" y="connsiteY24899"/>
                </a:cxn>
                <a:cxn ang="0">
                  <a:pos x="connsiteX24900" y="connsiteY24900"/>
                </a:cxn>
                <a:cxn ang="0">
                  <a:pos x="connsiteX24901" y="connsiteY24901"/>
                </a:cxn>
                <a:cxn ang="0">
                  <a:pos x="connsiteX24902" y="connsiteY24902"/>
                </a:cxn>
                <a:cxn ang="0">
                  <a:pos x="connsiteX24903" y="connsiteY24903"/>
                </a:cxn>
                <a:cxn ang="0">
                  <a:pos x="connsiteX24904" y="connsiteY24904"/>
                </a:cxn>
                <a:cxn ang="0">
                  <a:pos x="connsiteX24905" y="connsiteY24905"/>
                </a:cxn>
                <a:cxn ang="0">
                  <a:pos x="connsiteX24906" y="connsiteY24906"/>
                </a:cxn>
                <a:cxn ang="0">
                  <a:pos x="connsiteX24907" y="connsiteY24907"/>
                </a:cxn>
                <a:cxn ang="0">
                  <a:pos x="connsiteX24908" y="connsiteY24908"/>
                </a:cxn>
                <a:cxn ang="0">
                  <a:pos x="connsiteX24909" y="connsiteY24909"/>
                </a:cxn>
                <a:cxn ang="0">
                  <a:pos x="connsiteX24910" y="connsiteY24910"/>
                </a:cxn>
                <a:cxn ang="0">
                  <a:pos x="connsiteX24911" y="connsiteY24911"/>
                </a:cxn>
                <a:cxn ang="0">
                  <a:pos x="connsiteX24912" y="connsiteY24912"/>
                </a:cxn>
                <a:cxn ang="0">
                  <a:pos x="connsiteX24913" y="connsiteY24913"/>
                </a:cxn>
                <a:cxn ang="0">
                  <a:pos x="connsiteX24914" y="connsiteY24914"/>
                </a:cxn>
                <a:cxn ang="0">
                  <a:pos x="connsiteX24915" y="connsiteY24915"/>
                </a:cxn>
                <a:cxn ang="0">
                  <a:pos x="connsiteX24916" y="connsiteY24916"/>
                </a:cxn>
                <a:cxn ang="0">
                  <a:pos x="connsiteX24917" y="connsiteY24917"/>
                </a:cxn>
                <a:cxn ang="0">
                  <a:pos x="connsiteX24918" y="connsiteY24918"/>
                </a:cxn>
                <a:cxn ang="0">
                  <a:pos x="connsiteX24919" y="connsiteY24919"/>
                </a:cxn>
                <a:cxn ang="0">
                  <a:pos x="connsiteX24920" y="connsiteY24920"/>
                </a:cxn>
                <a:cxn ang="0">
                  <a:pos x="connsiteX24921" y="connsiteY24921"/>
                </a:cxn>
                <a:cxn ang="0">
                  <a:pos x="connsiteX24922" y="connsiteY24922"/>
                </a:cxn>
                <a:cxn ang="0">
                  <a:pos x="connsiteX24923" y="connsiteY24923"/>
                </a:cxn>
                <a:cxn ang="0">
                  <a:pos x="connsiteX24924" y="connsiteY24924"/>
                </a:cxn>
                <a:cxn ang="0">
                  <a:pos x="connsiteX24925" y="connsiteY24925"/>
                </a:cxn>
                <a:cxn ang="0">
                  <a:pos x="connsiteX24926" y="connsiteY24926"/>
                </a:cxn>
                <a:cxn ang="0">
                  <a:pos x="connsiteX24927" y="connsiteY24927"/>
                </a:cxn>
                <a:cxn ang="0">
                  <a:pos x="connsiteX24928" y="connsiteY24928"/>
                </a:cxn>
                <a:cxn ang="0">
                  <a:pos x="connsiteX24929" y="connsiteY24929"/>
                </a:cxn>
                <a:cxn ang="0">
                  <a:pos x="connsiteX24930" y="connsiteY24930"/>
                </a:cxn>
                <a:cxn ang="0">
                  <a:pos x="connsiteX24931" y="connsiteY24931"/>
                </a:cxn>
                <a:cxn ang="0">
                  <a:pos x="connsiteX24932" y="connsiteY24932"/>
                </a:cxn>
                <a:cxn ang="0">
                  <a:pos x="connsiteX24933" y="connsiteY24933"/>
                </a:cxn>
                <a:cxn ang="0">
                  <a:pos x="connsiteX24934" y="connsiteY24934"/>
                </a:cxn>
                <a:cxn ang="0">
                  <a:pos x="connsiteX24935" y="connsiteY24935"/>
                </a:cxn>
                <a:cxn ang="0">
                  <a:pos x="connsiteX24936" y="connsiteY24936"/>
                </a:cxn>
                <a:cxn ang="0">
                  <a:pos x="connsiteX24937" y="connsiteY24937"/>
                </a:cxn>
                <a:cxn ang="0">
                  <a:pos x="connsiteX24938" y="connsiteY24938"/>
                </a:cxn>
                <a:cxn ang="0">
                  <a:pos x="connsiteX24939" y="connsiteY24939"/>
                </a:cxn>
                <a:cxn ang="0">
                  <a:pos x="connsiteX24940" y="connsiteY24940"/>
                </a:cxn>
                <a:cxn ang="0">
                  <a:pos x="connsiteX24941" y="connsiteY24941"/>
                </a:cxn>
                <a:cxn ang="0">
                  <a:pos x="connsiteX24942" y="connsiteY24942"/>
                </a:cxn>
                <a:cxn ang="0">
                  <a:pos x="connsiteX24943" y="connsiteY24943"/>
                </a:cxn>
                <a:cxn ang="0">
                  <a:pos x="connsiteX24944" y="connsiteY24944"/>
                </a:cxn>
                <a:cxn ang="0">
                  <a:pos x="connsiteX24945" y="connsiteY24945"/>
                </a:cxn>
                <a:cxn ang="0">
                  <a:pos x="connsiteX24946" y="connsiteY24946"/>
                </a:cxn>
                <a:cxn ang="0">
                  <a:pos x="connsiteX24947" y="connsiteY24947"/>
                </a:cxn>
                <a:cxn ang="0">
                  <a:pos x="connsiteX24948" y="connsiteY24948"/>
                </a:cxn>
                <a:cxn ang="0">
                  <a:pos x="connsiteX24949" y="connsiteY24949"/>
                </a:cxn>
                <a:cxn ang="0">
                  <a:pos x="connsiteX24950" y="connsiteY24950"/>
                </a:cxn>
                <a:cxn ang="0">
                  <a:pos x="connsiteX24951" y="connsiteY24951"/>
                </a:cxn>
                <a:cxn ang="0">
                  <a:pos x="connsiteX24952" y="connsiteY24952"/>
                </a:cxn>
                <a:cxn ang="0">
                  <a:pos x="connsiteX24953" y="connsiteY24953"/>
                </a:cxn>
                <a:cxn ang="0">
                  <a:pos x="connsiteX24954" y="connsiteY24954"/>
                </a:cxn>
                <a:cxn ang="0">
                  <a:pos x="connsiteX24955" y="connsiteY24955"/>
                </a:cxn>
                <a:cxn ang="0">
                  <a:pos x="connsiteX24956" y="connsiteY24956"/>
                </a:cxn>
                <a:cxn ang="0">
                  <a:pos x="connsiteX24957" y="connsiteY24957"/>
                </a:cxn>
                <a:cxn ang="0">
                  <a:pos x="connsiteX24958" y="connsiteY24958"/>
                </a:cxn>
                <a:cxn ang="0">
                  <a:pos x="connsiteX24959" y="connsiteY24959"/>
                </a:cxn>
                <a:cxn ang="0">
                  <a:pos x="connsiteX24960" y="connsiteY24960"/>
                </a:cxn>
                <a:cxn ang="0">
                  <a:pos x="connsiteX24961" y="connsiteY24961"/>
                </a:cxn>
                <a:cxn ang="0">
                  <a:pos x="connsiteX24962" y="connsiteY24962"/>
                </a:cxn>
                <a:cxn ang="0">
                  <a:pos x="connsiteX24963" y="connsiteY24963"/>
                </a:cxn>
                <a:cxn ang="0">
                  <a:pos x="connsiteX24964" y="connsiteY24964"/>
                </a:cxn>
                <a:cxn ang="0">
                  <a:pos x="connsiteX24965" y="connsiteY24965"/>
                </a:cxn>
                <a:cxn ang="0">
                  <a:pos x="connsiteX24966" y="connsiteY24966"/>
                </a:cxn>
                <a:cxn ang="0">
                  <a:pos x="connsiteX24967" y="connsiteY24967"/>
                </a:cxn>
                <a:cxn ang="0">
                  <a:pos x="connsiteX24968" y="connsiteY24968"/>
                </a:cxn>
                <a:cxn ang="0">
                  <a:pos x="connsiteX24969" y="connsiteY24969"/>
                </a:cxn>
                <a:cxn ang="0">
                  <a:pos x="connsiteX24970" y="connsiteY24970"/>
                </a:cxn>
                <a:cxn ang="0">
                  <a:pos x="connsiteX24971" y="connsiteY24971"/>
                </a:cxn>
                <a:cxn ang="0">
                  <a:pos x="connsiteX24972" y="connsiteY24972"/>
                </a:cxn>
                <a:cxn ang="0">
                  <a:pos x="connsiteX24973" y="connsiteY24973"/>
                </a:cxn>
                <a:cxn ang="0">
                  <a:pos x="connsiteX24974" y="connsiteY24974"/>
                </a:cxn>
                <a:cxn ang="0">
                  <a:pos x="connsiteX24975" y="connsiteY24975"/>
                </a:cxn>
                <a:cxn ang="0">
                  <a:pos x="connsiteX24976" y="connsiteY24976"/>
                </a:cxn>
                <a:cxn ang="0">
                  <a:pos x="connsiteX24977" y="connsiteY24977"/>
                </a:cxn>
                <a:cxn ang="0">
                  <a:pos x="connsiteX24978" y="connsiteY24978"/>
                </a:cxn>
                <a:cxn ang="0">
                  <a:pos x="connsiteX24979" y="connsiteY24979"/>
                </a:cxn>
                <a:cxn ang="0">
                  <a:pos x="connsiteX24980" y="connsiteY24980"/>
                </a:cxn>
                <a:cxn ang="0">
                  <a:pos x="connsiteX24981" y="connsiteY24981"/>
                </a:cxn>
                <a:cxn ang="0">
                  <a:pos x="connsiteX24982" y="connsiteY24982"/>
                </a:cxn>
                <a:cxn ang="0">
                  <a:pos x="connsiteX24983" y="connsiteY24983"/>
                </a:cxn>
                <a:cxn ang="0">
                  <a:pos x="connsiteX24984" y="connsiteY24984"/>
                </a:cxn>
                <a:cxn ang="0">
                  <a:pos x="connsiteX24985" y="connsiteY24985"/>
                </a:cxn>
                <a:cxn ang="0">
                  <a:pos x="connsiteX24986" y="connsiteY24986"/>
                </a:cxn>
                <a:cxn ang="0">
                  <a:pos x="connsiteX24987" y="connsiteY24987"/>
                </a:cxn>
                <a:cxn ang="0">
                  <a:pos x="connsiteX24988" y="connsiteY24988"/>
                </a:cxn>
                <a:cxn ang="0">
                  <a:pos x="connsiteX24989" y="connsiteY24989"/>
                </a:cxn>
                <a:cxn ang="0">
                  <a:pos x="connsiteX24990" y="connsiteY24990"/>
                </a:cxn>
                <a:cxn ang="0">
                  <a:pos x="connsiteX24991" y="connsiteY24991"/>
                </a:cxn>
                <a:cxn ang="0">
                  <a:pos x="connsiteX24992" y="connsiteY24992"/>
                </a:cxn>
                <a:cxn ang="0">
                  <a:pos x="connsiteX24993" y="connsiteY24993"/>
                </a:cxn>
                <a:cxn ang="0">
                  <a:pos x="connsiteX24994" y="connsiteY24994"/>
                </a:cxn>
                <a:cxn ang="0">
                  <a:pos x="connsiteX24995" y="connsiteY24995"/>
                </a:cxn>
                <a:cxn ang="0">
                  <a:pos x="connsiteX24996" y="connsiteY24996"/>
                </a:cxn>
                <a:cxn ang="0">
                  <a:pos x="connsiteX24997" y="connsiteY24997"/>
                </a:cxn>
                <a:cxn ang="0">
                  <a:pos x="connsiteX24998" y="connsiteY24998"/>
                </a:cxn>
                <a:cxn ang="0">
                  <a:pos x="connsiteX24999" y="connsiteY24999"/>
                </a:cxn>
                <a:cxn ang="0">
                  <a:pos x="connsiteX25000" y="connsiteY25000"/>
                </a:cxn>
                <a:cxn ang="0">
                  <a:pos x="connsiteX25001" y="connsiteY25001"/>
                </a:cxn>
                <a:cxn ang="0">
                  <a:pos x="connsiteX25002" y="connsiteY25002"/>
                </a:cxn>
                <a:cxn ang="0">
                  <a:pos x="connsiteX25003" y="connsiteY25003"/>
                </a:cxn>
                <a:cxn ang="0">
                  <a:pos x="connsiteX25004" y="connsiteY25004"/>
                </a:cxn>
                <a:cxn ang="0">
                  <a:pos x="connsiteX25005" y="connsiteY25005"/>
                </a:cxn>
                <a:cxn ang="0">
                  <a:pos x="connsiteX25006" y="connsiteY25006"/>
                </a:cxn>
                <a:cxn ang="0">
                  <a:pos x="connsiteX25007" y="connsiteY25007"/>
                </a:cxn>
                <a:cxn ang="0">
                  <a:pos x="connsiteX25008" y="connsiteY25008"/>
                </a:cxn>
                <a:cxn ang="0">
                  <a:pos x="connsiteX25009" y="connsiteY25009"/>
                </a:cxn>
                <a:cxn ang="0">
                  <a:pos x="connsiteX25010" y="connsiteY25010"/>
                </a:cxn>
                <a:cxn ang="0">
                  <a:pos x="connsiteX25011" y="connsiteY25011"/>
                </a:cxn>
                <a:cxn ang="0">
                  <a:pos x="connsiteX25012" y="connsiteY25012"/>
                </a:cxn>
                <a:cxn ang="0">
                  <a:pos x="connsiteX25013" y="connsiteY25013"/>
                </a:cxn>
                <a:cxn ang="0">
                  <a:pos x="connsiteX25014" y="connsiteY25014"/>
                </a:cxn>
                <a:cxn ang="0">
                  <a:pos x="connsiteX25015" y="connsiteY25015"/>
                </a:cxn>
                <a:cxn ang="0">
                  <a:pos x="connsiteX25016" y="connsiteY25016"/>
                </a:cxn>
                <a:cxn ang="0">
                  <a:pos x="connsiteX25017" y="connsiteY25017"/>
                </a:cxn>
                <a:cxn ang="0">
                  <a:pos x="connsiteX25018" y="connsiteY25018"/>
                </a:cxn>
                <a:cxn ang="0">
                  <a:pos x="connsiteX25019" y="connsiteY25019"/>
                </a:cxn>
                <a:cxn ang="0">
                  <a:pos x="connsiteX25020" y="connsiteY25020"/>
                </a:cxn>
                <a:cxn ang="0">
                  <a:pos x="connsiteX25021" y="connsiteY25021"/>
                </a:cxn>
                <a:cxn ang="0">
                  <a:pos x="connsiteX25022" y="connsiteY25022"/>
                </a:cxn>
                <a:cxn ang="0">
                  <a:pos x="connsiteX25023" y="connsiteY25023"/>
                </a:cxn>
                <a:cxn ang="0">
                  <a:pos x="connsiteX25024" y="connsiteY25024"/>
                </a:cxn>
                <a:cxn ang="0">
                  <a:pos x="connsiteX25025" y="connsiteY25025"/>
                </a:cxn>
                <a:cxn ang="0">
                  <a:pos x="connsiteX25026" y="connsiteY25026"/>
                </a:cxn>
                <a:cxn ang="0">
                  <a:pos x="connsiteX25027" y="connsiteY25027"/>
                </a:cxn>
                <a:cxn ang="0">
                  <a:pos x="connsiteX25028" y="connsiteY25028"/>
                </a:cxn>
                <a:cxn ang="0">
                  <a:pos x="connsiteX25029" y="connsiteY25029"/>
                </a:cxn>
                <a:cxn ang="0">
                  <a:pos x="connsiteX25030" y="connsiteY25030"/>
                </a:cxn>
                <a:cxn ang="0">
                  <a:pos x="connsiteX25031" y="connsiteY25031"/>
                </a:cxn>
                <a:cxn ang="0">
                  <a:pos x="connsiteX25032" y="connsiteY25032"/>
                </a:cxn>
                <a:cxn ang="0">
                  <a:pos x="connsiteX25033" y="connsiteY25033"/>
                </a:cxn>
                <a:cxn ang="0">
                  <a:pos x="connsiteX25034" y="connsiteY25034"/>
                </a:cxn>
                <a:cxn ang="0">
                  <a:pos x="connsiteX25035" y="connsiteY25035"/>
                </a:cxn>
                <a:cxn ang="0">
                  <a:pos x="connsiteX25036" y="connsiteY25036"/>
                </a:cxn>
                <a:cxn ang="0">
                  <a:pos x="connsiteX25037" y="connsiteY25037"/>
                </a:cxn>
                <a:cxn ang="0">
                  <a:pos x="connsiteX25038" y="connsiteY25038"/>
                </a:cxn>
                <a:cxn ang="0">
                  <a:pos x="connsiteX25039" y="connsiteY25039"/>
                </a:cxn>
                <a:cxn ang="0">
                  <a:pos x="connsiteX25040" y="connsiteY25040"/>
                </a:cxn>
                <a:cxn ang="0">
                  <a:pos x="connsiteX25041" y="connsiteY25041"/>
                </a:cxn>
                <a:cxn ang="0">
                  <a:pos x="connsiteX25042" y="connsiteY25042"/>
                </a:cxn>
                <a:cxn ang="0">
                  <a:pos x="connsiteX25043" y="connsiteY25043"/>
                </a:cxn>
                <a:cxn ang="0">
                  <a:pos x="connsiteX25044" y="connsiteY25044"/>
                </a:cxn>
                <a:cxn ang="0">
                  <a:pos x="connsiteX25045" y="connsiteY25045"/>
                </a:cxn>
                <a:cxn ang="0">
                  <a:pos x="connsiteX25046" y="connsiteY25046"/>
                </a:cxn>
                <a:cxn ang="0">
                  <a:pos x="connsiteX25047" y="connsiteY25047"/>
                </a:cxn>
                <a:cxn ang="0">
                  <a:pos x="connsiteX25048" y="connsiteY25048"/>
                </a:cxn>
                <a:cxn ang="0">
                  <a:pos x="connsiteX25049" y="connsiteY25049"/>
                </a:cxn>
                <a:cxn ang="0">
                  <a:pos x="connsiteX25050" y="connsiteY25050"/>
                </a:cxn>
                <a:cxn ang="0">
                  <a:pos x="connsiteX25051" y="connsiteY25051"/>
                </a:cxn>
                <a:cxn ang="0">
                  <a:pos x="connsiteX25052" y="connsiteY25052"/>
                </a:cxn>
                <a:cxn ang="0">
                  <a:pos x="connsiteX25053" y="connsiteY25053"/>
                </a:cxn>
                <a:cxn ang="0">
                  <a:pos x="connsiteX25054" y="connsiteY25054"/>
                </a:cxn>
                <a:cxn ang="0">
                  <a:pos x="connsiteX25055" y="connsiteY25055"/>
                </a:cxn>
                <a:cxn ang="0">
                  <a:pos x="connsiteX25056" y="connsiteY25056"/>
                </a:cxn>
                <a:cxn ang="0">
                  <a:pos x="connsiteX25057" y="connsiteY25057"/>
                </a:cxn>
                <a:cxn ang="0">
                  <a:pos x="connsiteX25058" y="connsiteY25058"/>
                </a:cxn>
                <a:cxn ang="0">
                  <a:pos x="connsiteX25059" y="connsiteY25059"/>
                </a:cxn>
                <a:cxn ang="0">
                  <a:pos x="connsiteX25060" y="connsiteY25060"/>
                </a:cxn>
                <a:cxn ang="0">
                  <a:pos x="connsiteX25061" y="connsiteY25061"/>
                </a:cxn>
                <a:cxn ang="0">
                  <a:pos x="connsiteX25062" y="connsiteY25062"/>
                </a:cxn>
                <a:cxn ang="0">
                  <a:pos x="connsiteX25063" y="connsiteY25063"/>
                </a:cxn>
                <a:cxn ang="0">
                  <a:pos x="connsiteX25064" y="connsiteY25064"/>
                </a:cxn>
                <a:cxn ang="0">
                  <a:pos x="connsiteX25065" y="connsiteY25065"/>
                </a:cxn>
                <a:cxn ang="0">
                  <a:pos x="connsiteX25066" y="connsiteY25066"/>
                </a:cxn>
                <a:cxn ang="0">
                  <a:pos x="connsiteX25067" y="connsiteY25067"/>
                </a:cxn>
                <a:cxn ang="0">
                  <a:pos x="connsiteX25068" y="connsiteY25068"/>
                </a:cxn>
                <a:cxn ang="0">
                  <a:pos x="connsiteX25069" y="connsiteY25069"/>
                </a:cxn>
                <a:cxn ang="0">
                  <a:pos x="connsiteX25070" y="connsiteY25070"/>
                </a:cxn>
                <a:cxn ang="0">
                  <a:pos x="connsiteX25071" y="connsiteY25071"/>
                </a:cxn>
                <a:cxn ang="0">
                  <a:pos x="connsiteX25072" y="connsiteY25072"/>
                </a:cxn>
                <a:cxn ang="0">
                  <a:pos x="connsiteX25073" y="connsiteY25073"/>
                </a:cxn>
                <a:cxn ang="0">
                  <a:pos x="connsiteX25074" y="connsiteY25074"/>
                </a:cxn>
                <a:cxn ang="0">
                  <a:pos x="connsiteX25075" y="connsiteY25075"/>
                </a:cxn>
                <a:cxn ang="0">
                  <a:pos x="connsiteX25076" y="connsiteY25076"/>
                </a:cxn>
                <a:cxn ang="0">
                  <a:pos x="connsiteX25077" y="connsiteY25077"/>
                </a:cxn>
                <a:cxn ang="0">
                  <a:pos x="connsiteX25078" y="connsiteY25078"/>
                </a:cxn>
                <a:cxn ang="0">
                  <a:pos x="connsiteX25079" y="connsiteY25079"/>
                </a:cxn>
                <a:cxn ang="0">
                  <a:pos x="connsiteX25080" y="connsiteY25080"/>
                </a:cxn>
                <a:cxn ang="0">
                  <a:pos x="connsiteX25081" y="connsiteY25081"/>
                </a:cxn>
                <a:cxn ang="0">
                  <a:pos x="connsiteX25082" y="connsiteY25082"/>
                </a:cxn>
                <a:cxn ang="0">
                  <a:pos x="connsiteX25083" y="connsiteY25083"/>
                </a:cxn>
                <a:cxn ang="0">
                  <a:pos x="connsiteX25084" y="connsiteY25084"/>
                </a:cxn>
                <a:cxn ang="0">
                  <a:pos x="connsiteX25085" y="connsiteY25085"/>
                </a:cxn>
                <a:cxn ang="0">
                  <a:pos x="connsiteX25086" y="connsiteY25086"/>
                </a:cxn>
                <a:cxn ang="0">
                  <a:pos x="connsiteX25087" y="connsiteY25087"/>
                </a:cxn>
                <a:cxn ang="0">
                  <a:pos x="connsiteX25088" y="connsiteY25088"/>
                </a:cxn>
                <a:cxn ang="0">
                  <a:pos x="connsiteX25089" y="connsiteY25089"/>
                </a:cxn>
                <a:cxn ang="0">
                  <a:pos x="connsiteX25090" y="connsiteY25090"/>
                </a:cxn>
                <a:cxn ang="0">
                  <a:pos x="connsiteX25091" y="connsiteY25091"/>
                </a:cxn>
                <a:cxn ang="0">
                  <a:pos x="connsiteX25092" y="connsiteY25092"/>
                </a:cxn>
                <a:cxn ang="0">
                  <a:pos x="connsiteX25093" y="connsiteY25093"/>
                </a:cxn>
                <a:cxn ang="0">
                  <a:pos x="connsiteX25094" y="connsiteY25094"/>
                </a:cxn>
                <a:cxn ang="0">
                  <a:pos x="connsiteX25095" y="connsiteY25095"/>
                </a:cxn>
                <a:cxn ang="0">
                  <a:pos x="connsiteX25096" y="connsiteY25096"/>
                </a:cxn>
                <a:cxn ang="0">
                  <a:pos x="connsiteX25097" y="connsiteY25097"/>
                </a:cxn>
                <a:cxn ang="0">
                  <a:pos x="connsiteX25098" y="connsiteY25098"/>
                </a:cxn>
                <a:cxn ang="0">
                  <a:pos x="connsiteX25099" y="connsiteY25099"/>
                </a:cxn>
                <a:cxn ang="0">
                  <a:pos x="connsiteX25100" y="connsiteY25100"/>
                </a:cxn>
                <a:cxn ang="0">
                  <a:pos x="connsiteX25101" y="connsiteY25101"/>
                </a:cxn>
                <a:cxn ang="0">
                  <a:pos x="connsiteX25102" y="connsiteY25102"/>
                </a:cxn>
                <a:cxn ang="0">
                  <a:pos x="connsiteX25103" y="connsiteY25103"/>
                </a:cxn>
                <a:cxn ang="0">
                  <a:pos x="connsiteX25104" y="connsiteY25104"/>
                </a:cxn>
                <a:cxn ang="0">
                  <a:pos x="connsiteX25105" y="connsiteY25105"/>
                </a:cxn>
                <a:cxn ang="0">
                  <a:pos x="connsiteX25106" y="connsiteY25106"/>
                </a:cxn>
                <a:cxn ang="0">
                  <a:pos x="connsiteX25107" y="connsiteY25107"/>
                </a:cxn>
                <a:cxn ang="0">
                  <a:pos x="connsiteX25108" y="connsiteY25108"/>
                </a:cxn>
                <a:cxn ang="0">
                  <a:pos x="connsiteX25109" y="connsiteY25109"/>
                </a:cxn>
                <a:cxn ang="0">
                  <a:pos x="connsiteX25110" y="connsiteY25110"/>
                </a:cxn>
                <a:cxn ang="0">
                  <a:pos x="connsiteX25111" y="connsiteY25111"/>
                </a:cxn>
                <a:cxn ang="0">
                  <a:pos x="connsiteX25112" y="connsiteY25112"/>
                </a:cxn>
                <a:cxn ang="0">
                  <a:pos x="connsiteX25113" y="connsiteY25113"/>
                </a:cxn>
                <a:cxn ang="0">
                  <a:pos x="connsiteX25114" y="connsiteY25114"/>
                </a:cxn>
                <a:cxn ang="0">
                  <a:pos x="connsiteX25115" y="connsiteY25115"/>
                </a:cxn>
                <a:cxn ang="0">
                  <a:pos x="connsiteX25116" y="connsiteY25116"/>
                </a:cxn>
                <a:cxn ang="0">
                  <a:pos x="connsiteX25117" y="connsiteY25117"/>
                </a:cxn>
                <a:cxn ang="0">
                  <a:pos x="connsiteX25118" y="connsiteY25118"/>
                </a:cxn>
                <a:cxn ang="0">
                  <a:pos x="connsiteX25119" y="connsiteY25119"/>
                </a:cxn>
                <a:cxn ang="0">
                  <a:pos x="connsiteX25120" y="connsiteY25120"/>
                </a:cxn>
                <a:cxn ang="0">
                  <a:pos x="connsiteX25121" y="connsiteY25121"/>
                </a:cxn>
                <a:cxn ang="0">
                  <a:pos x="connsiteX25122" y="connsiteY25122"/>
                </a:cxn>
                <a:cxn ang="0">
                  <a:pos x="connsiteX25123" y="connsiteY25123"/>
                </a:cxn>
                <a:cxn ang="0">
                  <a:pos x="connsiteX25124" y="connsiteY25124"/>
                </a:cxn>
                <a:cxn ang="0">
                  <a:pos x="connsiteX25125" y="connsiteY25125"/>
                </a:cxn>
                <a:cxn ang="0">
                  <a:pos x="connsiteX25126" y="connsiteY25126"/>
                </a:cxn>
                <a:cxn ang="0">
                  <a:pos x="connsiteX25127" y="connsiteY25127"/>
                </a:cxn>
                <a:cxn ang="0">
                  <a:pos x="connsiteX25128" y="connsiteY25128"/>
                </a:cxn>
                <a:cxn ang="0">
                  <a:pos x="connsiteX25129" y="connsiteY25129"/>
                </a:cxn>
                <a:cxn ang="0">
                  <a:pos x="connsiteX25130" y="connsiteY25130"/>
                </a:cxn>
                <a:cxn ang="0">
                  <a:pos x="connsiteX25131" y="connsiteY25131"/>
                </a:cxn>
                <a:cxn ang="0">
                  <a:pos x="connsiteX25132" y="connsiteY25132"/>
                </a:cxn>
                <a:cxn ang="0">
                  <a:pos x="connsiteX25133" y="connsiteY25133"/>
                </a:cxn>
                <a:cxn ang="0">
                  <a:pos x="connsiteX25134" y="connsiteY25134"/>
                </a:cxn>
                <a:cxn ang="0">
                  <a:pos x="connsiteX25135" y="connsiteY25135"/>
                </a:cxn>
                <a:cxn ang="0">
                  <a:pos x="connsiteX25136" y="connsiteY25136"/>
                </a:cxn>
                <a:cxn ang="0">
                  <a:pos x="connsiteX25137" y="connsiteY25137"/>
                </a:cxn>
                <a:cxn ang="0">
                  <a:pos x="connsiteX25138" y="connsiteY25138"/>
                </a:cxn>
                <a:cxn ang="0">
                  <a:pos x="connsiteX25139" y="connsiteY25139"/>
                </a:cxn>
                <a:cxn ang="0">
                  <a:pos x="connsiteX25140" y="connsiteY25140"/>
                </a:cxn>
                <a:cxn ang="0">
                  <a:pos x="connsiteX25141" y="connsiteY25141"/>
                </a:cxn>
                <a:cxn ang="0">
                  <a:pos x="connsiteX25142" y="connsiteY25142"/>
                </a:cxn>
                <a:cxn ang="0">
                  <a:pos x="connsiteX25143" y="connsiteY25143"/>
                </a:cxn>
                <a:cxn ang="0">
                  <a:pos x="connsiteX25144" y="connsiteY25144"/>
                </a:cxn>
                <a:cxn ang="0">
                  <a:pos x="connsiteX25145" y="connsiteY25145"/>
                </a:cxn>
                <a:cxn ang="0">
                  <a:pos x="connsiteX25146" y="connsiteY25146"/>
                </a:cxn>
                <a:cxn ang="0">
                  <a:pos x="connsiteX25147" y="connsiteY25147"/>
                </a:cxn>
                <a:cxn ang="0">
                  <a:pos x="connsiteX25148" y="connsiteY25148"/>
                </a:cxn>
                <a:cxn ang="0">
                  <a:pos x="connsiteX25149" y="connsiteY25149"/>
                </a:cxn>
                <a:cxn ang="0">
                  <a:pos x="connsiteX25150" y="connsiteY25150"/>
                </a:cxn>
                <a:cxn ang="0">
                  <a:pos x="connsiteX25151" y="connsiteY25151"/>
                </a:cxn>
                <a:cxn ang="0">
                  <a:pos x="connsiteX25152" y="connsiteY25152"/>
                </a:cxn>
                <a:cxn ang="0">
                  <a:pos x="connsiteX25153" y="connsiteY25153"/>
                </a:cxn>
                <a:cxn ang="0">
                  <a:pos x="connsiteX25154" y="connsiteY25154"/>
                </a:cxn>
                <a:cxn ang="0">
                  <a:pos x="connsiteX25155" y="connsiteY25155"/>
                </a:cxn>
                <a:cxn ang="0">
                  <a:pos x="connsiteX25156" y="connsiteY25156"/>
                </a:cxn>
                <a:cxn ang="0">
                  <a:pos x="connsiteX25157" y="connsiteY25157"/>
                </a:cxn>
                <a:cxn ang="0">
                  <a:pos x="connsiteX25158" y="connsiteY25158"/>
                </a:cxn>
                <a:cxn ang="0">
                  <a:pos x="connsiteX25159" y="connsiteY25159"/>
                </a:cxn>
                <a:cxn ang="0">
                  <a:pos x="connsiteX25160" y="connsiteY25160"/>
                </a:cxn>
                <a:cxn ang="0">
                  <a:pos x="connsiteX25161" y="connsiteY25161"/>
                </a:cxn>
                <a:cxn ang="0">
                  <a:pos x="connsiteX25162" y="connsiteY25162"/>
                </a:cxn>
                <a:cxn ang="0">
                  <a:pos x="connsiteX25163" y="connsiteY25163"/>
                </a:cxn>
                <a:cxn ang="0">
                  <a:pos x="connsiteX25164" y="connsiteY25164"/>
                </a:cxn>
                <a:cxn ang="0">
                  <a:pos x="connsiteX25165" y="connsiteY25165"/>
                </a:cxn>
                <a:cxn ang="0">
                  <a:pos x="connsiteX25166" y="connsiteY25166"/>
                </a:cxn>
                <a:cxn ang="0">
                  <a:pos x="connsiteX25167" y="connsiteY25167"/>
                </a:cxn>
                <a:cxn ang="0">
                  <a:pos x="connsiteX25168" y="connsiteY25168"/>
                </a:cxn>
                <a:cxn ang="0">
                  <a:pos x="connsiteX25169" y="connsiteY25169"/>
                </a:cxn>
                <a:cxn ang="0">
                  <a:pos x="connsiteX25170" y="connsiteY25170"/>
                </a:cxn>
                <a:cxn ang="0">
                  <a:pos x="connsiteX25171" y="connsiteY25171"/>
                </a:cxn>
                <a:cxn ang="0">
                  <a:pos x="connsiteX25172" y="connsiteY25172"/>
                </a:cxn>
                <a:cxn ang="0">
                  <a:pos x="connsiteX25173" y="connsiteY25173"/>
                </a:cxn>
                <a:cxn ang="0">
                  <a:pos x="connsiteX25174" y="connsiteY25174"/>
                </a:cxn>
                <a:cxn ang="0">
                  <a:pos x="connsiteX25175" y="connsiteY25175"/>
                </a:cxn>
                <a:cxn ang="0">
                  <a:pos x="connsiteX25176" y="connsiteY25176"/>
                </a:cxn>
                <a:cxn ang="0">
                  <a:pos x="connsiteX25177" y="connsiteY25177"/>
                </a:cxn>
                <a:cxn ang="0">
                  <a:pos x="connsiteX25178" y="connsiteY25178"/>
                </a:cxn>
                <a:cxn ang="0">
                  <a:pos x="connsiteX25179" y="connsiteY25179"/>
                </a:cxn>
                <a:cxn ang="0">
                  <a:pos x="connsiteX25180" y="connsiteY25180"/>
                </a:cxn>
                <a:cxn ang="0">
                  <a:pos x="connsiteX25181" y="connsiteY25181"/>
                </a:cxn>
                <a:cxn ang="0">
                  <a:pos x="connsiteX25182" y="connsiteY25182"/>
                </a:cxn>
                <a:cxn ang="0">
                  <a:pos x="connsiteX25183" y="connsiteY25183"/>
                </a:cxn>
                <a:cxn ang="0">
                  <a:pos x="connsiteX25184" y="connsiteY25184"/>
                </a:cxn>
                <a:cxn ang="0">
                  <a:pos x="connsiteX25185" y="connsiteY25185"/>
                </a:cxn>
                <a:cxn ang="0">
                  <a:pos x="connsiteX25186" y="connsiteY25186"/>
                </a:cxn>
                <a:cxn ang="0">
                  <a:pos x="connsiteX25187" y="connsiteY25187"/>
                </a:cxn>
                <a:cxn ang="0">
                  <a:pos x="connsiteX25188" y="connsiteY25188"/>
                </a:cxn>
                <a:cxn ang="0">
                  <a:pos x="connsiteX25189" y="connsiteY25189"/>
                </a:cxn>
                <a:cxn ang="0">
                  <a:pos x="connsiteX25190" y="connsiteY25190"/>
                </a:cxn>
                <a:cxn ang="0">
                  <a:pos x="connsiteX25191" y="connsiteY25191"/>
                </a:cxn>
                <a:cxn ang="0">
                  <a:pos x="connsiteX25192" y="connsiteY25192"/>
                </a:cxn>
                <a:cxn ang="0">
                  <a:pos x="connsiteX25193" y="connsiteY25193"/>
                </a:cxn>
                <a:cxn ang="0">
                  <a:pos x="connsiteX25194" y="connsiteY25194"/>
                </a:cxn>
                <a:cxn ang="0">
                  <a:pos x="connsiteX25195" y="connsiteY25195"/>
                </a:cxn>
                <a:cxn ang="0">
                  <a:pos x="connsiteX25196" y="connsiteY25196"/>
                </a:cxn>
                <a:cxn ang="0">
                  <a:pos x="connsiteX25197" y="connsiteY25197"/>
                </a:cxn>
                <a:cxn ang="0">
                  <a:pos x="connsiteX25198" y="connsiteY25198"/>
                </a:cxn>
                <a:cxn ang="0">
                  <a:pos x="connsiteX25199" y="connsiteY25199"/>
                </a:cxn>
                <a:cxn ang="0">
                  <a:pos x="connsiteX25200" y="connsiteY25200"/>
                </a:cxn>
                <a:cxn ang="0">
                  <a:pos x="connsiteX25201" y="connsiteY25201"/>
                </a:cxn>
                <a:cxn ang="0">
                  <a:pos x="connsiteX25202" y="connsiteY25202"/>
                </a:cxn>
                <a:cxn ang="0">
                  <a:pos x="connsiteX25203" y="connsiteY25203"/>
                </a:cxn>
                <a:cxn ang="0">
                  <a:pos x="connsiteX25204" y="connsiteY25204"/>
                </a:cxn>
                <a:cxn ang="0">
                  <a:pos x="connsiteX25205" y="connsiteY25205"/>
                </a:cxn>
                <a:cxn ang="0">
                  <a:pos x="connsiteX25206" y="connsiteY25206"/>
                </a:cxn>
                <a:cxn ang="0">
                  <a:pos x="connsiteX25207" y="connsiteY25207"/>
                </a:cxn>
                <a:cxn ang="0">
                  <a:pos x="connsiteX25208" y="connsiteY25208"/>
                </a:cxn>
                <a:cxn ang="0">
                  <a:pos x="connsiteX25209" y="connsiteY25209"/>
                </a:cxn>
                <a:cxn ang="0">
                  <a:pos x="connsiteX25210" y="connsiteY25210"/>
                </a:cxn>
                <a:cxn ang="0">
                  <a:pos x="connsiteX25211" y="connsiteY25211"/>
                </a:cxn>
                <a:cxn ang="0">
                  <a:pos x="connsiteX25212" y="connsiteY25212"/>
                </a:cxn>
                <a:cxn ang="0">
                  <a:pos x="connsiteX25213" y="connsiteY25213"/>
                </a:cxn>
                <a:cxn ang="0">
                  <a:pos x="connsiteX25214" y="connsiteY25214"/>
                </a:cxn>
                <a:cxn ang="0">
                  <a:pos x="connsiteX25215" y="connsiteY25215"/>
                </a:cxn>
                <a:cxn ang="0">
                  <a:pos x="connsiteX25216" y="connsiteY25216"/>
                </a:cxn>
                <a:cxn ang="0">
                  <a:pos x="connsiteX25217" y="connsiteY25217"/>
                </a:cxn>
                <a:cxn ang="0">
                  <a:pos x="connsiteX25218" y="connsiteY25218"/>
                </a:cxn>
                <a:cxn ang="0">
                  <a:pos x="connsiteX25219" y="connsiteY25219"/>
                </a:cxn>
                <a:cxn ang="0">
                  <a:pos x="connsiteX25220" y="connsiteY25220"/>
                </a:cxn>
                <a:cxn ang="0">
                  <a:pos x="connsiteX25221" y="connsiteY25221"/>
                </a:cxn>
                <a:cxn ang="0">
                  <a:pos x="connsiteX25222" y="connsiteY25222"/>
                </a:cxn>
                <a:cxn ang="0">
                  <a:pos x="connsiteX25223" y="connsiteY25223"/>
                </a:cxn>
                <a:cxn ang="0">
                  <a:pos x="connsiteX25224" y="connsiteY25224"/>
                </a:cxn>
                <a:cxn ang="0">
                  <a:pos x="connsiteX25225" y="connsiteY25225"/>
                </a:cxn>
                <a:cxn ang="0">
                  <a:pos x="connsiteX25226" y="connsiteY25226"/>
                </a:cxn>
                <a:cxn ang="0">
                  <a:pos x="connsiteX25227" y="connsiteY25227"/>
                </a:cxn>
                <a:cxn ang="0">
                  <a:pos x="connsiteX25228" y="connsiteY25228"/>
                </a:cxn>
                <a:cxn ang="0">
                  <a:pos x="connsiteX25229" y="connsiteY25229"/>
                </a:cxn>
                <a:cxn ang="0">
                  <a:pos x="connsiteX25230" y="connsiteY25230"/>
                </a:cxn>
                <a:cxn ang="0">
                  <a:pos x="connsiteX25231" y="connsiteY25231"/>
                </a:cxn>
                <a:cxn ang="0">
                  <a:pos x="connsiteX25232" y="connsiteY25232"/>
                </a:cxn>
                <a:cxn ang="0">
                  <a:pos x="connsiteX25233" y="connsiteY25233"/>
                </a:cxn>
                <a:cxn ang="0">
                  <a:pos x="connsiteX25234" y="connsiteY25234"/>
                </a:cxn>
                <a:cxn ang="0">
                  <a:pos x="connsiteX25235" y="connsiteY25235"/>
                </a:cxn>
                <a:cxn ang="0">
                  <a:pos x="connsiteX25236" y="connsiteY25236"/>
                </a:cxn>
                <a:cxn ang="0">
                  <a:pos x="connsiteX25237" y="connsiteY25237"/>
                </a:cxn>
                <a:cxn ang="0">
                  <a:pos x="connsiteX25238" y="connsiteY25238"/>
                </a:cxn>
                <a:cxn ang="0">
                  <a:pos x="connsiteX25239" y="connsiteY25239"/>
                </a:cxn>
                <a:cxn ang="0">
                  <a:pos x="connsiteX25240" y="connsiteY25240"/>
                </a:cxn>
                <a:cxn ang="0">
                  <a:pos x="connsiteX25241" y="connsiteY25241"/>
                </a:cxn>
                <a:cxn ang="0">
                  <a:pos x="connsiteX25242" y="connsiteY25242"/>
                </a:cxn>
                <a:cxn ang="0">
                  <a:pos x="connsiteX25243" y="connsiteY25243"/>
                </a:cxn>
                <a:cxn ang="0">
                  <a:pos x="connsiteX25244" y="connsiteY25244"/>
                </a:cxn>
                <a:cxn ang="0">
                  <a:pos x="connsiteX25245" y="connsiteY25245"/>
                </a:cxn>
                <a:cxn ang="0">
                  <a:pos x="connsiteX25246" y="connsiteY25246"/>
                </a:cxn>
                <a:cxn ang="0">
                  <a:pos x="connsiteX25247" y="connsiteY25247"/>
                </a:cxn>
                <a:cxn ang="0">
                  <a:pos x="connsiteX25248" y="connsiteY25248"/>
                </a:cxn>
                <a:cxn ang="0">
                  <a:pos x="connsiteX25249" y="connsiteY25249"/>
                </a:cxn>
                <a:cxn ang="0">
                  <a:pos x="connsiteX25250" y="connsiteY25250"/>
                </a:cxn>
                <a:cxn ang="0">
                  <a:pos x="connsiteX25251" y="connsiteY25251"/>
                </a:cxn>
                <a:cxn ang="0">
                  <a:pos x="connsiteX25252" y="connsiteY25252"/>
                </a:cxn>
                <a:cxn ang="0">
                  <a:pos x="connsiteX25253" y="connsiteY25253"/>
                </a:cxn>
                <a:cxn ang="0">
                  <a:pos x="connsiteX25254" y="connsiteY25254"/>
                </a:cxn>
                <a:cxn ang="0">
                  <a:pos x="connsiteX25255" y="connsiteY25255"/>
                </a:cxn>
                <a:cxn ang="0">
                  <a:pos x="connsiteX25256" y="connsiteY25256"/>
                </a:cxn>
                <a:cxn ang="0">
                  <a:pos x="connsiteX25257" y="connsiteY25257"/>
                </a:cxn>
                <a:cxn ang="0">
                  <a:pos x="connsiteX25258" y="connsiteY25258"/>
                </a:cxn>
                <a:cxn ang="0">
                  <a:pos x="connsiteX25259" y="connsiteY25259"/>
                </a:cxn>
                <a:cxn ang="0">
                  <a:pos x="connsiteX25260" y="connsiteY25260"/>
                </a:cxn>
                <a:cxn ang="0">
                  <a:pos x="connsiteX25261" y="connsiteY25261"/>
                </a:cxn>
                <a:cxn ang="0">
                  <a:pos x="connsiteX25262" y="connsiteY25262"/>
                </a:cxn>
                <a:cxn ang="0">
                  <a:pos x="connsiteX25263" y="connsiteY25263"/>
                </a:cxn>
                <a:cxn ang="0">
                  <a:pos x="connsiteX25264" y="connsiteY25264"/>
                </a:cxn>
                <a:cxn ang="0">
                  <a:pos x="connsiteX25265" y="connsiteY25265"/>
                </a:cxn>
                <a:cxn ang="0">
                  <a:pos x="connsiteX25266" y="connsiteY25266"/>
                </a:cxn>
                <a:cxn ang="0">
                  <a:pos x="connsiteX25267" y="connsiteY25267"/>
                </a:cxn>
                <a:cxn ang="0">
                  <a:pos x="connsiteX25268" y="connsiteY25268"/>
                </a:cxn>
                <a:cxn ang="0">
                  <a:pos x="connsiteX25269" y="connsiteY25269"/>
                </a:cxn>
                <a:cxn ang="0">
                  <a:pos x="connsiteX25270" y="connsiteY25270"/>
                </a:cxn>
                <a:cxn ang="0">
                  <a:pos x="connsiteX25271" y="connsiteY25271"/>
                </a:cxn>
                <a:cxn ang="0">
                  <a:pos x="connsiteX25272" y="connsiteY25272"/>
                </a:cxn>
                <a:cxn ang="0">
                  <a:pos x="connsiteX25273" y="connsiteY25273"/>
                </a:cxn>
                <a:cxn ang="0">
                  <a:pos x="connsiteX25274" y="connsiteY25274"/>
                </a:cxn>
                <a:cxn ang="0">
                  <a:pos x="connsiteX25275" y="connsiteY25275"/>
                </a:cxn>
                <a:cxn ang="0">
                  <a:pos x="connsiteX25276" y="connsiteY25276"/>
                </a:cxn>
                <a:cxn ang="0">
                  <a:pos x="connsiteX25277" y="connsiteY25277"/>
                </a:cxn>
                <a:cxn ang="0">
                  <a:pos x="connsiteX25278" y="connsiteY25278"/>
                </a:cxn>
                <a:cxn ang="0">
                  <a:pos x="connsiteX25279" y="connsiteY25279"/>
                </a:cxn>
                <a:cxn ang="0">
                  <a:pos x="connsiteX25280" y="connsiteY25280"/>
                </a:cxn>
                <a:cxn ang="0">
                  <a:pos x="connsiteX25281" y="connsiteY25281"/>
                </a:cxn>
                <a:cxn ang="0">
                  <a:pos x="connsiteX25282" y="connsiteY25282"/>
                </a:cxn>
                <a:cxn ang="0">
                  <a:pos x="connsiteX25283" y="connsiteY25283"/>
                </a:cxn>
                <a:cxn ang="0">
                  <a:pos x="connsiteX25284" y="connsiteY25284"/>
                </a:cxn>
                <a:cxn ang="0">
                  <a:pos x="connsiteX25285" y="connsiteY25285"/>
                </a:cxn>
                <a:cxn ang="0">
                  <a:pos x="connsiteX25286" y="connsiteY25286"/>
                </a:cxn>
                <a:cxn ang="0">
                  <a:pos x="connsiteX25287" y="connsiteY25287"/>
                </a:cxn>
                <a:cxn ang="0">
                  <a:pos x="connsiteX25288" y="connsiteY25288"/>
                </a:cxn>
                <a:cxn ang="0">
                  <a:pos x="connsiteX25289" y="connsiteY25289"/>
                </a:cxn>
                <a:cxn ang="0">
                  <a:pos x="connsiteX25290" y="connsiteY25290"/>
                </a:cxn>
                <a:cxn ang="0">
                  <a:pos x="connsiteX25291" y="connsiteY25291"/>
                </a:cxn>
                <a:cxn ang="0">
                  <a:pos x="connsiteX25292" y="connsiteY25292"/>
                </a:cxn>
                <a:cxn ang="0">
                  <a:pos x="connsiteX25293" y="connsiteY25293"/>
                </a:cxn>
                <a:cxn ang="0">
                  <a:pos x="connsiteX25294" y="connsiteY25294"/>
                </a:cxn>
                <a:cxn ang="0">
                  <a:pos x="connsiteX25295" y="connsiteY25295"/>
                </a:cxn>
                <a:cxn ang="0">
                  <a:pos x="connsiteX25296" y="connsiteY25296"/>
                </a:cxn>
                <a:cxn ang="0">
                  <a:pos x="connsiteX25297" y="connsiteY25297"/>
                </a:cxn>
                <a:cxn ang="0">
                  <a:pos x="connsiteX25298" y="connsiteY25298"/>
                </a:cxn>
                <a:cxn ang="0">
                  <a:pos x="connsiteX25299" y="connsiteY25299"/>
                </a:cxn>
                <a:cxn ang="0">
                  <a:pos x="connsiteX25300" y="connsiteY25300"/>
                </a:cxn>
                <a:cxn ang="0">
                  <a:pos x="connsiteX25301" y="connsiteY25301"/>
                </a:cxn>
                <a:cxn ang="0">
                  <a:pos x="connsiteX25302" y="connsiteY25302"/>
                </a:cxn>
                <a:cxn ang="0">
                  <a:pos x="connsiteX25303" y="connsiteY25303"/>
                </a:cxn>
                <a:cxn ang="0">
                  <a:pos x="connsiteX25304" y="connsiteY25304"/>
                </a:cxn>
                <a:cxn ang="0">
                  <a:pos x="connsiteX25305" y="connsiteY25305"/>
                </a:cxn>
                <a:cxn ang="0">
                  <a:pos x="connsiteX25306" y="connsiteY25306"/>
                </a:cxn>
                <a:cxn ang="0">
                  <a:pos x="connsiteX25307" y="connsiteY25307"/>
                </a:cxn>
                <a:cxn ang="0">
                  <a:pos x="connsiteX25308" y="connsiteY25308"/>
                </a:cxn>
                <a:cxn ang="0">
                  <a:pos x="connsiteX25309" y="connsiteY25309"/>
                </a:cxn>
                <a:cxn ang="0">
                  <a:pos x="connsiteX25310" y="connsiteY25310"/>
                </a:cxn>
                <a:cxn ang="0">
                  <a:pos x="connsiteX25311" y="connsiteY25311"/>
                </a:cxn>
                <a:cxn ang="0">
                  <a:pos x="connsiteX25312" y="connsiteY25312"/>
                </a:cxn>
                <a:cxn ang="0">
                  <a:pos x="connsiteX25313" y="connsiteY25313"/>
                </a:cxn>
                <a:cxn ang="0">
                  <a:pos x="connsiteX25314" y="connsiteY25314"/>
                </a:cxn>
                <a:cxn ang="0">
                  <a:pos x="connsiteX25315" y="connsiteY25315"/>
                </a:cxn>
                <a:cxn ang="0">
                  <a:pos x="connsiteX25316" y="connsiteY25316"/>
                </a:cxn>
                <a:cxn ang="0">
                  <a:pos x="connsiteX25317" y="connsiteY25317"/>
                </a:cxn>
                <a:cxn ang="0">
                  <a:pos x="connsiteX25318" y="connsiteY25318"/>
                </a:cxn>
                <a:cxn ang="0">
                  <a:pos x="connsiteX25319" y="connsiteY25319"/>
                </a:cxn>
                <a:cxn ang="0">
                  <a:pos x="connsiteX25320" y="connsiteY25320"/>
                </a:cxn>
                <a:cxn ang="0">
                  <a:pos x="connsiteX25321" y="connsiteY25321"/>
                </a:cxn>
                <a:cxn ang="0">
                  <a:pos x="connsiteX25322" y="connsiteY25322"/>
                </a:cxn>
                <a:cxn ang="0">
                  <a:pos x="connsiteX25323" y="connsiteY25323"/>
                </a:cxn>
                <a:cxn ang="0">
                  <a:pos x="connsiteX25324" y="connsiteY25324"/>
                </a:cxn>
                <a:cxn ang="0">
                  <a:pos x="connsiteX25325" y="connsiteY25325"/>
                </a:cxn>
                <a:cxn ang="0">
                  <a:pos x="connsiteX25326" y="connsiteY25326"/>
                </a:cxn>
                <a:cxn ang="0">
                  <a:pos x="connsiteX25327" y="connsiteY25327"/>
                </a:cxn>
                <a:cxn ang="0">
                  <a:pos x="connsiteX25328" y="connsiteY25328"/>
                </a:cxn>
                <a:cxn ang="0">
                  <a:pos x="connsiteX25329" y="connsiteY25329"/>
                </a:cxn>
                <a:cxn ang="0">
                  <a:pos x="connsiteX25330" y="connsiteY25330"/>
                </a:cxn>
                <a:cxn ang="0">
                  <a:pos x="connsiteX25331" y="connsiteY25331"/>
                </a:cxn>
                <a:cxn ang="0">
                  <a:pos x="connsiteX25332" y="connsiteY25332"/>
                </a:cxn>
                <a:cxn ang="0">
                  <a:pos x="connsiteX25333" y="connsiteY25333"/>
                </a:cxn>
                <a:cxn ang="0">
                  <a:pos x="connsiteX25334" y="connsiteY25334"/>
                </a:cxn>
                <a:cxn ang="0">
                  <a:pos x="connsiteX25335" y="connsiteY25335"/>
                </a:cxn>
                <a:cxn ang="0">
                  <a:pos x="connsiteX25336" y="connsiteY25336"/>
                </a:cxn>
                <a:cxn ang="0">
                  <a:pos x="connsiteX25337" y="connsiteY25337"/>
                </a:cxn>
                <a:cxn ang="0">
                  <a:pos x="connsiteX25338" y="connsiteY25338"/>
                </a:cxn>
                <a:cxn ang="0">
                  <a:pos x="connsiteX25339" y="connsiteY25339"/>
                </a:cxn>
                <a:cxn ang="0">
                  <a:pos x="connsiteX25340" y="connsiteY25340"/>
                </a:cxn>
                <a:cxn ang="0">
                  <a:pos x="connsiteX25341" y="connsiteY25341"/>
                </a:cxn>
                <a:cxn ang="0">
                  <a:pos x="connsiteX25342" y="connsiteY25342"/>
                </a:cxn>
                <a:cxn ang="0">
                  <a:pos x="connsiteX25343" y="connsiteY25343"/>
                </a:cxn>
                <a:cxn ang="0">
                  <a:pos x="connsiteX25344" y="connsiteY25344"/>
                </a:cxn>
                <a:cxn ang="0">
                  <a:pos x="connsiteX25345" y="connsiteY25345"/>
                </a:cxn>
                <a:cxn ang="0">
                  <a:pos x="connsiteX25346" y="connsiteY25346"/>
                </a:cxn>
                <a:cxn ang="0">
                  <a:pos x="connsiteX25347" y="connsiteY25347"/>
                </a:cxn>
                <a:cxn ang="0">
                  <a:pos x="connsiteX25348" y="connsiteY25348"/>
                </a:cxn>
                <a:cxn ang="0">
                  <a:pos x="connsiteX25349" y="connsiteY25349"/>
                </a:cxn>
                <a:cxn ang="0">
                  <a:pos x="connsiteX25350" y="connsiteY25350"/>
                </a:cxn>
                <a:cxn ang="0">
                  <a:pos x="connsiteX25351" y="connsiteY25351"/>
                </a:cxn>
                <a:cxn ang="0">
                  <a:pos x="connsiteX25352" y="connsiteY25352"/>
                </a:cxn>
                <a:cxn ang="0">
                  <a:pos x="connsiteX25353" y="connsiteY25353"/>
                </a:cxn>
                <a:cxn ang="0">
                  <a:pos x="connsiteX25354" y="connsiteY25354"/>
                </a:cxn>
                <a:cxn ang="0">
                  <a:pos x="connsiteX25355" y="connsiteY25355"/>
                </a:cxn>
                <a:cxn ang="0">
                  <a:pos x="connsiteX25356" y="connsiteY25356"/>
                </a:cxn>
                <a:cxn ang="0">
                  <a:pos x="connsiteX25357" y="connsiteY25357"/>
                </a:cxn>
                <a:cxn ang="0">
                  <a:pos x="connsiteX25358" y="connsiteY25358"/>
                </a:cxn>
                <a:cxn ang="0">
                  <a:pos x="connsiteX25359" y="connsiteY25359"/>
                </a:cxn>
                <a:cxn ang="0">
                  <a:pos x="connsiteX25360" y="connsiteY25360"/>
                </a:cxn>
                <a:cxn ang="0">
                  <a:pos x="connsiteX25361" y="connsiteY25361"/>
                </a:cxn>
                <a:cxn ang="0">
                  <a:pos x="connsiteX25362" y="connsiteY25362"/>
                </a:cxn>
                <a:cxn ang="0">
                  <a:pos x="connsiteX25363" y="connsiteY25363"/>
                </a:cxn>
                <a:cxn ang="0">
                  <a:pos x="connsiteX25364" y="connsiteY25364"/>
                </a:cxn>
                <a:cxn ang="0">
                  <a:pos x="connsiteX25365" y="connsiteY25365"/>
                </a:cxn>
                <a:cxn ang="0">
                  <a:pos x="connsiteX25366" y="connsiteY25366"/>
                </a:cxn>
                <a:cxn ang="0">
                  <a:pos x="connsiteX25367" y="connsiteY25367"/>
                </a:cxn>
                <a:cxn ang="0">
                  <a:pos x="connsiteX25368" y="connsiteY25368"/>
                </a:cxn>
                <a:cxn ang="0">
                  <a:pos x="connsiteX25369" y="connsiteY25369"/>
                </a:cxn>
                <a:cxn ang="0">
                  <a:pos x="connsiteX25370" y="connsiteY25370"/>
                </a:cxn>
                <a:cxn ang="0">
                  <a:pos x="connsiteX25371" y="connsiteY25371"/>
                </a:cxn>
                <a:cxn ang="0">
                  <a:pos x="connsiteX25372" y="connsiteY25372"/>
                </a:cxn>
                <a:cxn ang="0">
                  <a:pos x="connsiteX25373" y="connsiteY25373"/>
                </a:cxn>
                <a:cxn ang="0">
                  <a:pos x="connsiteX25374" y="connsiteY25374"/>
                </a:cxn>
                <a:cxn ang="0">
                  <a:pos x="connsiteX25375" y="connsiteY25375"/>
                </a:cxn>
                <a:cxn ang="0">
                  <a:pos x="connsiteX25376" y="connsiteY25376"/>
                </a:cxn>
                <a:cxn ang="0">
                  <a:pos x="connsiteX25377" y="connsiteY25377"/>
                </a:cxn>
                <a:cxn ang="0">
                  <a:pos x="connsiteX25378" y="connsiteY25378"/>
                </a:cxn>
                <a:cxn ang="0">
                  <a:pos x="connsiteX25379" y="connsiteY25379"/>
                </a:cxn>
                <a:cxn ang="0">
                  <a:pos x="connsiteX25380" y="connsiteY25380"/>
                </a:cxn>
                <a:cxn ang="0">
                  <a:pos x="connsiteX25381" y="connsiteY25381"/>
                </a:cxn>
                <a:cxn ang="0">
                  <a:pos x="connsiteX25382" y="connsiteY25382"/>
                </a:cxn>
                <a:cxn ang="0">
                  <a:pos x="connsiteX25383" y="connsiteY25383"/>
                </a:cxn>
                <a:cxn ang="0">
                  <a:pos x="connsiteX25384" y="connsiteY25384"/>
                </a:cxn>
                <a:cxn ang="0">
                  <a:pos x="connsiteX25385" y="connsiteY25385"/>
                </a:cxn>
                <a:cxn ang="0">
                  <a:pos x="connsiteX25386" y="connsiteY25386"/>
                </a:cxn>
                <a:cxn ang="0">
                  <a:pos x="connsiteX25387" y="connsiteY25387"/>
                </a:cxn>
                <a:cxn ang="0">
                  <a:pos x="connsiteX25388" y="connsiteY25388"/>
                </a:cxn>
                <a:cxn ang="0">
                  <a:pos x="connsiteX25389" y="connsiteY25389"/>
                </a:cxn>
                <a:cxn ang="0">
                  <a:pos x="connsiteX25390" y="connsiteY25390"/>
                </a:cxn>
                <a:cxn ang="0">
                  <a:pos x="connsiteX25391" y="connsiteY25391"/>
                </a:cxn>
                <a:cxn ang="0">
                  <a:pos x="connsiteX25392" y="connsiteY25392"/>
                </a:cxn>
                <a:cxn ang="0">
                  <a:pos x="connsiteX25393" y="connsiteY25393"/>
                </a:cxn>
                <a:cxn ang="0">
                  <a:pos x="connsiteX25394" y="connsiteY25394"/>
                </a:cxn>
                <a:cxn ang="0">
                  <a:pos x="connsiteX25395" y="connsiteY25395"/>
                </a:cxn>
                <a:cxn ang="0">
                  <a:pos x="connsiteX25396" y="connsiteY25396"/>
                </a:cxn>
                <a:cxn ang="0">
                  <a:pos x="connsiteX25397" y="connsiteY25397"/>
                </a:cxn>
                <a:cxn ang="0">
                  <a:pos x="connsiteX25398" y="connsiteY25398"/>
                </a:cxn>
                <a:cxn ang="0">
                  <a:pos x="connsiteX25399" y="connsiteY25399"/>
                </a:cxn>
                <a:cxn ang="0">
                  <a:pos x="connsiteX25400" y="connsiteY25400"/>
                </a:cxn>
                <a:cxn ang="0">
                  <a:pos x="connsiteX25401" y="connsiteY25401"/>
                </a:cxn>
                <a:cxn ang="0">
                  <a:pos x="connsiteX25402" y="connsiteY25402"/>
                </a:cxn>
                <a:cxn ang="0">
                  <a:pos x="connsiteX25403" y="connsiteY25403"/>
                </a:cxn>
                <a:cxn ang="0">
                  <a:pos x="connsiteX25404" y="connsiteY25404"/>
                </a:cxn>
                <a:cxn ang="0">
                  <a:pos x="connsiteX25405" y="connsiteY25405"/>
                </a:cxn>
                <a:cxn ang="0">
                  <a:pos x="connsiteX25406" y="connsiteY25406"/>
                </a:cxn>
                <a:cxn ang="0">
                  <a:pos x="connsiteX25407" y="connsiteY25407"/>
                </a:cxn>
                <a:cxn ang="0">
                  <a:pos x="connsiteX25408" y="connsiteY25408"/>
                </a:cxn>
                <a:cxn ang="0">
                  <a:pos x="connsiteX25409" y="connsiteY25409"/>
                </a:cxn>
                <a:cxn ang="0">
                  <a:pos x="connsiteX25410" y="connsiteY25410"/>
                </a:cxn>
                <a:cxn ang="0">
                  <a:pos x="connsiteX25411" y="connsiteY25411"/>
                </a:cxn>
                <a:cxn ang="0">
                  <a:pos x="connsiteX25412" y="connsiteY25412"/>
                </a:cxn>
                <a:cxn ang="0">
                  <a:pos x="connsiteX25413" y="connsiteY25413"/>
                </a:cxn>
                <a:cxn ang="0">
                  <a:pos x="connsiteX25414" y="connsiteY25414"/>
                </a:cxn>
                <a:cxn ang="0">
                  <a:pos x="connsiteX25415" y="connsiteY25415"/>
                </a:cxn>
                <a:cxn ang="0">
                  <a:pos x="connsiteX25416" y="connsiteY25416"/>
                </a:cxn>
                <a:cxn ang="0">
                  <a:pos x="connsiteX25417" y="connsiteY25417"/>
                </a:cxn>
                <a:cxn ang="0">
                  <a:pos x="connsiteX25418" y="connsiteY25418"/>
                </a:cxn>
                <a:cxn ang="0">
                  <a:pos x="connsiteX25419" y="connsiteY25419"/>
                </a:cxn>
                <a:cxn ang="0">
                  <a:pos x="connsiteX25420" y="connsiteY25420"/>
                </a:cxn>
                <a:cxn ang="0">
                  <a:pos x="connsiteX25421" y="connsiteY25421"/>
                </a:cxn>
                <a:cxn ang="0">
                  <a:pos x="connsiteX25422" y="connsiteY25422"/>
                </a:cxn>
                <a:cxn ang="0">
                  <a:pos x="connsiteX25423" y="connsiteY25423"/>
                </a:cxn>
                <a:cxn ang="0">
                  <a:pos x="connsiteX25424" y="connsiteY25424"/>
                </a:cxn>
                <a:cxn ang="0">
                  <a:pos x="connsiteX25425" y="connsiteY25425"/>
                </a:cxn>
                <a:cxn ang="0">
                  <a:pos x="connsiteX25426" y="connsiteY25426"/>
                </a:cxn>
                <a:cxn ang="0">
                  <a:pos x="connsiteX25427" y="connsiteY25427"/>
                </a:cxn>
                <a:cxn ang="0">
                  <a:pos x="connsiteX25428" y="connsiteY25428"/>
                </a:cxn>
                <a:cxn ang="0">
                  <a:pos x="connsiteX25429" y="connsiteY25429"/>
                </a:cxn>
                <a:cxn ang="0">
                  <a:pos x="connsiteX25430" y="connsiteY25430"/>
                </a:cxn>
                <a:cxn ang="0">
                  <a:pos x="connsiteX25431" y="connsiteY25431"/>
                </a:cxn>
                <a:cxn ang="0">
                  <a:pos x="connsiteX25432" y="connsiteY25432"/>
                </a:cxn>
                <a:cxn ang="0">
                  <a:pos x="connsiteX25433" y="connsiteY25433"/>
                </a:cxn>
                <a:cxn ang="0">
                  <a:pos x="connsiteX25434" y="connsiteY25434"/>
                </a:cxn>
                <a:cxn ang="0">
                  <a:pos x="connsiteX25435" y="connsiteY25435"/>
                </a:cxn>
                <a:cxn ang="0">
                  <a:pos x="connsiteX25436" y="connsiteY25436"/>
                </a:cxn>
                <a:cxn ang="0">
                  <a:pos x="connsiteX25437" y="connsiteY25437"/>
                </a:cxn>
                <a:cxn ang="0">
                  <a:pos x="connsiteX25438" y="connsiteY25438"/>
                </a:cxn>
                <a:cxn ang="0">
                  <a:pos x="connsiteX25439" y="connsiteY25439"/>
                </a:cxn>
                <a:cxn ang="0">
                  <a:pos x="connsiteX25440" y="connsiteY25440"/>
                </a:cxn>
                <a:cxn ang="0">
                  <a:pos x="connsiteX25441" y="connsiteY25441"/>
                </a:cxn>
                <a:cxn ang="0">
                  <a:pos x="connsiteX25442" y="connsiteY25442"/>
                </a:cxn>
                <a:cxn ang="0">
                  <a:pos x="connsiteX25443" y="connsiteY25443"/>
                </a:cxn>
                <a:cxn ang="0">
                  <a:pos x="connsiteX25444" y="connsiteY25444"/>
                </a:cxn>
                <a:cxn ang="0">
                  <a:pos x="connsiteX25445" y="connsiteY25445"/>
                </a:cxn>
              </a:cxnLst>
              <a:rect l="l" t="t" r="r" b="b"/>
              <a:pathLst>
                <a:path w="4954903" h="4882701">
                  <a:moveTo>
                    <a:pt x="1921258" y="4874598"/>
                  </a:moveTo>
                  <a:cubicBezTo>
                    <a:pt x="1921258" y="4874598"/>
                    <a:pt x="1946327" y="4880676"/>
                    <a:pt x="1949113" y="4880676"/>
                  </a:cubicBezTo>
                  <a:cubicBezTo>
                    <a:pt x="1948353" y="4880422"/>
                    <a:pt x="1944048" y="4879409"/>
                    <a:pt x="1936705" y="4877890"/>
                  </a:cubicBezTo>
                  <a:cubicBezTo>
                    <a:pt x="1927589" y="4875611"/>
                    <a:pt x="1922271" y="4874598"/>
                    <a:pt x="1921258" y="4874598"/>
                  </a:cubicBezTo>
                  <a:close/>
                  <a:moveTo>
                    <a:pt x="1919992" y="4875105"/>
                  </a:moveTo>
                  <a:cubicBezTo>
                    <a:pt x="1919992" y="4875105"/>
                    <a:pt x="1945314" y="4881182"/>
                    <a:pt x="1947847" y="4881182"/>
                  </a:cubicBezTo>
                  <a:cubicBezTo>
                    <a:pt x="1946834" y="4880929"/>
                    <a:pt x="1940503" y="4879409"/>
                    <a:pt x="1935439" y="4878396"/>
                  </a:cubicBezTo>
                  <a:cubicBezTo>
                    <a:pt x="1926323" y="4876371"/>
                    <a:pt x="1921005" y="4875358"/>
                    <a:pt x="1919992" y="4875105"/>
                  </a:cubicBezTo>
                  <a:close/>
                  <a:moveTo>
                    <a:pt x="1919232" y="4875864"/>
                  </a:moveTo>
                  <a:cubicBezTo>
                    <a:pt x="1919232" y="4875864"/>
                    <a:pt x="1944808" y="4881941"/>
                    <a:pt x="1947087" y="4881941"/>
                  </a:cubicBezTo>
                  <a:cubicBezTo>
                    <a:pt x="1946581" y="4881941"/>
                    <a:pt x="1945821" y="4881435"/>
                    <a:pt x="1934679" y="4879156"/>
                  </a:cubicBezTo>
                  <a:cubicBezTo>
                    <a:pt x="1920752" y="4876117"/>
                    <a:pt x="1919739" y="4875864"/>
                    <a:pt x="1919232" y="4875864"/>
                  </a:cubicBezTo>
                  <a:close/>
                  <a:moveTo>
                    <a:pt x="1918979" y="4876624"/>
                  </a:moveTo>
                  <a:cubicBezTo>
                    <a:pt x="1918979" y="4876624"/>
                    <a:pt x="1944808" y="4882701"/>
                    <a:pt x="1947087" y="4882701"/>
                  </a:cubicBezTo>
                  <a:cubicBezTo>
                    <a:pt x="1943036" y="4881435"/>
                    <a:pt x="1938731" y="4880676"/>
                    <a:pt x="1934426" y="4879916"/>
                  </a:cubicBezTo>
                  <a:cubicBezTo>
                    <a:pt x="1920245" y="4876624"/>
                    <a:pt x="1919232" y="4876624"/>
                    <a:pt x="1918979" y="4876624"/>
                  </a:cubicBezTo>
                  <a:close/>
                  <a:moveTo>
                    <a:pt x="1873398" y="4865735"/>
                  </a:moveTo>
                  <a:cubicBezTo>
                    <a:pt x="1859471" y="4862190"/>
                    <a:pt x="1858458" y="4862190"/>
                    <a:pt x="1858205" y="4862190"/>
                  </a:cubicBezTo>
                  <a:cubicBezTo>
                    <a:pt x="1858205" y="4862190"/>
                    <a:pt x="1883781" y="4869027"/>
                    <a:pt x="1885806" y="4869027"/>
                  </a:cubicBezTo>
                  <a:cubicBezTo>
                    <a:pt x="1885047" y="4868520"/>
                    <a:pt x="1880742" y="4867508"/>
                    <a:pt x="1873398" y="4865735"/>
                  </a:cubicBezTo>
                  <a:close/>
                  <a:moveTo>
                    <a:pt x="1858711" y="4863709"/>
                  </a:moveTo>
                  <a:cubicBezTo>
                    <a:pt x="1858965" y="4863709"/>
                    <a:pt x="1884793" y="4870546"/>
                    <a:pt x="1886313" y="4870293"/>
                  </a:cubicBezTo>
                  <a:cubicBezTo>
                    <a:pt x="1882261" y="4869027"/>
                    <a:pt x="1877956" y="4868267"/>
                    <a:pt x="1873651" y="4867255"/>
                  </a:cubicBezTo>
                  <a:cubicBezTo>
                    <a:pt x="1859724" y="4863963"/>
                    <a:pt x="1858965" y="4863963"/>
                    <a:pt x="1858711" y="4863709"/>
                  </a:cubicBezTo>
                  <a:close/>
                  <a:moveTo>
                    <a:pt x="1798443" y="4845224"/>
                  </a:moveTo>
                  <a:cubicBezTo>
                    <a:pt x="1798443" y="4845224"/>
                    <a:pt x="1823260" y="4852821"/>
                    <a:pt x="1825792" y="4852567"/>
                  </a:cubicBezTo>
                  <a:cubicBezTo>
                    <a:pt x="1824526" y="4852061"/>
                    <a:pt x="1818702" y="4850542"/>
                    <a:pt x="1813637" y="4849022"/>
                  </a:cubicBezTo>
                  <a:cubicBezTo>
                    <a:pt x="1808572" y="4848009"/>
                    <a:pt x="1799710" y="4845477"/>
                    <a:pt x="1798443" y="4845224"/>
                  </a:cubicBezTo>
                  <a:close/>
                  <a:moveTo>
                    <a:pt x="1813131" y="4850288"/>
                  </a:moveTo>
                  <a:cubicBezTo>
                    <a:pt x="1804014" y="4847756"/>
                    <a:pt x="1798950" y="4846490"/>
                    <a:pt x="1797937" y="4846237"/>
                  </a:cubicBezTo>
                  <a:cubicBezTo>
                    <a:pt x="1797937" y="4846237"/>
                    <a:pt x="1823260" y="4853580"/>
                    <a:pt x="1825285" y="4853580"/>
                  </a:cubicBezTo>
                  <a:cubicBezTo>
                    <a:pt x="1824273" y="4853074"/>
                    <a:pt x="1817942" y="4851554"/>
                    <a:pt x="1813131" y="4850288"/>
                  </a:cubicBezTo>
                  <a:close/>
                  <a:moveTo>
                    <a:pt x="1753116" y="4822433"/>
                  </a:moveTo>
                  <a:cubicBezTo>
                    <a:pt x="1753116" y="4822433"/>
                    <a:pt x="1753116" y="4822433"/>
                    <a:pt x="1753116" y="4822433"/>
                  </a:cubicBezTo>
                  <a:cubicBezTo>
                    <a:pt x="1754129" y="4823193"/>
                    <a:pt x="1777932" y="4831043"/>
                    <a:pt x="1779705" y="4830790"/>
                  </a:cubicBezTo>
                  <a:cubicBezTo>
                    <a:pt x="1778945" y="4830283"/>
                    <a:pt x="1771602" y="4828004"/>
                    <a:pt x="1768563" y="4826991"/>
                  </a:cubicBezTo>
                  <a:cubicBezTo>
                    <a:pt x="1763752" y="4825219"/>
                    <a:pt x="1754382" y="4822433"/>
                    <a:pt x="1753116" y="4822433"/>
                  </a:cubicBezTo>
                  <a:close/>
                  <a:moveTo>
                    <a:pt x="1766031" y="4835854"/>
                  </a:moveTo>
                  <a:cubicBezTo>
                    <a:pt x="1764764" y="4835348"/>
                    <a:pt x="1758181" y="4833322"/>
                    <a:pt x="1754129" y="4832056"/>
                  </a:cubicBezTo>
                  <a:cubicBezTo>
                    <a:pt x="1750077" y="4830790"/>
                    <a:pt x="1740455" y="4828004"/>
                    <a:pt x="1738935" y="4827751"/>
                  </a:cubicBezTo>
                  <a:cubicBezTo>
                    <a:pt x="1739189" y="4828004"/>
                    <a:pt x="1764005" y="4836108"/>
                    <a:pt x="1766031" y="4835854"/>
                  </a:cubicBezTo>
                  <a:close/>
                  <a:moveTo>
                    <a:pt x="1740202" y="4831803"/>
                  </a:moveTo>
                  <a:cubicBezTo>
                    <a:pt x="1740961" y="4832056"/>
                    <a:pt x="1764511" y="4839400"/>
                    <a:pt x="1767043" y="4839653"/>
                  </a:cubicBezTo>
                  <a:cubicBezTo>
                    <a:pt x="1762992" y="4838133"/>
                    <a:pt x="1758940" y="4837121"/>
                    <a:pt x="1754635" y="4835854"/>
                  </a:cubicBezTo>
                  <a:cubicBezTo>
                    <a:pt x="1740961" y="4832056"/>
                    <a:pt x="1740455" y="4831803"/>
                    <a:pt x="1740202" y="4831803"/>
                  </a:cubicBezTo>
                  <a:close/>
                  <a:moveTo>
                    <a:pt x="1680187" y="4809013"/>
                  </a:moveTo>
                  <a:cubicBezTo>
                    <a:pt x="1680187" y="4809013"/>
                    <a:pt x="1704750" y="4817875"/>
                    <a:pt x="1706776" y="4817875"/>
                  </a:cubicBezTo>
                  <a:cubicBezTo>
                    <a:pt x="1705510" y="4817369"/>
                    <a:pt x="1698166" y="4814837"/>
                    <a:pt x="1695127" y="4813824"/>
                  </a:cubicBezTo>
                  <a:cubicBezTo>
                    <a:pt x="1691076" y="4812304"/>
                    <a:pt x="1681706" y="4809013"/>
                    <a:pt x="1680187" y="4809013"/>
                  </a:cubicBezTo>
                  <a:close/>
                  <a:moveTo>
                    <a:pt x="1681453" y="4813317"/>
                  </a:moveTo>
                  <a:cubicBezTo>
                    <a:pt x="1682213" y="4813824"/>
                    <a:pt x="1705510" y="4821420"/>
                    <a:pt x="1708042" y="4821927"/>
                  </a:cubicBezTo>
                  <a:cubicBezTo>
                    <a:pt x="1703990" y="4820408"/>
                    <a:pt x="1699939" y="4819141"/>
                    <a:pt x="1695887" y="4817875"/>
                  </a:cubicBezTo>
                  <a:cubicBezTo>
                    <a:pt x="1682213" y="4813317"/>
                    <a:pt x="1681706" y="4813317"/>
                    <a:pt x="1681453" y="4813317"/>
                  </a:cubicBezTo>
                  <a:close/>
                  <a:moveTo>
                    <a:pt x="1638152" y="4792553"/>
                  </a:moveTo>
                  <a:cubicBezTo>
                    <a:pt x="1635113" y="4791540"/>
                    <a:pt x="1624731" y="4787742"/>
                    <a:pt x="1623211" y="4787488"/>
                  </a:cubicBezTo>
                  <a:cubicBezTo>
                    <a:pt x="1623211" y="4787488"/>
                    <a:pt x="1647268" y="4797111"/>
                    <a:pt x="1649800" y="4797111"/>
                  </a:cubicBezTo>
                  <a:cubicBezTo>
                    <a:pt x="1648534" y="4796098"/>
                    <a:pt x="1641190" y="4793566"/>
                    <a:pt x="1638152" y="4792553"/>
                  </a:cubicBezTo>
                  <a:close/>
                  <a:moveTo>
                    <a:pt x="1623211" y="4793059"/>
                  </a:moveTo>
                  <a:cubicBezTo>
                    <a:pt x="1624224" y="4793566"/>
                    <a:pt x="1647268" y="4801922"/>
                    <a:pt x="1649547" y="4802428"/>
                  </a:cubicBezTo>
                  <a:cubicBezTo>
                    <a:pt x="1645495" y="4800909"/>
                    <a:pt x="1641443" y="4799390"/>
                    <a:pt x="1637392" y="4798124"/>
                  </a:cubicBezTo>
                  <a:cubicBezTo>
                    <a:pt x="1623971" y="4793312"/>
                    <a:pt x="1623464" y="4793059"/>
                    <a:pt x="1623211" y="4793059"/>
                  </a:cubicBezTo>
                  <a:close/>
                  <a:moveTo>
                    <a:pt x="1565729" y="4771535"/>
                  </a:moveTo>
                  <a:cubicBezTo>
                    <a:pt x="1566742" y="4772041"/>
                    <a:pt x="1589532" y="4780904"/>
                    <a:pt x="1591811" y="4781411"/>
                  </a:cubicBezTo>
                  <a:cubicBezTo>
                    <a:pt x="1587760" y="4779638"/>
                    <a:pt x="1583708" y="4778372"/>
                    <a:pt x="1579910" y="4776853"/>
                  </a:cubicBezTo>
                  <a:cubicBezTo>
                    <a:pt x="1566742" y="4771788"/>
                    <a:pt x="1566235" y="4771788"/>
                    <a:pt x="1565729" y="4771535"/>
                  </a:cubicBezTo>
                  <a:close/>
                  <a:moveTo>
                    <a:pt x="1523693" y="4747985"/>
                  </a:moveTo>
                  <a:cubicBezTo>
                    <a:pt x="1520655" y="4746719"/>
                    <a:pt x="1510779" y="4742414"/>
                    <a:pt x="1509006" y="4742414"/>
                  </a:cubicBezTo>
                  <a:cubicBezTo>
                    <a:pt x="1509006" y="4742414"/>
                    <a:pt x="1532303" y="4753303"/>
                    <a:pt x="1534835" y="4753303"/>
                  </a:cubicBezTo>
                  <a:cubicBezTo>
                    <a:pt x="1533822" y="4752290"/>
                    <a:pt x="1525972" y="4748998"/>
                    <a:pt x="1523693" y="4747985"/>
                  </a:cubicBezTo>
                  <a:close/>
                  <a:moveTo>
                    <a:pt x="1509259" y="4748745"/>
                  </a:moveTo>
                  <a:cubicBezTo>
                    <a:pt x="1510272" y="4749251"/>
                    <a:pt x="1532810" y="4758874"/>
                    <a:pt x="1535089" y="4759380"/>
                  </a:cubicBezTo>
                  <a:cubicBezTo>
                    <a:pt x="1531037" y="4757608"/>
                    <a:pt x="1526985" y="4756088"/>
                    <a:pt x="1523187" y="4754316"/>
                  </a:cubicBezTo>
                  <a:cubicBezTo>
                    <a:pt x="1509766" y="4748998"/>
                    <a:pt x="1509513" y="4748998"/>
                    <a:pt x="1509259" y="4748745"/>
                  </a:cubicBezTo>
                  <a:close/>
                  <a:moveTo>
                    <a:pt x="1455322" y="4716332"/>
                  </a:moveTo>
                  <a:cubicBezTo>
                    <a:pt x="1455322" y="4716585"/>
                    <a:pt x="1479379" y="4728487"/>
                    <a:pt x="1480898" y="4727727"/>
                  </a:cubicBezTo>
                  <a:cubicBezTo>
                    <a:pt x="1479885" y="4726967"/>
                    <a:pt x="1472289" y="4723422"/>
                    <a:pt x="1470009" y="4722409"/>
                  </a:cubicBezTo>
                  <a:cubicBezTo>
                    <a:pt x="1467730" y="4721396"/>
                    <a:pt x="1457095" y="4716585"/>
                    <a:pt x="1455322" y="4716332"/>
                  </a:cubicBezTo>
                  <a:close/>
                  <a:moveTo>
                    <a:pt x="1453043" y="4717598"/>
                  </a:moveTo>
                  <a:cubicBezTo>
                    <a:pt x="1453043" y="4717598"/>
                    <a:pt x="1476087" y="4728993"/>
                    <a:pt x="1478619" y="4728993"/>
                  </a:cubicBezTo>
                  <a:cubicBezTo>
                    <a:pt x="1477606" y="4728233"/>
                    <a:pt x="1469756" y="4724688"/>
                    <a:pt x="1467477" y="4723675"/>
                  </a:cubicBezTo>
                  <a:cubicBezTo>
                    <a:pt x="1465451" y="4722662"/>
                    <a:pt x="1454816" y="4717851"/>
                    <a:pt x="1453043" y="4717598"/>
                  </a:cubicBezTo>
                  <a:close/>
                  <a:moveTo>
                    <a:pt x="1396321" y="4697593"/>
                  </a:moveTo>
                  <a:cubicBezTo>
                    <a:pt x="1396321" y="4697593"/>
                    <a:pt x="1418858" y="4708735"/>
                    <a:pt x="1421390" y="4709495"/>
                  </a:cubicBezTo>
                  <a:cubicBezTo>
                    <a:pt x="1420377" y="4708988"/>
                    <a:pt x="1416579" y="4706963"/>
                    <a:pt x="1409995" y="4703924"/>
                  </a:cubicBezTo>
                  <a:cubicBezTo>
                    <a:pt x="1404171" y="4701138"/>
                    <a:pt x="1397080" y="4697593"/>
                    <a:pt x="1396321" y="4697593"/>
                  </a:cubicBezTo>
                  <a:close/>
                  <a:moveTo>
                    <a:pt x="1349221" y="4661382"/>
                  </a:moveTo>
                  <a:cubicBezTo>
                    <a:pt x="1349221" y="4661382"/>
                    <a:pt x="1349221" y="4661382"/>
                    <a:pt x="1349221" y="4661382"/>
                  </a:cubicBezTo>
                  <a:cubicBezTo>
                    <a:pt x="1349980" y="4662648"/>
                    <a:pt x="1372264" y="4674550"/>
                    <a:pt x="1373784" y="4674043"/>
                  </a:cubicBezTo>
                  <a:cubicBezTo>
                    <a:pt x="1373024" y="4673030"/>
                    <a:pt x="1365680" y="4669232"/>
                    <a:pt x="1363655" y="4668219"/>
                  </a:cubicBezTo>
                  <a:cubicBezTo>
                    <a:pt x="1358337" y="4665434"/>
                    <a:pt x="1350234" y="4661382"/>
                    <a:pt x="1349221" y="4661382"/>
                  </a:cubicBezTo>
                  <a:close/>
                  <a:moveTo>
                    <a:pt x="1354539" y="4675562"/>
                  </a:moveTo>
                  <a:cubicBezTo>
                    <a:pt x="1350740" y="4673790"/>
                    <a:pt x="1341877" y="4669232"/>
                    <a:pt x="1340864" y="4668979"/>
                  </a:cubicBezTo>
                  <a:cubicBezTo>
                    <a:pt x="1341118" y="4669232"/>
                    <a:pt x="1364414" y="4681640"/>
                    <a:pt x="1365680" y="4681387"/>
                  </a:cubicBezTo>
                  <a:cubicBezTo>
                    <a:pt x="1364414" y="4680627"/>
                    <a:pt x="1358084" y="4677335"/>
                    <a:pt x="1354539" y="4675562"/>
                  </a:cubicBezTo>
                  <a:close/>
                  <a:moveTo>
                    <a:pt x="1341624" y="4670498"/>
                  </a:moveTo>
                  <a:cubicBezTo>
                    <a:pt x="1341624" y="4670498"/>
                    <a:pt x="1363908" y="4682146"/>
                    <a:pt x="1366440" y="4682906"/>
                  </a:cubicBezTo>
                  <a:cubicBezTo>
                    <a:pt x="1364921" y="4682146"/>
                    <a:pt x="1358084" y="4678601"/>
                    <a:pt x="1355045" y="4677082"/>
                  </a:cubicBezTo>
                  <a:cubicBezTo>
                    <a:pt x="1350487" y="4674803"/>
                    <a:pt x="1342637" y="4670751"/>
                    <a:pt x="1341624" y="4670498"/>
                  </a:cubicBezTo>
                  <a:close/>
                  <a:moveTo>
                    <a:pt x="1311237" y="4628209"/>
                  </a:moveTo>
                  <a:cubicBezTo>
                    <a:pt x="1311237" y="4628209"/>
                    <a:pt x="1311237" y="4628209"/>
                    <a:pt x="1311237" y="4628209"/>
                  </a:cubicBezTo>
                  <a:cubicBezTo>
                    <a:pt x="1311490" y="4629476"/>
                    <a:pt x="1332508" y="4642137"/>
                    <a:pt x="1335293" y="4641377"/>
                  </a:cubicBezTo>
                  <a:cubicBezTo>
                    <a:pt x="1335040" y="4640364"/>
                    <a:pt x="1327443" y="4636059"/>
                    <a:pt x="1325924" y="4635046"/>
                  </a:cubicBezTo>
                  <a:cubicBezTo>
                    <a:pt x="1321113" y="4632514"/>
                    <a:pt x="1313009" y="4628209"/>
                    <a:pt x="1311237" y="4628209"/>
                  </a:cubicBezTo>
                  <a:close/>
                  <a:moveTo>
                    <a:pt x="1305413" y="4629729"/>
                  </a:moveTo>
                  <a:cubicBezTo>
                    <a:pt x="1305413" y="4629729"/>
                    <a:pt x="1305160" y="4629729"/>
                    <a:pt x="1305413" y="4629729"/>
                  </a:cubicBezTo>
                  <a:cubicBezTo>
                    <a:pt x="1305919" y="4630995"/>
                    <a:pt x="1327190" y="4643656"/>
                    <a:pt x="1329469" y="4642896"/>
                  </a:cubicBezTo>
                  <a:cubicBezTo>
                    <a:pt x="1328963" y="4641883"/>
                    <a:pt x="1321366" y="4637579"/>
                    <a:pt x="1319847" y="4636566"/>
                  </a:cubicBezTo>
                  <a:cubicBezTo>
                    <a:pt x="1315035" y="4634033"/>
                    <a:pt x="1306679" y="4629729"/>
                    <a:pt x="1305413" y="4629729"/>
                  </a:cubicBezTo>
                  <a:close/>
                  <a:moveTo>
                    <a:pt x="1300095" y="4631248"/>
                  </a:moveTo>
                  <a:cubicBezTo>
                    <a:pt x="1300095" y="4631248"/>
                    <a:pt x="1300095" y="4631248"/>
                    <a:pt x="1300095" y="4631248"/>
                  </a:cubicBezTo>
                  <a:cubicBezTo>
                    <a:pt x="1300601" y="4632514"/>
                    <a:pt x="1322379" y="4645175"/>
                    <a:pt x="1324405" y="4644416"/>
                  </a:cubicBezTo>
                  <a:cubicBezTo>
                    <a:pt x="1323898" y="4643403"/>
                    <a:pt x="1316048" y="4639098"/>
                    <a:pt x="1314529" y="4638085"/>
                  </a:cubicBezTo>
                  <a:cubicBezTo>
                    <a:pt x="1309718" y="4635553"/>
                    <a:pt x="1301361" y="4631248"/>
                    <a:pt x="1300095" y="4631248"/>
                  </a:cubicBezTo>
                  <a:close/>
                  <a:moveTo>
                    <a:pt x="1287940" y="4642137"/>
                  </a:moveTo>
                  <a:cubicBezTo>
                    <a:pt x="1288193" y="4642137"/>
                    <a:pt x="1309971" y="4654292"/>
                    <a:pt x="1312250" y="4655051"/>
                  </a:cubicBezTo>
                  <a:cubicBezTo>
                    <a:pt x="1310984" y="4654292"/>
                    <a:pt x="1304653" y="4650746"/>
                    <a:pt x="1301108" y="4648974"/>
                  </a:cubicBezTo>
                  <a:cubicBezTo>
                    <a:pt x="1296550" y="4646695"/>
                    <a:pt x="1288700" y="4642390"/>
                    <a:pt x="1287940" y="4642137"/>
                  </a:cubicBezTo>
                  <a:close/>
                  <a:moveTo>
                    <a:pt x="1290219" y="4610484"/>
                  </a:moveTo>
                  <a:cubicBezTo>
                    <a:pt x="1290219" y="4609470"/>
                    <a:pt x="1282876" y="4604913"/>
                    <a:pt x="1281356" y="4603899"/>
                  </a:cubicBezTo>
                  <a:cubicBezTo>
                    <a:pt x="1276292" y="4600861"/>
                    <a:pt x="1268442" y="4596556"/>
                    <a:pt x="1266669" y="4596303"/>
                  </a:cubicBezTo>
                  <a:cubicBezTo>
                    <a:pt x="1266669" y="4596303"/>
                    <a:pt x="1266669" y="4596303"/>
                    <a:pt x="1266669" y="4596303"/>
                  </a:cubicBezTo>
                  <a:cubicBezTo>
                    <a:pt x="1266416" y="4598328"/>
                    <a:pt x="1288700" y="4611243"/>
                    <a:pt x="1290219" y="4610484"/>
                  </a:cubicBezTo>
                  <a:close/>
                  <a:moveTo>
                    <a:pt x="1234763" y="4612509"/>
                  </a:moveTo>
                  <a:cubicBezTo>
                    <a:pt x="1234763" y="4612509"/>
                    <a:pt x="1256540" y="4625424"/>
                    <a:pt x="1258819" y="4626183"/>
                  </a:cubicBezTo>
                  <a:cubicBezTo>
                    <a:pt x="1257300" y="4625170"/>
                    <a:pt x="1249956" y="4621119"/>
                    <a:pt x="1247677" y="4619853"/>
                  </a:cubicBezTo>
                  <a:cubicBezTo>
                    <a:pt x="1244385" y="4617827"/>
                    <a:pt x="1235522" y="4612763"/>
                    <a:pt x="1234763" y="4612509"/>
                  </a:cubicBezTo>
                  <a:close/>
                  <a:moveTo>
                    <a:pt x="1239068" y="4579590"/>
                  </a:moveTo>
                  <a:cubicBezTo>
                    <a:pt x="1239068" y="4578577"/>
                    <a:pt x="1231977" y="4573766"/>
                    <a:pt x="1230458" y="4572753"/>
                  </a:cubicBezTo>
                  <a:cubicBezTo>
                    <a:pt x="1225393" y="4569461"/>
                    <a:pt x="1217543" y="4564903"/>
                    <a:pt x="1215771" y="4564903"/>
                  </a:cubicBezTo>
                  <a:cubicBezTo>
                    <a:pt x="1215771" y="4564903"/>
                    <a:pt x="1215771" y="4564903"/>
                    <a:pt x="1215518" y="4564903"/>
                  </a:cubicBezTo>
                  <a:cubicBezTo>
                    <a:pt x="1215518" y="4566929"/>
                    <a:pt x="1237548" y="4580350"/>
                    <a:pt x="1239068" y="4579590"/>
                  </a:cubicBezTo>
                  <a:close/>
                  <a:moveTo>
                    <a:pt x="1182598" y="4581869"/>
                  </a:moveTo>
                  <a:cubicBezTo>
                    <a:pt x="1183611" y="4582629"/>
                    <a:pt x="1204882" y="4595543"/>
                    <a:pt x="1206401" y="4596050"/>
                  </a:cubicBezTo>
                  <a:cubicBezTo>
                    <a:pt x="1205642" y="4595543"/>
                    <a:pt x="1198551" y="4591238"/>
                    <a:pt x="1195513" y="4589212"/>
                  </a:cubicBezTo>
                  <a:cubicBezTo>
                    <a:pt x="1191968" y="4587186"/>
                    <a:pt x="1183358" y="4582122"/>
                    <a:pt x="1182598" y="4581869"/>
                  </a:cubicBezTo>
                  <a:close/>
                  <a:moveTo>
                    <a:pt x="2514566" y="4507420"/>
                  </a:moveTo>
                  <a:cubicBezTo>
                    <a:pt x="2506970" y="4507674"/>
                    <a:pt x="2503424" y="4514511"/>
                    <a:pt x="2506463" y="4519322"/>
                  </a:cubicBezTo>
                  <a:cubicBezTo>
                    <a:pt x="2510008" y="4525400"/>
                    <a:pt x="2520137" y="4523374"/>
                    <a:pt x="2521657" y="4516030"/>
                  </a:cubicBezTo>
                  <a:cubicBezTo>
                    <a:pt x="2522670" y="4512991"/>
                    <a:pt x="2521150" y="4507927"/>
                    <a:pt x="2514566" y="4507420"/>
                  </a:cubicBezTo>
                  <a:close/>
                  <a:moveTo>
                    <a:pt x="2478608" y="4506661"/>
                  </a:moveTo>
                  <a:cubicBezTo>
                    <a:pt x="2470505" y="4506914"/>
                    <a:pt x="2468226" y="4514258"/>
                    <a:pt x="2471011" y="4518816"/>
                  </a:cubicBezTo>
                  <a:cubicBezTo>
                    <a:pt x="2475063" y="4524893"/>
                    <a:pt x="2484939" y="4522867"/>
                    <a:pt x="2486205" y="4515524"/>
                  </a:cubicBezTo>
                  <a:cubicBezTo>
                    <a:pt x="2486711" y="4512232"/>
                    <a:pt x="2485192" y="4506914"/>
                    <a:pt x="2478608" y="4506661"/>
                  </a:cubicBezTo>
                  <a:close/>
                  <a:moveTo>
                    <a:pt x="1198805" y="4537048"/>
                  </a:moveTo>
                  <a:cubicBezTo>
                    <a:pt x="1194247" y="4534009"/>
                    <a:pt x="1186397" y="4528945"/>
                    <a:pt x="1184117" y="4528945"/>
                  </a:cubicBezTo>
                  <a:cubicBezTo>
                    <a:pt x="1184117" y="4528945"/>
                    <a:pt x="1184117" y="4528945"/>
                    <a:pt x="1183864" y="4528945"/>
                  </a:cubicBezTo>
                  <a:cubicBezTo>
                    <a:pt x="1183864" y="4528945"/>
                    <a:pt x="1183864" y="4528945"/>
                    <a:pt x="1183864" y="4529198"/>
                  </a:cubicBezTo>
                  <a:cubicBezTo>
                    <a:pt x="1183611" y="4530717"/>
                    <a:pt x="1203616" y="4545404"/>
                    <a:pt x="1206655" y="4544138"/>
                  </a:cubicBezTo>
                  <a:cubicBezTo>
                    <a:pt x="1207161" y="4543125"/>
                    <a:pt x="1200071" y="4538061"/>
                    <a:pt x="1198805" y="4537048"/>
                  </a:cubicBezTo>
                  <a:close/>
                  <a:moveTo>
                    <a:pt x="1188929" y="4538567"/>
                  </a:moveTo>
                  <a:cubicBezTo>
                    <a:pt x="1184371" y="4535529"/>
                    <a:pt x="1176521" y="4530464"/>
                    <a:pt x="1174495" y="4530464"/>
                  </a:cubicBezTo>
                  <a:cubicBezTo>
                    <a:pt x="1174495" y="4530464"/>
                    <a:pt x="1174495" y="4530464"/>
                    <a:pt x="1174242" y="4530464"/>
                  </a:cubicBezTo>
                  <a:cubicBezTo>
                    <a:pt x="1173735" y="4532490"/>
                    <a:pt x="1195259" y="4546417"/>
                    <a:pt x="1197285" y="4545657"/>
                  </a:cubicBezTo>
                  <a:cubicBezTo>
                    <a:pt x="1197539" y="4544645"/>
                    <a:pt x="1190448" y="4539580"/>
                    <a:pt x="1188929" y="4538567"/>
                  </a:cubicBezTo>
                  <a:close/>
                  <a:moveTo>
                    <a:pt x="1131447" y="4549709"/>
                  </a:moveTo>
                  <a:cubicBezTo>
                    <a:pt x="1132713" y="4550975"/>
                    <a:pt x="1153730" y="4564143"/>
                    <a:pt x="1154997" y="4564649"/>
                  </a:cubicBezTo>
                  <a:cubicBezTo>
                    <a:pt x="1154237" y="4564143"/>
                    <a:pt x="1146387" y="4559078"/>
                    <a:pt x="1144108" y="4557559"/>
                  </a:cubicBezTo>
                  <a:cubicBezTo>
                    <a:pt x="1140309" y="4555280"/>
                    <a:pt x="1132206" y="4549962"/>
                    <a:pt x="1131447" y="4549709"/>
                  </a:cubicBezTo>
                  <a:close/>
                  <a:moveTo>
                    <a:pt x="3767528" y="4584654"/>
                  </a:moveTo>
                  <a:cubicBezTo>
                    <a:pt x="3767528" y="4584654"/>
                    <a:pt x="3767781" y="4584654"/>
                    <a:pt x="3767781" y="4584401"/>
                  </a:cubicBezTo>
                  <a:lnTo>
                    <a:pt x="3787279" y="4572500"/>
                  </a:lnTo>
                  <a:cubicBezTo>
                    <a:pt x="3787786" y="4572246"/>
                    <a:pt x="3788039" y="4571993"/>
                    <a:pt x="3788546" y="4571740"/>
                  </a:cubicBezTo>
                  <a:cubicBezTo>
                    <a:pt x="3780696" y="4576551"/>
                    <a:pt x="3772846" y="4581109"/>
                    <a:pt x="3765249" y="4585921"/>
                  </a:cubicBezTo>
                  <a:cubicBezTo>
                    <a:pt x="3766009" y="4585667"/>
                    <a:pt x="3766768" y="4585161"/>
                    <a:pt x="3767528" y="4584654"/>
                  </a:cubicBezTo>
                  <a:close/>
                  <a:moveTo>
                    <a:pt x="3788546" y="4571740"/>
                  </a:moveTo>
                  <a:cubicBezTo>
                    <a:pt x="3788546" y="4571740"/>
                    <a:pt x="3788799" y="4571740"/>
                    <a:pt x="3788799" y="4571487"/>
                  </a:cubicBezTo>
                  <a:lnTo>
                    <a:pt x="3788799" y="4571487"/>
                  </a:lnTo>
                  <a:cubicBezTo>
                    <a:pt x="3788799" y="4571487"/>
                    <a:pt x="3788546" y="4571740"/>
                    <a:pt x="3788546" y="4571740"/>
                  </a:cubicBezTo>
                  <a:close/>
                  <a:moveTo>
                    <a:pt x="2592813" y="4474248"/>
                  </a:moveTo>
                  <a:cubicBezTo>
                    <a:pt x="2585216" y="4474501"/>
                    <a:pt x="2580911" y="4481591"/>
                    <a:pt x="2583697" y="4486656"/>
                  </a:cubicBezTo>
                  <a:cubicBezTo>
                    <a:pt x="2586989" y="4492986"/>
                    <a:pt x="2597371" y="4490961"/>
                    <a:pt x="2599650" y="4483364"/>
                  </a:cubicBezTo>
                  <a:cubicBezTo>
                    <a:pt x="2600663" y="4479819"/>
                    <a:pt x="2599144" y="4474755"/>
                    <a:pt x="2592813" y="4474248"/>
                  </a:cubicBezTo>
                  <a:close/>
                  <a:moveTo>
                    <a:pt x="2443157" y="4470703"/>
                  </a:moveTo>
                  <a:cubicBezTo>
                    <a:pt x="2435307" y="4470956"/>
                    <a:pt x="2432268" y="4478046"/>
                    <a:pt x="2435813" y="4483111"/>
                  </a:cubicBezTo>
                  <a:cubicBezTo>
                    <a:pt x="2440118" y="4489441"/>
                    <a:pt x="2450500" y="4487416"/>
                    <a:pt x="2451513" y="4479819"/>
                  </a:cubicBezTo>
                  <a:cubicBezTo>
                    <a:pt x="2452020" y="4476527"/>
                    <a:pt x="2449740" y="4471209"/>
                    <a:pt x="2443157" y="4470703"/>
                  </a:cubicBezTo>
                  <a:close/>
                  <a:moveTo>
                    <a:pt x="1161327" y="4501596"/>
                  </a:moveTo>
                  <a:cubicBezTo>
                    <a:pt x="1157022" y="4498304"/>
                    <a:pt x="1149172" y="4493240"/>
                    <a:pt x="1146640" y="4493240"/>
                  </a:cubicBezTo>
                  <a:cubicBezTo>
                    <a:pt x="1146640" y="4493240"/>
                    <a:pt x="1146387" y="4493240"/>
                    <a:pt x="1146387" y="4493240"/>
                  </a:cubicBezTo>
                  <a:cubicBezTo>
                    <a:pt x="1144614" y="4494506"/>
                    <a:pt x="1165632" y="4509446"/>
                    <a:pt x="1168417" y="4508940"/>
                  </a:cubicBezTo>
                  <a:cubicBezTo>
                    <a:pt x="1169937" y="4508940"/>
                    <a:pt x="1165885" y="4505142"/>
                    <a:pt x="1161327" y="4501596"/>
                  </a:cubicBezTo>
                  <a:close/>
                  <a:moveTo>
                    <a:pt x="1092450" y="4522614"/>
                  </a:moveTo>
                  <a:cubicBezTo>
                    <a:pt x="1090424" y="4521348"/>
                    <a:pt x="1080801" y="4514764"/>
                    <a:pt x="1080042" y="4514511"/>
                  </a:cubicBezTo>
                  <a:cubicBezTo>
                    <a:pt x="1080295" y="4514764"/>
                    <a:pt x="1101819" y="4529958"/>
                    <a:pt x="1103085" y="4529958"/>
                  </a:cubicBezTo>
                  <a:cubicBezTo>
                    <a:pt x="1101566" y="4528691"/>
                    <a:pt x="1094982" y="4524387"/>
                    <a:pt x="1092450" y="4522614"/>
                  </a:cubicBezTo>
                  <a:lnTo>
                    <a:pt x="1092450" y="4522614"/>
                  </a:lnTo>
                  <a:close/>
                  <a:moveTo>
                    <a:pt x="2675618" y="4440062"/>
                  </a:moveTo>
                  <a:cubicBezTo>
                    <a:pt x="2667262" y="4440316"/>
                    <a:pt x="2663210" y="4448166"/>
                    <a:pt x="2665236" y="4452724"/>
                  </a:cubicBezTo>
                  <a:cubicBezTo>
                    <a:pt x="2668021" y="4459308"/>
                    <a:pt x="2678910" y="4457028"/>
                    <a:pt x="2681695" y="4449432"/>
                  </a:cubicBezTo>
                  <a:cubicBezTo>
                    <a:pt x="2682961" y="4446140"/>
                    <a:pt x="2682455" y="4440822"/>
                    <a:pt x="2675618" y="4440062"/>
                  </a:cubicBezTo>
                  <a:close/>
                  <a:moveTo>
                    <a:pt x="2637634" y="4439050"/>
                  </a:moveTo>
                  <a:cubicBezTo>
                    <a:pt x="2629784" y="4439303"/>
                    <a:pt x="2624973" y="4446646"/>
                    <a:pt x="2627758" y="4451711"/>
                  </a:cubicBezTo>
                  <a:cubicBezTo>
                    <a:pt x="2631050" y="4458295"/>
                    <a:pt x="2641939" y="4456016"/>
                    <a:pt x="2644471" y="4448419"/>
                  </a:cubicBezTo>
                  <a:cubicBezTo>
                    <a:pt x="2645231" y="4445127"/>
                    <a:pt x="2644471" y="4439556"/>
                    <a:pt x="2637634" y="4439050"/>
                  </a:cubicBezTo>
                  <a:close/>
                  <a:moveTo>
                    <a:pt x="1120811" y="4474248"/>
                  </a:moveTo>
                  <a:cubicBezTo>
                    <a:pt x="1122077" y="4473994"/>
                    <a:pt x="1119292" y="4470703"/>
                    <a:pt x="1113974" y="4466651"/>
                  </a:cubicBezTo>
                  <a:cubicBezTo>
                    <a:pt x="1109669" y="4463359"/>
                    <a:pt x="1102072" y="4458042"/>
                    <a:pt x="1099540" y="4458042"/>
                  </a:cubicBezTo>
                  <a:cubicBezTo>
                    <a:pt x="1099540" y="4458042"/>
                    <a:pt x="1099287" y="4458042"/>
                    <a:pt x="1099287" y="4458042"/>
                  </a:cubicBezTo>
                  <a:cubicBezTo>
                    <a:pt x="1097261" y="4459814"/>
                    <a:pt x="1117266" y="4474755"/>
                    <a:pt x="1120811" y="4474248"/>
                  </a:cubicBezTo>
                  <a:close/>
                  <a:moveTo>
                    <a:pt x="2723731" y="4404104"/>
                  </a:moveTo>
                  <a:cubicBezTo>
                    <a:pt x="2715121" y="4404357"/>
                    <a:pt x="2710816" y="4412461"/>
                    <a:pt x="2712842" y="4417272"/>
                  </a:cubicBezTo>
                  <a:cubicBezTo>
                    <a:pt x="2715628" y="4423856"/>
                    <a:pt x="2727023" y="4421577"/>
                    <a:pt x="2730061" y="4413980"/>
                  </a:cubicBezTo>
                  <a:cubicBezTo>
                    <a:pt x="2731328" y="4410182"/>
                    <a:pt x="2730315" y="4404611"/>
                    <a:pt x="2723731" y="4404104"/>
                  </a:cubicBezTo>
                  <a:close/>
                  <a:moveTo>
                    <a:pt x="1080548" y="4428667"/>
                  </a:moveTo>
                  <a:cubicBezTo>
                    <a:pt x="1076243" y="4424869"/>
                    <a:pt x="1068647" y="4419804"/>
                    <a:pt x="1066114" y="4419804"/>
                  </a:cubicBezTo>
                  <a:cubicBezTo>
                    <a:pt x="1065861" y="4419804"/>
                    <a:pt x="1065861" y="4419804"/>
                    <a:pt x="1065608" y="4420058"/>
                  </a:cubicBezTo>
                  <a:cubicBezTo>
                    <a:pt x="1064595" y="4422337"/>
                    <a:pt x="1083334" y="4437024"/>
                    <a:pt x="1086879" y="4436517"/>
                  </a:cubicBezTo>
                  <a:cubicBezTo>
                    <a:pt x="1088145" y="4436517"/>
                    <a:pt x="1085613" y="4432972"/>
                    <a:pt x="1080548" y="4428667"/>
                  </a:cubicBezTo>
                  <a:close/>
                  <a:moveTo>
                    <a:pt x="2403907" y="4358017"/>
                  </a:moveTo>
                  <a:cubicBezTo>
                    <a:pt x="2395550" y="4358270"/>
                    <a:pt x="2392005" y="4366373"/>
                    <a:pt x="2396057" y="4371691"/>
                  </a:cubicBezTo>
                  <a:cubicBezTo>
                    <a:pt x="2401121" y="4378529"/>
                    <a:pt x="2412516" y="4376250"/>
                    <a:pt x="2413529" y="4367893"/>
                  </a:cubicBezTo>
                  <a:cubicBezTo>
                    <a:pt x="2413782" y="4364095"/>
                    <a:pt x="2411250" y="4358524"/>
                    <a:pt x="2403907" y="4358017"/>
                  </a:cubicBezTo>
                  <a:close/>
                  <a:moveTo>
                    <a:pt x="1049655" y="4389671"/>
                  </a:moveTo>
                  <a:cubicBezTo>
                    <a:pt x="1045350" y="4385872"/>
                    <a:pt x="1038006" y="4380301"/>
                    <a:pt x="1034967" y="4380301"/>
                  </a:cubicBezTo>
                  <a:cubicBezTo>
                    <a:pt x="1034714" y="4380301"/>
                    <a:pt x="1034714" y="4380301"/>
                    <a:pt x="1034461" y="4380554"/>
                  </a:cubicBezTo>
                  <a:cubicBezTo>
                    <a:pt x="1032942" y="4383086"/>
                    <a:pt x="1051174" y="4398280"/>
                    <a:pt x="1055226" y="4397774"/>
                  </a:cubicBezTo>
                  <a:cubicBezTo>
                    <a:pt x="1056998" y="4397521"/>
                    <a:pt x="1054466" y="4394228"/>
                    <a:pt x="1049655" y="4389671"/>
                  </a:cubicBezTo>
                  <a:close/>
                  <a:moveTo>
                    <a:pt x="1035221" y="4391443"/>
                  </a:moveTo>
                  <a:cubicBezTo>
                    <a:pt x="1030916" y="4387645"/>
                    <a:pt x="1023572" y="4382074"/>
                    <a:pt x="1020787" y="4382074"/>
                  </a:cubicBezTo>
                  <a:cubicBezTo>
                    <a:pt x="1020534" y="4382074"/>
                    <a:pt x="1020534" y="4382074"/>
                    <a:pt x="1020280" y="4382327"/>
                  </a:cubicBezTo>
                  <a:cubicBezTo>
                    <a:pt x="1019014" y="4384859"/>
                    <a:pt x="1037500" y="4400053"/>
                    <a:pt x="1041298" y="4399546"/>
                  </a:cubicBezTo>
                  <a:cubicBezTo>
                    <a:pt x="1042817" y="4399293"/>
                    <a:pt x="1040285" y="4395748"/>
                    <a:pt x="1035221" y="4391443"/>
                  </a:cubicBezTo>
                  <a:close/>
                  <a:moveTo>
                    <a:pt x="2826287" y="4329150"/>
                  </a:moveTo>
                  <a:cubicBezTo>
                    <a:pt x="2817931" y="4329403"/>
                    <a:pt x="2811853" y="4337506"/>
                    <a:pt x="2814132" y="4343077"/>
                  </a:cubicBezTo>
                  <a:cubicBezTo>
                    <a:pt x="2816918" y="4350167"/>
                    <a:pt x="2828820" y="4347888"/>
                    <a:pt x="2832365" y="4339532"/>
                  </a:cubicBezTo>
                  <a:cubicBezTo>
                    <a:pt x="2833884" y="4335480"/>
                    <a:pt x="2833124" y="4329656"/>
                    <a:pt x="2826287" y="4329150"/>
                  </a:cubicBezTo>
                  <a:close/>
                  <a:moveTo>
                    <a:pt x="1026611" y="4357764"/>
                  </a:moveTo>
                  <a:cubicBezTo>
                    <a:pt x="1028384" y="4357511"/>
                    <a:pt x="1026358" y="4353966"/>
                    <a:pt x="1021546" y="4349407"/>
                  </a:cubicBezTo>
                  <a:cubicBezTo>
                    <a:pt x="1017495" y="4345356"/>
                    <a:pt x="1010151" y="4339785"/>
                    <a:pt x="1007113" y="4339785"/>
                  </a:cubicBezTo>
                  <a:cubicBezTo>
                    <a:pt x="1006859" y="4339785"/>
                    <a:pt x="1006606" y="4339785"/>
                    <a:pt x="1006606" y="4340038"/>
                  </a:cubicBezTo>
                  <a:cubicBezTo>
                    <a:pt x="1004580" y="4342824"/>
                    <a:pt x="1022306" y="4358270"/>
                    <a:pt x="1026611" y="4357764"/>
                  </a:cubicBezTo>
                  <a:close/>
                  <a:moveTo>
                    <a:pt x="3160292" y="4301042"/>
                  </a:moveTo>
                  <a:cubicBezTo>
                    <a:pt x="3151936" y="4301042"/>
                    <a:pt x="3144086" y="4310158"/>
                    <a:pt x="3145605" y="4315982"/>
                  </a:cubicBezTo>
                  <a:cubicBezTo>
                    <a:pt x="3147124" y="4322566"/>
                    <a:pt x="3158266" y="4319780"/>
                    <a:pt x="3163584" y="4311677"/>
                  </a:cubicBezTo>
                  <a:cubicBezTo>
                    <a:pt x="3166116" y="4307625"/>
                    <a:pt x="3166876" y="4301801"/>
                    <a:pt x="3160292" y="4301042"/>
                  </a:cubicBezTo>
                  <a:close/>
                  <a:moveTo>
                    <a:pt x="2838442" y="4288633"/>
                  </a:moveTo>
                  <a:cubicBezTo>
                    <a:pt x="2829832" y="4288886"/>
                    <a:pt x="2823755" y="4297243"/>
                    <a:pt x="2826034" y="4303067"/>
                  </a:cubicBezTo>
                  <a:cubicBezTo>
                    <a:pt x="2829073" y="4310411"/>
                    <a:pt x="2841228" y="4307878"/>
                    <a:pt x="2844773" y="4299522"/>
                  </a:cubicBezTo>
                  <a:cubicBezTo>
                    <a:pt x="2846545" y="4295217"/>
                    <a:pt x="2845786" y="4289393"/>
                    <a:pt x="2838442" y="4288633"/>
                  </a:cubicBezTo>
                  <a:close/>
                  <a:moveTo>
                    <a:pt x="2313252" y="4276225"/>
                  </a:moveTo>
                  <a:cubicBezTo>
                    <a:pt x="2303629" y="4276479"/>
                    <a:pt x="2301097" y="4285848"/>
                    <a:pt x="2306415" y="4291419"/>
                  </a:cubicBezTo>
                  <a:cubicBezTo>
                    <a:pt x="2312745" y="4298003"/>
                    <a:pt x="2323887" y="4294964"/>
                    <a:pt x="2324140" y="4286607"/>
                  </a:cubicBezTo>
                  <a:cubicBezTo>
                    <a:pt x="2324394" y="4282556"/>
                    <a:pt x="2321102" y="4276732"/>
                    <a:pt x="2313252" y="4276225"/>
                  </a:cubicBezTo>
                  <a:close/>
                  <a:moveTo>
                    <a:pt x="984069" y="4318261"/>
                  </a:moveTo>
                  <a:cubicBezTo>
                    <a:pt x="985842" y="4318008"/>
                    <a:pt x="983816" y="4314462"/>
                    <a:pt x="979258" y="4309651"/>
                  </a:cubicBezTo>
                  <a:cubicBezTo>
                    <a:pt x="975206" y="4305599"/>
                    <a:pt x="968116" y="4299775"/>
                    <a:pt x="964824" y="4299775"/>
                  </a:cubicBezTo>
                  <a:cubicBezTo>
                    <a:pt x="964571" y="4299775"/>
                    <a:pt x="964317" y="4299775"/>
                    <a:pt x="964317" y="4300028"/>
                  </a:cubicBezTo>
                  <a:cubicBezTo>
                    <a:pt x="962038" y="4302814"/>
                    <a:pt x="979511" y="4318767"/>
                    <a:pt x="984069" y="4318261"/>
                  </a:cubicBezTo>
                  <a:close/>
                  <a:moveTo>
                    <a:pt x="852645" y="4337253"/>
                  </a:moveTo>
                  <a:cubicBezTo>
                    <a:pt x="851632" y="4336240"/>
                    <a:pt x="842263" y="4328137"/>
                    <a:pt x="840996" y="4327630"/>
                  </a:cubicBezTo>
                  <a:cubicBezTo>
                    <a:pt x="841250" y="4328390"/>
                    <a:pt x="859735" y="4345103"/>
                    <a:pt x="862014" y="4345862"/>
                  </a:cubicBezTo>
                  <a:cubicBezTo>
                    <a:pt x="861508" y="4344850"/>
                    <a:pt x="853658" y="4338012"/>
                    <a:pt x="852645" y="4337253"/>
                  </a:cubicBezTo>
                  <a:close/>
                  <a:moveTo>
                    <a:pt x="3220813" y="4261791"/>
                  </a:moveTo>
                  <a:cubicBezTo>
                    <a:pt x="3212204" y="4261791"/>
                    <a:pt x="3204354" y="4270908"/>
                    <a:pt x="3205620" y="4276985"/>
                  </a:cubicBezTo>
                  <a:cubicBezTo>
                    <a:pt x="3207139" y="4283822"/>
                    <a:pt x="3218534" y="4281036"/>
                    <a:pt x="3224105" y="4272680"/>
                  </a:cubicBezTo>
                  <a:cubicBezTo>
                    <a:pt x="3226637" y="4268629"/>
                    <a:pt x="3227397" y="4262551"/>
                    <a:pt x="3220813" y="4261791"/>
                  </a:cubicBezTo>
                  <a:close/>
                  <a:moveTo>
                    <a:pt x="3142060" y="4258246"/>
                  </a:moveTo>
                  <a:cubicBezTo>
                    <a:pt x="3133197" y="4258246"/>
                    <a:pt x="3125600" y="4267616"/>
                    <a:pt x="3127373" y="4273440"/>
                  </a:cubicBezTo>
                  <a:cubicBezTo>
                    <a:pt x="3129399" y="4280024"/>
                    <a:pt x="3141047" y="4277491"/>
                    <a:pt x="3145858" y="4269135"/>
                  </a:cubicBezTo>
                  <a:cubicBezTo>
                    <a:pt x="3148391" y="4265337"/>
                    <a:pt x="3149150" y="4259006"/>
                    <a:pt x="3142060" y="4258246"/>
                  </a:cubicBezTo>
                  <a:close/>
                  <a:moveTo>
                    <a:pt x="3101797" y="4256474"/>
                  </a:moveTo>
                  <a:cubicBezTo>
                    <a:pt x="3092934" y="4256474"/>
                    <a:pt x="3085591" y="4265843"/>
                    <a:pt x="3087616" y="4271667"/>
                  </a:cubicBezTo>
                  <a:cubicBezTo>
                    <a:pt x="3089895" y="4278504"/>
                    <a:pt x="3101544" y="4275719"/>
                    <a:pt x="3106355" y="4267362"/>
                  </a:cubicBezTo>
                  <a:cubicBezTo>
                    <a:pt x="3108381" y="4263564"/>
                    <a:pt x="3109141" y="4257233"/>
                    <a:pt x="3101797" y="4256474"/>
                  </a:cubicBezTo>
                  <a:close/>
                  <a:moveTo>
                    <a:pt x="2893645" y="4248624"/>
                  </a:moveTo>
                  <a:cubicBezTo>
                    <a:pt x="2884782" y="4248877"/>
                    <a:pt x="2878705" y="4257233"/>
                    <a:pt x="2880984" y="4263311"/>
                  </a:cubicBezTo>
                  <a:cubicBezTo>
                    <a:pt x="2883770" y="4270908"/>
                    <a:pt x="2896178" y="4268629"/>
                    <a:pt x="2899976" y="4259513"/>
                  </a:cubicBezTo>
                  <a:cubicBezTo>
                    <a:pt x="2901495" y="4255714"/>
                    <a:pt x="2901242" y="4249383"/>
                    <a:pt x="2893645" y="4248624"/>
                  </a:cubicBezTo>
                  <a:close/>
                  <a:moveTo>
                    <a:pt x="2321608" y="4245078"/>
                  </a:moveTo>
                  <a:cubicBezTo>
                    <a:pt x="2321861" y="4241027"/>
                    <a:pt x="2318569" y="4234696"/>
                    <a:pt x="2310213" y="4234190"/>
                  </a:cubicBezTo>
                  <a:cubicBezTo>
                    <a:pt x="2300337" y="4234443"/>
                    <a:pt x="2297552" y="4243812"/>
                    <a:pt x="2303123" y="4249890"/>
                  </a:cubicBezTo>
                  <a:cubicBezTo>
                    <a:pt x="2309707" y="4256727"/>
                    <a:pt x="2321102" y="4253688"/>
                    <a:pt x="2321608" y="4245078"/>
                  </a:cubicBezTo>
                  <a:close/>
                  <a:moveTo>
                    <a:pt x="977738" y="4274199"/>
                  </a:moveTo>
                  <a:cubicBezTo>
                    <a:pt x="980524" y="4274453"/>
                    <a:pt x="979005" y="4270654"/>
                    <a:pt x="974193" y="4265337"/>
                  </a:cubicBezTo>
                  <a:cubicBezTo>
                    <a:pt x="970648" y="4261538"/>
                    <a:pt x="963558" y="4255207"/>
                    <a:pt x="959759" y="4255207"/>
                  </a:cubicBezTo>
                  <a:cubicBezTo>
                    <a:pt x="959506" y="4255207"/>
                    <a:pt x="959253" y="4255207"/>
                    <a:pt x="959000" y="4255461"/>
                  </a:cubicBezTo>
                  <a:cubicBezTo>
                    <a:pt x="956214" y="4257993"/>
                    <a:pt x="971661" y="4273693"/>
                    <a:pt x="977738" y="4274199"/>
                  </a:cubicBezTo>
                  <a:close/>
                  <a:moveTo>
                    <a:pt x="959253" y="4275972"/>
                  </a:moveTo>
                  <a:cubicBezTo>
                    <a:pt x="962038" y="4276225"/>
                    <a:pt x="960266" y="4272174"/>
                    <a:pt x="955455" y="4267109"/>
                  </a:cubicBezTo>
                  <a:cubicBezTo>
                    <a:pt x="951656" y="4263058"/>
                    <a:pt x="944566" y="4257233"/>
                    <a:pt x="941021" y="4256980"/>
                  </a:cubicBezTo>
                  <a:cubicBezTo>
                    <a:pt x="940767" y="4256980"/>
                    <a:pt x="940514" y="4256980"/>
                    <a:pt x="940261" y="4257233"/>
                  </a:cubicBezTo>
                  <a:cubicBezTo>
                    <a:pt x="937982" y="4259766"/>
                    <a:pt x="953682" y="4275465"/>
                    <a:pt x="959253" y="4275972"/>
                  </a:cubicBezTo>
                  <a:close/>
                  <a:moveTo>
                    <a:pt x="807317" y="4296990"/>
                  </a:moveTo>
                  <a:cubicBezTo>
                    <a:pt x="806304" y="4295977"/>
                    <a:pt x="797188" y="4287621"/>
                    <a:pt x="795922" y="4287367"/>
                  </a:cubicBezTo>
                  <a:cubicBezTo>
                    <a:pt x="796175" y="4288127"/>
                    <a:pt x="814408" y="4305346"/>
                    <a:pt x="816434" y="4306106"/>
                  </a:cubicBezTo>
                  <a:cubicBezTo>
                    <a:pt x="816180" y="4305093"/>
                    <a:pt x="808330" y="4297749"/>
                    <a:pt x="807317" y="4296990"/>
                  </a:cubicBezTo>
                  <a:close/>
                  <a:moveTo>
                    <a:pt x="3242844" y="4219756"/>
                  </a:moveTo>
                  <a:cubicBezTo>
                    <a:pt x="3233981" y="4219756"/>
                    <a:pt x="3226131" y="4229125"/>
                    <a:pt x="3227650" y="4235203"/>
                  </a:cubicBezTo>
                  <a:cubicBezTo>
                    <a:pt x="3229423" y="4242040"/>
                    <a:pt x="3241071" y="4239254"/>
                    <a:pt x="3246389" y="4230645"/>
                  </a:cubicBezTo>
                  <a:cubicBezTo>
                    <a:pt x="3248921" y="4226593"/>
                    <a:pt x="3249428" y="4220516"/>
                    <a:pt x="3242844" y="4219756"/>
                  </a:cubicBezTo>
                  <a:close/>
                  <a:moveTo>
                    <a:pt x="3162065" y="4216211"/>
                  </a:moveTo>
                  <a:cubicBezTo>
                    <a:pt x="3152949" y="4216211"/>
                    <a:pt x="3145352" y="4225833"/>
                    <a:pt x="3147378" y="4231911"/>
                  </a:cubicBezTo>
                  <a:cubicBezTo>
                    <a:pt x="3149657" y="4238748"/>
                    <a:pt x="3161305" y="4235962"/>
                    <a:pt x="3166370" y="4227353"/>
                  </a:cubicBezTo>
                  <a:cubicBezTo>
                    <a:pt x="3168396" y="4223301"/>
                    <a:pt x="3169155" y="4216717"/>
                    <a:pt x="3162065" y="4216211"/>
                  </a:cubicBezTo>
                  <a:close/>
                  <a:moveTo>
                    <a:pt x="3120536" y="4214438"/>
                  </a:moveTo>
                  <a:cubicBezTo>
                    <a:pt x="3111420" y="4214438"/>
                    <a:pt x="3104076" y="4224061"/>
                    <a:pt x="3106355" y="4230138"/>
                  </a:cubicBezTo>
                  <a:cubicBezTo>
                    <a:pt x="3108634" y="4237229"/>
                    <a:pt x="3120789" y="4234190"/>
                    <a:pt x="3125347" y="4225580"/>
                  </a:cubicBezTo>
                  <a:cubicBezTo>
                    <a:pt x="3127626" y="4221529"/>
                    <a:pt x="3128133" y="4214945"/>
                    <a:pt x="3120536" y="4214438"/>
                  </a:cubicBezTo>
                  <a:close/>
                  <a:moveTo>
                    <a:pt x="2319076" y="4202537"/>
                  </a:moveTo>
                  <a:cubicBezTo>
                    <a:pt x="2319329" y="4198232"/>
                    <a:pt x="2315784" y="4191901"/>
                    <a:pt x="2307428" y="4191395"/>
                  </a:cubicBezTo>
                  <a:cubicBezTo>
                    <a:pt x="2297299" y="4191648"/>
                    <a:pt x="2294260" y="4201271"/>
                    <a:pt x="2300084" y="4207348"/>
                  </a:cubicBezTo>
                  <a:cubicBezTo>
                    <a:pt x="2306921" y="4214438"/>
                    <a:pt x="2318569" y="4211399"/>
                    <a:pt x="2319076" y="4202537"/>
                  </a:cubicBezTo>
                  <a:close/>
                  <a:moveTo>
                    <a:pt x="979005" y="4229379"/>
                  </a:moveTo>
                  <a:cubicBezTo>
                    <a:pt x="982043" y="4229632"/>
                    <a:pt x="981030" y="4225580"/>
                    <a:pt x="976725" y="4220262"/>
                  </a:cubicBezTo>
                  <a:cubicBezTo>
                    <a:pt x="973180" y="4215958"/>
                    <a:pt x="966343" y="4209880"/>
                    <a:pt x="962292" y="4209880"/>
                  </a:cubicBezTo>
                  <a:cubicBezTo>
                    <a:pt x="962038" y="4209880"/>
                    <a:pt x="961785" y="4209880"/>
                    <a:pt x="961532" y="4210133"/>
                  </a:cubicBezTo>
                  <a:cubicBezTo>
                    <a:pt x="957734" y="4212666"/>
                    <a:pt x="972421" y="4228619"/>
                    <a:pt x="979005" y="4229379"/>
                  </a:cubicBezTo>
                  <a:close/>
                  <a:moveTo>
                    <a:pt x="957734" y="4230898"/>
                  </a:moveTo>
                  <a:cubicBezTo>
                    <a:pt x="960772" y="4231151"/>
                    <a:pt x="959506" y="4227099"/>
                    <a:pt x="954948" y="4221782"/>
                  </a:cubicBezTo>
                  <a:cubicBezTo>
                    <a:pt x="951403" y="4217477"/>
                    <a:pt x="944566" y="4211399"/>
                    <a:pt x="940514" y="4211399"/>
                  </a:cubicBezTo>
                  <a:cubicBezTo>
                    <a:pt x="940261" y="4211399"/>
                    <a:pt x="940008" y="4211399"/>
                    <a:pt x="939755" y="4211653"/>
                  </a:cubicBezTo>
                  <a:cubicBezTo>
                    <a:pt x="936463" y="4214438"/>
                    <a:pt x="951150" y="4230138"/>
                    <a:pt x="957734" y="4230898"/>
                  </a:cubicBezTo>
                  <a:close/>
                  <a:moveTo>
                    <a:pt x="763256" y="4255967"/>
                  </a:moveTo>
                  <a:cubicBezTo>
                    <a:pt x="762243" y="4254954"/>
                    <a:pt x="753380" y="4246345"/>
                    <a:pt x="752114" y="4246091"/>
                  </a:cubicBezTo>
                  <a:cubicBezTo>
                    <a:pt x="752367" y="4247104"/>
                    <a:pt x="770093" y="4264323"/>
                    <a:pt x="772119" y="4265337"/>
                  </a:cubicBezTo>
                  <a:cubicBezTo>
                    <a:pt x="771866" y="4264070"/>
                    <a:pt x="763509" y="4256220"/>
                    <a:pt x="763256" y="4255967"/>
                  </a:cubicBezTo>
                  <a:close/>
                  <a:moveTo>
                    <a:pt x="3304884" y="4178480"/>
                  </a:moveTo>
                  <a:cubicBezTo>
                    <a:pt x="3296021" y="4178480"/>
                    <a:pt x="3287918" y="4188356"/>
                    <a:pt x="3289437" y="4194433"/>
                  </a:cubicBezTo>
                  <a:cubicBezTo>
                    <a:pt x="3291210" y="4201271"/>
                    <a:pt x="3303112" y="4198485"/>
                    <a:pt x="3308429" y="4189875"/>
                  </a:cubicBezTo>
                  <a:cubicBezTo>
                    <a:pt x="3310709" y="4186077"/>
                    <a:pt x="3311974" y="4179239"/>
                    <a:pt x="3304884" y="4178480"/>
                  </a:cubicBezTo>
                  <a:close/>
                  <a:moveTo>
                    <a:pt x="3181310" y="4172909"/>
                  </a:moveTo>
                  <a:cubicBezTo>
                    <a:pt x="3172194" y="4172909"/>
                    <a:pt x="3164597" y="4182785"/>
                    <a:pt x="3166623" y="4188862"/>
                  </a:cubicBezTo>
                  <a:cubicBezTo>
                    <a:pt x="3169155" y="4195700"/>
                    <a:pt x="3181057" y="4192914"/>
                    <a:pt x="3185868" y="4184304"/>
                  </a:cubicBezTo>
                  <a:cubicBezTo>
                    <a:pt x="3188147" y="4180253"/>
                    <a:pt x="3188907" y="4173669"/>
                    <a:pt x="3181310" y="4172909"/>
                  </a:cubicBezTo>
                  <a:close/>
                  <a:moveTo>
                    <a:pt x="3144086" y="4182532"/>
                  </a:moveTo>
                  <a:cubicBezTo>
                    <a:pt x="3146112" y="4178480"/>
                    <a:pt x="3146618" y="4171896"/>
                    <a:pt x="3139021" y="4171136"/>
                  </a:cubicBezTo>
                  <a:cubicBezTo>
                    <a:pt x="3129905" y="4171136"/>
                    <a:pt x="3122562" y="4181012"/>
                    <a:pt x="3124841" y="4187090"/>
                  </a:cubicBezTo>
                  <a:cubicBezTo>
                    <a:pt x="3127373" y="4194180"/>
                    <a:pt x="3139528" y="4191141"/>
                    <a:pt x="3144086" y="4182532"/>
                  </a:cubicBezTo>
                  <a:close/>
                  <a:moveTo>
                    <a:pt x="2919474" y="4162780"/>
                  </a:moveTo>
                  <a:cubicBezTo>
                    <a:pt x="2909345" y="4163033"/>
                    <a:pt x="2904281" y="4172403"/>
                    <a:pt x="2906560" y="4177974"/>
                  </a:cubicBezTo>
                  <a:cubicBezTo>
                    <a:pt x="2909599" y="4185824"/>
                    <a:pt x="2922766" y="4183038"/>
                    <a:pt x="2926565" y="4174175"/>
                  </a:cubicBezTo>
                  <a:cubicBezTo>
                    <a:pt x="2928084" y="4170123"/>
                    <a:pt x="2927831" y="4163540"/>
                    <a:pt x="2919474" y="4162780"/>
                  </a:cubicBezTo>
                  <a:close/>
                  <a:moveTo>
                    <a:pt x="2256023" y="4147080"/>
                  </a:moveTo>
                  <a:cubicBezTo>
                    <a:pt x="2245640" y="4147333"/>
                    <a:pt x="2242855" y="4157209"/>
                    <a:pt x="2248932" y="4163540"/>
                  </a:cubicBezTo>
                  <a:cubicBezTo>
                    <a:pt x="2255769" y="4170377"/>
                    <a:pt x="2267924" y="4167338"/>
                    <a:pt x="2268178" y="4158475"/>
                  </a:cubicBezTo>
                  <a:cubicBezTo>
                    <a:pt x="2268178" y="4153917"/>
                    <a:pt x="2264632" y="4147586"/>
                    <a:pt x="2256023" y="4147080"/>
                  </a:cubicBezTo>
                  <a:close/>
                  <a:moveTo>
                    <a:pt x="2206897" y="4146320"/>
                  </a:moveTo>
                  <a:cubicBezTo>
                    <a:pt x="2196515" y="4146573"/>
                    <a:pt x="2193729" y="4156702"/>
                    <a:pt x="2200060" y="4162780"/>
                  </a:cubicBezTo>
                  <a:cubicBezTo>
                    <a:pt x="2207150" y="4169617"/>
                    <a:pt x="2219052" y="4166325"/>
                    <a:pt x="2219305" y="4157715"/>
                  </a:cubicBezTo>
                  <a:cubicBezTo>
                    <a:pt x="2219305" y="4153157"/>
                    <a:pt x="2215506" y="4146827"/>
                    <a:pt x="2206897" y="4146320"/>
                  </a:cubicBezTo>
                  <a:close/>
                  <a:moveTo>
                    <a:pt x="2157771" y="4145814"/>
                  </a:moveTo>
                  <a:cubicBezTo>
                    <a:pt x="2146376" y="4146320"/>
                    <a:pt x="2145363" y="4156702"/>
                    <a:pt x="2151440" y="4162273"/>
                  </a:cubicBezTo>
                  <a:cubicBezTo>
                    <a:pt x="2158784" y="4169111"/>
                    <a:pt x="2170686" y="4166072"/>
                    <a:pt x="2170432" y="4157209"/>
                  </a:cubicBezTo>
                  <a:cubicBezTo>
                    <a:pt x="2170432" y="4152651"/>
                    <a:pt x="2166381" y="4146320"/>
                    <a:pt x="2157771" y="4145814"/>
                  </a:cubicBezTo>
                  <a:close/>
                  <a:moveTo>
                    <a:pt x="962038" y="4175441"/>
                  </a:moveTo>
                  <a:cubicBezTo>
                    <a:pt x="958746" y="4171136"/>
                    <a:pt x="951909" y="4164806"/>
                    <a:pt x="947351" y="4164806"/>
                  </a:cubicBezTo>
                  <a:cubicBezTo>
                    <a:pt x="947098" y="4164806"/>
                    <a:pt x="946592" y="4164806"/>
                    <a:pt x="946338" y="4165059"/>
                  </a:cubicBezTo>
                  <a:cubicBezTo>
                    <a:pt x="942287" y="4167591"/>
                    <a:pt x="956467" y="4184051"/>
                    <a:pt x="963305" y="4184810"/>
                  </a:cubicBezTo>
                  <a:cubicBezTo>
                    <a:pt x="966850" y="4185064"/>
                    <a:pt x="966343" y="4180759"/>
                    <a:pt x="962038" y="4175441"/>
                  </a:cubicBezTo>
                  <a:close/>
                  <a:moveTo>
                    <a:pt x="709319" y="4203549"/>
                  </a:moveTo>
                  <a:cubicBezTo>
                    <a:pt x="709572" y="4204562"/>
                    <a:pt x="726792" y="4222288"/>
                    <a:pt x="728817" y="4223048"/>
                  </a:cubicBezTo>
                  <a:cubicBezTo>
                    <a:pt x="728564" y="4222035"/>
                    <a:pt x="721221" y="4214691"/>
                    <a:pt x="720208" y="4213678"/>
                  </a:cubicBezTo>
                  <a:cubicBezTo>
                    <a:pt x="719195" y="4212666"/>
                    <a:pt x="710585" y="4204056"/>
                    <a:pt x="709319" y="4203549"/>
                  </a:cubicBezTo>
                  <a:close/>
                  <a:moveTo>
                    <a:pt x="3326915" y="4134419"/>
                  </a:moveTo>
                  <a:cubicBezTo>
                    <a:pt x="3317799" y="4134419"/>
                    <a:pt x="3309695" y="4144295"/>
                    <a:pt x="3311468" y="4150625"/>
                  </a:cubicBezTo>
                  <a:cubicBezTo>
                    <a:pt x="3313494" y="4157715"/>
                    <a:pt x="3325396" y="4154930"/>
                    <a:pt x="3330713" y="4146067"/>
                  </a:cubicBezTo>
                  <a:cubicBezTo>
                    <a:pt x="3333246" y="4142016"/>
                    <a:pt x="3334258" y="4135178"/>
                    <a:pt x="3326915" y="4134419"/>
                  </a:cubicBezTo>
                  <a:close/>
                  <a:moveTo>
                    <a:pt x="3205366" y="4140243"/>
                  </a:moveTo>
                  <a:cubicBezTo>
                    <a:pt x="3207645" y="4136191"/>
                    <a:pt x="3208152" y="4129354"/>
                    <a:pt x="3200302" y="4128594"/>
                  </a:cubicBezTo>
                  <a:cubicBezTo>
                    <a:pt x="3190933" y="4128594"/>
                    <a:pt x="3183336" y="4138724"/>
                    <a:pt x="3185615" y="4144801"/>
                  </a:cubicBezTo>
                  <a:cubicBezTo>
                    <a:pt x="3188400" y="4152144"/>
                    <a:pt x="3200808" y="4149106"/>
                    <a:pt x="3205366" y="4140243"/>
                  </a:cubicBezTo>
                  <a:close/>
                  <a:moveTo>
                    <a:pt x="2977970" y="4119985"/>
                  </a:moveTo>
                  <a:cubicBezTo>
                    <a:pt x="2967841" y="4120238"/>
                    <a:pt x="2962270" y="4129861"/>
                    <a:pt x="2964549" y="4135685"/>
                  </a:cubicBezTo>
                  <a:cubicBezTo>
                    <a:pt x="2967587" y="4143535"/>
                    <a:pt x="2981262" y="4141002"/>
                    <a:pt x="2985060" y="4131633"/>
                  </a:cubicBezTo>
                  <a:cubicBezTo>
                    <a:pt x="2986832" y="4127075"/>
                    <a:pt x="2986073" y="4120491"/>
                    <a:pt x="2977970" y="4119985"/>
                  </a:cubicBezTo>
                  <a:close/>
                  <a:moveTo>
                    <a:pt x="2164608" y="4112388"/>
                  </a:moveTo>
                  <a:cubicBezTo>
                    <a:pt x="2164608" y="4107830"/>
                    <a:pt x="2160557" y="4101499"/>
                    <a:pt x="2151694" y="4100993"/>
                  </a:cubicBezTo>
                  <a:cubicBezTo>
                    <a:pt x="2140045" y="4101499"/>
                    <a:pt x="2139032" y="4112135"/>
                    <a:pt x="2145110" y="4117706"/>
                  </a:cubicBezTo>
                  <a:cubicBezTo>
                    <a:pt x="2152453" y="4124796"/>
                    <a:pt x="2164861" y="4121504"/>
                    <a:pt x="2164608" y="4112388"/>
                  </a:cubicBezTo>
                  <a:close/>
                  <a:moveTo>
                    <a:pt x="934943" y="4119225"/>
                  </a:moveTo>
                  <a:cubicBezTo>
                    <a:pt x="931398" y="4123024"/>
                    <a:pt x="944313" y="4138217"/>
                    <a:pt x="951656" y="4138977"/>
                  </a:cubicBezTo>
                  <a:cubicBezTo>
                    <a:pt x="955201" y="4139230"/>
                    <a:pt x="954948" y="4135178"/>
                    <a:pt x="950896" y="4129607"/>
                  </a:cubicBezTo>
                  <a:cubicBezTo>
                    <a:pt x="947604" y="4125049"/>
                    <a:pt x="941021" y="4118719"/>
                    <a:pt x="936463" y="4118719"/>
                  </a:cubicBezTo>
                  <a:cubicBezTo>
                    <a:pt x="935703" y="4118719"/>
                    <a:pt x="935196" y="4118972"/>
                    <a:pt x="934943" y="4119225"/>
                  </a:cubicBezTo>
                  <a:close/>
                  <a:moveTo>
                    <a:pt x="926080" y="4131127"/>
                  </a:moveTo>
                  <a:cubicBezTo>
                    <a:pt x="922788" y="4126569"/>
                    <a:pt x="916205" y="4120238"/>
                    <a:pt x="911646" y="4120238"/>
                  </a:cubicBezTo>
                  <a:cubicBezTo>
                    <a:pt x="911393" y="4120238"/>
                    <a:pt x="910887" y="4120238"/>
                    <a:pt x="910634" y="4120491"/>
                  </a:cubicBezTo>
                  <a:cubicBezTo>
                    <a:pt x="906329" y="4123277"/>
                    <a:pt x="920256" y="4139990"/>
                    <a:pt x="927346" y="4140496"/>
                  </a:cubicBezTo>
                  <a:cubicBezTo>
                    <a:pt x="930638" y="4141002"/>
                    <a:pt x="930132" y="4136698"/>
                    <a:pt x="926080" y="4131127"/>
                  </a:cubicBezTo>
                  <a:close/>
                  <a:moveTo>
                    <a:pt x="667537" y="4159994"/>
                  </a:moveTo>
                  <a:cubicBezTo>
                    <a:pt x="667790" y="4161008"/>
                    <a:pt x="684503" y="4179239"/>
                    <a:pt x="686529" y="4179999"/>
                  </a:cubicBezTo>
                  <a:cubicBezTo>
                    <a:pt x="686275" y="4178986"/>
                    <a:pt x="678932" y="4171390"/>
                    <a:pt x="678172" y="4170630"/>
                  </a:cubicBezTo>
                  <a:cubicBezTo>
                    <a:pt x="677666" y="4170123"/>
                    <a:pt x="668550" y="4160501"/>
                    <a:pt x="667537" y="4159994"/>
                  </a:cubicBezTo>
                  <a:close/>
                  <a:moveTo>
                    <a:pt x="3219041" y="4083267"/>
                  </a:moveTo>
                  <a:cubicBezTo>
                    <a:pt x="3209418" y="4083267"/>
                    <a:pt x="3201821" y="4093649"/>
                    <a:pt x="3204354" y="4099980"/>
                  </a:cubicBezTo>
                  <a:cubicBezTo>
                    <a:pt x="3207139" y="4107323"/>
                    <a:pt x="3219800" y="4104285"/>
                    <a:pt x="3224358" y="4095169"/>
                  </a:cubicBezTo>
                  <a:lnTo>
                    <a:pt x="3224358" y="4095169"/>
                  </a:lnTo>
                  <a:cubicBezTo>
                    <a:pt x="3226637" y="4090864"/>
                    <a:pt x="3226637" y="4084027"/>
                    <a:pt x="3219041" y="4083267"/>
                  </a:cubicBezTo>
                  <a:close/>
                  <a:moveTo>
                    <a:pt x="3084071" y="4077696"/>
                  </a:moveTo>
                  <a:cubicBezTo>
                    <a:pt x="3074195" y="4077949"/>
                    <a:pt x="3067865" y="4087825"/>
                    <a:pt x="3069891" y="4093649"/>
                  </a:cubicBezTo>
                  <a:cubicBezTo>
                    <a:pt x="3072676" y="4101752"/>
                    <a:pt x="3086350" y="4099220"/>
                    <a:pt x="3090402" y="4089598"/>
                  </a:cubicBezTo>
                  <a:cubicBezTo>
                    <a:pt x="3092681" y="4085293"/>
                    <a:pt x="3091921" y="4078456"/>
                    <a:pt x="3084071" y="4077696"/>
                  </a:cubicBezTo>
                  <a:close/>
                  <a:moveTo>
                    <a:pt x="3038237" y="4076177"/>
                  </a:moveTo>
                  <a:cubicBezTo>
                    <a:pt x="3028615" y="4076430"/>
                    <a:pt x="3021778" y="4085799"/>
                    <a:pt x="3024310" y="4092130"/>
                  </a:cubicBezTo>
                  <a:cubicBezTo>
                    <a:pt x="3027349" y="4100486"/>
                    <a:pt x="3041023" y="4097701"/>
                    <a:pt x="3045074" y="4088078"/>
                  </a:cubicBezTo>
                  <a:cubicBezTo>
                    <a:pt x="3046847" y="4083520"/>
                    <a:pt x="3046087" y="4076683"/>
                    <a:pt x="3038237" y="4076177"/>
                  </a:cubicBezTo>
                  <a:close/>
                  <a:moveTo>
                    <a:pt x="2210189" y="4067314"/>
                  </a:moveTo>
                  <a:cubicBezTo>
                    <a:pt x="2210189" y="4062756"/>
                    <a:pt x="2206390" y="4055919"/>
                    <a:pt x="2197274" y="4055412"/>
                  </a:cubicBezTo>
                  <a:cubicBezTo>
                    <a:pt x="2186385" y="4055666"/>
                    <a:pt x="2183347" y="4066301"/>
                    <a:pt x="2189931" y="4072632"/>
                  </a:cubicBezTo>
                  <a:cubicBezTo>
                    <a:pt x="2197274" y="4079975"/>
                    <a:pt x="2209935" y="4076683"/>
                    <a:pt x="2210189" y="4067314"/>
                  </a:cubicBezTo>
                  <a:close/>
                  <a:moveTo>
                    <a:pt x="2158784" y="4066808"/>
                  </a:moveTo>
                  <a:cubicBezTo>
                    <a:pt x="2158784" y="4062249"/>
                    <a:pt x="2154732" y="4055412"/>
                    <a:pt x="2145616" y="4054906"/>
                  </a:cubicBezTo>
                  <a:cubicBezTo>
                    <a:pt x="2134728" y="4055159"/>
                    <a:pt x="2131942" y="4065794"/>
                    <a:pt x="2138779" y="4072125"/>
                  </a:cubicBezTo>
                  <a:cubicBezTo>
                    <a:pt x="2146376" y="4079469"/>
                    <a:pt x="2159037" y="4076177"/>
                    <a:pt x="2158784" y="4066808"/>
                  </a:cubicBezTo>
                  <a:close/>
                  <a:moveTo>
                    <a:pt x="900505" y="4073391"/>
                  </a:moveTo>
                  <a:cubicBezTo>
                    <a:pt x="895946" y="4076177"/>
                    <a:pt x="907848" y="4092130"/>
                    <a:pt x="915951" y="4093902"/>
                  </a:cubicBezTo>
                  <a:cubicBezTo>
                    <a:pt x="920256" y="4094916"/>
                    <a:pt x="920256" y="4090610"/>
                    <a:pt x="916205" y="4084280"/>
                  </a:cubicBezTo>
                  <a:cubicBezTo>
                    <a:pt x="913166" y="4079722"/>
                    <a:pt x="906582" y="4073138"/>
                    <a:pt x="901771" y="4072885"/>
                  </a:cubicBezTo>
                  <a:cubicBezTo>
                    <a:pt x="901264" y="4073138"/>
                    <a:pt x="901011" y="4073391"/>
                    <a:pt x="900505" y="4073391"/>
                  </a:cubicBezTo>
                  <a:close/>
                  <a:moveTo>
                    <a:pt x="645253" y="4135938"/>
                  </a:moveTo>
                  <a:cubicBezTo>
                    <a:pt x="645000" y="4134925"/>
                    <a:pt x="637909" y="4127075"/>
                    <a:pt x="637150" y="4126315"/>
                  </a:cubicBezTo>
                  <a:cubicBezTo>
                    <a:pt x="636896" y="4125809"/>
                    <a:pt x="627780" y="4115933"/>
                    <a:pt x="626767" y="4115427"/>
                  </a:cubicBezTo>
                  <a:cubicBezTo>
                    <a:pt x="627021" y="4116440"/>
                    <a:pt x="643227" y="4135178"/>
                    <a:pt x="645253" y="4135938"/>
                  </a:cubicBezTo>
                  <a:close/>
                  <a:moveTo>
                    <a:pt x="626767" y="4117959"/>
                  </a:moveTo>
                  <a:cubicBezTo>
                    <a:pt x="627274" y="4118972"/>
                    <a:pt x="643987" y="4137710"/>
                    <a:pt x="645253" y="4138470"/>
                  </a:cubicBezTo>
                  <a:cubicBezTo>
                    <a:pt x="644746" y="4137457"/>
                    <a:pt x="637656" y="4129607"/>
                    <a:pt x="636896" y="4128848"/>
                  </a:cubicBezTo>
                  <a:cubicBezTo>
                    <a:pt x="635883" y="4127835"/>
                    <a:pt x="627527" y="4118465"/>
                    <a:pt x="626767" y="4117959"/>
                  </a:cubicBezTo>
                  <a:close/>
                  <a:moveTo>
                    <a:pt x="3412505" y="4045283"/>
                  </a:moveTo>
                  <a:cubicBezTo>
                    <a:pt x="3403389" y="4045283"/>
                    <a:pt x="3395033" y="4055666"/>
                    <a:pt x="3396805" y="4062249"/>
                  </a:cubicBezTo>
                  <a:cubicBezTo>
                    <a:pt x="3398831" y="4069846"/>
                    <a:pt x="3411239" y="4066808"/>
                    <a:pt x="3416557" y="4057438"/>
                  </a:cubicBezTo>
                  <a:cubicBezTo>
                    <a:pt x="3419089" y="4053133"/>
                    <a:pt x="3419595" y="4046296"/>
                    <a:pt x="3412505" y="4045283"/>
                  </a:cubicBezTo>
                  <a:close/>
                  <a:moveTo>
                    <a:pt x="3287158" y="4051361"/>
                  </a:moveTo>
                  <a:cubicBezTo>
                    <a:pt x="3289437" y="4046802"/>
                    <a:pt x="3289437" y="4039965"/>
                    <a:pt x="3281841" y="4039206"/>
                  </a:cubicBezTo>
                  <a:cubicBezTo>
                    <a:pt x="3272218" y="4039206"/>
                    <a:pt x="3264368" y="4049841"/>
                    <a:pt x="3266900" y="4056425"/>
                  </a:cubicBezTo>
                  <a:cubicBezTo>
                    <a:pt x="3269686" y="4063769"/>
                    <a:pt x="3282347" y="4060730"/>
                    <a:pt x="3287158" y="4051361"/>
                  </a:cubicBezTo>
                  <a:close/>
                  <a:moveTo>
                    <a:pt x="2205631" y="4020973"/>
                  </a:moveTo>
                  <a:cubicBezTo>
                    <a:pt x="2205631" y="4016162"/>
                    <a:pt x="2201832" y="4009325"/>
                    <a:pt x="2192463" y="4008819"/>
                  </a:cubicBezTo>
                  <a:cubicBezTo>
                    <a:pt x="2181321" y="4009325"/>
                    <a:pt x="2178282" y="4019961"/>
                    <a:pt x="2184866" y="4026291"/>
                  </a:cubicBezTo>
                  <a:cubicBezTo>
                    <a:pt x="2192463" y="4033635"/>
                    <a:pt x="2205377" y="4030343"/>
                    <a:pt x="2205631" y="4020973"/>
                  </a:cubicBezTo>
                  <a:close/>
                  <a:moveTo>
                    <a:pt x="868092" y="4026798"/>
                  </a:moveTo>
                  <a:cubicBezTo>
                    <a:pt x="867838" y="4026798"/>
                    <a:pt x="867332" y="4027051"/>
                    <a:pt x="867079" y="4027051"/>
                  </a:cubicBezTo>
                  <a:cubicBezTo>
                    <a:pt x="862267" y="4029836"/>
                    <a:pt x="873916" y="4046043"/>
                    <a:pt x="882019" y="4048069"/>
                  </a:cubicBezTo>
                  <a:cubicBezTo>
                    <a:pt x="886324" y="4049081"/>
                    <a:pt x="886577" y="4044524"/>
                    <a:pt x="882525" y="4038193"/>
                  </a:cubicBezTo>
                  <a:cubicBezTo>
                    <a:pt x="879487" y="4033635"/>
                    <a:pt x="872903" y="4026798"/>
                    <a:pt x="868092" y="4026798"/>
                  </a:cubicBezTo>
                  <a:close/>
                  <a:moveTo>
                    <a:pt x="3433776" y="3998436"/>
                  </a:moveTo>
                  <a:cubicBezTo>
                    <a:pt x="3424407" y="3998436"/>
                    <a:pt x="3416304" y="4009072"/>
                    <a:pt x="3418076" y="4015909"/>
                  </a:cubicBezTo>
                  <a:cubicBezTo>
                    <a:pt x="3420355" y="4023506"/>
                    <a:pt x="3432763" y="4020467"/>
                    <a:pt x="3438081" y="4011098"/>
                  </a:cubicBezTo>
                  <a:cubicBezTo>
                    <a:pt x="3440867" y="4006287"/>
                    <a:pt x="3441120" y="3999196"/>
                    <a:pt x="3433776" y="3998436"/>
                  </a:cubicBezTo>
                  <a:close/>
                  <a:moveTo>
                    <a:pt x="3390221" y="3996411"/>
                  </a:moveTo>
                  <a:cubicBezTo>
                    <a:pt x="3380599" y="3996411"/>
                    <a:pt x="3372495" y="4007046"/>
                    <a:pt x="3374775" y="4013883"/>
                  </a:cubicBezTo>
                  <a:cubicBezTo>
                    <a:pt x="3377307" y="4021480"/>
                    <a:pt x="3389968" y="4018441"/>
                    <a:pt x="3395033" y="4009072"/>
                  </a:cubicBezTo>
                  <a:cubicBezTo>
                    <a:pt x="3397312" y="4004007"/>
                    <a:pt x="3397565" y="3997170"/>
                    <a:pt x="3390221" y="3996411"/>
                  </a:cubicBezTo>
                  <a:close/>
                  <a:moveTo>
                    <a:pt x="3350971" y="4006793"/>
                  </a:moveTo>
                  <a:cubicBezTo>
                    <a:pt x="3353503" y="4001981"/>
                    <a:pt x="3353250" y="3995145"/>
                    <a:pt x="3345653" y="3994385"/>
                  </a:cubicBezTo>
                  <a:cubicBezTo>
                    <a:pt x="3336031" y="3994385"/>
                    <a:pt x="3328181" y="4005273"/>
                    <a:pt x="3330460" y="4011857"/>
                  </a:cubicBezTo>
                  <a:cubicBezTo>
                    <a:pt x="3333246" y="4019201"/>
                    <a:pt x="3346160" y="4016162"/>
                    <a:pt x="3350971" y="4006793"/>
                  </a:cubicBezTo>
                  <a:close/>
                  <a:moveTo>
                    <a:pt x="2201326" y="3973367"/>
                  </a:moveTo>
                  <a:cubicBezTo>
                    <a:pt x="2201326" y="3968556"/>
                    <a:pt x="2197527" y="3961465"/>
                    <a:pt x="2188158" y="3960959"/>
                  </a:cubicBezTo>
                  <a:cubicBezTo>
                    <a:pt x="2176763" y="3961465"/>
                    <a:pt x="2173471" y="3972354"/>
                    <a:pt x="2180308" y="3978938"/>
                  </a:cubicBezTo>
                  <a:cubicBezTo>
                    <a:pt x="2187905" y="3986535"/>
                    <a:pt x="2201073" y="3982989"/>
                    <a:pt x="2201326" y="3973367"/>
                  </a:cubicBezTo>
                  <a:close/>
                  <a:moveTo>
                    <a:pt x="849100" y="4001222"/>
                  </a:moveTo>
                  <a:cubicBezTo>
                    <a:pt x="853658" y="4002235"/>
                    <a:pt x="853911" y="3997677"/>
                    <a:pt x="849859" y="3991346"/>
                  </a:cubicBezTo>
                  <a:cubicBezTo>
                    <a:pt x="846821" y="3986535"/>
                    <a:pt x="840490" y="3979698"/>
                    <a:pt x="835679" y="3979698"/>
                  </a:cubicBezTo>
                  <a:cubicBezTo>
                    <a:pt x="835426" y="3979698"/>
                    <a:pt x="834919" y="3979951"/>
                    <a:pt x="834666" y="3979951"/>
                  </a:cubicBezTo>
                  <a:cubicBezTo>
                    <a:pt x="829601" y="3982483"/>
                    <a:pt x="840743" y="3999196"/>
                    <a:pt x="849100" y="4001222"/>
                  </a:cubicBezTo>
                  <a:close/>
                  <a:moveTo>
                    <a:pt x="2251718" y="3925507"/>
                  </a:moveTo>
                  <a:cubicBezTo>
                    <a:pt x="2251971" y="3920949"/>
                    <a:pt x="2248679" y="3913606"/>
                    <a:pt x="2238550" y="3913099"/>
                  </a:cubicBezTo>
                  <a:cubicBezTo>
                    <a:pt x="2226902" y="3913352"/>
                    <a:pt x="2223610" y="3924494"/>
                    <a:pt x="2230194" y="3931332"/>
                  </a:cubicBezTo>
                  <a:cubicBezTo>
                    <a:pt x="2237790" y="3939181"/>
                    <a:pt x="2251211" y="3935636"/>
                    <a:pt x="2251718" y="3925507"/>
                  </a:cubicBezTo>
                  <a:close/>
                  <a:moveTo>
                    <a:pt x="2197274" y="3924748"/>
                  </a:moveTo>
                  <a:cubicBezTo>
                    <a:pt x="2197527" y="3920190"/>
                    <a:pt x="2193982" y="3912846"/>
                    <a:pt x="2183853" y="3912340"/>
                  </a:cubicBezTo>
                  <a:cubicBezTo>
                    <a:pt x="2171952" y="3912846"/>
                    <a:pt x="2168913" y="3923735"/>
                    <a:pt x="2175750" y="3930572"/>
                  </a:cubicBezTo>
                  <a:cubicBezTo>
                    <a:pt x="2183600" y="3938169"/>
                    <a:pt x="2197021" y="3934624"/>
                    <a:pt x="2197274" y="3924748"/>
                  </a:cubicBezTo>
                  <a:close/>
                  <a:moveTo>
                    <a:pt x="844542" y="3951590"/>
                  </a:moveTo>
                  <a:cubicBezTo>
                    <a:pt x="849100" y="3952602"/>
                    <a:pt x="849859" y="3947791"/>
                    <a:pt x="846061" y="3941207"/>
                  </a:cubicBezTo>
                  <a:cubicBezTo>
                    <a:pt x="843275" y="3936396"/>
                    <a:pt x="836945" y="3929559"/>
                    <a:pt x="831880" y="3929306"/>
                  </a:cubicBezTo>
                  <a:cubicBezTo>
                    <a:pt x="831627" y="3929306"/>
                    <a:pt x="831121" y="3929559"/>
                    <a:pt x="830614" y="3929559"/>
                  </a:cubicBezTo>
                  <a:cubicBezTo>
                    <a:pt x="825296" y="3932598"/>
                    <a:pt x="835932" y="3949564"/>
                    <a:pt x="844542" y="3951590"/>
                  </a:cubicBezTo>
                  <a:close/>
                  <a:moveTo>
                    <a:pt x="3150163" y="3899931"/>
                  </a:moveTo>
                  <a:cubicBezTo>
                    <a:pt x="3151936" y="3895373"/>
                    <a:pt x="3151429" y="3887777"/>
                    <a:pt x="3142313" y="3887017"/>
                  </a:cubicBezTo>
                  <a:cubicBezTo>
                    <a:pt x="3131931" y="3887017"/>
                    <a:pt x="3125347" y="3897146"/>
                    <a:pt x="3127879" y="3904236"/>
                  </a:cubicBezTo>
                  <a:cubicBezTo>
                    <a:pt x="3131678" y="3913099"/>
                    <a:pt x="3146112" y="3910314"/>
                    <a:pt x="3150163" y="3899931"/>
                  </a:cubicBezTo>
                  <a:close/>
                  <a:moveTo>
                    <a:pt x="842516" y="3900944"/>
                  </a:moveTo>
                  <a:cubicBezTo>
                    <a:pt x="847834" y="3902970"/>
                    <a:pt x="849353" y="3897906"/>
                    <a:pt x="845808" y="3890815"/>
                  </a:cubicBezTo>
                  <a:cubicBezTo>
                    <a:pt x="843275" y="3886004"/>
                    <a:pt x="837198" y="3878914"/>
                    <a:pt x="831627" y="3878660"/>
                  </a:cubicBezTo>
                  <a:cubicBezTo>
                    <a:pt x="831121" y="3878660"/>
                    <a:pt x="830614" y="3878914"/>
                    <a:pt x="830361" y="3878914"/>
                  </a:cubicBezTo>
                  <a:cubicBezTo>
                    <a:pt x="824790" y="3881699"/>
                    <a:pt x="833906" y="3897906"/>
                    <a:pt x="842516" y="3900944"/>
                  </a:cubicBezTo>
                  <a:close/>
                  <a:moveTo>
                    <a:pt x="4440602" y="3979698"/>
                  </a:moveTo>
                  <a:cubicBezTo>
                    <a:pt x="4441615" y="3978938"/>
                    <a:pt x="4447440" y="3971341"/>
                    <a:pt x="4448199" y="3970582"/>
                  </a:cubicBezTo>
                  <a:cubicBezTo>
                    <a:pt x="4451744" y="3965770"/>
                    <a:pt x="4457062" y="3958680"/>
                    <a:pt x="4457315" y="3957920"/>
                  </a:cubicBezTo>
                  <a:cubicBezTo>
                    <a:pt x="4457315" y="3957920"/>
                    <a:pt x="4457315" y="3957920"/>
                    <a:pt x="4457315" y="3957920"/>
                  </a:cubicBezTo>
                  <a:cubicBezTo>
                    <a:pt x="4456302" y="3958680"/>
                    <a:pt x="4440602" y="3978432"/>
                    <a:pt x="4440602" y="3979698"/>
                  </a:cubicBezTo>
                  <a:close/>
                  <a:moveTo>
                    <a:pt x="4447440" y="3967543"/>
                  </a:moveTo>
                  <a:cubicBezTo>
                    <a:pt x="4450985" y="3962732"/>
                    <a:pt x="4456302" y="3955641"/>
                    <a:pt x="4456302" y="3954881"/>
                  </a:cubicBezTo>
                  <a:cubicBezTo>
                    <a:pt x="4455290" y="3954628"/>
                    <a:pt x="4440602" y="3973620"/>
                    <a:pt x="4439590" y="3976659"/>
                  </a:cubicBezTo>
                  <a:cubicBezTo>
                    <a:pt x="4439590" y="3976659"/>
                    <a:pt x="4439590" y="3976659"/>
                    <a:pt x="4439590" y="3976912"/>
                  </a:cubicBezTo>
                  <a:cubicBezTo>
                    <a:pt x="4441109" y="3976153"/>
                    <a:pt x="4446933" y="3968556"/>
                    <a:pt x="4447440" y="3967543"/>
                  </a:cubicBezTo>
                  <a:close/>
                  <a:moveTo>
                    <a:pt x="4453517" y="3951843"/>
                  </a:moveTo>
                  <a:cubicBezTo>
                    <a:pt x="4451997" y="3951590"/>
                    <a:pt x="4436298" y="3972101"/>
                    <a:pt x="4436804" y="3973873"/>
                  </a:cubicBezTo>
                  <a:cubicBezTo>
                    <a:pt x="4437564" y="3973873"/>
                    <a:pt x="4442375" y="3968049"/>
                    <a:pt x="4445160" y="3964758"/>
                  </a:cubicBezTo>
                  <a:cubicBezTo>
                    <a:pt x="4448705" y="3959946"/>
                    <a:pt x="4453770" y="3952856"/>
                    <a:pt x="4453517" y="3951843"/>
                  </a:cubicBezTo>
                  <a:close/>
                  <a:moveTo>
                    <a:pt x="3164344" y="3850299"/>
                  </a:moveTo>
                  <a:cubicBezTo>
                    <a:pt x="3166116" y="3845741"/>
                    <a:pt x="3165357" y="3838145"/>
                    <a:pt x="3156241" y="3837131"/>
                  </a:cubicBezTo>
                  <a:cubicBezTo>
                    <a:pt x="3144846" y="3837131"/>
                    <a:pt x="3139275" y="3848020"/>
                    <a:pt x="3141807" y="3854604"/>
                  </a:cubicBezTo>
                  <a:cubicBezTo>
                    <a:pt x="3145352" y="3863467"/>
                    <a:pt x="3160292" y="3860682"/>
                    <a:pt x="3164344" y="3850299"/>
                  </a:cubicBezTo>
                  <a:close/>
                  <a:moveTo>
                    <a:pt x="2246147" y="3826243"/>
                  </a:moveTo>
                  <a:cubicBezTo>
                    <a:pt x="2246400" y="3821685"/>
                    <a:pt x="2243108" y="3813835"/>
                    <a:pt x="2232473" y="3813328"/>
                  </a:cubicBezTo>
                  <a:cubicBezTo>
                    <a:pt x="2220065" y="3813835"/>
                    <a:pt x="2217532" y="3824723"/>
                    <a:pt x="2222850" y="3831307"/>
                  </a:cubicBezTo>
                  <a:cubicBezTo>
                    <a:pt x="2230194" y="3839917"/>
                    <a:pt x="2245640" y="3836625"/>
                    <a:pt x="2246147" y="3826243"/>
                  </a:cubicBezTo>
                  <a:close/>
                  <a:moveTo>
                    <a:pt x="834413" y="3827003"/>
                  </a:moveTo>
                  <a:cubicBezTo>
                    <a:pt x="833906" y="3827003"/>
                    <a:pt x="833400" y="3827256"/>
                    <a:pt x="833146" y="3827256"/>
                  </a:cubicBezTo>
                  <a:cubicBezTo>
                    <a:pt x="827069" y="3830041"/>
                    <a:pt x="835679" y="3846501"/>
                    <a:pt x="844795" y="3849540"/>
                  </a:cubicBezTo>
                  <a:cubicBezTo>
                    <a:pt x="850366" y="3851566"/>
                    <a:pt x="852392" y="3846501"/>
                    <a:pt x="848846" y="3839410"/>
                  </a:cubicBezTo>
                  <a:cubicBezTo>
                    <a:pt x="846061" y="3834346"/>
                    <a:pt x="840237" y="3827003"/>
                    <a:pt x="834413" y="3827003"/>
                  </a:cubicBezTo>
                  <a:close/>
                  <a:moveTo>
                    <a:pt x="4475801" y="3928293"/>
                  </a:moveTo>
                  <a:cubicBezTo>
                    <a:pt x="4476054" y="3928293"/>
                    <a:pt x="4476054" y="3928546"/>
                    <a:pt x="4475801" y="3928293"/>
                  </a:cubicBezTo>
                  <a:cubicBezTo>
                    <a:pt x="4477067" y="3927533"/>
                    <a:pt x="4482384" y="3920443"/>
                    <a:pt x="4483398" y="3919177"/>
                  </a:cubicBezTo>
                  <a:cubicBezTo>
                    <a:pt x="4486943" y="3914365"/>
                    <a:pt x="4492007" y="3907022"/>
                    <a:pt x="4492007" y="3906262"/>
                  </a:cubicBezTo>
                  <a:cubicBezTo>
                    <a:pt x="4490994" y="3906009"/>
                    <a:pt x="4476813" y="3925254"/>
                    <a:pt x="4475801" y="3928293"/>
                  </a:cubicBezTo>
                  <a:close/>
                  <a:moveTo>
                    <a:pt x="4489475" y="3903223"/>
                  </a:moveTo>
                  <a:cubicBezTo>
                    <a:pt x="4487955" y="3902970"/>
                    <a:pt x="4472762" y="3923988"/>
                    <a:pt x="4473268" y="3925507"/>
                  </a:cubicBezTo>
                  <a:cubicBezTo>
                    <a:pt x="4474028" y="3925507"/>
                    <a:pt x="4478839" y="3919683"/>
                    <a:pt x="4481372" y="3916138"/>
                  </a:cubicBezTo>
                  <a:cubicBezTo>
                    <a:pt x="4484917" y="3911327"/>
                    <a:pt x="4489728" y="3904236"/>
                    <a:pt x="4489475" y="3903223"/>
                  </a:cubicBezTo>
                  <a:close/>
                  <a:moveTo>
                    <a:pt x="4484917" y="3900185"/>
                  </a:moveTo>
                  <a:cubicBezTo>
                    <a:pt x="4482891" y="3899931"/>
                    <a:pt x="4467697" y="3920949"/>
                    <a:pt x="4468710" y="3922468"/>
                  </a:cubicBezTo>
                  <a:cubicBezTo>
                    <a:pt x="4469977" y="3922468"/>
                    <a:pt x="4474535" y="3916644"/>
                    <a:pt x="4477067" y="3913099"/>
                  </a:cubicBezTo>
                  <a:cubicBezTo>
                    <a:pt x="4480865" y="3908288"/>
                    <a:pt x="4485677" y="3901198"/>
                    <a:pt x="4484917" y="3900185"/>
                  </a:cubicBezTo>
                  <a:close/>
                  <a:moveTo>
                    <a:pt x="3177765" y="3799654"/>
                  </a:moveTo>
                  <a:cubicBezTo>
                    <a:pt x="3179537" y="3794843"/>
                    <a:pt x="3178778" y="3787246"/>
                    <a:pt x="3169408" y="3786233"/>
                  </a:cubicBezTo>
                  <a:cubicBezTo>
                    <a:pt x="3157760" y="3786486"/>
                    <a:pt x="3152189" y="3797375"/>
                    <a:pt x="3154974" y="3803959"/>
                  </a:cubicBezTo>
                  <a:cubicBezTo>
                    <a:pt x="3158773" y="3813328"/>
                    <a:pt x="3173966" y="3810290"/>
                    <a:pt x="3177765" y="3799654"/>
                  </a:cubicBezTo>
                  <a:close/>
                  <a:moveTo>
                    <a:pt x="2243615" y="3775091"/>
                  </a:moveTo>
                  <a:cubicBezTo>
                    <a:pt x="2243868" y="3770280"/>
                    <a:pt x="2240576" y="3762683"/>
                    <a:pt x="2229940" y="3761923"/>
                  </a:cubicBezTo>
                  <a:cubicBezTo>
                    <a:pt x="2217279" y="3762430"/>
                    <a:pt x="2214747" y="3773572"/>
                    <a:pt x="2220065" y="3780156"/>
                  </a:cubicBezTo>
                  <a:cubicBezTo>
                    <a:pt x="2227155" y="3789272"/>
                    <a:pt x="2242855" y="3785980"/>
                    <a:pt x="2243615" y="3775091"/>
                  </a:cubicBezTo>
                  <a:close/>
                  <a:moveTo>
                    <a:pt x="2186132" y="3774332"/>
                  </a:moveTo>
                  <a:cubicBezTo>
                    <a:pt x="2186385" y="3769267"/>
                    <a:pt x="2182081" y="3761670"/>
                    <a:pt x="2172205" y="3761164"/>
                  </a:cubicBezTo>
                  <a:cubicBezTo>
                    <a:pt x="2160557" y="3761670"/>
                    <a:pt x="2156505" y="3772053"/>
                    <a:pt x="2162582" y="3779396"/>
                  </a:cubicBezTo>
                  <a:cubicBezTo>
                    <a:pt x="2169926" y="3788512"/>
                    <a:pt x="2185626" y="3785220"/>
                    <a:pt x="2186132" y="3774332"/>
                  </a:cubicBezTo>
                  <a:close/>
                  <a:moveTo>
                    <a:pt x="775158" y="3777623"/>
                  </a:moveTo>
                  <a:cubicBezTo>
                    <a:pt x="774651" y="3777623"/>
                    <a:pt x="774145" y="3777877"/>
                    <a:pt x="773892" y="3777877"/>
                  </a:cubicBezTo>
                  <a:cubicBezTo>
                    <a:pt x="768067" y="3780662"/>
                    <a:pt x="776424" y="3797375"/>
                    <a:pt x="785287" y="3800414"/>
                  </a:cubicBezTo>
                  <a:cubicBezTo>
                    <a:pt x="790858" y="3802440"/>
                    <a:pt x="792630" y="3797375"/>
                    <a:pt x="789338" y="3790031"/>
                  </a:cubicBezTo>
                  <a:cubicBezTo>
                    <a:pt x="786806" y="3784967"/>
                    <a:pt x="780982" y="3777877"/>
                    <a:pt x="775158" y="3777623"/>
                  </a:cubicBezTo>
                  <a:close/>
                  <a:moveTo>
                    <a:pt x="4508467" y="3876128"/>
                  </a:moveTo>
                  <a:cubicBezTo>
                    <a:pt x="4509227" y="3876128"/>
                    <a:pt x="4513785" y="3870304"/>
                    <a:pt x="4516317" y="3866506"/>
                  </a:cubicBezTo>
                  <a:cubicBezTo>
                    <a:pt x="4519862" y="3861441"/>
                    <a:pt x="4524420" y="3854098"/>
                    <a:pt x="4524167" y="3853085"/>
                  </a:cubicBezTo>
                  <a:cubicBezTo>
                    <a:pt x="4522394" y="3853085"/>
                    <a:pt x="4507707" y="3874609"/>
                    <a:pt x="4508467" y="3876128"/>
                  </a:cubicBezTo>
                  <a:close/>
                  <a:moveTo>
                    <a:pt x="4513532" y="3847260"/>
                  </a:moveTo>
                  <a:cubicBezTo>
                    <a:pt x="4510239" y="3847007"/>
                    <a:pt x="4497072" y="3868532"/>
                    <a:pt x="4497831" y="3870051"/>
                  </a:cubicBezTo>
                  <a:cubicBezTo>
                    <a:pt x="4498338" y="3871064"/>
                    <a:pt x="4502136" y="3866759"/>
                    <a:pt x="4506441" y="3860682"/>
                  </a:cubicBezTo>
                  <a:cubicBezTo>
                    <a:pt x="4509986" y="3855617"/>
                    <a:pt x="4514291" y="3848273"/>
                    <a:pt x="4513532" y="3847260"/>
                  </a:cubicBezTo>
                  <a:close/>
                  <a:moveTo>
                    <a:pt x="3190933" y="3748249"/>
                  </a:moveTo>
                  <a:cubicBezTo>
                    <a:pt x="3192705" y="3743185"/>
                    <a:pt x="3191186" y="3735335"/>
                    <a:pt x="3182323" y="3734575"/>
                  </a:cubicBezTo>
                  <a:cubicBezTo>
                    <a:pt x="3170928" y="3734828"/>
                    <a:pt x="3165103" y="3745970"/>
                    <a:pt x="3167889" y="3752807"/>
                  </a:cubicBezTo>
                  <a:cubicBezTo>
                    <a:pt x="3171941" y="3762177"/>
                    <a:pt x="3187134" y="3759138"/>
                    <a:pt x="3190933" y="3748249"/>
                  </a:cubicBezTo>
                  <a:close/>
                  <a:moveTo>
                    <a:pt x="2109405" y="3708493"/>
                  </a:moveTo>
                  <a:cubicBezTo>
                    <a:pt x="2096744" y="3708999"/>
                    <a:pt x="2093198" y="3720901"/>
                    <a:pt x="2100542" y="3727991"/>
                  </a:cubicBezTo>
                  <a:cubicBezTo>
                    <a:pt x="2108898" y="3736348"/>
                    <a:pt x="2123586" y="3732549"/>
                    <a:pt x="2123839" y="3721914"/>
                  </a:cubicBezTo>
                  <a:cubicBezTo>
                    <a:pt x="2124092" y="3716596"/>
                    <a:pt x="2119787" y="3708999"/>
                    <a:pt x="2109405" y="3708493"/>
                  </a:cubicBezTo>
                  <a:close/>
                  <a:moveTo>
                    <a:pt x="687288" y="3729257"/>
                  </a:moveTo>
                  <a:cubicBezTo>
                    <a:pt x="686782" y="3729257"/>
                    <a:pt x="686275" y="3729510"/>
                    <a:pt x="686022" y="3729510"/>
                  </a:cubicBezTo>
                  <a:cubicBezTo>
                    <a:pt x="680451" y="3732296"/>
                    <a:pt x="689061" y="3749516"/>
                    <a:pt x="697417" y="3752554"/>
                  </a:cubicBezTo>
                  <a:cubicBezTo>
                    <a:pt x="702735" y="3754580"/>
                    <a:pt x="704254" y="3749516"/>
                    <a:pt x="700709" y="3741919"/>
                  </a:cubicBezTo>
                  <a:cubicBezTo>
                    <a:pt x="698430" y="3736854"/>
                    <a:pt x="692606" y="3729510"/>
                    <a:pt x="687288" y="3729257"/>
                  </a:cubicBezTo>
                  <a:close/>
                  <a:moveTo>
                    <a:pt x="4560378" y="3805731"/>
                  </a:moveTo>
                  <a:cubicBezTo>
                    <a:pt x="4559365" y="3805478"/>
                    <a:pt x="4545944" y="3825736"/>
                    <a:pt x="4545185" y="3828775"/>
                  </a:cubicBezTo>
                  <a:cubicBezTo>
                    <a:pt x="4545185" y="3828775"/>
                    <a:pt x="4545185" y="3828775"/>
                    <a:pt x="4545185" y="3829028"/>
                  </a:cubicBezTo>
                  <a:cubicBezTo>
                    <a:pt x="4546451" y="3828268"/>
                    <a:pt x="4551769" y="3820165"/>
                    <a:pt x="4552275" y="3819406"/>
                  </a:cubicBezTo>
                  <a:cubicBezTo>
                    <a:pt x="4555820" y="3814341"/>
                    <a:pt x="4560378" y="3806744"/>
                    <a:pt x="4560378" y="3805731"/>
                  </a:cubicBezTo>
                  <a:close/>
                  <a:moveTo>
                    <a:pt x="4557593" y="3802693"/>
                  </a:moveTo>
                  <a:cubicBezTo>
                    <a:pt x="4556073" y="3802440"/>
                    <a:pt x="4541893" y="3824470"/>
                    <a:pt x="4542399" y="3825989"/>
                  </a:cubicBezTo>
                  <a:cubicBezTo>
                    <a:pt x="4543159" y="3825989"/>
                    <a:pt x="4547717" y="3819912"/>
                    <a:pt x="4549996" y="3816367"/>
                  </a:cubicBezTo>
                  <a:cubicBezTo>
                    <a:pt x="4553288" y="3811302"/>
                    <a:pt x="4557846" y="3803706"/>
                    <a:pt x="4557593" y="3802693"/>
                  </a:cubicBezTo>
                  <a:close/>
                  <a:moveTo>
                    <a:pt x="3256265" y="3698110"/>
                  </a:moveTo>
                  <a:cubicBezTo>
                    <a:pt x="3258038" y="3692793"/>
                    <a:pt x="3256771" y="3685196"/>
                    <a:pt x="3247655" y="3684183"/>
                  </a:cubicBezTo>
                  <a:cubicBezTo>
                    <a:pt x="3236260" y="3684436"/>
                    <a:pt x="3230183" y="3695831"/>
                    <a:pt x="3232968" y="3702669"/>
                  </a:cubicBezTo>
                  <a:cubicBezTo>
                    <a:pt x="3236766" y="3712038"/>
                    <a:pt x="3252213" y="3708999"/>
                    <a:pt x="3256265" y="3698110"/>
                  </a:cubicBezTo>
                  <a:close/>
                  <a:moveTo>
                    <a:pt x="551306" y="3684689"/>
                  </a:moveTo>
                  <a:cubicBezTo>
                    <a:pt x="551053" y="3684689"/>
                    <a:pt x="550546" y="3684943"/>
                    <a:pt x="550293" y="3684943"/>
                  </a:cubicBezTo>
                  <a:cubicBezTo>
                    <a:pt x="545735" y="3687981"/>
                    <a:pt x="555611" y="3706720"/>
                    <a:pt x="562954" y="3708493"/>
                  </a:cubicBezTo>
                  <a:cubicBezTo>
                    <a:pt x="567006" y="3709506"/>
                    <a:pt x="567512" y="3704441"/>
                    <a:pt x="564221" y="3697351"/>
                  </a:cubicBezTo>
                  <a:cubicBezTo>
                    <a:pt x="561435" y="3692286"/>
                    <a:pt x="555864" y="3684689"/>
                    <a:pt x="551306" y="3684689"/>
                  </a:cubicBezTo>
                  <a:close/>
                  <a:moveTo>
                    <a:pt x="4579117" y="3781169"/>
                  </a:moveTo>
                  <a:cubicBezTo>
                    <a:pt x="4580130" y="3780409"/>
                    <a:pt x="4584688" y="3772812"/>
                    <a:pt x="4585701" y="3771293"/>
                  </a:cubicBezTo>
                  <a:cubicBezTo>
                    <a:pt x="4588740" y="3766482"/>
                    <a:pt x="4593551" y="3758631"/>
                    <a:pt x="4593551" y="3757619"/>
                  </a:cubicBezTo>
                  <a:lnTo>
                    <a:pt x="4593551" y="3757619"/>
                  </a:lnTo>
                  <a:cubicBezTo>
                    <a:pt x="4592791" y="3758378"/>
                    <a:pt x="4579117" y="3779903"/>
                    <a:pt x="4579117" y="3781169"/>
                  </a:cubicBezTo>
                  <a:close/>
                  <a:moveTo>
                    <a:pt x="4570507" y="3771799"/>
                  </a:moveTo>
                  <a:cubicBezTo>
                    <a:pt x="4571773" y="3771799"/>
                    <a:pt x="4576078" y="3765469"/>
                    <a:pt x="4578357" y="3761923"/>
                  </a:cubicBezTo>
                  <a:cubicBezTo>
                    <a:pt x="4582156" y="3755846"/>
                    <a:pt x="4585701" y="3749009"/>
                    <a:pt x="4585195" y="3748249"/>
                  </a:cubicBezTo>
                  <a:cubicBezTo>
                    <a:pt x="4582915" y="3747996"/>
                    <a:pt x="4569494" y="3770027"/>
                    <a:pt x="4570507" y="3771799"/>
                  </a:cubicBezTo>
                  <a:close/>
                  <a:moveTo>
                    <a:pt x="4555314" y="3752301"/>
                  </a:moveTo>
                  <a:cubicBezTo>
                    <a:pt x="4559112" y="3746223"/>
                    <a:pt x="4562404" y="3739386"/>
                    <a:pt x="4560885" y="3738374"/>
                  </a:cubicBezTo>
                  <a:cubicBezTo>
                    <a:pt x="4556580" y="3738120"/>
                    <a:pt x="4545185" y="3758885"/>
                    <a:pt x="4546198" y="3761670"/>
                  </a:cubicBezTo>
                  <a:cubicBezTo>
                    <a:pt x="4546704" y="3763696"/>
                    <a:pt x="4551009" y="3759138"/>
                    <a:pt x="4555314" y="3752301"/>
                  </a:cubicBezTo>
                  <a:close/>
                  <a:moveTo>
                    <a:pt x="3322104" y="3647212"/>
                  </a:moveTo>
                  <a:cubicBezTo>
                    <a:pt x="3323876" y="3642401"/>
                    <a:pt x="3323116" y="3634044"/>
                    <a:pt x="3313494" y="3633285"/>
                  </a:cubicBezTo>
                  <a:cubicBezTo>
                    <a:pt x="3301339" y="3633285"/>
                    <a:pt x="3295515" y="3645946"/>
                    <a:pt x="3299313" y="3653036"/>
                  </a:cubicBezTo>
                  <a:cubicBezTo>
                    <a:pt x="3303618" y="3661393"/>
                    <a:pt x="3318305" y="3657848"/>
                    <a:pt x="3322104" y="3647212"/>
                  </a:cubicBezTo>
                  <a:close/>
                  <a:moveTo>
                    <a:pt x="476351" y="3636070"/>
                  </a:moveTo>
                  <a:cubicBezTo>
                    <a:pt x="471287" y="3638096"/>
                    <a:pt x="481416" y="3658101"/>
                    <a:pt x="488253" y="3660380"/>
                  </a:cubicBezTo>
                  <a:cubicBezTo>
                    <a:pt x="492051" y="3661393"/>
                    <a:pt x="492304" y="3656328"/>
                    <a:pt x="488759" y="3648985"/>
                  </a:cubicBezTo>
                  <a:cubicBezTo>
                    <a:pt x="486480" y="3643920"/>
                    <a:pt x="481162" y="3636070"/>
                    <a:pt x="476858" y="3636070"/>
                  </a:cubicBezTo>
                  <a:cubicBezTo>
                    <a:pt x="476858" y="3636070"/>
                    <a:pt x="476604" y="3636070"/>
                    <a:pt x="476351" y="3636070"/>
                  </a:cubicBezTo>
                  <a:close/>
                  <a:moveTo>
                    <a:pt x="4616341" y="3722167"/>
                  </a:moveTo>
                  <a:cubicBezTo>
                    <a:pt x="4619127" y="3717609"/>
                    <a:pt x="4621912" y="3713051"/>
                    <a:pt x="4624444" y="3708240"/>
                  </a:cubicBezTo>
                  <a:lnTo>
                    <a:pt x="4624444" y="3708240"/>
                  </a:lnTo>
                  <a:cubicBezTo>
                    <a:pt x="4623685" y="3709252"/>
                    <a:pt x="4611023" y="3731030"/>
                    <a:pt x="4610264" y="3732296"/>
                  </a:cubicBezTo>
                  <a:cubicBezTo>
                    <a:pt x="4612543" y="3729257"/>
                    <a:pt x="4614315" y="3725712"/>
                    <a:pt x="4616341" y="3722167"/>
                  </a:cubicBezTo>
                  <a:close/>
                  <a:moveTo>
                    <a:pt x="4610770" y="3729257"/>
                  </a:moveTo>
                  <a:cubicBezTo>
                    <a:pt x="4611783" y="3728498"/>
                    <a:pt x="4616341" y="3720647"/>
                    <a:pt x="4617101" y="3719128"/>
                  </a:cubicBezTo>
                  <a:cubicBezTo>
                    <a:pt x="4620139" y="3714064"/>
                    <a:pt x="4624444" y="3706214"/>
                    <a:pt x="4624698" y="3705201"/>
                  </a:cubicBezTo>
                  <a:cubicBezTo>
                    <a:pt x="4624698" y="3705201"/>
                    <a:pt x="4624698" y="3705201"/>
                    <a:pt x="4624698" y="3705201"/>
                  </a:cubicBezTo>
                  <a:cubicBezTo>
                    <a:pt x="4623938" y="3706214"/>
                    <a:pt x="4610770" y="3727991"/>
                    <a:pt x="4610770" y="3729257"/>
                  </a:cubicBezTo>
                  <a:close/>
                  <a:moveTo>
                    <a:pt x="4602161" y="3719888"/>
                  </a:moveTo>
                  <a:cubicBezTo>
                    <a:pt x="4603426" y="3719888"/>
                    <a:pt x="4607478" y="3713557"/>
                    <a:pt x="4609757" y="3709759"/>
                  </a:cubicBezTo>
                  <a:cubicBezTo>
                    <a:pt x="4612796" y="3704694"/>
                    <a:pt x="4616848" y="3696845"/>
                    <a:pt x="4616088" y="3695831"/>
                  </a:cubicBezTo>
                  <a:cubicBezTo>
                    <a:pt x="4614062" y="3695578"/>
                    <a:pt x="4600894" y="3718115"/>
                    <a:pt x="4602161" y="3719888"/>
                  </a:cubicBezTo>
                  <a:close/>
                  <a:moveTo>
                    <a:pt x="4609757" y="3692540"/>
                  </a:moveTo>
                  <a:cubicBezTo>
                    <a:pt x="4606465" y="3692286"/>
                    <a:pt x="4594817" y="3715077"/>
                    <a:pt x="4595576" y="3716596"/>
                  </a:cubicBezTo>
                  <a:cubicBezTo>
                    <a:pt x="4596083" y="3717609"/>
                    <a:pt x="4599881" y="3713051"/>
                    <a:pt x="4603680" y="3706720"/>
                  </a:cubicBezTo>
                  <a:cubicBezTo>
                    <a:pt x="4606718" y="3701402"/>
                    <a:pt x="4610770" y="3693552"/>
                    <a:pt x="4609757" y="3692540"/>
                  </a:cubicBezTo>
                  <a:close/>
                  <a:moveTo>
                    <a:pt x="4595830" y="3703175"/>
                  </a:moveTo>
                  <a:cubicBezTo>
                    <a:pt x="4598869" y="3697857"/>
                    <a:pt x="4602667" y="3690260"/>
                    <a:pt x="4601401" y="3689248"/>
                  </a:cubicBezTo>
                  <a:cubicBezTo>
                    <a:pt x="4597856" y="3688994"/>
                    <a:pt x="4586460" y="3710012"/>
                    <a:pt x="4587220" y="3713051"/>
                  </a:cubicBezTo>
                  <a:cubicBezTo>
                    <a:pt x="4587727" y="3714823"/>
                    <a:pt x="4591525" y="3710519"/>
                    <a:pt x="4595830" y="3703175"/>
                  </a:cubicBezTo>
                  <a:close/>
                  <a:moveTo>
                    <a:pt x="4579624" y="3682664"/>
                  </a:moveTo>
                  <a:cubicBezTo>
                    <a:pt x="4575318" y="3682410"/>
                    <a:pt x="4564683" y="3701909"/>
                    <a:pt x="4565189" y="3705961"/>
                  </a:cubicBezTo>
                  <a:cubicBezTo>
                    <a:pt x="4565696" y="3708746"/>
                    <a:pt x="4570254" y="3704188"/>
                    <a:pt x="4574812" y="3696591"/>
                  </a:cubicBezTo>
                  <a:cubicBezTo>
                    <a:pt x="4578104" y="3691527"/>
                    <a:pt x="4581649" y="3683677"/>
                    <a:pt x="4579624" y="3682664"/>
                  </a:cubicBezTo>
                  <a:close/>
                  <a:moveTo>
                    <a:pt x="3432004" y="3583906"/>
                  </a:moveTo>
                  <a:cubicBezTo>
                    <a:pt x="3420608" y="3583906"/>
                    <a:pt x="3413518" y="3596060"/>
                    <a:pt x="3417570" y="3603657"/>
                  </a:cubicBezTo>
                  <a:cubicBezTo>
                    <a:pt x="3422128" y="3612520"/>
                    <a:pt x="3436308" y="3608975"/>
                    <a:pt x="3440360" y="3597833"/>
                  </a:cubicBezTo>
                  <a:cubicBezTo>
                    <a:pt x="3441879" y="3593022"/>
                    <a:pt x="3441120" y="3584665"/>
                    <a:pt x="3432004" y="3583906"/>
                  </a:cubicBezTo>
                  <a:close/>
                  <a:moveTo>
                    <a:pt x="1696393" y="3558836"/>
                  </a:moveTo>
                  <a:cubicBezTo>
                    <a:pt x="1696140" y="3553519"/>
                    <a:pt x="1691076" y="3545669"/>
                    <a:pt x="1681200" y="3545162"/>
                  </a:cubicBezTo>
                  <a:cubicBezTo>
                    <a:pt x="1680694" y="3545162"/>
                    <a:pt x="1680187" y="3545162"/>
                    <a:pt x="1679934" y="3545162"/>
                  </a:cubicBezTo>
                  <a:cubicBezTo>
                    <a:pt x="1669298" y="3546175"/>
                    <a:pt x="1666766" y="3558836"/>
                    <a:pt x="1675629" y="3566433"/>
                  </a:cubicBezTo>
                  <a:cubicBezTo>
                    <a:pt x="1684745" y="3574030"/>
                    <a:pt x="1697153" y="3569472"/>
                    <a:pt x="1696393" y="3558836"/>
                  </a:cubicBezTo>
                  <a:close/>
                  <a:moveTo>
                    <a:pt x="439633" y="3608975"/>
                  </a:moveTo>
                  <a:cubicBezTo>
                    <a:pt x="443179" y="3609988"/>
                    <a:pt x="443179" y="3604670"/>
                    <a:pt x="439887" y="3597327"/>
                  </a:cubicBezTo>
                  <a:cubicBezTo>
                    <a:pt x="437354" y="3592009"/>
                    <a:pt x="432290" y="3584412"/>
                    <a:pt x="428491" y="3584159"/>
                  </a:cubicBezTo>
                  <a:cubicBezTo>
                    <a:pt x="428238" y="3584159"/>
                    <a:pt x="428238" y="3584159"/>
                    <a:pt x="427985" y="3584159"/>
                  </a:cubicBezTo>
                  <a:cubicBezTo>
                    <a:pt x="422921" y="3586691"/>
                    <a:pt x="432543" y="3606696"/>
                    <a:pt x="439633" y="3608975"/>
                  </a:cubicBezTo>
                  <a:close/>
                  <a:moveTo>
                    <a:pt x="4631028" y="3636070"/>
                  </a:moveTo>
                  <a:cubicBezTo>
                    <a:pt x="4627483" y="3635817"/>
                    <a:pt x="4616594" y="3657341"/>
                    <a:pt x="4617354" y="3660126"/>
                  </a:cubicBezTo>
                  <a:cubicBezTo>
                    <a:pt x="4617860" y="3661899"/>
                    <a:pt x="4621659" y="3657594"/>
                    <a:pt x="4625710" y="3650251"/>
                  </a:cubicBezTo>
                  <a:cubicBezTo>
                    <a:pt x="4628749" y="3644933"/>
                    <a:pt x="4632294" y="3637083"/>
                    <a:pt x="4631028" y="3636070"/>
                  </a:cubicBezTo>
                  <a:close/>
                  <a:moveTo>
                    <a:pt x="4616088" y="3646959"/>
                  </a:moveTo>
                  <a:cubicBezTo>
                    <a:pt x="4619127" y="3641641"/>
                    <a:pt x="4622672" y="3633791"/>
                    <a:pt x="4620899" y="3632778"/>
                  </a:cubicBezTo>
                  <a:cubicBezTo>
                    <a:pt x="4616594" y="3632525"/>
                    <a:pt x="4606212" y="3654049"/>
                    <a:pt x="4607225" y="3656835"/>
                  </a:cubicBezTo>
                  <a:cubicBezTo>
                    <a:pt x="4607732" y="3658607"/>
                    <a:pt x="4611783" y="3654049"/>
                    <a:pt x="4616088" y="3646959"/>
                  </a:cubicBezTo>
                  <a:close/>
                  <a:moveTo>
                    <a:pt x="4591272" y="3640122"/>
                  </a:moveTo>
                  <a:cubicBezTo>
                    <a:pt x="4594310" y="3634804"/>
                    <a:pt x="4597349" y="3626954"/>
                    <a:pt x="4595070" y="3625941"/>
                  </a:cubicBezTo>
                  <a:cubicBezTo>
                    <a:pt x="4590259" y="3625688"/>
                    <a:pt x="4580130" y="3645440"/>
                    <a:pt x="4581143" y="3649744"/>
                  </a:cubicBezTo>
                  <a:cubicBezTo>
                    <a:pt x="4582156" y="3652530"/>
                    <a:pt x="4586967" y="3647719"/>
                    <a:pt x="4591272" y="3640122"/>
                  </a:cubicBezTo>
                  <a:close/>
                  <a:moveTo>
                    <a:pt x="3498096" y="3531741"/>
                  </a:moveTo>
                  <a:cubicBezTo>
                    <a:pt x="3486954" y="3531741"/>
                    <a:pt x="3479610" y="3543896"/>
                    <a:pt x="3483662" y="3551746"/>
                  </a:cubicBezTo>
                  <a:cubicBezTo>
                    <a:pt x="3487967" y="3560862"/>
                    <a:pt x="3502400" y="3557317"/>
                    <a:pt x="3506452" y="3545922"/>
                  </a:cubicBezTo>
                  <a:cubicBezTo>
                    <a:pt x="3508224" y="3540604"/>
                    <a:pt x="3507212" y="3532501"/>
                    <a:pt x="3498096" y="3531741"/>
                  </a:cubicBezTo>
                  <a:close/>
                  <a:moveTo>
                    <a:pt x="2108645" y="3506419"/>
                  </a:moveTo>
                  <a:cubicBezTo>
                    <a:pt x="2108898" y="3501354"/>
                    <a:pt x="2105100" y="3492998"/>
                    <a:pt x="2093705" y="3492238"/>
                  </a:cubicBezTo>
                  <a:cubicBezTo>
                    <a:pt x="2079271" y="3492744"/>
                    <a:pt x="2076992" y="3505912"/>
                    <a:pt x="2083829" y="3512749"/>
                  </a:cubicBezTo>
                  <a:cubicBezTo>
                    <a:pt x="2092439" y="3521865"/>
                    <a:pt x="2107885" y="3517814"/>
                    <a:pt x="2108645" y="3506419"/>
                  </a:cubicBezTo>
                  <a:close/>
                  <a:moveTo>
                    <a:pt x="1574339" y="3504140"/>
                  </a:moveTo>
                  <a:cubicBezTo>
                    <a:pt x="1573832" y="3498569"/>
                    <a:pt x="1568768" y="3490719"/>
                    <a:pt x="1559145" y="3490212"/>
                  </a:cubicBezTo>
                  <a:cubicBezTo>
                    <a:pt x="1558639" y="3490212"/>
                    <a:pt x="1558132" y="3490212"/>
                    <a:pt x="1557879" y="3490212"/>
                  </a:cubicBezTo>
                  <a:cubicBezTo>
                    <a:pt x="1547497" y="3491225"/>
                    <a:pt x="1545471" y="3504140"/>
                    <a:pt x="1554334" y="3511736"/>
                  </a:cubicBezTo>
                  <a:cubicBezTo>
                    <a:pt x="1563197" y="3519586"/>
                    <a:pt x="1575098" y="3514775"/>
                    <a:pt x="1574339" y="3504140"/>
                  </a:cubicBezTo>
                  <a:close/>
                  <a:moveTo>
                    <a:pt x="402662" y="3529715"/>
                  </a:moveTo>
                  <a:cubicBezTo>
                    <a:pt x="402409" y="3529715"/>
                    <a:pt x="402409" y="3529715"/>
                    <a:pt x="402156" y="3529715"/>
                  </a:cubicBezTo>
                  <a:cubicBezTo>
                    <a:pt x="397091" y="3531741"/>
                    <a:pt x="406208" y="3552252"/>
                    <a:pt x="413298" y="3554531"/>
                  </a:cubicBezTo>
                  <a:cubicBezTo>
                    <a:pt x="416843" y="3555798"/>
                    <a:pt x="417096" y="3550227"/>
                    <a:pt x="414058" y="3542883"/>
                  </a:cubicBezTo>
                  <a:cubicBezTo>
                    <a:pt x="411525" y="3537565"/>
                    <a:pt x="406461" y="3529715"/>
                    <a:pt x="402662" y="3529715"/>
                  </a:cubicBezTo>
                  <a:close/>
                  <a:moveTo>
                    <a:pt x="392533" y="3557317"/>
                  </a:moveTo>
                  <a:cubicBezTo>
                    <a:pt x="395825" y="3558583"/>
                    <a:pt x="396079" y="3553012"/>
                    <a:pt x="392787" y="3545669"/>
                  </a:cubicBezTo>
                  <a:cubicBezTo>
                    <a:pt x="390508" y="3540098"/>
                    <a:pt x="385443" y="3532501"/>
                    <a:pt x="381645" y="3532501"/>
                  </a:cubicBezTo>
                  <a:cubicBezTo>
                    <a:pt x="381391" y="3532501"/>
                    <a:pt x="381391" y="3532501"/>
                    <a:pt x="381138" y="3532501"/>
                  </a:cubicBezTo>
                  <a:cubicBezTo>
                    <a:pt x="376833" y="3534527"/>
                    <a:pt x="385950" y="3554785"/>
                    <a:pt x="392533" y="3557317"/>
                  </a:cubicBezTo>
                  <a:close/>
                  <a:moveTo>
                    <a:pt x="4654578" y="3609988"/>
                  </a:moveTo>
                  <a:cubicBezTo>
                    <a:pt x="4655085" y="3611001"/>
                    <a:pt x="4658630" y="3606696"/>
                    <a:pt x="4662175" y="3599859"/>
                  </a:cubicBezTo>
                  <a:lnTo>
                    <a:pt x="4662175" y="3599859"/>
                  </a:lnTo>
                  <a:cubicBezTo>
                    <a:pt x="4664961" y="3594541"/>
                    <a:pt x="4668506" y="3586438"/>
                    <a:pt x="4667493" y="3585425"/>
                  </a:cubicBezTo>
                  <a:cubicBezTo>
                    <a:pt x="4664201" y="3585172"/>
                    <a:pt x="4653819" y="3608469"/>
                    <a:pt x="4654578" y="3609988"/>
                  </a:cubicBezTo>
                  <a:close/>
                  <a:moveTo>
                    <a:pt x="4659136" y="3582133"/>
                  </a:moveTo>
                  <a:cubicBezTo>
                    <a:pt x="4655591" y="3581880"/>
                    <a:pt x="4645209" y="3603404"/>
                    <a:pt x="4646222" y="3606443"/>
                  </a:cubicBezTo>
                  <a:cubicBezTo>
                    <a:pt x="4646728" y="3608215"/>
                    <a:pt x="4650526" y="3603657"/>
                    <a:pt x="4654325" y="3596567"/>
                  </a:cubicBezTo>
                  <a:cubicBezTo>
                    <a:pt x="4657111" y="3590996"/>
                    <a:pt x="4660402" y="3583146"/>
                    <a:pt x="4659136" y="3582133"/>
                  </a:cubicBezTo>
                  <a:close/>
                  <a:moveTo>
                    <a:pt x="4649007" y="3578588"/>
                  </a:moveTo>
                  <a:cubicBezTo>
                    <a:pt x="4644702" y="3578335"/>
                    <a:pt x="4634827" y="3599859"/>
                    <a:pt x="4635840" y="3602898"/>
                  </a:cubicBezTo>
                  <a:cubicBezTo>
                    <a:pt x="4636599" y="3604670"/>
                    <a:pt x="4640651" y="3600365"/>
                    <a:pt x="4644449" y="3593022"/>
                  </a:cubicBezTo>
                  <a:cubicBezTo>
                    <a:pt x="4647235" y="3587704"/>
                    <a:pt x="4650526" y="3579601"/>
                    <a:pt x="4649007" y="3578588"/>
                  </a:cubicBezTo>
                  <a:close/>
                  <a:moveTo>
                    <a:pt x="4427941" y="3541110"/>
                  </a:moveTo>
                  <a:cubicBezTo>
                    <a:pt x="4420598" y="3540857"/>
                    <a:pt x="4411735" y="3556811"/>
                    <a:pt x="4413760" y="3563647"/>
                  </a:cubicBezTo>
                  <a:cubicBezTo>
                    <a:pt x="4415533" y="3569472"/>
                    <a:pt x="4423130" y="3565167"/>
                    <a:pt x="4427941" y="3555798"/>
                  </a:cubicBezTo>
                  <a:cubicBezTo>
                    <a:pt x="4430727" y="3550480"/>
                    <a:pt x="4432499" y="3542377"/>
                    <a:pt x="4427941" y="3541110"/>
                  </a:cubicBezTo>
                  <a:close/>
                  <a:moveTo>
                    <a:pt x="4398567" y="3537819"/>
                  </a:moveTo>
                  <a:cubicBezTo>
                    <a:pt x="4390970" y="3537565"/>
                    <a:pt x="4382107" y="3553519"/>
                    <a:pt x="4384386" y="3560356"/>
                  </a:cubicBezTo>
                  <a:cubicBezTo>
                    <a:pt x="4386159" y="3565927"/>
                    <a:pt x="4394262" y="3561622"/>
                    <a:pt x="4399073" y="3552505"/>
                  </a:cubicBezTo>
                  <a:cubicBezTo>
                    <a:pt x="4402112" y="3547188"/>
                    <a:pt x="4403631" y="3539085"/>
                    <a:pt x="4398567" y="3537819"/>
                  </a:cubicBezTo>
                  <a:close/>
                  <a:moveTo>
                    <a:pt x="3564441" y="3478817"/>
                  </a:moveTo>
                  <a:cubicBezTo>
                    <a:pt x="3553299" y="3478817"/>
                    <a:pt x="3545955" y="3491225"/>
                    <a:pt x="3549753" y="3499075"/>
                  </a:cubicBezTo>
                  <a:cubicBezTo>
                    <a:pt x="3554312" y="3507938"/>
                    <a:pt x="3568492" y="3504393"/>
                    <a:pt x="3572544" y="3493251"/>
                  </a:cubicBezTo>
                  <a:cubicBezTo>
                    <a:pt x="3574316" y="3488186"/>
                    <a:pt x="3573810" y="3479830"/>
                    <a:pt x="3564441" y="3478817"/>
                  </a:cubicBezTo>
                  <a:close/>
                  <a:moveTo>
                    <a:pt x="1841239" y="3434756"/>
                  </a:moveTo>
                  <a:cubicBezTo>
                    <a:pt x="1828577" y="3435262"/>
                    <a:pt x="1825285" y="3447923"/>
                    <a:pt x="1832882" y="3455520"/>
                  </a:cubicBezTo>
                  <a:cubicBezTo>
                    <a:pt x="1841745" y="3464383"/>
                    <a:pt x="1856685" y="3460078"/>
                    <a:pt x="1856685" y="3448936"/>
                  </a:cubicBezTo>
                  <a:cubicBezTo>
                    <a:pt x="1856685" y="3443365"/>
                    <a:pt x="1851874" y="3435262"/>
                    <a:pt x="1841239" y="3434756"/>
                  </a:cubicBezTo>
                  <a:close/>
                  <a:moveTo>
                    <a:pt x="1781224" y="3434503"/>
                  </a:moveTo>
                  <a:cubicBezTo>
                    <a:pt x="1768816" y="3435009"/>
                    <a:pt x="1765777" y="3447923"/>
                    <a:pt x="1773374" y="3455520"/>
                  </a:cubicBezTo>
                  <a:cubicBezTo>
                    <a:pt x="1782237" y="3464383"/>
                    <a:pt x="1796671" y="3460078"/>
                    <a:pt x="1796671" y="3448683"/>
                  </a:cubicBezTo>
                  <a:cubicBezTo>
                    <a:pt x="1796418" y="3443112"/>
                    <a:pt x="1791606" y="3435009"/>
                    <a:pt x="1781224" y="3434503"/>
                  </a:cubicBezTo>
                  <a:close/>
                  <a:moveTo>
                    <a:pt x="1346182" y="3449949"/>
                  </a:moveTo>
                  <a:cubicBezTo>
                    <a:pt x="1345422" y="3444378"/>
                    <a:pt x="1340358" y="3436275"/>
                    <a:pt x="1330989" y="3436022"/>
                  </a:cubicBezTo>
                  <a:cubicBezTo>
                    <a:pt x="1330735" y="3436022"/>
                    <a:pt x="1330229" y="3436022"/>
                    <a:pt x="1329722" y="3436022"/>
                  </a:cubicBezTo>
                  <a:cubicBezTo>
                    <a:pt x="1319087" y="3437288"/>
                    <a:pt x="1318327" y="3451469"/>
                    <a:pt x="1328456" y="3458559"/>
                  </a:cubicBezTo>
                  <a:cubicBezTo>
                    <a:pt x="1337572" y="3464890"/>
                    <a:pt x="1347448" y="3460078"/>
                    <a:pt x="1346182" y="3449949"/>
                  </a:cubicBezTo>
                  <a:close/>
                  <a:moveTo>
                    <a:pt x="330240" y="3507178"/>
                  </a:moveTo>
                  <a:cubicBezTo>
                    <a:pt x="333279" y="3508191"/>
                    <a:pt x="333025" y="3502873"/>
                    <a:pt x="329987" y="3495277"/>
                  </a:cubicBezTo>
                  <a:cubicBezTo>
                    <a:pt x="327708" y="3489706"/>
                    <a:pt x="322896" y="3481856"/>
                    <a:pt x="319858" y="3481856"/>
                  </a:cubicBezTo>
                  <a:cubicBezTo>
                    <a:pt x="319858" y="3481856"/>
                    <a:pt x="319604" y="3481856"/>
                    <a:pt x="319604" y="3482109"/>
                  </a:cubicBezTo>
                  <a:cubicBezTo>
                    <a:pt x="315553" y="3484135"/>
                    <a:pt x="324669" y="3504899"/>
                    <a:pt x="330240" y="3507178"/>
                  </a:cubicBezTo>
                  <a:close/>
                  <a:moveTo>
                    <a:pt x="314033" y="3509711"/>
                  </a:moveTo>
                  <a:cubicBezTo>
                    <a:pt x="316819" y="3510723"/>
                    <a:pt x="316312" y="3505405"/>
                    <a:pt x="313274" y="3497809"/>
                  </a:cubicBezTo>
                  <a:cubicBezTo>
                    <a:pt x="310995" y="3492238"/>
                    <a:pt x="306437" y="3484388"/>
                    <a:pt x="303398" y="3484388"/>
                  </a:cubicBezTo>
                  <a:cubicBezTo>
                    <a:pt x="303398" y="3484388"/>
                    <a:pt x="303145" y="3484388"/>
                    <a:pt x="303145" y="3484641"/>
                  </a:cubicBezTo>
                  <a:cubicBezTo>
                    <a:pt x="299600" y="3486920"/>
                    <a:pt x="308716" y="3507685"/>
                    <a:pt x="314033" y="3509711"/>
                  </a:cubicBezTo>
                  <a:close/>
                  <a:moveTo>
                    <a:pt x="288458" y="3487427"/>
                  </a:moveTo>
                  <a:cubicBezTo>
                    <a:pt x="284153" y="3489199"/>
                    <a:pt x="295295" y="3510723"/>
                    <a:pt x="299346" y="3512496"/>
                  </a:cubicBezTo>
                  <a:cubicBezTo>
                    <a:pt x="301879" y="3513509"/>
                    <a:pt x="301372" y="3508191"/>
                    <a:pt x="298080" y="3500594"/>
                  </a:cubicBezTo>
                  <a:cubicBezTo>
                    <a:pt x="295548" y="3495023"/>
                    <a:pt x="290990" y="3487427"/>
                    <a:pt x="288458" y="3487427"/>
                  </a:cubicBezTo>
                  <a:close/>
                  <a:moveTo>
                    <a:pt x="4650780" y="3544656"/>
                  </a:moveTo>
                  <a:cubicBezTo>
                    <a:pt x="4651540" y="3547441"/>
                    <a:pt x="4655844" y="3542630"/>
                    <a:pt x="4659643" y="3535033"/>
                  </a:cubicBezTo>
                  <a:cubicBezTo>
                    <a:pt x="4662428" y="3529715"/>
                    <a:pt x="4665467" y="3521359"/>
                    <a:pt x="4663188" y="3520346"/>
                  </a:cubicBezTo>
                  <a:cubicBezTo>
                    <a:pt x="4659136" y="3520093"/>
                    <a:pt x="4649767" y="3540351"/>
                    <a:pt x="4650780" y="3544656"/>
                  </a:cubicBezTo>
                  <a:close/>
                  <a:moveTo>
                    <a:pt x="4438323" y="3508698"/>
                  </a:moveTo>
                  <a:cubicBezTo>
                    <a:pt x="4440096" y="3514522"/>
                    <a:pt x="4447946" y="3510217"/>
                    <a:pt x="4452504" y="3500594"/>
                  </a:cubicBezTo>
                  <a:cubicBezTo>
                    <a:pt x="4455290" y="3495023"/>
                    <a:pt x="4456809" y="3486920"/>
                    <a:pt x="4451997" y="3485907"/>
                  </a:cubicBezTo>
                  <a:cubicBezTo>
                    <a:pt x="4444654" y="3485907"/>
                    <a:pt x="4436298" y="3501860"/>
                    <a:pt x="4438323" y="3508698"/>
                  </a:cubicBezTo>
                  <a:close/>
                  <a:moveTo>
                    <a:pt x="4423636" y="3497302"/>
                  </a:moveTo>
                  <a:cubicBezTo>
                    <a:pt x="4426422" y="3491731"/>
                    <a:pt x="4427688" y="3483628"/>
                    <a:pt x="4422623" y="3482615"/>
                  </a:cubicBezTo>
                  <a:cubicBezTo>
                    <a:pt x="4414773" y="3482362"/>
                    <a:pt x="4406417" y="3498569"/>
                    <a:pt x="4408949" y="3505405"/>
                  </a:cubicBezTo>
                  <a:cubicBezTo>
                    <a:pt x="4410975" y="3511230"/>
                    <a:pt x="4419078" y="3506672"/>
                    <a:pt x="4423636" y="3497302"/>
                  </a:cubicBezTo>
                  <a:close/>
                  <a:moveTo>
                    <a:pt x="4392996" y="3494010"/>
                  </a:moveTo>
                  <a:cubicBezTo>
                    <a:pt x="4395528" y="3488439"/>
                    <a:pt x="4397047" y="3480336"/>
                    <a:pt x="4391730" y="3479323"/>
                  </a:cubicBezTo>
                  <a:cubicBezTo>
                    <a:pt x="4383627" y="3479070"/>
                    <a:pt x="4375270" y="3495277"/>
                    <a:pt x="4378056" y="3502114"/>
                  </a:cubicBezTo>
                  <a:cubicBezTo>
                    <a:pt x="4380334" y="3507685"/>
                    <a:pt x="4388691" y="3503380"/>
                    <a:pt x="4392996" y="3494010"/>
                  </a:cubicBezTo>
                  <a:close/>
                  <a:moveTo>
                    <a:pt x="4359570" y="3476032"/>
                  </a:moveTo>
                  <a:cubicBezTo>
                    <a:pt x="4351467" y="3476032"/>
                    <a:pt x="4343364" y="3490465"/>
                    <a:pt x="4345643" y="3498062"/>
                  </a:cubicBezTo>
                  <a:cubicBezTo>
                    <a:pt x="4347669" y="3504899"/>
                    <a:pt x="4356531" y="3500848"/>
                    <a:pt x="4361343" y="3490719"/>
                  </a:cubicBezTo>
                  <a:cubicBezTo>
                    <a:pt x="4363875" y="3485148"/>
                    <a:pt x="4365141" y="3477044"/>
                    <a:pt x="4359570" y="3476032"/>
                  </a:cubicBezTo>
                  <a:close/>
                  <a:moveTo>
                    <a:pt x="3630533" y="3425386"/>
                  </a:moveTo>
                  <a:cubicBezTo>
                    <a:pt x="3619391" y="3425386"/>
                    <a:pt x="3612300" y="3438048"/>
                    <a:pt x="3616099" y="3445898"/>
                  </a:cubicBezTo>
                  <a:cubicBezTo>
                    <a:pt x="3620404" y="3455014"/>
                    <a:pt x="3634584" y="3451469"/>
                    <a:pt x="3638636" y="3440074"/>
                  </a:cubicBezTo>
                  <a:cubicBezTo>
                    <a:pt x="3640408" y="3435009"/>
                    <a:pt x="3639649" y="3426399"/>
                    <a:pt x="3630533" y="3425386"/>
                  </a:cubicBezTo>
                  <a:close/>
                  <a:moveTo>
                    <a:pt x="1179053" y="3395506"/>
                  </a:moveTo>
                  <a:cubicBezTo>
                    <a:pt x="1178293" y="3389935"/>
                    <a:pt x="1172976" y="3381831"/>
                    <a:pt x="1164366" y="3381325"/>
                  </a:cubicBezTo>
                  <a:cubicBezTo>
                    <a:pt x="1164113" y="3381325"/>
                    <a:pt x="1163606" y="3381325"/>
                    <a:pt x="1163100" y="3381325"/>
                  </a:cubicBezTo>
                  <a:cubicBezTo>
                    <a:pt x="1153224" y="3382591"/>
                    <a:pt x="1152971" y="3397025"/>
                    <a:pt x="1162593" y="3404369"/>
                  </a:cubicBezTo>
                  <a:cubicBezTo>
                    <a:pt x="1171203" y="3410952"/>
                    <a:pt x="1180572" y="3405888"/>
                    <a:pt x="1179053" y="3395506"/>
                  </a:cubicBezTo>
                  <a:close/>
                  <a:moveTo>
                    <a:pt x="4723456" y="3510723"/>
                  </a:moveTo>
                  <a:cubicBezTo>
                    <a:pt x="4724469" y="3509711"/>
                    <a:pt x="4728267" y="3501607"/>
                    <a:pt x="4729027" y="3500088"/>
                  </a:cubicBezTo>
                  <a:cubicBezTo>
                    <a:pt x="4731559" y="3494517"/>
                    <a:pt x="4735104" y="3486160"/>
                    <a:pt x="4735104" y="3485148"/>
                  </a:cubicBezTo>
                  <a:cubicBezTo>
                    <a:pt x="4735104" y="3485148"/>
                    <a:pt x="4735104" y="3485148"/>
                    <a:pt x="4735104" y="3485148"/>
                  </a:cubicBezTo>
                  <a:cubicBezTo>
                    <a:pt x="4733838" y="3486160"/>
                    <a:pt x="4722696" y="3509204"/>
                    <a:pt x="4723456" y="3510723"/>
                  </a:cubicBezTo>
                  <a:close/>
                  <a:moveTo>
                    <a:pt x="4727254" y="3478310"/>
                  </a:moveTo>
                  <a:cubicBezTo>
                    <a:pt x="4725228" y="3478057"/>
                    <a:pt x="4714339" y="3502114"/>
                    <a:pt x="4715606" y="3503886"/>
                  </a:cubicBezTo>
                  <a:cubicBezTo>
                    <a:pt x="4716872" y="3503886"/>
                    <a:pt x="4720164" y="3497302"/>
                    <a:pt x="4722189" y="3493251"/>
                  </a:cubicBezTo>
                  <a:cubicBezTo>
                    <a:pt x="4724722" y="3487680"/>
                    <a:pt x="4728014" y="3479577"/>
                    <a:pt x="4727254" y="3478310"/>
                  </a:cubicBezTo>
                  <a:close/>
                  <a:moveTo>
                    <a:pt x="4720417" y="3475018"/>
                  </a:moveTo>
                  <a:cubicBezTo>
                    <a:pt x="4716872" y="3474765"/>
                    <a:pt x="4707502" y="3498822"/>
                    <a:pt x="4708515" y="3500341"/>
                  </a:cubicBezTo>
                  <a:cubicBezTo>
                    <a:pt x="4709275" y="3501354"/>
                    <a:pt x="4712314" y="3496796"/>
                    <a:pt x="4715606" y="3489959"/>
                  </a:cubicBezTo>
                  <a:cubicBezTo>
                    <a:pt x="4718391" y="3484388"/>
                    <a:pt x="4721430" y="3476032"/>
                    <a:pt x="4720417" y="3475018"/>
                  </a:cubicBezTo>
                  <a:close/>
                  <a:moveTo>
                    <a:pt x="4711807" y="3471473"/>
                  </a:moveTo>
                  <a:cubicBezTo>
                    <a:pt x="4708009" y="3471220"/>
                    <a:pt x="4698893" y="3493504"/>
                    <a:pt x="4699906" y="3496543"/>
                  </a:cubicBezTo>
                  <a:cubicBezTo>
                    <a:pt x="4700412" y="3498569"/>
                    <a:pt x="4703957" y="3493757"/>
                    <a:pt x="4707502" y="3486414"/>
                  </a:cubicBezTo>
                  <a:cubicBezTo>
                    <a:pt x="4710035" y="3480843"/>
                    <a:pt x="4713327" y="3472739"/>
                    <a:pt x="4711807" y="3471473"/>
                  </a:cubicBezTo>
                  <a:close/>
                  <a:moveTo>
                    <a:pt x="4701172" y="3467928"/>
                  </a:moveTo>
                  <a:cubicBezTo>
                    <a:pt x="4696867" y="3467675"/>
                    <a:pt x="4687751" y="3489959"/>
                    <a:pt x="4689270" y="3492998"/>
                  </a:cubicBezTo>
                  <a:cubicBezTo>
                    <a:pt x="4690030" y="3495023"/>
                    <a:pt x="4693828" y="3490212"/>
                    <a:pt x="4697373" y="3482868"/>
                  </a:cubicBezTo>
                  <a:cubicBezTo>
                    <a:pt x="4700159" y="3477551"/>
                    <a:pt x="4702944" y="3469194"/>
                    <a:pt x="4701172" y="3467928"/>
                  </a:cubicBezTo>
                  <a:close/>
                  <a:moveTo>
                    <a:pt x="4446680" y="3441593"/>
                  </a:moveTo>
                  <a:cubicBezTo>
                    <a:pt x="4449212" y="3436022"/>
                    <a:pt x="4450478" y="3427665"/>
                    <a:pt x="4445414" y="3426399"/>
                  </a:cubicBezTo>
                  <a:cubicBezTo>
                    <a:pt x="4437564" y="3426399"/>
                    <a:pt x="4429460" y="3442606"/>
                    <a:pt x="4431993" y="3449696"/>
                  </a:cubicBezTo>
                  <a:cubicBezTo>
                    <a:pt x="4434272" y="3455520"/>
                    <a:pt x="4442375" y="3450962"/>
                    <a:pt x="4446680" y="3441593"/>
                  </a:cubicBezTo>
                  <a:close/>
                  <a:moveTo>
                    <a:pt x="4415786" y="3438048"/>
                  </a:moveTo>
                  <a:cubicBezTo>
                    <a:pt x="4418318" y="3432477"/>
                    <a:pt x="4419585" y="3424120"/>
                    <a:pt x="4414267" y="3422854"/>
                  </a:cubicBezTo>
                  <a:cubicBezTo>
                    <a:pt x="4406164" y="3422854"/>
                    <a:pt x="4398060" y="3439060"/>
                    <a:pt x="4400846" y="3446151"/>
                  </a:cubicBezTo>
                  <a:cubicBezTo>
                    <a:pt x="4403378" y="3452228"/>
                    <a:pt x="4411482" y="3447670"/>
                    <a:pt x="4415786" y="3438048"/>
                  </a:cubicBezTo>
                  <a:close/>
                  <a:moveTo>
                    <a:pt x="4350201" y="3431464"/>
                  </a:moveTo>
                  <a:cubicBezTo>
                    <a:pt x="4352733" y="3425893"/>
                    <a:pt x="4353493" y="3417536"/>
                    <a:pt x="4347669" y="3416270"/>
                  </a:cubicBezTo>
                  <a:cubicBezTo>
                    <a:pt x="4339312" y="3416270"/>
                    <a:pt x="4331462" y="3431210"/>
                    <a:pt x="4333994" y="3438807"/>
                  </a:cubicBezTo>
                  <a:cubicBezTo>
                    <a:pt x="4336273" y="3445898"/>
                    <a:pt x="4345643" y="3441846"/>
                    <a:pt x="4350201" y="3431464"/>
                  </a:cubicBezTo>
                  <a:close/>
                  <a:moveTo>
                    <a:pt x="3644460" y="3368664"/>
                  </a:moveTo>
                  <a:cubicBezTo>
                    <a:pt x="3633318" y="3368664"/>
                    <a:pt x="3626228" y="3381578"/>
                    <a:pt x="3630026" y="3389681"/>
                  </a:cubicBezTo>
                  <a:cubicBezTo>
                    <a:pt x="3634584" y="3399051"/>
                    <a:pt x="3648765" y="3395252"/>
                    <a:pt x="3652563" y="3383857"/>
                  </a:cubicBezTo>
                  <a:cubicBezTo>
                    <a:pt x="3654589" y="3378033"/>
                    <a:pt x="3653323" y="3369423"/>
                    <a:pt x="3644460" y="3368664"/>
                  </a:cubicBezTo>
                  <a:close/>
                  <a:moveTo>
                    <a:pt x="1217037" y="3337770"/>
                  </a:moveTo>
                  <a:cubicBezTo>
                    <a:pt x="1216277" y="3331946"/>
                    <a:pt x="1211213" y="3323843"/>
                    <a:pt x="1202097" y="3323336"/>
                  </a:cubicBezTo>
                  <a:cubicBezTo>
                    <a:pt x="1201843" y="3323336"/>
                    <a:pt x="1201337" y="3323336"/>
                    <a:pt x="1200830" y="3323336"/>
                  </a:cubicBezTo>
                  <a:cubicBezTo>
                    <a:pt x="1190701" y="3324602"/>
                    <a:pt x="1189942" y="3339543"/>
                    <a:pt x="1199564" y="3346633"/>
                  </a:cubicBezTo>
                  <a:cubicBezTo>
                    <a:pt x="1208427" y="3353470"/>
                    <a:pt x="1218303" y="3348152"/>
                    <a:pt x="1217037" y="3337770"/>
                  </a:cubicBezTo>
                  <a:close/>
                  <a:moveTo>
                    <a:pt x="1165885" y="3338530"/>
                  </a:moveTo>
                  <a:cubicBezTo>
                    <a:pt x="1165126" y="3332706"/>
                    <a:pt x="1160061" y="3324602"/>
                    <a:pt x="1151198" y="3324096"/>
                  </a:cubicBezTo>
                  <a:cubicBezTo>
                    <a:pt x="1150945" y="3324096"/>
                    <a:pt x="1150438" y="3324096"/>
                    <a:pt x="1149932" y="3324096"/>
                  </a:cubicBezTo>
                  <a:cubicBezTo>
                    <a:pt x="1140056" y="3325362"/>
                    <a:pt x="1139550" y="3340302"/>
                    <a:pt x="1148919" y="3347393"/>
                  </a:cubicBezTo>
                  <a:cubicBezTo>
                    <a:pt x="1157529" y="3353976"/>
                    <a:pt x="1167151" y="3348912"/>
                    <a:pt x="1165885" y="3338530"/>
                  </a:cubicBezTo>
                  <a:close/>
                  <a:moveTo>
                    <a:pt x="1115747" y="3339289"/>
                  </a:moveTo>
                  <a:cubicBezTo>
                    <a:pt x="1114987" y="3333465"/>
                    <a:pt x="1109922" y="3325362"/>
                    <a:pt x="1101059" y="3324856"/>
                  </a:cubicBezTo>
                  <a:cubicBezTo>
                    <a:pt x="1100806" y="3324856"/>
                    <a:pt x="1100300" y="3324856"/>
                    <a:pt x="1099793" y="3324856"/>
                  </a:cubicBezTo>
                  <a:cubicBezTo>
                    <a:pt x="1090171" y="3326122"/>
                    <a:pt x="1089664" y="3341062"/>
                    <a:pt x="1099287" y="3348152"/>
                  </a:cubicBezTo>
                  <a:cubicBezTo>
                    <a:pt x="1107897" y="3354990"/>
                    <a:pt x="1117266" y="3349672"/>
                    <a:pt x="1115747" y="3339289"/>
                  </a:cubicBezTo>
                  <a:close/>
                  <a:moveTo>
                    <a:pt x="223885" y="3394239"/>
                  </a:moveTo>
                  <a:cubicBezTo>
                    <a:pt x="221606" y="3388415"/>
                    <a:pt x="217554" y="3380565"/>
                    <a:pt x="215529" y="3380565"/>
                  </a:cubicBezTo>
                  <a:cubicBezTo>
                    <a:pt x="212237" y="3382591"/>
                    <a:pt x="222112" y="3404875"/>
                    <a:pt x="225404" y="3406394"/>
                  </a:cubicBezTo>
                  <a:cubicBezTo>
                    <a:pt x="227430" y="3407407"/>
                    <a:pt x="226670" y="3401836"/>
                    <a:pt x="223885" y="3394239"/>
                  </a:cubicBezTo>
                  <a:close/>
                  <a:moveTo>
                    <a:pt x="213249" y="3397025"/>
                  </a:moveTo>
                  <a:cubicBezTo>
                    <a:pt x="210970" y="3391201"/>
                    <a:pt x="207172" y="3383351"/>
                    <a:pt x="205146" y="3383351"/>
                  </a:cubicBezTo>
                  <a:cubicBezTo>
                    <a:pt x="202361" y="3385377"/>
                    <a:pt x="212237" y="3407661"/>
                    <a:pt x="215275" y="3409180"/>
                  </a:cubicBezTo>
                  <a:cubicBezTo>
                    <a:pt x="217048" y="3410193"/>
                    <a:pt x="216035" y="3404622"/>
                    <a:pt x="213249" y="3397025"/>
                  </a:cubicBezTo>
                  <a:close/>
                  <a:moveTo>
                    <a:pt x="204133" y="3400064"/>
                  </a:moveTo>
                  <a:cubicBezTo>
                    <a:pt x="201854" y="3394239"/>
                    <a:pt x="198056" y="3386389"/>
                    <a:pt x="196537" y="3386389"/>
                  </a:cubicBezTo>
                  <a:cubicBezTo>
                    <a:pt x="194004" y="3388669"/>
                    <a:pt x="205146" y="3411965"/>
                    <a:pt x="206919" y="3412472"/>
                  </a:cubicBezTo>
                  <a:cubicBezTo>
                    <a:pt x="208185" y="3412472"/>
                    <a:pt x="206919" y="3407154"/>
                    <a:pt x="204133" y="3400064"/>
                  </a:cubicBezTo>
                  <a:close/>
                  <a:moveTo>
                    <a:pt x="189446" y="3389175"/>
                  </a:moveTo>
                  <a:cubicBezTo>
                    <a:pt x="187927" y="3390948"/>
                    <a:pt x="198056" y="3415257"/>
                    <a:pt x="200082" y="3415257"/>
                  </a:cubicBezTo>
                  <a:cubicBezTo>
                    <a:pt x="200841" y="3414244"/>
                    <a:pt x="198309" y="3407154"/>
                    <a:pt x="196790" y="3403102"/>
                  </a:cubicBezTo>
                  <a:cubicBezTo>
                    <a:pt x="194511" y="3397278"/>
                    <a:pt x="190712" y="3389175"/>
                    <a:pt x="189446" y="3389175"/>
                  </a:cubicBezTo>
                  <a:close/>
                  <a:moveTo>
                    <a:pt x="4749791" y="3458052"/>
                  </a:moveTo>
                  <a:cubicBezTo>
                    <a:pt x="4750551" y="3457040"/>
                    <a:pt x="4754096" y="3448936"/>
                    <a:pt x="4754856" y="3447417"/>
                  </a:cubicBezTo>
                  <a:cubicBezTo>
                    <a:pt x="4757388" y="3441846"/>
                    <a:pt x="4760680" y="3433489"/>
                    <a:pt x="4760933" y="3432223"/>
                  </a:cubicBezTo>
                  <a:cubicBezTo>
                    <a:pt x="4760933" y="3432223"/>
                    <a:pt x="4760933" y="3432223"/>
                    <a:pt x="4760933" y="3432223"/>
                  </a:cubicBezTo>
                  <a:cubicBezTo>
                    <a:pt x="4760173" y="3433236"/>
                    <a:pt x="4749791" y="3456786"/>
                    <a:pt x="4749791" y="3458052"/>
                  </a:cubicBezTo>
                  <a:close/>
                  <a:moveTo>
                    <a:pt x="4744726" y="3418802"/>
                  </a:moveTo>
                  <a:cubicBezTo>
                    <a:pt x="4741181" y="3418549"/>
                    <a:pt x="4732572" y="3442859"/>
                    <a:pt x="4733584" y="3444631"/>
                  </a:cubicBezTo>
                  <a:cubicBezTo>
                    <a:pt x="4734345" y="3445645"/>
                    <a:pt x="4737383" y="3441086"/>
                    <a:pt x="4740422" y="3433996"/>
                  </a:cubicBezTo>
                  <a:cubicBezTo>
                    <a:pt x="4742954" y="3428172"/>
                    <a:pt x="4745993" y="3419815"/>
                    <a:pt x="4744726" y="3418802"/>
                  </a:cubicBezTo>
                  <a:close/>
                  <a:moveTo>
                    <a:pt x="4732065" y="3430451"/>
                  </a:moveTo>
                  <a:cubicBezTo>
                    <a:pt x="4734598" y="3424880"/>
                    <a:pt x="4737383" y="3416270"/>
                    <a:pt x="4735864" y="3415257"/>
                  </a:cubicBezTo>
                  <a:cubicBezTo>
                    <a:pt x="4732065" y="3415004"/>
                    <a:pt x="4723456" y="3437794"/>
                    <a:pt x="4724469" y="3440833"/>
                  </a:cubicBezTo>
                  <a:cubicBezTo>
                    <a:pt x="4725481" y="3442606"/>
                    <a:pt x="4728774" y="3438048"/>
                    <a:pt x="4732065" y="3430451"/>
                  </a:cubicBezTo>
                  <a:close/>
                  <a:moveTo>
                    <a:pt x="4466938" y="3369677"/>
                  </a:moveTo>
                  <a:cubicBezTo>
                    <a:pt x="4459088" y="3369677"/>
                    <a:pt x="4451238" y="3386136"/>
                    <a:pt x="4454023" y="3393227"/>
                  </a:cubicBezTo>
                  <a:cubicBezTo>
                    <a:pt x="4456302" y="3399051"/>
                    <a:pt x="4464406" y="3394493"/>
                    <a:pt x="4468457" y="3385123"/>
                  </a:cubicBezTo>
                  <a:cubicBezTo>
                    <a:pt x="4470989" y="3379299"/>
                    <a:pt x="4472256" y="3370689"/>
                    <a:pt x="4466938" y="3369677"/>
                  </a:cubicBezTo>
                  <a:close/>
                  <a:moveTo>
                    <a:pt x="4368180" y="3359547"/>
                  </a:moveTo>
                  <a:cubicBezTo>
                    <a:pt x="4359570" y="3359547"/>
                    <a:pt x="4351973" y="3374488"/>
                    <a:pt x="4354759" y="3382338"/>
                  </a:cubicBezTo>
                  <a:cubicBezTo>
                    <a:pt x="4357291" y="3389428"/>
                    <a:pt x="4366660" y="3385123"/>
                    <a:pt x="4370965" y="3374994"/>
                  </a:cubicBezTo>
                  <a:cubicBezTo>
                    <a:pt x="4373498" y="3369170"/>
                    <a:pt x="4374257" y="3360814"/>
                    <a:pt x="4368180" y="3359547"/>
                  </a:cubicBezTo>
                  <a:close/>
                  <a:moveTo>
                    <a:pt x="4332728" y="3356255"/>
                  </a:moveTo>
                  <a:cubicBezTo>
                    <a:pt x="4323865" y="3356255"/>
                    <a:pt x="4316268" y="3371196"/>
                    <a:pt x="4319307" y="3379046"/>
                  </a:cubicBezTo>
                  <a:cubicBezTo>
                    <a:pt x="4322092" y="3386136"/>
                    <a:pt x="4331715" y="3381831"/>
                    <a:pt x="4336020" y="3371702"/>
                  </a:cubicBezTo>
                  <a:cubicBezTo>
                    <a:pt x="4338299" y="3365878"/>
                    <a:pt x="4338805" y="3357269"/>
                    <a:pt x="4332728" y="3356255"/>
                  </a:cubicBezTo>
                  <a:close/>
                  <a:moveTo>
                    <a:pt x="3761197" y="3316752"/>
                  </a:moveTo>
                  <a:cubicBezTo>
                    <a:pt x="3750309" y="3316752"/>
                    <a:pt x="3743218" y="3329667"/>
                    <a:pt x="3747017" y="3337770"/>
                  </a:cubicBezTo>
                  <a:cubicBezTo>
                    <a:pt x="3751321" y="3347139"/>
                    <a:pt x="3765502" y="3343594"/>
                    <a:pt x="3769301" y="3331946"/>
                  </a:cubicBezTo>
                  <a:cubicBezTo>
                    <a:pt x="3771073" y="3326122"/>
                    <a:pt x="3770060" y="3317765"/>
                    <a:pt x="3761197" y="3316752"/>
                  </a:cubicBezTo>
                  <a:close/>
                  <a:moveTo>
                    <a:pt x="3657881" y="3311181"/>
                  </a:moveTo>
                  <a:cubicBezTo>
                    <a:pt x="3646486" y="3311181"/>
                    <a:pt x="3639649" y="3324349"/>
                    <a:pt x="3643700" y="3332453"/>
                  </a:cubicBezTo>
                  <a:cubicBezTo>
                    <a:pt x="3648512" y="3341822"/>
                    <a:pt x="3662692" y="3338024"/>
                    <a:pt x="3666491" y="3326628"/>
                  </a:cubicBezTo>
                  <a:cubicBezTo>
                    <a:pt x="3668263" y="3320804"/>
                    <a:pt x="3666744" y="3312194"/>
                    <a:pt x="3657881" y="3311181"/>
                  </a:cubicBezTo>
                  <a:close/>
                  <a:moveTo>
                    <a:pt x="3394779" y="3313714"/>
                  </a:moveTo>
                  <a:cubicBezTo>
                    <a:pt x="3396299" y="3307890"/>
                    <a:pt x="3394273" y="3299533"/>
                    <a:pt x="3384397" y="3298520"/>
                  </a:cubicBezTo>
                  <a:cubicBezTo>
                    <a:pt x="3372242" y="3298773"/>
                    <a:pt x="3365659" y="3311688"/>
                    <a:pt x="3370470" y="3319791"/>
                  </a:cubicBezTo>
                  <a:cubicBezTo>
                    <a:pt x="3376041" y="3329160"/>
                    <a:pt x="3391487" y="3325109"/>
                    <a:pt x="3394779" y="3313714"/>
                  </a:cubicBezTo>
                  <a:close/>
                  <a:moveTo>
                    <a:pt x="1102832" y="3281807"/>
                  </a:moveTo>
                  <a:cubicBezTo>
                    <a:pt x="1102072" y="3275983"/>
                    <a:pt x="1097008" y="3267626"/>
                    <a:pt x="1088398" y="3267373"/>
                  </a:cubicBezTo>
                  <a:cubicBezTo>
                    <a:pt x="1088145" y="3267373"/>
                    <a:pt x="1087638" y="3267373"/>
                    <a:pt x="1087132" y="3267373"/>
                  </a:cubicBezTo>
                  <a:cubicBezTo>
                    <a:pt x="1077256" y="3268893"/>
                    <a:pt x="1076750" y="3283833"/>
                    <a:pt x="1086119" y="3290924"/>
                  </a:cubicBezTo>
                  <a:cubicBezTo>
                    <a:pt x="1094476" y="3297507"/>
                    <a:pt x="1104098" y="3292189"/>
                    <a:pt x="1102832" y="3281807"/>
                  </a:cubicBezTo>
                  <a:close/>
                  <a:moveTo>
                    <a:pt x="158553" y="3338530"/>
                  </a:moveTo>
                  <a:cubicBezTo>
                    <a:pt x="158299" y="3339796"/>
                    <a:pt x="166656" y="3363852"/>
                    <a:pt x="168682" y="3364865"/>
                  </a:cubicBezTo>
                  <a:cubicBezTo>
                    <a:pt x="168935" y="3363852"/>
                    <a:pt x="166149" y="3356255"/>
                    <a:pt x="164883" y="3352457"/>
                  </a:cubicBezTo>
                  <a:cubicBezTo>
                    <a:pt x="164630" y="3352204"/>
                    <a:pt x="159819" y="3339036"/>
                    <a:pt x="158553" y="3338530"/>
                  </a:cubicBezTo>
                  <a:close/>
                  <a:moveTo>
                    <a:pt x="162604" y="3355496"/>
                  </a:moveTo>
                  <a:cubicBezTo>
                    <a:pt x="162604" y="3355243"/>
                    <a:pt x="157540" y="3342328"/>
                    <a:pt x="156780" y="3341569"/>
                  </a:cubicBezTo>
                  <a:cubicBezTo>
                    <a:pt x="156780" y="3342834"/>
                    <a:pt x="165643" y="3366891"/>
                    <a:pt x="166909" y="3367904"/>
                  </a:cubicBezTo>
                  <a:cubicBezTo>
                    <a:pt x="166656" y="3366891"/>
                    <a:pt x="164124" y="3359547"/>
                    <a:pt x="162604" y="3355496"/>
                  </a:cubicBezTo>
                  <a:close/>
                  <a:moveTo>
                    <a:pt x="4745233" y="3369930"/>
                  </a:moveTo>
                  <a:cubicBezTo>
                    <a:pt x="4747512" y="3364612"/>
                    <a:pt x="4750297" y="3355749"/>
                    <a:pt x="4748272" y="3354736"/>
                  </a:cubicBezTo>
                  <a:cubicBezTo>
                    <a:pt x="4743967" y="3354483"/>
                    <a:pt x="4735864" y="3377527"/>
                    <a:pt x="4737636" y="3380565"/>
                  </a:cubicBezTo>
                  <a:cubicBezTo>
                    <a:pt x="4738649" y="3382591"/>
                    <a:pt x="4742194" y="3377780"/>
                    <a:pt x="4745233" y="3369930"/>
                  </a:cubicBezTo>
                  <a:close/>
                  <a:moveTo>
                    <a:pt x="4735864" y="3351191"/>
                  </a:moveTo>
                  <a:cubicBezTo>
                    <a:pt x="4731559" y="3350938"/>
                    <a:pt x="4723456" y="3372209"/>
                    <a:pt x="4724975" y="3376514"/>
                  </a:cubicBezTo>
                  <a:cubicBezTo>
                    <a:pt x="4725988" y="3379553"/>
                    <a:pt x="4730039" y="3374741"/>
                    <a:pt x="4733331" y="3366385"/>
                  </a:cubicBezTo>
                  <a:cubicBezTo>
                    <a:pt x="4735610" y="3360814"/>
                    <a:pt x="4737890" y="3352204"/>
                    <a:pt x="4735864" y="3351191"/>
                  </a:cubicBezTo>
                  <a:close/>
                  <a:moveTo>
                    <a:pt x="4489475" y="3327641"/>
                  </a:moveTo>
                  <a:cubicBezTo>
                    <a:pt x="4491754" y="3322070"/>
                    <a:pt x="4492767" y="3313461"/>
                    <a:pt x="4487449" y="3312447"/>
                  </a:cubicBezTo>
                  <a:cubicBezTo>
                    <a:pt x="4479599" y="3312194"/>
                    <a:pt x="4472003" y="3328907"/>
                    <a:pt x="4475041" y="3336251"/>
                  </a:cubicBezTo>
                  <a:cubicBezTo>
                    <a:pt x="4477320" y="3342075"/>
                    <a:pt x="4485423" y="3337263"/>
                    <a:pt x="4489475" y="3327641"/>
                  </a:cubicBezTo>
                  <a:close/>
                  <a:moveTo>
                    <a:pt x="4355518" y="3313967"/>
                  </a:moveTo>
                  <a:cubicBezTo>
                    <a:pt x="4357797" y="3308143"/>
                    <a:pt x="4358051" y="3299786"/>
                    <a:pt x="4351973" y="3298520"/>
                  </a:cubicBezTo>
                  <a:cubicBezTo>
                    <a:pt x="4343110" y="3298520"/>
                    <a:pt x="4335767" y="3313714"/>
                    <a:pt x="4339059" y="3321564"/>
                  </a:cubicBezTo>
                  <a:cubicBezTo>
                    <a:pt x="4341844" y="3328907"/>
                    <a:pt x="4351214" y="3324602"/>
                    <a:pt x="4355518" y="3313967"/>
                  </a:cubicBezTo>
                  <a:close/>
                  <a:moveTo>
                    <a:pt x="3626228" y="3265854"/>
                  </a:moveTo>
                  <a:cubicBezTo>
                    <a:pt x="3628254" y="3259017"/>
                    <a:pt x="3625721" y="3251420"/>
                    <a:pt x="3617112" y="3250660"/>
                  </a:cubicBezTo>
                  <a:cubicBezTo>
                    <a:pt x="3605210" y="3250660"/>
                    <a:pt x="3598373" y="3263575"/>
                    <a:pt x="3602931" y="3271932"/>
                  </a:cubicBezTo>
                  <a:cubicBezTo>
                    <a:pt x="3607995" y="3281301"/>
                    <a:pt x="3622683" y="3277502"/>
                    <a:pt x="3626228" y="3265854"/>
                  </a:cubicBezTo>
                  <a:close/>
                  <a:moveTo>
                    <a:pt x="3572037" y="3263322"/>
                  </a:moveTo>
                  <a:cubicBezTo>
                    <a:pt x="3574063" y="3256485"/>
                    <a:pt x="3571278" y="3248888"/>
                    <a:pt x="3562415" y="3248128"/>
                  </a:cubicBezTo>
                  <a:cubicBezTo>
                    <a:pt x="3549753" y="3248128"/>
                    <a:pt x="3544183" y="3261802"/>
                    <a:pt x="3548488" y="3269652"/>
                  </a:cubicBezTo>
                  <a:cubicBezTo>
                    <a:pt x="3553552" y="3278768"/>
                    <a:pt x="3568745" y="3274717"/>
                    <a:pt x="3572037" y="3263322"/>
                  </a:cubicBezTo>
                  <a:close/>
                  <a:moveTo>
                    <a:pt x="3517087" y="3260790"/>
                  </a:moveTo>
                  <a:cubicBezTo>
                    <a:pt x="3519113" y="3253952"/>
                    <a:pt x="3516328" y="3246356"/>
                    <a:pt x="3507212" y="3245596"/>
                  </a:cubicBezTo>
                  <a:cubicBezTo>
                    <a:pt x="3494297" y="3245596"/>
                    <a:pt x="3488979" y="3259523"/>
                    <a:pt x="3493284" y="3267120"/>
                  </a:cubicBezTo>
                  <a:cubicBezTo>
                    <a:pt x="3498855" y="3276489"/>
                    <a:pt x="3513795" y="3272438"/>
                    <a:pt x="3517087" y="3260790"/>
                  </a:cubicBezTo>
                  <a:close/>
                  <a:moveTo>
                    <a:pt x="3404909" y="3255725"/>
                  </a:moveTo>
                  <a:cubicBezTo>
                    <a:pt x="3406428" y="3250407"/>
                    <a:pt x="3404655" y="3241544"/>
                    <a:pt x="3394273" y="3240531"/>
                  </a:cubicBezTo>
                  <a:cubicBezTo>
                    <a:pt x="3381105" y="3240531"/>
                    <a:pt x="3375787" y="3254459"/>
                    <a:pt x="3380599" y="3262056"/>
                  </a:cubicBezTo>
                  <a:cubicBezTo>
                    <a:pt x="3386423" y="3271425"/>
                    <a:pt x="3401870" y="3267373"/>
                    <a:pt x="3404909" y="3255725"/>
                  </a:cubicBezTo>
                  <a:close/>
                  <a:moveTo>
                    <a:pt x="3347933" y="3253446"/>
                  </a:moveTo>
                  <a:cubicBezTo>
                    <a:pt x="3349705" y="3246609"/>
                    <a:pt x="3346413" y="3239012"/>
                    <a:pt x="3337044" y="3238252"/>
                  </a:cubicBezTo>
                  <a:cubicBezTo>
                    <a:pt x="3323623" y="3238506"/>
                    <a:pt x="3318558" y="3252180"/>
                    <a:pt x="3323370" y="3259776"/>
                  </a:cubicBezTo>
                  <a:cubicBezTo>
                    <a:pt x="3329194" y="3268893"/>
                    <a:pt x="3344641" y="3265094"/>
                    <a:pt x="3347933" y="3253446"/>
                  </a:cubicBezTo>
                  <a:close/>
                  <a:moveTo>
                    <a:pt x="1090677" y="3223312"/>
                  </a:moveTo>
                  <a:cubicBezTo>
                    <a:pt x="1089918" y="3216475"/>
                    <a:pt x="1084600" y="3209131"/>
                    <a:pt x="1076243" y="3208625"/>
                  </a:cubicBezTo>
                  <a:cubicBezTo>
                    <a:pt x="1075990" y="3208625"/>
                    <a:pt x="1075484" y="3208625"/>
                    <a:pt x="1074977" y="3208625"/>
                  </a:cubicBezTo>
                  <a:cubicBezTo>
                    <a:pt x="1064848" y="3210144"/>
                    <a:pt x="1063835" y="3225085"/>
                    <a:pt x="1073458" y="3232428"/>
                  </a:cubicBezTo>
                  <a:cubicBezTo>
                    <a:pt x="1082067" y="3239265"/>
                    <a:pt x="1091690" y="3233947"/>
                    <a:pt x="1090677" y="3223312"/>
                  </a:cubicBezTo>
                  <a:close/>
                  <a:moveTo>
                    <a:pt x="4796131" y="3344354"/>
                  </a:moveTo>
                  <a:cubicBezTo>
                    <a:pt x="4796891" y="3343341"/>
                    <a:pt x="4799930" y="3334731"/>
                    <a:pt x="4800690" y="3333212"/>
                  </a:cubicBezTo>
                  <a:cubicBezTo>
                    <a:pt x="4802715" y="3327894"/>
                    <a:pt x="4806007" y="3319032"/>
                    <a:pt x="4806007" y="3318018"/>
                  </a:cubicBezTo>
                  <a:lnTo>
                    <a:pt x="4806007" y="3318018"/>
                  </a:lnTo>
                  <a:cubicBezTo>
                    <a:pt x="4805247" y="3319032"/>
                    <a:pt x="4796131" y="3343088"/>
                    <a:pt x="4796131" y="3344354"/>
                  </a:cubicBezTo>
                  <a:close/>
                  <a:moveTo>
                    <a:pt x="4754856" y="3308649"/>
                  </a:moveTo>
                  <a:cubicBezTo>
                    <a:pt x="4757135" y="3302825"/>
                    <a:pt x="4759161" y="3294469"/>
                    <a:pt x="4757135" y="3293202"/>
                  </a:cubicBezTo>
                  <a:cubicBezTo>
                    <a:pt x="4752323" y="3292949"/>
                    <a:pt x="4744980" y="3316246"/>
                    <a:pt x="4747006" y="3319285"/>
                  </a:cubicBezTo>
                  <a:cubicBezTo>
                    <a:pt x="4748272" y="3321564"/>
                    <a:pt x="4751817" y="3316499"/>
                    <a:pt x="4754856" y="3308649"/>
                  </a:cubicBezTo>
                  <a:close/>
                  <a:moveTo>
                    <a:pt x="4742701" y="3289657"/>
                  </a:moveTo>
                  <a:cubicBezTo>
                    <a:pt x="4737636" y="3289404"/>
                    <a:pt x="4730293" y="3310675"/>
                    <a:pt x="4732319" y="3315486"/>
                  </a:cubicBezTo>
                  <a:cubicBezTo>
                    <a:pt x="4733584" y="3318525"/>
                    <a:pt x="4737890" y="3313461"/>
                    <a:pt x="4740928" y="3305104"/>
                  </a:cubicBezTo>
                  <a:cubicBezTo>
                    <a:pt x="4743207" y="3299533"/>
                    <a:pt x="4745233" y="3290924"/>
                    <a:pt x="4742701" y="3289657"/>
                  </a:cubicBezTo>
                  <a:close/>
                  <a:moveTo>
                    <a:pt x="4715859" y="3311941"/>
                  </a:moveTo>
                  <a:cubicBezTo>
                    <a:pt x="4717378" y="3314980"/>
                    <a:pt x="4721683" y="3309915"/>
                    <a:pt x="4724975" y="3301559"/>
                  </a:cubicBezTo>
                  <a:cubicBezTo>
                    <a:pt x="4727254" y="3295734"/>
                    <a:pt x="4729027" y="3287378"/>
                    <a:pt x="4726241" y="3286112"/>
                  </a:cubicBezTo>
                  <a:cubicBezTo>
                    <a:pt x="4720923" y="3285859"/>
                    <a:pt x="4713580" y="3307130"/>
                    <a:pt x="4715859" y="3311941"/>
                  </a:cubicBezTo>
                  <a:close/>
                  <a:moveTo>
                    <a:pt x="4508973" y="3269652"/>
                  </a:moveTo>
                  <a:cubicBezTo>
                    <a:pt x="4511252" y="3263828"/>
                    <a:pt x="4511759" y="3255219"/>
                    <a:pt x="4506441" y="3254205"/>
                  </a:cubicBezTo>
                  <a:cubicBezTo>
                    <a:pt x="4498338" y="3253952"/>
                    <a:pt x="4491248" y="3270665"/>
                    <a:pt x="4494540" y="3278262"/>
                  </a:cubicBezTo>
                  <a:cubicBezTo>
                    <a:pt x="4497325" y="3284339"/>
                    <a:pt x="4505175" y="3279528"/>
                    <a:pt x="4508973" y="3269652"/>
                  </a:cubicBezTo>
                  <a:close/>
                  <a:moveTo>
                    <a:pt x="3735368" y="3197230"/>
                  </a:moveTo>
                  <a:cubicBezTo>
                    <a:pt x="3723973" y="3197230"/>
                    <a:pt x="3717389" y="3210397"/>
                    <a:pt x="3721441" y="3218754"/>
                  </a:cubicBezTo>
                  <a:cubicBezTo>
                    <a:pt x="3726252" y="3228376"/>
                    <a:pt x="3740686" y="3224578"/>
                    <a:pt x="3744231" y="3212677"/>
                  </a:cubicBezTo>
                  <a:cubicBezTo>
                    <a:pt x="3746257" y="3206852"/>
                    <a:pt x="3744484" y="3198243"/>
                    <a:pt x="3735368" y="3197230"/>
                  </a:cubicBezTo>
                  <a:close/>
                  <a:moveTo>
                    <a:pt x="3414784" y="3197230"/>
                  </a:moveTo>
                  <a:cubicBezTo>
                    <a:pt x="3416304" y="3191912"/>
                    <a:pt x="3414531" y="3182796"/>
                    <a:pt x="3403895" y="3181783"/>
                  </a:cubicBezTo>
                  <a:cubicBezTo>
                    <a:pt x="3391487" y="3181783"/>
                    <a:pt x="3385157" y="3194951"/>
                    <a:pt x="3390221" y="3203307"/>
                  </a:cubicBezTo>
                  <a:cubicBezTo>
                    <a:pt x="3396299" y="3213183"/>
                    <a:pt x="3411492" y="3209131"/>
                    <a:pt x="3414784" y="3197230"/>
                  </a:cubicBezTo>
                  <a:close/>
                  <a:moveTo>
                    <a:pt x="3298553" y="3192418"/>
                  </a:moveTo>
                  <a:cubicBezTo>
                    <a:pt x="3299820" y="3187101"/>
                    <a:pt x="3298047" y="3177985"/>
                    <a:pt x="3287158" y="3176972"/>
                  </a:cubicBezTo>
                  <a:cubicBezTo>
                    <a:pt x="3274497" y="3177225"/>
                    <a:pt x="3268166" y="3190140"/>
                    <a:pt x="3273737" y="3198749"/>
                  </a:cubicBezTo>
                  <a:cubicBezTo>
                    <a:pt x="3280068" y="3208372"/>
                    <a:pt x="3295515" y="3204573"/>
                    <a:pt x="3298553" y="3192418"/>
                  </a:cubicBezTo>
                  <a:close/>
                  <a:moveTo>
                    <a:pt x="1079282" y="3164564"/>
                  </a:moveTo>
                  <a:cubicBezTo>
                    <a:pt x="1078776" y="3158739"/>
                    <a:pt x="1073964" y="3150130"/>
                    <a:pt x="1064848" y="3149877"/>
                  </a:cubicBezTo>
                  <a:cubicBezTo>
                    <a:pt x="1064595" y="3149877"/>
                    <a:pt x="1064088" y="3149877"/>
                    <a:pt x="1063582" y="3149877"/>
                  </a:cubicBezTo>
                  <a:cubicBezTo>
                    <a:pt x="1053453" y="3151396"/>
                    <a:pt x="1052187" y="3166336"/>
                    <a:pt x="1061809" y="3173933"/>
                  </a:cubicBezTo>
                  <a:cubicBezTo>
                    <a:pt x="1070419" y="3180770"/>
                    <a:pt x="1080295" y="3175199"/>
                    <a:pt x="1079282" y="3164564"/>
                  </a:cubicBezTo>
                  <a:close/>
                  <a:moveTo>
                    <a:pt x="4815883" y="3283073"/>
                  </a:moveTo>
                  <a:cubicBezTo>
                    <a:pt x="4816896" y="3282060"/>
                    <a:pt x="4819935" y="3273451"/>
                    <a:pt x="4820441" y="3271678"/>
                  </a:cubicBezTo>
                  <a:cubicBezTo>
                    <a:pt x="4822214" y="3266361"/>
                    <a:pt x="4825253" y="3257244"/>
                    <a:pt x="4824999" y="3256231"/>
                  </a:cubicBezTo>
                  <a:cubicBezTo>
                    <a:pt x="4824999" y="3256231"/>
                    <a:pt x="4824999" y="3256231"/>
                    <a:pt x="4824999" y="3256231"/>
                  </a:cubicBezTo>
                  <a:cubicBezTo>
                    <a:pt x="4823986" y="3257498"/>
                    <a:pt x="4815123" y="3281807"/>
                    <a:pt x="4815883" y="3283073"/>
                  </a:cubicBezTo>
                  <a:close/>
                  <a:moveTo>
                    <a:pt x="4745233" y="3243317"/>
                  </a:moveTo>
                  <a:cubicBezTo>
                    <a:pt x="4747259" y="3237493"/>
                    <a:pt x="4749031" y="3228883"/>
                    <a:pt x="4746246" y="3227617"/>
                  </a:cubicBezTo>
                  <a:cubicBezTo>
                    <a:pt x="4740675" y="3227364"/>
                    <a:pt x="4733838" y="3248888"/>
                    <a:pt x="4736370" y="3253699"/>
                  </a:cubicBezTo>
                  <a:cubicBezTo>
                    <a:pt x="4737890" y="3256738"/>
                    <a:pt x="4742194" y="3251673"/>
                    <a:pt x="4745233" y="3243317"/>
                  </a:cubicBezTo>
                  <a:close/>
                  <a:moveTo>
                    <a:pt x="4557846" y="3214449"/>
                  </a:moveTo>
                  <a:cubicBezTo>
                    <a:pt x="4559872" y="3208625"/>
                    <a:pt x="4560632" y="3200015"/>
                    <a:pt x="4555567" y="3198749"/>
                  </a:cubicBezTo>
                  <a:cubicBezTo>
                    <a:pt x="4547717" y="3198496"/>
                    <a:pt x="4541133" y="3215462"/>
                    <a:pt x="4544172" y="3223059"/>
                  </a:cubicBezTo>
                  <a:cubicBezTo>
                    <a:pt x="4546704" y="3229389"/>
                    <a:pt x="4554047" y="3224831"/>
                    <a:pt x="4557846" y="3214449"/>
                  </a:cubicBezTo>
                  <a:close/>
                  <a:moveTo>
                    <a:pt x="4353240" y="3193938"/>
                  </a:moveTo>
                  <a:cubicBezTo>
                    <a:pt x="4355265" y="3188114"/>
                    <a:pt x="4355012" y="3179504"/>
                    <a:pt x="4348681" y="3178238"/>
                  </a:cubicBezTo>
                  <a:cubicBezTo>
                    <a:pt x="4339565" y="3178238"/>
                    <a:pt x="4332728" y="3193685"/>
                    <a:pt x="4336527" y="3201788"/>
                  </a:cubicBezTo>
                  <a:cubicBezTo>
                    <a:pt x="4340072" y="3209131"/>
                    <a:pt x="4349694" y="3204826"/>
                    <a:pt x="4353240" y="3193938"/>
                  </a:cubicBezTo>
                  <a:close/>
                  <a:moveTo>
                    <a:pt x="3851346" y="3143799"/>
                  </a:moveTo>
                  <a:cubicBezTo>
                    <a:pt x="3840204" y="3143799"/>
                    <a:pt x="3833367" y="3156967"/>
                    <a:pt x="3837672" y="3165577"/>
                  </a:cubicBezTo>
                  <a:cubicBezTo>
                    <a:pt x="3842483" y="3175199"/>
                    <a:pt x="3856410" y="3171401"/>
                    <a:pt x="3859955" y="3159499"/>
                  </a:cubicBezTo>
                  <a:cubicBezTo>
                    <a:pt x="3861728" y="3153675"/>
                    <a:pt x="3860209" y="3144812"/>
                    <a:pt x="3851346" y="3143799"/>
                  </a:cubicBezTo>
                  <a:close/>
                  <a:moveTo>
                    <a:pt x="3799688" y="3141014"/>
                  </a:moveTo>
                  <a:cubicBezTo>
                    <a:pt x="3788293" y="3141014"/>
                    <a:pt x="3781708" y="3154181"/>
                    <a:pt x="3786013" y="3162791"/>
                  </a:cubicBezTo>
                  <a:cubicBezTo>
                    <a:pt x="3790825" y="3172667"/>
                    <a:pt x="3805005" y="3168868"/>
                    <a:pt x="3808550" y="3156714"/>
                  </a:cubicBezTo>
                  <a:cubicBezTo>
                    <a:pt x="3810323" y="3150636"/>
                    <a:pt x="3808804" y="3142027"/>
                    <a:pt x="3799688" y="3141014"/>
                  </a:cubicBezTo>
                  <a:close/>
                  <a:moveTo>
                    <a:pt x="3306657" y="3133164"/>
                  </a:moveTo>
                  <a:cubicBezTo>
                    <a:pt x="3307923" y="3127593"/>
                    <a:pt x="3305897" y="3118730"/>
                    <a:pt x="3295008" y="3117717"/>
                  </a:cubicBezTo>
                  <a:cubicBezTo>
                    <a:pt x="3282094" y="3117970"/>
                    <a:pt x="3276016" y="3131138"/>
                    <a:pt x="3281587" y="3139494"/>
                  </a:cubicBezTo>
                  <a:cubicBezTo>
                    <a:pt x="3288171" y="3149370"/>
                    <a:pt x="3303871" y="3145318"/>
                    <a:pt x="3306657" y="3133164"/>
                  </a:cubicBezTo>
                  <a:close/>
                  <a:moveTo>
                    <a:pt x="3235247" y="3115438"/>
                  </a:moveTo>
                  <a:cubicBezTo>
                    <a:pt x="3222079" y="3115691"/>
                    <a:pt x="3216002" y="3128859"/>
                    <a:pt x="3221826" y="3137215"/>
                  </a:cubicBezTo>
                  <a:cubicBezTo>
                    <a:pt x="3228410" y="3146838"/>
                    <a:pt x="3244363" y="3142786"/>
                    <a:pt x="3247149" y="3130885"/>
                  </a:cubicBezTo>
                  <a:cubicBezTo>
                    <a:pt x="3248162" y="3125567"/>
                    <a:pt x="3246136" y="3116451"/>
                    <a:pt x="3235247" y="3115438"/>
                  </a:cubicBezTo>
                  <a:close/>
                  <a:moveTo>
                    <a:pt x="1068900" y="3105056"/>
                  </a:moveTo>
                  <a:cubicBezTo>
                    <a:pt x="1068393" y="3099231"/>
                    <a:pt x="1063582" y="3090622"/>
                    <a:pt x="1054719" y="3090115"/>
                  </a:cubicBezTo>
                  <a:cubicBezTo>
                    <a:pt x="1054466" y="3090115"/>
                    <a:pt x="1053959" y="3090115"/>
                    <a:pt x="1053453" y="3090115"/>
                  </a:cubicBezTo>
                  <a:cubicBezTo>
                    <a:pt x="1043071" y="3091634"/>
                    <a:pt x="1041805" y="3106828"/>
                    <a:pt x="1051174" y="3114425"/>
                  </a:cubicBezTo>
                  <a:cubicBezTo>
                    <a:pt x="1059784" y="3121515"/>
                    <a:pt x="1069659" y="3115944"/>
                    <a:pt x="1068900" y="3105056"/>
                  </a:cubicBezTo>
                  <a:close/>
                  <a:moveTo>
                    <a:pt x="4839433" y="3222046"/>
                  </a:moveTo>
                  <a:lnTo>
                    <a:pt x="4842219" y="3213183"/>
                  </a:lnTo>
                  <a:cubicBezTo>
                    <a:pt x="4841459" y="3215715"/>
                    <a:pt x="4840699" y="3218247"/>
                    <a:pt x="4839686" y="3221033"/>
                  </a:cubicBezTo>
                  <a:cubicBezTo>
                    <a:pt x="4839686" y="3221286"/>
                    <a:pt x="4839433" y="3221793"/>
                    <a:pt x="4839433" y="3222046"/>
                  </a:cubicBezTo>
                  <a:close/>
                  <a:moveTo>
                    <a:pt x="4836901" y="3227870"/>
                  </a:moveTo>
                  <a:cubicBezTo>
                    <a:pt x="4837407" y="3226857"/>
                    <a:pt x="4840193" y="3218247"/>
                    <a:pt x="4840699" y="3216475"/>
                  </a:cubicBezTo>
                  <a:cubicBezTo>
                    <a:pt x="4842472" y="3211157"/>
                    <a:pt x="4845257" y="3202041"/>
                    <a:pt x="4845257" y="3200775"/>
                  </a:cubicBezTo>
                  <a:cubicBezTo>
                    <a:pt x="4845257" y="3200775"/>
                    <a:pt x="4845257" y="3200775"/>
                    <a:pt x="4845257" y="3200775"/>
                  </a:cubicBezTo>
                  <a:cubicBezTo>
                    <a:pt x="4844751" y="3202041"/>
                    <a:pt x="4836901" y="3226351"/>
                    <a:pt x="4836901" y="3227870"/>
                  </a:cubicBezTo>
                  <a:close/>
                  <a:moveTo>
                    <a:pt x="4843991" y="3197483"/>
                  </a:moveTo>
                  <a:cubicBezTo>
                    <a:pt x="4843991" y="3197483"/>
                    <a:pt x="4843991" y="3197483"/>
                    <a:pt x="4843991" y="3197483"/>
                  </a:cubicBezTo>
                  <a:cubicBezTo>
                    <a:pt x="4842978" y="3198496"/>
                    <a:pt x="4834622" y="3223059"/>
                    <a:pt x="4835635" y="3224325"/>
                  </a:cubicBezTo>
                  <a:cubicBezTo>
                    <a:pt x="4836648" y="3223312"/>
                    <a:pt x="4839433" y="3214702"/>
                    <a:pt x="4839940" y="3212930"/>
                  </a:cubicBezTo>
                  <a:cubicBezTo>
                    <a:pt x="4841712" y="3207612"/>
                    <a:pt x="4844244" y="3198496"/>
                    <a:pt x="4843991" y="3197483"/>
                  </a:cubicBezTo>
                  <a:close/>
                  <a:moveTo>
                    <a:pt x="4840952" y="3193938"/>
                  </a:moveTo>
                  <a:cubicBezTo>
                    <a:pt x="4840699" y="3193938"/>
                    <a:pt x="4840699" y="3193938"/>
                    <a:pt x="4840952" y="3193938"/>
                  </a:cubicBezTo>
                  <a:cubicBezTo>
                    <a:pt x="4840193" y="3194191"/>
                    <a:pt x="4837914" y="3199762"/>
                    <a:pt x="4835381" y="3208119"/>
                  </a:cubicBezTo>
                  <a:cubicBezTo>
                    <a:pt x="4834875" y="3210144"/>
                    <a:pt x="4831836" y="3220273"/>
                    <a:pt x="4832596" y="3221033"/>
                  </a:cubicBezTo>
                  <a:cubicBezTo>
                    <a:pt x="4833862" y="3220020"/>
                    <a:pt x="4836648" y="3211410"/>
                    <a:pt x="4837154" y="3209638"/>
                  </a:cubicBezTo>
                  <a:cubicBezTo>
                    <a:pt x="4838927" y="3203814"/>
                    <a:pt x="4841459" y="3194951"/>
                    <a:pt x="4840952" y="3193938"/>
                  </a:cubicBezTo>
                  <a:close/>
                  <a:moveTo>
                    <a:pt x="4736877" y="3190646"/>
                  </a:moveTo>
                  <a:cubicBezTo>
                    <a:pt x="4738649" y="3194698"/>
                    <a:pt x="4743207" y="3189886"/>
                    <a:pt x="4746246" y="3180770"/>
                  </a:cubicBezTo>
                  <a:cubicBezTo>
                    <a:pt x="4748272" y="3174946"/>
                    <a:pt x="4749538" y="3166083"/>
                    <a:pt x="4746499" y="3165070"/>
                  </a:cubicBezTo>
                  <a:cubicBezTo>
                    <a:pt x="4740675" y="3164564"/>
                    <a:pt x="4734345" y="3184569"/>
                    <a:pt x="4736877" y="3190646"/>
                  </a:cubicBezTo>
                  <a:close/>
                  <a:moveTo>
                    <a:pt x="4368939" y="3134683"/>
                  </a:moveTo>
                  <a:cubicBezTo>
                    <a:pt x="4370712" y="3128859"/>
                    <a:pt x="4370459" y="3119996"/>
                    <a:pt x="4363875" y="3118983"/>
                  </a:cubicBezTo>
                  <a:cubicBezTo>
                    <a:pt x="4354506" y="3118983"/>
                    <a:pt x="4348175" y="3134683"/>
                    <a:pt x="4352226" y="3142533"/>
                  </a:cubicBezTo>
                  <a:cubicBezTo>
                    <a:pt x="4356025" y="3149877"/>
                    <a:pt x="4365647" y="3145318"/>
                    <a:pt x="4368939" y="3134683"/>
                  </a:cubicBezTo>
                  <a:close/>
                  <a:moveTo>
                    <a:pt x="3373762" y="3075681"/>
                  </a:moveTo>
                  <a:cubicBezTo>
                    <a:pt x="3375028" y="3069857"/>
                    <a:pt x="3372495" y="3060994"/>
                    <a:pt x="3362113" y="3059981"/>
                  </a:cubicBezTo>
                  <a:cubicBezTo>
                    <a:pt x="3349452" y="3060235"/>
                    <a:pt x="3343121" y="3073655"/>
                    <a:pt x="3348692" y="3082012"/>
                  </a:cubicBezTo>
                  <a:cubicBezTo>
                    <a:pt x="3355023" y="3091634"/>
                    <a:pt x="3370976" y="3087583"/>
                    <a:pt x="3373762" y="3075681"/>
                  </a:cubicBezTo>
                  <a:close/>
                  <a:moveTo>
                    <a:pt x="92208" y="3097205"/>
                  </a:moveTo>
                  <a:cubicBezTo>
                    <a:pt x="90688" y="3098978"/>
                    <a:pt x="97525" y="3124554"/>
                    <a:pt x="99551" y="3124554"/>
                  </a:cubicBezTo>
                  <a:cubicBezTo>
                    <a:pt x="100564" y="3123541"/>
                    <a:pt x="98791" y="3115944"/>
                    <a:pt x="97778" y="3111639"/>
                  </a:cubicBezTo>
                  <a:cubicBezTo>
                    <a:pt x="96259" y="3105562"/>
                    <a:pt x="93474" y="3097205"/>
                    <a:pt x="92208" y="3097205"/>
                  </a:cubicBezTo>
                  <a:close/>
                  <a:moveTo>
                    <a:pt x="86890" y="3100498"/>
                  </a:moveTo>
                  <a:cubicBezTo>
                    <a:pt x="86130" y="3101764"/>
                    <a:pt x="91701" y="3126580"/>
                    <a:pt x="94233" y="3127846"/>
                  </a:cubicBezTo>
                  <a:cubicBezTo>
                    <a:pt x="94740" y="3126833"/>
                    <a:pt x="92967" y="3119236"/>
                    <a:pt x="91954" y="3114931"/>
                  </a:cubicBezTo>
                  <a:cubicBezTo>
                    <a:pt x="91954" y="3114172"/>
                    <a:pt x="88409" y="3101257"/>
                    <a:pt x="86890" y="3100498"/>
                  </a:cubicBezTo>
                  <a:close/>
                  <a:moveTo>
                    <a:pt x="83091" y="3103789"/>
                  </a:moveTo>
                  <a:cubicBezTo>
                    <a:pt x="82585" y="3105056"/>
                    <a:pt x="88662" y="3129872"/>
                    <a:pt x="90435" y="3131138"/>
                  </a:cubicBezTo>
                  <a:cubicBezTo>
                    <a:pt x="90688" y="3130125"/>
                    <a:pt x="88916" y="3122275"/>
                    <a:pt x="87649" y="3118223"/>
                  </a:cubicBezTo>
                  <a:cubicBezTo>
                    <a:pt x="87903" y="3117970"/>
                    <a:pt x="84358" y="3104549"/>
                    <a:pt x="83091" y="3103789"/>
                  </a:cubicBezTo>
                  <a:close/>
                  <a:moveTo>
                    <a:pt x="81319" y="3110626"/>
                  </a:moveTo>
                  <a:lnTo>
                    <a:pt x="88662" y="3137975"/>
                  </a:lnTo>
                  <a:cubicBezTo>
                    <a:pt x="87396" y="3133670"/>
                    <a:pt x="86383" y="3129365"/>
                    <a:pt x="85117" y="3125060"/>
                  </a:cubicBezTo>
                  <a:cubicBezTo>
                    <a:pt x="84104" y="3119996"/>
                    <a:pt x="82585" y="3115185"/>
                    <a:pt x="81319" y="3110626"/>
                  </a:cubicBezTo>
                  <a:close/>
                  <a:moveTo>
                    <a:pt x="4853867" y="3165070"/>
                  </a:moveTo>
                  <a:cubicBezTo>
                    <a:pt x="4854627" y="3164057"/>
                    <a:pt x="4857412" y="3155448"/>
                    <a:pt x="4857918" y="3153675"/>
                  </a:cubicBezTo>
                  <a:cubicBezTo>
                    <a:pt x="4859438" y="3148104"/>
                    <a:pt x="4861970" y="3138988"/>
                    <a:pt x="4861717" y="3137975"/>
                  </a:cubicBezTo>
                  <a:cubicBezTo>
                    <a:pt x="4861717" y="3137975"/>
                    <a:pt x="4861717" y="3137975"/>
                    <a:pt x="4861717" y="3137975"/>
                  </a:cubicBezTo>
                  <a:cubicBezTo>
                    <a:pt x="4860451" y="3138988"/>
                    <a:pt x="4852854" y="3163804"/>
                    <a:pt x="4853867" y="3165070"/>
                  </a:cubicBezTo>
                  <a:close/>
                  <a:moveTo>
                    <a:pt x="4763465" y="3121009"/>
                  </a:moveTo>
                  <a:cubicBezTo>
                    <a:pt x="4765238" y="3115185"/>
                    <a:pt x="4766504" y="3106322"/>
                    <a:pt x="4763212" y="3105056"/>
                  </a:cubicBezTo>
                  <a:cubicBezTo>
                    <a:pt x="4757135" y="3104802"/>
                    <a:pt x="4751311" y="3126580"/>
                    <a:pt x="4754602" y="3131644"/>
                  </a:cubicBezTo>
                  <a:cubicBezTo>
                    <a:pt x="4756628" y="3134683"/>
                    <a:pt x="4760680" y="3129618"/>
                    <a:pt x="4763465" y="3121009"/>
                  </a:cubicBezTo>
                  <a:close/>
                  <a:moveTo>
                    <a:pt x="4674583" y="3106322"/>
                  </a:moveTo>
                  <a:cubicBezTo>
                    <a:pt x="4676356" y="3100751"/>
                    <a:pt x="4677369" y="3091634"/>
                    <a:pt x="4672557" y="3090368"/>
                  </a:cubicBezTo>
                  <a:cubicBezTo>
                    <a:pt x="4665720" y="3090115"/>
                    <a:pt x="4659643" y="3108854"/>
                    <a:pt x="4662935" y="3115691"/>
                  </a:cubicBezTo>
                  <a:cubicBezTo>
                    <a:pt x="4665720" y="3121009"/>
                    <a:pt x="4671798" y="3116197"/>
                    <a:pt x="4674583" y="3106322"/>
                  </a:cubicBezTo>
                  <a:close/>
                  <a:moveTo>
                    <a:pt x="4383627" y="3074668"/>
                  </a:moveTo>
                  <a:cubicBezTo>
                    <a:pt x="4385399" y="3068844"/>
                    <a:pt x="4384893" y="3059728"/>
                    <a:pt x="4378309" y="3058715"/>
                  </a:cubicBezTo>
                  <a:cubicBezTo>
                    <a:pt x="4368939" y="3058715"/>
                    <a:pt x="4362862" y="3074415"/>
                    <a:pt x="4366914" y="3082519"/>
                  </a:cubicBezTo>
                  <a:cubicBezTo>
                    <a:pt x="4370965" y="3090115"/>
                    <a:pt x="4380334" y="3085557"/>
                    <a:pt x="4383627" y="3074668"/>
                  </a:cubicBezTo>
                  <a:close/>
                  <a:moveTo>
                    <a:pt x="4344376" y="3071377"/>
                  </a:moveTo>
                  <a:cubicBezTo>
                    <a:pt x="4346149" y="3065552"/>
                    <a:pt x="4345643" y="3056436"/>
                    <a:pt x="4338552" y="3055423"/>
                  </a:cubicBezTo>
                  <a:cubicBezTo>
                    <a:pt x="4328677" y="3055423"/>
                    <a:pt x="4322599" y="3071123"/>
                    <a:pt x="4327157" y="3079226"/>
                  </a:cubicBezTo>
                  <a:cubicBezTo>
                    <a:pt x="4331209" y="3086570"/>
                    <a:pt x="4341084" y="3082012"/>
                    <a:pt x="4344376" y="3071377"/>
                  </a:cubicBezTo>
                  <a:close/>
                  <a:moveTo>
                    <a:pt x="4297276" y="3052131"/>
                  </a:moveTo>
                  <a:cubicBezTo>
                    <a:pt x="4287401" y="3052131"/>
                    <a:pt x="4281070" y="3067831"/>
                    <a:pt x="4285881" y="3075935"/>
                  </a:cubicBezTo>
                  <a:cubicBezTo>
                    <a:pt x="4290186" y="3083278"/>
                    <a:pt x="4300315" y="3078720"/>
                    <a:pt x="4303607" y="3068085"/>
                  </a:cubicBezTo>
                  <a:cubicBezTo>
                    <a:pt x="4305380" y="3062007"/>
                    <a:pt x="4304620" y="3053144"/>
                    <a:pt x="4297276" y="3052131"/>
                  </a:cubicBezTo>
                  <a:close/>
                  <a:moveTo>
                    <a:pt x="3975680" y="3029848"/>
                  </a:moveTo>
                  <a:cubicBezTo>
                    <a:pt x="3964538" y="3029848"/>
                    <a:pt x="3958207" y="3044535"/>
                    <a:pt x="3963271" y="3052891"/>
                  </a:cubicBezTo>
                  <a:cubicBezTo>
                    <a:pt x="3968589" y="3061501"/>
                    <a:pt x="3981251" y="3057196"/>
                    <a:pt x="3984289" y="3045801"/>
                  </a:cubicBezTo>
                  <a:cubicBezTo>
                    <a:pt x="3986062" y="3039723"/>
                    <a:pt x="3984289" y="3030860"/>
                    <a:pt x="3975680" y="3029848"/>
                  </a:cubicBezTo>
                  <a:close/>
                  <a:moveTo>
                    <a:pt x="3309442" y="2997181"/>
                  </a:moveTo>
                  <a:cubicBezTo>
                    <a:pt x="3296528" y="2997435"/>
                    <a:pt x="3290450" y="3010856"/>
                    <a:pt x="3296274" y="3019465"/>
                  </a:cubicBezTo>
                  <a:cubicBezTo>
                    <a:pt x="3303112" y="3029341"/>
                    <a:pt x="3318812" y="3025289"/>
                    <a:pt x="3321344" y="3013135"/>
                  </a:cubicBezTo>
                  <a:lnTo>
                    <a:pt x="3321344" y="3013135"/>
                  </a:lnTo>
                  <a:cubicBezTo>
                    <a:pt x="3322610" y="3007564"/>
                    <a:pt x="3320331" y="2998194"/>
                    <a:pt x="3309442" y="2997181"/>
                  </a:cubicBezTo>
                  <a:close/>
                  <a:moveTo>
                    <a:pt x="1050414" y="2984520"/>
                  </a:moveTo>
                  <a:cubicBezTo>
                    <a:pt x="1050161" y="2978443"/>
                    <a:pt x="1045603" y="2969833"/>
                    <a:pt x="1036487" y="2969327"/>
                  </a:cubicBezTo>
                  <a:cubicBezTo>
                    <a:pt x="1024838" y="2970339"/>
                    <a:pt x="1023319" y="2985280"/>
                    <a:pt x="1031169" y="2993130"/>
                  </a:cubicBezTo>
                  <a:cubicBezTo>
                    <a:pt x="1039525" y="3001233"/>
                    <a:pt x="1051174" y="2995915"/>
                    <a:pt x="1050414" y="2984520"/>
                  </a:cubicBezTo>
                  <a:close/>
                  <a:moveTo>
                    <a:pt x="4267396" y="2987812"/>
                  </a:moveTo>
                  <a:cubicBezTo>
                    <a:pt x="4257014" y="2987812"/>
                    <a:pt x="4251190" y="3004018"/>
                    <a:pt x="4256254" y="3012122"/>
                  </a:cubicBezTo>
                  <a:cubicBezTo>
                    <a:pt x="4261065" y="3019718"/>
                    <a:pt x="4271194" y="3015160"/>
                    <a:pt x="4274233" y="3004018"/>
                  </a:cubicBezTo>
                  <a:cubicBezTo>
                    <a:pt x="4275752" y="2997941"/>
                    <a:pt x="4274739" y="2989078"/>
                    <a:pt x="4267396" y="2987812"/>
                  </a:cubicBezTo>
                  <a:close/>
                  <a:moveTo>
                    <a:pt x="3986315" y="2968820"/>
                  </a:moveTo>
                  <a:cubicBezTo>
                    <a:pt x="3974920" y="2968820"/>
                    <a:pt x="3968842" y="2983760"/>
                    <a:pt x="3974160" y="2992117"/>
                  </a:cubicBezTo>
                  <a:cubicBezTo>
                    <a:pt x="3979731" y="3000980"/>
                    <a:pt x="3992139" y="2996422"/>
                    <a:pt x="3995178" y="2985026"/>
                  </a:cubicBezTo>
                  <a:cubicBezTo>
                    <a:pt x="3996697" y="2978949"/>
                    <a:pt x="3994925" y="2969833"/>
                    <a:pt x="3986315" y="2968820"/>
                  </a:cubicBezTo>
                  <a:close/>
                  <a:moveTo>
                    <a:pt x="4234477" y="2923239"/>
                  </a:moveTo>
                  <a:cubicBezTo>
                    <a:pt x="4224348" y="2923239"/>
                    <a:pt x="4218270" y="2938180"/>
                    <a:pt x="4223081" y="2946789"/>
                  </a:cubicBezTo>
                  <a:cubicBezTo>
                    <a:pt x="4227893" y="2955399"/>
                    <a:pt x="4239034" y="2951094"/>
                    <a:pt x="4242073" y="2939699"/>
                  </a:cubicBezTo>
                  <a:cubicBezTo>
                    <a:pt x="4243340" y="2933622"/>
                    <a:pt x="4242073" y="2924505"/>
                    <a:pt x="4234477" y="2923239"/>
                  </a:cubicBezTo>
                  <a:close/>
                  <a:moveTo>
                    <a:pt x="4188896" y="2919947"/>
                  </a:moveTo>
                  <a:cubicBezTo>
                    <a:pt x="4178513" y="2919947"/>
                    <a:pt x="4172689" y="2934888"/>
                    <a:pt x="4177501" y="2943497"/>
                  </a:cubicBezTo>
                  <a:cubicBezTo>
                    <a:pt x="4182312" y="2952360"/>
                    <a:pt x="4193960" y="2948055"/>
                    <a:pt x="4196999" y="2936407"/>
                  </a:cubicBezTo>
                  <a:cubicBezTo>
                    <a:pt x="4198519" y="2930330"/>
                    <a:pt x="4196999" y="2921214"/>
                    <a:pt x="4188896" y="2919947"/>
                  </a:cubicBezTo>
                  <a:close/>
                  <a:moveTo>
                    <a:pt x="4142555" y="2916909"/>
                  </a:moveTo>
                  <a:cubicBezTo>
                    <a:pt x="4131920" y="2916909"/>
                    <a:pt x="4126096" y="2931849"/>
                    <a:pt x="4130907" y="2940459"/>
                  </a:cubicBezTo>
                  <a:cubicBezTo>
                    <a:pt x="4135972" y="2949322"/>
                    <a:pt x="4147873" y="2945017"/>
                    <a:pt x="4150659" y="2933115"/>
                  </a:cubicBezTo>
                  <a:cubicBezTo>
                    <a:pt x="4152178" y="2927038"/>
                    <a:pt x="4150659" y="2917922"/>
                    <a:pt x="4142555" y="2916909"/>
                  </a:cubicBezTo>
                  <a:close/>
                  <a:moveTo>
                    <a:pt x="4094696" y="2913617"/>
                  </a:moveTo>
                  <a:cubicBezTo>
                    <a:pt x="4083807" y="2913617"/>
                    <a:pt x="4077983" y="2928557"/>
                    <a:pt x="4083047" y="2937167"/>
                  </a:cubicBezTo>
                  <a:cubicBezTo>
                    <a:pt x="4088365" y="2946030"/>
                    <a:pt x="4100267" y="2941725"/>
                    <a:pt x="4103052" y="2929823"/>
                  </a:cubicBezTo>
                  <a:cubicBezTo>
                    <a:pt x="4104825" y="2923746"/>
                    <a:pt x="4103052" y="2914630"/>
                    <a:pt x="4094696" y="2913617"/>
                  </a:cubicBezTo>
                  <a:close/>
                  <a:moveTo>
                    <a:pt x="4046076" y="2910578"/>
                  </a:moveTo>
                  <a:cubicBezTo>
                    <a:pt x="4034934" y="2910578"/>
                    <a:pt x="4028857" y="2925772"/>
                    <a:pt x="4034175" y="2934128"/>
                  </a:cubicBezTo>
                  <a:cubicBezTo>
                    <a:pt x="4039746" y="2942738"/>
                    <a:pt x="4051900" y="2938433"/>
                    <a:pt x="4054686" y="2926785"/>
                  </a:cubicBezTo>
                  <a:cubicBezTo>
                    <a:pt x="4056205" y="2920707"/>
                    <a:pt x="4054433" y="2911591"/>
                    <a:pt x="4046076" y="2910578"/>
                  </a:cubicBezTo>
                  <a:close/>
                  <a:moveTo>
                    <a:pt x="3995938" y="2907286"/>
                  </a:moveTo>
                  <a:cubicBezTo>
                    <a:pt x="3984543" y="2907286"/>
                    <a:pt x="3978718" y="2922480"/>
                    <a:pt x="3984036" y="2930836"/>
                  </a:cubicBezTo>
                  <a:cubicBezTo>
                    <a:pt x="3989607" y="2939699"/>
                    <a:pt x="4002268" y="2935394"/>
                    <a:pt x="4005054" y="2923493"/>
                  </a:cubicBezTo>
                  <a:cubicBezTo>
                    <a:pt x="4006573" y="2917668"/>
                    <a:pt x="4004800" y="2908552"/>
                    <a:pt x="3995938" y="2907286"/>
                  </a:cubicBezTo>
                  <a:close/>
                  <a:moveTo>
                    <a:pt x="3945039" y="2904248"/>
                  </a:moveTo>
                  <a:cubicBezTo>
                    <a:pt x="3933391" y="2904248"/>
                    <a:pt x="3927567" y="2919441"/>
                    <a:pt x="3933138" y="2927798"/>
                  </a:cubicBezTo>
                  <a:cubicBezTo>
                    <a:pt x="3938962" y="2936660"/>
                    <a:pt x="3951623" y="2932102"/>
                    <a:pt x="3954409" y="2920454"/>
                  </a:cubicBezTo>
                  <a:cubicBezTo>
                    <a:pt x="3955675" y="2914630"/>
                    <a:pt x="3953902" y="2905514"/>
                    <a:pt x="3945039" y="2904248"/>
                  </a:cubicBezTo>
                  <a:close/>
                  <a:moveTo>
                    <a:pt x="3892875" y="2901462"/>
                  </a:moveTo>
                  <a:cubicBezTo>
                    <a:pt x="3880973" y="2901462"/>
                    <a:pt x="3874896" y="2916656"/>
                    <a:pt x="3880973" y="2925012"/>
                  </a:cubicBezTo>
                  <a:cubicBezTo>
                    <a:pt x="3887050" y="2933622"/>
                    <a:pt x="3899965" y="2929317"/>
                    <a:pt x="3902750" y="2917668"/>
                  </a:cubicBezTo>
                  <a:cubicBezTo>
                    <a:pt x="3904017" y="2911591"/>
                    <a:pt x="3901991" y="2902475"/>
                    <a:pt x="3892875" y="2901462"/>
                  </a:cubicBezTo>
                  <a:close/>
                  <a:moveTo>
                    <a:pt x="3849826" y="2914630"/>
                  </a:moveTo>
                  <a:cubicBezTo>
                    <a:pt x="3851346" y="2908552"/>
                    <a:pt x="3849067" y="2899436"/>
                    <a:pt x="3839697" y="2898423"/>
                  </a:cubicBezTo>
                  <a:cubicBezTo>
                    <a:pt x="3828302" y="2898423"/>
                    <a:pt x="3822225" y="2912351"/>
                    <a:pt x="3827036" y="2920960"/>
                  </a:cubicBezTo>
                  <a:cubicBezTo>
                    <a:pt x="3832607" y="2930836"/>
                    <a:pt x="3847041" y="2926785"/>
                    <a:pt x="3849826" y="2914630"/>
                  </a:cubicBezTo>
                  <a:close/>
                  <a:moveTo>
                    <a:pt x="3796142" y="2911844"/>
                  </a:moveTo>
                  <a:cubicBezTo>
                    <a:pt x="3797662" y="2905767"/>
                    <a:pt x="3795129" y="2896651"/>
                    <a:pt x="3785760" y="2895638"/>
                  </a:cubicBezTo>
                  <a:cubicBezTo>
                    <a:pt x="3774112" y="2895638"/>
                    <a:pt x="3768034" y="2909565"/>
                    <a:pt x="3773099" y="2918175"/>
                  </a:cubicBezTo>
                  <a:cubicBezTo>
                    <a:pt x="3778670" y="2928051"/>
                    <a:pt x="3793357" y="2923999"/>
                    <a:pt x="3796142" y="2911844"/>
                  </a:cubicBezTo>
                  <a:close/>
                  <a:moveTo>
                    <a:pt x="3741446" y="2909059"/>
                  </a:moveTo>
                  <a:cubicBezTo>
                    <a:pt x="3742712" y="2902981"/>
                    <a:pt x="3740433" y="2893865"/>
                    <a:pt x="3730810" y="2892852"/>
                  </a:cubicBezTo>
                  <a:cubicBezTo>
                    <a:pt x="3718909" y="2892852"/>
                    <a:pt x="3712831" y="2906780"/>
                    <a:pt x="3718149" y="2915389"/>
                  </a:cubicBezTo>
                  <a:cubicBezTo>
                    <a:pt x="3723973" y="2925518"/>
                    <a:pt x="3738660" y="2921467"/>
                    <a:pt x="3741446" y="2909059"/>
                  </a:cubicBezTo>
                  <a:close/>
                  <a:moveTo>
                    <a:pt x="3185108" y="2892852"/>
                  </a:moveTo>
                  <a:cubicBezTo>
                    <a:pt x="3192199" y="2902728"/>
                    <a:pt x="3208912" y="2898423"/>
                    <a:pt x="3211191" y="2886269"/>
                  </a:cubicBezTo>
                  <a:cubicBezTo>
                    <a:pt x="3212457" y="2880191"/>
                    <a:pt x="3209165" y="2871075"/>
                    <a:pt x="3198276" y="2870062"/>
                  </a:cubicBezTo>
                  <a:cubicBezTo>
                    <a:pt x="3184855" y="2870062"/>
                    <a:pt x="3178778" y="2884243"/>
                    <a:pt x="3185108" y="2892852"/>
                  </a:cubicBezTo>
                  <a:close/>
                  <a:moveTo>
                    <a:pt x="3122308" y="2890573"/>
                  </a:moveTo>
                  <a:cubicBezTo>
                    <a:pt x="3129652" y="2900449"/>
                    <a:pt x="3146112" y="2896397"/>
                    <a:pt x="3148391" y="2883989"/>
                  </a:cubicBezTo>
                  <a:cubicBezTo>
                    <a:pt x="3149404" y="2877912"/>
                    <a:pt x="3146112" y="2868796"/>
                    <a:pt x="3135223" y="2867783"/>
                  </a:cubicBezTo>
                  <a:cubicBezTo>
                    <a:pt x="3121802" y="2868036"/>
                    <a:pt x="3115978" y="2881964"/>
                    <a:pt x="3122308" y="2890573"/>
                  </a:cubicBezTo>
                  <a:close/>
                  <a:moveTo>
                    <a:pt x="1089158" y="2860946"/>
                  </a:moveTo>
                  <a:cubicBezTo>
                    <a:pt x="1089158" y="2854615"/>
                    <a:pt x="1084853" y="2845752"/>
                    <a:pt x="1075230" y="2845499"/>
                  </a:cubicBezTo>
                  <a:cubicBezTo>
                    <a:pt x="1063329" y="2846512"/>
                    <a:pt x="1061050" y="2861959"/>
                    <a:pt x="1068900" y="2869809"/>
                  </a:cubicBezTo>
                  <a:cubicBezTo>
                    <a:pt x="1077256" y="2878165"/>
                    <a:pt x="1089411" y="2872847"/>
                    <a:pt x="1089158" y="2860946"/>
                  </a:cubicBezTo>
                  <a:close/>
                  <a:moveTo>
                    <a:pt x="3953396" y="2842460"/>
                  </a:moveTo>
                  <a:cubicBezTo>
                    <a:pt x="3941747" y="2842460"/>
                    <a:pt x="3936176" y="2857654"/>
                    <a:pt x="3941747" y="2866264"/>
                  </a:cubicBezTo>
                  <a:cubicBezTo>
                    <a:pt x="3947825" y="2875127"/>
                    <a:pt x="3960486" y="2870822"/>
                    <a:pt x="3963018" y="2858667"/>
                  </a:cubicBezTo>
                  <a:cubicBezTo>
                    <a:pt x="3964538" y="2851576"/>
                    <a:pt x="3961752" y="2843473"/>
                    <a:pt x="3953396" y="2842460"/>
                  </a:cubicBezTo>
                  <a:close/>
                  <a:moveTo>
                    <a:pt x="3911107" y="2855881"/>
                  </a:moveTo>
                  <a:cubicBezTo>
                    <a:pt x="3912626" y="2848791"/>
                    <a:pt x="3909588" y="2840434"/>
                    <a:pt x="3901231" y="2839675"/>
                  </a:cubicBezTo>
                  <a:cubicBezTo>
                    <a:pt x="3889329" y="2839675"/>
                    <a:pt x="3883505" y="2854868"/>
                    <a:pt x="3889583" y="2863478"/>
                  </a:cubicBezTo>
                  <a:cubicBezTo>
                    <a:pt x="3895660" y="2872088"/>
                    <a:pt x="3908575" y="2867783"/>
                    <a:pt x="3911107" y="2855881"/>
                  </a:cubicBezTo>
                  <a:close/>
                  <a:moveTo>
                    <a:pt x="3858183" y="2852843"/>
                  </a:moveTo>
                  <a:cubicBezTo>
                    <a:pt x="3859449" y="2846765"/>
                    <a:pt x="3857170" y="2837649"/>
                    <a:pt x="3847800" y="2836636"/>
                  </a:cubicBezTo>
                  <a:cubicBezTo>
                    <a:pt x="3835899" y="2836636"/>
                    <a:pt x="3830075" y="2851830"/>
                    <a:pt x="3836152" y="2860439"/>
                  </a:cubicBezTo>
                  <a:cubicBezTo>
                    <a:pt x="3842229" y="2869302"/>
                    <a:pt x="3855650" y="2864744"/>
                    <a:pt x="3858183" y="2852843"/>
                  </a:cubicBezTo>
                  <a:close/>
                  <a:moveTo>
                    <a:pt x="3749042" y="2847018"/>
                  </a:moveTo>
                  <a:cubicBezTo>
                    <a:pt x="3750562" y="2839928"/>
                    <a:pt x="3747270" y="2831572"/>
                    <a:pt x="3738154" y="2830812"/>
                  </a:cubicBezTo>
                  <a:cubicBezTo>
                    <a:pt x="3725239" y="2830812"/>
                    <a:pt x="3720681" y="2845499"/>
                    <a:pt x="3725746" y="2853602"/>
                  </a:cubicBezTo>
                  <a:cubicBezTo>
                    <a:pt x="3731823" y="2863731"/>
                    <a:pt x="3746510" y="2859680"/>
                    <a:pt x="3749042" y="2847018"/>
                  </a:cubicBezTo>
                  <a:close/>
                  <a:moveTo>
                    <a:pt x="3190173" y="2830812"/>
                  </a:moveTo>
                  <a:cubicBezTo>
                    <a:pt x="3197516" y="2840688"/>
                    <a:pt x="3213976" y="2836383"/>
                    <a:pt x="3216255" y="2823975"/>
                  </a:cubicBezTo>
                  <a:cubicBezTo>
                    <a:pt x="3217521" y="2816884"/>
                    <a:pt x="3213216" y="2808781"/>
                    <a:pt x="3203087" y="2807768"/>
                  </a:cubicBezTo>
                  <a:cubicBezTo>
                    <a:pt x="3188400" y="2808275"/>
                    <a:pt x="3184095" y="2822709"/>
                    <a:pt x="3190173" y="2830812"/>
                  </a:cubicBezTo>
                  <a:close/>
                  <a:moveTo>
                    <a:pt x="1138284" y="2797893"/>
                  </a:moveTo>
                  <a:cubicBezTo>
                    <a:pt x="1138284" y="2791815"/>
                    <a:pt x="1133979" y="2782699"/>
                    <a:pt x="1124356" y="2782446"/>
                  </a:cubicBezTo>
                  <a:cubicBezTo>
                    <a:pt x="1112201" y="2783206"/>
                    <a:pt x="1109416" y="2798905"/>
                    <a:pt x="1117519" y="2807009"/>
                  </a:cubicBezTo>
                  <a:cubicBezTo>
                    <a:pt x="1125622" y="2815112"/>
                    <a:pt x="1138284" y="2809794"/>
                    <a:pt x="1138284" y="2797893"/>
                  </a:cubicBezTo>
                  <a:close/>
                  <a:moveTo>
                    <a:pt x="3755880" y="2784725"/>
                  </a:moveTo>
                  <a:cubicBezTo>
                    <a:pt x="3757145" y="2778648"/>
                    <a:pt x="3754360" y="2769278"/>
                    <a:pt x="3744738" y="2768265"/>
                  </a:cubicBezTo>
                  <a:cubicBezTo>
                    <a:pt x="3732076" y="2768265"/>
                    <a:pt x="3726505" y="2783459"/>
                    <a:pt x="3733089" y="2792322"/>
                  </a:cubicBezTo>
                  <a:cubicBezTo>
                    <a:pt x="3739926" y="2801438"/>
                    <a:pt x="3753600" y="2796880"/>
                    <a:pt x="3755880" y="2784725"/>
                  </a:cubicBezTo>
                  <a:close/>
                  <a:moveTo>
                    <a:pt x="3699663" y="2781939"/>
                  </a:moveTo>
                  <a:cubicBezTo>
                    <a:pt x="3700929" y="2775862"/>
                    <a:pt x="3698144" y="2766493"/>
                    <a:pt x="3688268" y="2765480"/>
                  </a:cubicBezTo>
                  <a:cubicBezTo>
                    <a:pt x="3675860" y="2765480"/>
                    <a:pt x="3670036" y="2779407"/>
                    <a:pt x="3675860" y="2788523"/>
                  </a:cubicBezTo>
                  <a:cubicBezTo>
                    <a:pt x="3682444" y="2798652"/>
                    <a:pt x="3697384" y="2794601"/>
                    <a:pt x="3699663" y="2781939"/>
                  </a:cubicBezTo>
                  <a:close/>
                  <a:moveTo>
                    <a:pt x="3131171" y="2766239"/>
                  </a:moveTo>
                  <a:cubicBezTo>
                    <a:pt x="3138768" y="2776622"/>
                    <a:pt x="3155228" y="2772317"/>
                    <a:pt x="3157254" y="2759402"/>
                  </a:cubicBezTo>
                  <a:cubicBezTo>
                    <a:pt x="3158266" y="2753578"/>
                    <a:pt x="3155481" y="2744209"/>
                    <a:pt x="3143833" y="2743196"/>
                  </a:cubicBezTo>
                  <a:cubicBezTo>
                    <a:pt x="3130158" y="2743449"/>
                    <a:pt x="3124587" y="2757376"/>
                    <a:pt x="3131171" y="2766239"/>
                  </a:cubicBezTo>
                  <a:close/>
                  <a:moveTo>
                    <a:pt x="1189942" y="2734586"/>
                  </a:moveTo>
                  <a:cubicBezTo>
                    <a:pt x="1190195" y="2728255"/>
                    <a:pt x="1185890" y="2719393"/>
                    <a:pt x="1176014" y="2718886"/>
                  </a:cubicBezTo>
                  <a:cubicBezTo>
                    <a:pt x="1163100" y="2719646"/>
                    <a:pt x="1160061" y="2735093"/>
                    <a:pt x="1168417" y="2743449"/>
                  </a:cubicBezTo>
                  <a:cubicBezTo>
                    <a:pt x="1176774" y="2752059"/>
                    <a:pt x="1189688" y="2746741"/>
                    <a:pt x="1189942" y="2734586"/>
                  </a:cubicBezTo>
                  <a:close/>
                  <a:moveTo>
                    <a:pt x="3705488" y="2719139"/>
                  </a:moveTo>
                  <a:cubicBezTo>
                    <a:pt x="3706500" y="2712809"/>
                    <a:pt x="3703715" y="2703692"/>
                    <a:pt x="3693839" y="2702680"/>
                  </a:cubicBezTo>
                  <a:cubicBezTo>
                    <a:pt x="3681431" y="2702680"/>
                    <a:pt x="3675860" y="2716860"/>
                    <a:pt x="3681684" y="2725723"/>
                  </a:cubicBezTo>
                  <a:cubicBezTo>
                    <a:pt x="3688521" y="2735852"/>
                    <a:pt x="3703462" y="2731801"/>
                    <a:pt x="3705488" y="2719139"/>
                  </a:cubicBezTo>
                  <a:close/>
                  <a:moveTo>
                    <a:pt x="1243879" y="2671027"/>
                  </a:moveTo>
                  <a:cubicBezTo>
                    <a:pt x="1244132" y="2664696"/>
                    <a:pt x="1240080" y="2655833"/>
                    <a:pt x="1229951" y="2655326"/>
                  </a:cubicBezTo>
                  <a:cubicBezTo>
                    <a:pt x="1217037" y="2656086"/>
                    <a:pt x="1213492" y="2671786"/>
                    <a:pt x="1221595" y="2680142"/>
                  </a:cubicBezTo>
                  <a:cubicBezTo>
                    <a:pt x="1229951" y="2688499"/>
                    <a:pt x="1243372" y="2683181"/>
                    <a:pt x="1243879" y="2671027"/>
                  </a:cubicBezTo>
                  <a:close/>
                  <a:moveTo>
                    <a:pt x="3073689" y="2638107"/>
                  </a:moveTo>
                  <a:cubicBezTo>
                    <a:pt x="3081792" y="2648236"/>
                    <a:pt x="3098252" y="2643931"/>
                    <a:pt x="3100278" y="2631270"/>
                  </a:cubicBezTo>
                  <a:cubicBezTo>
                    <a:pt x="3101037" y="2625446"/>
                    <a:pt x="3098252" y="2615823"/>
                    <a:pt x="3086350" y="2614810"/>
                  </a:cubicBezTo>
                  <a:cubicBezTo>
                    <a:pt x="3072423" y="2615063"/>
                    <a:pt x="3066852" y="2629244"/>
                    <a:pt x="3073689" y="2638107"/>
                  </a:cubicBezTo>
                  <a:close/>
                  <a:moveTo>
                    <a:pt x="3008610" y="2636081"/>
                  </a:moveTo>
                  <a:cubicBezTo>
                    <a:pt x="3016460" y="2646210"/>
                    <a:pt x="3033679" y="2641652"/>
                    <a:pt x="3035452" y="2629244"/>
                  </a:cubicBezTo>
                  <a:cubicBezTo>
                    <a:pt x="3036212" y="2623420"/>
                    <a:pt x="3033173" y="2613797"/>
                    <a:pt x="3021018" y="2612785"/>
                  </a:cubicBezTo>
                  <a:cubicBezTo>
                    <a:pt x="3007344" y="2613038"/>
                    <a:pt x="3001773" y="2627218"/>
                    <a:pt x="3008610" y="2636081"/>
                  </a:cubicBezTo>
                  <a:close/>
                  <a:moveTo>
                    <a:pt x="2955686" y="2610759"/>
                  </a:moveTo>
                  <a:cubicBezTo>
                    <a:pt x="2941758" y="2611012"/>
                    <a:pt x="2936187" y="2625446"/>
                    <a:pt x="2943024" y="2634055"/>
                  </a:cubicBezTo>
                  <a:cubicBezTo>
                    <a:pt x="2951128" y="2644184"/>
                    <a:pt x="2968094" y="2639626"/>
                    <a:pt x="2970120" y="2627218"/>
                  </a:cubicBezTo>
                  <a:cubicBezTo>
                    <a:pt x="2971133" y="2620888"/>
                    <a:pt x="2967334" y="2611518"/>
                    <a:pt x="2955686" y="2610759"/>
                  </a:cubicBezTo>
                  <a:close/>
                  <a:moveTo>
                    <a:pt x="2889594" y="2608733"/>
                  </a:moveTo>
                  <a:cubicBezTo>
                    <a:pt x="2875666" y="2608986"/>
                    <a:pt x="2869842" y="2623420"/>
                    <a:pt x="2876933" y="2632030"/>
                  </a:cubicBezTo>
                  <a:cubicBezTo>
                    <a:pt x="2885289" y="2642159"/>
                    <a:pt x="2902255" y="2637854"/>
                    <a:pt x="2904028" y="2624939"/>
                  </a:cubicBezTo>
                  <a:cubicBezTo>
                    <a:pt x="2905041" y="2619368"/>
                    <a:pt x="2901749" y="2609746"/>
                    <a:pt x="2889594" y="2608733"/>
                  </a:cubicBezTo>
                  <a:close/>
                  <a:moveTo>
                    <a:pt x="2823249" y="2606960"/>
                  </a:moveTo>
                  <a:cubicBezTo>
                    <a:pt x="2809574" y="2607214"/>
                    <a:pt x="2803750" y="2620381"/>
                    <a:pt x="2809574" y="2629244"/>
                  </a:cubicBezTo>
                  <a:cubicBezTo>
                    <a:pt x="2817424" y="2640893"/>
                    <a:pt x="2835910" y="2636841"/>
                    <a:pt x="2837682" y="2623420"/>
                  </a:cubicBezTo>
                  <a:cubicBezTo>
                    <a:pt x="2838695" y="2617596"/>
                    <a:pt x="2835403" y="2607973"/>
                    <a:pt x="2823249" y="2606960"/>
                  </a:cubicBezTo>
                  <a:close/>
                  <a:moveTo>
                    <a:pt x="2743482" y="2628738"/>
                  </a:moveTo>
                  <a:cubicBezTo>
                    <a:pt x="2751839" y="2638613"/>
                    <a:pt x="2769312" y="2634309"/>
                    <a:pt x="2771084" y="2621647"/>
                  </a:cubicBezTo>
                  <a:cubicBezTo>
                    <a:pt x="2771844" y="2615317"/>
                    <a:pt x="2768045" y="2606201"/>
                    <a:pt x="2756144" y="2605188"/>
                  </a:cubicBezTo>
                  <a:cubicBezTo>
                    <a:pt x="2741710" y="2605441"/>
                    <a:pt x="2736139" y="2619875"/>
                    <a:pt x="2743482" y="2628738"/>
                  </a:cubicBezTo>
                  <a:close/>
                  <a:moveTo>
                    <a:pt x="2415049" y="2597844"/>
                  </a:moveTo>
                  <a:cubicBezTo>
                    <a:pt x="2400108" y="2598351"/>
                    <a:pt x="2395803" y="2612025"/>
                    <a:pt x="2401627" y="2620128"/>
                  </a:cubicBezTo>
                  <a:cubicBezTo>
                    <a:pt x="2409731" y="2631523"/>
                    <a:pt x="2428723" y="2627472"/>
                    <a:pt x="2430495" y="2614051"/>
                  </a:cubicBezTo>
                  <a:lnTo>
                    <a:pt x="2430495" y="2614051"/>
                  </a:lnTo>
                  <a:cubicBezTo>
                    <a:pt x="2431255" y="2608226"/>
                    <a:pt x="2427710" y="2598604"/>
                    <a:pt x="2415049" y="2597844"/>
                  </a:cubicBezTo>
                  <a:close/>
                  <a:moveTo>
                    <a:pt x="2345918" y="2596578"/>
                  </a:moveTo>
                  <a:cubicBezTo>
                    <a:pt x="2331737" y="2597084"/>
                    <a:pt x="2325913" y="2609999"/>
                    <a:pt x="2332244" y="2618862"/>
                  </a:cubicBezTo>
                  <a:cubicBezTo>
                    <a:pt x="2340600" y="2630257"/>
                    <a:pt x="2359592" y="2626205"/>
                    <a:pt x="2361365" y="2612785"/>
                  </a:cubicBezTo>
                  <a:cubicBezTo>
                    <a:pt x="2362124" y="2606960"/>
                    <a:pt x="2358579" y="2597338"/>
                    <a:pt x="2345918" y="2596578"/>
                  </a:cubicBezTo>
                  <a:close/>
                  <a:moveTo>
                    <a:pt x="3141300" y="2576573"/>
                  </a:moveTo>
                  <a:cubicBezTo>
                    <a:pt x="3149150" y="2586956"/>
                    <a:pt x="3165610" y="2582651"/>
                    <a:pt x="3167636" y="2569736"/>
                  </a:cubicBezTo>
                  <a:cubicBezTo>
                    <a:pt x="3168396" y="2563912"/>
                    <a:pt x="3165357" y="2554036"/>
                    <a:pt x="3153708" y="2553276"/>
                  </a:cubicBezTo>
                  <a:cubicBezTo>
                    <a:pt x="3139781" y="2553276"/>
                    <a:pt x="3134463" y="2567710"/>
                    <a:pt x="3141300" y="2576573"/>
                  </a:cubicBezTo>
                  <a:close/>
                  <a:moveTo>
                    <a:pt x="2608766" y="2560620"/>
                  </a:moveTo>
                  <a:cubicBezTo>
                    <a:pt x="2616869" y="2572268"/>
                    <a:pt x="2635608" y="2568217"/>
                    <a:pt x="2637381" y="2554542"/>
                  </a:cubicBezTo>
                  <a:cubicBezTo>
                    <a:pt x="2638141" y="2548718"/>
                    <a:pt x="2634849" y="2539096"/>
                    <a:pt x="2622187" y="2538083"/>
                  </a:cubicBezTo>
                  <a:cubicBezTo>
                    <a:pt x="2608513" y="2538589"/>
                    <a:pt x="2602436" y="2551757"/>
                    <a:pt x="2608766" y="2560620"/>
                  </a:cubicBezTo>
                  <a:close/>
                  <a:moveTo>
                    <a:pt x="2569263" y="2553023"/>
                  </a:moveTo>
                  <a:cubicBezTo>
                    <a:pt x="2570023" y="2547199"/>
                    <a:pt x="2566478" y="2537576"/>
                    <a:pt x="2554070" y="2536563"/>
                  </a:cubicBezTo>
                  <a:cubicBezTo>
                    <a:pt x="2538623" y="2536817"/>
                    <a:pt x="2534571" y="2550744"/>
                    <a:pt x="2540395" y="2559101"/>
                  </a:cubicBezTo>
                  <a:cubicBezTo>
                    <a:pt x="2548245" y="2570496"/>
                    <a:pt x="2567490" y="2566444"/>
                    <a:pt x="2569263" y="2553023"/>
                  </a:cubicBezTo>
                  <a:close/>
                  <a:moveTo>
                    <a:pt x="2277294" y="2531752"/>
                  </a:moveTo>
                  <a:cubicBezTo>
                    <a:pt x="2262353" y="2532259"/>
                    <a:pt x="2258048" y="2546186"/>
                    <a:pt x="2263873" y="2554289"/>
                  </a:cubicBezTo>
                  <a:cubicBezTo>
                    <a:pt x="2271976" y="2565684"/>
                    <a:pt x="2291474" y="2561633"/>
                    <a:pt x="2293247" y="2547959"/>
                  </a:cubicBezTo>
                  <a:cubicBezTo>
                    <a:pt x="2293753" y="2541628"/>
                    <a:pt x="2289449" y="2532512"/>
                    <a:pt x="2277294" y="2531752"/>
                  </a:cubicBezTo>
                  <a:close/>
                  <a:moveTo>
                    <a:pt x="2207403" y="2530739"/>
                  </a:moveTo>
                  <a:cubicBezTo>
                    <a:pt x="2192463" y="2531246"/>
                    <a:pt x="2188158" y="2545173"/>
                    <a:pt x="2193982" y="2553276"/>
                  </a:cubicBezTo>
                  <a:cubicBezTo>
                    <a:pt x="2202086" y="2564672"/>
                    <a:pt x="2221584" y="2560367"/>
                    <a:pt x="2223103" y="2546946"/>
                  </a:cubicBezTo>
                  <a:cubicBezTo>
                    <a:pt x="2223863" y="2541122"/>
                    <a:pt x="2220318" y="2531499"/>
                    <a:pt x="2207403" y="2530739"/>
                  </a:cubicBezTo>
                  <a:close/>
                  <a:moveTo>
                    <a:pt x="2137513" y="2529726"/>
                  </a:moveTo>
                  <a:cubicBezTo>
                    <a:pt x="2123332" y="2530233"/>
                    <a:pt x="2117255" y="2543401"/>
                    <a:pt x="2123839" y="2552264"/>
                  </a:cubicBezTo>
                  <a:cubicBezTo>
                    <a:pt x="2132448" y="2563659"/>
                    <a:pt x="2151694" y="2559607"/>
                    <a:pt x="2153213" y="2545933"/>
                  </a:cubicBezTo>
                  <a:cubicBezTo>
                    <a:pt x="2153973" y="2540109"/>
                    <a:pt x="2150427" y="2530486"/>
                    <a:pt x="2137513" y="2529726"/>
                  </a:cubicBezTo>
                  <a:close/>
                  <a:moveTo>
                    <a:pt x="1298576" y="2543401"/>
                  </a:moveTo>
                  <a:cubicBezTo>
                    <a:pt x="1299082" y="2537070"/>
                    <a:pt x="1295030" y="2527954"/>
                    <a:pt x="1284901" y="2527447"/>
                  </a:cubicBezTo>
                  <a:cubicBezTo>
                    <a:pt x="1272493" y="2528207"/>
                    <a:pt x="1268189" y="2542894"/>
                    <a:pt x="1275026" y="2551504"/>
                  </a:cubicBezTo>
                  <a:cubicBezTo>
                    <a:pt x="1282622" y="2561380"/>
                    <a:pt x="1297563" y="2556568"/>
                    <a:pt x="1298576" y="2543401"/>
                  </a:cubicBezTo>
                  <a:close/>
                  <a:moveTo>
                    <a:pt x="3079007" y="2510481"/>
                  </a:moveTo>
                  <a:cubicBezTo>
                    <a:pt x="3087110" y="2520864"/>
                    <a:pt x="3103823" y="2516306"/>
                    <a:pt x="3105595" y="2503391"/>
                  </a:cubicBezTo>
                  <a:cubicBezTo>
                    <a:pt x="3106355" y="2497060"/>
                    <a:pt x="3102557" y="2487438"/>
                    <a:pt x="3091415" y="2486678"/>
                  </a:cubicBezTo>
                  <a:cubicBezTo>
                    <a:pt x="3077234" y="2486931"/>
                    <a:pt x="3071663" y="2501618"/>
                    <a:pt x="3079007" y="2510481"/>
                  </a:cubicBezTo>
                  <a:close/>
                  <a:moveTo>
                    <a:pt x="3013675" y="2508455"/>
                  </a:moveTo>
                  <a:cubicBezTo>
                    <a:pt x="3021778" y="2518584"/>
                    <a:pt x="3038744" y="2514280"/>
                    <a:pt x="3040516" y="2501365"/>
                  </a:cubicBezTo>
                  <a:cubicBezTo>
                    <a:pt x="3041276" y="2495034"/>
                    <a:pt x="3037478" y="2485412"/>
                    <a:pt x="3026083" y="2484652"/>
                  </a:cubicBezTo>
                  <a:cubicBezTo>
                    <a:pt x="3011902" y="2484905"/>
                    <a:pt x="3006584" y="2499339"/>
                    <a:pt x="3013675" y="2508455"/>
                  </a:cubicBezTo>
                  <a:close/>
                  <a:moveTo>
                    <a:pt x="2747028" y="2500859"/>
                  </a:moveTo>
                  <a:cubicBezTo>
                    <a:pt x="2755384" y="2510988"/>
                    <a:pt x="2772857" y="2506430"/>
                    <a:pt x="2774629" y="2493768"/>
                  </a:cubicBezTo>
                  <a:cubicBezTo>
                    <a:pt x="2775389" y="2487438"/>
                    <a:pt x="2771337" y="2477815"/>
                    <a:pt x="2759436" y="2477055"/>
                  </a:cubicBezTo>
                  <a:cubicBezTo>
                    <a:pt x="2745255" y="2477309"/>
                    <a:pt x="2739684" y="2491996"/>
                    <a:pt x="2747028" y="2500859"/>
                  </a:cubicBezTo>
                  <a:close/>
                  <a:moveTo>
                    <a:pt x="3171941" y="2441351"/>
                  </a:moveTo>
                  <a:cubicBezTo>
                    <a:pt x="3172700" y="2435020"/>
                    <a:pt x="3168902" y="2425397"/>
                    <a:pt x="3157760" y="2424384"/>
                  </a:cubicBezTo>
                  <a:cubicBezTo>
                    <a:pt x="3144086" y="2424638"/>
                    <a:pt x="3138768" y="2439325"/>
                    <a:pt x="3145605" y="2448188"/>
                  </a:cubicBezTo>
                  <a:cubicBezTo>
                    <a:pt x="3153962" y="2458823"/>
                    <a:pt x="3170168" y="2454265"/>
                    <a:pt x="3171941" y="2441351"/>
                  </a:cubicBezTo>
                  <a:close/>
                  <a:moveTo>
                    <a:pt x="3080779" y="2446162"/>
                  </a:moveTo>
                  <a:cubicBezTo>
                    <a:pt x="3089136" y="2456544"/>
                    <a:pt x="3105595" y="2452239"/>
                    <a:pt x="3107368" y="2439072"/>
                  </a:cubicBezTo>
                  <a:cubicBezTo>
                    <a:pt x="3108128" y="2432741"/>
                    <a:pt x="3104329" y="2423118"/>
                    <a:pt x="3092934" y="2422105"/>
                  </a:cubicBezTo>
                  <a:cubicBezTo>
                    <a:pt x="3079007" y="2422359"/>
                    <a:pt x="3073689" y="2437046"/>
                    <a:pt x="3080779" y="2446162"/>
                  </a:cubicBezTo>
                  <a:close/>
                  <a:moveTo>
                    <a:pt x="3015447" y="2444136"/>
                  </a:moveTo>
                  <a:cubicBezTo>
                    <a:pt x="3023550" y="2454265"/>
                    <a:pt x="3040770" y="2449960"/>
                    <a:pt x="3042289" y="2437046"/>
                  </a:cubicBezTo>
                  <a:cubicBezTo>
                    <a:pt x="3043049" y="2430462"/>
                    <a:pt x="3039250" y="2421093"/>
                    <a:pt x="3027602" y="2420080"/>
                  </a:cubicBezTo>
                  <a:cubicBezTo>
                    <a:pt x="3013675" y="2420333"/>
                    <a:pt x="3008357" y="2435020"/>
                    <a:pt x="3015447" y="2444136"/>
                  </a:cubicBezTo>
                  <a:close/>
                  <a:moveTo>
                    <a:pt x="2976704" y="2435020"/>
                  </a:moveTo>
                  <a:cubicBezTo>
                    <a:pt x="2977463" y="2428689"/>
                    <a:pt x="2973412" y="2419067"/>
                    <a:pt x="2962016" y="2418054"/>
                  </a:cubicBezTo>
                  <a:cubicBezTo>
                    <a:pt x="2947836" y="2418307"/>
                    <a:pt x="2942518" y="2432994"/>
                    <a:pt x="2949608" y="2442110"/>
                  </a:cubicBezTo>
                  <a:cubicBezTo>
                    <a:pt x="2957712" y="2452239"/>
                    <a:pt x="2974931" y="2447681"/>
                    <a:pt x="2976704" y="2435020"/>
                  </a:cubicBezTo>
                  <a:close/>
                  <a:moveTo>
                    <a:pt x="1659676" y="2397543"/>
                  </a:moveTo>
                  <a:cubicBezTo>
                    <a:pt x="1645495" y="2398302"/>
                    <a:pt x="1640430" y="2412989"/>
                    <a:pt x="1647774" y="2421852"/>
                  </a:cubicBezTo>
                  <a:cubicBezTo>
                    <a:pt x="1656384" y="2431981"/>
                    <a:pt x="1672843" y="2427170"/>
                    <a:pt x="1674363" y="2414002"/>
                  </a:cubicBezTo>
                  <a:cubicBezTo>
                    <a:pt x="1675123" y="2407418"/>
                    <a:pt x="1671071" y="2398049"/>
                    <a:pt x="1659676" y="2397543"/>
                  </a:cubicBezTo>
                  <a:close/>
                  <a:moveTo>
                    <a:pt x="1594597" y="2397289"/>
                  </a:moveTo>
                  <a:cubicBezTo>
                    <a:pt x="1580669" y="2398049"/>
                    <a:pt x="1575605" y="2412736"/>
                    <a:pt x="1582948" y="2421599"/>
                  </a:cubicBezTo>
                  <a:cubicBezTo>
                    <a:pt x="1591305" y="2431728"/>
                    <a:pt x="1607764" y="2426917"/>
                    <a:pt x="1609284" y="2413749"/>
                  </a:cubicBezTo>
                  <a:cubicBezTo>
                    <a:pt x="1609790" y="2407418"/>
                    <a:pt x="1605739" y="2398049"/>
                    <a:pt x="1594597" y="2397289"/>
                  </a:cubicBezTo>
                  <a:close/>
                  <a:moveTo>
                    <a:pt x="1530277" y="2397289"/>
                  </a:moveTo>
                  <a:cubicBezTo>
                    <a:pt x="1516856" y="2398049"/>
                    <a:pt x="1511792" y="2412736"/>
                    <a:pt x="1518882" y="2421599"/>
                  </a:cubicBezTo>
                  <a:cubicBezTo>
                    <a:pt x="1526985" y="2431475"/>
                    <a:pt x="1543445" y="2426664"/>
                    <a:pt x="1544711" y="2413749"/>
                  </a:cubicBezTo>
                  <a:cubicBezTo>
                    <a:pt x="1545471" y="2407418"/>
                    <a:pt x="1541672" y="2398049"/>
                    <a:pt x="1530277" y="2397289"/>
                  </a:cubicBezTo>
                  <a:close/>
                  <a:moveTo>
                    <a:pt x="1481405" y="2414002"/>
                  </a:moveTo>
                  <a:cubicBezTo>
                    <a:pt x="1482164" y="2407418"/>
                    <a:pt x="1478113" y="2398049"/>
                    <a:pt x="1467224" y="2397543"/>
                  </a:cubicBezTo>
                  <a:cubicBezTo>
                    <a:pt x="1454056" y="2398302"/>
                    <a:pt x="1448992" y="2413243"/>
                    <a:pt x="1456082" y="2421852"/>
                  </a:cubicBezTo>
                  <a:cubicBezTo>
                    <a:pt x="1464185" y="2431981"/>
                    <a:pt x="1480139" y="2427170"/>
                    <a:pt x="1481405" y="2414002"/>
                  </a:cubicBezTo>
                  <a:close/>
                  <a:moveTo>
                    <a:pt x="1405184" y="2397796"/>
                  </a:moveTo>
                  <a:cubicBezTo>
                    <a:pt x="1392016" y="2398555"/>
                    <a:pt x="1387205" y="2413496"/>
                    <a:pt x="1394042" y="2422105"/>
                  </a:cubicBezTo>
                  <a:cubicBezTo>
                    <a:pt x="1402145" y="2432235"/>
                    <a:pt x="1417845" y="2427170"/>
                    <a:pt x="1419111" y="2414002"/>
                  </a:cubicBezTo>
                  <a:cubicBezTo>
                    <a:pt x="1419871" y="2407672"/>
                    <a:pt x="1416072" y="2398302"/>
                    <a:pt x="1405184" y="2397796"/>
                  </a:cubicBezTo>
                  <a:close/>
                  <a:moveTo>
                    <a:pt x="3710045" y="2382096"/>
                  </a:moveTo>
                  <a:cubicBezTo>
                    <a:pt x="3696878" y="2382096"/>
                    <a:pt x="3692573" y="2397796"/>
                    <a:pt x="3700170" y="2406912"/>
                  </a:cubicBezTo>
                  <a:cubicBezTo>
                    <a:pt x="3707767" y="2416281"/>
                    <a:pt x="3721441" y="2411470"/>
                    <a:pt x="3722707" y="2399062"/>
                  </a:cubicBezTo>
                  <a:cubicBezTo>
                    <a:pt x="3723466" y="2392731"/>
                    <a:pt x="3720175" y="2383109"/>
                    <a:pt x="3710045" y="2382096"/>
                  </a:cubicBezTo>
                  <a:close/>
                  <a:moveTo>
                    <a:pt x="2750066" y="2371714"/>
                  </a:moveTo>
                  <a:cubicBezTo>
                    <a:pt x="2758423" y="2382096"/>
                    <a:pt x="2776149" y="2377538"/>
                    <a:pt x="2777668" y="2364370"/>
                  </a:cubicBezTo>
                  <a:cubicBezTo>
                    <a:pt x="2778428" y="2358039"/>
                    <a:pt x="2774376" y="2348417"/>
                    <a:pt x="2762474" y="2347657"/>
                  </a:cubicBezTo>
                  <a:cubicBezTo>
                    <a:pt x="2748040" y="2348164"/>
                    <a:pt x="2742723" y="2362597"/>
                    <a:pt x="2750066" y="2371714"/>
                  </a:cubicBezTo>
                  <a:close/>
                  <a:moveTo>
                    <a:pt x="2682202" y="2370194"/>
                  </a:moveTo>
                  <a:cubicBezTo>
                    <a:pt x="2690812" y="2380830"/>
                    <a:pt x="2708031" y="2376271"/>
                    <a:pt x="2709803" y="2362851"/>
                  </a:cubicBezTo>
                  <a:cubicBezTo>
                    <a:pt x="2710563" y="2356773"/>
                    <a:pt x="2707018" y="2347151"/>
                    <a:pt x="2694610" y="2346138"/>
                  </a:cubicBezTo>
                  <a:cubicBezTo>
                    <a:pt x="2680176" y="2346391"/>
                    <a:pt x="2674858" y="2360825"/>
                    <a:pt x="2682202" y="2370194"/>
                  </a:cubicBezTo>
                  <a:close/>
                  <a:moveTo>
                    <a:pt x="2419860" y="2340313"/>
                  </a:moveTo>
                  <a:cubicBezTo>
                    <a:pt x="2404920" y="2340820"/>
                    <a:pt x="2399349" y="2355254"/>
                    <a:pt x="2407198" y="2364370"/>
                  </a:cubicBezTo>
                  <a:cubicBezTo>
                    <a:pt x="2416062" y="2375005"/>
                    <a:pt x="2433787" y="2370194"/>
                    <a:pt x="2435307" y="2357026"/>
                  </a:cubicBezTo>
                  <a:cubicBezTo>
                    <a:pt x="2436066" y="2350949"/>
                    <a:pt x="2432521" y="2341073"/>
                    <a:pt x="2419860" y="2340313"/>
                  </a:cubicBezTo>
                  <a:close/>
                  <a:moveTo>
                    <a:pt x="2365923" y="2355760"/>
                  </a:moveTo>
                  <a:cubicBezTo>
                    <a:pt x="2366682" y="2349683"/>
                    <a:pt x="2363137" y="2340060"/>
                    <a:pt x="2350476" y="2339047"/>
                  </a:cubicBezTo>
                  <a:cubicBezTo>
                    <a:pt x="2336042" y="2339554"/>
                    <a:pt x="2330218" y="2352722"/>
                    <a:pt x="2336802" y="2362091"/>
                  </a:cubicBezTo>
                  <a:cubicBezTo>
                    <a:pt x="2344905" y="2373993"/>
                    <a:pt x="2364150" y="2369688"/>
                    <a:pt x="2365923" y="2355760"/>
                  </a:cubicBezTo>
                  <a:close/>
                  <a:moveTo>
                    <a:pt x="2280332" y="2338034"/>
                  </a:moveTo>
                  <a:cubicBezTo>
                    <a:pt x="2265392" y="2338541"/>
                    <a:pt x="2259821" y="2352975"/>
                    <a:pt x="2267418" y="2362091"/>
                  </a:cubicBezTo>
                  <a:cubicBezTo>
                    <a:pt x="2276027" y="2372473"/>
                    <a:pt x="2294260" y="2367662"/>
                    <a:pt x="2296032" y="2354494"/>
                  </a:cubicBezTo>
                  <a:cubicBezTo>
                    <a:pt x="2297045" y="2348164"/>
                    <a:pt x="2292740" y="2338794"/>
                    <a:pt x="2280332" y="2338034"/>
                  </a:cubicBezTo>
                  <a:close/>
                  <a:moveTo>
                    <a:pt x="2210442" y="2337022"/>
                  </a:moveTo>
                  <a:cubicBezTo>
                    <a:pt x="2195502" y="2337528"/>
                    <a:pt x="2189931" y="2351962"/>
                    <a:pt x="2197527" y="2361078"/>
                  </a:cubicBezTo>
                  <a:cubicBezTo>
                    <a:pt x="2206390" y="2371460"/>
                    <a:pt x="2224369" y="2366902"/>
                    <a:pt x="2225889" y="2353481"/>
                  </a:cubicBezTo>
                  <a:cubicBezTo>
                    <a:pt x="2226902" y="2347404"/>
                    <a:pt x="2223357" y="2337781"/>
                    <a:pt x="2210442" y="2337022"/>
                  </a:cubicBezTo>
                  <a:close/>
                  <a:moveTo>
                    <a:pt x="1793632" y="2332970"/>
                  </a:moveTo>
                  <a:cubicBezTo>
                    <a:pt x="1779198" y="2333476"/>
                    <a:pt x="1773881" y="2348164"/>
                    <a:pt x="1781224" y="2357280"/>
                  </a:cubicBezTo>
                  <a:cubicBezTo>
                    <a:pt x="1789581" y="2367409"/>
                    <a:pt x="1807053" y="2362597"/>
                    <a:pt x="1808826" y="2349430"/>
                  </a:cubicBezTo>
                  <a:cubicBezTo>
                    <a:pt x="1809585" y="2343099"/>
                    <a:pt x="1805281" y="2333730"/>
                    <a:pt x="1793632" y="2332970"/>
                  </a:cubicBezTo>
                  <a:close/>
                  <a:moveTo>
                    <a:pt x="1298322" y="2349936"/>
                  </a:moveTo>
                  <a:cubicBezTo>
                    <a:pt x="1299082" y="2343605"/>
                    <a:pt x="1295284" y="2334236"/>
                    <a:pt x="1285155" y="2333730"/>
                  </a:cubicBezTo>
                  <a:cubicBezTo>
                    <a:pt x="1272493" y="2334489"/>
                    <a:pt x="1267682" y="2349176"/>
                    <a:pt x="1274266" y="2358039"/>
                  </a:cubicBezTo>
                  <a:cubicBezTo>
                    <a:pt x="1281609" y="2368422"/>
                    <a:pt x="1296803" y="2363357"/>
                    <a:pt x="1298322" y="2349936"/>
                  </a:cubicBezTo>
                  <a:close/>
                  <a:moveTo>
                    <a:pt x="3823997" y="2323094"/>
                  </a:moveTo>
                  <a:cubicBezTo>
                    <a:pt x="3811589" y="2323094"/>
                    <a:pt x="3807538" y="2338794"/>
                    <a:pt x="3814881" y="2347910"/>
                  </a:cubicBezTo>
                  <a:cubicBezTo>
                    <a:pt x="3822225" y="2357026"/>
                    <a:pt x="3835646" y="2352215"/>
                    <a:pt x="3836658" y="2340060"/>
                  </a:cubicBezTo>
                  <a:cubicBezTo>
                    <a:pt x="3837418" y="2333730"/>
                    <a:pt x="3833873" y="2324360"/>
                    <a:pt x="3823997" y="2323094"/>
                  </a:cubicBezTo>
                  <a:close/>
                  <a:moveTo>
                    <a:pt x="2683468" y="2305368"/>
                  </a:moveTo>
                  <a:cubicBezTo>
                    <a:pt x="2692078" y="2316004"/>
                    <a:pt x="2709297" y="2311446"/>
                    <a:pt x="2711069" y="2298025"/>
                  </a:cubicBezTo>
                  <a:cubicBezTo>
                    <a:pt x="2711829" y="2292200"/>
                    <a:pt x="2708284" y="2282325"/>
                    <a:pt x="2695876" y="2281565"/>
                  </a:cubicBezTo>
                  <a:cubicBezTo>
                    <a:pt x="2681442" y="2281818"/>
                    <a:pt x="2675871" y="2296252"/>
                    <a:pt x="2683468" y="2305368"/>
                  </a:cubicBezTo>
                  <a:close/>
                  <a:moveTo>
                    <a:pt x="2615097" y="2303849"/>
                  </a:moveTo>
                  <a:cubicBezTo>
                    <a:pt x="2623960" y="2314231"/>
                    <a:pt x="2641432" y="2309673"/>
                    <a:pt x="2642952" y="2296505"/>
                  </a:cubicBezTo>
                  <a:cubicBezTo>
                    <a:pt x="2643712" y="2290681"/>
                    <a:pt x="2640166" y="2280805"/>
                    <a:pt x="2627758" y="2280046"/>
                  </a:cubicBezTo>
                  <a:cubicBezTo>
                    <a:pt x="2612818" y="2280299"/>
                    <a:pt x="2607500" y="2294733"/>
                    <a:pt x="2615097" y="2303849"/>
                  </a:cubicBezTo>
                  <a:close/>
                  <a:moveTo>
                    <a:pt x="2490257" y="2277007"/>
                  </a:moveTo>
                  <a:cubicBezTo>
                    <a:pt x="2475570" y="2277514"/>
                    <a:pt x="2469999" y="2291694"/>
                    <a:pt x="2477595" y="2300810"/>
                  </a:cubicBezTo>
                  <a:cubicBezTo>
                    <a:pt x="2486205" y="2311192"/>
                    <a:pt x="2504184" y="2306381"/>
                    <a:pt x="2505703" y="2293467"/>
                  </a:cubicBezTo>
                  <a:cubicBezTo>
                    <a:pt x="2506716" y="2287136"/>
                    <a:pt x="2502411" y="2277767"/>
                    <a:pt x="2490257" y="2277007"/>
                  </a:cubicBezTo>
                  <a:close/>
                  <a:moveTo>
                    <a:pt x="2408465" y="2299544"/>
                  </a:moveTo>
                  <a:cubicBezTo>
                    <a:pt x="2417328" y="2309926"/>
                    <a:pt x="2435053" y="2305368"/>
                    <a:pt x="2436573" y="2292200"/>
                  </a:cubicBezTo>
                  <a:cubicBezTo>
                    <a:pt x="2437332" y="2286376"/>
                    <a:pt x="2433787" y="2276501"/>
                    <a:pt x="2421126" y="2275741"/>
                  </a:cubicBezTo>
                  <a:cubicBezTo>
                    <a:pt x="2406186" y="2276247"/>
                    <a:pt x="2400615" y="2290428"/>
                    <a:pt x="2408465" y="2299544"/>
                  </a:cubicBezTo>
                  <a:close/>
                  <a:moveTo>
                    <a:pt x="2351742" y="2274475"/>
                  </a:moveTo>
                  <a:cubicBezTo>
                    <a:pt x="2337308" y="2274981"/>
                    <a:pt x="2331484" y="2288149"/>
                    <a:pt x="2337815" y="2297265"/>
                  </a:cubicBezTo>
                  <a:cubicBezTo>
                    <a:pt x="2346171" y="2309167"/>
                    <a:pt x="2365416" y="2304862"/>
                    <a:pt x="2367189" y="2290934"/>
                  </a:cubicBezTo>
                  <a:cubicBezTo>
                    <a:pt x="2367949" y="2285110"/>
                    <a:pt x="2364403" y="2275234"/>
                    <a:pt x="2351742" y="2274475"/>
                  </a:cubicBezTo>
                  <a:close/>
                  <a:moveTo>
                    <a:pt x="2281852" y="2273462"/>
                  </a:moveTo>
                  <a:cubicBezTo>
                    <a:pt x="2267418" y="2273968"/>
                    <a:pt x="2261847" y="2287136"/>
                    <a:pt x="2268178" y="2296252"/>
                  </a:cubicBezTo>
                  <a:cubicBezTo>
                    <a:pt x="2276281" y="2307901"/>
                    <a:pt x="2295779" y="2303596"/>
                    <a:pt x="2297552" y="2289922"/>
                  </a:cubicBezTo>
                  <a:cubicBezTo>
                    <a:pt x="2298311" y="2283338"/>
                    <a:pt x="2294006" y="2274221"/>
                    <a:pt x="2281852" y="2273462"/>
                  </a:cubicBezTo>
                  <a:close/>
                  <a:moveTo>
                    <a:pt x="2071674" y="2270676"/>
                  </a:moveTo>
                  <a:cubicBezTo>
                    <a:pt x="2055974" y="2271183"/>
                    <a:pt x="2051923" y="2285363"/>
                    <a:pt x="2057494" y="2293467"/>
                  </a:cubicBezTo>
                  <a:cubicBezTo>
                    <a:pt x="2065597" y="2305115"/>
                    <a:pt x="2085348" y="2300810"/>
                    <a:pt x="2087121" y="2286883"/>
                  </a:cubicBezTo>
                  <a:cubicBezTo>
                    <a:pt x="2087881" y="2281059"/>
                    <a:pt x="2084335" y="2271436"/>
                    <a:pt x="2071674" y="2270676"/>
                  </a:cubicBezTo>
                  <a:close/>
                  <a:moveTo>
                    <a:pt x="2001277" y="2269917"/>
                  </a:moveTo>
                  <a:cubicBezTo>
                    <a:pt x="1986843" y="2270423"/>
                    <a:pt x="1981019" y="2283591"/>
                    <a:pt x="1987350" y="2292707"/>
                  </a:cubicBezTo>
                  <a:cubicBezTo>
                    <a:pt x="1995453" y="2304355"/>
                    <a:pt x="2014952" y="2300051"/>
                    <a:pt x="2016977" y="2286123"/>
                  </a:cubicBezTo>
                  <a:cubicBezTo>
                    <a:pt x="2017737" y="2279792"/>
                    <a:pt x="2013432" y="2270676"/>
                    <a:pt x="2001277" y="2269917"/>
                  </a:cubicBezTo>
                  <a:close/>
                  <a:moveTo>
                    <a:pt x="1795152" y="2268397"/>
                  </a:moveTo>
                  <a:cubicBezTo>
                    <a:pt x="1780718" y="2268904"/>
                    <a:pt x="1775400" y="2283591"/>
                    <a:pt x="1782744" y="2292454"/>
                  </a:cubicBezTo>
                  <a:cubicBezTo>
                    <a:pt x="1791100" y="2302583"/>
                    <a:pt x="1808572" y="2297771"/>
                    <a:pt x="1810345" y="2284604"/>
                  </a:cubicBezTo>
                  <a:cubicBezTo>
                    <a:pt x="1811105" y="2278273"/>
                    <a:pt x="1806800" y="2269157"/>
                    <a:pt x="1795152" y="2268397"/>
                  </a:cubicBezTo>
                  <a:close/>
                  <a:moveTo>
                    <a:pt x="1728047" y="2268144"/>
                  </a:moveTo>
                  <a:cubicBezTo>
                    <a:pt x="1713866" y="2268904"/>
                    <a:pt x="1708548" y="2283338"/>
                    <a:pt x="1715639" y="2292200"/>
                  </a:cubicBezTo>
                  <a:cubicBezTo>
                    <a:pt x="1723995" y="2302583"/>
                    <a:pt x="1740961" y="2297771"/>
                    <a:pt x="1742734" y="2284351"/>
                  </a:cubicBezTo>
                  <a:cubicBezTo>
                    <a:pt x="1743747" y="2278526"/>
                    <a:pt x="1740455" y="2268904"/>
                    <a:pt x="1728047" y="2268144"/>
                  </a:cubicBezTo>
                  <a:close/>
                  <a:moveTo>
                    <a:pt x="1662208" y="2267891"/>
                  </a:moveTo>
                  <a:cubicBezTo>
                    <a:pt x="1648027" y="2268650"/>
                    <a:pt x="1642710" y="2283085"/>
                    <a:pt x="1649800" y="2291947"/>
                  </a:cubicBezTo>
                  <a:cubicBezTo>
                    <a:pt x="1658156" y="2302076"/>
                    <a:pt x="1674869" y="2297265"/>
                    <a:pt x="1676642" y="2284097"/>
                  </a:cubicBezTo>
                  <a:cubicBezTo>
                    <a:pt x="1677401" y="2278273"/>
                    <a:pt x="1674110" y="2268650"/>
                    <a:pt x="1662208" y="2267891"/>
                  </a:cubicBezTo>
                  <a:close/>
                  <a:moveTo>
                    <a:pt x="1286674" y="2269157"/>
                  </a:moveTo>
                  <a:cubicBezTo>
                    <a:pt x="1274013" y="2269917"/>
                    <a:pt x="1268948" y="2284604"/>
                    <a:pt x="1275532" y="2293467"/>
                  </a:cubicBezTo>
                  <a:cubicBezTo>
                    <a:pt x="1282876" y="2303849"/>
                    <a:pt x="1298069" y="2298531"/>
                    <a:pt x="1299842" y="2285363"/>
                  </a:cubicBezTo>
                  <a:cubicBezTo>
                    <a:pt x="1300601" y="2279286"/>
                    <a:pt x="1297563" y="2269663"/>
                    <a:pt x="1286674" y="2269157"/>
                  </a:cubicBezTo>
                  <a:close/>
                  <a:moveTo>
                    <a:pt x="33" y="2382855"/>
                  </a:moveTo>
                  <a:cubicBezTo>
                    <a:pt x="287" y="2381589"/>
                    <a:pt x="540" y="2372980"/>
                    <a:pt x="793" y="2368675"/>
                  </a:cubicBezTo>
                  <a:lnTo>
                    <a:pt x="793" y="2368675"/>
                  </a:lnTo>
                  <a:cubicBezTo>
                    <a:pt x="1046" y="2365383"/>
                    <a:pt x="1299" y="2354747"/>
                    <a:pt x="1299" y="2353228"/>
                  </a:cubicBezTo>
                  <a:cubicBezTo>
                    <a:pt x="1046" y="2353988"/>
                    <a:pt x="-220" y="2380070"/>
                    <a:pt x="33" y="2382855"/>
                  </a:cubicBezTo>
                  <a:close/>
                  <a:moveTo>
                    <a:pt x="3878947" y="2262067"/>
                  </a:moveTo>
                  <a:cubicBezTo>
                    <a:pt x="3866792" y="2262067"/>
                    <a:pt x="3862994" y="2277767"/>
                    <a:pt x="3870337" y="2286630"/>
                  </a:cubicBezTo>
                  <a:cubicBezTo>
                    <a:pt x="3877681" y="2295493"/>
                    <a:pt x="3890596" y="2290934"/>
                    <a:pt x="3891608" y="2279033"/>
                  </a:cubicBezTo>
                  <a:cubicBezTo>
                    <a:pt x="3892115" y="2272449"/>
                    <a:pt x="3888570" y="2263080"/>
                    <a:pt x="3878947" y="2262067"/>
                  </a:cubicBezTo>
                  <a:close/>
                  <a:moveTo>
                    <a:pt x="3823744" y="2259028"/>
                  </a:moveTo>
                  <a:cubicBezTo>
                    <a:pt x="3811336" y="2259028"/>
                    <a:pt x="3807538" y="2274728"/>
                    <a:pt x="3814881" y="2283591"/>
                  </a:cubicBezTo>
                  <a:cubicBezTo>
                    <a:pt x="3822478" y="2292454"/>
                    <a:pt x="3835646" y="2287896"/>
                    <a:pt x="3836658" y="2275994"/>
                  </a:cubicBezTo>
                  <a:cubicBezTo>
                    <a:pt x="3837165" y="2269410"/>
                    <a:pt x="3833620" y="2260041"/>
                    <a:pt x="3823744" y="2259028"/>
                  </a:cubicBezTo>
                  <a:close/>
                  <a:moveTo>
                    <a:pt x="3710805" y="2253457"/>
                  </a:moveTo>
                  <a:cubicBezTo>
                    <a:pt x="3697891" y="2253457"/>
                    <a:pt x="3693839" y="2269157"/>
                    <a:pt x="3701436" y="2278020"/>
                  </a:cubicBezTo>
                  <a:cubicBezTo>
                    <a:pt x="3709286" y="2287136"/>
                    <a:pt x="3722707" y="2282325"/>
                    <a:pt x="3723720" y="2270170"/>
                  </a:cubicBezTo>
                  <a:cubicBezTo>
                    <a:pt x="3724480" y="2263839"/>
                    <a:pt x="3720681" y="2254470"/>
                    <a:pt x="3710805" y="2253457"/>
                  </a:cubicBezTo>
                  <a:close/>
                  <a:moveTo>
                    <a:pt x="3412759" y="2240036"/>
                  </a:moveTo>
                  <a:cubicBezTo>
                    <a:pt x="3399338" y="2240289"/>
                    <a:pt x="3394779" y="2254470"/>
                    <a:pt x="3401870" y="2263586"/>
                  </a:cubicBezTo>
                  <a:cubicBezTo>
                    <a:pt x="3409720" y="2273715"/>
                    <a:pt x="3425673" y="2269410"/>
                    <a:pt x="3426939" y="2256749"/>
                  </a:cubicBezTo>
                  <a:cubicBezTo>
                    <a:pt x="3427446" y="2250418"/>
                    <a:pt x="3423647" y="2241049"/>
                    <a:pt x="3412759" y="2240036"/>
                  </a:cubicBezTo>
                  <a:close/>
                  <a:moveTo>
                    <a:pt x="3350718" y="2237757"/>
                  </a:moveTo>
                  <a:cubicBezTo>
                    <a:pt x="3337297" y="2238010"/>
                    <a:pt x="3332486" y="2252191"/>
                    <a:pt x="3339576" y="2261307"/>
                  </a:cubicBezTo>
                  <a:cubicBezTo>
                    <a:pt x="3347679" y="2271689"/>
                    <a:pt x="3363380" y="2267384"/>
                    <a:pt x="3364645" y="2254470"/>
                  </a:cubicBezTo>
                  <a:cubicBezTo>
                    <a:pt x="3365659" y="2248393"/>
                    <a:pt x="3362366" y="2238770"/>
                    <a:pt x="3350718" y="2237757"/>
                  </a:cubicBezTo>
                  <a:close/>
                  <a:moveTo>
                    <a:pt x="3288171" y="2235225"/>
                  </a:moveTo>
                  <a:cubicBezTo>
                    <a:pt x="3274751" y="2235478"/>
                    <a:pt x="3269686" y="2249912"/>
                    <a:pt x="3276776" y="2258775"/>
                  </a:cubicBezTo>
                  <a:cubicBezTo>
                    <a:pt x="3285132" y="2269157"/>
                    <a:pt x="3301086" y="2264852"/>
                    <a:pt x="3302352" y="2251938"/>
                  </a:cubicBezTo>
                  <a:cubicBezTo>
                    <a:pt x="3303112" y="2246113"/>
                    <a:pt x="3299820" y="2236238"/>
                    <a:pt x="3288171" y="2235225"/>
                  </a:cubicBezTo>
                  <a:close/>
                  <a:moveTo>
                    <a:pt x="3224612" y="2232946"/>
                  </a:moveTo>
                  <a:cubicBezTo>
                    <a:pt x="3210937" y="2233199"/>
                    <a:pt x="3206126" y="2247380"/>
                    <a:pt x="3213216" y="2256496"/>
                  </a:cubicBezTo>
                  <a:cubicBezTo>
                    <a:pt x="3221320" y="2266625"/>
                    <a:pt x="3237779" y="2262320"/>
                    <a:pt x="3239046" y="2249659"/>
                  </a:cubicBezTo>
                  <a:cubicBezTo>
                    <a:pt x="3240058" y="2243328"/>
                    <a:pt x="3236007" y="2233959"/>
                    <a:pt x="3224612" y="2232946"/>
                  </a:cubicBezTo>
                  <a:close/>
                  <a:moveTo>
                    <a:pt x="3030894" y="2226615"/>
                  </a:moveTo>
                  <a:cubicBezTo>
                    <a:pt x="3016713" y="2226868"/>
                    <a:pt x="3011649" y="2241049"/>
                    <a:pt x="3018992" y="2250165"/>
                  </a:cubicBezTo>
                  <a:cubicBezTo>
                    <a:pt x="3027349" y="2260294"/>
                    <a:pt x="3044315" y="2255989"/>
                    <a:pt x="3045581" y="2243075"/>
                  </a:cubicBezTo>
                  <a:lnTo>
                    <a:pt x="3045581" y="2243075"/>
                  </a:lnTo>
                  <a:cubicBezTo>
                    <a:pt x="3046341" y="2237251"/>
                    <a:pt x="3042796" y="2227375"/>
                    <a:pt x="3030894" y="2226615"/>
                  </a:cubicBezTo>
                  <a:close/>
                  <a:moveTo>
                    <a:pt x="2979995" y="2241049"/>
                  </a:moveTo>
                  <a:cubicBezTo>
                    <a:pt x="2980755" y="2234718"/>
                    <a:pt x="2976450" y="2225349"/>
                    <a:pt x="2965055" y="2224589"/>
                  </a:cubicBezTo>
                  <a:cubicBezTo>
                    <a:pt x="2950874" y="2224843"/>
                    <a:pt x="2945810" y="2239023"/>
                    <a:pt x="2953154" y="2248139"/>
                  </a:cubicBezTo>
                  <a:cubicBezTo>
                    <a:pt x="2961510" y="2258268"/>
                    <a:pt x="2978476" y="2253710"/>
                    <a:pt x="2979995" y="2241049"/>
                  </a:cubicBezTo>
                  <a:close/>
                  <a:moveTo>
                    <a:pt x="2898710" y="2222563"/>
                  </a:moveTo>
                  <a:cubicBezTo>
                    <a:pt x="2884529" y="2222817"/>
                    <a:pt x="2879465" y="2237251"/>
                    <a:pt x="2886555" y="2246113"/>
                  </a:cubicBezTo>
                  <a:cubicBezTo>
                    <a:pt x="2895165" y="2256496"/>
                    <a:pt x="2912131" y="2251938"/>
                    <a:pt x="2913650" y="2239023"/>
                  </a:cubicBezTo>
                  <a:cubicBezTo>
                    <a:pt x="2914410" y="2233199"/>
                    <a:pt x="2910865" y="2223576"/>
                    <a:pt x="2898710" y="2222563"/>
                  </a:cubicBezTo>
                  <a:close/>
                  <a:moveTo>
                    <a:pt x="2832111" y="2220791"/>
                  </a:moveTo>
                  <a:cubicBezTo>
                    <a:pt x="2817678" y="2221044"/>
                    <a:pt x="2812360" y="2235478"/>
                    <a:pt x="2819957" y="2244341"/>
                  </a:cubicBezTo>
                  <a:cubicBezTo>
                    <a:pt x="2828566" y="2254470"/>
                    <a:pt x="2845786" y="2250165"/>
                    <a:pt x="2847305" y="2237251"/>
                  </a:cubicBezTo>
                  <a:cubicBezTo>
                    <a:pt x="2847812" y="2231426"/>
                    <a:pt x="2844266" y="2221804"/>
                    <a:pt x="2832111" y="2220791"/>
                  </a:cubicBezTo>
                  <a:close/>
                  <a:moveTo>
                    <a:pt x="2491523" y="2212941"/>
                  </a:moveTo>
                  <a:cubicBezTo>
                    <a:pt x="2477342" y="2213194"/>
                    <a:pt x="2471771" y="2226362"/>
                    <a:pt x="2478102" y="2235478"/>
                  </a:cubicBezTo>
                  <a:cubicBezTo>
                    <a:pt x="2486205" y="2246873"/>
                    <a:pt x="2505450" y="2242822"/>
                    <a:pt x="2507223" y="2229401"/>
                  </a:cubicBezTo>
                  <a:cubicBezTo>
                    <a:pt x="2507729" y="2223070"/>
                    <a:pt x="2503678" y="2213701"/>
                    <a:pt x="2491523" y="2212941"/>
                  </a:cubicBezTo>
                  <a:close/>
                  <a:moveTo>
                    <a:pt x="2422392" y="2211675"/>
                  </a:moveTo>
                  <a:cubicBezTo>
                    <a:pt x="2406945" y="2212181"/>
                    <a:pt x="2403147" y="2226109"/>
                    <a:pt x="2408718" y="2234212"/>
                  </a:cubicBezTo>
                  <a:cubicBezTo>
                    <a:pt x="2416821" y="2245607"/>
                    <a:pt x="2436066" y="2241555"/>
                    <a:pt x="2437839" y="2228134"/>
                  </a:cubicBezTo>
                  <a:cubicBezTo>
                    <a:pt x="2438599" y="2222057"/>
                    <a:pt x="2435053" y="2212434"/>
                    <a:pt x="2422392" y="2211675"/>
                  </a:cubicBezTo>
                  <a:close/>
                  <a:moveTo>
                    <a:pt x="2353008" y="2210409"/>
                  </a:moveTo>
                  <a:cubicBezTo>
                    <a:pt x="2338828" y="2210915"/>
                    <a:pt x="2332750" y="2224083"/>
                    <a:pt x="2339081" y="2232946"/>
                  </a:cubicBezTo>
                  <a:cubicBezTo>
                    <a:pt x="2347184" y="2244341"/>
                    <a:pt x="2366682" y="2240036"/>
                    <a:pt x="2368455" y="2226868"/>
                  </a:cubicBezTo>
                  <a:cubicBezTo>
                    <a:pt x="2369215" y="2220791"/>
                    <a:pt x="2365669" y="2211168"/>
                    <a:pt x="2353008" y="2210409"/>
                  </a:cubicBezTo>
                  <a:close/>
                  <a:moveTo>
                    <a:pt x="2002797" y="2205851"/>
                  </a:moveTo>
                  <a:cubicBezTo>
                    <a:pt x="1987350" y="2206357"/>
                    <a:pt x="1983298" y="2220284"/>
                    <a:pt x="1988869" y="2228388"/>
                  </a:cubicBezTo>
                  <a:cubicBezTo>
                    <a:pt x="1996973" y="2239783"/>
                    <a:pt x="2016471" y="2235478"/>
                    <a:pt x="2018497" y="2222057"/>
                  </a:cubicBezTo>
                  <a:cubicBezTo>
                    <a:pt x="2019510" y="2215726"/>
                    <a:pt x="2015205" y="2206357"/>
                    <a:pt x="2002797" y="2205851"/>
                  </a:cubicBezTo>
                  <a:close/>
                  <a:moveTo>
                    <a:pt x="1730326" y="2204078"/>
                  </a:moveTo>
                  <a:cubicBezTo>
                    <a:pt x="1715892" y="2204838"/>
                    <a:pt x="1710574" y="2219018"/>
                    <a:pt x="1717664" y="2227881"/>
                  </a:cubicBezTo>
                  <a:cubicBezTo>
                    <a:pt x="1726021" y="2238010"/>
                    <a:pt x="1742987" y="2233199"/>
                    <a:pt x="1744760" y="2220284"/>
                  </a:cubicBezTo>
                  <a:cubicBezTo>
                    <a:pt x="1745519" y="2214207"/>
                    <a:pt x="1742480" y="2204584"/>
                    <a:pt x="1730326" y="2204078"/>
                  </a:cubicBezTo>
                  <a:close/>
                  <a:moveTo>
                    <a:pt x="1664234" y="2203825"/>
                  </a:moveTo>
                  <a:cubicBezTo>
                    <a:pt x="1650306" y="2204584"/>
                    <a:pt x="1644735" y="2219018"/>
                    <a:pt x="1651826" y="2227628"/>
                  </a:cubicBezTo>
                  <a:cubicBezTo>
                    <a:pt x="1660182" y="2237757"/>
                    <a:pt x="1676895" y="2232692"/>
                    <a:pt x="1678668" y="2219778"/>
                  </a:cubicBezTo>
                  <a:cubicBezTo>
                    <a:pt x="1679427" y="2213954"/>
                    <a:pt x="1676389" y="2204584"/>
                    <a:pt x="1664234" y="2203825"/>
                  </a:cubicBezTo>
                  <a:close/>
                  <a:moveTo>
                    <a:pt x="1289206" y="2205091"/>
                  </a:moveTo>
                  <a:cubicBezTo>
                    <a:pt x="1276292" y="2205851"/>
                    <a:pt x="1271227" y="2220284"/>
                    <a:pt x="1277811" y="2229147"/>
                  </a:cubicBezTo>
                  <a:cubicBezTo>
                    <a:pt x="1285155" y="2239276"/>
                    <a:pt x="1300348" y="2234212"/>
                    <a:pt x="1302121" y="2221044"/>
                  </a:cubicBezTo>
                  <a:cubicBezTo>
                    <a:pt x="1302880" y="2215220"/>
                    <a:pt x="1300095" y="2205597"/>
                    <a:pt x="1289206" y="2205091"/>
                  </a:cubicBezTo>
                  <a:close/>
                  <a:moveTo>
                    <a:pt x="4338" y="2304355"/>
                  </a:moveTo>
                  <a:cubicBezTo>
                    <a:pt x="4591" y="2301064"/>
                    <a:pt x="5351" y="2290428"/>
                    <a:pt x="5098" y="2289162"/>
                  </a:cubicBezTo>
                  <a:cubicBezTo>
                    <a:pt x="4845" y="2290175"/>
                    <a:pt x="3072" y="2315750"/>
                    <a:pt x="3072" y="2318283"/>
                  </a:cubicBezTo>
                  <a:cubicBezTo>
                    <a:pt x="3325" y="2317017"/>
                    <a:pt x="4085" y="2308660"/>
                    <a:pt x="4338" y="2304355"/>
                  </a:cubicBezTo>
                  <a:close/>
                  <a:moveTo>
                    <a:pt x="3822731" y="2195468"/>
                  </a:moveTo>
                  <a:cubicBezTo>
                    <a:pt x="3810323" y="2195468"/>
                    <a:pt x="3806778" y="2210915"/>
                    <a:pt x="3814375" y="2219778"/>
                  </a:cubicBezTo>
                  <a:cubicBezTo>
                    <a:pt x="3821971" y="2228641"/>
                    <a:pt x="3835139" y="2224083"/>
                    <a:pt x="3835899" y="2212181"/>
                  </a:cubicBezTo>
                  <a:cubicBezTo>
                    <a:pt x="3836405" y="2205851"/>
                    <a:pt x="3832607" y="2196481"/>
                    <a:pt x="3822731" y="2195468"/>
                  </a:cubicBezTo>
                  <a:close/>
                  <a:moveTo>
                    <a:pt x="3723213" y="2206357"/>
                  </a:moveTo>
                  <a:cubicBezTo>
                    <a:pt x="3723720" y="2200026"/>
                    <a:pt x="3719921" y="2190910"/>
                    <a:pt x="3709792" y="2189644"/>
                  </a:cubicBezTo>
                  <a:cubicBezTo>
                    <a:pt x="3696878" y="2189644"/>
                    <a:pt x="3693079" y="2205091"/>
                    <a:pt x="3700929" y="2213954"/>
                  </a:cubicBezTo>
                  <a:cubicBezTo>
                    <a:pt x="3709033" y="2222817"/>
                    <a:pt x="3722454" y="2218259"/>
                    <a:pt x="3723213" y="2206357"/>
                  </a:cubicBezTo>
                  <a:close/>
                  <a:moveTo>
                    <a:pt x="3642941" y="2211168"/>
                  </a:moveTo>
                  <a:cubicBezTo>
                    <a:pt x="3650791" y="2220031"/>
                    <a:pt x="3664718" y="2215473"/>
                    <a:pt x="3665731" y="2203571"/>
                  </a:cubicBezTo>
                  <a:cubicBezTo>
                    <a:pt x="3666237" y="2197241"/>
                    <a:pt x="3662439" y="2188125"/>
                    <a:pt x="3652057" y="2186859"/>
                  </a:cubicBezTo>
                  <a:cubicBezTo>
                    <a:pt x="3639143" y="2187112"/>
                    <a:pt x="3635091" y="2202559"/>
                    <a:pt x="3642941" y="2211168"/>
                  </a:cubicBezTo>
                  <a:close/>
                  <a:moveTo>
                    <a:pt x="3401617" y="2199773"/>
                  </a:moveTo>
                  <a:cubicBezTo>
                    <a:pt x="3409466" y="2209902"/>
                    <a:pt x="3425420" y="2205597"/>
                    <a:pt x="3426433" y="2192936"/>
                  </a:cubicBezTo>
                  <a:cubicBezTo>
                    <a:pt x="3426939" y="2186605"/>
                    <a:pt x="3422887" y="2177489"/>
                    <a:pt x="3412252" y="2176476"/>
                  </a:cubicBezTo>
                  <a:cubicBezTo>
                    <a:pt x="3399084" y="2176730"/>
                    <a:pt x="3394526" y="2190657"/>
                    <a:pt x="3401617" y="2199773"/>
                  </a:cubicBezTo>
                  <a:close/>
                  <a:moveTo>
                    <a:pt x="2899216" y="2159004"/>
                  </a:moveTo>
                  <a:cubicBezTo>
                    <a:pt x="2885289" y="2159257"/>
                    <a:pt x="2879971" y="2173691"/>
                    <a:pt x="2887315" y="2182301"/>
                  </a:cubicBezTo>
                  <a:cubicBezTo>
                    <a:pt x="2895924" y="2192683"/>
                    <a:pt x="2912891" y="2188125"/>
                    <a:pt x="2914157" y="2175210"/>
                  </a:cubicBezTo>
                  <a:cubicBezTo>
                    <a:pt x="2914916" y="2169639"/>
                    <a:pt x="2911371" y="2160017"/>
                    <a:pt x="2899216" y="2159004"/>
                  </a:cubicBezTo>
                  <a:close/>
                  <a:moveTo>
                    <a:pt x="2479115" y="2171665"/>
                  </a:moveTo>
                  <a:cubicBezTo>
                    <a:pt x="2487218" y="2183060"/>
                    <a:pt x="2506463" y="2179009"/>
                    <a:pt x="2508236" y="2165588"/>
                  </a:cubicBezTo>
                  <a:cubicBezTo>
                    <a:pt x="2508995" y="2159257"/>
                    <a:pt x="2504691" y="2150141"/>
                    <a:pt x="2492789" y="2149381"/>
                  </a:cubicBezTo>
                  <a:cubicBezTo>
                    <a:pt x="2478355" y="2149634"/>
                    <a:pt x="2472784" y="2162549"/>
                    <a:pt x="2479115" y="2171665"/>
                  </a:cubicBezTo>
                  <a:close/>
                  <a:moveTo>
                    <a:pt x="2423658" y="2148115"/>
                  </a:moveTo>
                  <a:cubicBezTo>
                    <a:pt x="2408211" y="2148621"/>
                    <a:pt x="2404413" y="2162296"/>
                    <a:pt x="2409984" y="2170399"/>
                  </a:cubicBezTo>
                  <a:cubicBezTo>
                    <a:pt x="2418087" y="2181794"/>
                    <a:pt x="2437332" y="2177742"/>
                    <a:pt x="2439105" y="2164322"/>
                  </a:cubicBezTo>
                  <a:cubicBezTo>
                    <a:pt x="2439865" y="2158497"/>
                    <a:pt x="2436319" y="2148875"/>
                    <a:pt x="2423658" y="2148115"/>
                  </a:cubicBezTo>
                  <a:close/>
                  <a:moveTo>
                    <a:pt x="2354528" y="2146849"/>
                  </a:moveTo>
                  <a:cubicBezTo>
                    <a:pt x="2340347" y="2147355"/>
                    <a:pt x="2334269" y="2160270"/>
                    <a:pt x="2340600" y="2169133"/>
                  </a:cubicBezTo>
                  <a:cubicBezTo>
                    <a:pt x="2348703" y="2180275"/>
                    <a:pt x="2368202" y="2176223"/>
                    <a:pt x="2369974" y="2163055"/>
                  </a:cubicBezTo>
                  <a:cubicBezTo>
                    <a:pt x="2370734" y="2157231"/>
                    <a:pt x="2367189" y="2147609"/>
                    <a:pt x="2354528" y="2146849"/>
                  </a:cubicBezTo>
                  <a:close/>
                  <a:moveTo>
                    <a:pt x="1799456" y="2140772"/>
                  </a:moveTo>
                  <a:cubicBezTo>
                    <a:pt x="1784516" y="2141278"/>
                    <a:pt x="1780464" y="2155205"/>
                    <a:pt x="1785782" y="2163309"/>
                  </a:cubicBezTo>
                  <a:cubicBezTo>
                    <a:pt x="1793379" y="2174704"/>
                    <a:pt x="1812118" y="2170399"/>
                    <a:pt x="1814143" y="2156725"/>
                  </a:cubicBezTo>
                  <a:cubicBezTo>
                    <a:pt x="1815156" y="2150394"/>
                    <a:pt x="1811105" y="2141278"/>
                    <a:pt x="1799456" y="2140772"/>
                  </a:cubicBezTo>
                  <a:close/>
                  <a:moveTo>
                    <a:pt x="1292498" y="2141531"/>
                  </a:moveTo>
                  <a:cubicBezTo>
                    <a:pt x="1279584" y="2142291"/>
                    <a:pt x="1274519" y="2156472"/>
                    <a:pt x="1280597" y="2165334"/>
                  </a:cubicBezTo>
                  <a:cubicBezTo>
                    <a:pt x="1287687" y="2175210"/>
                    <a:pt x="1303134" y="2170399"/>
                    <a:pt x="1304906" y="2157484"/>
                  </a:cubicBezTo>
                  <a:cubicBezTo>
                    <a:pt x="1306172" y="2151407"/>
                    <a:pt x="1303387" y="2142038"/>
                    <a:pt x="1292498" y="2141531"/>
                  </a:cubicBezTo>
                  <a:close/>
                  <a:moveTo>
                    <a:pt x="9403" y="2240289"/>
                  </a:moveTo>
                  <a:cubicBezTo>
                    <a:pt x="9656" y="2236997"/>
                    <a:pt x="10669" y="2226615"/>
                    <a:pt x="10669" y="2225096"/>
                  </a:cubicBezTo>
                  <a:cubicBezTo>
                    <a:pt x="10416" y="2226109"/>
                    <a:pt x="7883" y="2251431"/>
                    <a:pt x="7883" y="2254217"/>
                  </a:cubicBezTo>
                  <a:cubicBezTo>
                    <a:pt x="8137" y="2253204"/>
                    <a:pt x="8896" y="2245354"/>
                    <a:pt x="9403" y="2240289"/>
                  </a:cubicBezTo>
                  <a:close/>
                  <a:moveTo>
                    <a:pt x="3764995" y="2129376"/>
                  </a:moveTo>
                  <a:cubicBezTo>
                    <a:pt x="3752588" y="2129376"/>
                    <a:pt x="3749042" y="2144823"/>
                    <a:pt x="3756639" y="2153433"/>
                  </a:cubicBezTo>
                  <a:cubicBezTo>
                    <a:pt x="3764742" y="2162549"/>
                    <a:pt x="3777657" y="2157991"/>
                    <a:pt x="3778163" y="2145836"/>
                  </a:cubicBezTo>
                  <a:cubicBezTo>
                    <a:pt x="3778670" y="2139505"/>
                    <a:pt x="3774872" y="2130389"/>
                    <a:pt x="3764995" y="2129376"/>
                  </a:cubicBezTo>
                  <a:close/>
                  <a:moveTo>
                    <a:pt x="3650538" y="2123805"/>
                  </a:moveTo>
                  <a:cubicBezTo>
                    <a:pt x="3637623" y="2123805"/>
                    <a:pt x="3633825" y="2139252"/>
                    <a:pt x="3641928" y="2147862"/>
                  </a:cubicBezTo>
                  <a:cubicBezTo>
                    <a:pt x="3650031" y="2156725"/>
                    <a:pt x="3663705" y="2152167"/>
                    <a:pt x="3664465" y="2140265"/>
                  </a:cubicBezTo>
                  <a:cubicBezTo>
                    <a:pt x="3664718" y="2133934"/>
                    <a:pt x="3660666" y="2124818"/>
                    <a:pt x="3650538" y="2123805"/>
                  </a:cubicBezTo>
                  <a:close/>
                  <a:moveTo>
                    <a:pt x="3364139" y="2127351"/>
                  </a:moveTo>
                  <a:cubicBezTo>
                    <a:pt x="3364645" y="2121526"/>
                    <a:pt x="3361100" y="2111904"/>
                    <a:pt x="3349705" y="2110891"/>
                  </a:cubicBezTo>
                  <a:cubicBezTo>
                    <a:pt x="3336537" y="2111144"/>
                    <a:pt x="3331979" y="2125325"/>
                    <a:pt x="3339070" y="2133934"/>
                  </a:cubicBezTo>
                  <a:cubicBezTo>
                    <a:pt x="3347426" y="2144317"/>
                    <a:pt x="3363126" y="2140012"/>
                    <a:pt x="3364139" y="2127351"/>
                  </a:cubicBezTo>
                  <a:close/>
                  <a:moveTo>
                    <a:pt x="3276523" y="2131655"/>
                  </a:moveTo>
                  <a:cubicBezTo>
                    <a:pt x="3284879" y="2141784"/>
                    <a:pt x="3300833" y="2137480"/>
                    <a:pt x="3301845" y="2124818"/>
                  </a:cubicBezTo>
                  <a:cubicBezTo>
                    <a:pt x="3302352" y="2118994"/>
                    <a:pt x="3298807" y="2109372"/>
                    <a:pt x="3287412" y="2108359"/>
                  </a:cubicBezTo>
                  <a:cubicBezTo>
                    <a:pt x="3273990" y="2108612"/>
                    <a:pt x="3269180" y="2122793"/>
                    <a:pt x="3276523" y="2131655"/>
                  </a:cubicBezTo>
                  <a:close/>
                  <a:moveTo>
                    <a:pt x="2899470" y="2095950"/>
                  </a:moveTo>
                  <a:cubicBezTo>
                    <a:pt x="2885542" y="2096204"/>
                    <a:pt x="2880224" y="2110384"/>
                    <a:pt x="2887821" y="2118994"/>
                  </a:cubicBezTo>
                  <a:cubicBezTo>
                    <a:pt x="2896431" y="2129123"/>
                    <a:pt x="2913144" y="2124818"/>
                    <a:pt x="2914663" y="2112157"/>
                  </a:cubicBezTo>
                  <a:cubicBezTo>
                    <a:pt x="2915170" y="2106333"/>
                    <a:pt x="2911625" y="2096710"/>
                    <a:pt x="2899470" y="2095950"/>
                  </a:cubicBezTo>
                  <a:close/>
                  <a:moveTo>
                    <a:pt x="2217026" y="2081517"/>
                  </a:moveTo>
                  <a:cubicBezTo>
                    <a:pt x="2202592" y="2082023"/>
                    <a:pt x="2196768" y="2094684"/>
                    <a:pt x="2203098" y="2103801"/>
                  </a:cubicBezTo>
                  <a:cubicBezTo>
                    <a:pt x="2210948" y="2114942"/>
                    <a:pt x="2230447" y="2110891"/>
                    <a:pt x="2232473" y="2097723"/>
                  </a:cubicBezTo>
                  <a:cubicBezTo>
                    <a:pt x="2233232" y="2091899"/>
                    <a:pt x="2229687" y="2082276"/>
                    <a:pt x="2217026" y="2081517"/>
                  </a:cubicBezTo>
                  <a:close/>
                  <a:moveTo>
                    <a:pt x="2007355" y="2079238"/>
                  </a:moveTo>
                  <a:cubicBezTo>
                    <a:pt x="1991908" y="2079744"/>
                    <a:pt x="1987603" y="2093418"/>
                    <a:pt x="1993174" y="2101521"/>
                  </a:cubicBezTo>
                  <a:cubicBezTo>
                    <a:pt x="2001024" y="2112663"/>
                    <a:pt x="2020523" y="2108612"/>
                    <a:pt x="2022802" y="2095191"/>
                  </a:cubicBezTo>
                  <a:cubicBezTo>
                    <a:pt x="2023814" y="2088860"/>
                    <a:pt x="2019510" y="2079744"/>
                    <a:pt x="2007355" y="2079238"/>
                  </a:cubicBezTo>
                  <a:close/>
                  <a:moveTo>
                    <a:pt x="1605485" y="2077212"/>
                  </a:moveTo>
                  <a:cubicBezTo>
                    <a:pt x="1590545" y="2077971"/>
                    <a:pt x="1586493" y="2092659"/>
                    <a:pt x="1592571" y="2100762"/>
                  </a:cubicBezTo>
                  <a:cubicBezTo>
                    <a:pt x="1600421" y="2110638"/>
                    <a:pt x="1617134" y="2105826"/>
                    <a:pt x="1619160" y="2093165"/>
                  </a:cubicBezTo>
                  <a:cubicBezTo>
                    <a:pt x="1620172" y="2087088"/>
                    <a:pt x="1617134" y="2077718"/>
                    <a:pt x="1605485" y="2077212"/>
                  </a:cubicBezTo>
                  <a:close/>
                  <a:moveTo>
                    <a:pt x="1417085" y="2077718"/>
                  </a:moveTo>
                  <a:cubicBezTo>
                    <a:pt x="1403918" y="2078478"/>
                    <a:pt x="1398347" y="2092912"/>
                    <a:pt x="1404677" y="2101268"/>
                  </a:cubicBezTo>
                  <a:cubicBezTo>
                    <a:pt x="1412021" y="2111144"/>
                    <a:pt x="1427974" y="2106080"/>
                    <a:pt x="1430000" y="2093418"/>
                  </a:cubicBezTo>
                  <a:cubicBezTo>
                    <a:pt x="1431013" y="2087594"/>
                    <a:pt x="1428227" y="2078225"/>
                    <a:pt x="1417085" y="2077718"/>
                  </a:cubicBezTo>
                  <a:close/>
                  <a:moveTo>
                    <a:pt x="1356311" y="2077971"/>
                  </a:moveTo>
                  <a:cubicBezTo>
                    <a:pt x="1343650" y="2078731"/>
                    <a:pt x="1338079" y="2093165"/>
                    <a:pt x="1344156" y="2101521"/>
                  </a:cubicBezTo>
                  <a:cubicBezTo>
                    <a:pt x="1351247" y="2111144"/>
                    <a:pt x="1367200" y="2106333"/>
                    <a:pt x="1369226" y="2093671"/>
                  </a:cubicBezTo>
                  <a:cubicBezTo>
                    <a:pt x="1370239" y="2087341"/>
                    <a:pt x="1366947" y="2078478"/>
                    <a:pt x="1356311" y="2077971"/>
                  </a:cubicBezTo>
                  <a:close/>
                  <a:moveTo>
                    <a:pt x="1308958" y="2094178"/>
                  </a:moveTo>
                  <a:cubicBezTo>
                    <a:pt x="1309971" y="2088354"/>
                    <a:pt x="1307439" y="2078984"/>
                    <a:pt x="1296550" y="2078478"/>
                  </a:cubicBezTo>
                  <a:cubicBezTo>
                    <a:pt x="1283889" y="2079238"/>
                    <a:pt x="1278571" y="2093671"/>
                    <a:pt x="1284395" y="2102028"/>
                  </a:cubicBezTo>
                  <a:cubicBezTo>
                    <a:pt x="1291738" y="2111904"/>
                    <a:pt x="1306932" y="2106839"/>
                    <a:pt x="1308958" y="2094178"/>
                  </a:cubicBezTo>
                  <a:close/>
                  <a:moveTo>
                    <a:pt x="32953" y="2176983"/>
                  </a:moveTo>
                  <a:cubicBezTo>
                    <a:pt x="33966" y="2178249"/>
                    <a:pt x="35738" y="2171918"/>
                    <a:pt x="36751" y="2163562"/>
                  </a:cubicBezTo>
                  <a:cubicBezTo>
                    <a:pt x="37511" y="2157231"/>
                    <a:pt x="38017" y="2148368"/>
                    <a:pt x="36751" y="2148368"/>
                  </a:cubicBezTo>
                  <a:cubicBezTo>
                    <a:pt x="33712" y="2150647"/>
                    <a:pt x="31433" y="2175210"/>
                    <a:pt x="32953" y="2176983"/>
                  </a:cubicBezTo>
                  <a:close/>
                  <a:moveTo>
                    <a:pt x="29154" y="2151660"/>
                  </a:moveTo>
                  <a:cubicBezTo>
                    <a:pt x="29154" y="2151660"/>
                    <a:pt x="29154" y="2151660"/>
                    <a:pt x="29154" y="2151660"/>
                  </a:cubicBezTo>
                  <a:cubicBezTo>
                    <a:pt x="26875" y="2153686"/>
                    <a:pt x="23837" y="2178502"/>
                    <a:pt x="25356" y="2180528"/>
                  </a:cubicBezTo>
                  <a:cubicBezTo>
                    <a:pt x="26369" y="2180528"/>
                    <a:pt x="27888" y="2172425"/>
                    <a:pt x="28648" y="2166854"/>
                  </a:cubicBezTo>
                  <a:lnTo>
                    <a:pt x="28648" y="2166854"/>
                  </a:lnTo>
                  <a:cubicBezTo>
                    <a:pt x="29407" y="2161283"/>
                    <a:pt x="30167" y="2152673"/>
                    <a:pt x="29154" y="2151660"/>
                  </a:cubicBezTo>
                  <a:close/>
                  <a:moveTo>
                    <a:pt x="16240" y="2187365"/>
                  </a:moveTo>
                  <a:cubicBezTo>
                    <a:pt x="16746" y="2186352"/>
                    <a:pt x="18012" y="2177996"/>
                    <a:pt x="18519" y="2173691"/>
                  </a:cubicBezTo>
                  <a:lnTo>
                    <a:pt x="18519" y="2173691"/>
                  </a:lnTo>
                  <a:cubicBezTo>
                    <a:pt x="18519" y="2173438"/>
                    <a:pt x="20291" y="2159257"/>
                    <a:pt x="19785" y="2158497"/>
                  </a:cubicBezTo>
                  <a:cubicBezTo>
                    <a:pt x="19025" y="2159763"/>
                    <a:pt x="15480" y="2186099"/>
                    <a:pt x="16240" y="2187365"/>
                  </a:cubicBezTo>
                  <a:close/>
                  <a:moveTo>
                    <a:pt x="3831341" y="2085821"/>
                  </a:moveTo>
                  <a:cubicBezTo>
                    <a:pt x="3831594" y="2079491"/>
                    <a:pt x="3827542" y="2070375"/>
                    <a:pt x="3817920" y="2069362"/>
                  </a:cubicBezTo>
                  <a:cubicBezTo>
                    <a:pt x="3805765" y="2069362"/>
                    <a:pt x="3802473" y="2084809"/>
                    <a:pt x="3810070" y="2093418"/>
                  </a:cubicBezTo>
                  <a:cubicBezTo>
                    <a:pt x="3818173" y="2102281"/>
                    <a:pt x="3830834" y="2097723"/>
                    <a:pt x="3831341" y="2085821"/>
                  </a:cubicBezTo>
                  <a:close/>
                  <a:moveTo>
                    <a:pt x="3648259" y="2061005"/>
                  </a:moveTo>
                  <a:cubicBezTo>
                    <a:pt x="3635344" y="2061005"/>
                    <a:pt x="3631799" y="2076452"/>
                    <a:pt x="3639902" y="2085062"/>
                  </a:cubicBezTo>
                  <a:cubicBezTo>
                    <a:pt x="3648005" y="2093925"/>
                    <a:pt x="3661680" y="2089113"/>
                    <a:pt x="3662186" y="2077465"/>
                  </a:cubicBezTo>
                  <a:cubicBezTo>
                    <a:pt x="3662439" y="2071134"/>
                    <a:pt x="3658388" y="2062018"/>
                    <a:pt x="3648259" y="2061005"/>
                  </a:cubicBezTo>
                  <a:close/>
                  <a:moveTo>
                    <a:pt x="3223092" y="2043533"/>
                  </a:moveTo>
                  <a:cubicBezTo>
                    <a:pt x="3209671" y="2043786"/>
                    <a:pt x="3205113" y="2057967"/>
                    <a:pt x="3212457" y="2066576"/>
                  </a:cubicBezTo>
                  <a:cubicBezTo>
                    <a:pt x="3220813" y="2076452"/>
                    <a:pt x="3237020" y="2072147"/>
                    <a:pt x="3238033" y="2059992"/>
                  </a:cubicBezTo>
                  <a:cubicBezTo>
                    <a:pt x="3238539" y="2053662"/>
                    <a:pt x="3234234" y="2044546"/>
                    <a:pt x="3223092" y="2043533"/>
                  </a:cubicBezTo>
                  <a:close/>
                  <a:moveTo>
                    <a:pt x="3159532" y="2041254"/>
                  </a:moveTo>
                  <a:cubicBezTo>
                    <a:pt x="3146112" y="2041507"/>
                    <a:pt x="3141300" y="2055688"/>
                    <a:pt x="3148644" y="2064297"/>
                  </a:cubicBezTo>
                  <a:cubicBezTo>
                    <a:pt x="3157254" y="2074426"/>
                    <a:pt x="3173207" y="2070121"/>
                    <a:pt x="3174473" y="2057460"/>
                  </a:cubicBezTo>
                  <a:cubicBezTo>
                    <a:pt x="3174979" y="2051383"/>
                    <a:pt x="3170674" y="2042267"/>
                    <a:pt x="3159532" y="2041254"/>
                  </a:cubicBezTo>
                  <a:close/>
                  <a:moveTo>
                    <a:pt x="3095466" y="2039228"/>
                  </a:moveTo>
                  <a:cubicBezTo>
                    <a:pt x="3081539" y="2039481"/>
                    <a:pt x="3076728" y="2053662"/>
                    <a:pt x="3084325" y="2062271"/>
                  </a:cubicBezTo>
                  <a:cubicBezTo>
                    <a:pt x="3092934" y="2072400"/>
                    <a:pt x="3109141" y="2068096"/>
                    <a:pt x="3110407" y="2055434"/>
                  </a:cubicBezTo>
                  <a:cubicBezTo>
                    <a:pt x="3110913" y="2049104"/>
                    <a:pt x="3106608" y="2039987"/>
                    <a:pt x="3095466" y="2039228"/>
                  </a:cubicBezTo>
                  <a:close/>
                  <a:moveTo>
                    <a:pt x="2965308" y="2035176"/>
                  </a:moveTo>
                  <a:cubicBezTo>
                    <a:pt x="2951381" y="2035429"/>
                    <a:pt x="2946570" y="2049610"/>
                    <a:pt x="2953913" y="2058220"/>
                  </a:cubicBezTo>
                  <a:cubicBezTo>
                    <a:pt x="2962270" y="2068096"/>
                    <a:pt x="2979236" y="2063791"/>
                    <a:pt x="2980502" y="2051383"/>
                  </a:cubicBezTo>
                  <a:cubicBezTo>
                    <a:pt x="2981008" y="2045052"/>
                    <a:pt x="2976704" y="2035936"/>
                    <a:pt x="2965308" y="2035176"/>
                  </a:cubicBezTo>
                  <a:close/>
                  <a:moveTo>
                    <a:pt x="1609284" y="2014412"/>
                  </a:moveTo>
                  <a:cubicBezTo>
                    <a:pt x="1595610" y="2015171"/>
                    <a:pt x="1589532" y="2029352"/>
                    <a:pt x="1596369" y="2037962"/>
                  </a:cubicBezTo>
                  <a:cubicBezTo>
                    <a:pt x="1604219" y="2047838"/>
                    <a:pt x="1620679" y="2043026"/>
                    <a:pt x="1622958" y="2030365"/>
                  </a:cubicBezTo>
                  <a:cubicBezTo>
                    <a:pt x="1623971" y="2024034"/>
                    <a:pt x="1620426" y="2015171"/>
                    <a:pt x="1609284" y="2014412"/>
                  </a:cubicBezTo>
                  <a:close/>
                  <a:moveTo>
                    <a:pt x="1559145" y="2030365"/>
                  </a:moveTo>
                  <a:cubicBezTo>
                    <a:pt x="1560158" y="2024034"/>
                    <a:pt x="1556866" y="2015171"/>
                    <a:pt x="1545724" y="2014665"/>
                  </a:cubicBezTo>
                  <a:cubicBezTo>
                    <a:pt x="1532303" y="2015425"/>
                    <a:pt x="1526479" y="2029605"/>
                    <a:pt x="1533063" y="2038215"/>
                  </a:cubicBezTo>
                  <a:cubicBezTo>
                    <a:pt x="1540406" y="2047584"/>
                    <a:pt x="1557119" y="2042773"/>
                    <a:pt x="1559145" y="2030365"/>
                  </a:cubicBezTo>
                  <a:close/>
                  <a:moveTo>
                    <a:pt x="60808" y="2107346"/>
                  </a:moveTo>
                  <a:cubicBezTo>
                    <a:pt x="62074" y="2109625"/>
                    <a:pt x="64606" y="2103294"/>
                    <a:pt x="66125" y="2094178"/>
                  </a:cubicBezTo>
                  <a:cubicBezTo>
                    <a:pt x="67138" y="2087847"/>
                    <a:pt x="67645" y="2078984"/>
                    <a:pt x="65619" y="2078984"/>
                  </a:cubicBezTo>
                  <a:cubicBezTo>
                    <a:pt x="62074" y="2081010"/>
                    <a:pt x="58782" y="2104054"/>
                    <a:pt x="60808" y="2107346"/>
                  </a:cubicBezTo>
                  <a:close/>
                  <a:moveTo>
                    <a:pt x="49919" y="2110891"/>
                  </a:moveTo>
                  <a:cubicBezTo>
                    <a:pt x="50932" y="2112157"/>
                    <a:pt x="53211" y="2105826"/>
                    <a:pt x="54477" y="2097470"/>
                  </a:cubicBezTo>
                  <a:cubicBezTo>
                    <a:pt x="55490" y="2091139"/>
                    <a:pt x="56249" y="2082276"/>
                    <a:pt x="54477" y="2082276"/>
                  </a:cubicBezTo>
                  <a:cubicBezTo>
                    <a:pt x="50932" y="2084555"/>
                    <a:pt x="48146" y="2109118"/>
                    <a:pt x="49919" y="2110891"/>
                  </a:cubicBezTo>
                  <a:close/>
                  <a:moveTo>
                    <a:pt x="33712" y="2117475"/>
                  </a:moveTo>
                  <a:cubicBezTo>
                    <a:pt x="34978" y="2116462"/>
                    <a:pt x="36245" y="2108359"/>
                    <a:pt x="37004" y="2103801"/>
                  </a:cubicBezTo>
                  <a:cubicBezTo>
                    <a:pt x="37004" y="2103547"/>
                    <a:pt x="39283" y="2089367"/>
                    <a:pt x="37764" y="2088607"/>
                  </a:cubicBezTo>
                  <a:cubicBezTo>
                    <a:pt x="36498" y="2090126"/>
                    <a:pt x="31433" y="2116462"/>
                    <a:pt x="33712" y="2117475"/>
                  </a:cubicBezTo>
                  <a:close/>
                  <a:moveTo>
                    <a:pt x="27888" y="2120767"/>
                  </a:moveTo>
                  <a:cubicBezTo>
                    <a:pt x="28648" y="2119754"/>
                    <a:pt x="30167" y="2111651"/>
                    <a:pt x="30927" y="2107092"/>
                  </a:cubicBezTo>
                  <a:cubicBezTo>
                    <a:pt x="30927" y="2106839"/>
                    <a:pt x="33206" y="2092659"/>
                    <a:pt x="32193" y="2091899"/>
                  </a:cubicBezTo>
                  <a:cubicBezTo>
                    <a:pt x="31180" y="2093418"/>
                    <a:pt x="26369" y="2119754"/>
                    <a:pt x="27888" y="2120767"/>
                  </a:cubicBezTo>
                  <a:close/>
                  <a:moveTo>
                    <a:pt x="3827796" y="2023528"/>
                  </a:moveTo>
                  <a:cubicBezTo>
                    <a:pt x="3828049" y="2017450"/>
                    <a:pt x="3823744" y="2008081"/>
                    <a:pt x="3814121" y="2007068"/>
                  </a:cubicBezTo>
                  <a:cubicBezTo>
                    <a:pt x="3801967" y="2007068"/>
                    <a:pt x="3798928" y="2022262"/>
                    <a:pt x="3806778" y="2030871"/>
                  </a:cubicBezTo>
                  <a:cubicBezTo>
                    <a:pt x="3814881" y="2039734"/>
                    <a:pt x="3827542" y="2035176"/>
                    <a:pt x="3827796" y="2023528"/>
                  </a:cubicBezTo>
                  <a:close/>
                  <a:moveTo>
                    <a:pt x="3772592" y="2020742"/>
                  </a:moveTo>
                  <a:cubicBezTo>
                    <a:pt x="3772846" y="2014665"/>
                    <a:pt x="3768541" y="2005296"/>
                    <a:pt x="3758918" y="2004283"/>
                  </a:cubicBezTo>
                  <a:cubicBezTo>
                    <a:pt x="3746510" y="2004283"/>
                    <a:pt x="3743471" y="2019476"/>
                    <a:pt x="3751321" y="2028086"/>
                  </a:cubicBezTo>
                  <a:cubicBezTo>
                    <a:pt x="3759425" y="2036949"/>
                    <a:pt x="3772086" y="2032644"/>
                    <a:pt x="3772592" y="2020742"/>
                  </a:cubicBezTo>
                  <a:close/>
                  <a:moveTo>
                    <a:pt x="3284373" y="1983771"/>
                  </a:moveTo>
                  <a:cubicBezTo>
                    <a:pt x="3270952" y="1984025"/>
                    <a:pt x="3266647" y="1997952"/>
                    <a:pt x="3273990" y="2006562"/>
                  </a:cubicBezTo>
                  <a:cubicBezTo>
                    <a:pt x="3282600" y="2016437"/>
                    <a:pt x="3298300" y="2012386"/>
                    <a:pt x="3299060" y="1999978"/>
                  </a:cubicBezTo>
                  <a:cubicBezTo>
                    <a:pt x="3299567" y="1993900"/>
                    <a:pt x="3295262" y="1984784"/>
                    <a:pt x="3284373" y="1983771"/>
                  </a:cubicBezTo>
                  <a:close/>
                  <a:moveTo>
                    <a:pt x="3221573" y="1981492"/>
                  </a:moveTo>
                  <a:cubicBezTo>
                    <a:pt x="3208152" y="1981746"/>
                    <a:pt x="3203847" y="1995673"/>
                    <a:pt x="3210937" y="2004283"/>
                  </a:cubicBezTo>
                  <a:cubicBezTo>
                    <a:pt x="3219294" y="2014159"/>
                    <a:pt x="3235500" y="2009854"/>
                    <a:pt x="3236260" y="1997699"/>
                  </a:cubicBezTo>
                  <a:cubicBezTo>
                    <a:pt x="3237020" y="1991621"/>
                    <a:pt x="3232715" y="1982505"/>
                    <a:pt x="3221573" y="1981492"/>
                  </a:cubicBezTo>
                  <a:close/>
                  <a:moveTo>
                    <a:pt x="3158266" y="1979213"/>
                  </a:moveTo>
                  <a:cubicBezTo>
                    <a:pt x="3144846" y="1979467"/>
                    <a:pt x="3140287" y="1993394"/>
                    <a:pt x="3147631" y="2002004"/>
                  </a:cubicBezTo>
                  <a:cubicBezTo>
                    <a:pt x="3156241" y="2012133"/>
                    <a:pt x="3172194" y="2007828"/>
                    <a:pt x="3173207" y="1995420"/>
                  </a:cubicBezTo>
                  <a:cubicBezTo>
                    <a:pt x="3173713" y="1989342"/>
                    <a:pt x="3169408" y="1980226"/>
                    <a:pt x="3158266" y="1979213"/>
                  </a:cubicBezTo>
                  <a:close/>
                  <a:moveTo>
                    <a:pt x="3029628" y="1975162"/>
                  </a:moveTo>
                  <a:cubicBezTo>
                    <a:pt x="3015953" y="1975415"/>
                    <a:pt x="3011142" y="1989342"/>
                    <a:pt x="3018486" y="1997952"/>
                  </a:cubicBezTo>
                  <a:cubicBezTo>
                    <a:pt x="3026842" y="2007828"/>
                    <a:pt x="3043555" y="2003523"/>
                    <a:pt x="3044821" y="1991115"/>
                  </a:cubicBezTo>
                  <a:cubicBezTo>
                    <a:pt x="3045581" y="1985038"/>
                    <a:pt x="3041023" y="1975921"/>
                    <a:pt x="3029628" y="1975162"/>
                  </a:cubicBezTo>
                  <a:close/>
                  <a:moveTo>
                    <a:pt x="1563703" y="1968325"/>
                  </a:moveTo>
                  <a:cubicBezTo>
                    <a:pt x="1564716" y="1962247"/>
                    <a:pt x="1561424" y="1953131"/>
                    <a:pt x="1550535" y="1952625"/>
                  </a:cubicBezTo>
                  <a:cubicBezTo>
                    <a:pt x="1537114" y="1953384"/>
                    <a:pt x="1531290" y="1967565"/>
                    <a:pt x="1537621" y="1975921"/>
                  </a:cubicBezTo>
                  <a:cubicBezTo>
                    <a:pt x="1544711" y="1985544"/>
                    <a:pt x="1561424" y="1980733"/>
                    <a:pt x="1563703" y="1968325"/>
                  </a:cubicBezTo>
                  <a:close/>
                  <a:moveTo>
                    <a:pt x="157287" y="2002257"/>
                  </a:moveTo>
                  <a:cubicBezTo>
                    <a:pt x="151462" y="2003776"/>
                    <a:pt x="147664" y="2025047"/>
                    <a:pt x="150956" y="2029859"/>
                  </a:cubicBezTo>
                  <a:cubicBezTo>
                    <a:pt x="153235" y="2033150"/>
                    <a:pt x="157540" y="2026820"/>
                    <a:pt x="159312" y="2017450"/>
                  </a:cubicBezTo>
                  <a:cubicBezTo>
                    <a:pt x="160579" y="2011120"/>
                    <a:pt x="160832" y="2002257"/>
                    <a:pt x="157287" y="2002257"/>
                  </a:cubicBezTo>
                  <a:close/>
                  <a:moveTo>
                    <a:pt x="83091" y="2042013"/>
                  </a:moveTo>
                  <a:cubicBezTo>
                    <a:pt x="84611" y="2044292"/>
                    <a:pt x="87396" y="2037962"/>
                    <a:pt x="89169" y="2029099"/>
                  </a:cubicBezTo>
                  <a:cubicBezTo>
                    <a:pt x="90435" y="2022768"/>
                    <a:pt x="90941" y="2014159"/>
                    <a:pt x="88662" y="2014159"/>
                  </a:cubicBezTo>
                  <a:cubicBezTo>
                    <a:pt x="84358" y="2015678"/>
                    <a:pt x="80812" y="2038721"/>
                    <a:pt x="83091" y="2042013"/>
                  </a:cubicBezTo>
                  <a:close/>
                  <a:moveTo>
                    <a:pt x="70177" y="2045052"/>
                  </a:moveTo>
                  <a:cubicBezTo>
                    <a:pt x="71443" y="2047331"/>
                    <a:pt x="73975" y="2041000"/>
                    <a:pt x="75748" y="2032138"/>
                  </a:cubicBezTo>
                  <a:cubicBezTo>
                    <a:pt x="77014" y="2025807"/>
                    <a:pt x="77774" y="2017197"/>
                    <a:pt x="75748" y="2017197"/>
                  </a:cubicBezTo>
                  <a:cubicBezTo>
                    <a:pt x="72203" y="2018970"/>
                    <a:pt x="68404" y="2041760"/>
                    <a:pt x="70177" y="2045052"/>
                  </a:cubicBezTo>
                  <a:close/>
                  <a:moveTo>
                    <a:pt x="64353" y="2035176"/>
                  </a:moveTo>
                  <a:cubicBezTo>
                    <a:pt x="65619" y="2028846"/>
                    <a:pt x="66378" y="2020236"/>
                    <a:pt x="64606" y="2020236"/>
                  </a:cubicBezTo>
                  <a:cubicBezTo>
                    <a:pt x="61061" y="2022515"/>
                    <a:pt x="57516" y="2046571"/>
                    <a:pt x="59288" y="2048597"/>
                  </a:cubicBezTo>
                  <a:cubicBezTo>
                    <a:pt x="60554" y="2049610"/>
                    <a:pt x="62833" y="2043533"/>
                    <a:pt x="64353" y="2035176"/>
                  </a:cubicBezTo>
                  <a:close/>
                  <a:moveTo>
                    <a:pt x="50172" y="2051636"/>
                  </a:moveTo>
                  <a:cubicBezTo>
                    <a:pt x="50932" y="2052902"/>
                    <a:pt x="52958" y="2046825"/>
                    <a:pt x="54477" y="2038215"/>
                  </a:cubicBezTo>
                  <a:cubicBezTo>
                    <a:pt x="55743" y="2031884"/>
                    <a:pt x="56503" y="2023275"/>
                    <a:pt x="55237" y="2023275"/>
                  </a:cubicBezTo>
                  <a:cubicBezTo>
                    <a:pt x="52451" y="2025554"/>
                    <a:pt x="48906" y="2049863"/>
                    <a:pt x="50172" y="2051636"/>
                  </a:cubicBezTo>
                  <a:close/>
                  <a:moveTo>
                    <a:pt x="1555600" y="1891344"/>
                  </a:moveTo>
                  <a:cubicBezTo>
                    <a:pt x="1542179" y="1892104"/>
                    <a:pt x="1536101" y="1905778"/>
                    <a:pt x="1542432" y="1914134"/>
                  </a:cubicBezTo>
                  <a:cubicBezTo>
                    <a:pt x="1549522" y="1923757"/>
                    <a:pt x="1566235" y="1918946"/>
                    <a:pt x="1568514" y="1906538"/>
                  </a:cubicBezTo>
                  <a:cubicBezTo>
                    <a:pt x="1569781" y="1900460"/>
                    <a:pt x="1566489" y="1891850"/>
                    <a:pt x="1555600" y="1891344"/>
                  </a:cubicBezTo>
                  <a:close/>
                  <a:moveTo>
                    <a:pt x="1506221" y="1906791"/>
                  </a:moveTo>
                  <a:cubicBezTo>
                    <a:pt x="1507234" y="1901220"/>
                    <a:pt x="1504955" y="1892104"/>
                    <a:pt x="1493560" y="1891597"/>
                  </a:cubicBezTo>
                  <a:cubicBezTo>
                    <a:pt x="1480392" y="1892357"/>
                    <a:pt x="1474314" y="1906031"/>
                    <a:pt x="1480645" y="1914641"/>
                  </a:cubicBezTo>
                  <a:cubicBezTo>
                    <a:pt x="1487735" y="1924263"/>
                    <a:pt x="1503689" y="1919452"/>
                    <a:pt x="1506221" y="1906791"/>
                  </a:cubicBezTo>
                  <a:close/>
                  <a:moveTo>
                    <a:pt x="1444940" y="1907044"/>
                  </a:moveTo>
                  <a:cubicBezTo>
                    <a:pt x="1445953" y="1901473"/>
                    <a:pt x="1443674" y="1892357"/>
                    <a:pt x="1432532" y="1891850"/>
                  </a:cubicBezTo>
                  <a:cubicBezTo>
                    <a:pt x="1419364" y="1892610"/>
                    <a:pt x="1413287" y="1906284"/>
                    <a:pt x="1419618" y="1914894"/>
                  </a:cubicBezTo>
                  <a:cubicBezTo>
                    <a:pt x="1426455" y="1924263"/>
                    <a:pt x="1442408" y="1919452"/>
                    <a:pt x="1444940" y="1907044"/>
                  </a:cubicBezTo>
                  <a:close/>
                  <a:moveTo>
                    <a:pt x="168682" y="1940723"/>
                  </a:moveTo>
                  <a:cubicBezTo>
                    <a:pt x="162858" y="1942242"/>
                    <a:pt x="158553" y="1963260"/>
                    <a:pt x="161591" y="1968071"/>
                  </a:cubicBezTo>
                  <a:cubicBezTo>
                    <a:pt x="163870" y="1971363"/>
                    <a:pt x="168175" y="1965033"/>
                    <a:pt x="170201" y="1955663"/>
                  </a:cubicBezTo>
                  <a:cubicBezTo>
                    <a:pt x="171720" y="1949333"/>
                    <a:pt x="171974" y="1940723"/>
                    <a:pt x="168682" y="1940723"/>
                  </a:cubicBezTo>
                  <a:close/>
                  <a:moveTo>
                    <a:pt x="148930" y="1943508"/>
                  </a:moveTo>
                  <a:cubicBezTo>
                    <a:pt x="143359" y="1945281"/>
                    <a:pt x="139308" y="1966046"/>
                    <a:pt x="142093" y="1970857"/>
                  </a:cubicBezTo>
                  <a:cubicBezTo>
                    <a:pt x="144119" y="1974149"/>
                    <a:pt x="148170" y="1967818"/>
                    <a:pt x="150196" y="1958449"/>
                  </a:cubicBezTo>
                  <a:cubicBezTo>
                    <a:pt x="151716" y="1952118"/>
                    <a:pt x="152222" y="1943508"/>
                    <a:pt x="148930" y="1943508"/>
                  </a:cubicBezTo>
                  <a:close/>
                  <a:moveTo>
                    <a:pt x="130951" y="1946294"/>
                  </a:moveTo>
                  <a:cubicBezTo>
                    <a:pt x="125887" y="1948067"/>
                    <a:pt x="121582" y="1968831"/>
                    <a:pt x="124114" y="1973642"/>
                  </a:cubicBezTo>
                  <a:cubicBezTo>
                    <a:pt x="125887" y="1976934"/>
                    <a:pt x="129685" y="1970604"/>
                    <a:pt x="131711" y="1960981"/>
                  </a:cubicBezTo>
                  <a:cubicBezTo>
                    <a:pt x="133230" y="1954904"/>
                    <a:pt x="133990" y="1946294"/>
                    <a:pt x="130951" y="1946294"/>
                  </a:cubicBezTo>
                  <a:close/>
                  <a:moveTo>
                    <a:pt x="108414" y="1977188"/>
                  </a:moveTo>
                  <a:cubicBezTo>
                    <a:pt x="109933" y="1979467"/>
                    <a:pt x="113478" y="1973136"/>
                    <a:pt x="115251" y="1964273"/>
                  </a:cubicBezTo>
                  <a:cubicBezTo>
                    <a:pt x="116517" y="1958196"/>
                    <a:pt x="117277" y="1949586"/>
                    <a:pt x="114745" y="1949586"/>
                  </a:cubicBezTo>
                  <a:cubicBezTo>
                    <a:pt x="109933" y="1951105"/>
                    <a:pt x="105882" y="1973642"/>
                    <a:pt x="108414" y="1977188"/>
                  </a:cubicBezTo>
                  <a:close/>
                  <a:moveTo>
                    <a:pt x="93980" y="1979973"/>
                  </a:moveTo>
                  <a:cubicBezTo>
                    <a:pt x="95246" y="1982252"/>
                    <a:pt x="98538" y="1975921"/>
                    <a:pt x="100311" y="1967059"/>
                  </a:cubicBezTo>
                  <a:cubicBezTo>
                    <a:pt x="101577" y="1960981"/>
                    <a:pt x="102590" y="1952371"/>
                    <a:pt x="100311" y="1952371"/>
                  </a:cubicBezTo>
                  <a:cubicBezTo>
                    <a:pt x="95753" y="1954144"/>
                    <a:pt x="91701" y="1976681"/>
                    <a:pt x="93980" y="1979973"/>
                  </a:cubicBezTo>
                  <a:close/>
                  <a:moveTo>
                    <a:pt x="61314" y="1989849"/>
                  </a:moveTo>
                  <a:cubicBezTo>
                    <a:pt x="62074" y="1991115"/>
                    <a:pt x="64353" y="1985038"/>
                    <a:pt x="66125" y="1976428"/>
                  </a:cubicBezTo>
                  <a:cubicBezTo>
                    <a:pt x="67391" y="1970350"/>
                    <a:pt x="68658" y="1961741"/>
                    <a:pt x="67391" y="1961741"/>
                  </a:cubicBezTo>
                  <a:cubicBezTo>
                    <a:pt x="64099" y="1963767"/>
                    <a:pt x="60048" y="1987823"/>
                    <a:pt x="61314" y="1989849"/>
                  </a:cubicBezTo>
                  <a:close/>
                  <a:moveTo>
                    <a:pt x="60048" y="1965033"/>
                  </a:moveTo>
                  <a:cubicBezTo>
                    <a:pt x="60048" y="1965033"/>
                    <a:pt x="59795" y="1965033"/>
                    <a:pt x="60048" y="1965033"/>
                  </a:cubicBezTo>
                  <a:cubicBezTo>
                    <a:pt x="57769" y="1966552"/>
                    <a:pt x="53211" y="1989596"/>
                    <a:pt x="53970" y="1992887"/>
                  </a:cubicBezTo>
                  <a:cubicBezTo>
                    <a:pt x="53970" y="1992887"/>
                    <a:pt x="54224" y="1992887"/>
                    <a:pt x="54224" y="1993141"/>
                  </a:cubicBezTo>
                  <a:cubicBezTo>
                    <a:pt x="55490" y="1992128"/>
                    <a:pt x="57262" y="1983771"/>
                    <a:pt x="58275" y="1979720"/>
                  </a:cubicBezTo>
                  <a:cubicBezTo>
                    <a:pt x="59035" y="1975162"/>
                    <a:pt x="60554" y="1967059"/>
                    <a:pt x="60048" y="1965033"/>
                  </a:cubicBezTo>
                  <a:close/>
                  <a:moveTo>
                    <a:pt x="48653" y="1975162"/>
                  </a:moveTo>
                  <a:cubicBezTo>
                    <a:pt x="48399" y="1975921"/>
                    <a:pt x="48399" y="1976681"/>
                    <a:pt x="48146" y="1977441"/>
                  </a:cubicBezTo>
                  <a:lnTo>
                    <a:pt x="43335" y="2001244"/>
                  </a:lnTo>
                  <a:cubicBezTo>
                    <a:pt x="43082" y="2002004"/>
                    <a:pt x="43082" y="2002763"/>
                    <a:pt x="42828" y="2003523"/>
                  </a:cubicBezTo>
                  <a:cubicBezTo>
                    <a:pt x="43841" y="1998965"/>
                    <a:pt x="44601" y="1994407"/>
                    <a:pt x="45614" y="1989849"/>
                  </a:cubicBezTo>
                  <a:cubicBezTo>
                    <a:pt x="46627" y="1984784"/>
                    <a:pt x="47893" y="1979973"/>
                    <a:pt x="48653" y="1975162"/>
                  </a:cubicBezTo>
                  <a:close/>
                  <a:moveTo>
                    <a:pt x="1512045" y="1845763"/>
                  </a:moveTo>
                  <a:cubicBezTo>
                    <a:pt x="1513311" y="1840192"/>
                    <a:pt x="1510779" y="1831076"/>
                    <a:pt x="1499637" y="1830570"/>
                  </a:cubicBezTo>
                  <a:cubicBezTo>
                    <a:pt x="1486469" y="1831329"/>
                    <a:pt x="1480392" y="1845004"/>
                    <a:pt x="1486469" y="1853360"/>
                  </a:cubicBezTo>
                  <a:cubicBezTo>
                    <a:pt x="1493560" y="1863236"/>
                    <a:pt x="1509513" y="1858425"/>
                    <a:pt x="1512045" y="1845763"/>
                  </a:cubicBezTo>
                  <a:close/>
                  <a:moveTo>
                    <a:pt x="1451018" y="1846017"/>
                  </a:moveTo>
                  <a:cubicBezTo>
                    <a:pt x="1452284" y="1840446"/>
                    <a:pt x="1450005" y="1831329"/>
                    <a:pt x="1438863" y="1830823"/>
                  </a:cubicBezTo>
                  <a:cubicBezTo>
                    <a:pt x="1425695" y="1831583"/>
                    <a:pt x="1419618" y="1845257"/>
                    <a:pt x="1425695" y="1853613"/>
                  </a:cubicBezTo>
                  <a:cubicBezTo>
                    <a:pt x="1432532" y="1863236"/>
                    <a:pt x="1448485" y="1858425"/>
                    <a:pt x="1451018" y="1846017"/>
                  </a:cubicBezTo>
                  <a:close/>
                  <a:moveTo>
                    <a:pt x="127659" y="1888305"/>
                  </a:moveTo>
                  <a:cubicBezTo>
                    <a:pt x="122848" y="1890078"/>
                    <a:pt x="118290" y="1912362"/>
                    <a:pt x="120569" y="1915907"/>
                  </a:cubicBezTo>
                  <a:cubicBezTo>
                    <a:pt x="122088" y="1918186"/>
                    <a:pt x="125633" y="1911855"/>
                    <a:pt x="127659" y="1902992"/>
                  </a:cubicBezTo>
                  <a:cubicBezTo>
                    <a:pt x="129432" y="1896915"/>
                    <a:pt x="130191" y="1888305"/>
                    <a:pt x="127659" y="1888305"/>
                  </a:cubicBezTo>
                  <a:close/>
                  <a:moveTo>
                    <a:pt x="89675" y="1897421"/>
                  </a:moveTo>
                  <a:cubicBezTo>
                    <a:pt x="86130" y="1899447"/>
                    <a:pt x="81572" y="1923250"/>
                    <a:pt x="83091" y="1925276"/>
                  </a:cubicBezTo>
                  <a:cubicBezTo>
                    <a:pt x="84104" y="1926542"/>
                    <a:pt x="86637" y="1920212"/>
                    <a:pt x="88662" y="1912109"/>
                  </a:cubicBezTo>
                  <a:cubicBezTo>
                    <a:pt x="89928" y="1906031"/>
                    <a:pt x="91195" y="1897421"/>
                    <a:pt x="89675" y="1897421"/>
                  </a:cubicBezTo>
                  <a:close/>
                  <a:moveTo>
                    <a:pt x="80306" y="1900713"/>
                  </a:moveTo>
                  <a:cubicBezTo>
                    <a:pt x="77774" y="1902486"/>
                    <a:pt x="72203" y="1926795"/>
                    <a:pt x="73975" y="1928568"/>
                  </a:cubicBezTo>
                  <a:cubicBezTo>
                    <a:pt x="75241" y="1928568"/>
                    <a:pt x="77520" y="1920465"/>
                    <a:pt x="78787" y="1915147"/>
                  </a:cubicBezTo>
                  <a:cubicBezTo>
                    <a:pt x="80053" y="1909829"/>
                    <a:pt x="81572" y="1901726"/>
                    <a:pt x="80306" y="1900713"/>
                  </a:cubicBezTo>
                  <a:cubicBezTo>
                    <a:pt x="80559" y="1900713"/>
                    <a:pt x="80559" y="1900713"/>
                    <a:pt x="80306" y="1900713"/>
                  </a:cubicBezTo>
                  <a:close/>
                  <a:moveTo>
                    <a:pt x="61314" y="1935152"/>
                  </a:moveTo>
                  <a:cubicBezTo>
                    <a:pt x="62074" y="1934139"/>
                    <a:pt x="64353" y="1926036"/>
                    <a:pt x="65112" y="1921731"/>
                  </a:cubicBezTo>
                  <a:cubicBezTo>
                    <a:pt x="65366" y="1921225"/>
                    <a:pt x="68404" y="1907804"/>
                    <a:pt x="67391" y="1907044"/>
                  </a:cubicBezTo>
                  <a:cubicBezTo>
                    <a:pt x="66378" y="1908563"/>
                    <a:pt x="59795" y="1933886"/>
                    <a:pt x="61314" y="1935152"/>
                  </a:cubicBezTo>
                  <a:close/>
                  <a:moveTo>
                    <a:pt x="61061" y="1925023"/>
                  </a:moveTo>
                  <a:cubicBezTo>
                    <a:pt x="61061" y="1924770"/>
                    <a:pt x="64099" y="1911096"/>
                    <a:pt x="63846" y="1910589"/>
                  </a:cubicBezTo>
                  <a:cubicBezTo>
                    <a:pt x="63087" y="1911855"/>
                    <a:pt x="57009" y="1937431"/>
                    <a:pt x="57516" y="1938444"/>
                  </a:cubicBezTo>
                  <a:cubicBezTo>
                    <a:pt x="58022" y="1937431"/>
                    <a:pt x="60048" y="1929328"/>
                    <a:pt x="61061" y="1925023"/>
                  </a:cubicBezTo>
                  <a:close/>
                  <a:moveTo>
                    <a:pt x="1771095" y="1785749"/>
                  </a:moveTo>
                  <a:cubicBezTo>
                    <a:pt x="1772108" y="1780178"/>
                    <a:pt x="1769576" y="1771315"/>
                    <a:pt x="1757674" y="1770555"/>
                  </a:cubicBezTo>
                  <a:cubicBezTo>
                    <a:pt x="1743240" y="1771062"/>
                    <a:pt x="1738682" y="1784229"/>
                    <a:pt x="1743493" y="1791826"/>
                  </a:cubicBezTo>
                  <a:cubicBezTo>
                    <a:pt x="1750331" y="1802462"/>
                    <a:pt x="1768563" y="1798410"/>
                    <a:pt x="1771095" y="1785749"/>
                  </a:cubicBezTo>
                  <a:close/>
                  <a:moveTo>
                    <a:pt x="1706776" y="1785496"/>
                  </a:moveTo>
                  <a:cubicBezTo>
                    <a:pt x="1707789" y="1779925"/>
                    <a:pt x="1705256" y="1771062"/>
                    <a:pt x="1693608" y="1770302"/>
                  </a:cubicBezTo>
                  <a:cubicBezTo>
                    <a:pt x="1680440" y="1770808"/>
                    <a:pt x="1674110" y="1783216"/>
                    <a:pt x="1679427" y="1791573"/>
                  </a:cubicBezTo>
                  <a:cubicBezTo>
                    <a:pt x="1686011" y="1802208"/>
                    <a:pt x="1704244" y="1798157"/>
                    <a:pt x="1706776" y="1785496"/>
                  </a:cubicBezTo>
                  <a:close/>
                  <a:moveTo>
                    <a:pt x="1642963" y="1785496"/>
                  </a:moveTo>
                  <a:cubicBezTo>
                    <a:pt x="1644229" y="1779925"/>
                    <a:pt x="1641697" y="1771062"/>
                    <a:pt x="1630301" y="1770555"/>
                  </a:cubicBezTo>
                  <a:cubicBezTo>
                    <a:pt x="1616121" y="1771315"/>
                    <a:pt x="1611310" y="1784229"/>
                    <a:pt x="1616121" y="1791826"/>
                  </a:cubicBezTo>
                  <a:cubicBezTo>
                    <a:pt x="1622451" y="1802462"/>
                    <a:pt x="1640430" y="1798157"/>
                    <a:pt x="1642963" y="1785496"/>
                  </a:cubicBezTo>
                  <a:close/>
                  <a:moveTo>
                    <a:pt x="1580416" y="1785496"/>
                  </a:moveTo>
                  <a:cubicBezTo>
                    <a:pt x="1581682" y="1779671"/>
                    <a:pt x="1578643" y="1771062"/>
                    <a:pt x="1567755" y="1770555"/>
                  </a:cubicBezTo>
                  <a:cubicBezTo>
                    <a:pt x="1554080" y="1771315"/>
                    <a:pt x="1549269" y="1784229"/>
                    <a:pt x="1553574" y="1791826"/>
                  </a:cubicBezTo>
                  <a:cubicBezTo>
                    <a:pt x="1559905" y="1802462"/>
                    <a:pt x="1577630" y="1798157"/>
                    <a:pt x="1580416" y="1785496"/>
                  </a:cubicBezTo>
                  <a:close/>
                  <a:moveTo>
                    <a:pt x="1457855" y="1785749"/>
                  </a:moveTo>
                  <a:cubicBezTo>
                    <a:pt x="1459121" y="1780178"/>
                    <a:pt x="1456842" y="1771315"/>
                    <a:pt x="1445953" y="1770808"/>
                  </a:cubicBezTo>
                  <a:cubicBezTo>
                    <a:pt x="1433545" y="1771568"/>
                    <a:pt x="1427214" y="1783976"/>
                    <a:pt x="1431772" y="1792079"/>
                  </a:cubicBezTo>
                  <a:cubicBezTo>
                    <a:pt x="1437850" y="1802715"/>
                    <a:pt x="1455069" y="1798410"/>
                    <a:pt x="1457855" y="1785749"/>
                  </a:cubicBezTo>
                  <a:close/>
                  <a:moveTo>
                    <a:pt x="1398093" y="1786255"/>
                  </a:moveTo>
                  <a:cubicBezTo>
                    <a:pt x="1399359" y="1780431"/>
                    <a:pt x="1396827" y="1771821"/>
                    <a:pt x="1386445" y="1771315"/>
                  </a:cubicBezTo>
                  <a:cubicBezTo>
                    <a:pt x="1374037" y="1772075"/>
                    <a:pt x="1367706" y="1785749"/>
                    <a:pt x="1373277" y="1793852"/>
                  </a:cubicBezTo>
                  <a:cubicBezTo>
                    <a:pt x="1379608" y="1802968"/>
                    <a:pt x="1395561" y="1798157"/>
                    <a:pt x="1398093" y="1786255"/>
                  </a:cubicBezTo>
                  <a:close/>
                  <a:moveTo>
                    <a:pt x="1339345" y="1786509"/>
                  </a:moveTo>
                  <a:cubicBezTo>
                    <a:pt x="1340611" y="1780938"/>
                    <a:pt x="1338585" y="1772075"/>
                    <a:pt x="1328203" y="1771568"/>
                  </a:cubicBezTo>
                  <a:cubicBezTo>
                    <a:pt x="1315795" y="1772328"/>
                    <a:pt x="1309718" y="1786002"/>
                    <a:pt x="1315035" y="1794105"/>
                  </a:cubicBezTo>
                  <a:cubicBezTo>
                    <a:pt x="1321113" y="1803221"/>
                    <a:pt x="1336559" y="1798663"/>
                    <a:pt x="1339345" y="1786509"/>
                  </a:cubicBezTo>
                  <a:close/>
                  <a:moveTo>
                    <a:pt x="158553" y="1839433"/>
                  </a:moveTo>
                  <a:cubicBezTo>
                    <a:pt x="160072" y="1833355"/>
                    <a:pt x="161085" y="1824999"/>
                    <a:pt x="158299" y="1824999"/>
                  </a:cubicBezTo>
                  <a:cubicBezTo>
                    <a:pt x="153488" y="1826518"/>
                    <a:pt x="148170" y="1847283"/>
                    <a:pt x="150196" y="1851588"/>
                  </a:cubicBezTo>
                  <a:cubicBezTo>
                    <a:pt x="151969" y="1854626"/>
                    <a:pt x="156020" y="1848549"/>
                    <a:pt x="158553" y="1839433"/>
                  </a:cubicBezTo>
                  <a:close/>
                  <a:moveTo>
                    <a:pt x="141840" y="1842471"/>
                  </a:moveTo>
                  <a:cubicBezTo>
                    <a:pt x="143359" y="1836394"/>
                    <a:pt x="144625" y="1828038"/>
                    <a:pt x="142093" y="1828038"/>
                  </a:cubicBezTo>
                  <a:cubicBezTo>
                    <a:pt x="137282" y="1829810"/>
                    <a:pt x="132217" y="1851841"/>
                    <a:pt x="134496" y="1855133"/>
                  </a:cubicBezTo>
                  <a:cubicBezTo>
                    <a:pt x="136016" y="1857158"/>
                    <a:pt x="139561" y="1851081"/>
                    <a:pt x="141840" y="1842471"/>
                  </a:cubicBezTo>
                  <a:close/>
                  <a:moveTo>
                    <a:pt x="127153" y="1845257"/>
                  </a:moveTo>
                  <a:cubicBezTo>
                    <a:pt x="128672" y="1839179"/>
                    <a:pt x="129938" y="1830823"/>
                    <a:pt x="127912" y="1830823"/>
                  </a:cubicBezTo>
                  <a:cubicBezTo>
                    <a:pt x="123608" y="1832596"/>
                    <a:pt x="118543" y="1854626"/>
                    <a:pt x="120316" y="1857918"/>
                  </a:cubicBezTo>
                  <a:cubicBezTo>
                    <a:pt x="121582" y="1860197"/>
                    <a:pt x="124874" y="1854120"/>
                    <a:pt x="127153" y="1845257"/>
                  </a:cubicBezTo>
                  <a:close/>
                  <a:moveTo>
                    <a:pt x="4887040" y="1908057"/>
                  </a:moveTo>
                  <a:cubicBezTo>
                    <a:pt x="4887040" y="1906284"/>
                    <a:pt x="4885520" y="1898941"/>
                    <a:pt x="4885014" y="1896662"/>
                  </a:cubicBezTo>
                  <a:cubicBezTo>
                    <a:pt x="4883748" y="1891091"/>
                    <a:pt x="4881469" y="1881975"/>
                    <a:pt x="4880456" y="1880708"/>
                  </a:cubicBezTo>
                  <a:cubicBezTo>
                    <a:pt x="4880456" y="1880708"/>
                    <a:pt x="4880456" y="1880708"/>
                    <a:pt x="4880456" y="1880708"/>
                  </a:cubicBezTo>
                  <a:cubicBezTo>
                    <a:pt x="4879949" y="1884000"/>
                    <a:pt x="4885520" y="1906284"/>
                    <a:pt x="4887040" y="1908057"/>
                  </a:cubicBezTo>
                  <a:cubicBezTo>
                    <a:pt x="4886786" y="1908310"/>
                    <a:pt x="4887040" y="1908057"/>
                    <a:pt x="4887040" y="1908057"/>
                  </a:cubicBezTo>
                  <a:close/>
                  <a:moveTo>
                    <a:pt x="4875138" y="1877163"/>
                  </a:moveTo>
                  <a:cubicBezTo>
                    <a:pt x="4874378" y="1878176"/>
                    <a:pt x="4879443" y="1903246"/>
                    <a:pt x="4881975" y="1904765"/>
                  </a:cubicBezTo>
                  <a:cubicBezTo>
                    <a:pt x="4882735" y="1903752"/>
                    <a:pt x="4880709" y="1894889"/>
                    <a:pt x="4880202" y="1893117"/>
                  </a:cubicBezTo>
                  <a:cubicBezTo>
                    <a:pt x="4878936" y="1887546"/>
                    <a:pt x="4876404" y="1878429"/>
                    <a:pt x="4875138" y="1877163"/>
                  </a:cubicBezTo>
                  <a:cubicBezTo>
                    <a:pt x="4875138" y="1877163"/>
                    <a:pt x="4875138" y="1877163"/>
                    <a:pt x="4875138" y="1877163"/>
                  </a:cubicBezTo>
                  <a:close/>
                  <a:moveTo>
                    <a:pt x="1841998" y="1726494"/>
                  </a:moveTo>
                  <a:cubicBezTo>
                    <a:pt x="1843264" y="1720670"/>
                    <a:pt x="1839719" y="1712060"/>
                    <a:pt x="1828324" y="1711554"/>
                  </a:cubicBezTo>
                  <a:cubicBezTo>
                    <a:pt x="1813890" y="1712060"/>
                    <a:pt x="1809079" y="1724975"/>
                    <a:pt x="1814143" y="1732571"/>
                  </a:cubicBezTo>
                  <a:cubicBezTo>
                    <a:pt x="1820727" y="1742954"/>
                    <a:pt x="1839213" y="1738902"/>
                    <a:pt x="1841998" y="1726494"/>
                  </a:cubicBezTo>
                  <a:close/>
                  <a:moveTo>
                    <a:pt x="1776666" y="1726241"/>
                  </a:moveTo>
                  <a:cubicBezTo>
                    <a:pt x="1777679" y="1720670"/>
                    <a:pt x="1775147" y="1711807"/>
                    <a:pt x="1763498" y="1711300"/>
                  </a:cubicBezTo>
                  <a:cubicBezTo>
                    <a:pt x="1749318" y="1711807"/>
                    <a:pt x="1744506" y="1724721"/>
                    <a:pt x="1749318" y="1732318"/>
                  </a:cubicBezTo>
                  <a:cubicBezTo>
                    <a:pt x="1755901" y="1742700"/>
                    <a:pt x="1774134" y="1738649"/>
                    <a:pt x="1776666" y="1726241"/>
                  </a:cubicBezTo>
                  <a:close/>
                  <a:moveTo>
                    <a:pt x="1712600" y="1725988"/>
                  </a:moveTo>
                  <a:cubicBezTo>
                    <a:pt x="1713866" y="1720417"/>
                    <a:pt x="1711334" y="1711554"/>
                    <a:pt x="1699685" y="1711047"/>
                  </a:cubicBezTo>
                  <a:cubicBezTo>
                    <a:pt x="1686771" y="1711554"/>
                    <a:pt x="1680187" y="1723962"/>
                    <a:pt x="1685252" y="1732065"/>
                  </a:cubicBezTo>
                  <a:cubicBezTo>
                    <a:pt x="1691835" y="1742447"/>
                    <a:pt x="1710068" y="1738396"/>
                    <a:pt x="1712600" y="1725988"/>
                  </a:cubicBezTo>
                  <a:close/>
                  <a:moveTo>
                    <a:pt x="1465451" y="1726241"/>
                  </a:moveTo>
                  <a:cubicBezTo>
                    <a:pt x="1466718" y="1720670"/>
                    <a:pt x="1464692" y="1711807"/>
                    <a:pt x="1453803" y="1711300"/>
                  </a:cubicBezTo>
                  <a:cubicBezTo>
                    <a:pt x="1441648" y="1712060"/>
                    <a:pt x="1435064" y="1724215"/>
                    <a:pt x="1439622" y="1732318"/>
                  </a:cubicBezTo>
                  <a:cubicBezTo>
                    <a:pt x="1445193" y="1742954"/>
                    <a:pt x="1462413" y="1738649"/>
                    <a:pt x="1465451" y="1726241"/>
                  </a:cubicBezTo>
                  <a:close/>
                  <a:moveTo>
                    <a:pt x="1290219" y="1727507"/>
                  </a:moveTo>
                  <a:cubicBezTo>
                    <a:pt x="1291485" y="1721936"/>
                    <a:pt x="1289966" y="1713073"/>
                    <a:pt x="1279584" y="1712820"/>
                  </a:cubicBezTo>
                  <a:cubicBezTo>
                    <a:pt x="1267429" y="1713579"/>
                    <a:pt x="1260845" y="1727000"/>
                    <a:pt x="1266163" y="1735104"/>
                  </a:cubicBezTo>
                  <a:cubicBezTo>
                    <a:pt x="1272240" y="1744220"/>
                    <a:pt x="1287180" y="1739409"/>
                    <a:pt x="1290219" y="1727507"/>
                  </a:cubicBezTo>
                  <a:close/>
                  <a:moveTo>
                    <a:pt x="165390" y="1791573"/>
                  </a:moveTo>
                  <a:cubicBezTo>
                    <a:pt x="166909" y="1794612"/>
                    <a:pt x="170961" y="1788534"/>
                    <a:pt x="173746" y="1779418"/>
                  </a:cubicBezTo>
                  <a:cubicBezTo>
                    <a:pt x="175519" y="1773594"/>
                    <a:pt x="176785" y="1765237"/>
                    <a:pt x="173999" y="1764984"/>
                  </a:cubicBezTo>
                  <a:cubicBezTo>
                    <a:pt x="169188" y="1766757"/>
                    <a:pt x="163364" y="1787268"/>
                    <a:pt x="165390" y="1791573"/>
                  </a:cubicBezTo>
                  <a:close/>
                  <a:moveTo>
                    <a:pt x="4872606" y="1839939"/>
                  </a:moveTo>
                  <a:cubicBezTo>
                    <a:pt x="4871086" y="1834368"/>
                    <a:pt x="4868554" y="1825252"/>
                    <a:pt x="4868048" y="1823986"/>
                  </a:cubicBezTo>
                  <a:cubicBezTo>
                    <a:pt x="4868048" y="1823986"/>
                    <a:pt x="4874125" y="1849308"/>
                    <a:pt x="4875391" y="1851334"/>
                  </a:cubicBezTo>
                  <a:cubicBezTo>
                    <a:pt x="4875138" y="1849562"/>
                    <a:pt x="4873112" y="1842218"/>
                    <a:pt x="4872606" y="1839939"/>
                  </a:cubicBezTo>
                  <a:close/>
                  <a:moveTo>
                    <a:pt x="1912902" y="1667746"/>
                  </a:moveTo>
                  <a:cubicBezTo>
                    <a:pt x="1914168" y="1661921"/>
                    <a:pt x="1910622" y="1653312"/>
                    <a:pt x="1899227" y="1652805"/>
                  </a:cubicBezTo>
                  <a:cubicBezTo>
                    <a:pt x="1885806" y="1653312"/>
                    <a:pt x="1879222" y="1665466"/>
                    <a:pt x="1884793" y="1673823"/>
                  </a:cubicBezTo>
                  <a:cubicBezTo>
                    <a:pt x="1891631" y="1684205"/>
                    <a:pt x="1910369" y="1680154"/>
                    <a:pt x="1912902" y="1667746"/>
                  </a:cubicBezTo>
                  <a:close/>
                  <a:moveTo>
                    <a:pt x="1782744" y="1667239"/>
                  </a:moveTo>
                  <a:cubicBezTo>
                    <a:pt x="1784010" y="1661415"/>
                    <a:pt x="1780718" y="1652805"/>
                    <a:pt x="1769829" y="1652299"/>
                  </a:cubicBezTo>
                  <a:cubicBezTo>
                    <a:pt x="1756155" y="1652805"/>
                    <a:pt x="1750837" y="1665720"/>
                    <a:pt x="1755395" y="1673317"/>
                  </a:cubicBezTo>
                  <a:cubicBezTo>
                    <a:pt x="1761979" y="1683699"/>
                    <a:pt x="1779958" y="1679647"/>
                    <a:pt x="1782744" y="1667239"/>
                  </a:cubicBezTo>
                  <a:close/>
                  <a:moveTo>
                    <a:pt x="1718930" y="1666986"/>
                  </a:moveTo>
                  <a:cubicBezTo>
                    <a:pt x="1720197" y="1661162"/>
                    <a:pt x="1717158" y="1652552"/>
                    <a:pt x="1706269" y="1652045"/>
                  </a:cubicBezTo>
                  <a:cubicBezTo>
                    <a:pt x="1693355" y="1652552"/>
                    <a:pt x="1686771" y="1664960"/>
                    <a:pt x="1691835" y="1673063"/>
                  </a:cubicBezTo>
                  <a:cubicBezTo>
                    <a:pt x="1698419" y="1683446"/>
                    <a:pt x="1716398" y="1679394"/>
                    <a:pt x="1718930" y="1666986"/>
                  </a:cubicBezTo>
                  <a:close/>
                  <a:moveTo>
                    <a:pt x="1533316" y="1666986"/>
                  </a:moveTo>
                  <a:cubicBezTo>
                    <a:pt x="1534835" y="1661162"/>
                    <a:pt x="1532050" y="1652552"/>
                    <a:pt x="1521668" y="1652045"/>
                  </a:cubicBezTo>
                  <a:cubicBezTo>
                    <a:pt x="1508753" y="1652805"/>
                    <a:pt x="1503182" y="1665720"/>
                    <a:pt x="1507234" y="1673063"/>
                  </a:cubicBezTo>
                  <a:cubicBezTo>
                    <a:pt x="1513058" y="1683699"/>
                    <a:pt x="1530277" y="1679394"/>
                    <a:pt x="1533316" y="1666986"/>
                  </a:cubicBezTo>
                  <a:close/>
                  <a:moveTo>
                    <a:pt x="1473301" y="1667239"/>
                  </a:moveTo>
                  <a:cubicBezTo>
                    <a:pt x="1474821" y="1661415"/>
                    <a:pt x="1472289" y="1652805"/>
                    <a:pt x="1461906" y="1652552"/>
                  </a:cubicBezTo>
                  <a:cubicBezTo>
                    <a:pt x="1449751" y="1653312"/>
                    <a:pt x="1442914" y="1665466"/>
                    <a:pt x="1447472" y="1673570"/>
                  </a:cubicBezTo>
                  <a:cubicBezTo>
                    <a:pt x="1453297" y="1683699"/>
                    <a:pt x="1470516" y="1679647"/>
                    <a:pt x="1473301" y="1667239"/>
                  </a:cubicBezTo>
                  <a:close/>
                  <a:moveTo>
                    <a:pt x="182103" y="1732065"/>
                  </a:moveTo>
                  <a:cubicBezTo>
                    <a:pt x="183369" y="1735104"/>
                    <a:pt x="187674" y="1729279"/>
                    <a:pt x="190712" y="1720163"/>
                  </a:cubicBezTo>
                  <a:cubicBezTo>
                    <a:pt x="192738" y="1714339"/>
                    <a:pt x="194004" y="1705983"/>
                    <a:pt x="191472" y="1705729"/>
                  </a:cubicBezTo>
                  <a:cubicBezTo>
                    <a:pt x="186408" y="1707502"/>
                    <a:pt x="180077" y="1727760"/>
                    <a:pt x="182103" y="1732065"/>
                  </a:cubicBezTo>
                  <a:close/>
                  <a:moveTo>
                    <a:pt x="2490003" y="1623178"/>
                  </a:moveTo>
                  <a:cubicBezTo>
                    <a:pt x="2497600" y="1633560"/>
                    <a:pt x="2516086" y="1630015"/>
                    <a:pt x="2517858" y="1617607"/>
                  </a:cubicBezTo>
                  <a:cubicBezTo>
                    <a:pt x="2518618" y="1611783"/>
                    <a:pt x="2514566" y="1603426"/>
                    <a:pt x="2502918" y="1602667"/>
                  </a:cubicBezTo>
                  <a:cubicBezTo>
                    <a:pt x="2489497" y="1602920"/>
                    <a:pt x="2483926" y="1615075"/>
                    <a:pt x="2490003" y="1623178"/>
                  </a:cubicBezTo>
                  <a:close/>
                  <a:moveTo>
                    <a:pt x="2370734" y="1600134"/>
                  </a:moveTo>
                  <a:cubicBezTo>
                    <a:pt x="2357060" y="1600387"/>
                    <a:pt x="2351236" y="1612542"/>
                    <a:pt x="2357313" y="1620646"/>
                  </a:cubicBezTo>
                  <a:cubicBezTo>
                    <a:pt x="2364910" y="1631028"/>
                    <a:pt x="2383648" y="1627229"/>
                    <a:pt x="2385421" y="1615075"/>
                  </a:cubicBezTo>
                  <a:cubicBezTo>
                    <a:pt x="2386181" y="1609504"/>
                    <a:pt x="2382382" y="1600894"/>
                    <a:pt x="2370734" y="1600134"/>
                  </a:cubicBezTo>
                  <a:close/>
                  <a:moveTo>
                    <a:pt x="2304136" y="1599121"/>
                  </a:moveTo>
                  <a:cubicBezTo>
                    <a:pt x="2290715" y="1599628"/>
                    <a:pt x="2284637" y="1611529"/>
                    <a:pt x="2290461" y="1619633"/>
                  </a:cubicBezTo>
                  <a:cubicBezTo>
                    <a:pt x="2298058" y="1630015"/>
                    <a:pt x="2316797" y="1626217"/>
                    <a:pt x="2318823" y="1614062"/>
                  </a:cubicBezTo>
                  <a:cubicBezTo>
                    <a:pt x="2319836" y="1608237"/>
                    <a:pt x="2315784" y="1599881"/>
                    <a:pt x="2304136" y="1599121"/>
                  </a:cubicBezTo>
                  <a:close/>
                  <a:moveTo>
                    <a:pt x="2237537" y="1598108"/>
                  </a:moveTo>
                  <a:cubicBezTo>
                    <a:pt x="2224116" y="1598615"/>
                    <a:pt x="2217786" y="1610516"/>
                    <a:pt x="2223610" y="1618620"/>
                  </a:cubicBezTo>
                  <a:cubicBezTo>
                    <a:pt x="2230953" y="1629002"/>
                    <a:pt x="2249692" y="1625204"/>
                    <a:pt x="2251718" y="1613049"/>
                  </a:cubicBezTo>
                  <a:cubicBezTo>
                    <a:pt x="2252984" y="1607225"/>
                    <a:pt x="2249186" y="1598868"/>
                    <a:pt x="2237537" y="1598108"/>
                  </a:cubicBezTo>
                  <a:close/>
                  <a:moveTo>
                    <a:pt x="2170686" y="1597349"/>
                  </a:moveTo>
                  <a:cubicBezTo>
                    <a:pt x="2157011" y="1597855"/>
                    <a:pt x="2150681" y="1609757"/>
                    <a:pt x="2156505" y="1617860"/>
                  </a:cubicBezTo>
                  <a:cubicBezTo>
                    <a:pt x="2163848" y="1627989"/>
                    <a:pt x="2182840" y="1624191"/>
                    <a:pt x="2184866" y="1612036"/>
                  </a:cubicBezTo>
                  <a:cubicBezTo>
                    <a:pt x="2186132" y="1606465"/>
                    <a:pt x="2182334" y="1597855"/>
                    <a:pt x="2170686" y="1597349"/>
                  </a:cubicBezTo>
                  <a:close/>
                  <a:moveTo>
                    <a:pt x="1482164" y="1608997"/>
                  </a:moveTo>
                  <a:cubicBezTo>
                    <a:pt x="1483684" y="1603173"/>
                    <a:pt x="1481151" y="1594816"/>
                    <a:pt x="1471022" y="1594310"/>
                  </a:cubicBezTo>
                  <a:cubicBezTo>
                    <a:pt x="1458868" y="1595070"/>
                    <a:pt x="1452030" y="1606971"/>
                    <a:pt x="1456589" y="1615075"/>
                  </a:cubicBezTo>
                  <a:cubicBezTo>
                    <a:pt x="1461906" y="1625204"/>
                    <a:pt x="1478872" y="1621152"/>
                    <a:pt x="1482164" y="1608997"/>
                  </a:cubicBezTo>
                  <a:close/>
                  <a:moveTo>
                    <a:pt x="1365934" y="1609757"/>
                  </a:moveTo>
                  <a:cubicBezTo>
                    <a:pt x="1367453" y="1603933"/>
                    <a:pt x="1365427" y="1595576"/>
                    <a:pt x="1355551" y="1595070"/>
                  </a:cubicBezTo>
                  <a:cubicBezTo>
                    <a:pt x="1343397" y="1595829"/>
                    <a:pt x="1336813" y="1608997"/>
                    <a:pt x="1341877" y="1616847"/>
                  </a:cubicBezTo>
                  <a:cubicBezTo>
                    <a:pt x="1347448" y="1625963"/>
                    <a:pt x="1362895" y="1621405"/>
                    <a:pt x="1365934" y="1609757"/>
                  </a:cubicBezTo>
                  <a:close/>
                  <a:moveTo>
                    <a:pt x="194004" y="1650273"/>
                  </a:moveTo>
                  <a:cubicBezTo>
                    <a:pt x="189446" y="1652045"/>
                    <a:pt x="182609" y="1673570"/>
                    <a:pt x="184382" y="1676608"/>
                  </a:cubicBezTo>
                  <a:cubicBezTo>
                    <a:pt x="185648" y="1678634"/>
                    <a:pt x="189699" y="1672810"/>
                    <a:pt x="192485" y="1664454"/>
                  </a:cubicBezTo>
                  <a:cubicBezTo>
                    <a:pt x="194764" y="1658629"/>
                    <a:pt x="196537" y="1650273"/>
                    <a:pt x="194004" y="1650273"/>
                  </a:cubicBezTo>
                  <a:close/>
                  <a:moveTo>
                    <a:pt x="180077" y="1653058"/>
                  </a:moveTo>
                  <a:cubicBezTo>
                    <a:pt x="175772" y="1654831"/>
                    <a:pt x="168935" y="1676355"/>
                    <a:pt x="170454" y="1679394"/>
                  </a:cubicBezTo>
                  <a:cubicBezTo>
                    <a:pt x="171467" y="1681420"/>
                    <a:pt x="175266" y="1675595"/>
                    <a:pt x="178051" y="1667239"/>
                  </a:cubicBezTo>
                  <a:cubicBezTo>
                    <a:pt x="180330" y="1661415"/>
                    <a:pt x="182103" y="1653058"/>
                    <a:pt x="180077" y="1653058"/>
                  </a:cubicBezTo>
                  <a:close/>
                  <a:moveTo>
                    <a:pt x="148170" y="1662175"/>
                  </a:moveTo>
                  <a:cubicBezTo>
                    <a:pt x="145385" y="1663947"/>
                    <a:pt x="137535" y="1687244"/>
                    <a:pt x="139054" y="1689016"/>
                  </a:cubicBezTo>
                  <a:cubicBezTo>
                    <a:pt x="140320" y="1689016"/>
                    <a:pt x="143359" y="1681420"/>
                    <a:pt x="145132" y="1676355"/>
                  </a:cubicBezTo>
                  <a:cubicBezTo>
                    <a:pt x="146651" y="1671291"/>
                    <a:pt x="149183" y="1663187"/>
                    <a:pt x="148170" y="1662175"/>
                  </a:cubicBezTo>
                  <a:cubicBezTo>
                    <a:pt x="148170" y="1662175"/>
                    <a:pt x="148170" y="1662175"/>
                    <a:pt x="148170" y="1662175"/>
                  </a:cubicBezTo>
                  <a:close/>
                  <a:moveTo>
                    <a:pt x="125380" y="1689270"/>
                  </a:moveTo>
                  <a:lnTo>
                    <a:pt x="125380" y="1689270"/>
                  </a:lnTo>
                  <a:cubicBezTo>
                    <a:pt x="124114" y="1692815"/>
                    <a:pt x="123101" y="1696360"/>
                    <a:pt x="121835" y="1699905"/>
                  </a:cubicBezTo>
                  <a:lnTo>
                    <a:pt x="129432" y="1677115"/>
                  </a:lnTo>
                  <a:cubicBezTo>
                    <a:pt x="127912" y="1681166"/>
                    <a:pt x="126646" y="1685218"/>
                    <a:pt x="125380" y="1689270"/>
                  </a:cubicBezTo>
                  <a:close/>
                  <a:moveTo>
                    <a:pt x="2556602" y="1566708"/>
                  </a:moveTo>
                  <a:cubicBezTo>
                    <a:pt x="2564452" y="1577091"/>
                    <a:pt x="2582431" y="1573546"/>
                    <a:pt x="2583950" y="1561391"/>
                  </a:cubicBezTo>
                  <a:cubicBezTo>
                    <a:pt x="2584710" y="1555566"/>
                    <a:pt x="2580658" y="1547210"/>
                    <a:pt x="2569263" y="1546450"/>
                  </a:cubicBezTo>
                  <a:cubicBezTo>
                    <a:pt x="2555082" y="1546957"/>
                    <a:pt x="2551031" y="1559365"/>
                    <a:pt x="2556602" y="1566708"/>
                  </a:cubicBezTo>
                  <a:close/>
                  <a:moveTo>
                    <a:pt x="2306921" y="1541639"/>
                  </a:moveTo>
                  <a:cubicBezTo>
                    <a:pt x="2293500" y="1542146"/>
                    <a:pt x="2287676" y="1553794"/>
                    <a:pt x="2293500" y="1561897"/>
                  </a:cubicBezTo>
                  <a:cubicBezTo>
                    <a:pt x="2300844" y="1572279"/>
                    <a:pt x="2319582" y="1568481"/>
                    <a:pt x="2321608" y="1556326"/>
                  </a:cubicBezTo>
                  <a:cubicBezTo>
                    <a:pt x="2322368" y="1550755"/>
                    <a:pt x="2318316" y="1542399"/>
                    <a:pt x="2306921" y="1541639"/>
                  </a:cubicBezTo>
                  <a:close/>
                  <a:moveTo>
                    <a:pt x="2240829" y="1540879"/>
                  </a:moveTo>
                  <a:cubicBezTo>
                    <a:pt x="2227408" y="1541386"/>
                    <a:pt x="2221331" y="1553034"/>
                    <a:pt x="2227155" y="1561137"/>
                  </a:cubicBezTo>
                  <a:cubicBezTo>
                    <a:pt x="2234498" y="1571266"/>
                    <a:pt x="2252984" y="1567721"/>
                    <a:pt x="2255263" y="1555566"/>
                  </a:cubicBezTo>
                  <a:cubicBezTo>
                    <a:pt x="2256023" y="1549742"/>
                    <a:pt x="2252224" y="1541386"/>
                    <a:pt x="2240829" y="1540879"/>
                  </a:cubicBezTo>
                  <a:close/>
                  <a:moveTo>
                    <a:pt x="2174484" y="1539867"/>
                  </a:moveTo>
                  <a:cubicBezTo>
                    <a:pt x="2160810" y="1540373"/>
                    <a:pt x="2154479" y="1552275"/>
                    <a:pt x="2160303" y="1560125"/>
                  </a:cubicBezTo>
                  <a:cubicBezTo>
                    <a:pt x="2167647" y="1570254"/>
                    <a:pt x="2186385" y="1566455"/>
                    <a:pt x="2188665" y="1554554"/>
                  </a:cubicBezTo>
                  <a:cubicBezTo>
                    <a:pt x="2189678" y="1548983"/>
                    <a:pt x="2185879" y="1540626"/>
                    <a:pt x="2174484" y="1539867"/>
                  </a:cubicBezTo>
                  <a:close/>
                  <a:moveTo>
                    <a:pt x="2041540" y="1538600"/>
                  </a:moveTo>
                  <a:cubicBezTo>
                    <a:pt x="2028119" y="1539107"/>
                    <a:pt x="2021789" y="1551008"/>
                    <a:pt x="2027107" y="1558858"/>
                  </a:cubicBezTo>
                  <a:cubicBezTo>
                    <a:pt x="2034197" y="1568987"/>
                    <a:pt x="2052935" y="1565442"/>
                    <a:pt x="2055468" y="1553034"/>
                  </a:cubicBezTo>
                  <a:cubicBezTo>
                    <a:pt x="2056734" y="1547463"/>
                    <a:pt x="2053189" y="1539107"/>
                    <a:pt x="2041540" y="1538600"/>
                  </a:cubicBezTo>
                  <a:close/>
                  <a:moveTo>
                    <a:pt x="1989376" y="1552528"/>
                  </a:moveTo>
                  <a:cubicBezTo>
                    <a:pt x="1990642" y="1546704"/>
                    <a:pt x="1987097" y="1538600"/>
                    <a:pt x="1975955" y="1537841"/>
                  </a:cubicBezTo>
                  <a:cubicBezTo>
                    <a:pt x="1962787" y="1538347"/>
                    <a:pt x="1956203" y="1550249"/>
                    <a:pt x="1961521" y="1558099"/>
                  </a:cubicBezTo>
                  <a:cubicBezTo>
                    <a:pt x="1968358" y="1568481"/>
                    <a:pt x="1986843" y="1564683"/>
                    <a:pt x="1989376" y="1552528"/>
                  </a:cubicBezTo>
                  <a:close/>
                  <a:moveTo>
                    <a:pt x="1659676" y="1536575"/>
                  </a:moveTo>
                  <a:cubicBezTo>
                    <a:pt x="1646255" y="1537081"/>
                    <a:pt x="1640684" y="1549742"/>
                    <a:pt x="1644989" y="1557086"/>
                  </a:cubicBezTo>
                  <a:cubicBezTo>
                    <a:pt x="1650813" y="1567215"/>
                    <a:pt x="1668539" y="1563163"/>
                    <a:pt x="1671577" y="1551008"/>
                  </a:cubicBezTo>
                  <a:lnTo>
                    <a:pt x="1671577" y="1551008"/>
                  </a:lnTo>
                  <a:cubicBezTo>
                    <a:pt x="1672843" y="1545437"/>
                    <a:pt x="1670058" y="1537081"/>
                    <a:pt x="1659676" y="1536575"/>
                  </a:cubicBezTo>
                  <a:close/>
                  <a:moveTo>
                    <a:pt x="1433292" y="1551768"/>
                  </a:moveTo>
                  <a:cubicBezTo>
                    <a:pt x="1434811" y="1545944"/>
                    <a:pt x="1432532" y="1537841"/>
                    <a:pt x="1422656" y="1537334"/>
                  </a:cubicBezTo>
                  <a:cubicBezTo>
                    <a:pt x="1411008" y="1538094"/>
                    <a:pt x="1404171" y="1549995"/>
                    <a:pt x="1408222" y="1557846"/>
                  </a:cubicBezTo>
                  <a:cubicBezTo>
                    <a:pt x="1413287" y="1567975"/>
                    <a:pt x="1430000" y="1563923"/>
                    <a:pt x="1433292" y="1551768"/>
                  </a:cubicBezTo>
                  <a:close/>
                  <a:moveTo>
                    <a:pt x="200335" y="1595323"/>
                  </a:moveTo>
                  <a:cubicBezTo>
                    <a:pt x="196030" y="1597096"/>
                    <a:pt x="188687" y="1618366"/>
                    <a:pt x="190206" y="1621405"/>
                  </a:cubicBezTo>
                  <a:cubicBezTo>
                    <a:pt x="191219" y="1623431"/>
                    <a:pt x="195017" y="1617607"/>
                    <a:pt x="198056" y="1609250"/>
                  </a:cubicBezTo>
                  <a:cubicBezTo>
                    <a:pt x="200335" y="1603426"/>
                    <a:pt x="202361" y="1595323"/>
                    <a:pt x="200335" y="1595323"/>
                  </a:cubicBezTo>
                  <a:close/>
                  <a:moveTo>
                    <a:pt x="4798157" y="1637359"/>
                  </a:moveTo>
                  <a:cubicBezTo>
                    <a:pt x="4797904" y="1637359"/>
                    <a:pt x="4797904" y="1637359"/>
                    <a:pt x="4798157" y="1637359"/>
                  </a:cubicBezTo>
                  <a:cubicBezTo>
                    <a:pt x="4796638" y="1638878"/>
                    <a:pt x="4805501" y="1663694"/>
                    <a:pt x="4807527" y="1663947"/>
                  </a:cubicBezTo>
                  <a:cubicBezTo>
                    <a:pt x="4808286" y="1662934"/>
                    <a:pt x="4805247" y="1653818"/>
                    <a:pt x="4804994" y="1652805"/>
                  </a:cubicBezTo>
                  <a:cubicBezTo>
                    <a:pt x="4802969" y="1647234"/>
                    <a:pt x="4799676" y="1638625"/>
                    <a:pt x="4798157" y="1637359"/>
                  </a:cubicBezTo>
                  <a:close/>
                  <a:moveTo>
                    <a:pt x="4789294" y="1634066"/>
                  </a:moveTo>
                  <a:cubicBezTo>
                    <a:pt x="4789294" y="1633813"/>
                    <a:pt x="4789041" y="1633813"/>
                    <a:pt x="4789294" y="1634066"/>
                  </a:cubicBezTo>
                  <a:cubicBezTo>
                    <a:pt x="4787015" y="1634573"/>
                    <a:pt x="4795878" y="1659642"/>
                    <a:pt x="4798411" y="1660655"/>
                  </a:cubicBezTo>
                  <a:cubicBezTo>
                    <a:pt x="4799423" y="1660908"/>
                    <a:pt x="4798664" y="1656097"/>
                    <a:pt x="4796385" y="1649513"/>
                  </a:cubicBezTo>
                  <a:cubicBezTo>
                    <a:pt x="4794612" y="1643689"/>
                    <a:pt x="4791067" y="1635079"/>
                    <a:pt x="4789294" y="1634066"/>
                  </a:cubicBezTo>
                  <a:close/>
                  <a:moveTo>
                    <a:pt x="2557108" y="1509733"/>
                  </a:moveTo>
                  <a:cubicBezTo>
                    <a:pt x="2564705" y="1520115"/>
                    <a:pt x="2582684" y="1516570"/>
                    <a:pt x="2584203" y="1504415"/>
                  </a:cubicBezTo>
                  <a:cubicBezTo>
                    <a:pt x="2584710" y="1499097"/>
                    <a:pt x="2581418" y="1490741"/>
                    <a:pt x="2569516" y="1489981"/>
                  </a:cubicBezTo>
                  <a:cubicBezTo>
                    <a:pt x="2555336" y="1489981"/>
                    <a:pt x="2551537" y="1502389"/>
                    <a:pt x="2557108" y="1509733"/>
                  </a:cubicBezTo>
                  <a:close/>
                  <a:moveTo>
                    <a:pt x="2375039" y="1486183"/>
                  </a:moveTo>
                  <a:cubicBezTo>
                    <a:pt x="2361365" y="1486436"/>
                    <a:pt x="2355794" y="1498084"/>
                    <a:pt x="2361618" y="1506187"/>
                  </a:cubicBezTo>
                  <a:cubicBezTo>
                    <a:pt x="2368961" y="1516317"/>
                    <a:pt x="2387447" y="1512771"/>
                    <a:pt x="2389219" y="1500616"/>
                  </a:cubicBezTo>
                  <a:cubicBezTo>
                    <a:pt x="2390232" y="1495299"/>
                    <a:pt x="2386941" y="1486942"/>
                    <a:pt x="2375039" y="1486183"/>
                  </a:cubicBezTo>
                  <a:close/>
                  <a:moveTo>
                    <a:pt x="2309707" y="1485170"/>
                  </a:moveTo>
                  <a:cubicBezTo>
                    <a:pt x="2296286" y="1485423"/>
                    <a:pt x="2290461" y="1497071"/>
                    <a:pt x="2296286" y="1505175"/>
                  </a:cubicBezTo>
                  <a:cubicBezTo>
                    <a:pt x="2303629" y="1515557"/>
                    <a:pt x="2322115" y="1511758"/>
                    <a:pt x="2324140" y="1499604"/>
                  </a:cubicBezTo>
                  <a:cubicBezTo>
                    <a:pt x="2324900" y="1493779"/>
                    <a:pt x="2321102" y="1485676"/>
                    <a:pt x="2309707" y="1485170"/>
                  </a:cubicBezTo>
                  <a:close/>
                  <a:moveTo>
                    <a:pt x="2244121" y="1484157"/>
                  </a:moveTo>
                  <a:cubicBezTo>
                    <a:pt x="2230700" y="1484663"/>
                    <a:pt x="2224623" y="1496058"/>
                    <a:pt x="2230447" y="1504162"/>
                  </a:cubicBezTo>
                  <a:cubicBezTo>
                    <a:pt x="2237790" y="1514291"/>
                    <a:pt x="2256023" y="1510746"/>
                    <a:pt x="2258302" y="1498591"/>
                  </a:cubicBezTo>
                  <a:cubicBezTo>
                    <a:pt x="2259061" y="1493273"/>
                    <a:pt x="2256023" y="1484916"/>
                    <a:pt x="2244121" y="1484157"/>
                  </a:cubicBezTo>
                  <a:close/>
                  <a:moveTo>
                    <a:pt x="2178536" y="1483144"/>
                  </a:moveTo>
                  <a:cubicBezTo>
                    <a:pt x="2164861" y="1483650"/>
                    <a:pt x="2158784" y="1495046"/>
                    <a:pt x="2164355" y="1503149"/>
                  </a:cubicBezTo>
                  <a:cubicBezTo>
                    <a:pt x="2171445" y="1513278"/>
                    <a:pt x="2190184" y="1509479"/>
                    <a:pt x="2192463" y="1497578"/>
                  </a:cubicBezTo>
                  <a:cubicBezTo>
                    <a:pt x="2193476" y="1492513"/>
                    <a:pt x="2190437" y="1483904"/>
                    <a:pt x="2178536" y="1483144"/>
                  </a:cubicBezTo>
                  <a:close/>
                  <a:moveTo>
                    <a:pt x="2060532" y="1496058"/>
                  </a:moveTo>
                  <a:cubicBezTo>
                    <a:pt x="2061798" y="1490487"/>
                    <a:pt x="2058253" y="1482384"/>
                    <a:pt x="2046605" y="1481624"/>
                  </a:cubicBezTo>
                  <a:cubicBezTo>
                    <a:pt x="2033184" y="1482131"/>
                    <a:pt x="2026853" y="1493526"/>
                    <a:pt x="2032171" y="1501629"/>
                  </a:cubicBezTo>
                  <a:cubicBezTo>
                    <a:pt x="2039261" y="1512012"/>
                    <a:pt x="2058000" y="1508213"/>
                    <a:pt x="2060532" y="1496058"/>
                  </a:cubicBezTo>
                  <a:close/>
                  <a:moveTo>
                    <a:pt x="1619413" y="1494286"/>
                  </a:moveTo>
                  <a:cubicBezTo>
                    <a:pt x="1620932" y="1488715"/>
                    <a:pt x="1618400" y="1480612"/>
                    <a:pt x="1608018" y="1480105"/>
                  </a:cubicBezTo>
                  <a:cubicBezTo>
                    <a:pt x="1595610" y="1480612"/>
                    <a:pt x="1589026" y="1492260"/>
                    <a:pt x="1593330" y="1500363"/>
                  </a:cubicBezTo>
                  <a:cubicBezTo>
                    <a:pt x="1598901" y="1510239"/>
                    <a:pt x="1616121" y="1506441"/>
                    <a:pt x="1619413" y="1494286"/>
                  </a:cubicBezTo>
                  <a:close/>
                  <a:moveTo>
                    <a:pt x="1501410" y="1494539"/>
                  </a:moveTo>
                  <a:cubicBezTo>
                    <a:pt x="1502929" y="1489221"/>
                    <a:pt x="1501410" y="1480865"/>
                    <a:pt x="1490774" y="1480358"/>
                  </a:cubicBezTo>
                  <a:cubicBezTo>
                    <a:pt x="1478619" y="1481118"/>
                    <a:pt x="1472035" y="1492513"/>
                    <a:pt x="1476087" y="1500616"/>
                  </a:cubicBezTo>
                  <a:cubicBezTo>
                    <a:pt x="1481151" y="1510492"/>
                    <a:pt x="1497864" y="1506441"/>
                    <a:pt x="1501410" y="1494539"/>
                  </a:cubicBezTo>
                  <a:close/>
                  <a:moveTo>
                    <a:pt x="206666" y="1554807"/>
                  </a:moveTo>
                  <a:cubicBezTo>
                    <a:pt x="208945" y="1549236"/>
                    <a:pt x="211477" y="1541133"/>
                    <a:pt x="209704" y="1541133"/>
                  </a:cubicBezTo>
                  <a:cubicBezTo>
                    <a:pt x="205906" y="1542905"/>
                    <a:pt x="198056" y="1563670"/>
                    <a:pt x="199069" y="1566962"/>
                  </a:cubicBezTo>
                  <a:cubicBezTo>
                    <a:pt x="199575" y="1568734"/>
                    <a:pt x="203374" y="1563163"/>
                    <a:pt x="206666" y="1554807"/>
                  </a:cubicBezTo>
                  <a:close/>
                  <a:moveTo>
                    <a:pt x="2633582" y="1435284"/>
                  </a:moveTo>
                  <a:cubicBezTo>
                    <a:pt x="2620415" y="1435537"/>
                    <a:pt x="2615350" y="1446933"/>
                    <a:pt x="2621428" y="1454783"/>
                  </a:cubicBezTo>
                  <a:cubicBezTo>
                    <a:pt x="2629024" y="1464912"/>
                    <a:pt x="2646750" y="1461366"/>
                    <a:pt x="2648016" y="1449465"/>
                  </a:cubicBezTo>
                  <a:cubicBezTo>
                    <a:pt x="2648776" y="1444400"/>
                    <a:pt x="2645231" y="1436044"/>
                    <a:pt x="2633582" y="1435284"/>
                  </a:cubicBezTo>
                  <a:close/>
                  <a:moveTo>
                    <a:pt x="2557615" y="1453517"/>
                  </a:moveTo>
                  <a:cubicBezTo>
                    <a:pt x="2565212" y="1463645"/>
                    <a:pt x="2583191" y="1460100"/>
                    <a:pt x="2584457" y="1448199"/>
                  </a:cubicBezTo>
                  <a:cubicBezTo>
                    <a:pt x="2584963" y="1443134"/>
                    <a:pt x="2581671" y="1434525"/>
                    <a:pt x="2570023" y="1433765"/>
                  </a:cubicBezTo>
                  <a:cubicBezTo>
                    <a:pt x="2555842" y="1434018"/>
                    <a:pt x="2552297" y="1446173"/>
                    <a:pt x="2557615" y="1453517"/>
                  </a:cubicBezTo>
                  <a:close/>
                  <a:moveTo>
                    <a:pt x="2493295" y="1452250"/>
                  </a:moveTo>
                  <a:cubicBezTo>
                    <a:pt x="2500892" y="1462379"/>
                    <a:pt x="2518871" y="1458834"/>
                    <a:pt x="2520390" y="1446933"/>
                  </a:cubicBezTo>
                  <a:cubicBezTo>
                    <a:pt x="2521150" y="1441362"/>
                    <a:pt x="2517099" y="1433258"/>
                    <a:pt x="2505957" y="1432752"/>
                  </a:cubicBezTo>
                  <a:cubicBezTo>
                    <a:pt x="2492789" y="1432752"/>
                    <a:pt x="2487471" y="1444147"/>
                    <a:pt x="2493295" y="1452250"/>
                  </a:cubicBezTo>
                  <a:close/>
                  <a:moveTo>
                    <a:pt x="2456071" y="1445666"/>
                  </a:moveTo>
                  <a:cubicBezTo>
                    <a:pt x="2456831" y="1440602"/>
                    <a:pt x="2453539" y="1432246"/>
                    <a:pt x="2441890" y="1431486"/>
                  </a:cubicBezTo>
                  <a:cubicBezTo>
                    <a:pt x="2428723" y="1431739"/>
                    <a:pt x="2423152" y="1443134"/>
                    <a:pt x="2428976" y="1451237"/>
                  </a:cubicBezTo>
                  <a:cubicBezTo>
                    <a:pt x="2436319" y="1461113"/>
                    <a:pt x="2454298" y="1457568"/>
                    <a:pt x="2456071" y="1445666"/>
                  </a:cubicBezTo>
                  <a:close/>
                  <a:moveTo>
                    <a:pt x="2391499" y="1444400"/>
                  </a:moveTo>
                  <a:cubicBezTo>
                    <a:pt x="2392258" y="1439336"/>
                    <a:pt x="2389219" y="1430979"/>
                    <a:pt x="2377318" y="1430220"/>
                  </a:cubicBezTo>
                  <a:cubicBezTo>
                    <a:pt x="2363897" y="1430473"/>
                    <a:pt x="2358326" y="1441868"/>
                    <a:pt x="2364150" y="1449971"/>
                  </a:cubicBezTo>
                  <a:cubicBezTo>
                    <a:pt x="2371494" y="1459847"/>
                    <a:pt x="2389726" y="1456302"/>
                    <a:pt x="2391499" y="1444400"/>
                  </a:cubicBezTo>
                  <a:close/>
                  <a:moveTo>
                    <a:pt x="2247666" y="1428194"/>
                  </a:moveTo>
                  <a:cubicBezTo>
                    <a:pt x="2234245" y="1428700"/>
                    <a:pt x="2228421" y="1440095"/>
                    <a:pt x="2233992" y="1447946"/>
                  </a:cubicBezTo>
                  <a:cubicBezTo>
                    <a:pt x="2241082" y="1458075"/>
                    <a:pt x="2259315" y="1454529"/>
                    <a:pt x="2261594" y="1442375"/>
                  </a:cubicBezTo>
                  <a:cubicBezTo>
                    <a:pt x="2262353" y="1437310"/>
                    <a:pt x="2259568" y="1428954"/>
                    <a:pt x="2247666" y="1428194"/>
                  </a:cubicBezTo>
                  <a:close/>
                  <a:moveTo>
                    <a:pt x="2196515" y="1441615"/>
                  </a:moveTo>
                  <a:cubicBezTo>
                    <a:pt x="2197527" y="1436550"/>
                    <a:pt x="2194489" y="1428194"/>
                    <a:pt x="2182840" y="1427434"/>
                  </a:cubicBezTo>
                  <a:cubicBezTo>
                    <a:pt x="2169166" y="1427941"/>
                    <a:pt x="2163089" y="1439336"/>
                    <a:pt x="2168913" y="1447186"/>
                  </a:cubicBezTo>
                  <a:cubicBezTo>
                    <a:pt x="2175750" y="1457062"/>
                    <a:pt x="2194236" y="1453263"/>
                    <a:pt x="2196515" y="1441615"/>
                  </a:cubicBezTo>
                  <a:close/>
                  <a:moveTo>
                    <a:pt x="2131182" y="1440602"/>
                  </a:moveTo>
                  <a:cubicBezTo>
                    <a:pt x="2132195" y="1435537"/>
                    <a:pt x="2129410" y="1427181"/>
                    <a:pt x="2117508" y="1426421"/>
                  </a:cubicBezTo>
                  <a:cubicBezTo>
                    <a:pt x="2102821" y="1426928"/>
                    <a:pt x="2098263" y="1439083"/>
                    <a:pt x="2103074" y="1446173"/>
                  </a:cubicBezTo>
                  <a:cubicBezTo>
                    <a:pt x="2110165" y="1456302"/>
                    <a:pt x="2128650" y="1452757"/>
                    <a:pt x="2131182" y="1440602"/>
                  </a:cubicBezTo>
                  <a:close/>
                  <a:moveTo>
                    <a:pt x="2065597" y="1440095"/>
                  </a:moveTo>
                  <a:cubicBezTo>
                    <a:pt x="2066863" y="1434525"/>
                    <a:pt x="2063318" y="1426675"/>
                    <a:pt x="2051923" y="1425915"/>
                  </a:cubicBezTo>
                  <a:cubicBezTo>
                    <a:pt x="2038502" y="1426421"/>
                    <a:pt x="2032424" y="1437816"/>
                    <a:pt x="2037742" y="1445666"/>
                  </a:cubicBezTo>
                  <a:cubicBezTo>
                    <a:pt x="2044579" y="1455796"/>
                    <a:pt x="2063065" y="1451997"/>
                    <a:pt x="2065597" y="1440095"/>
                  </a:cubicBezTo>
                  <a:close/>
                  <a:moveTo>
                    <a:pt x="1628782" y="1438070"/>
                  </a:moveTo>
                  <a:cubicBezTo>
                    <a:pt x="1630301" y="1432499"/>
                    <a:pt x="1627769" y="1424649"/>
                    <a:pt x="1617640" y="1424142"/>
                  </a:cubicBezTo>
                  <a:cubicBezTo>
                    <a:pt x="1605485" y="1424649"/>
                    <a:pt x="1598901" y="1436297"/>
                    <a:pt x="1602953" y="1443894"/>
                  </a:cubicBezTo>
                  <a:cubicBezTo>
                    <a:pt x="1608271" y="1454023"/>
                    <a:pt x="1625490" y="1449971"/>
                    <a:pt x="1628782" y="1438070"/>
                  </a:cubicBezTo>
                  <a:close/>
                  <a:moveTo>
                    <a:pt x="1454816" y="1438829"/>
                  </a:moveTo>
                  <a:cubicBezTo>
                    <a:pt x="1456589" y="1433258"/>
                    <a:pt x="1454563" y="1425408"/>
                    <a:pt x="1444687" y="1424902"/>
                  </a:cubicBezTo>
                  <a:cubicBezTo>
                    <a:pt x="1433039" y="1425662"/>
                    <a:pt x="1426201" y="1437057"/>
                    <a:pt x="1430000" y="1444907"/>
                  </a:cubicBezTo>
                  <a:cubicBezTo>
                    <a:pt x="1434558" y="1454783"/>
                    <a:pt x="1451018" y="1450731"/>
                    <a:pt x="1454816" y="1438829"/>
                  </a:cubicBezTo>
                  <a:close/>
                  <a:moveTo>
                    <a:pt x="229456" y="1498084"/>
                  </a:moveTo>
                  <a:cubicBezTo>
                    <a:pt x="231988" y="1492513"/>
                    <a:pt x="234520" y="1484663"/>
                    <a:pt x="232748" y="1484663"/>
                  </a:cubicBezTo>
                  <a:cubicBezTo>
                    <a:pt x="228949" y="1486436"/>
                    <a:pt x="220593" y="1506947"/>
                    <a:pt x="221606" y="1509986"/>
                  </a:cubicBezTo>
                  <a:cubicBezTo>
                    <a:pt x="222112" y="1512012"/>
                    <a:pt x="225911" y="1506441"/>
                    <a:pt x="229456" y="1498084"/>
                  </a:cubicBezTo>
                  <a:close/>
                  <a:moveTo>
                    <a:pt x="3239552" y="1397807"/>
                  </a:moveTo>
                  <a:cubicBezTo>
                    <a:pt x="3227144" y="1398060"/>
                    <a:pt x="3224105" y="1410215"/>
                    <a:pt x="3231702" y="1418065"/>
                  </a:cubicBezTo>
                  <a:cubicBezTo>
                    <a:pt x="3240312" y="1426928"/>
                    <a:pt x="3254745" y="1423383"/>
                    <a:pt x="3254492" y="1412241"/>
                  </a:cubicBezTo>
                  <a:cubicBezTo>
                    <a:pt x="3254239" y="1406670"/>
                    <a:pt x="3249681" y="1398820"/>
                    <a:pt x="3239552" y="1397807"/>
                  </a:cubicBezTo>
                  <a:close/>
                  <a:moveTo>
                    <a:pt x="2695876" y="1381347"/>
                  </a:moveTo>
                  <a:cubicBezTo>
                    <a:pt x="2681949" y="1381600"/>
                    <a:pt x="2678910" y="1393502"/>
                    <a:pt x="2684481" y="1400592"/>
                  </a:cubicBezTo>
                  <a:cubicBezTo>
                    <a:pt x="2692078" y="1410468"/>
                    <a:pt x="2709297" y="1407176"/>
                    <a:pt x="2710563" y="1395528"/>
                  </a:cubicBezTo>
                  <a:cubicBezTo>
                    <a:pt x="2710816" y="1390463"/>
                    <a:pt x="2707271" y="1382107"/>
                    <a:pt x="2695876" y="1381347"/>
                  </a:cubicBezTo>
                  <a:close/>
                  <a:moveTo>
                    <a:pt x="2633329" y="1379828"/>
                  </a:moveTo>
                  <a:cubicBezTo>
                    <a:pt x="2620415" y="1380081"/>
                    <a:pt x="2615350" y="1391476"/>
                    <a:pt x="2621428" y="1399073"/>
                  </a:cubicBezTo>
                  <a:cubicBezTo>
                    <a:pt x="2629024" y="1408949"/>
                    <a:pt x="2646497" y="1405404"/>
                    <a:pt x="2647763" y="1394008"/>
                  </a:cubicBezTo>
                  <a:cubicBezTo>
                    <a:pt x="2648270" y="1388691"/>
                    <a:pt x="2644218" y="1380587"/>
                    <a:pt x="2633329" y="1379828"/>
                  </a:cubicBezTo>
                  <a:close/>
                  <a:moveTo>
                    <a:pt x="2302110" y="1393249"/>
                  </a:moveTo>
                  <a:cubicBezTo>
                    <a:pt x="2309200" y="1403125"/>
                    <a:pt x="2327432" y="1399579"/>
                    <a:pt x="2329458" y="1387931"/>
                  </a:cubicBezTo>
                  <a:cubicBezTo>
                    <a:pt x="2330471" y="1382613"/>
                    <a:pt x="2326673" y="1374510"/>
                    <a:pt x="2315531" y="1374004"/>
                  </a:cubicBezTo>
                  <a:cubicBezTo>
                    <a:pt x="2302110" y="1374257"/>
                    <a:pt x="2296539" y="1385399"/>
                    <a:pt x="2302110" y="1393249"/>
                  </a:cubicBezTo>
                  <a:close/>
                  <a:moveTo>
                    <a:pt x="2264886" y="1386918"/>
                  </a:moveTo>
                  <a:cubicBezTo>
                    <a:pt x="2265899" y="1381854"/>
                    <a:pt x="2262860" y="1373497"/>
                    <a:pt x="2251211" y="1372991"/>
                  </a:cubicBezTo>
                  <a:cubicBezTo>
                    <a:pt x="2237790" y="1373497"/>
                    <a:pt x="2232219" y="1384639"/>
                    <a:pt x="2237790" y="1392236"/>
                  </a:cubicBezTo>
                  <a:cubicBezTo>
                    <a:pt x="2244881" y="1402112"/>
                    <a:pt x="2262860" y="1398566"/>
                    <a:pt x="2264886" y="1386918"/>
                  </a:cubicBezTo>
                  <a:close/>
                  <a:moveTo>
                    <a:pt x="2200566" y="1386158"/>
                  </a:moveTo>
                  <a:cubicBezTo>
                    <a:pt x="2201579" y="1381094"/>
                    <a:pt x="2198794" y="1372737"/>
                    <a:pt x="2186892" y="1372231"/>
                  </a:cubicBezTo>
                  <a:cubicBezTo>
                    <a:pt x="2173724" y="1372737"/>
                    <a:pt x="2167394" y="1383879"/>
                    <a:pt x="2172965" y="1391729"/>
                  </a:cubicBezTo>
                  <a:cubicBezTo>
                    <a:pt x="2180055" y="1401352"/>
                    <a:pt x="2198287" y="1397807"/>
                    <a:pt x="2200566" y="1386158"/>
                  </a:cubicBezTo>
                  <a:close/>
                  <a:moveTo>
                    <a:pt x="2071168" y="1384639"/>
                  </a:moveTo>
                  <a:cubicBezTo>
                    <a:pt x="2072434" y="1379321"/>
                    <a:pt x="2068889" y="1371218"/>
                    <a:pt x="2057747" y="1370712"/>
                  </a:cubicBezTo>
                  <a:cubicBezTo>
                    <a:pt x="2043566" y="1371218"/>
                    <a:pt x="2038755" y="1383120"/>
                    <a:pt x="2043566" y="1390210"/>
                  </a:cubicBezTo>
                  <a:cubicBezTo>
                    <a:pt x="2050150" y="1400086"/>
                    <a:pt x="2068636" y="1396287"/>
                    <a:pt x="2071168" y="1384639"/>
                  </a:cubicBezTo>
                  <a:close/>
                  <a:moveTo>
                    <a:pt x="2006848" y="1384133"/>
                  </a:moveTo>
                  <a:cubicBezTo>
                    <a:pt x="2008115" y="1379068"/>
                    <a:pt x="2005582" y="1370712"/>
                    <a:pt x="1993934" y="1370205"/>
                  </a:cubicBezTo>
                  <a:cubicBezTo>
                    <a:pt x="1979753" y="1370712"/>
                    <a:pt x="1974942" y="1382613"/>
                    <a:pt x="1979500" y="1389704"/>
                  </a:cubicBezTo>
                  <a:cubicBezTo>
                    <a:pt x="1986084" y="1399579"/>
                    <a:pt x="2004063" y="1395781"/>
                    <a:pt x="2006848" y="1384133"/>
                  </a:cubicBezTo>
                  <a:close/>
                  <a:moveTo>
                    <a:pt x="1930881" y="1369699"/>
                  </a:moveTo>
                  <a:cubicBezTo>
                    <a:pt x="1917966" y="1370205"/>
                    <a:pt x="1911382" y="1381600"/>
                    <a:pt x="1916447" y="1389197"/>
                  </a:cubicBezTo>
                  <a:cubicBezTo>
                    <a:pt x="1922777" y="1398820"/>
                    <a:pt x="1940756" y="1395274"/>
                    <a:pt x="1943542" y="1383626"/>
                  </a:cubicBezTo>
                  <a:cubicBezTo>
                    <a:pt x="1944555" y="1378562"/>
                    <a:pt x="1942276" y="1370205"/>
                    <a:pt x="1930881" y="1369699"/>
                  </a:cubicBezTo>
                  <a:close/>
                  <a:moveTo>
                    <a:pt x="1638658" y="1382866"/>
                  </a:moveTo>
                  <a:cubicBezTo>
                    <a:pt x="1640177" y="1377549"/>
                    <a:pt x="1637898" y="1369446"/>
                    <a:pt x="1627769" y="1369192"/>
                  </a:cubicBezTo>
                  <a:cubicBezTo>
                    <a:pt x="1614601" y="1369699"/>
                    <a:pt x="1609284" y="1381854"/>
                    <a:pt x="1613082" y="1388691"/>
                  </a:cubicBezTo>
                  <a:cubicBezTo>
                    <a:pt x="1618147" y="1398313"/>
                    <a:pt x="1635113" y="1394515"/>
                    <a:pt x="1638658" y="1382866"/>
                  </a:cubicBezTo>
                  <a:close/>
                  <a:moveTo>
                    <a:pt x="1512805" y="1369446"/>
                  </a:moveTo>
                  <a:cubicBezTo>
                    <a:pt x="1501156" y="1369952"/>
                    <a:pt x="1494066" y="1381347"/>
                    <a:pt x="1497864" y="1388944"/>
                  </a:cubicBezTo>
                  <a:cubicBezTo>
                    <a:pt x="1502676" y="1398566"/>
                    <a:pt x="1519135" y="1394768"/>
                    <a:pt x="1522934" y="1383120"/>
                  </a:cubicBezTo>
                  <a:cubicBezTo>
                    <a:pt x="1524453" y="1378055"/>
                    <a:pt x="1523187" y="1369699"/>
                    <a:pt x="1512805" y="1369446"/>
                  </a:cubicBezTo>
                  <a:close/>
                  <a:moveTo>
                    <a:pt x="242624" y="1445160"/>
                  </a:moveTo>
                  <a:cubicBezTo>
                    <a:pt x="245156" y="1439589"/>
                    <a:pt x="248195" y="1431739"/>
                    <a:pt x="246675" y="1431992"/>
                  </a:cubicBezTo>
                  <a:cubicBezTo>
                    <a:pt x="243130" y="1434018"/>
                    <a:pt x="234014" y="1455542"/>
                    <a:pt x="235027" y="1457315"/>
                  </a:cubicBezTo>
                  <a:cubicBezTo>
                    <a:pt x="235787" y="1458075"/>
                    <a:pt x="239332" y="1452504"/>
                    <a:pt x="242624" y="1445160"/>
                  </a:cubicBezTo>
                  <a:close/>
                  <a:moveTo>
                    <a:pt x="214516" y="1466178"/>
                  </a:moveTo>
                  <a:cubicBezTo>
                    <a:pt x="215529" y="1465165"/>
                    <a:pt x="218820" y="1458075"/>
                    <a:pt x="220593" y="1454023"/>
                  </a:cubicBezTo>
                  <a:cubicBezTo>
                    <a:pt x="222366" y="1449971"/>
                    <a:pt x="225658" y="1442628"/>
                    <a:pt x="225911" y="1440855"/>
                  </a:cubicBezTo>
                  <a:cubicBezTo>
                    <a:pt x="225911" y="1440855"/>
                    <a:pt x="225911" y="1440855"/>
                    <a:pt x="225911" y="1440855"/>
                  </a:cubicBezTo>
                  <a:cubicBezTo>
                    <a:pt x="224391" y="1442375"/>
                    <a:pt x="215022" y="1463139"/>
                    <a:pt x="214516" y="1466178"/>
                  </a:cubicBezTo>
                  <a:cubicBezTo>
                    <a:pt x="214516" y="1466178"/>
                    <a:pt x="214516" y="1466178"/>
                    <a:pt x="214516" y="1466178"/>
                  </a:cubicBezTo>
                  <a:close/>
                  <a:moveTo>
                    <a:pt x="2817678" y="1329942"/>
                  </a:moveTo>
                  <a:cubicBezTo>
                    <a:pt x="2805270" y="1330195"/>
                    <a:pt x="2800711" y="1341337"/>
                    <a:pt x="2806789" y="1348934"/>
                  </a:cubicBezTo>
                  <a:cubicBezTo>
                    <a:pt x="2814639" y="1358557"/>
                    <a:pt x="2831352" y="1355265"/>
                    <a:pt x="2832111" y="1343870"/>
                  </a:cubicBezTo>
                  <a:cubicBezTo>
                    <a:pt x="2832365" y="1338552"/>
                    <a:pt x="2828060" y="1330702"/>
                    <a:pt x="2817678" y="1329942"/>
                  </a:cubicBezTo>
                  <a:close/>
                  <a:moveTo>
                    <a:pt x="2694863" y="1326904"/>
                  </a:moveTo>
                  <a:cubicBezTo>
                    <a:pt x="2682202" y="1327157"/>
                    <a:pt x="2677644" y="1338299"/>
                    <a:pt x="2683468" y="1345896"/>
                  </a:cubicBezTo>
                  <a:cubicBezTo>
                    <a:pt x="2691065" y="1355771"/>
                    <a:pt x="2708031" y="1352479"/>
                    <a:pt x="2709044" y="1340831"/>
                  </a:cubicBezTo>
                  <a:cubicBezTo>
                    <a:pt x="2709550" y="1335513"/>
                    <a:pt x="2705498" y="1327663"/>
                    <a:pt x="2694863" y="1326904"/>
                  </a:cubicBezTo>
                  <a:close/>
                  <a:moveTo>
                    <a:pt x="2632823" y="1325384"/>
                  </a:moveTo>
                  <a:cubicBezTo>
                    <a:pt x="2620162" y="1325637"/>
                    <a:pt x="2615097" y="1336779"/>
                    <a:pt x="2620921" y="1344376"/>
                  </a:cubicBezTo>
                  <a:cubicBezTo>
                    <a:pt x="2628518" y="1353999"/>
                    <a:pt x="2645737" y="1350707"/>
                    <a:pt x="2647003" y="1339312"/>
                  </a:cubicBezTo>
                  <a:cubicBezTo>
                    <a:pt x="2647763" y="1333994"/>
                    <a:pt x="2643712" y="1326144"/>
                    <a:pt x="2632823" y="1325384"/>
                  </a:cubicBezTo>
                  <a:close/>
                  <a:moveTo>
                    <a:pt x="2305402" y="1338552"/>
                  </a:moveTo>
                  <a:cubicBezTo>
                    <a:pt x="2312492" y="1348428"/>
                    <a:pt x="2330471" y="1344883"/>
                    <a:pt x="2332497" y="1333234"/>
                  </a:cubicBezTo>
                  <a:cubicBezTo>
                    <a:pt x="2333510" y="1327916"/>
                    <a:pt x="2329711" y="1320066"/>
                    <a:pt x="2318569" y="1319307"/>
                  </a:cubicBezTo>
                  <a:cubicBezTo>
                    <a:pt x="2305402" y="1319813"/>
                    <a:pt x="2299831" y="1330955"/>
                    <a:pt x="2305402" y="1338552"/>
                  </a:cubicBezTo>
                  <a:close/>
                  <a:moveTo>
                    <a:pt x="2140805" y="1330702"/>
                  </a:moveTo>
                  <a:cubicBezTo>
                    <a:pt x="2141818" y="1325637"/>
                    <a:pt x="2139286" y="1317534"/>
                    <a:pt x="2127637" y="1317028"/>
                  </a:cubicBezTo>
                  <a:cubicBezTo>
                    <a:pt x="2113203" y="1317534"/>
                    <a:pt x="2108645" y="1329183"/>
                    <a:pt x="2113456" y="1336020"/>
                  </a:cubicBezTo>
                  <a:cubicBezTo>
                    <a:pt x="2120294" y="1345896"/>
                    <a:pt x="2138273" y="1342350"/>
                    <a:pt x="2140805" y="1330702"/>
                  </a:cubicBezTo>
                  <a:close/>
                  <a:moveTo>
                    <a:pt x="1950379" y="1329183"/>
                  </a:moveTo>
                  <a:cubicBezTo>
                    <a:pt x="1951645" y="1324118"/>
                    <a:pt x="1949366" y="1316015"/>
                    <a:pt x="1937971" y="1315508"/>
                  </a:cubicBezTo>
                  <a:cubicBezTo>
                    <a:pt x="1925310" y="1316015"/>
                    <a:pt x="1918473" y="1327157"/>
                    <a:pt x="1923537" y="1334754"/>
                  </a:cubicBezTo>
                  <a:cubicBezTo>
                    <a:pt x="1929868" y="1344123"/>
                    <a:pt x="1947594" y="1340578"/>
                    <a:pt x="1950379" y="1329183"/>
                  </a:cubicBezTo>
                  <a:close/>
                  <a:moveTo>
                    <a:pt x="1649040" y="1328170"/>
                  </a:moveTo>
                  <a:cubicBezTo>
                    <a:pt x="1650560" y="1322852"/>
                    <a:pt x="1648534" y="1315002"/>
                    <a:pt x="1638405" y="1314495"/>
                  </a:cubicBezTo>
                  <a:cubicBezTo>
                    <a:pt x="1625490" y="1315002"/>
                    <a:pt x="1619919" y="1326904"/>
                    <a:pt x="1623718" y="1333741"/>
                  </a:cubicBezTo>
                  <a:cubicBezTo>
                    <a:pt x="1628529" y="1343616"/>
                    <a:pt x="1645495" y="1339818"/>
                    <a:pt x="1649040" y="1328170"/>
                  </a:cubicBezTo>
                  <a:close/>
                  <a:moveTo>
                    <a:pt x="245156" y="1407683"/>
                  </a:moveTo>
                  <a:cubicBezTo>
                    <a:pt x="246422" y="1406670"/>
                    <a:pt x="249967" y="1399833"/>
                    <a:pt x="251993" y="1395781"/>
                  </a:cubicBezTo>
                  <a:cubicBezTo>
                    <a:pt x="254019" y="1391729"/>
                    <a:pt x="257311" y="1384639"/>
                    <a:pt x="257311" y="1382866"/>
                  </a:cubicBezTo>
                  <a:cubicBezTo>
                    <a:pt x="257311" y="1382866"/>
                    <a:pt x="257311" y="1382866"/>
                    <a:pt x="257058" y="1382866"/>
                  </a:cubicBezTo>
                  <a:cubicBezTo>
                    <a:pt x="255285" y="1384133"/>
                    <a:pt x="245156" y="1404644"/>
                    <a:pt x="245156" y="1407683"/>
                  </a:cubicBezTo>
                  <a:cubicBezTo>
                    <a:pt x="245156" y="1407683"/>
                    <a:pt x="245156" y="1407683"/>
                    <a:pt x="245156" y="1407683"/>
                  </a:cubicBezTo>
                  <a:close/>
                  <a:moveTo>
                    <a:pt x="248701" y="1388944"/>
                  </a:moveTo>
                  <a:cubicBezTo>
                    <a:pt x="248195" y="1389704"/>
                    <a:pt x="237306" y="1411734"/>
                    <a:pt x="236546" y="1414013"/>
                  </a:cubicBezTo>
                  <a:cubicBezTo>
                    <a:pt x="237306" y="1413000"/>
                    <a:pt x="240851" y="1405657"/>
                    <a:pt x="242624" y="1402112"/>
                  </a:cubicBezTo>
                  <a:cubicBezTo>
                    <a:pt x="243890" y="1399073"/>
                    <a:pt x="248195" y="1389957"/>
                    <a:pt x="248701" y="1388944"/>
                  </a:cubicBezTo>
                  <a:close/>
                  <a:moveTo>
                    <a:pt x="3052165" y="1283095"/>
                  </a:moveTo>
                  <a:cubicBezTo>
                    <a:pt x="3039757" y="1283349"/>
                    <a:pt x="3036465" y="1295504"/>
                    <a:pt x="3043808" y="1302847"/>
                  </a:cubicBezTo>
                  <a:cubicBezTo>
                    <a:pt x="3052418" y="1311457"/>
                    <a:pt x="3066852" y="1307912"/>
                    <a:pt x="3066852" y="1297023"/>
                  </a:cubicBezTo>
                  <a:cubicBezTo>
                    <a:pt x="3067105" y="1291958"/>
                    <a:pt x="3062547" y="1284108"/>
                    <a:pt x="3052165" y="1283095"/>
                  </a:cubicBezTo>
                  <a:close/>
                  <a:moveTo>
                    <a:pt x="2993416" y="1281323"/>
                  </a:moveTo>
                  <a:cubicBezTo>
                    <a:pt x="2981008" y="1281576"/>
                    <a:pt x="2977463" y="1293731"/>
                    <a:pt x="2984807" y="1301075"/>
                  </a:cubicBezTo>
                  <a:cubicBezTo>
                    <a:pt x="2993163" y="1309684"/>
                    <a:pt x="3008104" y="1305886"/>
                    <a:pt x="3008357" y="1295250"/>
                  </a:cubicBezTo>
                  <a:cubicBezTo>
                    <a:pt x="3008357" y="1289933"/>
                    <a:pt x="3003799" y="1282083"/>
                    <a:pt x="2993416" y="1281323"/>
                  </a:cubicBezTo>
                  <a:close/>
                  <a:moveTo>
                    <a:pt x="2934415" y="1279550"/>
                  </a:moveTo>
                  <a:cubicBezTo>
                    <a:pt x="2921753" y="1279804"/>
                    <a:pt x="2918208" y="1291958"/>
                    <a:pt x="2925552" y="1299302"/>
                  </a:cubicBezTo>
                  <a:cubicBezTo>
                    <a:pt x="2933908" y="1307912"/>
                    <a:pt x="2948849" y="1304113"/>
                    <a:pt x="2949355" y="1293478"/>
                  </a:cubicBezTo>
                  <a:cubicBezTo>
                    <a:pt x="2949355" y="1288160"/>
                    <a:pt x="2945050" y="1280310"/>
                    <a:pt x="2934415" y="1279550"/>
                  </a:cubicBezTo>
                  <a:close/>
                  <a:moveTo>
                    <a:pt x="2874907" y="1277778"/>
                  </a:moveTo>
                  <a:cubicBezTo>
                    <a:pt x="2862245" y="1278031"/>
                    <a:pt x="2858447" y="1290186"/>
                    <a:pt x="2865537" y="1297529"/>
                  </a:cubicBezTo>
                  <a:cubicBezTo>
                    <a:pt x="2873641" y="1306139"/>
                    <a:pt x="2888834" y="1302341"/>
                    <a:pt x="2889341" y="1291705"/>
                  </a:cubicBezTo>
                  <a:cubicBezTo>
                    <a:pt x="2889594" y="1286387"/>
                    <a:pt x="2885289" y="1278537"/>
                    <a:pt x="2874907" y="1277778"/>
                  </a:cubicBezTo>
                  <a:close/>
                  <a:moveTo>
                    <a:pt x="2814892" y="1276258"/>
                  </a:moveTo>
                  <a:cubicBezTo>
                    <a:pt x="2802484" y="1276512"/>
                    <a:pt x="2798179" y="1287400"/>
                    <a:pt x="2804257" y="1294997"/>
                  </a:cubicBezTo>
                  <a:cubicBezTo>
                    <a:pt x="2812107" y="1304620"/>
                    <a:pt x="2828566" y="1301328"/>
                    <a:pt x="2829326" y="1290186"/>
                  </a:cubicBezTo>
                  <a:cubicBezTo>
                    <a:pt x="2829579" y="1284868"/>
                    <a:pt x="2825274" y="1277018"/>
                    <a:pt x="2814892" y="1276258"/>
                  </a:cubicBezTo>
                  <a:close/>
                  <a:moveTo>
                    <a:pt x="2754371" y="1274486"/>
                  </a:moveTo>
                  <a:cubicBezTo>
                    <a:pt x="2742216" y="1274739"/>
                    <a:pt x="2737658" y="1285881"/>
                    <a:pt x="2743482" y="1293224"/>
                  </a:cubicBezTo>
                  <a:cubicBezTo>
                    <a:pt x="2751079" y="1302847"/>
                    <a:pt x="2768045" y="1299555"/>
                    <a:pt x="2768805" y="1288160"/>
                  </a:cubicBezTo>
                  <a:cubicBezTo>
                    <a:pt x="2769312" y="1283095"/>
                    <a:pt x="2765007" y="1275245"/>
                    <a:pt x="2754371" y="1274486"/>
                  </a:cubicBezTo>
                  <a:close/>
                  <a:moveTo>
                    <a:pt x="2693597" y="1272966"/>
                  </a:moveTo>
                  <a:cubicBezTo>
                    <a:pt x="2681189" y="1273220"/>
                    <a:pt x="2676631" y="1284362"/>
                    <a:pt x="2682455" y="1291958"/>
                  </a:cubicBezTo>
                  <a:cubicBezTo>
                    <a:pt x="2690052" y="1301581"/>
                    <a:pt x="2706765" y="1298289"/>
                    <a:pt x="2707778" y="1286894"/>
                  </a:cubicBezTo>
                  <a:cubicBezTo>
                    <a:pt x="2708284" y="1281576"/>
                    <a:pt x="2703979" y="1273726"/>
                    <a:pt x="2693597" y="1272966"/>
                  </a:cubicBezTo>
                  <a:close/>
                  <a:moveTo>
                    <a:pt x="2632316" y="1271700"/>
                  </a:moveTo>
                  <a:cubicBezTo>
                    <a:pt x="2619655" y="1271954"/>
                    <a:pt x="2614844" y="1283095"/>
                    <a:pt x="2620668" y="1290692"/>
                  </a:cubicBezTo>
                  <a:cubicBezTo>
                    <a:pt x="2628265" y="1300315"/>
                    <a:pt x="2645231" y="1297023"/>
                    <a:pt x="2646497" y="1285628"/>
                  </a:cubicBezTo>
                  <a:cubicBezTo>
                    <a:pt x="2647003" y="1280310"/>
                    <a:pt x="2642952" y="1272460"/>
                    <a:pt x="2632316" y="1271700"/>
                  </a:cubicBezTo>
                  <a:close/>
                  <a:moveTo>
                    <a:pt x="2522923" y="1282842"/>
                  </a:moveTo>
                  <a:cubicBezTo>
                    <a:pt x="2523683" y="1277525"/>
                    <a:pt x="2519631" y="1269674"/>
                    <a:pt x="2508742" y="1268915"/>
                  </a:cubicBezTo>
                  <a:cubicBezTo>
                    <a:pt x="2496334" y="1269168"/>
                    <a:pt x="2491016" y="1280310"/>
                    <a:pt x="2496587" y="1287907"/>
                  </a:cubicBezTo>
                  <a:cubicBezTo>
                    <a:pt x="2503931" y="1297529"/>
                    <a:pt x="2521403" y="1294237"/>
                    <a:pt x="2522923" y="1282842"/>
                  </a:cubicBezTo>
                  <a:close/>
                  <a:moveTo>
                    <a:pt x="1945821" y="1261825"/>
                  </a:moveTo>
                  <a:cubicBezTo>
                    <a:pt x="1933160" y="1262331"/>
                    <a:pt x="1926576" y="1273473"/>
                    <a:pt x="1931387" y="1280816"/>
                  </a:cubicBezTo>
                  <a:cubicBezTo>
                    <a:pt x="1937465" y="1290186"/>
                    <a:pt x="1954937" y="1286641"/>
                    <a:pt x="1957976" y="1275499"/>
                  </a:cubicBezTo>
                  <a:cubicBezTo>
                    <a:pt x="1959242" y="1269928"/>
                    <a:pt x="1956203" y="1262331"/>
                    <a:pt x="1945821" y="1261825"/>
                  </a:cubicBezTo>
                  <a:close/>
                  <a:moveTo>
                    <a:pt x="495343" y="1307152"/>
                  </a:moveTo>
                  <a:cubicBezTo>
                    <a:pt x="498129" y="1301834"/>
                    <a:pt x="500154" y="1294237"/>
                    <a:pt x="495850" y="1293984"/>
                  </a:cubicBezTo>
                  <a:cubicBezTo>
                    <a:pt x="489012" y="1295250"/>
                    <a:pt x="480403" y="1310950"/>
                    <a:pt x="481922" y="1316775"/>
                  </a:cubicBezTo>
                  <a:cubicBezTo>
                    <a:pt x="483188" y="1321839"/>
                    <a:pt x="490532" y="1316521"/>
                    <a:pt x="495343" y="1307152"/>
                  </a:cubicBezTo>
                  <a:close/>
                  <a:moveTo>
                    <a:pt x="286179" y="1338299"/>
                  </a:moveTo>
                  <a:cubicBezTo>
                    <a:pt x="288711" y="1333487"/>
                    <a:pt x="292003" y="1326144"/>
                    <a:pt x="291496" y="1325131"/>
                  </a:cubicBezTo>
                  <a:cubicBezTo>
                    <a:pt x="291496" y="1325131"/>
                    <a:pt x="291496" y="1325131"/>
                    <a:pt x="291243" y="1325131"/>
                  </a:cubicBezTo>
                  <a:cubicBezTo>
                    <a:pt x="288458" y="1326904"/>
                    <a:pt x="277569" y="1348428"/>
                    <a:pt x="278582" y="1349947"/>
                  </a:cubicBezTo>
                  <a:cubicBezTo>
                    <a:pt x="279595" y="1349947"/>
                    <a:pt x="283646" y="1343110"/>
                    <a:pt x="286179" y="1338299"/>
                  </a:cubicBezTo>
                  <a:close/>
                  <a:moveTo>
                    <a:pt x="271998" y="1352986"/>
                  </a:moveTo>
                  <a:cubicBezTo>
                    <a:pt x="273264" y="1351973"/>
                    <a:pt x="277062" y="1345136"/>
                    <a:pt x="279088" y="1341084"/>
                  </a:cubicBezTo>
                  <a:cubicBezTo>
                    <a:pt x="281114" y="1337033"/>
                    <a:pt x="284659" y="1329942"/>
                    <a:pt x="284912" y="1328170"/>
                  </a:cubicBezTo>
                  <a:cubicBezTo>
                    <a:pt x="284912" y="1328170"/>
                    <a:pt x="284912" y="1328170"/>
                    <a:pt x="284659" y="1328170"/>
                  </a:cubicBezTo>
                  <a:cubicBezTo>
                    <a:pt x="282633" y="1329689"/>
                    <a:pt x="271998" y="1350200"/>
                    <a:pt x="271998" y="1352986"/>
                  </a:cubicBezTo>
                  <a:cubicBezTo>
                    <a:pt x="271745" y="1352986"/>
                    <a:pt x="271745" y="1352986"/>
                    <a:pt x="271998" y="1352986"/>
                  </a:cubicBezTo>
                  <a:close/>
                  <a:moveTo>
                    <a:pt x="269466" y="1347415"/>
                  </a:moveTo>
                  <a:cubicBezTo>
                    <a:pt x="270479" y="1345389"/>
                    <a:pt x="275543" y="1335513"/>
                    <a:pt x="275796" y="1334247"/>
                  </a:cubicBezTo>
                  <a:cubicBezTo>
                    <a:pt x="275290" y="1335007"/>
                    <a:pt x="263641" y="1357037"/>
                    <a:pt x="263135" y="1359063"/>
                  </a:cubicBezTo>
                  <a:cubicBezTo>
                    <a:pt x="263895" y="1358050"/>
                    <a:pt x="267693" y="1350960"/>
                    <a:pt x="269466" y="1347415"/>
                  </a:cubicBezTo>
                  <a:lnTo>
                    <a:pt x="269466" y="1347415"/>
                  </a:lnTo>
                  <a:close/>
                  <a:moveTo>
                    <a:pt x="3153202" y="1253468"/>
                  </a:moveTo>
                  <a:cubicBezTo>
                    <a:pt x="3161558" y="1261825"/>
                    <a:pt x="3175739" y="1258279"/>
                    <a:pt x="3175486" y="1247897"/>
                  </a:cubicBezTo>
                  <a:cubicBezTo>
                    <a:pt x="3175233" y="1242579"/>
                    <a:pt x="3170674" y="1234983"/>
                    <a:pt x="3160545" y="1233970"/>
                  </a:cubicBezTo>
                  <a:cubicBezTo>
                    <a:pt x="3148644" y="1234223"/>
                    <a:pt x="3145858" y="1246124"/>
                    <a:pt x="3153202" y="1253468"/>
                  </a:cubicBezTo>
                  <a:close/>
                  <a:moveTo>
                    <a:pt x="3103823" y="1232197"/>
                  </a:moveTo>
                  <a:cubicBezTo>
                    <a:pt x="3091668" y="1232450"/>
                    <a:pt x="3088883" y="1244352"/>
                    <a:pt x="3096226" y="1251695"/>
                  </a:cubicBezTo>
                  <a:cubicBezTo>
                    <a:pt x="3104583" y="1260052"/>
                    <a:pt x="3118763" y="1256507"/>
                    <a:pt x="3118510" y="1246124"/>
                  </a:cubicBezTo>
                  <a:cubicBezTo>
                    <a:pt x="3118510" y="1240807"/>
                    <a:pt x="3113699" y="1232957"/>
                    <a:pt x="3103823" y="1232197"/>
                  </a:cubicBezTo>
                  <a:close/>
                  <a:moveTo>
                    <a:pt x="2988352" y="1228399"/>
                  </a:moveTo>
                  <a:cubicBezTo>
                    <a:pt x="2975944" y="1228652"/>
                    <a:pt x="2972652" y="1240554"/>
                    <a:pt x="2979995" y="1247897"/>
                  </a:cubicBezTo>
                  <a:cubicBezTo>
                    <a:pt x="2988352" y="1256254"/>
                    <a:pt x="3003039" y="1252708"/>
                    <a:pt x="3003039" y="1242326"/>
                  </a:cubicBezTo>
                  <a:cubicBezTo>
                    <a:pt x="3003292" y="1237008"/>
                    <a:pt x="2998734" y="1229158"/>
                    <a:pt x="2988352" y="1228399"/>
                  </a:cubicBezTo>
                  <a:close/>
                  <a:moveTo>
                    <a:pt x="2930110" y="1226626"/>
                  </a:moveTo>
                  <a:cubicBezTo>
                    <a:pt x="2917702" y="1226879"/>
                    <a:pt x="2914157" y="1238781"/>
                    <a:pt x="2921500" y="1246124"/>
                  </a:cubicBezTo>
                  <a:cubicBezTo>
                    <a:pt x="2929857" y="1254481"/>
                    <a:pt x="2944544" y="1250936"/>
                    <a:pt x="2944797" y="1240300"/>
                  </a:cubicBezTo>
                  <a:cubicBezTo>
                    <a:pt x="2944797" y="1235236"/>
                    <a:pt x="2940492" y="1227386"/>
                    <a:pt x="2930110" y="1226626"/>
                  </a:cubicBezTo>
                  <a:close/>
                  <a:moveTo>
                    <a:pt x="2436066" y="1233716"/>
                  </a:moveTo>
                  <a:cubicBezTo>
                    <a:pt x="2443157" y="1243086"/>
                    <a:pt x="2460376" y="1239794"/>
                    <a:pt x="2461895" y="1228652"/>
                  </a:cubicBezTo>
                  <a:cubicBezTo>
                    <a:pt x="2462655" y="1223334"/>
                    <a:pt x="2458857" y="1215737"/>
                    <a:pt x="2448221" y="1214978"/>
                  </a:cubicBezTo>
                  <a:cubicBezTo>
                    <a:pt x="2436066" y="1215484"/>
                    <a:pt x="2430495" y="1226373"/>
                    <a:pt x="2436066" y="1233716"/>
                  </a:cubicBezTo>
                  <a:close/>
                  <a:moveTo>
                    <a:pt x="1965319" y="1222321"/>
                  </a:moveTo>
                  <a:cubicBezTo>
                    <a:pt x="1966839" y="1217004"/>
                    <a:pt x="1964053" y="1209407"/>
                    <a:pt x="1953418" y="1208900"/>
                  </a:cubicBezTo>
                  <a:cubicBezTo>
                    <a:pt x="1941010" y="1209407"/>
                    <a:pt x="1934172" y="1220295"/>
                    <a:pt x="1938984" y="1227639"/>
                  </a:cubicBezTo>
                  <a:cubicBezTo>
                    <a:pt x="1945061" y="1237008"/>
                    <a:pt x="1962534" y="1233463"/>
                    <a:pt x="1965319" y="1222321"/>
                  </a:cubicBezTo>
                  <a:close/>
                  <a:moveTo>
                    <a:pt x="575616" y="1249670"/>
                  </a:moveTo>
                  <a:cubicBezTo>
                    <a:pt x="578401" y="1244352"/>
                    <a:pt x="580427" y="1236755"/>
                    <a:pt x="575616" y="1236755"/>
                  </a:cubicBezTo>
                  <a:cubicBezTo>
                    <a:pt x="568272" y="1238021"/>
                    <a:pt x="559156" y="1253468"/>
                    <a:pt x="561182" y="1259292"/>
                  </a:cubicBezTo>
                  <a:cubicBezTo>
                    <a:pt x="562954" y="1263850"/>
                    <a:pt x="570804" y="1258533"/>
                    <a:pt x="575616" y="1249670"/>
                  </a:cubicBezTo>
                  <a:close/>
                  <a:moveTo>
                    <a:pt x="3096733" y="1180033"/>
                  </a:moveTo>
                  <a:cubicBezTo>
                    <a:pt x="3084831" y="1180286"/>
                    <a:pt x="3082045" y="1191934"/>
                    <a:pt x="3089389" y="1199278"/>
                  </a:cubicBezTo>
                  <a:cubicBezTo>
                    <a:pt x="3097746" y="1207634"/>
                    <a:pt x="3111673" y="1204089"/>
                    <a:pt x="3111420" y="1193707"/>
                  </a:cubicBezTo>
                  <a:cubicBezTo>
                    <a:pt x="3111420" y="1188389"/>
                    <a:pt x="3106608" y="1180792"/>
                    <a:pt x="3096733" y="1180033"/>
                  </a:cubicBezTo>
                  <a:close/>
                  <a:moveTo>
                    <a:pt x="2559387" y="1183831"/>
                  </a:moveTo>
                  <a:cubicBezTo>
                    <a:pt x="2566731" y="1193200"/>
                    <a:pt x="2583444" y="1189908"/>
                    <a:pt x="2584710" y="1179020"/>
                  </a:cubicBezTo>
                  <a:cubicBezTo>
                    <a:pt x="2585216" y="1173955"/>
                    <a:pt x="2581418" y="1166358"/>
                    <a:pt x="2571036" y="1165599"/>
                  </a:cubicBezTo>
                  <a:cubicBezTo>
                    <a:pt x="2557868" y="1165852"/>
                    <a:pt x="2554323" y="1177247"/>
                    <a:pt x="2559387" y="1183831"/>
                  </a:cubicBezTo>
                  <a:close/>
                  <a:moveTo>
                    <a:pt x="2438092" y="1181552"/>
                  </a:moveTo>
                  <a:cubicBezTo>
                    <a:pt x="2445182" y="1190921"/>
                    <a:pt x="2462149" y="1187629"/>
                    <a:pt x="2463668" y="1176487"/>
                  </a:cubicBezTo>
                  <a:cubicBezTo>
                    <a:pt x="2464428" y="1171423"/>
                    <a:pt x="2460882" y="1163826"/>
                    <a:pt x="2450247" y="1163066"/>
                  </a:cubicBezTo>
                  <a:cubicBezTo>
                    <a:pt x="2437839" y="1163573"/>
                    <a:pt x="2432521" y="1174208"/>
                    <a:pt x="2438092" y="1181552"/>
                  </a:cubicBezTo>
                  <a:close/>
                  <a:moveTo>
                    <a:pt x="1973423" y="1170410"/>
                  </a:moveTo>
                  <a:cubicBezTo>
                    <a:pt x="1974942" y="1165345"/>
                    <a:pt x="1972156" y="1157749"/>
                    <a:pt x="1961774" y="1157242"/>
                  </a:cubicBezTo>
                  <a:cubicBezTo>
                    <a:pt x="1949366" y="1157749"/>
                    <a:pt x="1942782" y="1168384"/>
                    <a:pt x="1947340" y="1175728"/>
                  </a:cubicBezTo>
                  <a:cubicBezTo>
                    <a:pt x="1953164" y="1184591"/>
                    <a:pt x="1970384" y="1181299"/>
                    <a:pt x="1973423" y="1170410"/>
                  </a:cubicBezTo>
                  <a:close/>
                  <a:moveTo>
                    <a:pt x="1494826" y="1175728"/>
                  </a:moveTo>
                  <a:cubicBezTo>
                    <a:pt x="1498624" y="1184844"/>
                    <a:pt x="1514324" y="1181299"/>
                    <a:pt x="1518629" y="1170157"/>
                  </a:cubicBezTo>
                  <a:cubicBezTo>
                    <a:pt x="1520655" y="1165092"/>
                    <a:pt x="1519135" y="1157495"/>
                    <a:pt x="1510019" y="1157242"/>
                  </a:cubicBezTo>
                  <a:cubicBezTo>
                    <a:pt x="1499384" y="1157749"/>
                    <a:pt x="1492040" y="1168384"/>
                    <a:pt x="1494826" y="1175728"/>
                  </a:cubicBezTo>
                  <a:close/>
                  <a:moveTo>
                    <a:pt x="601698" y="1197252"/>
                  </a:moveTo>
                  <a:lnTo>
                    <a:pt x="601698" y="1197252"/>
                  </a:lnTo>
                  <a:cubicBezTo>
                    <a:pt x="604737" y="1191934"/>
                    <a:pt x="606762" y="1184591"/>
                    <a:pt x="601951" y="1184591"/>
                  </a:cubicBezTo>
                  <a:cubicBezTo>
                    <a:pt x="594608" y="1185857"/>
                    <a:pt x="585492" y="1201050"/>
                    <a:pt x="587264" y="1206621"/>
                  </a:cubicBezTo>
                  <a:cubicBezTo>
                    <a:pt x="588783" y="1211179"/>
                    <a:pt x="596633" y="1206115"/>
                    <a:pt x="601698" y="1197252"/>
                  </a:cubicBezTo>
                  <a:close/>
                  <a:moveTo>
                    <a:pt x="476604" y="1208141"/>
                  </a:moveTo>
                  <a:cubicBezTo>
                    <a:pt x="479643" y="1202823"/>
                    <a:pt x="482429" y="1195479"/>
                    <a:pt x="478883" y="1195479"/>
                  </a:cubicBezTo>
                  <a:cubicBezTo>
                    <a:pt x="472806" y="1196745"/>
                    <a:pt x="463183" y="1213458"/>
                    <a:pt x="464450" y="1218270"/>
                  </a:cubicBezTo>
                  <a:cubicBezTo>
                    <a:pt x="465462" y="1221815"/>
                    <a:pt x="471793" y="1216497"/>
                    <a:pt x="476604" y="1208141"/>
                  </a:cubicBezTo>
                  <a:close/>
                  <a:moveTo>
                    <a:pt x="328974" y="1246124"/>
                  </a:moveTo>
                  <a:cubicBezTo>
                    <a:pt x="330240" y="1245112"/>
                    <a:pt x="334291" y="1238528"/>
                    <a:pt x="336570" y="1234729"/>
                  </a:cubicBezTo>
                  <a:cubicBezTo>
                    <a:pt x="338850" y="1230931"/>
                    <a:pt x="342648" y="1223841"/>
                    <a:pt x="343154" y="1222068"/>
                  </a:cubicBezTo>
                  <a:cubicBezTo>
                    <a:pt x="343154" y="1222068"/>
                    <a:pt x="343154" y="1222068"/>
                    <a:pt x="343154" y="1222068"/>
                  </a:cubicBezTo>
                  <a:cubicBezTo>
                    <a:pt x="340875" y="1223334"/>
                    <a:pt x="329480" y="1243086"/>
                    <a:pt x="328974" y="1246124"/>
                  </a:cubicBezTo>
                  <a:cubicBezTo>
                    <a:pt x="328974" y="1245871"/>
                    <a:pt x="328974" y="1245871"/>
                    <a:pt x="328974" y="1246124"/>
                  </a:cubicBezTo>
                  <a:close/>
                  <a:moveTo>
                    <a:pt x="331253" y="1237515"/>
                  </a:moveTo>
                  <a:cubicBezTo>
                    <a:pt x="331253" y="1237515"/>
                    <a:pt x="338343" y="1225360"/>
                    <a:pt x="338090" y="1224853"/>
                  </a:cubicBezTo>
                  <a:cubicBezTo>
                    <a:pt x="337330" y="1225613"/>
                    <a:pt x="324416" y="1246884"/>
                    <a:pt x="324162" y="1248910"/>
                  </a:cubicBezTo>
                  <a:cubicBezTo>
                    <a:pt x="324922" y="1248150"/>
                    <a:pt x="328974" y="1241313"/>
                    <a:pt x="331253" y="1237515"/>
                  </a:cubicBezTo>
                  <a:close/>
                  <a:moveTo>
                    <a:pt x="334545" y="1227892"/>
                  </a:moveTo>
                  <a:cubicBezTo>
                    <a:pt x="334038" y="1228652"/>
                    <a:pt x="321630" y="1249923"/>
                    <a:pt x="320617" y="1251949"/>
                  </a:cubicBezTo>
                  <a:cubicBezTo>
                    <a:pt x="321377" y="1250936"/>
                    <a:pt x="325429" y="1244099"/>
                    <a:pt x="327454" y="1240554"/>
                  </a:cubicBezTo>
                  <a:cubicBezTo>
                    <a:pt x="328720" y="1238528"/>
                    <a:pt x="334038" y="1229158"/>
                    <a:pt x="334545" y="1227892"/>
                  </a:cubicBezTo>
                  <a:close/>
                  <a:moveTo>
                    <a:pt x="2499879" y="1131160"/>
                  </a:moveTo>
                  <a:cubicBezTo>
                    <a:pt x="2506970" y="1140529"/>
                    <a:pt x="2523683" y="1137237"/>
                    <a:pt x="2525202" y="1126349"/>
                  </a:cubicBezTo>
                  <a:cubicBezTo>
                    <a:pt x="2525961" y="1121284"/>
                    <a:pt x="2522163" y="1113941"/>
                    <a:pt x="2511781" y="1113181"/>
                  </a:cubicBezTo>
                  <a:cubicBezTo>
                    <a:pt x="2499373" y="1113434"/>
                    <a:pt x="2494308" y="1123816"/>
                    <a:pt x="2499879" y="1131160"/>
                  </a:cubicBezTo>
                  <a:close/>
                  <a:moveTo>
                    <a:pt x="2101808" y="1120018"/>
                  </a:moveTo>
                  <a:cubicBezTo>
                    <a:pt x="2103074" y="1114953"/>
                    <a:pt x="2100036" y="1107610"/>
                    <a:pt x="2089653" y="1107104"/>
                  </a:cubicBezTo>
                  <a:cubicBezTo>
                    <a:pt x="2077245" y="1107610"/>
                    <a:pt x="2070914" y="1117992"/>
                    <a:pt x="2075726" y="1125083"/>
                  </a:cubicBezTo>
                  <a:cubicBezTo>
                    <a:pt x="2081550" y="1134199"/>
                    <a:pt x="2099023" y="1130907"/>
                    <a:pt x="2101808" y="1120018"/>
                  </a:cubicBezTo>
                  <a:close/>
                  <a:moveTo>
                    <a:pt x="1188169" y="1123057"/>
                  </a:moveTo>
                  <a:cubicBezTo>
                    <a:pt x="1190701" y="1117992"/>
                    <a:pt x="1190448" y="1110902"/>
                    <a:pt x="1182598" y="1110395"/>
                  </a:cubicBezTo>
                  <a:cubicBezTo>
                    <a:pt x="1172722" y="1111155"/>
                    <a:pt x="1164619" y="1122550"/>
                    <a:pt x="1167151" y="1129641"/>
                  </a:cubicBezTo>
                  <a:cubicBezTo>
                    <a:pt x="1169937" y="1137744"/>
                    <a:pt x="1183358" y="1133439"/>
                    <a:pt x="1188169" y="1123057"/>
                  </a:cubicBezTo>
                  <a:close/>
                  <a:moveTo>
                    <a:pt x="1138030" y="1111662"/>
                  </a:moveTo>
                  <a:cubicBezTo>
                    <a:pt x="1128155" y="1112421"/>
                    <a:pt x="1120305" y="1123816"/>
                    <a:pt x="1122584" y="1130907"/>
                  </a:cubicBezTo>
                  <a:cubicBezTo>
                    <a:pt x="1125116" y="1138757"/>
                    <a:pt x="1138030" y="1134452"/>
                    <a:pt x="1143095" y="1124323"/>
                  </a:cubicBezTo>
                  <a:cubicBezTo>
                    <a:pt x="1145121" y="1119258"/>
                    <a:pt x="1145880" y="1111915"/>
                    <a:pt x="1138030" y="1111662"/>
                  </a:cubicBezTo>
                  <a:close/>
                  <a:moveTo>
                    <a:pt x="1078522" y="1131920"/>
                  </a:moveTo>
                  <a:cubicBezTo>
                    <a:pt x="1080801" y="1139770"/>
                    <a:pt x="1093463" y="1135718"/>
                    <a:pt x="1098780" y="1125336"/>
                  </a:cubicBezTo>
                  <a:cubicBezTo>
                    <a:pt x="1101059" y="1120524"/>
                    <a:pt x="1101819" y="1113181"/>
                    <a:pt x="1094222" y="1112928"/>
                  </a:cubicBezTo>
                  <a:cubicBezTo>
                    <a:pt x="1084600" y="1113434"/>
                    <a:pt x="1076496" y="1124829"/>
                    <a:pt x="1078522" y="1131920"/>
                  </a:cubicBezTo>
                  <a:close/>
                  <a:moveTo>
                    <a:pt x="473059" y="1169144"/>
                  </a:moveTo>
                  <a:cubicBezTo>
                    <a:pt x="474072" y="1171929"/>
                    <a:pt x="479896" y="1166612"/>
                    <a:pt x="484961" y="1158762"/>
                  </a:cubicBezTo>
                  <a:cubicBezTo>
                    <a:pt x="488000" y="1153697"/>
                    <a:pt x="491038" y="1146354"/>
                    <a:pt x="488000" y="1146354"/>
                  </a:cubicBezTo>
                  <a:cubicBezTo>
                    <a:pt x="482175" y="1147620"/>
                    <a:pt x="471793" y="1165092"/>
                    <a:pt x="473059" y="1169144"/>
                  </a:cubicBezTo>
                  <a:close/>
                  <a:moveTo>
                    <a:pt x="374301" y="1179526"/>
                  </a:moveTo>
                  <a:cubicBezTo>
                    <a:pt x="376580" y="1175728"/>
                    <a:pt x="381138" y="1168131"/>
                    <a:pt x="380632" y="1167118"/>
                  </a:cubicBezTo>
                  <a:cubicBezTo>
                    <a:pt x="380632" y="1167118"/>
                    <a:pt x="380632" y="1167118"/>
                    <a:pt x="380379" y="1167118"/>
                  </a:cubicBezTo>
                  <a:cubicBezTo>
                    <a:pt x="377846" y="1168637"/>
                    <a:pt x="365185" y="1189402"/>
                    <a:pt x="365945" y="1190921"/>
                  </a:cubicBezTo>
                  <a:cubicBezTo>
                    <a:pt x="366958" y="1190921"/>
                    <a:pt x="371516" y="1184084"/>
                    <a:pt x="374301" y="1179526"/>
                  </a:cubicBezTo>
                  <a:close/>
                  <a:moveTo>
                    <a:pt x="362146" y="1185097"/>
                  </a:moveTo>
                  <a:cubicBezTo>
                    <a:pt x="363666" y="1182565"/>
                    <a:pt x="368983" y="1173955"/>
                    <a:pt x="369237" y="1172689"/>
                  </a:cubicBezTo>
                  <a:cubicBezTo>
                    <a:pt x="368477" y="1173449"/>
                    <a:pt x="355056" y="1194466"/>
                    <a:pt x="354803" y="1196492"/>
                  </a:cubicBezTo>
                  <a:cubicBezTo>
                    <a:pt x="355562" y="1195733"/>
                    <a:pt x="359867" y="1188895"/>
                    <a:pt x="362146" y="1185097"/>
                  </a:cubicBezTo>
                  <a:close/>
                  <a:moveTo>
                    <a:pt x="365691" y="1175728"/>
                  </a:moveTo>
                  <a:cubicBezTo>
                    <a:pt x="365185" y="1176487"/>
                    <a:pt x="352270" y="1197252"/>
                    <a:pt x="351258" y="1199531"/>
                  </a:cubicBezTo>
                  <a:cubicBezTo>
                    <a:pt x="352017" y="1198518"/>
                    <a:pt x="356322" y="1191681"/>
                    <a:pt x="358348" y="1188136"/>
                  </a:cubicBezTo>
                  <a:cubicBezTo>
                    <a:pt x="360374" y="1184844"/>
                    <a:pt x="365185" y="1176994"/>
                    <a:pt x="365691" y="1175728"/>
                  </a:cubicBezTo>
                  <a:close/>
                  <a:moveTo>
                    <a:pt x="3136489" y="1080008"/>
                  </a:moveTo>
                  <a:cubicBezTo>
                    <a:pt x="3136236" y="1080008"/>
                    <a:pt x="3135729" y="1080008"/>
                    <a:pt x="3135223" y="1080008"/>
                  </a:cubicBezTo>
                  <a:cubicBezTo>
                    <a:pt x="3125094" y="1080515"/>
                    <a:pt x="3122562" y="1092163"/>
                    <a:pt x="3130918" y="1099253"/>
                  </a:cubicBezTo>
                  <a:cubicBezTo>
                    <a:pt x="3139528" y="1106344"/>
                    <a:pt x="3151683" y="1102545"/>
                    <a:pt x="3151176" y="1092923"/>
                  </a:cubicBezTo>
                  <a:cubicBezTo>
                    <a:pt x="3150670" y="1088112"/>
                    <a:pt x="3145858" y="1080768"/>
                    <a:pt x="3136489" y="1080008"/>
                  </a:cubicBezTo>
                  <a:close/>
                  <a:moveTo>
                    <a:pt x="2676884" y="1084313"/>
                  </a:moveTo>
                  <a:cubicBezTo>
                    <a:pt x="2684228" y="1093429"/>
                    <a:pt x="2700181" y="1090391"/>
                    <a:pt x="2700941" y="1079502"/>
                  </a:cubicBezTo>
                  <a:cubicBezTo>
                    <a:pt x="2701194" y="1074944"/>
                    <a:pt x="2697902" y="1067347"/>
                    <a:pt x="2687266" y="1066587"/>
                  </a:cubicBezTo>
                  <a:cubicBezTo>
                    <a:pt x="2675365" y="1067094"/>
                    <a:pt x="2671313" y="1077223"/>
                    <a:pt x="2676884" y="1084313"/>
                  </a:cubicBezTo>
                  <a:close/>
                  <a:moveTo>
                    <a:pt x="2642699" y="1078236"/>
                  </a:moveTo>
                  <a:cubicBezTo>
                    <a:pt x="2643205" y="1073678"/>
                    <a:pt x="2639913" y="1066081"/>
                    <a:pt x="2629278" y="1065321"/>
                  </a:cubicBezTo>
                  <a:cubicBezTo>
                    <a:pt x="2617123" y="1065575"/>
                    <a:pt x="2612818" y="1075703"/>
                    <a:pt x="2618389" y="1082794"/>
                  </a:cubicBezTo>
                  <a:cubicBezTo>
                    <a:pt x="2625733" y="1091910"/>
                    <a:pt x="2641686" y="1088871"/>
                    <a:pt x="2642699" y="1078236"/>
                  </a:cubicBezTo>
                  <a:close/>
                  <a:moveTo>
                    <a:pt x="2168660" y="1070132"/>
                  </a:moveTo>
                  <a:cubicBezTo>
                    <a:pt x="2169673" y="1065575"/>
                    <a:pt x="2167394" y="1057978"/>
                    <a:pt x="2156505" y="1057471"/>
                  </a:cubicBezTo>
                  <a:cubicBezTo>
                    <a:pt x="2143084" y="1057978"/>
                    <a:pt x="2138526" y="1068866"/>
                    <a:pt x="2142831" y="1075197"/>
                  </a:cubicBezTo>
                  <a:cubicBezTo>
                    <a:pt x="2148908" y="1084313"/>
                    <a:pt x="2165874" y="1081021"/>
                    <a:pt x="2168660" y="1070132"/>
                  </a:cubicBezTo>
                  <a:close/>
                  <a:moveTo>
                    <a:pt x="1300601" y="1071145"/>
                  </a:moveTo>
                  <a:cubicBezTo>
                    <a:pt x="1302880" y="1066587"/>
                    <a:pt x="1303134" y="1058991"/>
                    <a:pt x="1294777" y="1058737"/>
                  </a:cubicBezTo>
                  <a:cubicBezTo>
                    <a:pt x="1284648" y="1059497"/>
                    <a:pt x="1276798" y="1070639"/>
                    <a:pt x="1279330" y="1077476"/>
                  </a:cubicBezTo>
                  <a:cubicBezTo>
                    <a:pt x="1282116" y="1085326"/>
                    <a:pt x="1295790" y="1081274"/>
                    <a:pt x="1300601" y="1071145"/>
                  </a:cubicBezTo>
                  <a:close/>
                  <a:moveTo>
                    <a:pt x="1077509" y="1075703"/>
                  </a:moveTo>
                  <a:cubicBezTo>
                    <a:pt x="1080042" y="1070639"/>
                    <a:pt x="1080801" y="1063549"/>
                    <a:pt x="1073711" y="1063295"/>
                  </a:cubicBezTo>
                  <a:cubicBezTo>
                    <a:pt x="1064088" y="1064055"/>
                    <a:pt x="1055479" y="1076463"/>
                    <a:pt x="1058011" y="1083047"/>
                  </a:cubicBezTo>
                  <a:cubicBezTo>
                    <a:pt x="1060797" y="1090137"/>
                    <a:pt x="1072445" y="1085579"/>
                    <a:pt x="1077509" y="1075703"/>
                  </a:cubicBezTo>
                  <a:close/>
                  <a:moveTo>
                    <a:pt x="685516" y="1092670"/>
                  </a:moveTo>
                  <a:cubicBezTo>
                    <a:pt x="688554" y="1087605"/>
                    <a:pt x="690834" y="1080515"/>
                    <a:pt x="686022" y="1080515"/>
                  </a:cubicBezTo>
                  <a:cubicBezTo>
                    <a:pt x="678679" y="1081528"/>
                    <a:pt x="668803" y="1096468"/>
                    <a:pt x="670575" y="1101786"/>
                  </a:cubicBezTo>
                  <a:cubicBezTo>
                    <a:pt x="671842" y="1106597"/>
                    <a:pt x="679945" y="1101533"/>
                    <a:pt x="685516" y="1092670"/>
                  </a:cubicBezTo>
                  <a:close/>
                  <a:moveTo>
                    <a:pt x="503193" y="1117992"/>
                  </a:moveTo>
                  <a:cubicBezTo>
                    <a:pt x="503953" y="1120778"/>
                    <a:pt x="510030" y="1115460"/>
                    <a:pt x="515095" y="1107610"/>
                  </a:cubicBezTo>
                  <a:cubicBezTo>
                    <a:pt x="518387" y="1102545"/>
                    <a:pt x="521425" y="1095455"/>
                    <a:pt x="518387" y="1095455"/>
                  </a:cubicBezTo>
                  <a:cubicBezTo>
                    <a:pt x="512816" y="1096974"/>
                    <a:pt x="501927" y="1113941"/>
                    <a:pt x="503193" y="1117992"/>
                  </a:cubicBezTo>
                  <a:close/>
                  <a:moveTo>
                    <a:pt x="3231955" y="1034428"/>
                  </a:moveTo>
                  <a:cubicBezTo>
                    <a:pt x="3222079" y="1034934"/>
                    <a:pt x="3220307" y="1046329"/>
                    <a:pt x="3228917" y="1053420"/>
                  </a:cubicBezTo>
                  <a:cubicBezTo>
                    <a:pt x="3237526" y="1060510"/>
                    <a:pt x="3248921" y="1056965"/>
                    <a:pt x="3247908" y="1047342"/>
                  </a:cubicBezTo>
                  <a:cubicBezTo>
                    <a:pt x="3247402" y="1042531"/>
                    <a:pt x="3242591" y="1035187"/>
                    <a:pt x="3233221" y="1034428"/>
                  </a:cubicBezTo>
                  <a:cubicBezTo>
                    <a:pt x="3232715" y="1034428"/>
                    <a:pt x="3232208" y="1034428"/>
                    <a:pt x="3231955" y="1034428"/>
                  </a:cubicBezTo>
                  <a:close/>
                  <a:moveTo>
                    <a:pt x="3178271" y="1032402"/>
                  </a:moveTo>
                  <a:cubicBezTo>
                    <a:pt x="3169155" y="1033921"/>
                    <a:pt x="3167636" y="1044557"/>
                    <a:pt x="3175739" y="1051141"/>
                  </a:cubicBezTo>
                  <a:cubicBezTo>
                    <a:pt x="3184349" y="1058231"/>
                    <a:pt x="3195997" y="1054433"/>
                    <a:pt x="3194984" y="1045063"/>
                  </a:cubicBezTo>
                  <a:cubicBezTo>
                    <a:pt x="3194478" y="1040252"/>
                    <a:pt x="3189666" y="1032908"/>
                    <a:pt x="3180550" y="1032149"/>
                  </a:cubicBezTo>
                  <a:cubicBezTo>
                    <a:pt x="3180044" y="1032402"/>
                    <a:pt x="3179031" y="1032402"/>
                    <a:pt x="3178271" y="1032402"/>
                  </a:cubicBezTo>
                  <a:close/>
                  <a:moveTo>
                    <a:pt x="3126360" y="1030376"/>
                  </a:moveTo>
                  <a:cubicBezTo>
                    <a:pt x="3116231" y="1030882"/>
                    <a:pt x="3113952" y="1042278"/>
                    <a:pt x="3122308" y="1049368"/>
                  </a:cubicBezTo>
                  <a:cubicBezTo>
                    <a:pt x="3130665" y="1056205"/>
                    <a:pt x="3142820" y="1052660"/>
                    <a:pt x="3142060" y="1043291"/>
                  </a:cubicBezTo>
                  <a:cubicBezTo>
                    <a:pt x="3141807" y="1038479"/>
                    <a:pt x="3136995" y="1031136"/>
                    <a:pt x="3127373" y="1030376"/>
                  </a:cubicBezTo>
                  <a:cubicBezTo>
                    <a:pt x="3127120" y="1030376"/>
                    <a:pt x="3126613" y="1030376"/>
                    <a:pt x="3126360" y="1030376"/>
                  </a:cubicBezTo>
                  <a:close/>
                  <a:moveTo>
                    <a:pt x="3073942" y="1028603"/>
                  </a:moveTo>
                  <a:cubicBezTo>
                    <a:pt x="3073689" y="1028603"/>
                    <a:pt x="3073183" y="1028603"/>
                    <a:pt x="3072676" y="1028603"/>
                  </a:cubicBezTo>
                  <a:cubicBezTo>
                    <a:pt x="3063053" y="1029110"/>
                    <a:pt x="3060015" y="1039492"/>
                    <a:pt x="3067358" y="1046583"/>
                  </a:cubicBezTo>
                  <a:cubicBezTo>
                    <a:pt x="3075462" y="1054433"/>
                    <a:pt x="3088883" y="1051141"/>
                    <a:pt x="3088123" y="1041265"/>
                  </a:cubicBezTo>
                  <a:cubicBezTo>
                    <a:pt x="3087870" y="1036453"/>
                    <a:pt x="3083312" y="1029363"/>
                    <a:pt x="3073942" y="1028603"/>
                  </a:cubicBezTo>
                  <a:close/>
                  <a:moveTo>
                    <a:pt x="2732341" y="1035947"/>
                  </a:moveTo>
                  <a:cubicBezTo>
                    <a:pt x="2739684" y="1044810"/>
                    <a:pt x="2755384" y="1041771"/>
                    <a:pt x="2755891" y="1031389"/>
                  </a:cubicBezTo>
                  <a:cubicBezTo>
                    <a:pt x="2756144" y="1026578"/>
                    <a:pt x="2752092" y="1019487"/>
                    <a:pt x="2742216" y="1018728"/>
                  </a:cubicBezTo>
                  <a:cubicBezTo>
                    <a:pt x="2730315" y="1018981"/>
                    <a:pt x="2726516" y="1028857"/>
                    <a:pt x="2732341" y="1035947"/>
                  </a:cubicBezTo>
                  <a:close/>
                  <a:moveTo>
                    <a:pt x="2628265" y="1015942"/>
                  </a:moveTo>
                  <a:cubicBezTo>
                    <a:pt x="2616616" y="1016195"/>
                    <a:pt x="2612058" y="1026324"/>
                    <a:pt x="2617629" y="1033162"/>
                  </a:cubicBezTo>
                  <a:cubicBezTo>
                    <a:pt x="2624720" y="1042024"/>
                    <a:pt x="2640673" y="1038986"/>
                    <a:pt x="2641686" y="1028603"/>
                  </a:cubicBezTo>
                  <a:cubicBezTo>
                    <a:pt x="2642192" y="1023792"/>
                    <a:pt x="2638141" y="1016702"/>
                    <a:pt x="2628265" y="1015942"/>
                  </a:cubicBezTo>
                  <a:close/>
                  <a:moveTo>
                    <a:pt x="1360869" y="1008599"/>
                  </a:moveTo>
                  <a:cubicBezTo>
                    <a:pt x="1350740" y="1009358"/>
                    <a:pt x="1342637" y="1020500"/>
                    <a:pt x="1345422" y="1027084"/>
                  </a:cubicBezTo>
                  <a:cubicBezTo>
                    <a:pt x="1348461" y="1034681"/>
                    <a:pt x="1362135" y="1030629"/>
                    <a:pt x="1366947" y="1020753"/>
                  </a:cubicBezTo>
                  <a:cubicBezTo>
                    <a:pt x="1369226" y="1015942"/>
                    <a:pt x="1368972" y="1009105"/>
                    <a:pt x="1360869" y="1008599"/>
                  </a:cubicBezTo>
                  <a:close/>
                  <a:moveTo>
                    <a:pt x="1097008" y="1014170"/>
                  </a:moveTo>
                  <a:cubicBezTo>
                    <a:pt x="1087132" y="1014929"/>
                    <a:pt x="1079535" y="1026578"/>
                    <a:pt x="1080801" y="1032655"/>
                  </a:cubicBezTo>
                  <a:cubicBezTo>
                    <a:pt x="1082574" y="1039999"/>
                    <a:pt x="1094982" y="1035947"/>
                    <a:pt x="1100300" y="1026324"/>
                  </a:cubicBezTo>
                  <a:cubicBezTo>
                    <a:pt x="1103085" y="1021260"/>
                    <a:pt x="1103845" y="1014423"/>
                    <a:pt x="1097008" y="1014170"/>
                  </a:cubicBezTo>
                  <a:close/>
                  <a:moveTo>
                    <a:pt x="1059530" y="1027337"/>
                  </a:moveTo>
                  <a:cubicBezTo>
                    <a:pt x="1062316" y="1022526"/>
                    <a:pt x="1063076" y="1015436"/>
                    <a:pt x="1056238" y="1015182"/>
                  </a:cubicBezTo>
                  <a:cubicBezTo>
                    <a:pt x="1047122" y="1015942"/>
                    <a:pt x="1038259" y="1028097"/>
                    <a:pt x="1040538" y="1034428"/>
                  </a:cubicBezTo>
                  <a:cubicBezTo>
                    <a:pt x="1042817" y="1041012"/>
                    <a:pt x="1054213" y="1036707"/>
                    <a:pt x="1059530" y="1027337"/>
                  </a:cubicBezTo>
                  <a:close/>
                  <a:moveTo>
                    <a:pt x="714130" y="1042784"/>
                  </a:moveTo>
                  <a:cubicBezTo>
                    <a:pt x="717422" y="1037973"/>
                    <a:pt x="719701" y="1030882"/>
                    <a:pt x="715143" y="1030882"/>
                  </a:cubicBezTo>
                  <a:cubicBezTo>
                    <a:pt x="707800" y="1031895"/>
                    <a:pt x="697671" y="1046329"/>
                    <a:pt x="699190" y="1051647"/>
                  </a:cubicBezTo>
                  <a:cubicBezTo>
                    <a:pt x="700456" y="1056205"/>
                    <a:pt x="708813" y="1051394"/>
                    <a:pt x="714130" y="1042784"/>
                  </a:cubicBezTo>
                  <a:close/>
                  <a:moveTo>
                    <a:pt x="439127" y="1077983"/>
                  </a:moveTo>
                  <a:cubicBezTo>
                    <a:pt x="442166" y="1073678"/>
                    <a:pt x="446470" y="1066841"/>
                    <a:pt x="446217" y="1066081"/>
                  </a:cubicBezTo>
                  <a:cubicBezTo>
                    <a:pt x="446217" y="1066081"/>
                    <a:pt x="446217" y="1066081"/>
                    <a:pt x="446217" y="1066081"/>
                  </a:cubicBezTo>
                  <a:cubicBezTo>
                    <a:pt x="443685" y="1067600"/>
                    <a:pt x="430011" y="1087352"/>
                    <a:pt x="430771" y="1088871"/>
                  </a:cubicBezTo>
                  <a:cubicBezTo>
                    <a:pt x="431530" y="1088618"/>
                    <a:pt x="436595" y="1081528"/>
                    <a:pt x="439127" y="1077983"/>
                  </a:cubicBezTo>
                  <a:close/>
                  <a:moveTo>
                    <a:pt x="424440" y="1091403"/>
                  </a:moveTo>
                  <a:cubicBezTo>
                    <a:pt x="425706" y="1090644"/>
                    <a:pt x="430264" y="1084060"/>
                    <a:pt x="432543" y="1080515"/>
                  </a:cubicBezTo>
                  <a:cubicBezTo>
                    <a:pt x="435075" y="1076970"/>
                    <a:pt x="439380" y="1070386"/>
                    <a:pt x="439887" y="1068613"/>
                  </a:cubicBezTo>
                  <a:cubicBezTo>
                    <a:pt x="439887" y="1068613"/>
                    <a:pt x="439887" y="1068613"/>
                    <a:pt x="439887" y="1068613"/>
                  </a:cubicBezTo>
                  <a:cubicBezTo>
                    <a:pt x="437608" y="1070132"/>
                    <a:pt x="425200" y="1088618"/>
                    <a:pt x="424440" y="1091403"/>
                  </a:cubicBezTo>
                  <a:cubicBezTo>
                    <a:pt x="424187" y="1091403"/>
                    <a:pt x="424187" y="1091403"/>
                    <a:pt x="424440" y="1091403"/>
                  </a:cubicBezTo>
                  <a:close/>
                  <a:moveTo>
                    <a:pt x="427479" y="1083554"/>
                  </a:moveTo>
                  <a:cubicBezTo>
                    <a:pt x="429758" y="1080262"/>
                    <a:pt x="434822" y="1072665"/>
                    <a:pt x="435075" y="1071652"/>
                  </a:cubicBezTo>
                  <a:cubicBezTo>
                    <a:pt x="434316" y="1072412"/>
                    <a:pt x="420135" y="1092416"/>
                    <a:pt x="419629" y="1094442"/>
                  </a:cubicBezTo>
                  <a:cubicBezTo>
                    <a:pt x="420388" y="1093429"/>
                    <a:pt x="424946" y="1087099"/>
                    <a:pt x="427479" y="1083554"/>
                  </a:cubicBezTo>
                  <a:close/>
                  <a:moveTo>
                    <a:pt x="3221066" y="985555"/>
                  </a:moveTo>
                  <a:cubicBezTo>
                    <a:pt x="3211444" y="986061"/>
                    <a:pt x="3209671" y="997203"/>
                    <a:pt x="3218281" y="1004041"/>
                  </a:cubicBezTo>
                  <a:cubicBezTo>
                    <a:pt x="3226891" y="1010878"/>
                    <a:pt x="3238033" y="1007332"/>
                    <a:pt x="3236766" y="998216"/>
                  </a:cubicBezTo>
                  <a:cubicBezTo>
                    <a:pt x="3236260" y="993405"/>
                    <a:pt x="3231195" y="986315"/>
                    <a:pt x="3222333" y="985555"/>
                  </a:cubicBezTo>
                  <a:cubicBezTo>
                    <a:pt x="3221826" y="985555"/>
                    <a:pt x="3221320" y="985555"/>
                    <a:pt x="3221066" y="985555"/>
                  </a:cubicBezTo>
                  <a:close/>
                  <a:moveTo>
                    <a:pt x="3065586" y="979984"/>
                  </a:moveTo>
                  <a:cubicBezTo>
                    <a:pt x="3065333" y="979984"/>
                    <a:pt x="3064826" y="979984"/>
                    <a:pt x="3064320" y="979984"/>
                  </a:cubicBezTo>
                  <a:cubicBezTo>
                    <a:pt x="3054191" y="980491"/>
                    <a:pt x="3051911" y="991632"/>
                    <a:pt x="3060268" y="998470"/>
                  </a:cubicBezTo>
                  <a:cubicBezTo>
                    <a:pt x="3068878" y="1005307"/>
                    <a:pt x="3080526" y="1001762"/>
                    <a:pt x="3079766" y="992392"/>
                  </a:cubicBezTo>
                  <a:cubicBezTo>
                    <a:pt x="3079513" y="987581"/>
                    <a:pt x="3074955" y="980744"/>
                    <a:pt x="3065586" y="979984"/>
                  </a:cubicBezTo>
                  <a:close/>
                  <a:moveTo>
                    <a:pt x="2958471" y="976439"/>
                  </a:moveTo>
                  <a:cubicBezTo>
                    <a:pt x="2957965" y="976439"/>
                    <a:pt x="2957712" y="976439"/>
                    <a:pt x="2957205" y="976439"/>
                  </a:cubicBezTo>
                  <a:cubicBezTo>
                    <a:pt x="2947329" y="976945"/>
                    <a:pt x="2944037" y="987074"/>
                    <a:pt x="2951381" y="994165"/>
                  </a:cubicBezTo>
                  <a:cubicBezTo>
                    <a:pt x="2959484" y="1002015"/>
                    <a:pt x="2972905" y="998723"/>
                    <a:pt x="2972652" y="988847"/>
                  </a:cubicBezTo>
                  <a:cubicBezTo>
                    <a:pt x="2972399" y="984542"/>
                    <a:pt x="2968600" y="977199"/>
                    <a:pt x="2958471" y="976439"/>
                  </a:cubicBezTo>
                  <a:close/>
                  <a:moveTo>
                    <a:pt x="2683468" y="968842"/>
                  </a:moveTo>
                  <a:cubicBezTo>
                    <a:pt x="2671820" y="969095"/>
                    <a:pt x="2668021" y="978971"/>
                    <a:pt x="2673592" y="985808"/>
                  </a:cubicBezTo>
                  <a:cubicBezTo>
                    <a:pt x="2680682" y="994671"/>
                    <a:pt x="2696129" y="991632"/>
                    <a:pt x="2696889" y="981250"/>
                  </a:cubicBezTo>
                  <a:cubicBezTo>
                    <a:pt x="2696889" y="976439"/>
                    <a:pt x="2693090" y="969602"/>
                    <a:pt x="2683468" y="968842"/>
                  </a:cubicBezTo>
                  <a:close/>
                  <a:moveTo>
                    <a:pt x="2627252" y="967576"/>
                  </a:moveTo>
                  <a:cubicBezTo>
                    <a:pt x="2615857" y="967829"/>
                    <a:pt x="2611299" y="977705"/>
                    <a:pt x="2616869" y="984542"/>
                  </a:cubicBezTo>
                  <a:cubicBezTo>
                    <a:pt x="2623960" y="993152"/>
                    <a:pt x="2639407" y="990113"/>
                    <a:pt x="2640419" y="979984"/>
                  </a:cubicBezTo>
                  <a:cubicBezTo>
                    <a:pt x="2640926" y="975173"/>
                    <a:pt x="2637128" y="968082"/>
                    <a:pt x="2627252" y="967576"/>
                  </a:cubicBezTo>
                  <a:close/>
                  <a:moveTo>
                    <a:pt x="2296792" y="973653"/>
                  </a:moveTo>
                  <a:cubicBezTo>
                    <a:pt x="2297805" y="969349"/>
                    <a:pt x="2295273" y="962005"/>
                    <a:pt x="2284891" y="961499"/>
                  </a:cubicBezTo>
                  <a:cubicBezTo>
                    <a:pt x="2272989" y="961752"/>
                    <a:pt x="2267418" y="971628"/>
                    <a:pt x="2272229" y="978465"/>
                  </a:cubicBezTo>
                  <a:cubicBezTo>
                    <a:pt x="2278307" y="987074"/>
                    <a:pt x="2294766" y="983782"/>
                    <a:pt x="2296792" y="973653"/>
                  </a:cubicBezTo>
                  <a:close/>
                  <a:moveTo>
                    <a:pt x="1386192" y="972387"/>
                  </a:moveTo>
                  <a:cubicBezTo>
                    <a:pt x="1388724" y="967576"/>
                    <a:pt x="1388471" y="960739"/>
                    <a:pt x="1380368" y="960486"/>
                  </a:cubicBezTo>
                  <a:cubicBezTo>
                    <a:pt x="1370239" y="961245"/>
                    <a:pt x="1362389" y="972134"/>
                    <a:pt x="1364668" y="978465"/>
                  </a:cubicBezTo>
                  <a:cubicBezTo>
                    <a:pt x="1367706" y="985808"/>
                    <a:pt x="1381380" y="982010"/>
                    <a:pt x="1386192" y="972387"/>
                  </a:cubicBezTo>
                  <a:close/>
                  <a:moveTo>
                    <a:pt x="1165126" y="976439"/>
                  </a:moveTo>
                  <a:cubicBezTo>
                    <a:pt x="1167658" y="971881"/>
                    <a:pt x="1168924" y="964790"/>
                    <a:pt x="1161580" y="964537"/>
                  </a:cubicBezTo>
                  <a:cubicBezTo>
                    <a:pt x="1152464" y="965297"/>
                    <a:pt x="1143855" y="976186"/>
                    <a:pt x="1145374" y="982770"/>
                  </a:cubicBezTo>
                  <a:cubicBezTo>
                    <a:pt x="1147147" y="990113"/>
                    <a:pt x="1159555" y="986315"/>
                    <a:pt x="1165126" y="976439"/>
                  </a:cubicBezTo>
                  <a:close/>
                  <a:moveTo>
                    <a:pt x="1123850" y="977452"/>
                  </a:moveTo>
                  <a:cubicBezTo>
                    <a:pt x="1126382" y="972894"/>
                    <a:pt x="1127901" y="965803"/>
                    <a:pt x="1120811" y="965550"/>
                  </a:cubicBezTo>
                  <a:cubicBezTo>
                    <a:pt x="1111188" y="966310"/>
                    <a:pt x="1103338" y="977705"/>
                    <a:pt x="1104605" y="983782"/>
                  </a:cubicBezTo>
                  <a:cubicBezTo>
                    <a:pt x="1106124" y="991126"/>
                    <a:pt x="1118279" y="987074"/>
                    <a:pt x="1123850" y="977452"/>
                  </a:cubicBezTo>
                  <a:close/>
                  <a:moveTo>
                    <a:pt x="1083840" y="978718"/>
                  </a:moveTo>
                  <a:cubicBezTo>
                    <a:pt x="1086626" y="973907"/>
                    <a:pt x="1087638" y="967070"/>
                    <a:pt x="1081055" y="966816"/>
                  </a:cubicBezTo>
                  <a:cubicBezTo>
                    <a:pt x="1071939" y="967576"/>
                    <a:pt x="1063076" y="979478"/>
                    <a:pt x="1065101" y="985808"/>
                  </a:cubicBezTo>
                  <a:cubicBezTo>
                    <a:pt x="1066874" y="992139"/>
                    <a:pt x="1078522" y="987834"/>
                    <a:pt x="1083840" y="978718"/>
                  </a:cubicBezTo>
                  <a:close/>
                  <a:moveTo>
                    <a:pt x="802506" y="990366"/>
                  </a:moveTo>
                  <a:cubicBezTo>
                    <a:pt x="805798" y="985555"/>
                    <a:pt x="808077" y="978718"/>
                    <a:pt x="803013" y="978718"/>
                  </a:cubicBezTo>
                  <a:cubicBezTo>
                    <a:pt x="795416" y="979731"/>
                    <a:pt x="785793" y="992645"/>
                    <a:pt x="786806" y="998470"/>
                  </a:cubicBezTo>
                  <a:cubicBezTo>
                    <a:pt x="787566" y="1003787"/>
                    <a:pt x="796682" y="999229"/>
                    <a:pt x="802506" y="990366"/>
                  </a:cubicBezTo>
                  <a:close/>
                  <a:moveTo>
                    <a:pt x="772625" y="992139"/>
                  </a:moveTo>
                  <a:cubicBezTo>
                    <a:pt x="775917" y="987328"/>
                    <a:pt x="778196" y="980491"/>
                    <a:pt x="773638" y="980491"/>
                  </a:cubicBezTo>
                  <a:cubicBezTo>
                    <a:pt x="766295" y="981503"/>
                    <a:pt x="756419" y="994418"/>
                    <a:pt x="757179" y="1000242"/>
                  </a:cubicBezTo>
                  <a:cubicBezTo>
                    <a:pt x="757938" y="1005560"/>
                    <a:pt x="766801" y="1001002"/>
                    <a:pt x="772625" y="992139"/>
                  </a:cubicBezTo>
                  <a:close/>
                  <a:moveTo>
                    <a:pt x="560929" y="1010624"/>
                  </a:moveTo>
                  <a:cubicBezTo>
                    <a:pt x="564474" y="1005813"/>
                    <a:pt x="568019" y="998976"/>
                    <a:pt x="565487" y="998976"/>
                  </a:cubicBezTo>
                  <a:cubicBezTo>
                    <a:pt x="560422" y="1000242"/>
                    <a:pt x="548521" y="1016955"/>
                    <a:pt x="549280" y="1020500"/>
                  </a:cubicBezTo>
                  <a:cubicBezTo>
                    <a:pt x="549787" y="1023033"/>
                    <a:pt x="555611" y="1018221"/>
                    <a:pt x="560929" y="1010624"/>
                  </a:cubicBezTo>
                  <a:close/>
                  <a:moveTo>
                    <a:pt x="472300" y="1036453"/>
                  </a:moveTo>
                  <a:cubicBezTo>
                    <a:pt x="473566" y="1036453"/>
                    <a:pt x="478377" y="1030123"/>
                    <a:pt x="481416" y="1025818"/>
                  </a:cubicBezTo>
                  <a:cubicBezTo>
                    <a:pt x="484454" y="1021513"/>
                    <a:pt x="488759" y="1014929"/>
                    <a:pt x="488253" y="1014170"/>
                  </a:cubicBezTo>
                  <a:cubicBezTo>
                    <a:pt x="488253" y="1014170"/>
                    <a:pt x="488253" y="1014170"/>
                    <a:pt x="488000" y="1014170"/>
                  </a:cubicBezTo>
                  <a:cubicBezTo>
                    <a:pt x="485214" y="1015436"/>
                    <a:pt x="471287" y="1034934"/>
                    <a:pt x="472300" y="1036453"/>
                  </a:cubicBezTo>
                  <a:close/>
                  <a:moveTo>
                    <a:pt x="461917" y="1033921"/>
                  </a:moveTo>
                  <a:cubicBezTo>
                    <a:pt x="464196" y="1030629"/>
                    <a:pt x="469514" y="1023286"/>
                    <a:pt x="469767" y="1022273"/>
                  </a:cubicBezTo>
                  <a:cubicBezTo>
                    <a:pt x="469008" y="1023033"/>
                    <a:pt x="454321" y="1042784"/>
                    <a:pt x="453814" y="1044557"/>
                  </a:cubicBezTo>
                  <a:cubicBezTo>
                    <a:pt x="454574" y="1043797"/>
                    <a:pt x="459385" y="1037466"/>
                    <a:pt x="461917" y="1033921"/>
                  </a:cubicBezTo>
                  <a:close/>
                  <a:moveTo>
                    <a:pt x="4101786" y="989353"/>
                  </a:moveTo>
                  <a:cubicBezTo>
                    <a:pt x="4096468" y="992139"/>
                    <a:pt x="4105838" y="1008092"/>
                    <a:pt x="4114701" y="1010878"/>
                  </a:cubicBezTo>
                  <a:cubicBezTo>
                    <a:pt x="4119765" y="1012650"/>
                    <a:pt x="4121537" y="1008345"/>
                    <a:pt x="4118246" y="1002015"/>
                  </a:cubicBezTo>
                  <a:cubicBezTo>
                    <a:pt x="4115966" y="997203"/>
                    <a:pt x="4109889" y="990113"/>
                    <a:pt x="4103812" y="989100"/>
                  </a:cubicBezTo>
                  <a:cubicBezTo>
                    <a:pt x="4103305" y="989100"/>
                    <a:pt x="4102546" y="989100"/>
                    <a:pt x="4101786" y="989353"/>
                  </a:cubicBezTo>
                  <a:close/>
                  <a:moveTo>
                    <a:pt x="4068613" y="986568"/>
                  </a:moveTo>
                  <a:cubicBezTo>
                    <a:pt x="4062789" y="989353"/>
                    <a:pt x="4072159" y="1005307"/>
                    <a:pt x="4081275" y="1008092"/>
                  </a:cubicBezTo>
                  <a:cubicBezTo>
                    <a:pt x="4086593" y="1009865"/>
                    <a:pt x="4088365" y="1005560"/>
                    <a:pt x="4085326" y="999229"/>
                  </a:cubicBezTo>
                  <a:cubicBezTo>
                    <a:pt x="4083047" y="994418"/>
                    <a:pt x="4076970" y="987328"/>
                    <a:pt x="4070892" y="986315"/>
                  </a:cubicBezTo>
                  <a:cubicBezTo>
                    <a:pt x="4069880" y="986061"/>
                    <a:pt x="4069120" y="986061"/>
                    <a:pt x="4068613" y="986568"/>
                  </a:cubicBezTo>
                  <a:close/>
                  <a:moveTo>
                    <a:pt x="4034175" y="983782"/>
                  </a:moveTo>
                  <a:cubicBezTo>
                    <a:pt x="4028351" y="986568"/>
                    <a:pt x="4037213" y="1002521"/>
                    <a:pt x="4046583" y="1005307"/>
                  </a:cubicBezTo>
                  <a:cubicBezTo>
                    <a:pt x="4051900" y="1007079"/>
                    <a:pt x="4054180" y="1002774"/>
                    <a:pt x="4051141" y="996444"/>
                  </a:cubicBezTo>
                  <a:cubicBezTo>
                    <a:pt x="4048862" y="991632"/>
                    <a:pt x="4042784" y="984542"/>
                    <a:pt x="4036454" y="983529"/>
                  </a:cubicBezTo>
                  <a:cubicBezTo>
                    <a:pt x="4035441" y="983276"/>
                    <a:pt x="4034681" y="983276"/>
                    <a:pt x="4034175" y="983782"/>
                  </a:cubicBezTo>
                  <a:close/>
                  <a:moveTo>
                    <a:pt x="3357302" y="943773"/>
                  </a:moveTo>
                  <a:cubicBezTo>
                    <a:pt x="3348439" y="945292"/>
                    <a:pt x="3348946" y="956687"/>
                    <a:pt x="3358062" y="962765"/>
                  </a:cubicBezTo>
                  <a:cubicBezTo>
                    <a:pt x="3366671" y="968589"/>
                    <a:pt x="3375787" y="964790"/>
                    <a:pt x="3374268" y="956181"/>
                  </a:cubicBezTo>
                  <a:cubicBezTo>
                    <a:pt x="3373255" y="951370"/>
                    <a:pt x="3368191" y="944279"/>
                    <a:pt x="3359581" y="943520"/>
                  </a:cubicBezTo>
                  <a:cubicBezTo>
                    <a:pt x="3358821" y="943773"/>
                    <a:pt x="3358062" y="943773"/>
                    <a:pt x="3357302" y="943773"/>
                  </a:cubicBezTo>
                  <a:close/>
                  <a:moveTo>
                    <a:pt x="3310455" y="941747"/>
                  </a:moveTo>
                  <a:cubicBezTo>
                    <a:pt x="3309695" y="941747"/>
                    <a:pt x="3308936" y="941747"/>
                    <a:pt x="3308176" y="942000"/>
                  </a:cubicBezTo>
                  <a:cubicBezTo>
                    <a:pt x="3299313" y="943520"/>
                    <a:pt x="3299567" y="954915"/>
                    <a:pt x="3308683" y="960992"/>
                  </a:cubicBezTo>
                  <a:cubicBezTo>
                    <a:pt x="3317292" y="966816"/>
                    <a:pt x="3326662" y="963018"/>
                    <a:pt x="3325142" y="954408"/>
                  </a:cubicBezTo>
                  <a:cubicBezTo>
                    <a:pt x="3324383" y="949344"/>
                    <a:pt x="3319318" y="942507"/>
                    <a:pt x="3310455" y="941747"/>
                  </a:cubicBezTo>
                  <a:close/>
                  <a:moveTo>
                    <a:pt x="3275763" y="952129"/>
                  </a:moveTo>
                  <a:cubicBezTo>
                    <a:pt x="3275004" y="947318"/>
                    <a:pt x="3269939" y="940481"/>
                    <a:pt x="3261076" y="939468"/>
                  </a:cubicBezTo>
                  <a:cubicBezTo>
                    <a:pt x="3260316" y="939468"/>
                    <a:pt x="3259557" y="939468"/>
                    <a:pt x="3258797" y="939721"/>
                  </a:cubicBezTo>
                  <a:cubicBezTo>
                    <a:pt x="3249934" y="941240"/>
                    <a:pt x="3249934" y="952636"/>
                    <a:pt x="3258797" y="958713"/>
                  </a:cubicBezTo>
                  <a:cubicBezTo>
                    <a:pt x="3267154" y="964537"/>
                    <a:pt x="3277029" y="960739"/>
                    <a:pt x="3275763" y="952129"/>
                  </a:cubicBezTo>
                  <a:close/>
                  <a:moveTo>
                    <a:pt x="3107368" y="933897"/>
                  </a:moveTo>
                  <a:cubicBezTo>
                    <a:pt x="3097746" y="934403"/>
                    <a:pt x="3095720" y="945545"/>
                    <a:pt x="3104076" y="952129"/>
                  </a:cubicBezTo>
                  <a:cubicBezTo>
                    <a:pt x="3112433" y="958713"/>
                    <a:pt x="3123828" y="955168"/>
                    <a:pt x="3123068" y="946305"/>
                  </a:cubicBezTo>
                  <a:cubicBezTo>
                    <a:pt x="3122562" y="941494"/>
                    <a:pt x="3117750" y="934657"/>
                    <a:pt x="3108634" y="933897"/>
                  </a:cubicBezTo>
                  <a:cubicBezTo>
                    <a:pt x="3108381" y="933897"/>
                    <a:pt x="3107875" y="933897"/>
                    <a:pt x="3107368" y="933897"/>
                  </a:cubicBezTo>
                  <a:close/>
                  <a:moveTo>
                    <a:pt x="3055710" y="932124"/>
                  </a:moveTo>
                  <a:cubicBezTo>
                    <a:pt x="3046087" y="932631"/>
                    <a:pt x="3043808" y="943773"/>
                    <a:pt x="3051911" y="950357"/>
                  </a:cubicBezTo>
                  <a:cubicBezTo>
                    <a:pt x="3060015" y="956941"/>
                    <a:pt x="3071663" y="953395"/>
                    <a:pt x="3071157" y="944532"/>
                  </a:cubicBezTo>
                  <a:cubicBezTo>
                    <a:pt x="3070903" y="939721"/>
                    <a:pt x="3066092" y="932884"/>
                    <a:pt x="3056976" y="932124"/>
                  </a:cubicBezTo>
                  <a:cubicBezTo>
                    <a:pt x="3056470" y="932124"/>
                    <a:pt x="3055963" y="932124"/>
                    <a:pt x="3055710" y="932124"/>
                  </a:cubicBezTo>
                  <a:close/>
                  <a:moveTo>
                    <a:pt x="3004558" y="930352"/>
                  </a:moveTo>
                  <a:cubicBezTo>
                    <a:pt x="3004305" y="930352"/>
                    <a:pt x="3003799" y="930352"/>
                    <a:pt x="3003292" y="930352"/>
                  </a:cubicBezTo>
                  <a:cubicBezTo>
                    <a:pt x="2993923" y="930858"/>
                    <a:pt x="2990884" y="940987"/>
                    <a:pt x="2997974" y="947824"/>
                  </a:cubicBezTo>
                  <a:cubicBezTo>
                    <a:pt x="3006078" y="955421"/>
                    <a:pt x="3018992" y="952382"/>
                    <a:pt x="3018486" y="942760"/>
                  </a:cubicBezTo>
                  <a:cubicBezTo>
                    <a:pt x="3018233" y="937949"/>
                    <a:pt x="3013675" y="931112"/>
                    <a:pt x="3004558" y="930352"/>
                  </a:cubicBezTo>
                  <a:close/>
                  <a:moveTo>
                    <a:pt x="2289702" y="913892"/>
                  </a:moveTo>
                  <a:cubicBezTo>
                    <a:pt x="2278307" y="914145"/>
                    <a:pt x="2272482" y="924021"/>
                    <a:pt x="2277294" y="930605"/>
                  </a:cubicBezTo>
                  <a:cubicBezTo>
                    <a:pt x="2283371" y="939215"/>
                    <a:pt x="2299324" y="936176"/>
                    <a:pt x="2301603" y="926047"/>
                  </a:cubicBezTo>
                  <a:cubicBezTo>
                    <a:pt x="2302363" y="921236"/>
                    <a:pt x="2299324" y="914399"/>
                    <a:pt x="2289702" y="913892"/>
                  </a:cubicBezTo>
                  <a:close/>
                  <a:moveTo>
                    <a:pt x="1355805" y="913639"/>
                  </a:moveTo>
                  <a:cubicBezTo>
                    <a:pt x="1346182" y="914399"/>
                    <a:pt x="1337826" y="925287"/>
                    <a:pt x="1339851" y="931365"/>
                  </a:cubicBezTo>
                  <a:cubicBezTo>
                    <a:pt x="1342384" y="938708"/>
                    <a:pt x="1355298" y="934657"/>
                    <a:pt x="1360616" y="925287"/>
                  </a:cubicBezTo>
                  <a:cubicBezTo>
                    <a:pt x="1363148" y="920476"/>
                    <a:pt x="1363401" y="913892"/>
                    <a:pt x="1355805" y="913639"/>
                  </a:cubicBezTo>
                  <a:close/>
                  <a:moveTo>
                    <a:pt x="1316301" y="926047"/>
                  </a:moveTo>
                  <a:cubicBezTo>
                    <a:pt x="1318834" y="921236"/>
                    <a:pt x="1319340" y="914652"/>
                    <a:pt x="1311997" y="914145"/>
                  </a:cubicBezTo>
                  <a:cubicBezTo>
                    <a:pt x="1302374" y="914905"/>
                    <a:pt x="1294018" y="925794"/>
                    <a:pt x="1296043" y="932124"/>
                  </a:cubicBezTo>
                  <a:cubicBezTo>
                    <a:pt x="1298069" y="939468"/>
                    <a:pt x="1310984" y="935670"/>
                    <a:pt x="1316301" y="926047"/>
                  </a:cubicBezTo>
                  <a:close/>
                  <a:moveTo>
                    <a:pt x="1188676" y="928832"/>
                  </a:moveTo>
                  <a:cubicBezTo>
                    <a:pt x="1191461" y="924021"/>
                    <a:pt x="1192474" y="917437"/>
                    <a:pt x="1185637" y="917184"/>
                  </a:cubicBezTo>
                  <a:cubicBezTo>
                    <a:pt x="1176521" y="917944"/>
                    <a:pt x="1167911" y="928832"/>
                    <a:pt x="1169177" y="935163"/>
                  </a:cubicBezTo>
                  <a:cubicBezTo>
                    <a:pt x="1170950" y="942253"/>
                    <a:pt x="1183105" y="938455"/>
                    <a:pt x="1188676" y="928832"/>
                  </a:cubicBezTo>
                  <a:close/>
                  <a:moveTo>
                    <a:pt x="1145627" y="918197"/>
                  </a:moveTo>
                  <a:cubicBezTo>
                    <a:pt x="1136764" y="918957"/>
                    <a:pt x="1128155" y="929845"/>
                    <a:pt x="1129168" y="936176"/>
                  </a:cubicBezTo>
                  <a:cubicBezTo>
                    <a:pt x="1130434" y="943266"/>
                    <a:pt x="1142588" y="939468"/>
                    <a:pt x="1148413" y="929845"/>
                  </a:cubicBezTo>
                  <a:cubicBezTo>
                    <a:pt x="1151198" y="925034"/>
                    <a:pt x="1152211" y="918197"/>
                    <a:pt x="1145627" y="918197"/>
                  </a:cubicBezTo>
                  <a:close/>
                  <a:moveTo>
                    <a:pt x="894934" y="927566"/>
                  </a:moveTo>
                  <a:cubicBezTo>
                    <a:pt x="886830" y="928579"/>
                    <a:pt x="876955" y="941240"/>
                    <a:pt x="878221" y="947065"/>
                  </a:cubicBezTo>
                  <a:cubicBezTo>
                    <a:pt x="879487" y="952382"/>
                    <a:pt x="888856" y="947824"/>
                    <a:pt x="894680" y="939215"/>
                  </a:cubicBezTo>
                  <a:cubicBezTo>
                    <a:pt x="897972" y="934403"/>
                    <a:pt x="900251" y="927566"/>
                    <a:pt x="894934" y="927566"/>
                  </a:cubicBezTo>
                  <a:close/>
                  <a:moveTo>
                    <a:pt x="863027" y="940734"/>
                  </a:moveTo>
                  <a:cubicBezTo>
                    <a:pt x="866319" y="935923"/>
                    <a:pt x="868598" y="929339"/>
                    <a:pt x="863533" y="929086"/>
                  </a:cubicBezTo>
                  <a:cubicBezTo>
                    <a:pt x="855937" y="930099"/>
                    <a:pt x="845808" y="943013"/>
                    <a:pt x="846821" y="948584"/>
                  </a:cubicBezTo>
                  <a:cubicBezTo>
                    <a:pt x="847834" y="953902"/>
                    <a:pt x="857203" y="949344"/>
                    <a:pt x="863027" y="940734"/>
                  </a:cubicBezTo>
                  <a:close/>
                  <a:moveTo>
                    <a:pt x="832387" y="942507"/>
                  </a:moveTo>
                  <a:cubicBezTo>
                    <a:pt x="835679" y="937695"/>
                    <a:pt x="838211" y="931112"/>
                    <a:pt x="833400" y="930858"/>
                  </a:cubicBezTo>
                  <a:cubicBezTo>
                    <a:pt x="826056" y="931871"/>
                    <a:pt x="815927" y="944786"/>
                    <a:pt x="816687" y="950357"/>
                  </a:cubicBezTo>
                  <a:cubicBezTo>
                    <a:pt x="817193" y="955674"/>
                    <a:pt x="826309" y="951116"/>
                    <a:pt x="832387" y="942507"/>
                  </a:cubicBezTo>
                  <a:close/>
                  <a:moveTo>
                    <a:pt x="594861" y="962511"/>
                  </a:moveTo>
                  <a:cubicBezTo>
                    <a:pt x="598406" y="957700"/>
                    <a:pt x="602458" y="950863"/>
                    <a:pt x="599672" y="950863"/>
                  </a:cubicBezTo>
                  <a:cubicBezTo>
                    <a:pt x="594608" y="952129"/>
                    <a:pt x="582453" y="968589"/>
                    <a:pt x="582959" y="972134"/>
                  </a:cubicBezTo>
                  <a:cubicBezTo>
                    <a:pt x="583466" y="974666"/>
                    <a:pt x="589290" y="969855"/>
                    <a:pt x="594861" y="962511"/>
                  </a:cubicBezTo>
                  <a:close/>
                  <a:moveTo>
                    <a:pt x="516614" y="985049"/>
                  </a:moveTo>
                  <a:cubicBezTo>
                    <a:pt x="517880" y="985049"/>
                    <a:pt x="523198" y="978718"/>
                    <a:pt x="526237" y="974666"/>
                  </a:cubicBezTo>
                  <a:cubicBezTo>
                    <a:pt x="529529" y="970361"/>
                    <a:pt x="534087" y="963778"/>
                    <a:pt x="533327" y="963018"/>
                  </a:cubicBezTo>
                  <a:cubicBezTo>
                    <a:pt x="533327" y="963018"/>
                    <a:pt x="533074" y="963018"/>
                    <a:pt x="533074" y="963018"/>
                  </a:cubicBezTo>
                  <a:cubicBezTo>
                    <a:pt x="529529" y="964537"/>
                    <a:pt x="515095" y="983529"/>
                    <a:pt x="516614" y="985049"/>
                  </a:cubicBezTo>
                  <a:close/>
                  <a:moveTo>
                    <a:pt x="516867" y="977199"/>
                  </a:moveTo>
                  <a:cubicBezTo>
                    <a:pt x="520159" y="972894"/>
                    <a:pt x="524717" y="966310"/>
                    <a:pt x="524211" y="965550"/>
                  </a:cubicBezTo>
                  <a:cubicBezTo>
                    <a:pt x="524211" y="965550"/>
                    <a:pt x="524211" y="965550"/>
                    <a:pt x="523958" y="965550"/>
                  </a:cubicBezTo>
                  <a:cubicBezTo>
                    <a:pt x="520919" y="967070"/>
                    <a:pt x="506485" y="986315"/>
                    <a:pt x="507498" y="987581"/>
                  </a:cubicBezTo>
                  <a:cubicBezTo>
                    <a:pt x="508511" y="987581"/>
                    <a:pt x="513575" y="981250"/>
                    <a:pt x="516867" y="977199"/>
                  </a:cubicBezTo>
                  <a:close/>
                  <a:moveTo>
                    <a:pt x="497369" y="985049"/>
                  </a:moveTo>
                  <a:cubicBezTo>
                    <a:pt x="499648" y="982010"/>
                    <a:pt x="505219" y="974413"/>
                    <a:pt x="505725" y="973400"/>
                  </a:cubicBezTo>
                  <a:cubicBezTo>
                    <a:pt x="504966" y="974160"/>
                    <a:pt x="489772" y="993658"/>
                    <a:pt x="489012" y="995431"/>
                  </a:cubicBezTo>
                  <a:cubicBezTo>
                    <a:pt x="490025" y="994924"/>
                    <a:pt x="494837" y="988594"/>
                    <a:pt x="497369" y="985049"/>
                  </a:cubicBezTo>
                  <a:close/>
                  <a:moveTo>
                    <a:pt x="4087099" y="962765"/>
                  </a:moveTo>
                  <a:cubicBezTo>
                    <a:pt x="4092164" y="964284"/>
                    <a:pt x="4093683" y="960232"/>
                    <a:pt x="4090391" y="953902"/>
                  </a:cubicBezTo>
                  <a:cubicBezTo>
                    <a:pt x="4087858" y="949091"/>
                    <a:pt x="4081781" y="942000"/>
                    <a:pt x="4075957" y="941240"/>
                  </a:cubicBezTo>
                  <a:cubicBezTo>
                    <a:pt x="4075451" y="941240"/>
                    <a:pt x="4074691" y="941240"/>
                    <a:pt x="4074184" y="941494"/>
                  </a:cubicBezTo>
                  <a:cubicBezTo>
                    <a:pt x="4068866" y="944279"/>
                    <a:pt x="4078489" y="959726"/>
                    <a:pt x="4087099" y="962765"/>
                  </a:cubicBezTo>
                  <a:close/>
                  <a:moveTo>
                    <a:pt x="3454034" y="913386"/>
                  </a:moveTo>
                  <a:cubicBezTo>
                    <a:pt x="3452768" y="908828"/>
                    <a:pt x="3447450" y="901737"/>
                    <a:pt x="3439094" y="900978"/>
                  </a:cubicBezTo>
                  <a:cubicBezTo>
                    <a:pt x="3438334" y="900978"/>
                    <a:pt x="3437068" y="900978"/>
                    <a:pt x="3436055" y="901231"/>
                  </a:cubicBezTo>
                  <a:cubicBezTo>
                    <a:pt x="3428458" y="903510"/>
                    <a:pt x="3430737" y="914905"/>
                    <a:pt x="3439854" y="920223"/>
                  </a:cubicBezTo>
                  <a:cubicBezTo>
                    <a:pt x="3448463" y="925287"/>
                    <a:pt x="3456060" y="921489"/>
                    <a:pt x="3454034" y="913386"/>
                  </a:cubicBezTo>
                  <a:close/>
                  <a:moveTo>
                    <a:pt x="3389462" y="899205"/>
                  </a:moveTo>
                  <a:cubicBezTo>
                    <a:pt x="3381611" y="901484"/>
                    <a:pt x="3383891" y="912879"/>
                    <a:pt x="3393007" y="918197"/>
                  </a:cubicBezTo>
                  <a:cubicBezTo>
                    <a:pt x="3401363" y="923008"/>
                    <a:pt x="3409213" y="919210"/>
                    <a:pt x="3407188" y="911107"/>
                  </a:cubicBezTo>
                  <a:cubicBezTo>
                    <a:pt x="3406174" y="906549"/>
                    <a:pt x="3400857" y="899458"/>
                    <a:pt x="3392500" y="898699"/>
                  </a:cubicBezTo>
                  <a:cubicBezTo>
                    <a:pt x="3391487" y="898952"/>
                    <a:pt x="3390475" y="898952"/>
                    <a:pt x="3389462" y="899205"/>
                  </a:cubicBezTo>
                  <a:close/>
                  <a:moveTo>
                    <a:pt x="3343881" y="915412"/>
                  </a:moveTo>
                  <a:cubicBezTo>
                    <a:pt x="3352491" y="921236"/>
                    <a:pt x="3361354" y="917437"/>
                    <a:pt x="3359581" y="909081"/>
                  </a:cubicBezTo>
                  <a:cubicBezTo>
                    <a:pt x="3358568" y="904523"/>
                    <a:pt x="3353503" y="897432"/>
                    <a:pt x="3344894" y="896673"/>
                  </a:cubicBezTo>
                  <a:cubicBezTo>
                    <a:pt x="3344134" y="896673"/>
                    <a:pt x="3343375" y="896673"/>
                    <a:pt x="3342868" y="896673"/>
                  </a:cubicBezTo>
                  <a:cubicBezTo>
                    <a:pt x="3334258" y="898192"/>
                    <a:pt x="3335018" y="909334"/>
                    <a:pt x="3343881" y="915412"/>
                  </a:cubicBezTo>
                  <a:close/>
                  <a:moveTo>
                    <a:pt x="3246136" y="892874"/>
                  </a:moveTo>
                  <a:cubicBezTo>
                    <a:pt x="3237273" y="894394"/>
                    <a:pt x="3237526" y="905536"/>
                    <a:pt x="3246389" y="911360"/>
                  </a:cubicBezTo>
                  <a:cubicBezTo>
                    <a:pt x="3254745" y="916931"/>
                    <a:pt x="3264368" y="913386"/>
                    <a:pt x="3262849" y="905029"/>
                  </a:cubicBezTo>
                  <a:cubicBezTo>
                    <a:pt x="3262089" y="900471"/>
                    <a:pt x="3257024" y="893381"/>
                    <a:pt x="3248162" y="892621"/>
                  </a:cubicBezTo>
                  <a:cubicBezTo>
                    <a:pt x="3247655" y="892621"/>
                    <a:pt x="3246642" y="892621"/>
                    <a:pt x="3246136" y="892874"/>
                  </a:cubicBezTo>
                  <a:close/>
                  <a:moveTo>
                    <a:pt x="2996455" y="883505"/>
                  </a:moveTo>
                  <a:cubicBezTo>
                    <a:pt x="2996202" y="883505"/>
                    <a:pt x="2995696" y="883505"/>
                    <a:pt x="2995189" y="883505"/>
                  </a:cubicBezTo>
                  <a:cubicBezTo>
                    <a:pt x="2985820" y="884011"/>
                    <a:pt x="2983034" y="893887"/>
                    <a:pt x="2990125" y="900724"/>
                  </a:cubicBezTo>
                  <a:cubicBezTo>
                    <a:pt x="2998228" y="908321"/>
                    <a:pt x="3010889" y="905282"/>
                    <a:pt x="3010129" y="895660"/>
                  </a:cubicBezTo>
                  <a:cubicBezTo>
                    <a:pt x="3010129" y="891102"/>
                    <a:pt x="3005571" y="884265"/>
                    <a:pt x="2996455" y="883505"/>
                  </a:cubicBezTo>
                  <a:close/>
                  <a:moveTo>
                    <a:pt x="2349970" y="868058"/>
                  </a:moveTo>
                  <a:cubicBezTo>
                    <a:pt x="2338828" y="868312"/>
                    <a:pt x="2333257" y="877934"/>
                    <a:pt x="2338068" y="884518"/>
                  </a:cubicBezTo>
                  <a:cubicBezTo>
                    <a:pt x="2344145" y="892874"/>
                    <a:pt x="2359845" y="889836"/>
                    <a:pt x="2361871" y="879960"/>
                  </a:cubicBezTo>
                  <a:cubicBezTo>
                    <a:pt x="2362631" y="875402"/>
                    <a:pt x="2359592" y="868818"/>
                    <a:pt x="2349970" y="868058"/>
                  </a:cubicBezTo>
                  <a:close/>
                  <a:moveTo>
                    <a:pt x="552572" y="937189"/>
                  </a:moveTo>
                  <a:cubicBezTo>
                    <a:pt x="554092" y="937189"/>
                    <a:pt x="559663" y="930605"/>
                    <a:pt x="562448" y="927060"/>
                  </a:cubicBezTo>
                  <a:cubicBezTo>
                    <a:pt x="565740" y="923008"/>
                    <a:pt x="570551" y="916424"/>
                    <a:pt x="569792" y="915665"/>
                  </a:cubicBezTo>
                  <a:cubicBezTo>
                    <a:pt x="569792" y="915665"/>
                    <a:pt x="569538" y="915665"/>
                    <a:pt x="569538" y="915665"/>
                  </a:cubicBezTo>
                  <a:cubicBezTo>
                    <a:pt x="566246" y="917184"/>
                    <a:pt x="551306" y="935923"/>
                    <a:pt x="552572" y="937189"/>
                  </a:cubicBezTo>
                  <a:close/>
                  <a:moveTo>
                    <a:pt x="553332" y="929592"/>
                  </a:moveTo>
                  <a:cubicBezTo>
                    <a:pt x="556624" y="925541"/>
                    <a:pt x="561435" y="918957"/>
                    <a:pt x="560929" y="918197"/>
                  </a:cubicBezTo>
                  <a:cubicBezTo>
                    <a:pt x="560929" y="918197"/>
                    <a:pt x="560929" y="918197"/>
                    <a:pt x="560675" y="918197"/>
                  </a:cubicBezTo>
                  <a:cubicBezTo>
                    <a:pt x="557637" y="919716"/>
                    <a:pt x="542696" y="938455"/>
                    <a:pt x="543456" y="939721"/>
                  </a:cubicBezTo>
                  <a:cubicBezTo>
                    <a:pt x="544722" y="939721"/>
                    <a:pt x="550040" y="933644"/>
                    <a:pt x="553332" y="929592"/>
                  </a:cubicBezTo>
                  <a:close/>
                  <a:moveTo>
                    <a:pt x="545482" y="932124"/>
                  </a:moveTo>
                  <a:cubicBezTo>
                    <a:pt x="548774" y="928073"/>
                    <a:pt x="553585" y="921489"/>
                    <a:pt x="553585" y="920729"/>
                  </a:cubicBezTo>
                  <a:cubicBezTo>
                    <a:pt x="553585" y="920729"/>
                    <a:pt x="553585" y="920729"/>
                    <a:pt x="553585" y="920729"/>
                  </a:cubicBezTo>
                  <a:cubicBezTo>
                    <a:pt x="551559" y="921995"/>
                    <a:pt x="536619" y="939974"/>
                    <a:pt x="536366" y="942507"/>
                  </a:cubicBezTo>
                  <a:cubicBezTo>
                    <a:pt x="537125" y="942253"/>
                    <a:pt x="542696" y="935670"/>
                    <a:pt x="545482" y="932124"/>
                  </a:cubicBezTo>
                  <a:close/>
                  <a:moveTo>
                    <a:pt x="4136478" y="902497"/>
                  </a:moveTo>
                  <a:cubicBezTo>
                    <a:pt x="4135972" y="902497"/>
                    <a:pt x="4135465" y="902497"/>
                    <a:pt x="4134958" y="902750"/>
                  </a:cubicBezTo>
                  <a:cubicBezTo>
                    <a:pt x="4130654" y="905536"/>
                    <a:pt x="4142302" y="921995"/>
                    <a:pt x="4150152" y="923768"/>
                  </a:cubicBezTo>
                  <a:cubicBezTo>
                    <a:pt x="4154204" y="924781"/>
                    <a:pt x="4154457" y="920729"/>
                    <a:pt x="4150912" y="914905"/>
                  </a:cubicBezTo>
                  <a:cubicBezTo>
                    <a:pt x="4148126" y="910600"/>
                    <a:pt x="4141796" y="903510"/>
                    <a:pt x="4136478" y="902497"/>
                  </a:cubicBezTo>
                  <a:close/>
                  <a:moveTo>
                    <a:pt x="4077983" y="896926"/>
                  </a:moveTo>
                  <a:cubicBezTo>
                    <a:pt x="4077476" y="896926"/>
                    <a:pt x="4076717" y="896926"/>
                    <a:pt x="4076210" y="897179"/>
                  </a:cubicBezTo>
                  <a:cubicBezTo>
                    <a:pt x="4071146" y="899965"/>
                    <a:pt x="4082794" y="916424"/>
                    <a:pt x="4090897" y="918197"/>
                  </a:cubicBezTo>
                  <a:cubicBezTo>
                    <a:pt x="4095202" y="919210"/>
                    <a:pt x="4095962" y="915158"/>
                    <a:pt x="4092670" y="909334"/>
                  </a:cubicBezTo>
                  <a:cubicBezTo>
                    <a:pt x="4089884" y="904776"/>
                    <a:pt x="4083554" y="897939"/>
                    <a:pt x="4077983" y="896926"/>
                  </a:cubicBezTo>
                  <a:close/>
                  <a:moveTo>
                    <a:pt x="3467709" y="856916"/>
                  </a:moveTo>
                  <a:cubicBezTo>
                    <a:pt x="3466949" y="856916"/>
                    <a:pt x="3465936" y="856916"/>
                    <a:pt x="3464923" y="857170"/>
                  </a:cubicBezTo>
                  <a:cubicBezTo>
                    <a:pt x="3457579" y="859449"/>
                    <a:pt x="3460365" y="870591"/>
                    <a:pt x="3469481" y="875908"/>
                  </a:cubicBezTo>
                  <a:cubicBezTo>
                    <a:pt x="3477837" y="880720"/>
                    <a:pt x="3484928" y="876921"/>
                    <a:pt x="3482649" y="869071"/>
                  </a:cubicBezTo>
                  <a:cubicBezTo>
                    <a:pt x="3481129" y="864513"/>
                    <a:pt x="3475558" y="857929"/>
                    <a:pt x="3467709" y="856916"/>
                  </a:cubicBezTo>
                  <a:close/>
                  <a:moveTo>
                    <a:pt x="3376547" y="852865"/>
                  </a:moveTo>
                  <a:cubicBezTo>
                    <a:pt x="3375787" y="852865"/>
                    <a:pt x="3374521" y="852865"/>
                    <a:pt x="3373508" y="853118"/>
                  </a:cubicBezTo>
                  <a:cubicBezTo>
                    <a:pt x="3365912" y="855397"/>
                    <a:pt x="3368191" y="866539"/>
                    <a:pt x="3377307" y="871857"/>
                  </a:cubicBezTo>
                  <a:cubicBezTo>
                    <a:pt x="3385410" y="876668"/>
                    <a:pt x="3393007" y="872870"/>
                    <a:pt x="3391234" y="865020"/>
                  </a:cubicBezTo>
                  <a:cubicBezTo>
                    <a:pt x="3389968" y="860208"/>
                    <a:pt x="3384650" y="853624"/>
                    <a:pt x="3376547" y="852865"/>
                  </a:cubicBezTo>
                  <a:close/>
                  <a:moveTo>
                    <a:pt x="3327928" y="850839"/>
                  </a:moveTo>
                  <a:cubicBezTo>
                    <a:pt x="3319571" y="852105"/>
                    <a:pt x="3320331" y="862994"/>
                    <a:pt x="3329194" y="869071"/>
                  </a:cubicBezTo>
                  <a:cubicBezTo>
                    <a:pt x="3337804" y="874642"/>
                    <a:pt x="3346413" y="871097"/>
                    <a:pt x="3344388" y="862741"/>
                  </a:cubicBezTo>
                  <a:cubicBezTo>
                    <a:pt x="3343375" y="858182"/>
                    <a:pt x="3338057" y="851345"/>
                    <a:pt x="3329954" y="850586"/>
                  </a:cubicBezTo>
                  <a:cubicBezTo>
                    <a:pt x="3329447" y="850586"/>
                    <a:pt x="3328687" y="850839"/>
                    <a:pt x="3327928" y="850839"/>
                  </a:cubicBezTo>
                  <a:close/>
                  <a:moveTo>
                    <a:pt x="2353768" y="822731"/>
                  </a:moveTo>
                  <a:cubicBezTo>
                    <a:pt x="2341866" y="822984"/>
                    <a:pt x="2337815" y="832860"/>
                    <a:pt x="2341866" y="838684"/>
                  </a:cubicBezTo>
                  <a:cubicBezTo>
                    <a:pt x="2347690" y="846787"/>
                    <a:pt x="2363137" y="844002"/>
                    <a:pt x="2365163" y="834379"/>
                  </a:cubicBezTo>
                  <a:cubicBezTo>
                    <a:pt x="2366429" y="829821"/>
                    <a:pt x="2363390" y="823237"/>
                    <a:pt x="2353768" y="822731"/>
                  </a:cubicBezTo>
                  <a:close/>
                  <a:moveTo>
                    <a:pt x="987108" y="833619"/>
                  </a:moveTo>
                  <a:cubicBezTo>
                    <a:pt x="979258" y="834379"/>
                    <a:pt x="968875" y="847041"/>
                    <a:pt x="969888" y="852358"/>
                  </a:cubicBezTo>
                  <a:cubicBezTo>
                    <a:pt x="970901" y="857423"/>
                    <a:pt x="980524" y="853118"/>
                    <a:pt x="986601" y="844761"/>
                  </a:cubicBezTo>
                  <a:cubicBezTo>
                    <a:pt x="989893" y="840457"/>
                    <a:pt x="992679" y="833619"/>
                    <a:pt x="987108" y="833619"/>
                  </a:cubicBezTo>
                  <a:close/>
                  <a:moveTo>
                    <a:pt x="666017" y="868818"/>
                  </a:moveTo>
                  <a:cubicBezTo>
                    <a:pt x="669563" y="864513"/>
                    <a:pt x="674374" y="857676"/>
                    <a:pt x="671588" y="857676"/>
                  </a:cubicBezTo>
                  <a:cubicBezTo>
                    <a:pt x="666524" y="858942"/>
                    <a:pt x="653609" y="874642"/>
                    <a:pt x="653863" y="878187"/>
                  </a:cubicBezTo>
                  <a:cubicBezTo>
                    <a:pt x="654116" y="880466"/>
                    <a:pt x="659940" y="875908"/>
                    <a:pt x="666017" y="868818"/>
                  </a:cubicBezTo>
                  <a:close/>
                  <a:moveTo>
                    <a:pt x="582959" y="885278"/>
                  </a:moveTo>
                  <a:cubicBezTo>
                    <a:pt x="584225" y="883758"/>
                    <a:pt x="591063" y="875655"/>
                    <a:pt x="591316" y="874136"/>
                  </a:cubicBezTo>
                  <a:cubicBezTo>
                    <a:pt x="591316" y="874136"/>
                    <a:pt x="591316" y="874136"/>
                    <a:pt x="591316" y="874136"/>
                  </a:cubicBezTo>
                  <a:cubicBezTo>
                    <a:pt x="589290" y="875402"/>
                    <a:pt x="574096" y="893128"/>
                    <a:pt x="573590" y="895407"/>
                  </a:cubicBezTo>
                  <a:cubicBezTo>
                    <a:pt x="574350" y="895407"/>
                    <a:pt x="580174" y="888823"/>
                    <a:pt x="582959" y="885278"/>
                  </a:cubicBezTo>
                  <a:close/>
                  <a:moveTo>
                    <a:pt x="567766" y="897939"/>
                  </a:moveTo>
                  <a:cubicBezTo>
                    <a:pt x="569032" y="897179"/>
                    <a:pt x="574096" y="891102"/>
                    <a:pt x="576882" y="887810"/>
                  </a:cubicBezTo>
                  <a:cubicBezTo>
                    <a:pt x="579667" y="884265"/>
                    <a:pt x="584732" y="878187"/>
                    <a:pt x="585492" y="876668"/>
                  </a:cubicBezTo>
                  <a:cubicBezTo>
                    <a:pt x="585492" y="876668"/>
                    <a:pt x="585492" y="876668"/>
                    <a:pt x="585492" y="876668"/>
                  </a:cubicBezTo>
                  <a:cubicBezTo>
                    <a:pt x="583466" y="878187"/>
                    <a:pt x="569032" y="895407"/>
                    <a:pt x="567766" y="897939"/>
                  </a:cubicBezTo>
                  <a:cubicBezTo>
                    <a:pt x="567766" y="897939"/>
                    <a:pt x="567766" y="897939"/>
                    <a:pt x="567766" y="897939"/>
                  </a:cubicBezTo>
                  <a:close/>
                  <a:moveTo>
                    <a:pt x="4105078" y="856410"/>
                  </a:moveTo>
                  <a:cubicBezTo>
                    <a:pt x="4104571" y="856410"/>
                    <a:pt x="4104065" y="856410"/>
                    <a:pt x="4103559" y="856663"/>
                  </a:cubicBezTo>
                  <a:cubicBezTo>
                    <a:pt x="4099254" y="859449"/>
                    <a:pt x="4111156" y="875402"/>
                    <a:pt x="4119005" y="877174"/>
                  </a:cubicBezTo>
                  <a:cubicBezTo>
                    <a:pt x="4122804" y="878187"/>
                    <a:pt x="4123057" y="874136"/>
                    <a:pt x="4119512" y="868312"/>
                  </a:cubicBezTo>
                  <a:cubicBezTo>
                    <a:pt x="4116473" y="864260"/>
                    <a:pt x="4110142" y="857423"/>
                    <a:pt x="4105078" y="856410"/>
                  </a:cubicBezTo>
                  <a:close/>
                  <a:moveTo>
                    <a:pt x="4076717" y="853878"/>
                  </a:moveTo>
                  <a:cubicBezTo>
                    <a:pt x="4076210" y="853878"/>
                    <a:pt x="4075451" y="853878"/>
                    <a:pt x="4075197" y="854131"/>
                  </a:cubicBezTo>
                  <a:cubicBezTo>
                    <a:pt x="4070639" y="856663"/>
                    <a:pt x="4082794" y="872870"/>
                    <a:pt x="4090391" y="874642"/>
                  </a:cubicBezTo>
                  <a:cubicBezTo>
                    <a:pt x="4094443" y="875655"/>
                    <a:pt x="4094949" y="871603"/>
                    <a:pt x="4091150" y="865779"/>
                  </a:cubicBezTo>
                  <a:cubicBezTo>
                    <a:pt x="4088365" y="861474"/>
                    <a:pt x="4082034" y="854637"/>
                    <a:pt x="4076717" y="853878"/>
                  </a:cubicBezTo>
                  <a:close/>
                  <a:moveTo>
                    <a:pt x="4047596" y="851092"/>
                  </a:moveTo>
                  <a:cubicBezTo>
                    <a:pt x="4047089" y="851092"/>
                    <a:pt x="4046329" y="851092"/>
                    <a:pt x="4045823" y="851345"/>
                  </a:cubicBezTo>
                  <a:cubicBezTo>
                    <a:pt x="4041012" y="854131"/>
                    <a:pt x="4052914" y="870084"/>
                    <a:pt x="4060763" y="871857"/>
                  </a:cubicBezTo>
                  <a:cubicBezTo>
                    <a:pt x="4065068" y="872870"/>
                    <a:pt x="4065575" y="868818"/>
                    <a:pt x="4062030" y="862994"/>
                  </a:cubicBezTo>
                  <a:cubicBezTo>
                    <a:pt x="4059497" y="858689"/>
                    <a:pt x="4053167" y="851852"/>
                    <a:pt x="4047596" y="851092"/>
                  </a:cubicBezTo>
                  <a:close/>
                  <a:moveTo>
                    <a:pt x="4017209" y="848307"/>
                  </a:moveTo>
                  <a:cubicBezTo>
                    <a:pt x="4016702" y="848307"/>
                    <a:pt x="4015942" y="848307"/>
                    <a:pt x="4015436" y="848560"/>
                  </a:cubicBezTo>
                  <a:cubicBezTo>
                    <a:pt x="4010371" y="851345"/>
                    <a:pt x="4022020" y="867299"/>
                    <a:pt x="4030123" y="869071"/>
                  </a:cubicBezTo>
                  <a:cubicBezTo>
                    <a:pt x="4034428" y="870084"/>
                    <a:pt x="4035188" y="866032"/>
                    <a:pt x="4031643" y="860208"/>
                  </a:cubicBezTo>
                  <a:cubicBezTo>
                    <a:pt x="4029110" y="855903"/>
                    <a:pt x="4022780" y="849320"/>
                    <a:pt x="4017209" y="848307"/>
                  </a:cubicBezTo>
                  <a:close/>
                  <a:moveTo>
                    <a:pt x="3917944" y="840710"/>
                  </a:moveTo>
                  <a:cubicBezTo>
                    <a:pt x="3912373" y="843242"/>
                    <a:pt x="3921996" y="858182"/>
                    <a:pt x="3931112" y="860968"/>
                  </a:cubicBezTo>
                  <a:cubicBezTo>
                    <a:pt x="3936429" y="862487"/>
                    <a:pt x="3938202" y="858689"/>
                    <a:pt x="3934657" y="852358"/>
                  </a:cubicBezTo>
                  <a:cubicBezTo>
                    <a:pt x="3932125" y="847800"/>
                    <a:pt x="3926047" y="841216"/>
                    <a:pt x="3919970" y="840457"/>
                  </a:cubicBezTo>
                  <a:cubicBezTo>
                    <a:pt x="3919463" y="840457"/>
                    <a:pt x="3918704" y="840457"/>
                    <a:pt x="3917944" y="840710"/>
                  </a:cubicBezTo>
                  <a:close/>
                  <a:moveTo>
                    <a:pt x="3883505" y="838178"/>
                  </a:moveTo>
                  <a:cubicBezTo>
                    <a:pt x="3877428" y="840710"/>
                    <a:pt x="3887050" y="855650"/>
                    <a:pt x="3896420" y="858436"/>
                  </a:cubicBezTo>
                  <a:cubicBezTo>
                    <a:pt x="3901738" y="859955"/>
                    <a:pt x="3903763" y="855903"/>
                    <a:pt x="3900471" y="849826"/>
                  </a:cubicBezTo>
                  <a:cubicBezTo>
                    <a:pt x="3898192" y="845268"/>
                    <a:pt x="3891862" y="838684"/>
                    <a:pt x="3885531" y="837924"/>
                  </a:cubicBezTo>
                  <a:cubicBezTo>
                    <a:pt x="3885025" y="837924"/>
                    <a:pt x="3884265" y="837924"/>
                    <a:pt x="3883505" y="838178"/>
                  </a:cubicBezTo>
                  <a:close/>
                  <a:moveTo>
                    <a:pt x="3738660" y="827795"/>
                  </a:moveTo>
                  <a:cubicBezTo>
                    <a:pt x="3737647" y="827795"/>
                    <a:pt x="3736634" y="827795"/>
                    <a:pt x="3735622" y="828302"/>
                  </a:cubicBezTo>
                  <a:cubicBezTo>
                    <a:pt x="3729797" y="831594"/>
                    <a:pt x="3737141" y="844508"/>
                    <a:pt x="3746764" y="847800"/>
                  </a:cubicBezTo>
                  <a:cubicBezTo>
                    <a:pt x="3753094" y="850079"/>
                    <a:pt x="3756386" y="846028"/>
                    <a:pt x="3753347" y="839697"/>
                  </a:cubicBezTo>
                  <a:cubicBezTo>
                    <a:pt x="3751574" y="835392"/>
                    <a:pt x="3745497" y="828808"/>
                    <a:pt x="3738660" y="827795"/>
                  </a:cubicBezTo>
                  <a:close/>
                  <a:moveTo>
                    <a:pt x="3707513" y="845521"/>
                  </a:moveTo>
                  <a:cubicBezTo>
                    <a:pt x="3714097" y="847800"/>
                    <a:pt x="3717642" y="843749"/>
                    <a:pt x="3714604" y="837418"/>
                  </a:cubicBezTo>
                  <a:cubicBezTo>
                    <a:pt x="3712578" y="832860"/>
                    <a:pt x="3706754" y="826276"/>
                    <a:pt x="3699663" y="825516"/>
                  </a:cubicBezTo>
                  <a:cubicBezTo>
                    <a:pt x="3698650" y="825516"/>
                    <a:pt x="3697638" y="825516"/>
                    <a:pt x="3696625" y="826023"/>
                  </a:cubicBezTo>
                  <a:cubicBezTo>
                    <a:pt x="3690800" y="829315"/>
                    <a:pt x="3698144" y="842229"/>
                    <a:pt x="3707513" y="845521"/>
                  </a:cubicBezTo>
                  <a:close/>
                  <a:moveTo>
                    <a:pt x="3583433" y="838178"/>
                  </a:moveTo>
                  <a:cubicBezTo>
                    <a:pt x="3590776" y="841216"/>
                    <a:pt x="3595588" y="837418"/>
                    <a:pt x="3592802" y="830328"/>
                  </a:cubicBezTo>
                  <a:lnTo>
                    <a:pt x="3592802" y="830328"/>
                  </a:lnTo>
                  <a:cubicBezTo>
                    <a:pt x="3591029" y="825770"/>
                    <a:pt x="3585458" y="819186"/>
                    <a:pt x="3577862" y="818426"/>
                  </a:cubicBezTo>
                  <a:cubicBezTo>
                    <a:pt x="3577102" y="818426"/>
                    <a:pt x="3576089" y="818426"/>
                    <a:pt x="3575330" y="818679"/>
                  </a:cubicBezTo>
                  <a:cubicBezTo>
                    <a:pt x="3568239" y="821211"/>
                    <a:pt x="3573557" y="833873"/>
                    <a:pt x="3583433" y="838178"/>
                  </a:cubicBezTo>
                  <a:close/>
                  <a:moveTo>
                    <a:pt x="3533041" y="816653"/>
                  </a:moveTo>
                  <a:cubicBezTo>
                    <a:pt x="3525951" y="818932"/>
                    <a:pt x="3530255" y="830581"/>
                    <a:pt x="3539625" y="835392"/>
                  </a:cubicBezTo>
                  <a:cubicBezTo>
                    <a:pt x="3547221" y="839190"/>
                    <a:pt x="3553046" y="835392"/>
                    <a:pt x="3550513" y="828049"/>
                  </a:cubicBezTo>
                  <a:cubicBezTo>
                    <a:pt x="3548994" y="823744"/>
                    <a:pt x="3543170" y="816907"/>
                    <a:pt x="3535573" y="816147"/>
                  </a:cubicBezTo>
                  <a:cubicBezTo>
                    <a:pt x="3535067" y="816147"/>
                    <a:pt x="3534054" y="816147"/>
                    <a:pt x="3533041" y="816653"/>
                  </a:cubicBezTo>
                  <a:close/>
                  <a:moveTo>
                    <a:pt x="3493031" y="814121"/>
                  </a:moveTo>
                  <a:cubicBezTo>
                    <a:pt x="3492271" y="814121"/>
                    <a:pt x="3491258" y="814121"/>
                    <a:pt x="3490246" y="814374"/>
                  </a:cubicBezTo>
                  <a:cubicBezTo>
                    <a:pt x="3483155" y="816653"/>
                    <a:pt x="3486954" y="828302"/>
                    <a:pt x="3496576" y="833113"/>
                  </a:cubicBezTo>
                  <a:cubicBezTo>
                    <a:pt x="3504426" y="836911"/>
                    <a:pt x="3510250" y="833113"/>
                    <a:pt x="3507718" y="825770"/>
                  </a:cubicBezTo>
                  <a:cubicBezTo>
                    <a:pt x="3506199" y="821465"/>
                    <a:pt x="3500628" y="814881"/>
                    <a:pt x="3493031" y="814121"/>
                  </a:cubicBezTo>
                  <a:close/>
                  <a:moveTo>
                    <a:pt x="3464163" y="823744"/>
                  </a:moveTo>
                  <a:cubicBezTo>
                    <a:pt x="3462644" y="819439"/>
                    <a:pt x="3457326" y="812855"/>
                    <a:pt x="3449476" y="812095"/>
                  </a:cubicBezTo>
                  <a:cubicBezTo>
                    <a:pt x="3448717" y="812095"/>
                    <a:pt x="3447703" y="812095"/>
                    <a:pt x="3446691" y="812349"/>
                  </a:cubicBezTo>
                  <a:cubicBezTo>
                    <a:pt x="3439094" y="814628"/>
                    <a:pt x="3442892" y="826276"/>
                    <a:pt x="3452515" y="831087"/>
                  </a:cubicBezTo>
                  <a:cubicBezTo>
                    <a:pt x="3460365" y="834886"/>
                    <a:pt x="3466442" y="831087"/>
                    <a:pt x="3464163" y="823744"/>
                  </a:cubicBezTo>
                  <a:close/>
                  <a:moveTo>
                    <a:pt x="3406681" y="828302"/>
                  </a:moveTo>
                  <a:cubicBezTo>
                    <a:pt x="3414784" y="833113"/>
                    <a:pt x="3422128" y="829315"/>
                    <a:pt x="3419849" y="821465"/>
                  </a:cubicBezTo>
                  <a:cubicBezTo>
                    <a:pt x="3418583" y="817160"/>
                    <a:pt x="3413265" y="810576"/>
                    <a:pt x="3405162" y="809816"/>
                  </a:cubicBezTo>
                  <a:cubicBezTo>
                    <a:pt x="3404402" y="809816"/>
                    <a:pt x="3403389" y="809816"/>
                    <a:pt x="3402376" y="810070"/>
                  </a:cubicBezTo>
                  <a:cubicBezTo>
                    <a:pt x="3395033" y="812095"/>
                    <a:pt x="3397565" y="822984"/>
                    <a:pt x="3406681" y="828302"/>
                  </a:cubicBezTo>
                  <a:close/>
                  <a:moveTo>
                    <a:pt x="3091668" y="807790"/>
                  </a:moveTo>
                  <a:cubicBezTo>
                    <a:pt x="3091162" y="803486"/>
                    <a:pt x="3086350" y="796902"/>
                    <a:pt x="3077741" y="796142"/>
                  </a:cubicBezTo>
                  <a:cubicBezTo>
                    <a:pt x="3076981" y="796142"/>
                    <a:pt x="3076221" y="796142"/>
                    <a:pt x="3075462" y="796142"/>
                  </a:cubicBezTo>
                  <a:cubicBezTo>
                    <a:pt x="3067105" y="797408"/>
                    <a:pt x="3066345" y="807031"/>
                    <a:pt x="3073942" y="813108"/>
                  </a:cubicBezTo>
                  <a:cubicBezTo>
                    <a:pt x="3082045" y="819692"/>
                    <a:pt x="3092681" y="816400"/>
                    <a:pt x="3091668" y="807790"/>
                  </a:cubicBezTo>
                  <a:close/>
                  <a:moveTo>
                    <a:pt x="2475823" y="791331"/>
                  </a:moveTo>
                  <a:cubicBezTo>
                    <a:pt x="2476582" y="787279"/>
                    <a:pt x="2473797" y="780695"/>
                    <a:pt x="2464174" y="779936"/>
                  </a:cubicBezTo>
                  <a:cubicBezTo>
                    <a:pt x="2453286" y="780189"/>
                    <a:pt x="2448727" y="789305"/>
                    <a:pt x="2453286" y="795636"/>
                  </a:cubicBezTo>
                  <a:cubicBezTo>
                    <a:pt x="2459616" y="803739"/>
                    <a:pt x="2474303" y="800700"/>
                    <a:pt x="2475823" y="791331"/>
                  </a:cubicBezTo>
                  <a:close/>
                  <a:moveTo>
                    <a:pt x="2399855" y="794623"/>
                  </a:moveTo>
                  <a:cubicBezTo>
                    <a:pt x="2405679" y="802726"/>
                    <a:pt x="2420873" y="799687"/>
                    <a:pt x="2422645" y="790318"/>
                  </a:cubicBezTo>
                  <a:cubicBezTo>
                    <a:pt x="2423405" y="786266"/>
                    <a:pt x="2420873" y="779682"/>
                    <a:pt x="2411250" y="778923"/>
                  </a:cubicBezTo>
                  <a:cubicBezTo>
                    <a:pt x="2400108" y="779176"/>
                    <a:pt x="2395297" y="788292"/>
                    <a:pt x="2399855" y="794623"/>
                  </a:cubicBezTo>
                  <a:close/>
                  <a:moveTo>
                    <a:pt x="2369215" y="789558"/>
                  </a:moveTo>
                  <a:cubicBezTo>
                    <a:pt x="2370228" y="785253"/>
                    <a:pt x="2367189" y="778923"/>
                    <a:pt x="2357819" y="778163"/>
                  </a:cubicBezTo>
                  <a:cubicBezTo>
                    <a:pt x="2346677" y="778416"/>
                    <a:pt x="2341866" y="787532"/>
                    <a:pt x="2346171" y="793863"/>
                  </a:cubicBezTo>
                  <a:cubicBezTo>
                    <a:pt x="2351995" y="801966"/>
                    <a:pt x="2367189" y="798928"/>
                    <a:pt x="2369215" y="789558"/>
                  </a:cubicBezTo>
                  <a:close/>
                  <a:moveTo>
                    <a:pt x="1152464" y="794370"/>
                  </a:moveTo>
                  <a:cubicBezTo>
                    <a:pt x="1155503" y="790318"/>
                    <a:pt x="1157782" y="783734"/>
                    <a:pt x="1151705" y="783481"/>
                  </a:cubicBezTo>
                  <a:cubicBezTo>
                    <a:pt x="1143348" y="784240"/>
                    <a:pt x="1133979" y="795129"/>
                    <a:pt x="1134739" y="800953"/>
                  </a:cubicBezTo>
                  <a:cubicBezTo>
                    <a:pt x="1135498" y="807284"/>
                    <a:pt x="1146134" y="803232"/>
                    <a:pt x="1152464" y="794370"/>
                  </a:cubicBezTo>
                  <a:close/>
                  <a:moveTo>
                    <a:pt x="720208" y="820958"/>
                  </a:moveTo>
                  <a:lnTo>
                    <a:pt x="720208" y="820958"/>
                  </a:lnTo>
                  <a:cubicBezTo>
                    <a:pt x="724006" y="816400"/>
                    <a:pt x="728311" y="810323"/>
                    <a:pt x="725525" y="810070"/>
                  </a:cubicBezTo>
                  <a:cubicBezTo>
                    <a:pt x="720208" y="811336"/>
                    <a:pt x="707293" y="826529"/>
                    <a:pt x="707546" y="830074"/>
                  </a:cubicBezTo>
                  <a:cubicBezTo>
                    <a:pt x="707800" y="832607"/>
                    <a:pt x="714130" y="828049"/>
                    <a:pt x="720208" y="820958"/>
                  </a:cubicBezTo>
                  <a:close/>
                  <a:moveTo>
                    <a:pt x="607775" y="847294"/>
                  </a:moveTo>
                  <a:lnTo>
                    <a:pt x="607775" y="847294"/>
                  </a:lnTo>
                  <a:cubicBezTo>
                    <a:pt x="604990" y="850332"/>
                    <a:pt x="602458" y="853371"/>
                    <a:pt x="599672" y="856410"/>
                  </a:cubicBezTo>
                  <a:lnTo>
                    <a:pt x="616385" y="837418"/>
                  </a:lnTo>
                  <a:cubicBezTo>
                    <a:pt x="613600" y="840710"/>
                    <a:pt x="610814" y="844002"/>
                    <a:pt x="607775" y="847294"/>
                  </a:cubicBezTo>
                  <a:close/>
                  <a:moveTo>
                    <a:pt x="4358557" y="874389"/>
                  </a:moveTo>
                  <a:cubicBezTo>
                    <a:pt x="4358811" y="873629"/>
                    <a:pt x="4352986" y="866286"/>
                    <a:pt x="4352226" y="865526"/>
                  </a:cubicBezTo>
                  <a:cubicBezTo>
                    <a:pt x="4348428" y="860968"/>
                    <a:pt x="4342351" y="854384"/>
                    <a:pt x="4340831" y="853371"/>
                  </a:cubicBezTo>
                  <a:cubicBezTo>
                    <a:pt x="4340831" y="853371"/>
                    <a:pt x="4340578" y="853371"/>
                    <a:pt x="4340578" y="853371"/>
                  </a:cubicBezTo>
                  <a:cubicBezTo>
                    <a:pt x="4341338" y="855903"/>
                    <a:pt x="4357038" y="874389"/>
                    <a:pt x="4358557" y="874389"/>
                  </a:cubicBezTo>
                  <a:close/>
                  <a:moveTo>
                    <a:pt x="3986568" y="803486"/>
                  </a:moveTo>
                  <a:cubicBezTo>
                    <a:pt x="3986062" y="803486"/>
                    <a:pt x="3985302" y="803486"/>
                    <a:pt x="3984796" y="803739"/>
                  </a:cubicBezTo>
                  <a:cubicBezTo>
                    <a:pt x="3979984" y="806271"/>
                    <a:pt x="3991886" y="822224"/>
                    <a:pt x="3999989" y="823744"/>
                  </a:cubicBezTo>
                  <a:cubicBezTo>
                    <a:pt x="4004294" y="824757"/>
                    <a:pt x="4004800" y="820705"/>
                    <a:pt x="4001255" y="815134"/>
                  </a:cubicBezTo>
                  <a:cubicBezTo>
                    <a:pt x="3998470" y="810829"/>
                    <a:pt x="3992139" y="804245"/>
                    <a:pt x="3986568" y="803486"/>
                  </a:cubicBezTo>
                  <a:close/>
                  <a:moveTo>
                    <a:pt x="3903004" y="815894"/>
                  </a:moveTo>
                  <a:cubicBezTo>
                    <a:pt x="3908321" y="817413"/>
                    <a:pt x="3909841" y="813615"/>
                    <a:pt x="3906296" y="807537"/>
                  </a:cubicBezTo>
                  <a:cubicBezTo>
                    <a:pt x="3903763" y="803232"/>
                    <a:pt x="3897433" y="796649"/>
                    <a:pt x="3891355" y="795889"/>
                  </a:cubicBezTo>
                  <a:cubicBezTo>
                    <a:pt x="3890849" y="795889"/>
                    <a:pt x="3890089" y="795889"/>
                    <a:pt x="3889329" y="796142"/>
                  </a:cubicBezTo>
                  <a:cubicBezTo>
                    <a:pt x="3884012" y="798421"/>
                    <a:pt x="3893888" y="813108"/>
                    <a:pt x="3903004" y="815894"/>
                  </a:cubicBezTo>
                  <a:close/>
                  <a:moveTo>
                    <a:pt x="3820452" y="791331"/>
                  </a:moveTo>
                  <a:cubicBezTo>
                    <a:pt x="3815641" y="794623"/>
                    <a:pt x="3825010" y="808297"/>
                    <a:pt x="3833873" y="810829"/>
                  </a:cubicBezTo>
                  <a:cubicBezTo>
                    <a:pt x="3839444" y="812349"/>
                    <a:pt x="3841217" y="808550"/>
                    <a:pt x="3838178" y="802473"/>
                  </a:cubicBezTo>
                  <a:cubicBezTo>
                    <a:pt x="3835899" y="798421"/>
                    <a:pt x="3829822" y="791584"/>
                    <a:pt x="3823237" y="790824"/>
                  </a:cubicBezTo>
                  <a:cubicBezTo>
                    <a:pt x="3821971" y="790571"/>
                    <a:pt x="3821212" y="790571"/>
                    <a:pt x="3820452" y="791331"/>
                  </a:cubicBezTo>
                  <a:close/>
                  <a:moveTo>
                    <a:pt x="3784747" y="788799"/>
                  </a:moveTo>
                  <a:cubicBezTo>
                    <a:pt x="3779683" y="792091"/>
                    <a:pt x="3788799" y="805765"/>
                    <a:pt x="3797915" y="808297"/>
                  </a:cubicBezTo>
                  <a:cubicBezTo>
                    <a:pt x="3803486" y="809816"/>
                    <a:pt x="3805512" y="806018"/>
                    <a:pt x="3802473" y="799941"/>
                  </a:cubicBezTo>
                  <a:cubicBezTo>
                    <a:pt x="3800194" y="795636"/>
                    <a:pt x="3794117" y="789052"/>
                    <a:pt x="3787533" y="788292"/>
                  </a:cubicBezTo>
                  <a:cubicBezTo>
                    <a:pt x="3786520" y="788292"/>
                    <a:pt x="3785760" y="788292"/>
                    <a:pt x="3784747" y="788799"/>
                  </a:cubicBezTo>
                  <a:close/>
                  <a:moveTo>
                    <a:pt x="3728784" y="795129"/>
                  </a:moveTo>
                  <a:cubicBezTo>
                    <a:pt x="3726758" y="790824"/>
                    <a:pt x="3720681" y="784240"/>
                    <a:pt x="3713844" y="783481"/>
                  </a:cubicBezTo>
                  <a:cubicBezTo>
                    <a:pt x="3712831" y="783481"/>
                    <a:pt x="3711818" y="783481"/>
                    <a:pt x="3710805" y="783987"/>
                  </a:cubicBezTo>
                  <a:cubicBezTo>
                    <a:pt x="3705234" y="787279"/>
                    <a:pt x="3712831" y="799687"/>
                    <a:pt x="3722454" y="802979"/>
                  </a:cubicBezTo>
                  <a:cubicBezTo>
                    <a:pt x="3728784" y="805258"/>
                    <a:pt x="3731823" y="801460"/>
                    <a:pt x="3728784" y="795129"/>
                  </a:cubicBezTo>
                  <a:lnTo>
                    <a:pt x="3728784" y="795129"/>
                  </a:lnTo>
                  <a:close/>
                  <a:moveTo>
                    <a:pt x="3445171" y="779176"/>
                  </a:moveTo>
                  <a:lnTo>
                    <a:pt x="3445171" y="779176"/>
                  </a:lnTo>
                  <a:cubicBezTo>
                    <a:pt x="3443652" y="774871"/>
                    <a:pt x="3438334" y="768541"/>
                    <a:pt x="3430484" y="767781"/>
                  </a:cubicBezTo>
                  <a:cubicBezTo>
                    <a:pt x="3429725" y="767781"/>
                    <a:pt x="3428712" y="767781"/>
                    <a:pt x="3427699" y="768034"/>
                  </a:cubicBezTo>
                  <a:cubicBezTo>
                    <a:pt x="3420355" y="770313"/>
                    <a:pt x="3424407" y="781708"/>
                    <a:pt x="3433776" y="786520"/>
                  </a:cubicBezTo>
                  <a:cubicBezTo>
                    <a:pt x="3441879" y="790065"/>
                    <a:pt x="3447703" y="786266"/>
                    <a:pt x="3445171" y="779176"/>
                  </a:cubicBezTo>
                  <a:close/>
                  <a:moveTo>
                    <a:pt x="2983794" y="760437"/>
                  </a:moveTo>
                  <a:cubicBezTo>
                    <a:pt x="2983287" y="756132"/>
                    <a:pt x="2978983" y="749802"/>
                    <a:pt x="2970373" y="749042"/>
                  </a:cubicBezTo>
                  <a:cubicBezTo>
                    <a:pt x="2969613" y="749042"/>
                    <a:pt x="2968853" y="749042"/>
                    <a:pt x="2968094" y="749295"/>
                  </a:cubicBezTo>
                  <a:cubicBezTo>
                    <a:pt x="2959737" y="750561"/>
                    <a:pt x="2958471" y="760184"/>
                    <a:pt x="2965815" y="766008"/>
                  </a:cubicBezTo>
                  <a:cubicBezTo>
                    <a:pt x="2973918" y="772086"/>
                    <a:pt x="2984554" y="768794"/>
                    <a:pt x="2983794" y="760437"/>
                  </a:cubicBezTo>
                  <a:close/>
                  <a:moveTo>
                    <a:pt x="2919221" y="747776"/>
                  </a:moveTo>
                  <a:cubicBezTo>
                    <a:pt x="2910865" y="749042"/>
                    <a:pt x="2909345" y="758411"/>
                    <a:pt x="2916689" y="764489"/>
                  </a:cubicBezTo>
                  <a:cubicBezTo>
                    <a:pt x="2924539" y="770820"/>
                    <a:pt x="2935428" y="767274"/>
                    <a:pt x="2934921" y="758918"/>
                  </a:cubicBezTo>
                  <a:cubicBezTo>
                    <a:pt x="2934668" y="754866"/>
                    <a:pt x="2930616" y="748282"/>
                    <a:pt x="2921500" y="747776"/>
                  </a:cubicBezTo>
                  <a:cubicBezTo>
                    <a:pt x="2920740" y="747523"/>
                    <a:pt x="2919981" y="747523"/>
                    <a:pt x="2919221" y="747776"/>
                  </a:cubicBezTo>
                  <a:close/>
                  <a:moveTo>
                    <a:pt x="2465947" y="736381"/>
                  </a:moveTo>
                  <a:cubicBezTo>
                    <a:pt x="2455311" y="736634"/>
                    <a:pt x="2450753" y="745497"/>
                    <a:pt x="2455311" y="751574"/>
                  </a:cubicBezTo>
                  <a:cubicBezTo>
                    <a:pt x="2461136" y="759424"/>
                    <a:pt x="2475823" y="756639"/>
                    <a:pt x="2477342" y="747523"/>
                  </a:cubicBezTo>
                  <a:cubicBezTo>
                    <a:pt x="2478102" y="743471"/>
                    <a:pt x="2475570" y="736887"/>
                    <a:pt x="2465947" y="736381"/>
                  </a:cubicBezTo>
                  <a:close/>
                  <a:moveTo>
                    <a:pt x="1251982" y="737900"/>
                  </a:moveTo>
                  <a:cubicBezTo>
                    <a:pt x="1243372" y="738660"/>
                    <a:pt x="1233750" y="749295"/>
                    <a:pt x="1235016" y="754866"/>
                  </a:cubicBezTo>
                  <a:cubicBezTo>
                    <a:pt x="1236282" y="760691"/>
                    <a:pt x="1247171" y="756892"/>
                    <a:pt x="1253248" y="748536"/>
                  </a:cubicBezTo>
                  <a:cubicBezTo>
                    <a:pt x="1256287" y="744484"/>
                    <a:pt x="1258566" y="738153"/>
                    <a:pt x="1251982" y="737900"/>
                  </a:cubicBezTo>
                  <a:close/>
                  <a:moveTo>
                    <a:pt x="1217037" y="749549"/>
                  </a:moveTo>
                  <a:cubicBezTo>
                    <a:pt x="1220329" y="745244"/>
                    <a:pt x="1222101" y="739166"/>
                    <a:pt x="1216024" y="738913"/>
                  </a:cubicBezTo>
                  <a:cubicBezTo>
                    <a:pt x="1207667" y="739673"/>
                    <a:pt x="1198045" y="750308"/>
                    <a:pt x="1199058" y="755879"/>
                  </a:cubicBezTo>
                  <a:cubicBezTo>
                    <a:pt x="1199818" y="761703"/>
                    <a:pt x="1210706" y="757905"/>
                    <a:pt x="1217037" y="749549"/>
                  </a:cubicBezTo>
                  <a:close/>
                  <a:moveTo>
                    <a:pt x="762750" y="783481"/>
                  </a:moveTo>
                  <a:cubicBezTo>
                    <a:pt x="763003" y="785760"/>
                    <a:pt x="769587" y="781202"/>
                    <a:pt x="775664" y="774618"/>
                  </a:cubicBezTo>
                  <a:cubicBezTo>
                    <a:pt x="779463" y="770566"/>
                    <a:pt x="784021" y="764236"/>
                    <a:pt x="780982" y="763982"/>
                  </a:cubicBezTo>
                  <a:cubicBezTo>
                    <a:pt x="775411" y="765249"/>
                    <a:pt x="762243" y="780189"/>
                    <a:pt x="762750" y="783481"/>
                  </a:cubicBezTo>
                  <a:close/>
                  <a:moveTo>
                    <a:pt x="757938" y="776644"/>
                  </a:moveTo>
                  <a:cubicBezTo>
                    <a:pt x="761990" y="772339"/>
                    <a:pt x="766295" y="766261"/>
                    <a:pt x="763763" y="766008"/>
                  </a:cubicBezTo>
                  <a:cubicBezTo>
                    <a:pt x="758445" y="767274"/>
                    <a:pt x="745277" y="782215"/>
                    <a:pt x="745277" y="785507"/>
                  </a:cubicBezTo>
                  <a:cubicBezTo>
                    <a:pt x="745277" y="788039"/>
                    <a:pt x="751861" y="783481"/>
                    <a:pt x="757938" y="776644"/>
                  </a:cubicBezTo>
                  <a:close/>
                  <a:moveTo>
                    <a:pt x="741225" y="778670"/>
                  </a:moveTo>
                  <a:cubicBezTo>
                    <a:pt x="745024" y="774618"/>
                    <a:pt x="749835" y="768034"/>
                    <a:pt x="747303" y="768034"/>
                  </a:cubicBezTo>
                  <a:cubicBezTo>
                    <a:pt x="742238" y="769300"/>
                    <a:pt x="729071" y="784240"/>
                    <a:pt x="728817" y="787532"/>
                  </a:cubicBezTo>
                  <a:cubicBezTo>
                    <a:pt x="729071" y="790065"/>
                    <a:pt x="735148" y="785507"/>
                    <a:pt x="741225" y="778670"/>
                  </a:cubicBezTo>
                  <a:close/>
                  <a:moveTo>
                    <a:pt x="726032" y="780949"/>
                  </a:moveTo>
                  <a:cubicBezTo>
                    <a:pt x="729830" y="776897"/>
                    <a:pt x="734895" y="770313"/>
                    <a:pt x="732616" y="770313"/>
                  </a:cubicBezTo>
                  <a:cubicBezTo>
                    <a:pt x="727551" y="771579"/>
                    <a:pt x="713624" y="787786"/>
                    <a:pt x="714130" y="790065"/>
                  </a:cubicBezTo>
                  <a:cubicBezTo>
                    <a:pt x="714383" y="791837"/>
                    <a:pt x="720208" y="787279"/>
                    <a:pt x="726032" y="780949"/>
                  </a:cubicBezTo>
                  <a:close/>
                  <a:moveTo>
                    <a:pt x="660700" y="789052"/>
                  </a:moveTo>
                  <a:cubicBezTo>
                    <a:pt x="659940" y="789811"/>
                    <a:pt x="643227" y="807537"/>
                    <a:pt x="641961" y="809310"/>
                  </a:cubicBezTo>
                  <a:cubicBezTo>
                    <a:pt x="642974" y="808297"/>
                    <a:pt x="649811" y="800953"/>
                    <a:pt x="651077" y="799434"/>
                  </a:cubicBezTo>
                  <a:cubicBezTo>
                    <a:pt x="654369" y="796142"/>
                    <a:pt x="659940" y="790065"/>
                    <a:pt x="660700" y="789052"/>
                  </a:cubicBezTo>
                  <a:close/>
                  <a:moveTo>
                    <a:pt x="3954915" y="759424"/>
                  </a:moveTo>
                  <a:cubicBezTo>
                    <a:pt x="3954409" y="759424"/>
                    <a:pt x="3953649" y="759424"/>
                    <a:pt x="3953142" y="759678"/>
                  </a:cubicBezTo>
                  <a:cubicBezTo>
                    <a:pt x="3948584" y="762210"/>
                    <a:pt x="3960739" y="777657"/>
                    <a:pt x="3968589" y="779176"/>
                  </a:cubicBezTo>
                  <a:cubicBezTo>
                    <a:pt x="3972641" y="779936"/>
                    <a:pt x="3973147" y="776390"/>
                    <a:pt x="3969602" y="770820"/>
                  </a:cubicBezTo>
                  <a:cubicBezTo>
                    <a:pt x="3966816" y="766768"/>
                    <a:pt x="3960486" y="760184"/>
                    <a:pt x="3954915" y="759424"/>
                  </a:cubicBezTo>
                  <a:close/>
                  <a:moveTo>
                    <a:pt x="3925034" y="756892"/>
                  </a:moveTo>
                  <a:cubicBezTo>
                    <a:pt x="3924528" y="756892"/>
                    <a:pt x="3923768" y="756892"/>
                    <a:pt x="3923262" y="757145"/>
                  </a:cubicBezTo>
                  <a:cubicBezTo>
                    <a:pt x="3918197" y="759678"/>
                    <a:pt x="3929846" y="774871"/>
                    <a:pt x="3938455" y="776644"/>
                  </a:cubicBezTo>
                  <a:cubicBezTo>
                    <a:pt x="3942760" y="777403"/>
                    <a:pt x="3943267" y="773858"/>
                    <a:pt x="3939722" y="768287"/>
                  </a:cubicBezTo>
                  <a:cubicBezTo>
                    <a:pt x="3936936" y="764236"/>
                    <a:pt x="3930605" y="757652"/>
                    <a:pt x="3925034" y="756892"/>
                  </a:cubicBezTo>
                  <a:close/>
                  <a:moveTo>
                    <a:pt x="3685483" y="740432"/>
                  </a:moveTo>
                  <a:cubicBezTo>
                    <a:pt x="3680418" y="743471"/>
                    <a:pt x="3688015" y="755879"/>
                    <a:pt x="3697384" y="758918"/>
                  </a:cubicBezTo>
                  <a:cubicBezTo>
                    <a:pt x="3703715" y="761197"/>
                    <a:pt x="3706500" y="757399"/>
                    <a:pt x="3703462" y="751068"/>
                  </a:cubicBezTo>
                  <a:cubicBezTo>
                    <a:pt x="3701183" y="746763"/>
                    <a:pt x="3695105" y="740432"/>
                    <a:pt x="3688521" y="739673"/>
                  </a:cubicBezTo>
                  <a:cubicBezTo>
                    <a:pt x="3687255" y="739926"/>
                    <a:pt x="3686496" y="739926"/>
                    <a:pt x="3685483" y="740432"/>
                  </a:cubicBezTo>
                  <a:close/>
                  <a:moveTo>
                    <a:pt x="3650791" y="737647"/>
                  </a:moveTo>
                  <a:cubicBezTo>
                    <a:pt x="3649778" y="737647"/>
                    <a:pt x="3648765" y="737647"/>
                    <a:pt x="3647752" y="738153"/>
                  </a:cubicBezTo>
                  <a:cubicBezTo>
                    <a:pt x="3642434" y="741192"/>
                    <a:pt x="3650031" y="753600"/>
                    <a:pt x="3659147" y="756639"/>
                  </a:cubicBezTo>
                  <a:cubicBezTo>
                    <a:pt x="3665478" y="758918"/>
                    <a:pt x="3668770" y="755120"/>
                    <a:pt x="3665731" y="748789"/>
                  </a:cubicBezTo>
                  <a:cubicBezTo>
                    <a:pt x="3663705" y="744737"/>
                    <a:pt x="3657881" y="738407"/>
                    <a:pt x="3650791" y="737647"/>
                  </a:cubicBezTo>
                  <a:close/>
                  <a:moveTo>
                    <a:pt x="2864018" y="703461"/>
                  </a:moveTo>
                  <a:cubicBezTo>
                    <a:pt x="2855155" y="703968"/>
                    <a:pt x="2852623" y="712831"/>
                    <a:pt x="2859207" y="718908"/>
                  </a:cubicBezTo>
                  <a:cubicBezTo>
                    <a:pt x="2866550" y="725745"/>
                    <a:pt x="2878705" y="722707"/>
                    <a:pt x="2878199" y="714350"/>
                  </a:cubicBezTo>
                  <a:cubicBezTo>
                    <a:pt x="2877945" y="710045"/>
                    <a:pt x="2873894" y="703968"/>
                    <a:pt x="2865284" y="703461"/>
                  </a:cubicBezTo>
                  <a:cubicBezTo>
                    <a:pt x="2864778" y="703461"/>
                    <a:pt x="2864271" y="703461"/>
                    <a:pt x="2864018" y="703461"/>
                  </a:cubicBezTo>
                  <a:close/>
                  <a:moveTo>
                    <a:pt x="2711069" y="714857"/>
                  </a:moveTo>
                  <a:cubicBezTo>
                    <a:pt x="2718160" y="721694"/>
                    <a:pt x="2730568" y="718655"/>
                    <a:pt x="2730821" y="710299"/>
                  </a:cubicBezTo>
                  <a:cubicBezTo>
                    <a:pt x="2730821" y="706247"/>
                    <a:pt x="2727023" y="699916"/>
                    <a:pt x="2718413" y="699410"/>
                  </a:cubicBezTo>
                  <a:cubicBezTo>
                    <a:pt x="2708031" y="699663"/>
                    <a:pt x="2704992" y="709032"/>
                    <a:pt x="2711069" y="714857"/>
                  </a:cubicBezTo>
                  <a:close/>
                  <a:moveTo>
                    <a:pt x="2618895" y="697131"/>
                  </a:moveTo>
                  <a:cubicBezTo>
                    <a:pt x="2608766" y="697384"/>
                    <a:pt x="2604715" y="705994"/>
                    <a:pt x="2609779" y="711818"/>
                  </a:cubicBezTo>
                  <a:cubicBezTo>
                    <a:pt x="2616110" y="719415"/>
                    <a:pt x="2630037" y="716882"/>
                    <a:pt x="2630797" y="707766"/>
                  </a:cubicBezTo>
                  <a:cubicBezTo>
                    <a:pt x="2631050" y="703715"/>
                    <a:pt x="2627758" y="697637"/>
                    <a:pt x="2618895" y="697131"/>
                  </a:cubicBezTo>
                  <a:close/>
                  <a:moveTo>
                    <a:pt x="2559387" y="710805"/>
                  </a:moveTo>
                  <a:cubicBezTo>
                    <a:pt x="2565465" y="718402"/>
                    <a:pt x="2579645" y="715870"/>
                    <a:pt x="2580658" y="706753"/>
                  </a:cubicBezTo>
                  <a:cubicBezTo>
                    <a:pt x="2581165" y="702702"/>
                    <a:pt x="2577873" y="696371"/>
                    <a:pt x="2569010" y="695865"/>
                  </a:cubicBezTo>
                  <a:cubicBezTo>
                    <a:pt x="2557615" y="696118"/>
                    <a:pt x="2554829" y="705234"/>
                    <a:pt x="2559387" y="710805"/>
                  </a:cubicBezTo>
                  <a:close/>
                  <a:moveTo>
                    <a:pt x="2508489" y="709792"/>
                  </a:moveTo>
                  <a:cubicBezTo>
                    <a:pt x="2514566" y="717389"/>
                    <a:pt x="2528747" y="714857"/>
                    <a:pt x="2530013" y="705741"/>
                  </a:cubicBezTo>
                  <a:cubicBezTo>
                    <a:pt x="2530520" y="701689"/>
                    <a:pt x="2527481" y="695358"/>
                    <a:pt x="2518618" y="694852"/>
                  </a:cubicBezTo>
                  <a:cubicBezTo>
                    <a:pt x="2507982" y="695105"/>
                    <a:pt x="2503931" y="703715"/>
                    <a:pt x="2508489" y="709792"/>
                  </a:cubicBezTo>
                  <a:close/>
                  <a:moveTo>
                    <a:pt x="1281609" y="705741"/>
                  </a:moveTo>
                  <a:cubicBezTo>
                    <a:pt x="1284648" y="701942"/>
                    <a:pt x="1286927" y="695611"/>
                    <a:pt x="1280597" y="695358"/>
                  </a:cubicBezTo>
                  <a:cubicBezTo>
                    <a:pt x="1272240" y="696118"/>
                    <a:pt x="1262618" y="706500"/>
                    <a:pt x="1263630" y="712071"/>
                  </a:cubicBezTo>
                  <a:cubicBezTo>
                    <a:pt x="1264390" y="717642"/>
                    <a:pt x="1275279" y="713844"/>
                    <a:pt x="1281609" y="705741"/>
                  </a:cubicBezTo>
                  <a:close/>
                  <a:moveTo>
                    <a:pt x="1245905" y="706753"/>
                  </a:moveTo>
                  <a:cubicBezTo>
                    <a:pt x="1249197" y="702449"/>
                    <a:pt x="1250969" y="696624"/>
                    <a:pt x="1245145" y="696371"/>
                  </a:cubicBezTo>
                  <a:cubicBezTo>
                    <a:pt x="1237042" y="697131"/>
                    <a:pt x="1227166" y="707513"/>
                    <a:pt x="1227926" y="713084"/>
                  </a:cubicBezTo>
                  <a:cubicBezTo>
                    <a:pt x="1228685" y="718655"/>
                    <a:pt x="1239574" y="714857"/>
                    <a:pt x="1245905" y="706753"/>
                  </a:cubicBezTo>
                  <a:close/>
                  <a:moveTo>
                    <a:pt x="1210959" y="707766"/>
                  </a:moveTo>
                  <a:cubicBezTo>
                    <a:pt x="1213998" y="703968"/>
                    <a:pt x="1216784" y="697637"/>
                    <a:pt x="1210706" y="697384"/>
                  </a:cubicBezTo>
                  <a:cubicBezTo>
                    <a:pt x="1202856" y="698144"/>
                    <a:pt x="1192980" y="708526"/>
                    <a:pt x="1193487" y="714097"/>
                  </a:cubicBezTo>
                  <a:cubicBezTo>
                    <a:pt x="1193993" y="719668"/>
                    <a:pt x="1204629" y="715870"/>
                    <a:pt x="1210959" y="707766"/>
                  </a:cubicBezTo>
                  <a:close/>
                  <a:moveTo>
                    <a:pt x="780475" y="735368"/>
                  </a:moveTo>
                  <a:cubicBezTo>
                    <a:pt x="784274" y="731316"/>
                    <a:pt x="789338" y="724986"/>
                    <a:pt x="787059" y="724986"/>
                  </a:cubicBezTo>
                  <a:cubicBezTo>
                    <a:pt x="782248" y="726252"/>
                    <a:pt x="768574" y="740686"/>
                    <a:pt x="768321" y="743978"/>
                  </a:cubicBezTo>
                  <a:cubicBezTo>
                    <a:pt x="768067" y="746257"/>
                    <a:pt x="774145" y="741952"/>
                    <a:pt x="780475" y="735368"/>
                  </a:cubicBezTo>
                  <a:close/>
                  <a:moveTo>
                    <a:pt x="765535" y="737394"/>
                  </a:moveTo>
                  <a:cubicBezTo>
                    <a:pt x="769333" y="733342"/>
                    <a:pt x="774651" y="727011"/>
                    <a:pt x="772372" y="727011"/>
                  </a:cubicBezTo>
                  <a:cubicBezTo>
                    <a:pt x="767561" y="728278"/>
                    <a:pt x="753127" y="743978"/>
                    <a:pt x="753634" y="746257"/>
                  </a:cubicBezTo>
                  <a:cubicBezTo>
                    <a:pt x="753887" y="747776"/>
                    <a:pt x="759711" y="743471"/>
                    <a:pt x="765535" y="737394"/>
                  </a:cubicBezTo>
                  <a:close/>
                  <a:moveTo>
                    <a:pt x="692353" y="755879"/>
                  </a:moveTo>
                  <a:cubicBezTo>
                    <a:pt x="696404" y="751574"/>
                    <a:pt x="701469" y="746257"/>
                    <a:pt x="701975" y="745497"/>
                  </a:cubicBezTo>
                  <a:cubicBezTo>
                    <a:pt x="700963" y="746257"/>
                    <a:pt x="684250" y="763476"/>
                    <a:pt x="682983" y="765249"/>
                  </a:cubicBezTo>
                  <a:cubicBezTo>
                    <a:pt x="683996" y="764489"/>
                    <a:pt x="691593" y="756639"/>
                    <a:pt x="692353" y="755879"/>
                  </a:cubicBezTo>
                  <a:close/>
                  <a:moveTo>
                    <a:pt x="4099254" y="734608"/>
                  </a:moveTo>
                  <a:cubicBezTo>
                    <a:pt x="4099000" y="734608"/>
                    <a:pt x="4098494" y="734608"/>
                    <a:pt x="4098241" y="734861"/>
                  </a:cubicBezTo>
                  <a:cubicBezTo>
                    <a:pt x="4095709" y="737394"/>
                    <a:pt x="4110649" y="753600"/>
                    <a:pt x="4116220" y="754360"/>
                  </a:cubicBezTo>
                  <a:cubicBezTo>
                    <a:pt x="4118752" y="754613"/>
                    <a:pt x="4117739" y="751068"/>
                    <a:pt x="4113688" y="746003"/>
                  </a:cubicBezTo>
                  <a:cubicBezTo>
                    <a:pt x="4110142" y="741699"/>
                    <a:pt x="4103305" y="735368"/>
                    <a:pt x="4099254" y="734608"/>
                  </a:cubicBezTo>
                  <a:close/>
                  <a:moveTo>
                    <a:pt x="4076210" y="732329"/>
                  </a:moveTo>
                  <a:cubicBezTo>
                    <a:pt x="4073425" y="734861"/>
                    <a:pt x="4088112" y="751068"/>
                    <a:pt x="4093936" y="751574"/>
                  </a:cubicBezTo>
                  <a:cubicBezTo>
                    <a:pt x="4096721" y="751828"/>
                    <a:pt x="4095709" y="748282"/>
                    <a:pt x="4091657" y="743218"/>
                  </a:cubicBezTo>
                  <a:cubicBezTo>
                    <a:pt x="4088365" y="738913"/>
                    <a:pt x="4081528" y="732582"/>
                    <a:pt x="4077476" y="731823"/>
                  </a:cubicBezTo>
                  <a:cubicBezTo>
                    <a:pt x="4076970" y="732076"/>
                    <a:pt x="4076463" y="731823"/>
                    <a:pt x="4076210" y="732329"/>
                  </a:cubicBezTo>
                  <a:close/>
                  <a:moveTo>
                    <a:pt x="3950864" y="719161"/>
                  </a:moveTo>
                  <a:cubicBezTo>
                    <a:pt x="3950357" y="719161"/>
                    <a:pt x="3949850" y="719161"/>
                    <a:pt x="3949344" y="719415"/>
                  </a:cubicBezTo>
                  <a:cubicBezTo>
                    <a:pt x="3945293" y="721947"/>
                    <a:pt x="3957954" y="736887"/>
                    <a:pt x="3965297" y="738407"/>
                  </a:cubicBezTo>
                  <a:cubicBezTo>
                    <a:pt x="3969349" y="739166"/>
                    <a:pt x="3969349" y="735621"/>
                    <a:pt x="3965551" y="730303"/>
                  </a:cubicBezTo>
                  <a:cubicBezTo>
                    <a:pt x="3962765" y="726252"/>
                    <a:pt x="3956181" y="719921"/>
                    <a:pt x="3950864" y="719161"/>
                  </a:cubicBezTo>
                  <a:close/>
                  <a:moveTo>
                    <a:pt x="3922502" y="716629"/>
                  </a:moveTo>
                  <a:cubicBezTo>
                    <a:pt x="3921996" y="716629"/>
                    <a:pt x="3921236" y="716629"/>
                    <a:pt x="3920983" y="716882"/>
                  </a:cubicBezTo>
                  <a:cubicBezTo>
                    <a:pt x="3916678" y="719415"/>
                    <a:pt x="3929086" y="734355"/>
                    <a:pt x="3936683" y="735874"/>
                  </a:cubicBezTo>
                  <a:cubicBezTo>
                    <a:pt x="3940734" y="736634"/>
                    <a:pt x="3940988" y="733089"/>
                    <a:pt x="3937189" y="727771"/>
                  </a:cubicBezTo>
                  <a:cubicBezTo>
                    <a:pt x="3934404" y="723720"/>
                    <a:pt x="3927820" y="717389"/>
                    <a:pt x="3922502" y="716629"/>
                  </a:cubicBezTo>
                  <a:close/>
                  <a:moveTo>
                    <a:pt x="3812095" y="725999"/>
                  </a:moveTo>
                  <a:cubicBezTo>
                    <a:pt x="3816654" y="726758"/>
                    <a:pt x="3817666" y="723213"/>
                    <a:pt x="3814375" y="717895"/>
                  </a:cubicBezTo>
                  <a:cubicBezTo>
                    <a:pt x="3811842" y="713844"/>
                    <a:pt x="3805259" y="707513"/>
                    <a:pt x="3799434" y="706753"/>
                  </a:cubicBezTo>
                  <a:cubicBezTo>
                    <a:pt x="3798675" y="706753"/>
                    <a:pt x="3797662" y="706753"/>
                    <a:pt x="3797155" y="707260"/>
                  </a:cubicBezTo>
                  <a:cubicBezTo>
                    <a:pt x="3792597" y="710552"/>
                    <a:pt x="3803739" y="724479"/>
                    <a:pt x="3812095" y="725999"/>
                  </a:cubicBezTo>
                  <a:close/>
                  <a:moveTo>
                    <a:pt x="3596853" y="711565"/>
                  </a:moveTo>
                  <a:cubicBezTo>
                    <a:pt x="3603184" y="713590"/>
                    <a:pt x="3606223" y="710045"/>
                    <a:pt x="3603184" y="703968"/>
                  </a:cubicBezTo>
                  <a:cubicBezTo>
                    <a:pt x="3601159" y="699916"/>
                    <a:pt x="3595081" y="693586"/>
                    <a:pt x="3588497" y="692826"/>
                  </a:cubicBezTo>
                  <a:cubicBezTo>
                    <a:pt x="3587484" y="692826"/>
                    <a:pt x="3586472" y="692826"/>
                    <a:pt x="3585712" y="693332"/>
                  </a:cubicBezTo>
                  <a:cubicBezTo>
                    <a:pt x="3580141" y="696371"/>
                    <a:pt x="3587484" y="708526"/>
                    <a:pt x="3596853" y="711565"/>
                  </a:cubicBezTo>
                  <a:close/>
                  <a:moveTo>
                    <a:pt x="3558363" y="709286"/>
                  </a:moveTo>
                  <a:cubicBezTo>
                    <a:pt x="3564947" y="711311"/>
                    <a:pt x="3567986" y="707766"/>
                    <a:pt x="3565200" y="701689"/>
                  </a:cubicBezTo>
                  <a:cubicBezTo>
                    <a:pt x="3563175" y="697637"/>
                    <a:pt x="3557350" y="691307"/>
                    <a:pt x="3550513" y="690547"/>
                  </a:cubicBezTo>
                  <a:cubicBezTo>
                    <a:pt x="3549500" y="690547"/>
                    <a:pt x="3548488" y="690547"/>
                    <a:pt x="3547475" y="691053"/>
                  </a:cubicBezTo>
                  <a:cubicBezTo>
                    <a:pt x="3541650" y="694345"/>
                    <a:pt x="3548994" y="706247"/>
                    <a:pt x="3558363" y="709286"/>
                  </a:cubicBezTo>
                  <a:close/>
                  <a:moveTo>
                    <a:pt x="3509238" y="688774"/>
                  </a:moveTo>
                  <a:cubicBezTo>
                    <a:pt x="3502654" y="691053"/>
                    <a:pt x="3508731" y="702955"/>
                    <a:pt x="3518100" y="706753"/>
                  </a:cubicBezTo>
                  <a:cubicBezTo>
                    <a:pt x="3525191" y="709539"/>
                    <a:pt x="3529242" y="705994"/>
                    <a:pt x="3526457" y="699663"/>
                  </a:cubicBezTo>
                  <a:cubicBezTo>
                    <a:pt x="3524684" y="695611"/>
                    <a:pt x="3518860" y="689281"/>
                    <a:pt x="3511770" y="688521"/>
                  </a:cubicBezTo>
                  <a:cubicBezTo>
                    <a:pt x="3510757" y="688521"/>
                    <a:pt x="3509997" y="688521"/>
                    <a:pt x="3509238" y="688774"/>
                  </a:cubicBezTo>
                  <a:close/>
                  <a:moveTo>
                    <a:pt x="2857687" y="661679"/>
                  </a:moveTo>
                  <a:cubicBezTo>
                    <a:pt x="2857434" y="661679"/>
                    <a:pt x="2856928" y="661679"/>
                    <a:pt x="2856674" y="661679"/>
                  </a:cubicBezTo>
                  <a:cubicBezTo>
                    <a:pt x="2848065" y="662186"/>
                    <a:pt x="2845533" y="670795"/>
                    <a:pt x="2852116" y="676873"/>
                  </a:cubicBezTo>
                  <a:cubicBezTo>
                    <a:pt x="2859460" y="683457"/>
                    <a:pt x="2871108" y="680671"/>
                    <a:pt x="2870602" y="672315"/>
                  </a:cubicBezTo>
                  <a:cubicBezTo>
                    <a:pt x="2870349" y="668263"/>
                    <a:pt x="2866297" y="662439"/>
                    <a:pt x="2857687" y="661679"/>
                  </a:cubicBezTo>
                  <a:close/>
                  <a:moveTo>
                    <a:pt x="2822995" y="671049"/>
                  </a:moveTo>
                  <a:cubicBezTo>
                    <a:pt x="2822742" y="666997"/>
                    <a:pt x="2818944" y="660920"/>
                    <a:pt x="2810587" y="660413"/>
                  </a:cubicBezTo>
                  <a:cubicBezTo>
                    <a:pt x="2810334" y="660413"/>
                    <a:pt x="2809828" y="660413"/>
                    <a:pt x="2809574" y="660413"/>
                  </a:cubicBezTo>
                  <a:cubicBezTo>
                    <a:pt x="2800965" y="660920"/>
                    <a:pt x="2798179" y="669529"/>
                    <a:pt x="2804510" y="675607"/>
                  </a:cubicBezTo>
                  <a:cubicBezTo>
                    <a:pt x="2811347" y="682190"/>
                    <a:pt x="2823249" y="679405"/>
                    <a:pt x="2822995" y="671049"/>
                  </a:cubicBezTo>
                  <a:close/>
                  <a:moveTo>
                    <a:pt x="2774883" y="669782"/>
                  </a:moveTo>
                  <a:cubicBezTo>
                    <a:pt x="2774883" y="665731"/>
                    <a:pt x="2771084" y="659653"/>
                    <a:pt x="2762728" y="659147"/>
                  </a:cubicBezTo>
                  <a:cubicBezTo>
                    <a:pt x="2762474" y="659147"/>
                    <a:pt x="2761968" y="659147"/>
                    <a:pt x="2761715" y="659147"/>
                  </a:cubicBezTo>
                  <a:cubicBezTo>
                    <a:pt x="2752852" y="659653"/>
                    <a:pt x="2749813" y="668263"/>
                    <a:pt x="2756144" y="674340"/>
                  </a:cubicBezTo>
                  <a:cubicBezTo>
                    <a:pt x="2763234" y="680924"/>
                    <a:pt x="2774883" y="678139"/>
                    <a:pt x="2774883" y="669782"/>
                  </a:cubicBezTo>
                  <a:close/>
                  <a:moveTo>
                    <a:pt x="2726516" y="668516"/>
                  </a:moveTo>
                  <a:cubicBezTo>
                    <a:pt x="2726516" y="664465"/>
                    <a:pt x="2722971" y="658387"/>
                    <a:pt x="2714362" y="657881"/>
                  </a:cubicBezTo>
                  <a:cubicBezTo>
                    <a:pt x="2714108" y="657881"/>
                    <a:pt x="2713602" y="657881"/>
                    <a:pt x="2713349" y="657881"/>
                  </a:cubicBezTo>
                  <a:cubicBezTo>
                    <a:pt x="2704486" y="658387"/>
                    <a:pt x="2701194" y="666997"/>
                    <a:pt x="2707271" y="673074"/>
                  </a:cubicBezTo>
                  <a:cubicBezTo>
                    <a:pt x="2714108" y="679658"/>
                    <a:pt x="2726516" y="676619"/>
                    <a:pt x="2726516" y="668516"/>
                  </a:cubicBezTo>
                  <a:close/>
                  <a:moveTo>
                    <a:pt x="2657639" y="671049"/>
                  </a:moveTo>
                  <a:cubicBezTo>
                    <a:pt x="2663969" y="678645"/>
                    <a:pt x="2677391" y="676113"/>
                    <a:pt x="2677644" y="667250"/>
                  </a:cubicBezTo>
                  <a:cubicBezTo>
                    <a:pt x="2677897" y="663199"/>
                    <a:pt x="2674352" y="657121"/>
                    <a:pt x="2665742" y="656615"/>
                  </a:cubicBezTo>
                  <a:cubicBezTo>
                    <a:pt x="2656120" y="656868"/>
                    <a:pt x="2652828" y="665224"/>
                    <a:pt x="2657639" y="671049"/>
                  </a:cubicBezTo>
                  <a:close/>
                  <a:moveTo>
                    <a:pt x="2608513" y="670036"/>
                  </a:moveTo>
                  <a:cubicBezTo>
                    <a:pt x="2614844" y="677379"/>
                    <a:pt x="2628265" y="674847"/>
                    <a:pt x="2629024" y="666237"/>
                  </a:cubicBezTo>
                  <a:cubicBezTo>
                    <a:pt x="2629278" y="662186"/>
                    <a:pt x="2625986" y="656108"/>
                    <a:pt x="2617376" y="655602"/>
                  </a:cubicBezTo>
                  <a:cubicBezTo>
                    <a:pt x="2607247" y="655602"/>
                    <a:pt x="2603702" y="664211"/>
                    <a:pt x="2608513" y="670036"/>
                  </a:cubicBezTo>
                  <a:close/>
                  <a:moveTo>
                    <a:pt x="1346182" y="663199"/>
                  </a:moveTo>
                  <a:cubicBezTo>
                    <a:pt x="1349221" y="659400"/>
                    <a:pt x="1351500" y="653323"/>
                    <a:pt x="1345169" y="653070"/>
                  </a:cubicBezTo>
                  <a:cubicBezTo>
                    <a:pt x="1336813" y="653829"/>
                    <a:pt x="1327190" y="663958"/>
                    <a:pt x="1328203" y="669276"/>
                  </a:cubicBezTo>
                  <a:cubicBezTo>
                    <a:pt x="1329216" y="674594"/>
                    <a:pt x="1339851" y="671049"/>
                    <a:pt x="1346182" y="663199"/>
                  </a:cubicBezTo>
                  <a:close/>
                  <a:moveTo>
                    <a:pt x="1275279" y="664971"/>
                  </a:moveTo>
                  <a:cubicBezTo>
                    <a:pt x="1278571" y="660920"/>
                    <a:pt x="1280597" y="655095"/>
                    <a:pt x="1275026" y="654842"/>
                  </a:cubicBezTo>
                  <a:cubicBezTo>
                    <a:pt x="1267176" y="655602"/>
                    <a:pt x="1257300" y="665731"/>
                    <a:pt x="1257806" y="671049"/>
                  </a:cubicBezTo>
                  <a:cubicBezTo>
                    <a:pt x="1258313" y="676619"/>
                    <a:pt x="1268948" y="672821"/>
                    <a:pt x="1275279" y="664971"/>
                  </a:cubicBezTo>
                  <a:close/>
                  <a:moveTo>
                    <a:pt x="1208427" y="667250"/>
                  </a:moveTo>
                  <a:cubicBezTo>
                    <a:pt x="1211719" y="663452"/>
                    <a:pt x="1214505" y="657374"/>
                    <a:pt x="1208934" y="657121"/>
                  </a:cubicBezTo>
                  <a:cubicBezTo>
                    <a:pt x="1201337" y="657881"/>
                    <a:pt x="1191208" y="668010"/>
                    <a:pt x="1191208" y="673328"/>
                  </a:cubicBezTo>
                  <a:cubicBezTo>
                    <a:pt x="1191461" y="678899"/>
                    <a:pt x="1201590" y="675100"/>
                    <a:pt x="1208427" y="667250"/>
                  </a:cubicBezTo>
                  <a:close/>
                  <a:moveTo>
                    <a:pt x="823777" y="699410"/>
                  </a:moveTo>
                  <a:cubicBezTo>
                    <a:pt x="823777" y="701689"/>
                    <a:pt x="830108" y="697384"/>
                    <a:pt x="836438" y="691053"/>
                  </a:cubicBezTo>
                  <a:cubicBezTo>
                    <a:pt x="840490" y="687002"/>
                    <a:pt x="845301" y="680924"/>
                    <a:pt x="842769" y="680924"/>
                  </a:cubicBezTo>
                  <a:cubicBezTo>
                    <a:pt x="837958" y="681937"/>
                    <a:pt x="824030" y="696118"/>
                    <a:pt x="823777" y="699410"/>
                  </a:cubicBezTo>
                  <a:close/>
                  <a:moveTo>
                    <a:pt x="820738" y="692826"/>
                  </a:moveTo>
                  <a:cubicBezTo>
                    <a:pt x="824537" y="689028"/>
                    <a:pt x="829855" y="682697"/>
                    <a:pt x="827575" y="682697"/>
                  </a:cubicBezTo>
                  <a:cubicBezTo>
                    <a:pt x="822764" y="683963"/>
                    <a:pt x="808837" y="698144"/>
                    <a:pt x="808330" y="701182"/>
                  </a:cubicBezTo>
                  <a:cubicBezTo>
                    <a:pt x="808077" y="703461"/>
                    <a:pt x="814155" y="699410"/>
                    <a:pt x="820738" y="692826"/>
                  </a:cubicBezTo>
                  <a:close/>
                  <a:moveTo>
                    <a:pt x="806051" y="694852"/>
                  </a:moveTo>
                  <a:cubicBezTo>
                    <a:pt x="809850" y="691053"/>
                    <a:pt x="815421" y="684723"/>
                    <a:pt x="813142" y="684723"/>
                  </a:cubicBezTo>
                  <a:cubicBezTo>
                    <a:pt x="808330" y="685989"/>
                    <a:pt x="793643" y="701436"/>
                    <a:pt x="793896" y="703461"/>
                  </a:cubicBezTo>
                  <a:cubicBezTo>
                    <a:pt x="794150" y="705234"/>
                    <a:pt x="799974" y="700929"/>
                    <a:pt x="806051" y="694852"/>
                  </a:cubicBezTo>
                  <a:close/>
                  <a:moveTo>
                    <a:pt x="4078996" y="711565"/>
                  </a:moveTo>
                  <a:cubicBezTo>
                    <a:pt x="4081528" y="711818"/>
                    <a:pt x="4080262" y="708273"/>
                    <a:pt x="4075957" y="703461"/>
                  </a:cubicBezTo>
                  <a:cubicBezTo>
                    <a:pt x="4072412" y="699410"/>
                    <a:pt x="4065575" y="693079"/>
                    <a:pt x="4061523" y="692320"/>
                  </a:cubicBezTo>
                  <a:cubicBezTo>
                    <a:pt x="4061270" y="692320"/>
                    <a:pt x="4060763" y="692320"/>
                    <a:pt x="4060510" y="692573"/>
                  </a:cubicBezTo>
                  <a:cubicBezTo>
                    <a:pt x="4058485" y="695105"/>
                    <a:pt x="4073678" y="710805"/>
                    <a:pt x="4078996" y="711565"/>
                  </a:cubicBezTo>
                  <a:close/>
                  <a:moveTo>
                    <a:pt x="4038986" y="689787"/>
                  </a:moveTo>
                  <a:cubicBezTo>
                    <a:pt x="4036201" y="692573"/>
                    <a:pt x="4051394" y="708019"/>
                    <a:pt x="4057218" y="708779"/>
                  </a:cubicBezTo>
                  <a:cubicBezTo>
                    <a:pt x="4059751" y="709032"/>
                    <a:pt x="4058738" y="705487"/>
                    <a:pt x="4054686" y="700676"/>
                  </a:cubicBezTo>
                  <a:cubicBezTo>
                    <a:pt x="4051141" y="696624"/>
                    <a:pt x="4044304" y="690294"/>
                    <a:pt x="4040252" y="689534"/>
                  </a:cubicBezTo>
                  <a:cubicBezTo>
                    <a:pt x="4039746" y="689534"/>
                    <a:pt x="4039493" y="689534"/>
                    <a:pt x="4038986" y="689787"/>
                  </a:cubicBezTo>
                  <a:close/>
                  <a:moveTo>
                    <a:pt x="3969349" y="681937"/>
                  </a:moveTo>
                  <a:cubicBezTo>
                    <a:pt x="3968842" y="681937"/>
                    <a:pt x="3968336" y="681937"/>
                    <a:pt x="3968083" y="682190"/>
                  </a:cubicBezTo>
                  <a:cubicBezTo>
                    <a:pt x="3964538" y="684976"/>
                    <a:pt x="3978972" y="700423"/>
                    <a:pt x="3985808" y="701182"/>
                  </a:cubicBezTo>
                  <a:cubicBezTo>
                    <a:pt x="3988847" y="701436"/>
                    <a:pt x="3988088" y="698144"/>
                    <a:pt x="3984289" y="693079"/>
                  </a:cubicBezTo>
                  <a:cubicBezTo>
                    <a:pt x="3980744" y="689028"/>
                    <a:pt x="3973907" y="682697"/>
                    <a:pt x="3969349" y="681937"/>
                  </a:cubicBezTo>
                  <a:close/>
                  <a:moveTo>
                    <a:pt x="3943520" y="679405"/>
                  </a:moveTo>
                  <a:cubicBezTo>
                    <a:pt x="3943014" y="679405"/>
                    <a:pt x="3942507" y="679405"/>
                    <a:pt x="3942000" y="679658"/>
                  </a:cubicBezTo>
                  <a:cubicBezTo>
                    <a:pt x="3938202" y="682444"/>
                    <a:pt x="3952383" y="697890"/>
                    <a:pt x="3959473" y="698650"/>
                  </a:cubicBezTo>
                  <a:cubicBezTo>
                    <a:pt x="3962512" y="698903"/>
                    <a:pt x="3962006" y="695358"/>
                    <a:pt x="3958460" y="690547"/>
                  </a:cubicBezTo>
                  <a:cubicBezTo>
                    <a:pt x="3955168" y="686495"/>
                    <a:pt x="3948584" y="680165"/>
                    <a:pt x="3943520" y="679405"/>
                  </a:cubicBezTo>
                  <a:close/>
                  <a:moveTo>
                    <a:pt x="3889076" y="674594"/>
                  </a:moveTo>
                  <a:cubicBezTo>
                    <a:pt x="3888317" y="674594"/>
                    <a:pt x="3887557" y="674594"/>
                    <a:pt x="3887050" y="675100"/>
                  </a:cubicBezTo>
                  <a:cubicBezTo>
                    <a:pt x="3883758" y="678645"/>
                    <a:pt x="3897179" y="693079"/>
                    <a:pt x="3904270" y="693586"/>
                  </a:cubicBezTo>
                  <a:cubicBezTo>
                    <a:pt x="3907562" y="693839"/>
                    <a:pt x="3907562" y="690547"/>
                    <a:pt x="3903763" y="685482"/>
                  </a:cubicBezTo>
                  <a:cubicBezTo>
                    <a:pt x="3900978" y="681431"/>
                    <a:pt x="3894394" y="675353"/>
                    <a:pt x="3889076" y="674594"/>
                  </a:cubicBezTo>
                  <a:close/>
                  <a:moveTo>
                    <a:pt x="3449729" y="645219"/>
                  </a:moveTo>
                  <a:cubicBezTo>
                    <a:pt x="3448717" y="645219"/>
                    <a:pt x="3447703" y="645219"/>
                    <a:pt x="3446691" y="645726"/>
                  </a:cubicBezTo>
                  <a:cubicBezTo>
                    <a:pt x="3441120" y="648511"/>
                    <a:pt x="3447197" y="659400"/>
                    <a:pt x="3456313" y="662945"/>
                  </a:cubicBezTo>
                  <a:cubicBezTo>
                    <a:pt x="3463150" y="665731"/>
                    <a:pt x="3467455" y="662186"/>
                    <a:pt x="3464670" y="655855"/>
                  </a:cubicBezTo>
                  <a:cubicBezTo>
                    <a:pt x="3462644" y="652057"/>
                    <a:pt x="3456820" y="645979"/>
                    <a:pt x="3449729" y="645219"/>
                  </a:cubicBezTo>
                  <a:close/>
                  <a:moveTo>
                    <a:pt x="1374037" y="612553"/>
                  </a:moveTo>
                  <a:cubicBezTo>
                    <a:pt x="1365680" y="613313"/>
                    <a:pt x="1356058" y="623189"/>
                    <a:pt x="1356818" y="628507"/>
                  </a:cubicBezTo>
                  <a:cubicBezTo>
                    <a:pt x="1357830" y="633824"/>
                    <a:pt x="1368466" y="630279"/>
                    <a:pt x="1374543" y="622682"/>
                  </a:cubicBezTo>
                  <a:cubicBezTo>
                    <a:pt x="1377835" y="618378"/>
                    <a:pt x="1379861" y="612807"/>
                    <a:pt x="1374037" y="612553"/>
                  </a:cubicBezTo>
                  <a:close/>
                  <a:moveTo>
                    <a:pt x="1305666" y="624202"/>
                  </a:moveTo>
                  <a:cubicBezTo>
                    <a:pt x="1308958" y="620150"/>
                    <a:pt x="1311490" y="614326"/>
                    <a:pt x="1305919" y="614326"/>
                  </a:cubicBezTo>
                  <a:cubicBezTo>
                    <a:pt x="1298069" y="615086"/>
                    <a:pt x="1287940" y="624961"/>
                    <a:pt x="1288447" y="630279"/>
                  </a:cubicBezTo>
                  <a:cubicBezTo>
                    <a:pt x="1288700" y="635597"/>
                    <a:pt x="1299335" y="632052"/>
                    <a:pt x="1305666" y="624202"/>
                  </a:cubicBezTo>
                  <a:close/>
                  <a:moveTo>
                    <a:pt x="861761" y="651550"/>
                  </a:moveTo>
                  <a:cubicBezTo>
                    <a:pt x="862014" y="651297"/>
                    <a:pt x="862521" y="650790"/>
                    <a:pt x="862774" y="650537"/>
                  </a:cubicBezTo>
                  <a:cubicBezTo>
                    <a:pt x="866319" y="646992"/>
                    <a:pt x="871130" y="641674"/>
                    <a:pt x="869104" y="641674"/>
                  </a:cubicBezTo>
                  <a:cubicBezTo>
                    <a:pt x="864040" y="642940"/>
                    <a:pt x="848846" y="657881"/>
                    <a:pt x="849353" y="660160"/>
                  </a:cubicBezTo>
                  <a:cubicBezTo>
                    <a:pt x="849606" y="661426"/>
                    <a:pt x="855684" y="657374"/>
                    <a:pt x="861761" y="651550"/>
                  </a:cubicBezTo>
                  <a:close/>
                  <a:moveTo>
                    <a:pt x="835426" y="662186"/>
                  </a:moveTo>
                  <a:cubicBezTo>
                    <a:pt x="835679" y="663705"/>
                    <a:pt x="841250" y="659400"/>
                    <a:pt x="847580" y="653576"/>
                  </a:cubicBezTo>
                  <a:cubicBezTo>
                    <a:pt x="848087" y="653070"/>
                    <a:pt x="848846" y="652310"/>
                    <a:pt x="849606" y="651550"/>
                  </a:cubicBezTo>
                  <a:cubicBezTo>
                    <a:pt x="852645" y="648511"/>
                    <a:pt x="857203" y="643700"/>
                    <a:pt x="855177" y="643447"/>
                  </a:cubicBezTo>
                  <a:cubicBezTo>
                    <a:pt x="850619" y="644966"/>
                    <a:pt x="835172" y="659907"/>
                    <a:pt x="835426" y="662186"/>
                  </a:cubicBezTo>
                  <a:close/>
                  <a:moveTo>
                    <a:pt x="834413" y="655602"/>
                  </a:moveTo>
                  <a:cubicBezTo>
                    <a:pt x="837705" y="652563"/>
                    <a:pt x="843022" y="647245"/>
                    <a:pt x="842769" y="645726"/>
                  </a:cubicBezTo>
                  <a:cubicBezTo>
                    <a:pt x="842769" y="645726"/>
                    <a:pt x="842516" y="645726"/>
                    <a:pt x="842516" y="645726"/>
                  </a:cubicBezTo>
                  <a:cubicBezTo>
                    <a:pt x="838211" y="646992"/>
                    <a:pt x="822764" y="661932"/>
                    <a:pt x="822764" y="664211"/>
                  </a:cubicBezTo>
                  <a:cubicBezTo>
                    <a:pt x="822511" y="665478"/>
                    <a:pt x="828335" y="661426"/>
                    <a:pt x="834413" y="655602"/>
                  </a:cubicBezTo>
                  <a:close/>
                  <a:moveTo>
                    <a:pt x="3933138" y="640915"/>
                  </a:moveTo>
                  <a:cubicBezTo>
                    <a:pt x="3932631" y="640915"/>
                    <a:pt x="3932125" y="640915"/>
                    <a:pt x="3931872" y="641168"/>
                  </a:cubicBezTo>
                  <a:cubicBezTo>
                    <a:pt x="3928580" y="643953"/>
                    <a:pt x="3943267" y="658894"/>
                    <a:pt x="3949850" y="659653"/>
                  </a:cubicBezTo>
                  <a:cubicBezTo>
                    <a:pt x="3952889" y="659907"/>
                    <a:pt x="3951876" y="656615"/>
                    <a:pt x="3948078" y="651803"/>
                  </a:cubicBezTo>
                  <a:cubicBezTo>
                    <a:pt x="3944786" y="647752"/>
                    <a:pt x="3937696" y="641674"/>
                    <a:pt x="3933138" y="640915"/>
                  </a:cubicBezTo>
                  <a:close/>
                  <a:moveTo>
                    <a:pt x="3908068" y="638382"/>
                  </a:moveTo>
                  <a:cubicBezTo>
                    <a:pt x="3907562" y="638382"/>
                    <a:pt x="3907055" y="638382"/>
                    <a:pt x="3906802" y="638636"/>
                  </a:cubicBezTo>
                  <a:cubicBezTo>
                    <a:pt x="3903257" y="641421"/>
                    <a:pt x="3917691" y="656361"/>
                    <a:pt x="3924528" y="657121"/>
                  </a:cubicBezTo>
                  <a:cubicBezTo>
                    <a:pt x="3927567" y="657374"/>
                    <a:pt x="3926807" y="654082"/>
                    <a:pt x="3923009" y="649271"/>
                  </a:cubicBezTo>
                  <a:cubicBezTo>
                    <a:pt x="3919970" y="645473"/>
                    <a:pt x="3912880" y="639142"/>
                    <a:pt x="3908068" y="638382"/>
                  </a:cubicBezTo>
                  <a:close/>
                  <a:moveTo>
                    <a:pt x="3881986" y="636103"/>
                  </a:moveTo>
                  <a:cubicBezTo>
                    <a:pt x="3881479" y="636103"/>
                    <a:pt x="3880973" y="636103"/>
                    <a:pt x="3880467" y="636357"/>
                  </a:cubicBezTo>
                  <a:cubicBezTo>
                    <a:pt x="3876415" y="639142"/>
                    <a:pt x="3890849" y="654082"/>
                    <a:pt x="3897939" y="654842"/>
                  </a:cubicBezTo>
                  <a:cubicBezTo>
                    <a:pt x="3900978" y="655095"/>
                    <a:pt x="3900725" y="651803"/>
                    <a:pt x="3896926" y="646992"/>
                  </a:cubicBezTo>
                  <a:cubicBezTo>
                    <a:pt x="3893888" y="642940"/>
                    <a:pt x="3887050" y="636863"/>
                    <a:pt x="3881986" y="636103"/>
                  </a:cubicBezTo>
                  <a:close/>
                  <a:moveTo>
                    <a:pt x="3855144" y="633571"/>
                  </a:moveTo>
                  <a:cubicBezTo>
                    <a:pt x="3854638" y="633571"/>
                    <a:pt x="3854131" y="633571"/>
                    <a:pt x="3853624" y="633824"/>
                  </a:cubicBezTo>
                  <a:cubicBezTo>
                    <a:pt x="3849320" y="636357"/>
                    <a:pt x="3863501" y="651550"/>
                    <a:pt x="3870844" y="652057"/>
                  </a:cubicBezTo>
                  <a:cubicBezTo>
                    <a:pt x="3874136" y="652310"/>
                    <a:pt x="3873883" y="649018"/>
                    <a:pt x="3870084" y="644207"/>
                  </a:cubicBezTo>
                  <a:cubicBezTo>
                    <a:pt x="3867046" y="640408"/>
                    <a:pt x="3860209" y="634331"/>
                    <a:pt x="3855144" y="633571"/>
                  </a:cubicBezTo>
                  <a:close/>
                  <a:moveTo>
                    <a:pt x="3782468" y="644966"/>
                  </a:moveTo>
                  <a:cubicBezTo>
                    <a:pt x="3786773" y="645726"/>
                    <a:pt x="3787279" y="642434"/>
                    <a:pt x="3783481" y="637370"/>
                  </a:cubicBezTo>
                  <a:cubicBezTo>
                    <a:pt x="3780696" y="633318"/>
                    <a:pt x="3773858" y="627494"/>
                    <a:pt x="3768541" y="626734"/>
                  </a:cubicBezTo>
                  <a:cubicBezTo>
                    <a:pt x="3768034" y="626734"/>
                    <a:pt x="3767275" y="626734"/>
                    <a:pt x="3766768" y="626987"/>
                  </a:cubicBezTo>
                  <a:cubicBezTo>
                    <a:pt x="3761957" y="629520"/>
                    <a:pt x="3774112" y="643447"/>
                    <a:pt x="3782468" y="644966"/>
                  </a:cubicBezTo>
                  <a:close/>
                  <a:moveTo>
                    <a:pt x="3498349" y="609768"/>
                  </a:moveTo>
                  <a:cubicBezTo>
                    <a:pt x="3493031" y="612807"/>
                    <a:pt x="3500628" y="623949"/>
                    <a:pt x="3509997" y="626987"/>
                  </a:cubicBezTo>
                  <a:cubicBezTo>
                    <a:pt x="3516075" y="629013"/>
                    <a:pt x="3519113" y="625468"/>
                    <a:pt x="3516075" y="619897"/>
                  </a:cubicBezTo>
                  <a:cubicBezTo>
                    <a:pt x="3514049" y="615845"/>
                    <a:pt x="3507971" y="610021"/>
                    <a:pt x="3501388" y="609261"/>
                  </a:cubicBezTo>
                  <a:cubicBezTo>
                    <a:pt x="3500121" y="609008"/>
                    <a:pt x="3499108" y="609008"/>
                    <a:pt x="3498349" y="609768"/>
                  </a:cubicBezTo>
                  <a:close/>
                  <a:moveTo>
                    <a:pt x="1369732" y="583686"/>
                  </a:moveTo>
                  <a:cubicBezTo>
                    <a:pt x="1373024" y="579887"/>
                    <a:pt x="1375303" y="574316"/>
                    <a:pt x="1369985" y="574063"/>
                  </a:cubicBezTo>
                  <a:cubicBezTo>
                    <a:pt x="1362135" y="574823"/>
                    <a:pt x="1352006" y="584445"/>
                    <a:pt x="1352513" y="589510"/>
                  </a:cubicBezTo>
                  <a:cubicBezTo>
                    <a:pt x="1353019" y="594828"/>
                    <a:pt x="1363401" y="591282"/>
                    <a:pt x="1369732" y="583686"/>
                  </a:cubicBezTo>
                  <a:close/>
                  <a:moveTo>
                    <a:pt x="891388" y="619644"/>
                  </a:moveTo>
                  <a:cubicBezTo>
                    <a:pt x="891642" y="621163"/>
                    <a:pt x="897466" y="617111"/>
                    <a:pt x="903796" y="611287"/>
                  </a:cubicBezTo>
                  <a:cubicBezTo>
                    <a:pt x="904809" y="610274"/>
                    <a:pt x="905822" y="609515"/>
                    <a:pt x="906835" y="608502"/>
                  </a:cubicBezTo>
                  <a:cubicBezTo>
                    <a:pt x="908101" y="607236"/>
                    <a:pt x="913672" y="601665"/>
                    <a:pt x="911646" y="601665"/>
                  </a:cubicBezTo>
                  <a:cubicBezTo>
                    <a:pt x="906582" y="602931"/>
                    <a:pt x="891135" y="617365"/>
                    <a:pt x="891388" y="619644"/>
                  </a:cubicBezTo>
                  <a:close/>
                  <a:moveTo>
                    <a:pt x="885817" y="605716"/>
                  </a:moveTo>
                  <a:cubicBezTo>
                    <a:pt x="885817" y="605716"/>
                    <a:pt x="885564" y="605716"/>
                    <a:pt x="885564" y="605716"/>
                  </a:cubicBezTo>
                  <a:cubicBezTo>
                    <a:pt x="881513" y="606982"/>
                    <a:pt x="865053" y="621669"/>
                    <a:pt x="865306" y="623949"/>
                  </a:cubicBezTo>
                  <a:cubicBezTo>
                    <a:pt x="866319" y="624708"/>
                    <a:pt x="873156" y="619137"/>
                    <a:pt x="877208" y="615339"/>
                  </a:cubicBezTo>
                  <a:cubicBezTo>
                    <a:pt x="880500" y="612300"/>
                    <a:pt x="886071" y="606982"/>
                    <a:pt x="885817" y="605716"/>
                  </a:cubicBezTo>
                  <a:close/>
                  <a:moveTo>
                    <a:pt x="4146100" y="654336"/>
                  </a:moveTo>
                  <a:cubicBezTo>
                    <a:pt x="4146100" y="654336"/>
                    <a:pt x="4146100" y="654336"/>
                    <a:pt x="4146100" y="654336"/>
                  </a:cubicBezTo>
                  <a:cubicBezTo>
                    <a:pt x="4145847" y="653070"/>
                    <a:pt x="4140023" y="647499"/>
                    <a:pt x="4139010" y="646486"/>
                  </a:cubicBezTo>
                  <a:cubicBezTo>
                    <a:pt x="4134705" y="642434"/>
                    <a:pt x="4128122" y="636610"/>
                    <a:pt x="4126096" y="635597"/>
                  </a:cubicBezTo>
                  <a:cubicBezTo>
                    <a:pt x="4126096" y="635597"/>
                    <a:pt x="4125842" y="635597"/>
                    <a:pt x="4125842" y="635597"/>
                  </a:cubicBezTo>
                  <a:cubicBezTo>
                    <a:pt x="4126602" y="637876"/>
                    <a:pt x="4143062" y="653070"/>
                    <a:pt x="4146100" y="654336"/>
                  </a:cubicBezTo>
                  <a:close/>
                  <a:moveTo>
                    <a:pt x="3919463" y="603437"/>
                  </a:moveTo>
                  <a:cubicBezTo>
                    <a:pt x="3918957" y="603437"/>
                    <a:pt x="3918704" y="603437"/>
                    <a:pt x="3918197" y="603690"/>
                  </a:cubicBezTo>
                  <a:cubicBezTo>
                    <a:pt x="3915412" y="606223"/>
                    <a:pt x="3930858" y="621163"/>
                    <a:pt x="3936683" y="621669"/>
                  </a:cubicBezTo>
                  <a:cubicBezTo>
                    <a:pt x="3939468" y="621923"/>
                    <a:pt x="3938202" y="618631"/>
                    <a:pt x="3934151" y="614073"/>
                  </a:cubicBezTo>
                  <a:cubicBezTo>
                    <a:pt x="3930858" y="610021"/>
                    <a:pt x="3924022" y="604197"/>
                    <a:pt x="3919463" y="603437"/>
                  </a:cubicBezTo>
                  <a:close/>
                  <a:moveTo>
                    <a:pt x="3894900" y="601158"/>
                  </a:moveTo>
                  <a:cubicBezTo>
                    <a:pt x="3891862" y="603690"/>
                    <a:pt x="3907055" y="618631"/>
                    <a:pt x="3913133" y="619137"/>
                  </a:cubicBezTo>
                  <a:cubicBezTo>
                    <a:pt x="3915918" y="619390"/>
                    <a:pt x="3914905" y="616099"/>
                    <a:pt x="3910854" y="611540"/>
                  </a:cubicBezTo>
                  <a:cubicBezTo>
                    <a:pt x="3907309" y="607742"/>
                    <a:pt x="3900471" y="601918"/>
                    <a:pt x="3895914" y="601158"/>
                  </a:cubicBezTo>
                  <a:cubicBezTo>
                    <a:pt x="3895660" y="600905"/>
                    <a:pt x="3895154" y="600905"/>
                    <a:pt x="3894900" y="601158"/>
                  </a:cubicBezTo>
                  <a:close/>
                  <a:moveTo>
                    <a:pt x="3870337" y="598879"/>
                  </a:moveTo>
                  <a:cubicBezTo>
                    <a:pt x="3867046" y="601411"/>
                    <a:pt x="3881986" y="616352"/>
                    <a:pt x="3888317" y="616858"/>
                  </a:cubicBezTo>
                  <a:cubicBezTo>
                    <a:pt x="3891355" y="617111"/>
                    <a:pt x="3890343" y="613819"/>
                    <a:pt x="3886544" y="609261"/>
                  </a:cubicBezTo>
                  <a:cubicBezTo>
                    <a:pt x="3883252" y="605463"/>
                    <a:pt x="3876415" y="599639"/>
                    <a:pt x="3871604" y="598879"/>
                  </a:cubicBezTo>
                  <a:cubicBezTo>
                    <a:pt x="3871351" y="598626"/>
                    <a:pt x="3870844" y="598626"/>
                    <a:pt x="3870337" y="598879"/>
                  </a:cubicBezTo>
                  <a:close/>
                  <a:moveTo>
                    <a:pt x="3861475" y="606729"/>
                  </a:moveTo>
                  <a:cubicBezTo>
                    <a:pt x="3858183" y="602931"/>
                    <a:pt x="3851346" y="597107"/>
                    <a:pt x="3846534" y="596347"/>
                  </a:cubicBezTo>
                  <a:cubicBezTo>
                    <a:pt x="3846028" y="596347"/>
                    <a:pt x="3845521" y="596347"/>
                    <a:pt x="3845268" y="596600"/>
                  </a:cubicBezTo>
                  <a:cubicBezTo>
                    <a:pt x="3841723" y="599132"/>
                    <a:pt x="3856410" y="613819"/>
                    <a:pt x="3862994" y="614579"/>
                  </a:cubicBezTo>
                  <a:cubicBezTo>
                    <a:pt x="3866033" y="614579"/>
                    <a:pt x="3865273" y="611287"/>
                    <a:pt x="3861475" y="606729"/>
                  </a:cubicBezTo>
                  <a:lnTo>
                    <a:pt x="3861475" y="606729"/>
                  </a:lnTo>
                  <a:close/>
                  <a:moveTo>
                    <a:pt x="3820199" y="593815"/>
                  </a:moveTo>
                  <a:cubicBezTo>
                    <a:pt x="3819692" y="593815"/>
                    <a:pt x="3819186" y="593815"/>
                    <a:pt x="3818680" y="594068"/>
                  </a:cubicBezTo>
                  <a:cubicBezTo>
                    <a:pt x="3814881" y="596600"/>
                    <a:pt x="3829315" y="611287"/>
                    <a:pt x="3836152" y="612047"/>
                  </a:cubicBezTo>
                  <a:cubicBezTo>
                    <a:pt x="3839444" y="612300"/>
                    <a:pt x="3838938" y="609008"/>
                    <a:pt x="3834886" y="604450"/>
                  </a:cubicBezTo>
                  <a:cubicBezTo>
                    <a:pt x="3831847" y="600399"/>
                    <a:pt x="3825010" y="594574"/>
                    <a:pt x="3820199" y="593815"/>
                  </a:cubicBezTo>
                  <a:close/>
                  <a:moveTo>
                    <a:pt x="3490246" y="580140"/>
                  </a:moveTo>
                  <a:cubicBezTo>
                    <a:pt x="3487967" y="576342"/>
                    <a:pt x="3482142" y="570518"/>
                    <a:pt x="3475558" y="570011"/>
                  </a:cubicBezTo>
                  <a:cubicBezTo>
                    <a:pt x="3474546" y="570011"/>
                    <a:pt x="3473786" y="570011"/>
                    <a:pt x="3472773" y="570518"/>
                  </a:cubicBezTo>
                  <a:cubicBezTo>
                    <a:pt x="3467455" y="573557"/>
                    <a:pt x="3476318" y="585205"/>
                    <a:pt x="3485434" y="587484"/>
                  </a:cubicBezTo>
                  <a:cubicBezTo>
                    <a:pt x="3491005" y="588750"/>
                    <a:pt x="3493284" y="585458"/>
                    <a:pt x="3490246" y="580140"/>
                  </a:cubicBezTo>
                  <a:close/>
                  <a:moveTo>
                    <a:pt x="3400350" y="566466"/>
                  </a:moveTo>
                  <a:cubicBezTo>
                    <a:pt x="3395033" y="569252"/>
                    <a:pt x="3402376" y="580394"/>
                    <a:pt x="3411239" y="583179"/>
                  </a:cubicBezTo>
                  <a:cubicBezTo>
                    <a:pt x="3417570" y="585205"/>
                    <a:pt x="3420608" y="581660"/>
                    <a:pt x="3417570" y="576089"/>
                  </a:cubicBezTo>
                  <a:cubicBezTo>
                    <a:pt x="3415544" y="572290"/>
                    <a:pt x="3409720" y="566719"/>
                    <a:pt x="3403136" y="565960"/>
                  </a:cubicBezTo>
                  <a:cubicBezTo>
                    <a:pt x="3402123" y="565960"/>
                    <a:pt x="3401363" y="565960"/>
                    <a:pt x="3400350" y="566466"/>
                  </a:cubicBezTo>
                  <a:close/>
                  <a:moveTo>
                    <a:pt x="1433798" y="544436"/>
                  </a:moveTo>
                  <a:cubicBezTo>
                    <a:pt x="1436837" y="540890"/>
                    <a:pt x="1439622" y="535319"/>
                    <a:pt x="1433798" y="535066"/>
                  </a:cubicBezTo>
                  <a:cubicBezTo>
                    <a:pt x="1425695" y="535573"/>
                    <a:pt x="1416072" y="544942"/>
                    <a:pt x="1416326" y="550007"/>
                  </a:cubicBezTo>
                  <a:cubicBezTo>
                    <a:pt x="1417085" y="555071"/>
                    <a:pt x="1427468" y="551779"/>
                    <a:pt x="1433798" y="544436"/>
                  </a:cubicBezTo>
                  <a:close/>
                  <a:moveTo>
                    <a:pt x="1383659" y="550766"/>
                  </a:moveTo>
                  <a:cubicBezTo>
                    <a:pt x="1383913" y="555831"/>
                    <a:pt x="1394042" y="552539"/>
                    <a:pt x="1400879" y="545195"/>
                  </a:cubicBezTo>
                  <a:cubicBezTo>
                    <a:pt x="1403918" y="541650"/>
                    <a:pt x="1406956" y="536079"/>
                    <a:pt x="1401385" y="535826"/>
                  </a:cubicBezTo>
                  <a:cubicBezTo>
                    <a:pt x="1393535" y="536586"/>
                    <a:pt x="1383406" y="545955"/>
                    <a:pt x="1383659" y="550766"/>
                  </a:cubicBezTo>
                  <a:close/>
                  <a:moveTo>
                    <a:pt x="1368466" y="546208"/>
                  </a:moveTo>
                  <a:cubicBezTo>
                    <a:pt x="1372011" y="542410"/>
                    <a:pt x="1374543" y="537092"/>
                    <a:pt x="1369226" y="536839"/>
                  </a:cubicBezTo>
                  <a:cubicBezTo>
                    <a:pt x="1361629" y="537599"/>
                    <a:pt x="1351500" y="546715"/>
                    <a:pt x="1351500" y="551779"/>
                  </a:cubicBezTo>
                  <a:cubicBezTo>
                    <a:pt x="1351247" y="556844"/>
                    <a:pt x="1361629" y="553299"/>
                    <a:pt x="1368466" y="546208"/>
                  </a:cubicBezTo>
                  <a:close/>
                  <a:moveTo>
                    <a:pt x="921016" y="582166"/>
                  </a:moveTo>
                  <a:cubicBezTo>
                    <a:pt x="922029" y="582926"/>
                    <a:pt x="929119" y="577355"/>
                    <a:pt x="933424" y="573810"/>
                  </a:cubicBezTo>
                  <a:cubicBezTo>
                    <a:pt x="936716" y="571024"/>
                    <a:pt x="942287" y="565960"/>
                    <a:pt x="942034" y="564694"/>
                  </a:cubicBezTo>
                  <a:cubicBezTo>
                    <a:pt x="942034" y="564694"/>
                    <a:pt x="941780" y="564694"/>
                    <a:pt x="941780" y="564694"/>
                  </a:cubicBezTo>
                  <a:cubicBezTo>
                    <a:pt x="937476" y="565707"/>
                    <a:pt x="920763" y="580140"/>
                    <a:pt x="921016" y="582166"/>
                  </a:cubicBezTo>
                  <a:close/>
                  <a:moveTo>
                    <a:pt x="929879" y="566719"/>
                  </a:moveTo>
                  <a:cubicBezTo>
                    <a:pt x="929879" y="566719"/>
                    <a:pt x="929625" y="566719"/>
                    <a:pt x="929625" y="566719"/>
                  </a:cubicBezTo>
                  <a:cubicBezTo>
                    <a:pt x="925827" y="567732"/>
                    <a:pt x="908861" y="582166"/>
                    <a:pt x="908861" y="584445"/>
                  </a:cubicBezTo>
                  <a:cubicBezTo>
                    <a:pt x="909621" y="585205"/>
                    <a:pt x="916711" y="579634"/>
                    <a:pt x="921016" y="576089"/>
                  </a:cubicBezTo>
                  <a:cubicBezTo>
                    <a:pt x="924308" y="573050"/>
                    <a:pt x="929879" y="567986"/>
                    <a:pt x="929879" y="566719"/>
                  </a:cubicBezTo>
                  <a:close/>
                  <a:moveTo>
                    <a:pt x="4103305" y="605463"/>
                  </a:moveTo>
                  <a:cubicBezTo>
                    <a:pt x="4103305" y="605463"/>
                    <a:pt x="4103305" y="605463"/>
                    <a:pt x="4103305" y="605463"/>
                  </a:cubicBezTo>
                  <a:lnTo>
                    <a:pt x="4103305" y="605463"/>
                  </a:lnTo>
                  <a:cubicBezTo>
                    <a:pt x="4103305" y="605463"/>
                    <a:pt x="4103305" y="605463"/>
                    <a:pt x="4103305" y="605463"/>
                  </a:cubicBezTo>
                  <a:close/>
                  <a:moveTo>
                    <a:pt x="4103812" y="605970"/>
                  </a:moveTo>
                  <a:cubicBezTo>
                    <a:pt x="4103812" y="605970"/>
                    <a:pt x="4103305" y="605716"/>
                    <a:pt x="4103305" y="605463"/>
                  </a:cubicBezTo>
                  <a:cubicBezTo>
                    <a:pt x="4103559" y="605716"/>
                    <a:pt x="4103559" y="605716"/>
                    <a:pt x="4103812" y="605970"/>
                  </a:cubicBezTo>
                  <a:lnTo>
                    <a:pt x="4103812" y="605970"/>
                  </a:lnTo>
                  <a:close/>
                  <a:moveTo>
                    <a:pt x="4123310" y="623189"/>
                  </a:moveTo>
                  <a:cubicBezTo>
                    <a:pt x="4123310" y="623189"/>
                    <a:pt x="4123310" y="623189"/>
                    <a:pt x="4123310" y="623189"/>
                  </a:cubicBezTo>
                  <a:lnTo>
                    <a:pt x="4103812" y="605970"/>
                  </a:lnTo>
                  <a:cubicBezTo>
                    <a:pt x="4106091" y="607995"/>
                    <a:pt x="4123310" y="623189"/>
                    <a:pt x="4124070" y="623695"/>
                  </a:cubicBezTo>
                  <a:cubicBezTo>
                    <a:pt x="4123817" y="623442"/>
                    <a:pt x="4123563" y="623442"/>
                    <a:pt x="4123310" y="623189"/>
                  </a:cubicBezTo>
                  <a:close/>
                  <a:moveTo>
                    <a:pt x="3902750" y="566719"/>
                  </a:moveTo>
                  <a:cubicBezTo>
                    <a:pt x="3902497" y="566719"/>
                    <a:pt x="3901991" y="566719"/>
                    <a:pt x="3901738" y="566973"/>
                  </a:cubicBezTo>
                  <a:cubicBezTo>
                    <a:pt x="3899459" y="569505"/>
                    <a:pt x="3916678" y="584952"/>
                    <a:pt x="3921236" y="584445"/>
                  </a:cubicBezTo>
                  <a:cubicBezTo>
                    <a:pt x="3923009" y="584192"/>
                    <a:pt x="3921489" y="581153"/>
                    <a:pt x="3917438" y="576849"/>
                  </a:cubicBezTo>
                  <a:cubicBezTo>
                    <a:pt x="3913892" y="573303"/>
                    <a:pt x="3907055" y="567479"/>
                    <a:pt x="3902750" y="566719"/>
                  </a:cubicBezTo>
                  <a:close/>
                  <a:moveTo>
                    <a:pt x="3880973" y="564440"/>
                  </a:moveTo>
                  <a:cubicBezTo>
                    <a:pt x="3880720" y="564440"/>
                    <a:pt x="3880213" y="564440"/>
                    <a:pt x="3879960" y="564694"/>
                  </a:cubicBezTo>
                  <a:cubicBezTo>
                    <a:pt x="3877428" y="566973"/>
                    <a:pt x="3893128" y="581660"/>
                    <a:pt x="3898952" y="582166"/>
                  </a:cubicBezTo>
                  <a:cubicBezTo>
                    <a:pt x="3901485" y="582419"/>
                    <a:pt x="3900218" y="579128"/>
                    <a:pt x="3895914" y="574570"/>
                  </a:cubicBezTo>
                  <a:cubicBezTo>
                    <a:pt x="3892368" y="570771"/>
                    <a:pt x="3885278" y="565200"/>
                    <a:pt x="3880973" y="564440"/>
                  </a:cubicBezTo>
                  <a:close/>
                  <a:moveTo>
                    <a:pt x="3851852" y="577355"/>
                  </a:moveTo>
                  <a:cubicBezTo>
                    <a:pt x="3854638" y="577608"/>
                    <a:pt x="3853878" y="574316"/>
                    <a:pt x="3849573" y="569758"/>
                  </a:cubicBezTo>
                  <a:cubicBezTo>
                    <a:pt x="3846028" y="565960"/>
                    <a:pt x="3839191" y="560389"/>
                    <a:pt x="3834633" y="559629"/>
                  </a:cubicBezTo>
                  <a:cubicBezTo>
                    <a:pt x="3834126" y="559629"/>
                    <a:pt x="3833620" y="559629"/>
                    <a:pt x="3833367" y="559882"/>
                  </a:cubicBezTo>
                  <a:cubicBezTo>
                    <a:pt x="3830075" y="562415"/>
                    <a:pt x="3845521" y="576849"/>
                    <a:pt x="3851852" y="577355"/>
                  </a:cubicBezTo>
                  <a:close/>
                  <a:moveTo>
                    <a:pt x="3808550" y="557603"/>
                  </a:moveTo>
                  <a:cubicBezTo>
                    <a:pt x="3805259" y="559882"/>
                    <a:pt x="3820199" y="574570"/>
                    <a:pt x="3826783" y="575076"/>
                  </a:cubicBezTo>
                  <a:cubicBezTo>
                    <a:pt x="3829822" y="575329"/>
                    <a:pt x="3829062" y="572037"/>
                    <a:pt x="3825010" y="567732"/>
                  </a:cubicBezTo>
                  <a:cubicBezTo>
                    <a:pt x="3821718" y="563934"/>
                    <a:pt x="3814628" y="558363"/>
                    <a:pt x="3810070" y="557603"/>
                  </a:cubicBezTo>
                  <a:cubicBezTo>
                    <a:pt x="3809563" y="557603"/>
                    <a:pt x="3809057" y="557603"/>
                    <a:pt x="3808550" y="557603"/>
                  </a:cubicBezTo>
                  <a:close/>
                  <a:moveTo>
                    <a:pt x="3774112" y="570518"/>
                  </a:moveTo>
                  <a:cubicBezTo>
                    <a:pt x="3777404" y="570771"/>
                    <a:pt x="3776897" y="567479"/>
                    <a:pt x="3772846" y="563174"/>
                  </a:cubicBezTo>
                  <a:cubicBezTo>
                    <a:pt x="3769554" y="559376"/>
                    <a:pt x="3762970" y="553805"/>
                    <a:pt x="3757905" y="553045"/>
                  </a:cubicBezTo>
                  <a:cubicBezTo>
                    <a:pt x="3757145" y="553045"/>
                    <a:pt x="3756639" y="553045"/>
                    <a:pt x="3756133" y="553552"/>
                  </a:cubicBezTo>
                  <a:cubicBezTo>
                    <a:pt x="3753347" y="556590"/>
                    <a:pt x="3767528" y="570011"/>
                    <a:pt x="3774112" y="570518"/>
                  </a:cubicBezTo>
                  <a:close/>
                  <a:moveTo>
                    <a:pt x="3728784" y="551273"/>
                  </a:moveTo>
                  <a:cubicBezTo>
                    <a:pt x="3725746" y="554311"/>
                    <a:pt x="3739673" y="567732"/>
                    <a:pt x="3746510" y="568239"/>
                  </a:cubicBezTo>
                  <a:cubicBezTo>
                    <a:pt x="3749802" y="568492"/>
                    <a:pt x="3749549" y="565200"/>
                    <a:pt x="3745750" y="560895"/>
                  </a:cubicBezTo>
                  <a:cubicBezTo>
                    <a:pt x="3742712" y="557097"/>
                    <a:pt x="3735875" y="551526"/>
                    <a:pt x="3730810" y="550766"/>
                  </a:cubicBezTo>
                  <a:cubicBezTo>
                    <a:pt x="3730051" y="550766"/>
                    <a:pt x="3729291" y="550766"/>
                    <a:pt x="3728784" y="551273"/>
                  </a:cubicBezTo>
                  <a:close/>
                  <a:moveTo>
                    <a:pt x="1433039" y="498855"/>
                  </a:moveTo>
                  <a:cubicBezTo>
                    <a:pt x="1425442" y="499361"/>
                    <a:pt x="1415313" y="508478"/>
                    <a:pt x="1415313" y="513289"/>
                  </a:cubicBezTo>
                  <a:cubicBezTo>
                    <a:pt x="1415313" y="518353"/>
                    <a:pt x="1425442" y="515061"/>
                    <a:pt x="1432279" y="507718"/>
                  </a:cubicBezTo>
                  <a:cubicBezTo>
                    <a:pt x="1435318" y="504426"/>
                    <a:pt x="1438356" y="499108"/>
                    <a:pt x="1433039" y="498855"/>
                  </a:cubicBezTo>
                  <a:close/>
                  <a:moveTo>
                    <a:pt x="1401892" y="499868"/>
                  </a:moveTo>
                  <a:cubicBezTo>
                    <a:pt x="1394548" y="500374"/>
                    <a:pt x="1384419" y="509490"/>
                    <a:pt x="1384166" y="514302"/>
                  </a:cubicBezTo>
                  <a:cubicBezTo>
                    <a:pt x="1383913" y="519113"/>
                    <a:pt x="1394042" y="515821"/>
                    <a:pt x="1400879" y="508731"/>
                  </a:cubicBezTo>
                  <a:cubicBezTo>
                    <a:pt x="1404171" y="505186"/>
                    <a:pt x="1406956" y="499868"/>
                    <a:pt x="1401892" y="499868"/>
                  </a:cubicBezTo>
                  <a:close/>
                  <a:moveTo>
                    <a:pt x="965330" y="543929"/>
                  </a:moveTo>
                  <a:cubicBezTo>
                    <a:pt x="966343" y="544689"/>
                    <a:pt x="973434" y="539371"/>
                    <a:pt x="977738" y="535826"/>
                  </a:cubicBezTo>
                  <a:cubicBezTo>
                    <a:pt x="981030" y="533040"/>
                    <a:pt x="986601" y="528229"/>
                    <a:pt x="986601" y="526963"/>
                  </a:cubicBezTo>
                  <a:cubicBezTo>
                    <a:pt x="986601" y="526963"/>
                    <a:pt x="986348" y="526963"/>
                    <a:pt x="986348" y="526963"/>
                  </a:cubicBezTo>
                  <a:cubicBezTo>
                    <a:pt x="982043" y="527723"/>
                    <a:pt x="965077" y="541650"/>
                    <a:pt x="965330" y="543929"/>
                  </a:cubicBezTo>
                  <a:close/>
                  <a:moveTo>
                    <a:pt x="974953" y="528736"/>
                  </a:moveTo>
                  <a:cubicBezTo>
                    <a:pt x="974953" y="528736"/>
                    <a:pt x="974700" y="528736"/>
                    <a:pt x="974700" y="528736"/>
                  </a:cubicBezTo>
                  <a:cubicBezTo>
                    <a:pt x="970901" y="529749"/>
                    <a:pt x="953682" y="543676"/>
                    <a:pt x="953682" y="545955"/>
                  </a:cubicBezTo>
                  <a:cubicBezTo>
                    <a:pt x="954442" y="546715"/>
                    <a:pt x="961532" y="541397"/>
                    <a:pt x="965837" y="537852"/>
                  </a:cubicBezTo>
                  <a:cubicBezTo>
                    <a:pt x="969129" y="534813"/>
                    <a:pt x="974700" y="530002"/>
                    <a:pt x="974953" y="528736"/>
                  </a:cubicBezTo>
                  <a:close/>
                  <a:moveTo>
                    <a:pt x="3902244" y="533547"/>
                  </a:moveTo>
                  <a:cubicBezTo>
                    <a:pt x="3901991" y="533547"/>
                    <a:pt x="3901485" y="533547"/>
                    <a:pt x="3901485" y="533800"/>
                  </a:cubicBezTo>
                  <a:cubicBezTo>
                    <a:pt x="3899965" y="536332"/>
                    <a:pt x="3917944" y="551273"/>
                    <a:pt x="3921742" y="550766"/>
                  </a:cubicBezTo>
                  <a:cubicBezTo>
                    <a:pt x="3923262" y="550513"/>
                    <a:pt x="3921236" y="547474"/>
                    <a:pt x="3916931" y="543423"/>
                  </a:cubicBezTo>
                  <a:cubicBezTo>
                    <a:pt x="3913133" y="539624"/>
                    <a:pt x="3906042" y="534307"/>
                    <a:pt x="3902244" y="533547"/>
                  </a:cubicBezTo>
                  <a:close/>
                  <a:moveTo>
                    <a:pt x="3883252" y="531268"/>
                  </a:moveTo>
                  <a:cubicBezTo>
                    <a:pt x="3882999" y="531268"/>
                    <a:pt x="3882493" y="531268"/>
                    <a:pt x="3882239" y="531521"/>
                  </a:cubicBezTo>
                  <a:cubicBezTo>
                    <a:pt x="3880467" y="533800"/>
                    <a:pt x="3898192" y="548994"/>
                    <a:pt x="3902244" y="548487"/>
                  </a:cubicBezTo>
                  <a:cubicBezTo>
                    <a:pt x="3904017" y="548234"/>
                    <a:pt x="3901991" y="545195"/>
                    <a:pt x="3897939" y="541144"/>
                  </a:cubicBezTo>
                  <a:cubicBezTo>
                    <a:pt x="3894141" y="537345"/>
                    <a:pt x="3887050" y="531774"/>
                    <a:pt x="3883252" y="531268"/>
                  </a:cubicBezTo>
                  <a:close/>
                  <a:moveTo>
                    <a:pt x="3861981" y="528989"/>
                  </a:moveTo>
                  <a:cubicBezTo>
                    <a:pt x="3859955" y="531268"/>
                    <a:pt x="3877428" y="546461"/>
                    <a:pt x="3881986" y="545955"/>
                  </a:cubicBezTo>
                  <a:cubicBezTo>
                    <a:pt x="3883758" y="545702"/>
                    <a:pt x="3881986" y="542663"/>
                    <a:pt x="3877934" y="538611"/>
                  </a:cubicBezTo>
                  <a:cubicBezTo>
                    <a:pt x="3874136" y="534813"/>
                    <a:pt x="3867046" y="529495"/>
                    <a:pt x="3862994" y="528736"/>
                  </a:cubicBezTo>
                  <a:cubicBezTo>
                    <a:pt x="3862488" y="528736"/>
                    <a:pt x="3861981" y="528736"/>
                    <a:pt x="3861981" y="528989"/>
                  </a:cubicBezTo>
                  <a:close/>
                  <a:moveTo>
                    <a:pt x="3720681" y="516074"/>
                  </a:moveTo>
                  <a:cubicBezTo>
                    <a:pt x="3718149" y="519113"/>
                    <a:pt x="3732329" y="532281"/>
                    <a:pt x="3738913" y="532787"/>
                  </a:cubicBezTo>
                  <a:cubicBezTo>
                    <a:pt x="3741952" y="533040"/>
                    <a:pt x="3741446" y="530002"/>
                    <a:pt x="3737394" y="525444"/>
                  </a:cubicBezTo>
                  <a:cubicBezTo>
                    <a:pt x="3734102" y="521899"/>
                    <a:pt x="3727265" y="516328"/>
                    <a:pt x="3722454" y="515568"/>
                  </a:cubicBezTo>
                  <a:cubicBezTo>
                    <a:pt x="3721694" y="515568"/>
                    <a:pt x="3720934" y="515568"/>
                    <a:pt x="3720681" y="516074"/>
                  </a:cubicBezTo>
                  <a:close/>
                  <a:moveTo>
                    <a:pt x="3695612" y="513289"/>
                  </a:moveTo>
                  <a:cubicBezTo>
                    <a:pt x="3694852" y="513289"/>
                    <a:pt x="3694346" y="513289"/>
                    <a:pt x="3693839" y="513795"/>
                  </a:cubicBezTo>
                  <a:cubicBezTo>
                    <a:pt x="3691054" y="516834"/>
                    <a:pt x="3704981" y="529749"/>
                    <a:pt x="3711818" y="530255"/>
                  </a:cubicBezTo>
                  <a:cubicBezTo>
                    <a:pt x="3715110" y="530508"/>
                    <a:pt x="3714604" y="527216"/>
                    <a:pt x="3710805" y="522911"/>
                  </a:cubicBezTo>
                  <a:cubicBezTo>
                    <a:pt x="3707513" y="519366"/>
                    <a:pt x="3700676" y="514048"/>
                    <a:pt x="3695612" y="513289"/>
                  </a:cubicBezTo>
                  <a:close/>
                  <a:moveTo>
                    <a:pt x="3467962" y="513795"/>
                  </a:moveTo>
                  <a:cubicBezTo>
                    <a:pt x="3472520" y="514555"/>
                    <a:pt x="3473533" y="511263"/>
                    <a:pt x="3470494" y="506705"/>
                  </a:cubicBezTo>
                  <a:cubicBezTo>
                    <a:pt x="3467962" y="503160"/>
                    <a:pt x="3461884" y="497842"/>
                    <a:pt x="3456060" y="497082"/>
                  </a:cubicBezTo>
                  <a:cubicBezTo>
                    <a:pt x="3455300" y="497082"/>
                    <a:pt x="3454288" y="497082"/>
                    <a:pt x="3453528" y="497589"/>
                  </a:cubicBezTo>
                  <a:cubicBezTo>
                    <a:pt x="3448970" y="500374"/>
                    <a:pt x="3459605" y="512529"/>
                    <a:pt x="3467962" y="513795"/>
                  </a:cubicBezTo>
                  <a:close/>
                  <a:moveTo>
                    <a:pt x="3386423" y="493790"/>
                  </a:moveTo>
                  <a:cubicBezTo>
                    <a:pt x="3381611" y="496576"/>
                    <a:pt x="3390475" y="507718"/>
                    <a:pt x="3399084" y="509744"/>
                  </a:cubicBezTo>
                  <a:cubicBezTo>
                    <a:pt x="3404402" y="511010"/>
                    <a:pt x="3406428" y="507718"/>
                    <a:pt x="3403389" y="502907"/>
                  </a:cubicBezTo>
                  <a:cubicBezTo>
                    <a:pt x="3401110" y="499361"/>
                    <a:pt x="3395286" y="494044"/>
                    <a:pt x="3388955" y="493284"/>
                  </a:cubicBezTo>
                  <a:cubicBezTo>
                    <a:pt x="3387942" y="493284"/>
                    <a:pt x="3387182" y="493284"/>
                    <a:pt x="3386423" y="493790"/>
                  </a:cubicBezTo>
                  <a:close/>
                  <a:moveTo>
                    <a:pt x="1465451" y="462897"/>
                  </a:moveTo>
                  <a:cubicBezTo>
                    <a:pt x="1458108" y="463403"/>
                    <a:pt x="1447979" y="472266"/>
                    <a:pt x="1447726" y="476824"/>
                  </a:cubicBezTo>
                  <a:cubicBezTo>
                    <a:pt x="1447472" y="481636"/>
                    <a:pt x="1457348" y="478597"/>
                    <a:pt x="1464439" y="471507"/>
                  </a:cubicBezTo>
                  <a:cubicBezTo>
                    <a:pt x="1467477" y="468468"/>
                    <a:pt x="1470769" y="463150"/>
                    <a:pt x="1465451" y="462897"/>
                  </a:cubicBezTo>
                  <a:close/>
                  <a:moveTo>
                    <a:pt x="1435318" y="463910"/>
                  </a:moveTo>
                  <a:cubicBezTo>
                    <a:pt x="1427974" y="464416"/>
                    <a:pt x="1417085" y="474039"/>
                    <a:pt x="1417339" y="478597"/>
                  </a:cubicBezTo>
                  <a:cubicBezTo>
                    <a:pt x="1417592" y="482648"/>
                    <a:pt x="1427214" y="479357"/>
                    <a:pt x="1433798" y="472773"/>
                  </a:cubicBezTo>
                  <a:cubicBezTo>
                    <a:pt x="1437343" y="468974"/>
                    <a:pt x="1440129" y="463910"/>
                    <a:pt x="1435318" y="463910"/>
                  </a:cubicBezTo>
                  <a:close/>
                  <a:moveTo>
                    <a:pt x="1020787" y="492018"/>
                  </a:moveTo>
                  <a:cubicBezTo>
                    <a:pt x="1020787" y="492018"/>
                    <a:pt x="1020534" y="492018"/>
                    <a:pt x="1020534" y="492018"/>
                  </a:cubicBezTo>
                  <a:cubicBezTo>
                    <a:pt x="1016735" y="493031"/>
                    <a:pt x="999263" y="506705"/>
                    <a:pt x="999009" y="508731"/>
                  </a:cubicBezTo>
                  <a:cubicBezTo>
                    <a:pt x="999769" y="509490"/>
                    <a:pt x="1006859" y="504173"/>
                    <a:pt x="1011417" y="500881"/>
                  </a:cubicBezTo>
                  <a:cubicBezTo>
                    <a:pt x="1014709" y="497842"/>
                    <a:pt x="1020534" y="493031"/>
                    <a:pt x="1020787" y="492018"/>
                  </a:cubicBezTo>
                  <a:close/>
                  <a:moveTo>
                    <a:pt x="4015942" y="534053"/>
                  </a:moveTo>
                  <a:cubicBezTo>
                    <a:pt x="4010625" y="529749"/>
                    <a:pt x="4004294" y="524937"/>
                    <a:pt x="4003028" y="524178"/>
                  </a:cubicBezTo>
                  <a:cubicBezTo>
                    <a:pt x="4003028" y="524178"/>
                    <a:pt x="4003028" y="524178"/>
                    <a:pt x="4003028" y="524178"/>
                  </a:cubicBezTo>
                  <a:cubicBezTo>
                    <a:pt x="4004041" y="525190"/>
                    <a:pt x="4023286" y="540890"/>
                    <a:pt x="4024299" y="541144"/>
                  </a:cubicBezTo>
                  <a:cubicBezTo>
                    <a:pt x="4023286" y="539878"/>
                    <a:pt x="4016955" y="534813"/>
                    <a:pt x="4015942" y="534053"/>
                  </a:cubicBezTo>
                  <a:close/>
                  <a:moveTo>
                    <a:pt x="4010371" y="531774"/>
                  </a:moveTo>
                  <a:cubicBezTo>
                    <a:pt x="4005054" y="527469"/>
                    <a:pt x="3998723" y="522658"/>
                    <a:pt x="3997204" y="521899"/>
                  </a:cubicBezTo>
                  <a:cubicBezTo>
                    <a:pt x="3997204" y="521899"/>
                    <a:pt x="3997204" y="521899"/>
                    <a:pt x="3997204" y="521899"/>
                  </a:cubicBezTo>
                  <a:cubicBezTo>
                    <a:pt x="3997964" y="522911"/>
                    <a:pt x="4016955" y="538611"/>
                    <a:pt x="4018728" y="538865"/>
                  </a:cubicBezTo>
                  <a:cubicBezTo>
                    <a:pt x="4017715" y="537599"/>
                    <a:pt x="4011638" y="532534"/>
                    <a:pt x="4010371" y="531774"/>
                  </a:cubicBezTo>
                  <a:close/>
                  <a:moveTo>
                    <a:pt x="3894647" y="501134"/>
                  </a:moveTo>
                  <a:cubicBezTo>
                    <a:pt x="3894394" y="501134"/>
                    <a:pt x="3894141" y="501134"/>
                    <a:pt x="3894141" y="501134"/>
                  </a:cubicBezTo>
                  <a:cubicBezTo>
                    <a:pt x="3892115" y="502653"/>
                    <a:pt x="3911360" y="518353"/>
                    <a:pt x="3914905" y="517847"/>
                  </a:cubicBezTo>
                  <a:cubicBezTo>
                    <a:pt x="3916171" y="517594"/>
                    <a:pt x="3913892" y="514808"/>
                    <a:pt x="3909334" y="510757"/>
                  </a:cubicBezTo>
                  <a:cubicBezTo>
                    <a:pt x="3905030" y="507211"/>
                    <a:pt x="3897939" y="501894"/>
                    <a:pt x="3894647" y="501134"/>
                  </a:cubicBezTo>
                  <a:close/>
                  <a:moveTo>
                    <a:pt x="3877934" y="498855"/>
                  </a:moveTo>
                  <a:cubicBezTo>
                    <a:pt x="3877681" y="498855"/>
                    <a:pt x="3877428" y="498855"/>
                    <a:pt x="3877175" y="499108"/>
                  </a:cubicBezTo>
                  <a:cubicBezTo>
                    <a:pt x="3876162" y="501387"/>
                    <a:pt x="3894394" y="516074"/>
                    <a:pt x="3897686" y="515568"/>
                  </a:cubicBezTo>
                  <a:cubicBezTo>
                    <a:pt x="3899205" y="515315"/>
                    <a:pt x="3896926" y="512529"/>
                    <a:pt x="3892621" y="508478"/>
                  </a:cubicBezTo>
                  <a:cubicBezTo>
                    <a:pt x="3888570" y="504932"/>
                    <a:pt x="3881226" y="499615"/>
                    <a:pt x="3877934" y="498855"/>
                  </a:cubicBezTo>
                  <a:close/>
                  <a:moveTo>
                    <a:pt x="3473786" y="472519"/>
                  </a:moveTo>
                  <a:cubicBezTo>
                    <a:pt x="3471254" y="468974"/>
                    <a:pt x="3464923" y="463910"/>
                    <a:pt x="3459099" y="463150"/>
                  </a:cubicBezTo>
                  <a:cubicBezTo>
                    <a:pt x="3458339" y="463150"/>
                    <a:pt x="3457579" y="463150"/>
                    <a:pt x="3456820" y="463657"/>
                  </a:cubicBezTo>
                  <a:cubicBezTo>
                    <a:pt x="3452768" y="466442"/>
                    <a:pt x="3463657" y="478090"/>
                    <a:pt x="3471760" y="479357"/>
                  </a:cubicBezTo>
                  <a:cubicBezTo>
                    <a:pt x="3476065" y="479863"/>
                    <a:pt x="3477078" y="476824"/>
                    <a:pt x="3473786" y="472519"/>
                  </a:cubicBezTo>
                  <a:close/>
                  <a:moveTo>
                    <a:pt x="3407188" y="475558"/>
                  </a:moveTo>
                  <a:cubicBezTo>
                    <a:pt x="3411745" y="476318"/>
                    <a:pt x="3412759" y="473279"/>
                    <a:pt x="3409720" y="468721"/>
                  </a:cubicBezTo>
                  <a:cubicBezTo>
                    <a:pt x="3407441" y="465176"/>
                    <a:pt x="3401363" y="460111"/>
                    <a:pt x="3395286" y="459352"/>
                  </a:cubicBezTo>
                  <a:cubicBezTo>
                    <a:pt x="3394526" y="459352"/>
                    <a:pt x="3393513" y="459352"/>
                    <a:pt x="3392753" y="459858"/>
                  </a:cubicBezTo>
                  <a:cubicBezTo>
                    <a:pt x="3388449" y="462644"/>
                    <a:pt x="3398831" y="474292"/>
                    <a:pt x="3407188" y="475558"/>
                  </a:cubicBezTo>
                  <a:close/>
                  <a:moveTo>
                    <a:pt x="1590545" y="425926"/>
                  </a:moveTo>
                  <a:cubicBezTo>
                    <a:pt x="1582948" y="426432"/>
                    <a:pt x="1573326" y="435042"/>
                    <a:pt x="1573579" y="439347"/>
                  </a:cubicBezTo>
                  <a:cubicBezTo>
                    <a:pt x="1573832" y="443905"/>
                    <a:pt x="1583961" y="440866"/>
                    <a:pt x="1590292" y="434282"/>
                  </a:cubicBezTo>
                  <a:cubicBezTo>
                    <a:pt x="1593584" y="430990"/>
                    <a:pt x="1595863" y="426179"/>
                    <a:pt x="1590545" y="425926"/>
                  </a:cubicBezTo>
                  <a:close/>
                  <a:moveTo>
                    <a:pt x="1558385" y="435042"/>
                  </a:moveTo>
                  <a:cubicBezTo>
                    <a:pt x="1561424" y="431750"/>
                    <a:pt x="1564463" y="426686"/>
                    <a:pt x="1559145" y="426686"/>
                  </a:cubicBezTo>
                  <a:cubicBezTo>
                    <a:pt x="1551801" y="427192"/>
                    <a:pt x="1541926" y="435802"/>
                    <a:pt x="1541926" y="440107"/>
                  </a:cubicBezTo>
                  <a:cubicBezTo>
                    <a:pt x="1541926" y="444665"/>
                    <a:pt x="1551801" y="441626"/>
                    <a:pt x="1558385" y="435042"/>
                  </a:cubicBezTo>
                  <a:close/>
                  <a:moveTo>
                    <a:pt x="3972641" y="499108"/>
                  </a:moveTo>
                  <a:cubicBezTo>
                    <a:pt x="3966816" y="494550"/>
                    <a:pt x="3960739" y="489992"/>
                    <a:pt x="3959726" y="489486"/>
                  </a:cubicBezTo>
                  <a:lnTo>
                    <a:pt x="3959726" y="489486"/>
                  </a:lnTo>
                  <a:cubicBezTo>
                    <a:pt x="3959726" y="489486"/>
                    <a:pt x="3980237" y="505186"/>
                    <a:pt x="3981757" y="506198"/>
                  </a:cubicBezTo>
                  <a:cubicBezTo>
                    <a:pt x="3980997" y="505692"/>
                    <a:pt x="3976692" y="502147"/>
                    <a:pt x="3972641" y="499108"/>
                  </a:cubicBezTo>
                  <a:close/>
                  <a:moveTo>
                    <a:pt x="3850079" y="465176"/>
                  </a:moveTo>
                  <a:cubicBezTo>
                    <a:pt x="3848054" y="466695"/>
                    <a:pt x="3867805" y="481889"/>
                    <a:pt x="3871097" y="481382"/>
                  </a:cubicBezTo>
                  <a:cubicBezTo>
                    <a:pt x="3872363" y="481129"/>
                    <a:pt x="3870084" y="478344"/>
                    <a:pt x="3865273" y="474545"/>
                  </a:cubicBezTo>
                  <a:cubicBezTo>
                    <a:pt x="3860968" y="471000"/>
                    <a:pt x="3853624" y="465936"/>
                    <a:pt x="3850586" y="465176"/>
                  </a:cubicBezTo>
                  <a:cubicBezTo>
                    <a:pt x="3850586" y="465176"/>
                    <a:pt x="3850333" y="465176"/>
                    <a:pt x="3850079" y="465176"/>
                  </a:cubicBezTo>
                  <a:close/>
                  <a:moveTo>
                    <a:pt x="3854891" y="479103"/>
                  </a:moveTo>
                  <a:cubicBezTo>
                    <a:pt x="3856157" y="478850"/>
                    <a:pt x="3853878" y="476065"/>
                    <a:pt x="3849320" y="472266"/>
                  </a:cubicBezTo>
                  <a:cubicBezTo>
                    <a:pt x="3845268" y="468721"/>
                    <a:pt x="3837925" y="463657"/>
                    <a:pt x="3834633" y="462897"/>
                  </a:cubicBezTo>
                  <a:cubicBezTo>
                    <a:pt x="3834379" y="462897"/>
                    <a:pt x="3834126" y="462897"/>
                    <a:pt x="3833873" y="463150"/>
                  </a:cubicBezTo>
                  <a:cubicBezTo>
                    <a:pt x="3832860" y="465429"/>
                    <a:pt x="3851599" y="479610"/>
                    <a:pt x="3854891" y="479103"/>
                  </a:cubicBezTo>
                  <a:close/>
                  <a:moveTo>
                    <a:pt x="3459099" y="430231"/>
                  </a:moveTo>
                  <a:cubicBezTo>
                    <a:pt x="3458339" y="430231"/>
                    <a:pt x="3457579" y="430231"/>
                    <a:pt x="3457073" y="430737"/>
                  </a:cubicBezTo>
                  <a:cubicBezTo>
                    <a:pt x="3453274" y="433523"/>
                    <a:pt x="3465936" y="445678"/>
                    <a:pt x="3473280" y="445931"/>
                  </a:cubicBezTo>
                  <a:cubicBezTo>
                    <a:pt x="3476825" y="446184"/>
                    <a:pt x="3477078" y="443398"/>
                    <a:pt x="3473786" y="439347"/>
                  </a:cubicBezTo>
                  <a:cubicBezTo>
                    <a:pt x="3471001" y="436055"/>
                    <a:pt x="3464670" y="430990"/>
                    <a:pt x="3459099" y="430231"/>
                  </a:cubicBezTo>
                  <a:close/>
                  <a:moveTo>
                    <a:pt x="1589532" y="401363"/>
                  </a:moveTo>
                  <a:cubicBezTo>
                    <a:pt x="1592824" y="398324"/>
                    <a:pt x="1595863" y="393513"/>
                    <a:pt x="1590545" y="393260"/>
                  </a:cubicBezTo>
                  <a:cubicBezTo>
                    <a:pt x="1583455" y="393766"/>
                    <a:pt x="1573326" y="402123"/>
                    <a:pt x="1573326" y="406174"/>
                  </a:cubicBezTo>
                  <a:cubicBezTo>
                    <a:pt x="1573326" y="410479"/>
                    <a:pt x="1583201" y="407694"/>
                    <a:pt x="1589532" y="401363"/>
                  </a:cubicBezTo>
                  <a:close/>
                  <a:moveTo>
                    <a:pt x="1105111" y="423647"/>
                  </a:moveTo>
                  <a:lnTo>
                    <a:pt x="1105111" y="423647"/>
                  </a:lnTo>
                  <a:cubicBezTo>
                    <a:pt x="1102072" y="424407"/>
                    <a:pt x="1083080" y="437574"/>
                    <a:pt x="1082827" y="439347"/>
                  </a:cubicBezTo>
                  <a:cubicBezTo>
                    <a:pt x="1084093" y="439347"/>
                    <a:pt x="1091184" y="434536"/>
                    <a:pt x="1094982" y="432003"/>
                  </a:cubicBezTo>
                  <a:cubicBezTo>
                    <a:pt x="1096755" y="430484"/>
                    <a:pt x="1105111" y="424660"/>
                    <a:pt x="1105111" y="423647"/>
                  </a:cubicBezTo>
                  <a:close/>
                  <a:moveTo>
                    <a:pt x="3819946" y="432510"/>
                  </a:moveTo>
                  <a:cubicBezTo>
                    <a:pt x="3819186" y="434789"/>
                    <a:pt x="3839444" y="449223"/>
                    <a:pt x="3841723" y="448210"/>
                  </a:cubicBezTo>
                  <a:cubicBezTo>
                    <a:pt x="3842229" y="447197"/>
                    <a:pt x="3836912" y="442892"/>
                    <a:pt x="3835139" y="441626"/>
                  </a:cubicBezTo>
                  <a:cubicBezTo>
                    <a:pt x="3830834" y="438081"/>
                    <a:pt x="3823237" y="433016"/>
                    <a:pt x="3820199" y="432510"/>
                  </a:cubicBezTo>
                  <a:cubicBezTo>
                    <a:pt x="3820199" y="432510"/>
                    <a:pt x="3819946" y="432510"/>
                    <a:pt x="3819946" y="432510"/>
                  </a:cubicBezTo>
                  <a:close/>
                  <a:moveTo>
                    <a:pt x="3756133" y="423900"/>
                  </a:moveTo>
                  <a:cubicBezTo>
                    <a:pt x="3755880" y="423900"/>
                    <a:pt x="3755373" y="423900"/>
                    <a:pt x="3755373" y="424153"/>
                  </a:cubicBezTo>
                  <a:cubicBezTo>
                    <a:pt x="3754107" y="426432"/>
                    <a:pt x="3772592" y="440107"/>
                    <a:pt x="3776391" y="439600"/>
                  </a:cubicBezTo>
                  <a:cubicBezTo>
                    <a:pt x="3777910" y="439347"/>
                    <a:pt x="3775631" y="436815"/>
                    <a:pt x="3771326" y="433016"/>
                  </a:cubicBezTo>
                  <a:cubicBezTo>
                    <a:pt x="3767021" y="429724"/>
                    <a:pt x="3759678" y="424660"/>
                    <a:pt x="3756133" y="423900"/>
                  </a:cubicBezTo>
                  <a:close/>
                  <a:moveTo>
                    <a:pt x="3455807" y="398324"/>
                  </a:moveTo>
                  <a:cubicBezTo>
                    <a:pt x="3455047" y="398324"/>
                    <a:pt x="3454541" y="398324"/>
                    <a:pt x="3454034" y="398831"/>
                  </a:cubicBezTo>
                  <a:cubicBezTo>
                    <a:pt x="3450742" y="401616"/>
                    <a:pt x="3463910" y="413265"/>
                    <a:pt x="3471001" y="413771"/>
                  </a:cubicBezTo>
                  <a:cubicBezTo>
                    <a:pt x="3474292" y="414024"/>
                    <a:pt x="3474292" y="411239"/>
                    <a:pt x="3470747" y="407440"/>
                  </a:cubicBezTo>
                  <a:cubicBezTo>
                    <a:pt x="3467455" y="403895"/>
                    <a:pt x="3460871" y="399084"/>
                    <a:pt x="3455807" y="398324"/>
                  </a:cubicBezTo>
                  <a:close/>
                  <a:moveTo>
                    <a:pt x="3369204" y="393007"/>
                  </a:moveTo>
                  <a:cubicBezTo>
                    <a:pt x="3368444" y="393007"/>
                    <a:pt x="3367684" y="393007"/>
                    <a:pt x="3367178" y="393513"/>
                  </a:cubicBezTo>
                  <a:cubicBezTo>
                    <a:pt x="3363126" y="396298"/>
                    <a:pt x="3375281" y="407947"/>
                    <a:pt x="3382878" y="408200"/>
                  </a:cubicBezTo>
                  <a:cubicBezTo>
                    <a:pt x="3386423" y="408453"/>
                    <a:pt x="3386676" y="405668"/>
                    <a:pt x="3383637" y="401869"/>
                  </a:cubicBezTo>
                  <a:cubicBezTo>
                    <a:pt x="3380852" y="398578"/>
                    <a:pt x="3374775" y="393766"/>
                    <a:pt x="3369204" y="393007"/>
                  </a:cubicBezTo>
                  <a:close/>
                  <a:moveTo>
                    <a:pt x="1652332" y="360087"/>
                  </a:moveTo>
                  <a:cubicBezTo>
                    <a:pt x="1645242" y="360594"/>
                    <a:pt x="1635366" y="368444"/>
                    <a:pt x="1635113" y="372748"/>
                  </a:cubicBezTo>
                  <a:cubicBezTo>
                    <a:pt x="1634859" y="377053"/>
                    <a:pt x="1644735" y="374268"/>
                    <a:pt x="1651319" y="368190"/>
                  </a:cubicBezTo>
                  <a:cubicBezTo>
                    <a:pt x="1654864" y="364898"/>
                    <a:pt x="1657397" y="360340"/>
                    <a:pt x="1652332" y="360087"/>
                  </a:cubicBezTo>
                  <a:close/>
                  <a:moveTo>
                    <a:pt x="1621439" y="368697"/>
                  </a:moveTo>
                  <a:cubicBezTo>
                    <a:pt x="1624984" y="365405"/>
                    <a:pt x="1627769" y="360847"/>
                    <a:pt x="1622958" y="360847"/>
                  </a:cubicBezTo>
                  <a:cubicBezTo>
                    <a:pt x="1616121" y="361353"/>
                    <a:pt x="1605992" y="369457"/>
                    <a:pt x="1605485" y="373508"/>
                  </a:cubicBezTo>
                  <a:cubicBezTo>
                    <a:pt x="1605232" y="377560"/>
                    <a:pt x="1614855" y="374774"/>
                    <a:pt x="1621439" y="368697"/>
                  </a:cubicBezTo>
                  <a:close/>
                  <a:moveTo>
                    <a:pt x="3810576" y="405161"/>
                  </a:moveTo>
                  <a:cubicBezTo>
                    <a:pt x="3810830" y="406427"/>
                    <a:pt x="3830581" y="420861"/>
                    <a:pt x="3833113" y="420355"/>
                  </a:cubicBezTo>
                  <a:cubicBezTo>
                    <a:pt x="3832860" y="419342"/>
                    <a:pt x="3827289" y="415290"/>
                    <a:pt x="3825517" y="414024"/>
                  </a:cubicBezTo>
                  <a:cubicBezTo>
                    <a:pt x="3820959" y="410732"/>
                    <a:pt x="3813109" y="405668"/>
                    <a:pt x="3810830" y="405161"/>
                  </a:cubicBezTo>
                  <a:cubicBezTo>
                    <a:pt x="3810830" y="404908"/>
                    <a:pt x="3810830" y="405161"/>
                    <a:pt x="3810576" y="405161"/>
                  </a:cubicBezTo>
                  <a:close/>
                  <a:moveTo>
                    <a:pt x="3799181" y="402882"/>
                  </a:moveTo>
                  <a:cubicBezTo>
                    <a:pt x="3799434" y="404908"/>
                    <a:pt x="3820199" y="419089"/>
                    <a:pt x="3821465" y="418076"/>
                  </a:cubicBezTo>
                  <a:cubicBezTo>
                    <a:pt x="3821465" y="417063"/>
                    <a:pt x="3815388" y="412505"/>
                    <a:pt x="3814121" y="411745"/>
                  </a:cubicBezTo>
                  <a:cubicBezTo>
                    <a:pt x="3808804" y="407947"/>
                    <a:pt x="3801713" y="403389"/>
                    <a:pt x="3799434" y="402882"/>
                  </a:cubicBezTo>
                  <a:cubicBezTo>
                    <a:pt x="3799434" y="402882"/>
                    <a:pt x="3799434" y="402882"/>
                    <a:pt x="3799181" y="402882"/>
                  </a:cubicBezTo>
                  <a:close/>
                  <a:moveTo>
                    <a:pt x="3473280" y="369963"/>
                  </a:moveTo>
                  <a:cubicBezTo>
                    <a:pt x="3470747" y="373002"/>
                    <a:pt x="3485941" y="384650"/>
                    <a:pt x="3491765" y="384397"/>
                  </a:cubicBezTo>
                  <a:cubicBezTo>
                    <a:pt x="3494297" y="384144"/>
                    <a:pt x="3493538" y="381611"/>
                    <a:pt x="3489993" y="378066"/>
                  </a:cubicBezTo>
                  <a:cubicBezTo>
                    <a:pt x="3486700" y="374774"/>
                    <a:pt x="3479863" y="370216"/>
                    <a:pt x="3475052" y="369457"/>
                  </a:cubicBezTo>
                  <a:cubicBezTo>
                    <a:pt x="3474292" y="369710"/>
                    <a:pt x="3473786" y="369710"/>
                    <a:pt x="3473280" y="369963"/>
                  </a:cubicBezTo>
                  <a:close/>
                  <a:moveTo>
                    <a:pt x="3447450" y="368190"/>
                  </a:moveTo>
                  <a:cubicBezTo>
                    <a:pt x="3444665" y="371229"/>
                    <a:pt x="3459352" y="382878"/>
                    <a:pt x="3465430" y="382624"/>
                  </a:cubicBezTo>
                  <a:cubicBezTo>
                    <a:pt x="3467962" y="382371"/>
                    <a:pt x="3467202" y="379839"/>
                    <a:pt x="3463910" y="376547"/>
                  </a:cubicBezTo>
                  <a:cubicBezTo>
                    <a:pt x="3460871" y="373508"/>
                    <a:pt x="3454034" y="368697"/>
                    <a:pt x="3449223" y="367937"/>
                  </a:cubicBezTo>
                  <a:cubicBezTo>
                    <a:pt x="3448463" y="367684"/>
                    <a:pt x="3447957" y="367684"/>
                    <a:pt x="3447450" y="368190"/>
                  </a:cubicBezTo>
                  <a:close/>
                  <a:moveTo>
                    <a:pt x="3367684" y="362619"/>
                  </a:moveTo>
                  <a:cubicBezTo>
                    <a:pt x="3366925" y="362619"/>
                    <a:pt x="3366165" y="362619"/>
                    <a:pt x="3365659" y="363126"/>
                  </a:cubicBezTo>
                  <a:cubicBezTo>
                    <a:pt x="3362366" y="365911"/>
                    <a:pt x="3374775" y="377053"/>
                    <a:pt x="3381865" y="377307"/>
                  </a:cubicBezTo>
                  <a:cubicBezTo>
                    <a:pt x="3385157" y="377560"/>
                    <a:pt x="3385157" y="374774"/>
                    <a:pt x="3382118" y="371229"/>
                  </a:cubicBezTo>
                  <a:cubicBezTo>
                    <a:pt x="3379333" y="367937"/>
                    <a:pt x="3372749" y="363126"/>
                    <a:pt x="3367684" y="362619"/>
                  </a:cubicBezTo>
                  <a:close/>
                  <a:moveTo>
                    <a:pt x="1655877" y="329700"/>
                  </a:moveTo>
                  <a:cubicBezTo>
                    <a:pt x="1649293" y="330207"/>
                    <a:pt x="1638911" y="337803"/>
                    <a:pt x="1638405" y="341855"/>
                  </a:cubicBezTo>
                  <a:cubicBezTo>
                    <a:pt x="1637898" y="345907"/>
                    <a:pt x="1647014" y="343374"/>
                    <a:pt x="1653851" y="337297"/>
                  </a:cubicBezTo>
                  <a:cubicBezTo>
                    <a:pt x="1654105" y="337044"/>
                    <a:pt x="1654358" y="336790"/>
                    <a:pt x="1654611" y="336537"/>
                  </a:cubicBezTo>
                  <a:cubicBezTo>
                    <a:pt x="1657650" y="334005"/>
                    <a:pt x="1660182" y="329953"/>
                    <a:pt x="1655877" y="329700"/>
                  </a:cubicBezTo>
                  <a:close/>
                  <a:moveTo>
                    <a:pt x="1195766" y="359581"/>
                  </a:moveTo>
                  <a:lnTo>
                    <a:pt x="1195766" y="359581"/>
                  </a:lnTo>
                  <a:cubicBezTo>
                    <a:pt x="1192980" y="360340"/>
                    <a:pt x="1173482" y="372495"/>
                    <a:pt x="1172469" y="374268"/>
                  </a:cubicBezTo>
                  <a:cubicBezTo>
                    <a:pt x="1173482" y="374268"/>
                    <a:pt x="1180572" y="369963"/>
                    <a:pt x="1184624" y="367431"/>
                  </a:cubicBezTo>
                  <a:cubicBezTo>
                    <a:pt x="1186397" y="366165"/>
                    <a:pt x="1195006" y="360594"/>
                    <a:pt x="1195766" y="359581"/>
                  </a:cubicBezTo>
                  <a:close/>
                  <a:moveTo>
                    <a:pt x="3803739" y="386929"/>
                  </a:moveTo>
                  <a:cubicBezTo>
                    <a:pt x="3798168" y="383131"/>
                    <a:pt x="3791078" y="378826"/>
                    <a:pt x="3789558" y="378319"/>
                  </a:cubicBezTo>
                  <a:cubicBezTo>
                    <a:pt x="3789558" y="378319"/>
                    <a:pt x="3789558" y="378319"/>
                    <a:pt x="3789558" y="378319"/>
                  </a:cubicBezTo>
                  <a:cubicBezTo>
                    <a:pt x="3790571" y="379586"/>
                    <a:pt x="3811589" y="393513"/>
                    <a:pt x="3812602" y="393260"/>
                  </a:cubicBezTo>
                  <a:cubicBezTo>
                    <a:pt x="3811589" y="392247"/>
                    <a:pt x="3805005" y="387942"/>
                    <a:pt x="3803739" y="386929"/>
                  </a:cubicBezTo>
                  <a:close/>
                  <a:moveTo>
                    <a:pt x="3781455" y="376294"/>
                  </a:moveTo>
                  <a:lnTo>
                    <a:pt x="3781455" y="376294"/>
                  </a:lnTo>
                  <a:cubicBezTo>
                    <a:pt x="3781962" y="377560"/>
                    <a:pt x="3802726" y="391740"/>
                    <a:pt x="3804246" y="391234"/>
                  </a:cubicBezTo>
                  <a:cubicBezTo>
                    <a:pt x="3803739" y="390221"/>
                    <a:pt x="3797155" y="385916"/>
                    <a:pt x="3795889" y="384903"/>
                  </a:cubicBezTo>
                  <a:cubicBezTo>
                    <a:pt x="3790318" y="381358"/>
                    <a:pt x="3783228" y="376800"/>
                    <a:pt x="3781455" y="376294"/>
                  </a:cubicBezTo>
                  <a:close/>
                  <a:moveTo>
                    <a:pt x="3772339" y="374268"/>
                  </a:moveTo>
                  <a:cubicBezTo>
                    <a:pt x="3772846" y="375534"/>
                    <a:pt x="3793357" y="389461"/>
                    <a:pt x="3795383" y="388955"/>
                  </a:cubicBezTo>
                  <a:cubicBezTo>
                    <a:pt x="3794876" y="387942"/>
                    <a:pt x="3789052" y="383890"/>
                    <a:pt x="3787279" y="382624"/>
                  </a:cubicBezTo>
                  <a:cubicBezTo>
                    <a:pt x="3782215" y="379839"/>
                    <a:pt x="3774618" y="375028"/>
                    <a:pt x="3772339" y="374268"/>
                  </a:cubicBezTo>
                  <a:cubicBezTo>
                    <a:pt x="3772339" y="374268"/>
                    <a:pt x="3772339" y="374268"/>
                    <a:pt x="3772339" y="374268"/>
                  </a:cubicBezTo>
                  <a:close/>
                  <a:moveTo>
                    <a:pt x="3502147" y="349958"/>
                  </a:moveTo>
                  <a:cubicBezTo>
                    <a:pt x="3498602" y="346919"/>
                    <a:pt x="3491765" y="342361"/>
                    <a:pt x="3487207" y="341855"/>
                  </a:cubicBezTo>
                  <a:cubicBezTo>
                    <a:pt x="3486700" y="341855"/>
                    <a:pt x="3486194" y="341855"/>
                    <a:pt x="3485687" y="342361"/>
                  </a:cubicBezTo>
                  <a:cubicBezTo>
                    <a:pt x="3483915" y="345147"/>
                    <a:pt x="3499868" y="356542"/>
                    <a:pt x="3504933" y="356289"/>
                  </a:cubicBezTo>
                  <a:cubicBezTo>
                    <a:pt x="3507212" y="356036"/>
                    <a:pt x="3505945" y="353503"/>
                    <a:pt x="3502147" y="349958"/>
                  </a:cubicBezTo>
                  <a:close/>
                  <a:moveTo>
                    <a:pt x="3439347" y="338310"/>
                  </a:moveTo>
                  <a:cubicBezTo>
                    <a:pt x="3438841" y="338310"/>
                    <a:pt x="3438081" y="338310"/>
                    <a:pt x="3437828" y="338816"/>
                  </a:cubicBezTo>
                  <a:cubicBezTo>
                    <a:pt x="3435549" y="341602"/>
                    <a:pt x="3450996" y="352997"/>
                    <a:pt x="3456313" y="352744"/>
                  </a:cubicBezTo>
                  <a:cubicBezTo>
                    <a:pt x="3458592" y="352490"/>
                    <a:pt x="3457833" y="350211"/>
                    <a:pt x="3454034" y="346666"/>
                  </a:cubicBezTo>
                  <a:cubicBezTo>
                    <a:pt x="3450996" y="343627"/>
                    <a:pt x="3444158" y="338816"/>
                    <a:pt x="3439347" y="338310"/>
                  </a:cubicBezTo>
                  <a:close/>
                  <a:moveTo>
                    <a:pt x="3414531" y="336537"/>
                  </a:moveTo>
                  <a:cubicBezTo>
                    <a:pt x="3413771" y="336537"/>
                    <a:pt x="3413265" y="336537"/>
                    <a:pt x="3413012" y="337044"/>
                  </a:cubicBezTo>
                  <a:cubicBezTo>
                    <a:pt x="3410479" y="339829"/>
                    <a:pt x="3425673" y="351224"/>
                    <a:pt x="3431244" y="350718"/>
                  </a:cubicBezTo>
                  <a:cubicBezTo>
                    <a:pt x="3433523" y="350465"/>
                    <a:pt x="3432763" y="347932"/>
                    <a:pt x="3429218" y="344640"/>
                  </a:cubicBezTo>
                  <a:cubicBezTo>
                    <a:pt x="3425926" y="341602"/>
                    <a:pt x="3419089" y="337044"/>
                    <a:pt x="3414531" y="336537"/>
                  </a:cubicBezTo>
                  <a:close/>
                  <a:moveTo>
                    <a:pt x="3387182" y="335271"/>
                  </a:moveTo>
                  <a:cubicBezTo>
                    <a:pt x="3384397" y="338057"/>
                    <a:pt x="3399084" y="349452"/>
                    <a:pt x="3404909" y="348945"/>
                  </a:cubicBezTo>
                  <a:cubicBezTo>
                    <a:pt x="3407441" y="348692"/>
                    <a:pt x="3406681" y="346413"/>
                    <a:pt x="3403136" y="342868"/>
                  </a:cubicBezTo>
                  <a:cubicBezTo>
                    <a:pt x="3400097" y="339829"/>
                    <a:pt x="3393513" y="335271"/>
                    <a:pt x="3388702" y="334765"/>
                  </a:cubicBezTo>
                  <a:cubicBezTo>
                    <a:pt x="3388196" y="334765"/>
                    <a:pt x="3387689" y="334765"/>
                    <a:pt x="3387182" y="335271"/>
                  </a:cubicBezTo>
                  <a:close/>
                  <a:moveTo>
                    <a:pt x="1699179" y="310961"/>
                  </a:moveTo>
                  <a:cubicBezTo>
                    <a:pt x="1698673" y="315013"/>
                    <a:pt x="1708042" y="312227"/>
                    <a:pt x="1714626" y="306657"/>
                  </a:cubicBezTo>
                  <a:cubicBezTo>
                    <a:pt x="1714879" y="306403"/>
                    <a:pt x="1715132" y="306150"/>
                    <a:pt x="1715385" y="305897"/>
                  </a:cubicBezTo>
                  <a:cubicBezTo>
                    <a:pt x="1718171" y="303365"/>
                    <a:pt x="1720703" y="299566"/>
                    <a:pt x="1716398" y="299313"/>
                  </a:cubicBezTo>
                  <a:cubicBezTo>
                    <a:pt x="1709814" y="299819"/>
                    <a:pt x="1699685" y="307163"/>
                    <a:pt x="1699179" y="310961"/>
                  </a:cubicBezTo>
                  <a:close/>
                  <a:moveTo>
                    <a:pt x="1686771" y="307163"/>
                  </a:moveTo>
                  <a:cubicBezTo>
                    <a:pt x="1687277" y="306657"/>
                    <a:pt x="1687784" y="306150"/>
                    <a:pt x="1688290" y="305897"/>
                  </a:cubicBezTo>
                  <a:cubicBezTo>
                    <a:pt x="1690569" y="303871"/>
                    <a:pt x="1693102" y="300073"/>
                    <a:pt x="1689050" y="300073"/>
                  </a:cubicBezTo>
                  <a:cubicBezTo>
                    <a:pt x="1682213" y="300579"/>
                    <a:pt x="1671577" y="308429"/>
                    <a:pt x="1671577" y="312227"/>
                  </a:cubicBezTo>
                  <a:cubicBezTo>
                    <a:pt x="1671577" y="315519"/>
                    <a:pt x="1680187" y="312734"/>
                    <a:pt x="1686771" y="307163"/>
                  </a:cubicBezTo>
                  <a:close/>
                  <a:moveTo>
                    <a:pt x="1661448" y="306403"/>
                  </a:moveTo>
                  <a:cubicBezTo>
                    <a:pt x="1663727" y="304378"/>
                    <a:pt x="1666513" y="300579"/>
                    <a:pt x="1662461" y="300579"/>
                  </a:cubicBezTo>
                  <a:cubicBezTo>
                    <a:pt x="1655624" y="301086"/>
                    <a:pt x="1644735" y="308936"/>
                    <a:pt x="1644482" y="312734"/>
                  </a:cubicBezTo>
                  <a:cubicBezTo>
                    <a:pt x="1644229" y="316026"/>
                    <a:pt x="1653092" y="313240"/>
                    <a:pt x="1659676" y="307923"/>
                  </a:cubicBezTo>
                  <a:cubicBezTo>
                    <a:pt x="1660182" y="307416"/>
                    <a:pt x="1660942" y="306910"/>
                    <a:pt x="1661448" y="306403"/>
                  </a:cubicBezTo>
                  <a:close/>
                  <a:moveTo>
                    <a:pt x="1227926" y="337803"/>
                  </a:moveTo>
                  <a:cubicBezTo>
                    <a:pt x="1231977" y="335271"/>
                    <a:pt x="1239068" y="330966"/>
                    <a:pt x="1239321" y="330460"/>
                  </a:cubicBezTo>
                  <a:cubicBezTo>
                    <a:pt x="1237801" y="330966"/>
                    <a:pt x="1216277" y="343121"/>
                    <a:pt x="1215771" y="344640"/>
                  </a:cubicBezTo>
                  <a:cubicBezTo>
                    <a:pt x="1217543" y="343881"/>
                    <a:pt x="1226406" y="338816"/>
                    <a:pt x="1227926" y="337803"/>
                  </a:cubicBezTo>
                  <a:close/>
                  <a:moveTo>
                    <a:pt x="1221848" y="339323"/>
                  </a:moveTo>
                  <a:cubicBezTo>
                    <a:pt x="1226913" y="336284"/>
                    <a:pt x="1232990" y="332486"/>
                    <a:pt x="1233497" y="331979"/>
                  </a:cubicBezTo>
                  <a:cubicBezTo>
                    <a:pt x="1232230" y="332486"/>
                    <a:pt x="1210959" y="344894"/>
                    <a:pt x="1209947" y="346160"/>
                  </a:cubicBezTo>
                  <a:cubicBezTo>
                    <a:pt x="1211466" y="345653"/>
                    <a:pt x="1220076" y="340336"/>
                    <a:pt x="1221848" y="339323"/>
                  </a:cubicBezTo>
                  <a:close/>
                  <a:moveTo>
                    <a:pt x="1216784" y="341095"/>
                  </a:moveTo>
                  <a:cubicBezTo>
                    <a:pt x="1227926" y="334511"/>
                    <a:pt x="1228685" y="334005"/>
                    <a:pt x="1228685" y="333752"/>
                  </a:cubicBezTo>
                  <a:cubicBezTo>
                    <a:pt x="1226913" y="334511"/>
                    <a:pt x="1206401" y="346666"/>
                    <a:pt x="1204882" y="347932"/>
                  </a:cubicBezTo>
                  <a:cubicBezTo>
                    <a:pt x="1206148" y="347426"/>
                    <a:pt x="1213492" y="342868"/>
                    <a:pt x="1216784" y="341095"/>
                  </a:cubicBezTo>
                  <a:close/>
                  <a:moveTo>
                    <a:pt x="1224634" y="335524"/>
                  </a:moveTo>
                  <a:cubicBezTo>
                    <a:pt x="1223114" y="336284"/>
                    <a:pt x="1202856" y="348186"/>
                    <a:pt x="1200830" y="349705"/>
                  </a:cubicBezTo>
                  <a:cubicBezTo>
                    <a:pt x="1204629" y="347679"/>
                    <a:pt x="1208427" y="345147"/>
                    <a:pt x="1212226" y="342868"/>
                  </a:cubicBezTo>
                  <a:cubicBezTo>
                    <a:pt x="1216530" y="340336"/>
                    <a:pt x="1220835" y="338057"/>
                    <a:pt x="1224634" y="335524"/>
                  </a:cubicBezTo>
                  <a:close/>
                  <a:moveTo>
                    <a:pt x="3765755" y="358821"/>
                  </a:moveTo>
                  <a:cubicBezTo>
                    <a:pt x="3759931" y="355276"/>
                    <a:pt x="3753094" y="350971"/>
                    <a:pt x="3751828" y="350465"/>
                  </a:cubicBezTo>
                  <a:lnTo>
                    <a:pt x="3751828" y="350465"/>
                  </a:lnTo>
                  <a:cubicBezTo>
                    <a:pt x="3752841" y="351224"/>
                    <a:pt x="3774112" y="364645"/>
                    <a:pt x="3775378" y="364898"/>
                  </a:cubicBezTo>
                  <a:cubicBezTo>
                    <a:pt x="3773858" y="363886"/>
                    <a:pt x="3767021" y="359581"/>
                    <a:pt x="3765755" y="358821"/>
                  </a:cubicBezTo>
                  <a:close/>
                  <a:moveTo>
                    <a:pt x="3426433" y="309948"/>
                  </a:moveTo>
                  <a:cubicBezTo>
                    <a:pt x="3425926" y="309948"/>
                    <a:pt x="3425420" y="309948"/>
                    <a:pt x="3425166" y="310202"/>
                  </a:cubicBezTo>
                  <a:cubicBezTo>
                    <a:pt x="3423394" y="312734"/>
                    <a:pt x="3439094" y="323876"/>
                    <a:pt x="3444158" y="323623"/>
                  </a:cubicBezTo>
                  <a:cubicBezTo>
                    <a:pt x="3446184" y="323369"/>
                    <a:pt x="3444918" y="321090"/>
                    <a:pt x="3441120" y="317798"/>
                  </a:cubicBezTo>
                  <a:cubicBezTo>
                    <a:pt x="3437575" y="314760"/>
                    <a:pt x="3430737" y="310455"/>
                    <a:pt x="3426433" y="309948"/>
                  </a:cubicBezTo>
                  <a:close/>
                  <a:moveTo>
                    <a:pt x="2482153" y="281587"/>
                  </a:moveTo>
                  <a:cubicBezTo>
                    <a:pt x="2485952" y="286652"/>
                    <a:pt x="2496081" y="284879"/>
                    <a:pt x="2497094" y="278802"/>
                  </a:cubicBezTo>
                  <a:cubicBezTo>
                    <a:pt x="2497600" y="276269"/>
                    <a:pt x="2495828" y="271965"/>
                    <a:pt x="2489497" y="271711"/>
                  </a:cubicBezTo>
                  <a:cubicBezTo>
                    <a:pt x="2482407" y="271965"/>
                    <a:pt x="2479115" y="277536"/>
                    <a:pt x="2482153" y="281587"/>
                  </a:cubicBezTo>
                  <a:close/>
                  <a:moveTo>
                    <a:pt x="2446195" y="280574"/>
                  </a:moveTo>
                  <a:cubicBezTo>
                    <a:pt x="2449487" y="286398"/>
                    <a:pt x="2460376" y="284879"/>
                    <a:pt x="2461642" y="278295"/>
                  </a:cubicBezTo>
                  <a:cubicBezTo>
                    <a:pt x="2462149" y="275763"/>
                    <a:pt x="2460882" y="271458"/>
                    <a:pt x="2454298" y="271205"/>
                  </a:cubicBezTo>
                  <a:cubicBezTo>
                    <a:pt x="2447715" y="271205"/>
                    <a:pt x="2444169" y="276523"/>
                    <a:pt x="2446195" y="280574"/>
                  </a:cubicBezTo>
                  <a:close/>
                  <a:moveTo>
                    <a:pt x="1748305" y="276523"/>
                  </a:moveTo>
                  <a:cubicBezTo>
                    <a:pt x="1750331" y="274497"/>
                    <a:pt x="1752863" y="270952"/>
                    <a:pt x="1748811" y="270952"/>
                  </a:cubicBezTo>
                  <a:cubicBezTo>
                    <a:pt x="1742227" y="271458"/>
                    <a:pt x="1731592" y="279055"/>
                    <a:pt x="1731592" y="282347"/>
                  </a:cubicBezTo>
                  <a:cubicBezTo>
                    <a:pt x="1731592" y="285639"/>
                    <a:pt x="1740202" y="282853"/>
                    <a:pt x="1746785" y="277789"/>
                  </a:cubicBezTo>
                  <a:cubicBezTo>
                    <a:pt x="1747292" y="277282"/>
                    <a:pt x="1748051" y="276776"/>
                    <a:pt x="1748305" y="276523"/>
                  </a:cubicBezTo>
                  <a:close/>
                  <a:moveTo>
                    <a:pt x="1694368" y="279055"/>
                  </a:moveTo>
                  <a:cubicBezTo>
                    <a:pt x="1695127" y="278548"/>
                    <a:pt x="1695887" y="277789"/>
                    <a:pt x="1696647" y="277029"/>
                  </a:cubicBezTo>
                  <a:cubicBezTo>
                    <a:pt x="1697406" y="276269"/>
                    <a:pt x="1701458" y="272218"/>
                    <a:pt x="1697406" y="271965"/>
                  </a:cubicBezTo>
                  <a:cubicBezTo>
                    <a:pt x="1690822" y="272471"/>
                    <a:pt x="1679934" y="280068"/>
                    <a:pt x="1679427" y="283613"/>
                  </a:cubicBezTo>
                  <a:cubicBezTo>
                    <a:pt x="1678921" y="286905"/>
                    <a:pt x="1687531" y="284119"/>
                    <a:pt x="1694368" y="279055"/>
                  </a:cubicBezTo>
                  <a:close/>
                  <a:moveTo>
                    <a:pt x="3731823" y="337297"/>
                  </a:moveTo>
                  <a:cubicBezTo>
                    <a:pt x="3723973" y="332739"/>
                    <a:pt x="3716376" y="328181"/>
                    <a:pt x="3708526" y="323876"/>
                  </a:cubicBezTo>
                  <a:lnTo>
                    <a:pt x="3731823" y="337297"/>
                  </a:lnTo>
                  <a:cubicBezTo>
                    <a:pt x="3731823" y="337550"/>
                    <a:pt x="3731823" y="337297"/>
                    <a:pt x="3731823" y="337297"/>
                  </a:cubicBezTo>
                  <a:close/>
                  <a:moveTo>
                    <a:pt x="3723720" y="333752"/>
                  </a:moveTo>
                  <a:cubicBezTo>
                    <a:pt x="3722201" y="332739"/>
                    <a:pt x="3714857" y="328434"/>
                    <a:pt x="3714097" y="327927"/>
                  </a:cubicBezTo>
                  <a:cubicBezTo>
                    <a:pt x="3708273" y="324636"/>
                    <a:pt x="3701183" y="320584"/>
                    <a:pt x="3699917" y="319824"/>
                  </a:cubicBezTo>
                  <a:cubicBezTo>
                    <a:pt x="3699917" y="319824"/>
                    <a:pt x="3699917" y="319824"/>
                    <a:pt x="3699917" y="319824"/>
                  </a:cubicBezTo>
                  <a:cubicBezTo>
                    <a:pt x="3700170" y="320078"/>
                    <a:pt x="3722707" y="333498"/>
                    <a:pt x="3723720" y="333752"/>
                  </a:cubicBezTo>
                  <a:close/>
                  <a:moveTo>
                    <a:pt x="3695358" y="322357"/>
                  </a:moveTo>
                  <a:lnTo>
                    <a:pt x="3695358" y="322357"/>
                  </a:lnTo>
                  <a:cubicBezTo>
                    <a:pt x="3689534" y="319065"/>
                    <a:pt x="3682444" y="315013"/>
                    <a:pt x="3680672" y="314507"/>
                  </a:cubicBezTo>
                  <a:cubicBezTo>
                    <a:pt x="3680672" y="314507"/>
                    <a:pt x="3680672" y="314507"/>
                    <a:pt x="3680418" y="314507"/>
                  </a:cubicBezTo>
                  <a:cubicBezTo>
                    <a:pt x="3681431" y="315519"/>
                    <a:pt x="3703209" y="328687"/>
                    <a:pt x="3704221" y="328181"/>
                  </a:cubicBezTo>
                  <a:cubicBezTo>
                    <a:pt x="3703209" y="327168"/>
                    <a:pt x="3696625" y="323116"/>
                    <a:pt x="3695358" y="322357"/>
                  </a:cubicBezTo>
                  <a:close/>
                  <a:moveTo>
                    <a:pt x="3653323" y="318811"/>
                  </a:moveTo>
                  <a:cubicBezTo>
                    <a:pt x="3653323" y="317798"/>
                    <a:pt x="3646992" y="314000"/>
                    <a:pt x="3645726" y="312987"/>
                  </a:cubicBezTo>
                  <a:cubicBezTo>
                    <a:pt x="3640915" y="310202"/>
                    <a:pt x="3633318" y="305644"/>
                    <a:pt x="3630786" y="305137"/>
                  </a:cubicBezTo>
                  <a:cubicBezTo>
                    <a:pt x="3630786" y="305137"/>
                    <a:pt x="3630533" y="305137"/>
                    <a:pt x="3630533" y="305137"/>
                  </a:cubicBezTo>
                  <a:cubicBezTo>
                    <a:pt x="3630533" y="306910"/>
                    <a:pt x="3652057" y="319571"/>
                    <a:pt x="3653323" y="318811"/>
                  </a:cubicBezTo>
                  <a:close/>
                  <a:moveTo>
                    <a:pt x="3410226" y="282600"/>
                  </a:moveTo>
                  <a:cubicBezTo>
                    <a:pt x="3409973" y="282600"/>
                    <a:pt x="3409466" y="282600"/>
                    <a:pt x="3409213" y="282853"/>
                  </a:cubicBezTo>
                  <a:cubicBezTo>
                    <a:pt x="3406681" y="284879"/>
                    <a:pt x="3423647" y="296274"/>
                    <a:pt x="3428712" y="295768"/>
                  </a:cubicBezTo>
                  <a:cubicBezTo>
                    <a:pt x="3430737" y="295515"/>
                    <a:pt x="3428965" y="293236"/>
                    <a:pt x="3425166" y="290197"/>
                  </a:cubicBezTo>
                  <a:cubicBezTo>
                    <a:pt x="3421368" y="287411"/>
                    <a:pt x="3414278" y="283107"/>
                    <a:pt x="3410226" y="282600"/>
                  </a:cubicBezTo>
                  <a:close/>
                  <a:moveTo>
                    <a:pt x="2491269" y="244363"/>
                  </a:moveTo>
                  <a:cubicBezTo>
                    <a:pt x="2484432" y="244616"/>
                    <a:pt x="2481394" y="249934"/>
                    <a:pt x="2484179" y="253732"/>
                  </a:cubicBezTo>
                  <a:cubicBezTo>
                    <a:pt x="2487724" y="258544"/>
                    <a:pt x="2497347" y="256771"/>
                    <a:pt x="2498613" y="251200"/>
                  </a:cubicBezTo>
                  <a:cubicBezTo>
                    <a:pt x="2499120" y="248921"/>
                    <a:pt x="2497347" y="244869"/>
                    <a:pt x="2491269" y="244363"/>
                  </a:cubicBezTo>
                  <a:close/>
                  <a:moveTo>
                    <a:pt x="2449740" y="252719"/>
                  </a:moveTo>
                  <a:cubicBezTo>
                    <a:pt x="2452779" y="258290"/>
                    <a:pt x="2463161" y="256771"/>
                    <a:pt x="2464681" y="250694"/>
                  </a:cubicBezTo>
                  <a:cubicBezTo>
                    <a:pt x="2465187" y="248161"/>
                    <a:pt x="2463921" y="244110"/>
                    <a:pt x="2457844" y="243857"/>
                  </a:cubicBezTo>
                  <a:cubicBezTo>
                    <a:pt x="2451260" y="244110"/>
                    <a:pt x="2447715" y="248921"/>
                    <a:pt x="2449740" y="252719"/>
                  </a:cubicBezTo>
                  <a:close/>
                  <a:moveTo>
                    <a:pt x="2415808" y="252213"/>
                  </a:moveTo>
                  <a:cubicBezTo>
                    <a:pt x="2418594" y="257784"/>
                    <a:pt x="2428976" y="256265"/>
                    <a:pt x="2431002" y="250187"/>
                  </a:cubicBezTo>
                  <a:cubicBezTo>
                    <a:pt x="2431761" y="247655"/>
                    <a:pt x="2430242" y="243603"/>
                    <a:pt x="2424418" y="243350"/>
                  </a:cubicBezTo>
                  <a:cubicBezTo>
                    <a:pt x="2417074" y="243350"/>
                    <a:pt x="2414036" y="248921"/>
                    <a:pt x="2415808" y="252213"/>
                  </a:cubicBezTo>
                  <a:close/>
                  <a:moveTo>
                    <a:pt x="3665984" y="300073"/>
                  </a:moveTo>
                  <a:cubicBezTo>
                    <a:pt x="3659907" y="296781"/>
                    <a:pt x="3652817" y="292982"/>
                    <a:pt x="3651804" y="292476"/>
                  </a:cubicBezTo>
                  <a:cubicBezTo>
                    <a:pt x="3651804" y="292476"/>
                    <a:pt x="3674341" y="304884"/>
                    <a:pt x="3675860" y="305644"/>
                  </a:cubicBezTo>
                  <a:cubicBezTo>
                    <a:pt x="3672568" y="303618"/>
                    <a:pt x="3669276" y="301845"/>
                    <a:pt x="3665984" y="300073"/>
                  </a:cubicBezTo>
                  <a:close/>
                  <a:moveTo>
                    <a:pt x="2619655" y="221066"/>
                  </a:moveTo>
                  <a:cubicBezTo>
                    <a:pt x="2619402" y="221066"/>
                    <a:pt x="2619149" y="221066"/>
                    <a:pt x="2618895" y="221066"/>
                  </a:cubicBezTo>
                  <a:cubicBezTo>
                    <a:pt x="2613324" y="221319"/>
                    <a:pt x="2611299" y="226890"/>
                    <a:pt x="2615603" y="230436"/>
                  </a:cubicBezTo>
                  <a:cubicBezTo>
                    <a:pt x="2620415" y="234487"/>
                    <a:pt x="2628265" y="232715"/>
                    <a:pt x="2628011" y="227650"/>
                  </a:cubicBezTo>
                  <a:cubicBezTo>
                    <a:pt x="2627758" y="225118"/>
                    <a:pt x="2625226" y="221573"/>
                    <a:pt x="2619655" y="221066"/>
                  </a:cubicBezTo>
                  <a:close/>
                  <a:moveTo>
                    <a:pt x="2588255" y="220306"/>
                  </a:moveTo>
                  <a:cubicBezTo>
                    <a:pt x="2581924" y="220306"/>
                    <a:pt x="2579645" y="225624"/>
                    <a:pt x="2583191" y="229169"/>
                  </a:cubicBezTo>
                  <a:cubicBezTo>
                    <a:pt x="2587495" y="233981"/>
                    <a:pt x="2596358" y="232208"/>
                    <a:pt x="2596358" y="226890"/>
                  </a:cubicBezTo>
                  <a:cubicBezTo>
                    <a:pt x="2596358" y="224358"/>
                    <a:pt x="2593826" y="220813"/>
                    <a:pt x="2588255" y="220306"/>
                  </a:cubicBezTo>
                  <a:close/>
                  <a:moveTo>
                    <a:pt x="2556855" y="219800"/>
                  </a:moveTo>
                  <a:cubicBezTo>
                    <a:pt x="2549765" y="220053"/>
                    <a:pt x="2548245" y="225371"/>
                    <a:pt x="2551031" y="228663"/>
                  </a:cubicBezTo>
                  <a:cubicBezTo>
                    <a:pt x="2555082" y="233221"/>
                    <a:pt x="2563945" y="231702"/>
                    <a:pt x="2564452" y="226131"/>
                  </a:cubicBezTo>
                  <a:cubicBezTo>
                    <a:pt x="2564452" y="223852"/>
                    <a:pt x="2562173" y="220053"/>
                    <a:pt x="2556855" y="219800"/>
                  </a:cubicBezTo>
                  <a:close/>
                  <a:moveTo>
                    <a:pt x="2486458" y="227397"/>
                  </a:moveTo>
                  <a:cubicBezTo>
                    <a:pt x="2490003" y="231955"/>
                    <a:pt x="2499120" y="230436"/>
                    <a:pt x="2500132" y="224865"/>
                  </a:cubicBezTo>
                  <a:cubicBezTo>
                    <a:pt x="2500639" y="222586"/>
                    <a:pt x="2499120" y="218787"/>
                    <a:pt x="2493295" y="218281"/>
                  </a:cubicBezTo>
                  <a:cubicBezTo>
                    <a:pt x="2486205" y="218534"/>
                    <a:pt x="2483926" y="224105"/>
                    <a:pt x="2486458" y="227397"/>
                  </a:cubicBezTo>
                  <a:close/>
                  <a:moveTo>
                    <a:pt x="2428976" y="217521"/>
                  </a:moveTo>
                  <a:cubicBezTo>
                    <a:pt x="2422139" y="217774"/>
                    <a:pt x="2419100" y="222839"/>
                    <a:pt x="2420873" y="226131"/>
                  </a:cubicBezTo>
                  <a:cubicBezTo>
                    <a:pt x="2423405" y="231195"/>
                    <a:pt x="2433534" y="229676"/>
                    <a:pt x="2435307" y="224105"/>
                  </a:cubicBezTo>
                  <a:cubicBezTo>
                    <a:pt x="2436066" y="221319"/>
                    <a:pt x="2434547" y="217774"/>
                    <a:pt x="2428976" y="217521"/>
                  </a:cubicBezTo>
                  <a:close/>
                  <a:moveTo>
                    <a:pt x="1812877" y="223852"/>
                  </a:moveTo>
                  <a:cubicBezTo>
                    <a:pt x="1813637" y="223345"/>
                    <a:pt x="1814397" y="222839"/>
                    <a:pt x="1815156" y="222079"/>
                  </a:cubicBezTo>
                  <a:cubicBezTo>
                    <a:pt x="1815916" y="221319"/>
                    <a:pt x="1819714" y="217774"/>
                    <a:pt x="1815663" y="217521"/>
                  </a:cubicBezTo>
                  <a:cubicBezTo>
                    <a:pt x="1809332" y="218027"/>
                    <a:pt x="1798950" y="224865"/>
                    <a:pt x="1798443" y="227903"/>
                  </a:cubicBezTo>
                  <a:cubicBezTo>
                    <a:pt x="1798190" y="230942"/>
                    <a:pt x="1806547" y="228663"/>
                    <a:pt x="1812877" y="223852"/>
                  </a:cubicBezTo>
                  <a:close/>
                  <a:moveTo>
                    <a:pt x="1791860" y="218281"/>
                  </a:moveTo>
                  <a:cubicBezTo>
                    <a:pt x="1785782" y="218787"/>
                    <a:pt x="1774893" y="225624"/>
                    <a:pt x="1774134" y="228663"/>
                  </a:cubicBezTo>
                  <a:cubicBezTo>
                    <a:pt x="1773374" y="231702"/>
                    <a:pt x="1781731" y="229169"/>
                    <a:pt x="1788315" y="224611"/>
                  </a:cubicBezTo>
                  <a:cubicBezTo>
                    <a:pt x="1789834" y="223598"/>
                    <a:pt x="1790593" y="222839"/>
                    <a:pt x="1791353" y="222332"/>
                  </a:cubicBezTo>
                  <a:cubicBezTo>
                    <a:pt x="1792366" y="221319"/>
                    <a:pt x="1795405" y="218281"/>
                    <a:pt x="1791860" y="218281"/>
                  </a:cubicBezTo>
                  <a:close/>
                  <a:moveTo>
                    <a:pt x="1371251" y="255758"/>
                  </a:moveTo>
                  <a:cubicBezTo>
                    <a:pt x="1367200" y="257784"/>
                    <a:pt x="1363401" y="259810"/>
                    <a:pt x="1359350" y="261582"/>
                  </a:cubicBezTo>
                  <a:lnTo>
                    <a:pt x="1383659" y="249427"/>
                  </a:lnTo>
                  <a:cubicBezTo>
                    <a:pt x="1379608" y="251706"/>
                    <a:pt x="1375303" y="253732"/>
                    <a:pt x="1371251" y="255758"/>
                  </a:cubicBezTo>
                  <a:close/>
                  <a:moveTo>
                    <a:pt x="3603944" y="268166"/>
                  </a:moveTo>
                  <a:cubicBezTo>
                    <a:pt x="3597867" y="265127"/>
                    <a:pt x="3590776" y="261329"/>
                    <a:pt x="3589257" y="260823"/>
                  </a:cubicBezTo>
                  <a:lnTo>
                    <a:pt x="3589257" y="260823"/>
                  </a:lnTo>
                  <a:cubicBezTo>
                    <a:pt x="3590523" y="261582"/>
                    <a:pt x="3612300" y="273231"/>
                    <a:pt x="3613566" y="273231"/>
                  </a:cubicBezTo>
                  <a:cubicBezTo>
                    <a:pt x="3612047" y="272471"/>
                    <a:pt x="3605210" y="268926"/>
                    <a:pt x="3603944" y="268166"/>
                  </a:cubicBezTo>
                  <a:close/>
                  <a:moveTo>
                    <a:pt x="2614844" y="196503"/>
                  </a:moveTo>
                  <a:cubicBezTo>
                    <a:pt x="2609526" y="196756"/>
                    <a:pt x="2607753" y="201821"/>
                    <a:pt x="2611805" y="205366"/>
                  </a:cubicBezTo>
                  <a:cubicBezTo>
                    <a:pt x="2616363" y="209418"/>
                    <a:pt x="2623707" y="207645"/>
                    <a:pt x="2623453" y="202581"/>
                  </a:cubicBezTo>
                  <a:cubicBezTo>
                    <a:pt x="2623200" y="200302"/>
                    <a:pt x="2620668" y="196756"/>
                    <a:pt x="2615603" y="196250"/>
                  </a:cubicBezTo>
                  <a:cubicBezTo>
                    <a:pt x="2615350" y="196503"/>
                    <a:pt x="2614844" y="196250"/>
                    <a:pt x="2614844" y="196503"/>
                  </a:cubicBezTo>
                  <a:close/>
                  <a:moveTo>
                    <a:pt x="2555589" y="194984"/>
                  </a:moveTo>
                  <a:cubicBezTo>
                    <a:pt x="2548752" y="194984"/>
                    <a:pt x="2547486" y="200302"/>
                    <a:pt x="2550018" y="203594"/>
                  </a:cubicBezTo>
                  <a:cubicBezTo>
                    <a:pt x="2553816" y="207898"/>
                    <a:pt x="2562426" y="206379"/>
                    <a:pt x="2562679" y="201315"/>
                  </a:cubicBezTo>
                  <a:cubicBezTo>
                    <a:pt x="2562932" y="198782"/>
                    <a:pt x="2560653" y="195237"/>
                    <a:pt x="2555589" y="194984"/>
                  </a:cubicBezTo>
                  <a:close/>
                  <a:moveTo>
                    <a:pt x="2457084" y="201315"/>
                  </a:moveTo>
                  <a:cubicBezTo>
                    <a:pt x="2459869" y="206126"/>
                    <a:pt x="2469239" y="204860"/>
                    <a:pt x="2470758" y="199542"/>
                  </a:cubicBezTo>
                  <a:cubicBezTo>
                    <a:pt x="2471265" y="197263"/>
                    <a:pt x="2469999" y="193718"/>
                    <a:pt x="2464681" y="193465"/>
                  </a:cubicBezTo>
                  <a:cubicBezTo>
                    <a:pt x="2458350" y="193465"/>
                    <a:pt x="2455311" y="198023"/>
                    <a:pt x="2457084" y="201315"/>
                  </a:cubicBezTo>
                  <a:close/>
                  <a:moveTo>
                    <a:pt x="1823513" y="199542"/>
                  </a:moveTo>
                  <a:cubicBezTo>
                    <a:pt x="1824779" y="198529"/>
                    <a:pt x="1826298" y="197516"/>
                    <a:pt x="1827058" y="196756"/>
                  </a:cubicBezTo>
                  <a:cubicBezTo>
                    <a:pt x="1828324" y="195490"/>
                    <a:pt x="1829844" y="193718"/>
                    <a:pt x="1827058" y="193465"/>
                  </a:cubicBezTo>
                  <a:cubicBezTo>
                    <a:pt x="1821234" y="193971"/>
                    <a:pt x="1810345" y="200302"/>
                    <a:pt x="1809332" y="203340"/>
                  </a:cubicBezTo>
                  <a:cubicBezTo>
                    <a:pt x="1808572" y="206126"/>
                    <a:pt x="1816676" y="204100"/>
                    <a:pt x="1823513" y="199542"/>
                  </a:cubicBezTo>
                  <a:close/>
                  <a:moveTo>
                    <a:pt x="1805027" y="196756"/>
                  </a:moveTo>
                  <a:cubicBezTo>
                    <a:pt x="1806294" y="195490"/>
                    <a:pt x="1807306" y="193971"/>
                    <a:pt x="1805027" y="193971"/>
                  </a:cubicBezTo>
                  <a:cubicBezTo>
                    <a:pt x="1798950" y="194477"/>
                    <a:pt x="1787302" y="201568"/>
                    <a:pt x="1786795" y="204100"/>
                  </a:cubicBezTo>
                  <a:cubicBezTo>
                    <a:pt x="1786542" y="206379"/>
                    <a:pt x="1794139" y="204100"/>
                    <a:pt x="1800723" y="199795"/>
                  </a:cubicBezTo>
                  <a:cubicBezTo>
                    <a:pt x="1803001" y="198529"/>
                    <a:pt x="1804268" y="197516"/>
                    <a:pt x="1805027" y="196756"/>
                  </a:cubicBezTo>
                  <a:close/>
                  <a:moveTo>
                    <a:pt x="2549005" y="179790"/>
                  </a:moveTo>
                  <a:cubicBezTo>
                    <a:pt x="2552803" y="183842"/>
                    <a:pt x="2560907" y="182576"/>
                    <a:pt x="2561160" y="177765"/>
                  </a:cubicBezTo>
                  <a:cubicBezTo>
                    <a:pt x="2561160" y="175486"/>
                    <a:pt x="2559134" y="172194"/>
                    <a:pt x="2554323" y="171940"/>
                  </a:cubicBezTo>
                  <a:cubicBezTo>
                    <a:pt x="2547992" y="171687"/>
                    <a:pt x="2546473" y="176752"/>
                    <a:pt x="2549005" y="179790"/>
                  </a:cubicBezTo>
                  <a:close/>
                  <a:moveTo>
                    <a:pt x="2532039" y="177005"/>
                  </a:moveTo>
                  <a:cubicBezTo>
                    <a:pt x="2532292" y="174726"/>
                    <a:pt x="2530520" y="171434"/>
                    <a:pt x="2525455" y="171181"/>
                  </a:cubicBezTo>
                  <a:cubicBezTo>
                    <a:pt x="2519631" y="171181"/>
                    <a:pt x="2517099" y="175992"/>
                    <a:pt x="2519884" y="179284"/>
                  </a:cubicBezTo>
                  <a:cubicBezTo>
                    <a:pt x="2523176" y="183336"/>
                    <a:pt x="2531532" y="181816"/>
                    <a:pt x="2532039" y="177005"/>
                  </a:cubicBezTo>
                  <a:close/>
                  <a:moveTo>
                    <a:pt x="2502918" y="176498"/>
                  </a:moveTo>
                  <a:cubicBezTo>
                    <a:pt x="2503424" y="174219"/>
                    <a:pt x="2501652" y="170927"/>
                    <a:pt x="2496840" y="170674"/>
                  </a:cubicBezTo>
                  <a:cubicBezTo>
                    <a:pt x="2491016" y="170927"/>
                    <a:pt x="2488231" y="175486"/>
                    <a:pt x="2490510" y="178777"/>
                  </a:cubicBezTo>
                  <a:cubicBezTo>
                    <a:pt x="2493549" y="182576"/>
                    <a:pt x="2501905" y="181310"/>
                    <a:pt x="2502918" y="176498"/>
                  </a:cubicBezTo>
                  <a:close/>
                  <a:moveTo>
                    <a:pt x="2467719" y="169915"/>
                  </a:moveTo>
                  <a:cubicBezTo>
                    <a:pt x="2462149" y="170168"/>
                    <a:pt x="2458857" y="174473"/>
                    <a:pt x="2460629" y="177511"/>
                  </a:cubicBezTo>
                  <a:cubicBezTo>
                    <a:pt x="2463161" y="182069"/>
                    <a:pt x="2472277" y="181056"/>
                    <a:pt x="2473544" y="175739"/>
                  </a:cubicBezTo>
                  <a:cubicBezTo>
                    <a:pt x="2474303" y="173713"/>
                    <a:pt x="2472784" y="170168"/>
                    <a:pt x="2467719" y="169915"/>
                  </a:cubicBezTo>
                  <a:close/>
                  <a:moveTo>
                    <a:pt x="2431002" y="177258"/>
                  </a:moveTo>
                  <a:cubicBezTo>
                    <a:pt x="2433028" y="181816"/>
                    <a:pt x="2442397" y="180550"/>
                    <a:pt x="2444169" y="175486"/>
                  </a:cubicBezTo>
                  <a:cubicBezTo>
                    <a:pt x="2444929" y="173206"/>
                    <a:pt x="2443663" y="169915"/>
                    <a:pt x="2438599" y="169661"/>
                  </a:cubicBezTo>
                  <a:cubicBezTo>
                    <a:pt x="2433028" y="169661"/>
                    <a:pt x="2429482" y="173966"/>
                    <a:pt x="2431002" y="177258"/>
                  </a:cubicBezTo>
                  <a:close/>
                  <a:moveTo>
                    <a:pt x="2401374" y="176752"/>
                  </a:moveTo>
                  <a:cubicBezTo>
                    <a:pt x="2403147" y="181310"/>
                    <a:pt x="2412516" y="180044"/>
                    <a:pt x="2414542" y="174979"/>
                  </a:cubicBezTo>
                  <a:cubicBezTo>
                    <a:pt x="2415555" y="172700"/>
                    <a:pt x="2414542" y="169408"/>
                    <a:pt x="2409478" y="169155"/>
                  </a:cubicBezTo>
                  <a:cubicBezTo>
                    <a:pt x="2403400" y="169155"/>
                    <a:pt x="2400361" y="173713"/>
                    <a:pt x="2401374" y="176752"/>
                  </a:cubicBezTo>
                  <a:close/>
                  <a:moveTo>
                    <a:pt x="2385168" y="174473"/>
                  </a:moveTo>
                  <a:cubicBezTo>
                    <a:pt x="2386181" y="172194"/>
                    <a:pt x="2385421" y="168902"/>
                    <a:pt x="2380357" y="168648"/>
                  </a:cubicBezTo>
                  <a:cubicBezTo>
                    <a:pt x="2374532" y="168902"/>
                    <a:pt x="2370481" y="173206"/>
                    <a:pt x="2371494" y="176245"/>
                  </a:cubicBezTo>
                  <a:cubicBezTo>
                    <a:pt x="2373266" y="181056"/>
                    <a:pt x="2382889" y="179790"/>
                    <a:pt x="2385168" y="174473"/>
                  </a:cubicBezTo>
                  <a:close/>
                  <a:moveTo>
                    <a:pt x="3495817" y="215242"/>
                  </a:moveTo>
                  <a:cubicBezTo>
                    <a:pt x="3489232" y="212203"/>
                    <a:pt x="3481889" y="208911"/>
                    <a:pt x="3480876" y="208658"/>
                  </a:cubicBezTo>
                  <a:cubicBezTo>
                    <a:pt x="3480876" y="208658"/>
                    <a:pt x="3504933" y="220053"/>
                    <a:pt x="3505945" y="220053"/>
                  </a:cubicBezTo>
                  <a:cubicBezTo>
                    <a:pt x="3504426" y="219294"/>
                    <a:pt x="3498855" y="216761"/>
                    <a:pt x="3495817" y="215242"/>
                  </a:cubicBezTo>
                  <a:close/>
                  <a:moveTo>
                    <a:pt x="3490499" y="213723"/>
                  </a:moveTo>
                  <a:cubicBezTo>
                    <a:pt x="3484422" y="210937"/>
                    <a:pt x="3476825" y="207645"/>
                    <a:pt x="3475305" y="207139"/>
                  </a:cubicBezTo>
                  <a:cubicBezTo>
                    <a:pt x="3475305" y="207139"/>
                    <a:pt x="3475305" y="207139"/>
                    <a:pt x="3475305" y="207139"/>
                  </a:cubicBezTo>
                  <a:cubicBezTo>
                    <a:pt x="3476571" y="207898"/>
                    <a:pt x="3499108" y="218281"/>
                    <a:pt x="3500374" y="218534"/>
                  </a:cubicBezTo>
                  <a:cubicBezTo>
                    <a:pt x="3499108" y="217774"/>
                    <a:pt x="3491512" y="214229"/>
                    <a:pt x="3490499" y="213723"/>
                  </a:cubicBezTo>
                  <a:close/>
                  <a:moveTo>
                    <a:pt x="2686000" y="161558"/>
                  </a:moveTo>
                  <a:cubicBezTo>
                    <a:pt x="2690812" y="164344"/>
                    <a:pt x="2695876" y="162571"/>
                    <a:pt x="2694610" y="158519"/>
                  </a:cubicBezTo>
                  <a:cubicBezTo>
                    <a:pt x="2693850" y="156240"/>
                    <a:pt x="2690812" y="153202"/>
                    <a:pt x="2686253" y="152948"/>
                  </a:cubicBezTo>
                  <a:cubicBezTo>
                    <a:pt x="2685747" y="152948"/>
                    <a:pt x="2685241" y="152948"/>
                    <a:pt x="2684481" y="153202"/>
                  </a:cubicBezTo>
                  <a:cubicBezTo>
                    <a:pt x="2680429" y="154215"/>
                    <a:pt x="2681189" y="159026"/>
                    <a:pt x="2686000" y="161558"/>
                  </a:cubicBezTo>
                  <a:close/>
                  <a:moveTo>
                    <a:pt x="2547992" y="157253"/>
                  </a:moveTo>
                  <a:cubicBezTo>
                    <a:pt x="2551537" y="161052"/>
                    <a:pt x="2559134" y="159786"/>
                    <a:pt x="2559387" y="155227"/>
                  </a:cubicBezTo>
                  <a:cubicBezTo>
                    <a:pt x="2559387" y="153202"/>
                    <a:pt x="2557615" y="149910"/>
                    <a:pt x="2552803" y="149656"/>
                  </a:cubicBezTo>
                  <a:cubicBezTo>
                    <a:pt x="2546979" y="149656"/>
                    <a:pt x="2545460" y="154468"/>
                    <a:pt x="2547992" y="157253"/>
                  </a:cubicBezTo>
                  <a:close/>
                  <a:moveTo>
                    <a:pt x="2392765" y="152442"/>
                  </a:moveTo>
                  <a:cubicBezTo>
                    <a:pt x="2393778" y="150416"/>
                    <a:pt x="2393271" y="147124"/>
                    <a:pt x="2388460" y="146871"/>
                  </a:cubicBezTo>
                  <a:cubicBezTo>
                    <a:pt x="2383142" y="147124"/>
                    <a:pt x="2379090" y="151176"/>
                    <a:pt x="2380103" y="153961"/>
                  </a:cubicBezTo>
                  <a:cubicBezTo>
                    <a:pt x="2381623" y="158519"/>
                    <a:pt x="2390486" y="157253"/>
                    <a:pt x="2392765" y="152442"/>
                  </a:cubicBezTo>
                  <a:close/>
                  <a:moveTo>
                    <a:pt x="1894416" y="153708"/>
                  </a:moveTo>
                  <a:cubicBezTo>
                    <a:pt x="1897202" y="151936"/>
                    <a:pt x="1898721" y="150923"/>
                    <a:pt x="1899227" y="150416"/>
                  </a:cubicBezTo>
                  <a:cubicBezTo>
                    <a:pt x="1901253" y="148390"/>
                    <a:pt x="1899734" y="148390"/>
                    <a:pt x="1898974" y="148390"/>
                  </a:cubicBezTo>
                  <a:cubicBezTo>
                    <a:pt x="1893403" y="148897"/>
                    <a:pt x="1881755" y="154974"/>
                    <a:pt x="1880995" y="157506"/>
                  </a:cubicBezTo>
                  <a:cubicBezTo>
                    <a:pt x="1880742" y="159532"/>
                    <a:pt x="1887832" y="157506"/>
                    <a:pt x="1894416" y="153708"/>
                  </a:cubicBezTo>
                  <a:close/>
                  <a:moveTo>
                    <a:pt x="3444665" y="192452"/>
                  </a:moveTo>
                  <a:cubicBezTo>
                    <a:pt x="3439600" y="190426"/>
                    <a:pt x="3434789" y="188147"/>
                    <a:pt x="3429725" y="186121"/>
                  </a:cubicBezTo>
                  <a:cubicBezTo>
                    <a:pt x="3429725" y="186121"/>
                    <a:pt x="3454288" y="196503"/>
                    <a:pt x="3455300" y="197010"/>
                  </a:cubicBezTo>
                  <a:cubicBezTo>
                    <a:pt x="3451755" y="195237"/>
                    <a:pt x="3448210" y="193718"/>
                    <a:pt x="3444665" y="192452"/>
                  </a:cubicBezTo>
                  <a:close/>
                  <a:moveTo>
                    <a:pt x="3440613" y="190932"/>
                  </a:moveTo>
                  <a:cubicBezTo>
                    <a:pt x="3433270" y="187894"/>
                    <a:pt x="3426686" y="185108"/>
                    <a:pt x="3425673" y="184602"/>
                  </a:cubicBezTo>
                  <a:cubicBezTo>
                    <a:pt x="3425673" y="184602"/>
                    <a:pt x="3450489" y="195237"/>
                    <a:pt x="3450996" y="195490"/>
                  </a:cubicBezTo>
                  <a:cubicBezTo>
                    <a:pt x="3447450" y="193718"/>
                    <a:pt x="3443905" y="192452"/>
                    <a:pt x="3440613" y="190932"/>
                  </a:cubicBezTo>
                  <a:close/>
                  <a:moveTo>
                    <a:pt x="2602182" y="130158"/>
                  </a:moveTo>
                  <a:cubicBezTo>
                    <a:pt x="2601929" y="130158"/>
                    <a:pt x="2601676" y="130158"/>
                    <a:pt x="2601676" y="130158"/>
                  </a:cubicBezTo>
                  <a:cubicBezTo>
                    <a:pt x="2597118" y="130411"/>
                    <a:pt x="2595852" y="134716"/>
                    <a:pt x="2599397" y="137502"/>
                  </a:cubicBezTo>
                  <a:cubicBezTo>
                    <a:pt x="2603449" y="140794"/>
                    <a:pt x="2609779" y="139527"/>
                    <a:pt x="2609273" y="135223"/>
                  </a:cubicBezTo>
                  <a:cubicBezTo>
                    <a:pt x="2608766" y="133450"/>
                    <a:pt x="2606487" y="130411"/>
                    <a:pt x="2602182" y="130158"/>
                  </a:cubicBezTo>
                  <a:close/>
                  <a:moveTo>
                    <a:pt x="2576860" y="129652"/>
                  </a:moveTo>
                  <a:cubicBezTo>
                    <a:pt x="2576607" y="129652"/>
                    <a:pt x="2576353" y="129652"/>
                    <a:pt x="2576353" y="129652"/>
                  </a:cubicBezTo>
                  <a:cubicBezTo>
                    <a:pt x="2571795" y="129905"/>
                    <a:pt x="2570023" y="134210"/>
                    <a:pt x="2573568" y="136995"/>
                  </a:cubicBezTo>
                  <a:cubicBezTo>
                    <a:pt x="2577366" y="140287"/>
                    <a:pt x="2583950" y="138768"/>
                    <a:pt x="2583697" y="134716"/>
                  </a:cubicBezTo>
                  <a:cubicBezTo>
                    <a:pt x="2583444" y="132690"/>
                    <a:pt x="2581165" y="129905"/>
                    <a:pt x="2576860" y="129652"/>
                  </a:cubicBezTo>
                  <a:close/>
                  <a:moveTo>
                    <a:pt x="2546979" y="136236"/>
                  </a:moveTo>
                  <a:cubicBezTo>
                    <a:pt x="2550271" y="140034"/>
                    <a:pt x="2557615" y="138768"/>
                    <a:pt x="2557615" y="134210"/>
                  </a:cubicBezTo>
                  <a:cubicBezTo>
                    <a:pt x="2557615" y="132184"/>
                    <a:pt x="2555842" y="129398"/>
                    <a:pt x="2551284" y="129145"/>
                  </a:cubicBezTo>
                  <a:cubicBezTo>
                    <a:pt x="2545713" y="129145"/>
                    <a:pt x="2544700" y="133450"/>
                    <a:pt x="2546979" y="136236"/>
                  </a:cubicBezTo>
                  <a:close/>
                  <a:moveTo>
                    <a:pt x="2531786" y="133703"/>
                  </a:moveTo>
                  <a:cubicBezTo>
                    <a:pt x="2532039" y="131677"/>
                    <a:pt x="2530266" y="128892"/>
                    <a:pt x="2525961" y="128639"/>
                  </a:cubicBezTo>
                  <a:cubicBezTo>
                    <a:pt x="2520644" y="128639"/>
                    <a:pt x="2518618" y="132944"/>
                    <a:pt x="2520897" y="135729"/>
                  </a:cubicBezTo>
                  <a:cubicBezTo>
                    <a:pt x="2523936" y="139274"/>
                    <a:pt x="2531279" y="138008"/>
                    <a:pt x="2531786" y="133703"/>
                  </a:cubicBezTo>
                  <a:close/>
                  <a:moveTo>
                    <a:pt x="2479621" y="132690"/>
                  </a:moveTo>
                  <a:cubicBezTo>
                    <a:pt x="2480128" y="130918"/>
                    <a:pt x="2479115" y="127879"/>
                    <a:pt x="2474557" y="127626"/>
                  </a:cubicBezTo>
                  <a:cubicBezTo>
                    <a:pt x="2469492" y="127626"/>
                    <a:pt x="2466707" y="131424"/>
                    <a:pt x="2467973" y="134210"/>
                  </a:cubicBezTo>
                  <a:cubicBezTo>
                    <a:pt x="2470252" y="138515"/>
                    <a:pt x="2478355" y="137248"/>
                    <a:pt x="2479621" y="132690"/>
                  </a:cubicBezTo>
                  <a:close/>
                  <a:moveTo>
                    <a:pt x="2400615" y="131424"/>
                  </a:moveTo>
                  <a:cubicBezTo>
                    <a:pt x="2401627" y="129652"/>
                    <a:pt x="2401374" y="126613"/>
                    <a:pt x="2396563" y="126360"/>
                  </a:cubicBezTo>
                  <a:cubicBezTo>
                    <a:pt x="2391499" y="126613"/>
                    <a:pt x="2387700" y="130411"/>
                    <a:pt x="2388460" y="133197"/>
                  </a:cubicBezTo>
                  <a:cubicBezTo>
                    <a:pt x="2389726" y="137248"/>
                    <a:pt x="2398336" y="136236"/>
                    <a:pt x="2400615" y="131424"/>
                  </a:cubicBezTo>
                  <a:close/>
                  <a:moveTo>
                    <a:pt x="1950379" y="132437"/>
                  </a:moveTo>
                  <a:cubicBezTo>
                    <a:pt x="1953164" y="130918"/>
                    <a:pt x="1954431" y="129905"/>
                    <a:pt x="1954937" y="129398"/>
                  </a:cubicBezTo>
                  <a:cubicBezTo>
                    <a:pt x="1956963" y="127626"/>
                    <a:pt x="1955190" y="127626"/>
                    <a:pt x="1954684" y="127373"/>
                  </a:cubicBezTo>
                  <a:cubicBezTo>
                    <a:pt x="1949366" y="127626"/>
                    <a:pt x="1937971" y="133703"/>
                    <a:pt x="1937211" y="135729"/>
                  </a:cubicBezTo>
                  <a:cubicBezTo>
                    <a:pt x="1936705" y="137755"/>
                    <a:pt x="1944048" y="135729"/>
                    <a:pt x="1950379" y="132437"/>
                  </a:cubicBezTo>
                  <a:close/>
                  <a:moveTo>
                    <a:pt x="3384650" y="167889"/>
                  </a:moveTo>
                  <a:cubicBezTo>
                    <a:pt x="3377560" y="165103"/>
                    <a:pt x="3370470" y="162318"/>
                    <a:pt x="3369457" y="162065"/>
                  </a:cubicBezTo>
                  <a:cubicBezTo>
                    <a:pt x="3369457" y="162065"/>
                    <a:pt x="3393767" y="171687"/>
                    <a:pt x="3395286" y="172194"/>
                  </a:cubicBezTo>
                  <a:cubicBezTo>
                    <a:pt x="3391741" y="170674"/>
                    <a:pt x="3388196" y="169155"/>
                    <a:pt x="3384650" y="167889"/>
                  </a:cubicBezTo>
                  <a:close/>
                  <a:moveTo>
                    <a:pt x="3380092" y="166623"/>
                  </a:moveTo>
                  <a:lnTo>
                    <a:pt x="3380092" y="166623"/>
                  </a:lnTo>
                  <a:cubicBezTo>
                    <a:pt x="3373508" y="164090"/>
                    <a:pt x="3366165" y="161052"/>
                    <a:pt x="3364899" y="160798"/>
                  </a:cubicBezTo>
                  <a:cubicBezTo>
                    <a:pt x="3364899" y="160798"/>
                    <a:pt x="3389715" y="170927"/>
                    <a:pt x="3390475" y="170927"/>
                  </a:cubicBezTo>
                  <a:cubicBezTo>
                    <a:pt x="3388955" y="170168"/>
                    <a:pt x="3383131" y="167636"/>
                    <a:pt x="3380092" y="166623"/>
                  </a:cubicBezTo>
                  <a:close/>
                  <a:moveTo>
                    <a:pt x="3362366" y="162571"/>
                  </a:moveTo>
                  <a:cubicBezTo>
                    <a:pt x="3356289" y="160039"/>
                    <a:pt x="3348692" y="157253"/>
                    <a:pt x="3346920" y="156747"/>
                  </a:cubicBezTo>
                  <a:cubicBezTo>
                    <a:pt x="3346920" y="156747"/>
                    <a:pt x="3346920" y="156747"/>
                    <a:pt x="3346920" y="156747"/>
                  </a:cubicBezTo>
                  <a:cubicBezTo>
                    <a:pt x="3347933" y="157253"/>
                    <a:pt x="3370470" y="166623"/>
                    <a:pt x="3372242" y="166623"/>
                  </a:cubicBezTo>
                  <a:cubicBezTo>
                    <a:pt x="3370976" y="165863"/>
                    <a:pt x="3363126" y="162824"/>
                    <a:pt x="3362366" y="162571"/>
                  </a:cubicBezTo>
                  <a:close/>
                  <a:moveTo>
                    <a:pt x="3248668" y="143832"/>
                  </a:moveTo>
                  <a:cubicBezTo>
                    <a:pt x="3248668" y="143832"/>
                    <a:pt x="3248668" y="143832"/>
                    <a:pt x="3248668" y="143832"/>
                  </a:cubicBezTo>
                  <a:cubicBezTo>
                    <a:pt x="3248415" y="143832"/>
                    <a:pt x="3248415" y="143832"/>
                    <a:pt x="3248415" y="144086"/>
                  </a:cubicBezTo>
                  <a:cubicBezTo>
                    <a:pt x="3249681" y="145858"/>
                    <a:pt x="3268420" y="153708"/>
                    <a:pt x="3271205" y="153708"/>
                  </a:cubicBezTo>
                  <a:cubicBezTo>
                    <a:pt x="3271205" y="153708"/>
                    <a:pt x="3271205" y="153708"/>
                    <a:pt x="3271458" y="153455"/>
                  </a:cubicBezTo>
                  <a:cubicBezTo>
                    <a:pt x="3270699" y="152442"/>
                    <a:pt x="3266141" y="150416"/>
                    <a:pt x="3264115" y="149403"/>
                  </a:cubicBezTo>
                  <a:cubicBezTo>
                    <a:pt x="3259050" y="147124"/>
                    <a:pt x="3251453" y="144086"/>
                    <a:pt x="3248668" y="143832"/>
                  </a:cubicBezTo>
                  <a:close/>
                  <a:moveTo>
                    <a:pt x="2621174" y="111419"/>
                  </a:moveTo>
                  <a:cubicBezTo>
                    <a:pt x="2620668" y="111419"/>
                    <a:pt x="2620162" y="111419"/>
                    <a:pt x="2619655" y="111673"/>
                  </a:cubicBezTo>
                  <a:cubicBezTo>
                    <a:pt x="2616110" y="112432"/>
                    <a:pt x="2616110" y="116484"/>
                    <a:pt x="2619655" y="118763"/>
                  </a:cubicBezTo>
                  <a:cubicBezTo>
                    <a:pt x="2623707" y="121548"/>
                    <a:pt x="2629024" y="120029"/>
                    <a:pt x="2628265" y="116231"/>
                  </a:cubicBezTo>
                  <a:cubicBezTo>
                    <a:pt x="2627758" y="114458"/>
                    <a:pt x="2625226" y="111673"/>
                    <a:pt x="2621174" y="111419"/>
                  </a:cubicBezTo>
                  <a:close/>
                  <a:moveTo>
                    <a:pt x="2545713" y="116484"/>
                  </a:moveTo>
                  <a:cubicBezTo>
                    <a:pt x="2548752" y="120029"/>
                    <a:pt x="2555589" y="118763"/>
                    <a:pt x="2555842" y="114711"/>
                  </a:cubicBezTo>
                  <a:cubicBezTo>
                    <a:pt x="2555842" y="112939"/>
                    <a:pt x="2554070" y="110153"/>
                    <a:pt x="2550018" y="109900"/>
                  </a:cubicBezTo>
                  <a:cubicBezTo>
                    <a:pt x="2544700" y="109900"/>
                    <a:pt x="2543687" y="113952"/>
                    <a:pt x="2545713" y="116484"/>
                  </a:cubicBezTo>
                  <a:close/>
                  <a:moveTo>
                    <a:pt x="2531532" y="114205"/>
                  </a:moveTo>
                  <a:cubicBezTo>
                    <a:pt x="2531786" y="112432"/>
                    <a:pt x="2530266" y="109647"/>
                    <a:pt x="2525961" y="109394"/>
                  </a:cubicBezTo>
                  <a:cubicBezTo>
                    <a:pt x="2520897" y="109394"/>
                    <a:pt x="2519124" y="113192"/>
                    <a:pt x="2521150" y="115977"/>
                  </a:cubicBezTo>
                  <a:cubicBezTo>
                    <a:pt x="2524189" y="119523"/>
                    <a:pt x="2531026" y="118256"/>
                    <a:pt x="2531532" y="114205"/>
                  </a:cubicBezTo>
                  <a:close/>
                  <a:moveTo>
                    <a:pt x="2433281" y="112432"/>
                  </a:moveTo>
                  <a:cubicBezTo>
                    <a:pt x="2434041" y="110660"/>
                    <a:pt x="2433787" y="107874"/>
                    <a:pt x="2429229" y="107621"/>
                  </a:cubicBezTo>
                  <a:cubicBezTo>
                    <a:pt x="2424418" y="107621"/>
                    <a:pt x="2421126" y="111166"/>
                    <a:pt x="2421886" y="113698"/>
                  </a:cubicBezTo>
                  <a:cubicBezTo>
                    <a:pt x="2423405" y="117750"/>
                    <a:pt x="2431255" y="116737"/>
                    <a:pt x="2433281" y="112432"/>
                  </a:cubicBezTo>
                  <a:close/>
                  <a:moveTo>
                    <a:pt x="1990895" y="109647"/>
                  </a:moveTo>
                  <a:cubicBezTo>
                    <a:pt x="1992414" y="108127"/>
                    <a:pt x="1991148" y="108127"/>
                    <a:pt x="1990642" y="108127"/>
                  </a:cubicBezTo>
                  <a:cubicBezTo>
                    <a:pt x="1985577" y="108381"/>
                    <a:pt x="1974182" y="113952"/>
                    <a:pt x="1973169" y="115977"/>
                  </a:cubicBezTo>
                  <a:cubicBezTo>
                    <a:pt x="1972410" y="117750"/>
                    <a:pt x="1979247" y="115977"/>
                    <a:pt x="1985831" y="112686"/>
                  </a:cubicBezTo>
                  <a:cubicBezTo>
                    <a:pt x="1988110" y="111673"/>
                    <a:pt x="1989882" y="110660"/>
                    <a:pt x="1990895" y="109647"/>
                  </a:cubicBezTo>
                  <a:close/>
                  <a:moveTo>
                    <a:pt x="1967345" y="113192"/>
                  </a:moveTo>
                  <a:cubicBezTo>
                    <a:pt x="1969877" y="111926"/>
                    <a:pt x="1972156" y="110660"/>
                    <a:pt x="1972916" y="109647"/>
                  </a:cubicBezTo>
                  <a:cubicBezTo>
                    <a:pt x="1974182" y="108634"/>
                    <a:pt x="1972916" y="108381"/>
                    <a:pt x="1972410" y="108381"/>
                  </a:cubicBezTo>
                  <a:cubicBezTo>
                    <a:pt x="1967092" y="108634"/>
                    <a:pt x="1954684" y="114711"/>
                    <a:pt x="1954431" y="116484"/>
                  </a:cubicBezTo>
                  <a:cubicBezTo>
                    <a:pt x="1954177" y="118256"/>
                    <a:pt x="1961015" y="116231"/>
                    <a:pt x="1967345" y="113192"/>
                  </a:cubicBezTo>
                  <a:close/>
                  <a:moveTo>
                    <a:pt x="3328181" y="146111"/>
                  </a:moveTo>
                  <a:cubicBezTo>
                    <a:pt x="3323116" y="144339"/>
                    <a:pt x="3318052" y="142313"/>
                    <a:pt x="3312987" y="140540"/>
                  </a:cubicBezTo>
                  <a:cubicBezTo>
                    <a:pt x="3312987" y="140540"/>
                    <a:pt x="3337804" y="149656"/>
                    <a:pt x="3338817" y="150163"/>
                  </a:cubicBezTo>
                  <a:cubicBezTo>
                    <a:pt x="3335271" y="148897"/>
                    <a:pt x="3331726" y="147631"/>
                    <a:pt x="3328181" y="146111"/>
                  </a:cubicBezTo>
                  <a:close/>
                  <a:moveTo>
                    <a:pt x="3323876" y="144845"/>
                  </a:moveTo>
                  <a:cubicBezTo>
                    <a:pt x="3317292" y="142313"/>
                    <a:pt x="3309949" y="139781"/>
                    <a:pt x="3308683" y="139274"/>
                  </a:cubicBezTo>
                  <a:cubicBezTo>
                    <a:pt x="3308683" y="139274"/>
                    <a:pt x="3333752" y="148644"/>
                    <a:pt x="3334511" y="148644"/>
                  </a:cubicBezTo>
                  <a:cubicBezTo>
                    <a:pt x="3330966" y="147377"/>
                    <a:pt x="3327421" y="146111"/>
                    <a:pt x="3323876" y="144845"/>
                  </a:cubicBezTo>
                  <a:close/>
                  <a:moveTo>
                    <a:pt x="3300579" y="139781"/>
                  </a:moveTo>
                  <a:cubicBezTo>
                    <a:pt x="3294502" y="137502"/>
                    <a:pt x="3286905" y="134716"/>
                    <a:pt x="3285132" y="134463"/>
                  </a:cubicBezTo>
                  <a:cubicBezTo>
                    <a:pt x="3285132" y="134463"/>
                    <a:pt x="3285132" y="134463"/>
                    <a:pt x="3285132" y="134463"/>
                  </a:cubicBezTo>
                  <a:cubicBezTo>
                    <a:pt x="3286146" y="134969"/>
                    <a:pt x="3308429" y="143579"/>
                    <a:pt x="3310202" y="143832"/>
                  </a:cubicBezTo>
                  <a:cubicBezTo>
                    <a:pt x="3309189" y="143073"/>
                    <a:pt x="3301339" y="140287"/>
                    <a:pt x="3300579" y="139781"/>
                  </a:cubicBezTo>
                  <a:close/>
                  <a:moveTo>
                    <a:pt x="3062294" y="120029"/>
                  </a:moveTo>
                  <a:cubicBezTo>
                    <a:pt x="3063307" y="119776"/>
                    <a:pt x="3061281" y="118256"/>
                    <a:pt x="3057736" y="116484"/>
                  </a:cubicBezTo>
                  <a:cubicBezTo>
                    <a:pt x="3054191" y="114711"/>
                    <a:pt x="3047860" y="111926"/>
                    <a:pt x="3044568" y="111673"/>
                  </a:cubicBezTo>
                  <a:cubicBezTo>
                    <a:pt x="3044062" y="111673"/>
                    <a:pt x="3043808" y="111673"/>
                    <a:pt x="3043808" y="111926"/>
                  </a:cubicBezTo>
                  <a:cubicBezTo>
                    <a:pt x="3043555" y="113445"/>
                    <a:pt x="3060015" y="120789"/>
                    <a:pt x="3062294" y="120029"/>
                  </a:cubicBezTo>
                  <a:close/>
                  <a:moveTo>
                    <a:pt x="3045328" y="119016"/>
                  </a:moveTo>
                  <a:cubicBezTo>
                    <a:pt x="3046341" y="118763"/>
                    <a:pt x="3044568" y="117244"/>
                    <a:pt x="3041276" y="115471"/>
                  </a:cubicBezTo>
                  <a:cubicBezTo>
                    <a:pt x="3037984" y="113698"/>
                    <a:pt x="3031654" y="110913"/>
                    <a:pt x="3028361" y="110660"/>
                  </a:cubicBezTo>
                  <a:cubicBezTo>
                    <a:pt x="3027855" y="110660"/>
                    <a:pt x="3027602" y="110660"/>
                    <a:pt x="3027602" y="110913"/>
                  </a:cubicBezTo>
                  <a:cubicBezTo>
                    <a:pt x="3026842" y="112432"/>
                    <a:pt x="3042796" y="119776"/>
                    <a:pt x="3045328" y="119016"/>
                  </a:cubicBezTo>
                  <a:close/>
                  <a:moveTo>
                    <a:pt x="2940492" y="105595"/>
                  </a:moveTo>
                  <a:cubicBezTo>
                    <a:pt x="2939986" y="105595"/>
                    <a:pt x="2939479" y="105595"/>
                    <a:pt x="2939479" y="105848"/>
                  </a:cubicBezTo>
                  <a:cubicBezTo>
                    <a:pt x="2937960" y="107621"/>
                    <a:pt x="2951634" y="114711"/>
                    <a:pt x="2954926" y="113952"/>
                  </a:cubicBezTo>
                  <a:cubicBezTo>
                    <a:pt x="2956192" y="113698"/>
                    <a:pt x="2955179" y="112179"/>
                    <a:pt x="2952394" y="110406"/>
                  </a:cubicBezTo>
                  <a:cubicBezTo>
                    <a:pt x="2949355" y="108634"/>
                    <a:pt x="2944037" y="105848"/>
                    <a:pt x="2940492" y="105595"/>
                  </a:cubicBezTo>
                  <a:close/>
                  <a:moveTo>
                    <a:pt x="2636621" y="101037"/>
                  </a:moveTo>
                  <a:cubicBezTo>
                    <a:pt x="2640673" y="103063"/>
                    <a:pt x="2644724" y="101797"/>
                    <a:pt x="2643712" y="98505"/>
                  </a:cubicBezTo>
                  <a:cubicBezTo>
                    <a:pt x="2643205" y="96732"/>
                    <a:pt x="2640673" y="94200"/>
                    <a:pt x="2636621" y="93947"/>
                  </a:cubicBezTo>
                  <a:cubicBezTo>
                    <a:pt x="2636115" y="93947"/>
                    <a:pt x="2635608" y="93947"/>
                    <a:pt x="2634849" y="94200"/>
                  </a:cubicBezTo>
                  <a:cubicBezTo>
                    <a:pt x="2631810" y="95466"/>
                    <a:pt x="2632823" y="99265"/>
                    <a:pt x="2636621" y="101037"/>
                  </a:cubicBezTo>
                  <a:close/>
                  <a:moveTo>
                    <a:pt x="2544700" y="97998"/>
                  </a:moveTo>
                  <a:cubicBezTo>
                    <a:pt x="2547739" y="101290"/>
                    <a:pt x="2554070" y="100024"/>
                    <a:pt x="2554070" y="96479"/>
                  </a:cubicBezTo>
                  <a:cubicBezTo>
                    <a:pt x="2554070" y="94706"/>
                    <a:pt x="2552297" y="92174"/>
                    <a:pt x="2548499" y="91921"/>
                  </a:cubicBezTo>
                  <a:cubicBezTo>
                    <a:pt x="2543434" y="92174"/>
                    <a:pt x="2542674" y="95973"/>
                    <a:pt x="2544700" y="97998"/>
                  </a:cubicBezTo>
                  <a:close/>
                  <a:moveTo>
                    <a:pt x="2508489" y="95466"/>
                  </a:moveTo>
                  <a:cubicBezTo>
                    <a:pt x="2508742" y="93947"/>
                    <a:pt x="2507729" y="91161"/>
                    <a:pt x="2503678" y="91161"/>
                  </a:cubicBezTo>
                  <a:cubicBezTo>
                    <a:pt x="2498866" y="91161"/>
                    <a:pt x="2497094" y="94706"/>
                    <a:pt x="2498360" y="96986"/>
                  </a:cubicBezTo>
                  <a:cubicBezTo>
                    <a:pt x="2500639" y="100531"/>
                    <a:pt x="2507729" y="99518"/>
                    <a:pt x="2508489" y="95466"/>
                  </a:cubicBezTo>
                  <a:close/>
                  <a:moveTo>
                    <a:pt x="2462655" y="94706"/>
                  </a:moveTo>
                  <a:cubicBezTo>
                    <a:pt x="2463415" y="92934"/>
                    <a:pt x="2462655" y="90655"/>
                    <a:pt x="2458603" y="90402"/>
                  </a:cubicBezTo>
                  <a:cubicBezTo>
                    <a:pt x="2453792" y="90402"/>
                    <a:pt x="2451260" y="93947"/>
                    <a:pt x="2452273" y="96226"/>
                  </a:cubicBezTo>
                  <a:cubicBezTo>
                    <a:pt x="2453539" y="99518"/>
                    <a:pt x="2460882" y="98758"/>
                    <a:pt x="2462655" y="94706"/>
                  </a:cubicBezTo>
                  <a:close/>
                  <a:moveTo>
                    <a:pt x="2439358" y="94453"/>
                  </a:moveTo>
                  <a:cubicBezTo>
                    <a:pt x="2440118" y="92934"/>
                    <a:pt x="2439865" y="90402"/>
                    <a:pt x="2435813" y="90148"/>
                  </a:cubicBezTo>
                  <a:cubicBezTo>
                    <a:pt x="2431002" y="90148"/>
                    <a:pt x="2428216" y="93694"/>
                    <a:pt x="2428976" y="95973"/>
                  </a:cubicBezTo>
                  <a:cubicBezTo>
                    <a:pt x="2429989" y="99265"/>
                    <a:pt x="2437586" y="98252"/>
                    <a:pt x="2439358" y="94453"/>
                  </a:cubicBezTo>
                  <a:close/>
                  <a:moveTo>
                    <a:pt x="2416315" y="94200"/>
                  </a:moveTo>
                  <a:cubicBezTo>
                    <a:pt x="2417328" y="92681"/>
                    <a:pt x="2417328" y="90148"/>
                    <a:pt x="2413023" y="89895"/>
                  </a:cubicBezTo>
                  <a:cubicBezTo>
                    <a:pt x="2408465" y="89895"/>
                    <a:pt x="2404920" y="93187"/>
                    <a:pt x="2405426" y="95719"/>
                  </a:cubicBezTo>
                  <a:cubicBezTo>
                    <a:pt x="2406439" y="99011"/>
                    <a:pt x="2414036" y="97998"/>
                    <a:pt x="2416315" y="94200"/>
                  </a:cubicBezTo>
                  <a:close/>
                  <a:moveTo>
                    <a:pt x="2039261" y="94453"/>
                  </a:moveTo>
                  <a:cubicBezTo>
                    <a:pt x="2041793" y="93187"/>
                    <a:pt x="2043819" y="92174"/>
                    <a:pt x="2044579" y="91415"/>
                  </a:cubicBezTo>
                  <a:cubicBezTo>
                    <a:pt x="2045592" y="90402"/>
                    <a:pt x="2044579" y="90402"/>
                    <a:pt x="2044073" y="90402"/>
                  </a:cubicBezTo>
                  <a:cubicBezTo>
                    <a:pt x="2039008" y="90655"/>
                    <a:pt x="2028119" y="95719"/>
                    <a:pt x="2027107" y="97745"/>
                  </a:cubicBezTo>
                  <a:cubicBezTo>
                    <a:pt x="2026347" y="99011"/>
                    <a:pt x="2032931" y="97492"/>
                    <a:pt x="2039261" y="94453"/>
                  </a:cubicBezTo>
                  <a:close/>
                  <a:moveTo>
                    <a:pt x="2004316" y="95213"/>
                  </a:moveTo>
                  <a:cubicBezTo>
                    <a:pt x="2007355" y="93947"/>
                    <a:pt x="2009634" y="92681"/>
                    <a:pt x="2010394" y="91921"/>
                  </a:cubicBezTo>
                  <a:cubicBezTo>
                    <a:pt x="2011153" y="91161"/>
                    <a:pt x="2010394" y="91161"/>
                    <a:pt x="2009887" y="91161"/>
                  </a:cubicBezTo>
                  <a:cubicBezTo>
                    <a:pt x="2004823" y="91415"/>
                    <a:pt x="1992414" y="96986"/>
                    <a:pt x="1991908" y="98505"/>
                  </a:cubicBezTo>
                  <a:cubicBezTo>
                    <a:pt x="1991402" y="99771"/>
                    <a:pt x="1997985" y="97998"/>
                    <a:pt x="2004316" y="95213"/>
                  </a:cubicBezTo>
                  <a:close/>
                  <a:moveTo>
                    <a:pt x="3266900" y="124840"/>
                  </a:moveTo>
                  <a:lnTo>
                    <a:pt x="3266900" y="124840"/>
                  </a:lnTo>
                  <a:cubicBezTo>
                    <a:pt x="3260316" y="122561"/>
                    <a:pt x="3252720" y="120029"/>
                    <a:pt x="3251453" y="119776"/>
                  </a:cubicBezTo>
                  <a:cubicBezTo>
                    <a:pt x="3251453" y="119776"/>
                    <a:pt x="3276016" y="128132"/>
                    <a:pt x="3277536" y="128639"/>
                  </a:cubicBezTo>
                  <a:cubicBezTo>
                    <a:pt x="3273990" y="127119"/>
                    <a:pt x="3270445" y="126106"/>
                    <a:pt x="3266900" y="124840"/>
                  </a:cubicBezTo>
                  <a:close/>
                  <a:moveTo>
                    <a:pt x="3262342" y="123574"/>
                  </a:moveTo>
                  <a:cubicBezTo>
                    <a:pt x="3255759" y="121295"/>
                    <a:pt x="3248162" y="118763"/>
                    <a:pt x="3246896" y="118510"/>
                  </a:cubicBezTo>
                  <a:cubicBezTo>
                    <a:pt x="3246896" y="118510"/>
                    <a:pt x="3271965" y="127119"/>
                    <a:pt x="3272725" y="127373"/>
                  </a:cubicBezTo>
                  <a:cubicBezTo>
                    <a:pt x="3269433" y="125853"/>
                    <a:pt x="3265887" y="124840"/>
                    <a:pt x="3262342" y="123574"/>
                  </a:cubicBezTo>
                  <a:close/>
                  <a:moveTo>
                    <a:pt x="3257278" y="122308"/>
                  </a:moveTo>
                  <a:cubicBezTo>
                    <a:pt x="3250441" y="120029"/>
                    <a:pt x="3243097" y="117497"/>
                    <a:pt x="3241831" y="117244"/>
                  </a:cubicBezTo>
                  <a:lnTo>
                    <a:pt x="3241831" y="117244"/>
                  </a:lnTo>
                  <a:cubicBezTo>
                    <a:pt x="3242084" y="117244"/>
                    <a:pt x="3266394" y="125853"/>
                    <a:pt x="3267660" y="125853"/>
                  </a:cubicBezTo>
                  <a:cubicBezTo>
                    <a:pt x="3266141" y="125600"/>
                    <a:pt x="3260570" y="123574"/>
                    <a:pt x="3257278" y="122308"/>
                  </a:cubicBezTo>
                  <a:close/>
                  <a:moveTo>
                    <a:pt x="3251453" y="121295"/>
                  </a:moveTo>
                  <a:cubicBezTo>
                    <a:pt x="3245376" y="119269"/>
                    <a:pt x="3237526" y="116737"/>
                    <a:pt x="3236007" y="116231"/>
                  </a:cubicBezTo>
                  <a:cubicBezTo>
                    <a:pt x="3236007" y="116231"/>
                    <a:pt x="3236007" y="116231"/>
                    <a:pt x="3236007" y="116231"/>
                  </a:cubicBezTo>
                  <a:cubicBezTo>
                    <a:pt x="3236260" y="116231"/>
                    <a:pt x="3260063" y="124840"/>
                    <a:pt x="3261583" y="124840"/>
                  </a:cubicBezTo>
                  <a:cubicBezTo>
                    <a:pt x="3260570" y="124334"/>
                    <a:pt x="3255505" y="122561"/>
                    <a:pt x="3251453" y="121295"/>
                  </a:cubicBezTo>
                  <a:close/>
                  <a:moveTo>
                    <a:pt x="3024816" y="101544"/>
                  </a:moveTo>
                  <a:cubicBezTo>
                    <a:pt x="3025576" y="101290"/>
                    <a:pt x="3023550" y="100024"/>
                    <a:pt x="3020005" y="98252"/>
                  </a:cubicBezTo>
                  <a:cubicBezTo>
                    <a:pt x="3016460" y="96479"/>
                    <a:pt x="3010129" y="93947"/>
                    <a:pt x="3007091" y="93694"/>
                  </a:cubicBezTo>
                  <a:cubicBezTo>
                    <a:pt x="3006837" y="93694"/>
                    <a:pt x="3006584" y="93694"/>
                    <a:pt x="3006331" y="93694"/>
                  </a:cubicBezTo>
                  <a:cubicBezTo>
                    <a:pt x="3005318" y="95213"/>
                    <a:pt x="3022537" y="102556"/>
                    <a:pt x="3024816" y="101544"/>
                  </a:cubicBezTo>
                  <a:close/>
                  <a:moveTo>
                    <a:pt x="2990884" y="92934"/>
                  </a:moveTo>
                  <a:cubicBezTo>
                    <a:pt x="2989618" y="94200"/>
                    <a:pt x="3006584" y="101544"/>
                    <a:pt x="3008863" y="100784"/>
                  </a:cubicBezTo>
                  <a:cubicBezTo>
                    <a:pt x="3009623" y="100531"/>
                    <a:pt x="3007850" y="99265"/>
                    <a:pt x="3004305" y="97492"/>
                  </a:cubicBezTo>
                  <a:cubicBezTo>
                    <a:pt x="3000254" y="95466"/>
                    <a:pt x="2994176" y="93187"/>
                    <a:pt x="2991391" y="92934"/>
                  </a:cubicBezTo>
                  <a:cubicBezTo>
                    <a:pt x="2991391" y="92934"/>
                    <a:pt x="2991137" y="92934"/>
                    <a:pt x="2990884" y="92934"/>
                  </a:cubicBezTo>
                  <a:close/>
                  <a:moveTo>
                    <a:pt x="2988605" y="96479"/>
                  </a:moveTo>
                  <a:cubicBezTo>
                    <a:pt x="2985313" y="94706"/>
                    <a:pt x="2979236" y="92174"/>
                    <a:pt x="2975944" y="91921"/>
                  </a:cubicBezTo>
                  <a:cubicBezTo>
                    <a:pt x="2975437" y="91921"/>
                    <a:pt x="2975184" y="91921"/>
                    <a:pt x="2975184" y="92174"/>
                  </a:cubicBezTo>
                  <a:cubicBezTo>
                    <a:pt x="2974931" y="93694"/>
                    <a:pt x="2990378" y="100531"/>
                    <a:pt x="2992657" y="99771"/>
                  </a:cubicBezTo>
                  <a:cubicBezTo>
                    <a:pt x="2993670" y="99518"/>
                    <a:pt x="2991897" y="97998"/>
                    <a:pt x="2988605" y="96479"/>
                  </a:cubicBezTo>
                  <a:close/>
                  <a:moveTo>
                    <a:pt x="2955939" y="94453"/>
                  </a:moveTo>
                  <a:cubicBezTo>
                    <a:pt x="2952900" y="92681"/>
                    <a:pt x="2947076" y="90402"/>
                    <a:pt x="2943784" y="89895"/>
                  </a:cubicBezTo>
                  <a:cubicBezTo>
                    <a:pt x="2943278" y="89895"/>
                    <a:pt x="2943024" y="89895"/>
                    <a:pt x="2943024" y="90148"/>
                  </a:cubicBezTo>
                  <a:cubicBezTo>
                    <a:pt x="2942265" y="91668"/>
                    <a:pt x="2956699" y="98505"/>
                    <a:pt x="2959484" y="97745"/>
                  </a:cubicBezTo>
                  <a:cubicBezTo>
                    <a:pt x="2960244" y="97492"/>
                    <a:pt x="2958978" y="96226"/>
                    <a:pt x="2955939" y="94453"/>
                  </a:cubicBezTo>
                  <a:close/>
                  <a:moveTo>
                    <a:pt x="2938973" y="93694"/>
                  </a:moveTo>
                  <a:cubicBezTo>
                    <a:pt x="2935934" y="91921"/>
                    <a:pt x="2930363" y="89642"/>
                    <a:pt x="2927071" y="89136"/>
                  </a:cubicBezTo>
                  <a:cubicBezTo>
                    <a:pt x="2926565" y="89136"/>
                    <a:pt x="2926311" y="89136"/>
                    <a:pt x="2926058" y="89389"/>
                  </a:cubicBezTo>
                  <a:cubicBezTo>
                    <a:pt x="2925045" y="90908"/>
                    <a:pt x="2939226" y="97492"/>
                    <a:pt x="2942012" y="96986"/>
                  </a:cubicBezTo>
                  <a:cubicBezTo>
                    <a:pt x="2943278" y="96732"/>
                    <a:pt x="2942012" y="95213"/>
                    <a:pt x="2938973" y="93694"/>
                  </a:cubicBezTo>
                  <a:close/>
                  <a:moveTo>
                    <a:pt x="2924792" y="95973"/>
                  </a:moveTo>
                  <a:cubicBezTo>
                    <a:pt x="2925805" y="95719"/>
                    <a:pt x="2924792" y="94453"/>
                    <a:pt x="2922007" y="92681"/>
                  </a:cubicBezTo>
                  <a:cubicBezTo>
                    <a:pt x="2919221" y="90908"/>
                    <a:pt x="2913650" y="88629"/>
                    <a:pt x="2910358" y="88376"/>
                  </a:cubicBezTo>
                  <a:cubicBezTo>
                    <a:pt x="2909852" y="88376"/>
                    <a:pt x="2909599" y="88376"/>
                    <a:pt x="2909345" y="88629"/>
                  </a:cubicBezTo>
                  <a:cubicBezTo>
                    <a:pt x="2908079" y="90148"/>
                    <a:pt x="2921753" y="96732"/>
                    <a:pt x="2924792" y="95973"/>
                  </a:cubicBezTo>
                  <a:close/>
                  <a:moveTo>
                    <a:pt x="2893139" y="87363"/>
                  </a:moveTo>
                  <a:cubicBezTo>
                    <a:pt x="2892633" y="87363"/>
                    <a:pt x="2892379" y="87363"/>
                    <a:pt x="2892126" y="87616"/>
                  </a:cubicBezTo>
                  <a:cubicBezTo>
                    <a:pt x="2890607" y="89136"/>
                    <a:pt x="2903774" y="95719"/>
                    <a:pt x="2907066" y="94960"/>
                  </a:cubicBezTo>
                  <a:cubicBezTo>
                    <a:pt x="2908332" y="94706"/>
                    <a:pt x="2907066" y="93440"/>
                    <a:pt x="2904534" y="91668"/>
                  </a:cubicBezTo>
                  <a:cubicBezTo>
                    <a:pt x="2901749" y="90148"/>
                    <a:pt x="2896431" y="87869"/>
                    <a:pt x="2893139" y="87363"/>
                  </a:cubicBezTo>
                  <a:close/>
                  <a:moveTo>
                    <a:pt x="2875666" y="86603"/>
                  </a:moveTo>
                  <a:cubicBezTo>
                    <a:pt x="2875160" y="86603"/>
                    <a:pt x="2874907" y="86603"/>
                    <a:pt x="2874653" y="86856"/>
                  </a:cubicBezTo>
                  <a:cubicBezTo>
                    <a:pt x="2873134" y="88376"/>
                    <a:pt x="2885795" y="94960"/>
                    <a:pt x="2889087" y="94200"/>
                  </a:cubicBezTo>
                  <a:cubicBezTo>
                    <a:pt x="2890353" y="93947"/>
                    <a:pt x="2889341" y="92681"/>
                    <a:pt x="2886808" y="90908"/>
                  </a:cubicBezTo>
                  <a:cubicBezTo>
                    <a:pt x="2884276" y="89389"/>
                    <a:pt x="2878958" y="86856"/>
                    <a:pt x="2875666" y="86603"/>
                  </a:cubicBezTo>
                  <a:close/>
                  <a:moveTo>
                    <a:pt x="2714108" y="87363"/>
                  </a:moveTo>
                  <a:cubicBezTo>
                    <a:pt x="2716894" y="87616"/>
                    <a:pt x="2717907" y="86350"/>
                    <a:pt x="2716134" y="84071"/>
                  </a:cubicBezTo>
                  <a:cubicBezTo>
                    <a:pt x="2714868" y="82552"/>
                    <a:pt x="2711576" y="80019"/>
                    <a:pt x="2708031" y="79766"/>
                  </a:cubicBezTo>
                  <a:cubicBezTo>
                    <a:pt x="2707524" y="79766"/>
                    <a:pt x="2706511" y="79766"/>
                    <a:pt x="2706005" y="80273"/>
                  </a:cubicBezTo>
                  <a:cubicBezTo>
                    <a:pt x="2704232" y="82298"/>
                    <a:pt x="2709550" y="86856"/>
                    <a:pt x="2714108" y="87363"/>
                  </a:cubicBezTo>
                  <a:close/>
                  <a:moveTo>
                    <a:pt x="2693344" y="86603"/>
                  </a:moveTo>
                  <a:cubicBezTo>
                    <a:pt x="2696383" y="87110"/>
                    <a:pt x="2697902" y="85590"/>
                    <a:pt x="2696383" y="83565"/>
                  </a:cubicBezTo>
                  <a:cubicBezTo>
                    <a:pt x="2695370" y="82045"/>
                    <a:pt x="2692078" y="79513"/>
                    <a:pt x="2688532" y="79260"/>
                  </a:cubicBezTo>
                  <a:cubicBezTo>
                    <a:pt x="2688026" y="79260"/>
                    <a:pt x="2687266" y="79260"/>
                    <a:pt x="2686760" y="79513"/>
                  </a:cubicBezTo>
                  <a:cubicBezTo>
                    <a:pt x="2684228" y="81286"/>
                    <a:pt x="2688532" y="85844"/>
                    <a:pt x="2693344" y="86603"/>
                  </a:cubicBezTo>
                  <a:close/>
                  <a:moveTo>
                    <a:pt x="2650549" y="85084"/>
                  </a:moveTo>
                  <a:cubicBezTo>
                    <a:pt x="2654347" y="86350"/>
                    <a:pt x="2657132" y="85084"/>
                    <a:pt x="2655866" y="82298"/>
                  </a:cubicBezTo>
                  <a:cubicBezTo>
                    <a:pt x="2655107" y="80779"/>
                    <a:pt x="2652321" y="78500"/>
                    <a:pt x="2648776" y="78247"/>
                  </a:cubicBezTo>
                  <a:cubicBezTo>
                    <a:pt x="2648270" y="78247"/>
                    <a:pt x="2647510" y="78247"/>
                    <a:pt x="2646750" y="78500"/>
                  </a:cubicBezTo>
                  <a:cubicBezTo>
                    <a:pt x="2644471" y="79766"/>
                    <a:pt x="2646497" y="83565"/>
                    <a:pt x="2650549" y="85084"/>
                  </a:cubicBezTo>
                  <a:close/>
                  <a:moveTo>
                    <a:pt x="2629278" y="84324"/>
                  </a:moveTo>
                  <a:cubicBezTo>
                    <a:pt x="2633076" y="86097"/>
                    <a:pt x="2636368" y="84577"/>
                    <a:pt x="2635355" y="81792"/>
                  </a:cubicBezTo>
                  <a:cubicBezTo>
                    <a:pt x="2634849" y="80273"/>
                    <a:pt x="2632316" y="77994"/>
                    <a:pt x="2628771" y="77740"/>
                  </a:cubicBezTo>
                  <a:cubicBezTo>
                    <a:pt x="2628265" y="77740"/>
                    <a:pt x="2627758" y="77740"/>
                    <a:pt x="2626999" y="77994"/>
                  </a:cubicBezTo>
                  <a:cubicBezTo>
                    <a:pt x="2624213" y="79006"/>
                    <a:pt x="2625479" y="82552"/>
                    <a:pt x="2629278" y="84324"/>
                  </a:cubicBezTo>
                  <a:close/>
                  <a:moveTo>
                    <a:pt x="2614844" y="81286"/>
                  </a:moveTo>
                  <a:cubicBezTo>
                    <a:pt x="2614337" y="79766"/>
                    <a:pt x="2612058" y="77487"/>
                    <a:pt x="2608513" y="77234"/>
                  </a:cubicBezTo>
                  <a:cubicBezTo>
                    <a:pt x="2608007" y="77234"/>
                    <a:pt x="2607500" y="77234"/>
                    <a:pt x="2606741" y="77487"/>
                  </a:cubicBezTo>
                  <a:cubicBezTo>
                    <a:pt x="2603955" y="78500"/>
                    <a:pt x="2604715" y="81792"/>
                    <a:pt x="2608007" y="83565"/>
                  </a:cubicBezTo>
                  <a:cubicBezTo>
                    <a:pt x="2611552" y="85590"/>
                    <a:pt x="2615603" y="84071"/>
                    <a:pt x="2614844" y="81286"/>
                  </a:cubicBezTo>
                  <a:close/>
                  <a:moveTo>
                    <a:pt x="2586736" y="76727"/>
                  </a:moveTo>
                  <a:cubicBezTo>
                    <a:pt x="2583697" y="77487"/>
                    <a:pt x="2583444" y="80779"/>
                    <a:pt x="2586482" y="82805"/>
                  </a:cubicBezTo>
                  <a:cubicBezTo>
                    <a:pt x="2590028" y="85084"/>
                    <a:pt x="2594586" y="83818"/>
                    <a:pt x="2594079" y="80779"/>
                  </a:cubicBezTo>
                  <a:cubicBezTo>
                    <a:pt x="2593826" y="79260"/>
                    <a:pt x="2591800" y="76981"/>
                    <a:pt x="2588255" y="76727"/>
                  </a:cubicBezTo>
                  <a:cubicBezTo>
                    <a:pt x="2587495" y="76727"/>
                    <a:pt x="2587242" y="76727"/>
                    <a:pt x="2586736" y="76727"/>
                  </a:cubicBezTo>
                  <a:close/>
                  <a:moveTo>
                    <a:pt x="2566731" y="76221"/>
                  </a:moveTo>
                  <a:cubicBezTo>
                    <a:pt x="2563439" y="76727"/>
                    <a:pt x="2562426" y="79766"/>
                    <a:pt x="2565212" y="82045"/>
                  </a:cubicBezTo>
                  <a:cubicBezTo>
                    <a:pt x="2568503" y="84577"/>
                    <a:pt x="2573568" y="83565"/>
                    <a:pt x="2573315" y="80273"/>
                  </a:cubicBezTo>
                  <a:cubicBezTo>
                    <a:pt x="2573061" y="78753"/>
                    <a:pt x="2571289" y="76474"/>
                    <a:pt x="2567744" y="76221"/>
                  </a:cubicBezTo>
                  <a:cubicBezTo>
                    <a:pt x="2567237" y="76221"/>
                    <a:pt x="2566984" y="76221"/>
                    <a:pt x="2566731" y="76221"/>
                  </a:cubicBezTo>
                  <a:close/>
                  <a:moveTo>
                    <a:pt x="2531026" y="79260"/>
                  </a:moveTo>
                  <a:cubicBezTo>
                    <a:pt x="2531279" y="77740"/>
                    <a:pt x="2529760" y="75461"/>
                    <a:pt x="2526215" y="75208"/>
                  </a:cubicBezTo>
                  <a:cubicBezTo>
                    <a:pt x="2521910" y="75208"/>
                    <a:pt x="2520137" y="78500"/>
                    <a:pt x="2522163" y="80779"/>
                  </a:cubicBezTo>
                  <a:cubicBezTo>
                    <a:pt x="2524695" y="83818"/>
                    <a:pt x="2530520" y="82805"/>
                    <a:pt x="2531026" y="79260"/>
                  </a:cubicBezTo>
                  <a:close/>
                  <a:moveTo>
                    <a:pt x="2074207" y="77994"/>
                  </a:moveTo>
                  <a:cubicBezTo>
                    <a:pt x="2078511" y="76221"/>
                    <a:pt x="2079524" y="75208"/>
                    <a:pt x="2079777" y="74955"/>
                  </a:cubicBezTo>
                  <a:cubicBezTo>
                    <a:pt x="2080537" y="74195"/>
                    <a:pt x="2079777" y="74195"/>
                    <a:pt x="2079271" y="74195"/>
                  </a:cubicBezTo>
                  <a:cubicBezTo>
                    <a:pt x="2074460" y="74448"/>
                    <a:pt x="2062558" y="79513"/>
                    <a:pt x="2062305" y="81032"/>
                  </a:cubicBezTo>
                  <a:cubicBezTo>
                    <a:pt x="2062052" y="82045"/>
                    <a:pt x="2068129" y="80526"/>
                    <a:pt x="2074207" y="77994"/>
                  </a:cubicBezTo>
                  <a:close/>
                  <a:moveTo>
                    <a:pt x="2057747" y="78247"/>
                  </a:moveTo>
                  <a:cubicBezTo>
                    <a:pt x="2062052" y="76474"/>
                    <a:pt x="2063318" y="75461"/>
                    <a:pt x="2063571" y="75208"/>
                  </a:cubicBezTo>
                  <a:cubicBezTo>
                    <a:pt x="2064331" y="74448"/>
                    <a:pt x="2063571" y="74448"/>
                    <a:pt x="2063065" y="74448"/>
                  </a:cubicBezTo>
                  <a:cubicBezTo>
                    <a:pt x="2058253" y="74702"/>
                    <a:pt x="2046098" y="79766"/>
                    <a:pt x="2045592" y="81286"/>
                  </a:cubicBezTo>
                  <a:cubicBezTo>
                    <a:pt x="2045339" y="82298"/>
                    <a:pt x="2051416" y="80779"/>
                    <a:pt x="2057747" y="78247"/>
                  </a:cubicBezTo>
                  <a:close/>
                  <a:moveTo>
                    <a:pt x="2041793" y="78500"/>
                  </a:moveTo>
                  <a:cubicBezTo>
                    <a:pt x="2045086" y="77234"/>
                    <a:pt x="2047618" y="75968"/>
                    <a:pt x="2048124" y="75208"/>
                  </a:cubicBezTo>
                  <a:cubicBezTo>
                    <a:pt x="2048631" y="74702"/>
                    <a:pt x="2048124" y="74702"/>
                    <a:pt x="2047618" y="74702"/>
                  </a:cubicBezTo>
                  <a:cubicBezTo>
                    <a:pt x="2042806" y="74955"/>
                    <a:pt x="2030398" y="80019"/>
                    <a:pt x="2029639" y="81539"/>
                  </a:cubicBezTo>
                  <a:cubicBezTo>
                    <a:pt x="2029132" y="82805"/>
                    <a:pt x="2035210" y="81286"/>
                    <a:pt x="2041793" y="78500"/>
                  </a:cubicBezTo>
                  <a:close/>
                  <a:moveTo>
                    <a:pt x="3209418" y="106102"/>
                  </a:moveTo>
                  <a:cubicBezTo>
                    <a:pt x="3204354" y="104582"/>
                    <a:pt x="3199036" y="102810"/>
                    <a:pt x="3193971" y="101290"/>
                  </a:cubicBezTo>
                  <a:cubicBezTo>
                    <a:pt x="3193971" y="101290"/>
                    <a:pt x="3219294" y="109140"/>
                    <a:pt x="3220307" y="109394"/>
                  </a:cubicBezTo>
                  <a:cubicBezTo>
                    <a:pt x="3216508" y="108127"/>
                    <a:pt x="3212963" y="107115"/>
                    <a:pt x="3209418" y="106102"/>
                  </a:cubicBezTo>
                  <a:close/>
                  <a:moveTo>
                    <a:pt x="3195237" y="102810"/>
                  </a:moveTo>
                  <a:cubicBezTo>
                    <a:pt x="3188400" y="100784"/>
                    <a:pt x="3181057" y="98505"/>
                    <a:pt x="3179791" y="98252"/>
                  </a:cubicBezTo>
                  <a:lnTo>
                    <a:pt x="3179791" y="98252"/>
                  </a:lnTo>
                  <a:cubicBezTo>
                    <a:pt x="3180044" y="98252"/>
                    <a:pt x="3204354" y="106102"/>
                    <a:pt x="3205620" y="106355"/>
                  </a:cubicBezTo>
                  <a:cubicBezTo>
                    <a:pt x="3204354" y="105595"/>
                    <a:pt x="3199289" y="104076"/>
                    <a:pt x="3195237" y="102810"/>
                  </a:cubicBezTo>
                  <a:close/>
                  <a:moveTo>
                    <a:pt x="2982021" y="78500"/>
                  </a:moveTo>
                  <a:cubicBezTo>
                    <a:pt x="2982274" y="80019"/>
                    <a:pt x="3000000" y="86603"/>
                    <a:pt x="3001013" y="85590"/>
                  </a:cubicBezTo>
                  <a:cubicBezTo>
                    <a:pt x="3001013" y="84831"/>
                    <a:pt x="2997215" y="83311"/>
                    <a:pt x="2995442" y="82552"/>
                  </a:cubicBezTo>
                  <a:cubicBezTo>
                    <a:pt x="2991137" y="80779"/>
                    <a:pt x="2984807" y="78753"/>
                    <a:pt x="2982274" y="78247"/>
                  </a:cubicBezTo>
                  <a:cubicBezTo>
                    <a:pt x="2982274" y="78247"/>
                    <a:pt x="2982274" y="78247"/>
                    <a:pt x="2982021" y="78500"/>
                  </a:cubicBezTo>
                  <a:close/>
                  <a:moveTo>
                    <a:pt x="2968853" y="77487"/>
                  </a:moveTo>
                  <a:cubicBezTo>
                    <a:pt x="2968600" y="77487"/>
                    <a:pt x="2968347" y="77487"/>
                    <a:pt x="2968347" y="77487"/>
                  </a:cubicBezTo>
                  <a:cubicBezTo>
                    <a:pt x="2968347" y="78753"/>
                    <a:pt x="2985820" y="85337"/>
                    <a:pt x="2987086" y="84577"/>
                  </a:cubicBezTo>
                  <a:cubicBezTo>
                    <a:pt x="2987086" y="83818"/>
                    <a:pt x="2983541" y="82298"/>
                    <a:pt x="2982021" y="81539"/>
                  </a:cubicBezTo>
                  <a:cubicBezTo>
                    <a:pt x="2977970" y="80019"/>
                    <a:pt x="2971639" y="77740"/>
                    <a:pt x="2968853" y="77487"/>
                  </a:cubicBezTo>
                  <a:close/>
                  <a:moveTo>
                    <a:pt x="2954673" y="76474"/>
                  </a:moveTo>
                  <a:cubicBezTo>
                    <a:pt x="2954420" y="76474"/>
                    <a:pt x="2954166" y="76474"/>
                    <a:pt x="2954166" y="76474"/>
                  </a:cubicBezTo>
                  <a:cubicBezTo>
                    <a:pt x="2953913" y="78247"/>
                    <a:pt x="2970879" y="84071"/>
                    <a:pt x="2972145" y="83565"/>
                  </a:cubicBezTo>
                  <a:cubicBezTo>
                    <a:pt x="2972905" y="83311"/>
                    <a:pt x="2970879" y="82045"/>
                    <a:pt x="2967334" y="80526"/>
                  </a:cubicBezTo>
                  <a:cubicBezTo>
                    <a:pt x="2963282" y="79006"/>
                    <a:pt x="2957205" y="76727"/>
                    <a:pt x="2954673" y="76474"/>
                  </a:cubicBezTo>
                  <a:close/>
                  <a:moveTo>
                    <a:pt x="2952647" y="79766"/>
                  </a:moveTo>
                  <a:cubicBezTo>
                    <a:pt x="2949355" y="78247"/>
                    <a:pt x="2943278" y="75968"/>
                    <a:pt x="2940239" y="75715"/>
                  </a:cubicBezTo>
                  <a:cubicBezTo>
                    <a:pt x="2939986" y="75715"/>
                    <a:pt x="2939732" y="75715"/>
                    <a:pt x="2939732" y="75715"/>
                  </a:cubicBezTo>
                  <a:cubicBezTo>
                    <a:pt x="2938720" y="76981"/>
                    <a:pt x="2955179" y="83565"/>
                    <a:pt x="2957205" y="82805"/>
                  </a:cubicBezTo>
                  <a:cubicBezTo>
                    <a:pt x="2957965" y="82552"/>
                    <a:pt x="2955939" y="81286"/>
                    <a:pt x="2952647" y="79766"/>
                  </a:cubicBezTo>
                  <a:close/>
                  <a:moveTo>
                    <a:pt x="2925552" y="74955"/>
                  </a:moveTo>
                  <a:cubicBezTo>
                    <a:pt x="2925299" y="74955"/>
                    <a:pt x="2925045" y="74955"/>
                    <a:pt x="2924792" y="74955"/>
                  </a:cubicBezTo>
                  <a:cubicBezTo>
                    <a:pt x="2923526" y="76221"/>
                    <a:pt x="2939479" y="82805"/>
                    <a:pt x="2941758" y="82045"/>
                  </a:cubicBezTo>
                  <a:cubicBezTo>
                    <a:pt x="2942518" y="81792"/>
                    <a:pt x="2940999" y="80526"/>
                    <a:pt x="2937707" y="79006"/>
                  </a:cubicBezTo>
                  <a:cubicBezTo>
                    <a:pt x="2934415" y="77487"/>
                    <a:pt x="2928591" y="75208"/>
                    <a:pt x="2925552" y="74955"/>
                  </a:cubicBezTo>
                  <a:close/>
                  <a:moveTo>
                    <a:pt x="2910612" y="73942"/>
                  </a:moveTo>
                  <a:cubicBezTo>
                    <a:pt x="2910105" y="73942"/>
                    <a:pt x="2909852" y="73942"/>
                    <a:pt x="2909852" y="74195"/>
                  </a:cubicBezTo>
                  <a:cubicBezTo>
                    <a:pt x="2909599" y="75715"/>
                    <a:pt x="2924033" y="81792"/>
                    <a:pt x="2926311" y="81032"/>
                  </a:cubicBezTo>
                  <a:cubicBezTo>
                    <a:pt x="2927071" y="80779"/>
                    <a:pt x="2925552" y="79513"/>
                    <a:pt x="2922513" y="77994"/>
                  </a:cubicBezTo>
                  <a:cubicBezTo>
                    <a:pt x="2918968" y="76474"/>
                    <a:pt x="2913397" y="74195"/>
                    <a:pt x="2910612" y="73942"/>
                  </a:cubicBezTo>
                  <a:close/>
                  <a:moveTo>
                    <a:pt x="2891113" y="76474"/>
                  </a:moveTo>
                  <a:cubicBezTo>
                    <a:pt x="2888328" y="74955"/>
                    <a:pt x="2882757" y="72676"/>
                    <a:pt x="2879718" y="72423"/>
                  </a:cubicBezTo>
                  <a:cubicBezTo>
                    <a:pt x="2879211" y="72423"/>
                    <a:pt x="2878958" y="72423"/>
                    <a:pt x="2878958" y="72676"/>
                  </a:cubicBezTo>
                  <a:cubicBezTo>
                    <a:pt x="2878199" y="74195"/>
                    <a:pt x="2891620" y="80273"/>
                    <a:pt x="2894405" y="79513"/>
                  </a:cubicBezTo>
                  <a:cubicBezTo>
                    <a:pt x="2895418" y="79260"/>
                    <a:pt x="2893899" y="77994"/>
                    <a:pt x="2891113" y="76474"/>
                  </a:cubicBezTo>
                  <a:close/>
                  <a:moveTo>
                    <a:pt x="2864018" y="71663"/>
                  </a:moveTo>
                  <a:cubicBezTo>
                    <a:pt x="2863512" y="71663"/>
                    <a:pt x="2863258" y="71663"/>
                    <a:pt x="2863005" y="71916"/>
                  </a:cubicBezTo>
                  <a:cubicBezTo>
                    <a:pt x="2861992" y="73436"/>
                    <a:pt x="2875160" y="79513"/>
                    <a:pt x="2877945" y="78753"/>
                  </a:cubicBezTo>
                  <a:cubicBezTo>
                    <a:pt x="2878958" y="78500"/>
                    <a:pt x="2877692" y="77234"/>
                    <a:pt x="2875160" y="75715"/>
                  </a:cubicBezTo>
                  <a:cubicBezTo>
                    <a:pt x="2872374" y="74195"/>
                    <a:pt x="2867057" y="71916"/>
                    <a:pt x="2864018" y="71663"/>
                  </a:cubicBezTo>
                  <a:close/>
                  <a:moveTo>
                    <a:pt x="2847812" y="70903"/>
                  </a:moveTo>
                  <a:cubicBezTo>
                    <a:pt x="2847305" y="70903"/>
                    <a:pt x="2847052" y="70903"/>
                    <a:pt x="2846799" y="71156"/>
                  </a:cubicBezTo>
                  <a:cubicBezTo>
                    <a:pt x="2845533" y="72676"/>
                    <a:pt x="2858194" y="78500"/>
                    <a:pt x="2860979" y="77994"/>
                  </a:cubicBezTo>
                  <a:cubicBezTo>
                    <a:pt x="2861992" y="77740"/>
                    <a:pt x="2860979" y="76474"/>
                    <a:pt x="2858447" y="74955"/>
                  </a:cubicBezTo>
                  <a:cubicBezTo>
                    <a:pt x="2856168" y="73436"/>
                    <a:pt x="2851103" y="71156"/>
                    <a:pt x="2847812" y="70903"/>
                  </a:cubicBezTo>
                  <a:close/>
                  <a:moveTo>
                    <a:pt x="2830592" y="70397"/>
                  </a:moveTo>
                  <a:cubicBezTo>
                    <a:pt x="2829326" y="71916"/>
                    <a:pt x="2841228" y="77740"/>
                    <a:pt x="2844266" y="77234"/>
                  </a:cubicBezTo>
                  <a:cubicBezTo>
                    <a:pt x="2845279" y="76981"/>
                    <a:pt x="2844520" y="75715"/>
                    <a:pt x="2841987" y="74195"/>
                  </a:cubicBezTo>
                  <a:cubicBezTo>
                    <a:pt x="2839455" y="72676"/>
                    <a:pt x="2834644" y="70397"/>
                    <a:pt x="2831605" y="70144"/>
                  </a:cubicBezTo>
                  <a:cubicBezTo>
                    <a:pt x="2831352" y="70144"/>
                    <a:pt x="2830845" y="70144"/>
                    <a:pt x="2830592" y="70397"/>
                  </a:cubicBezTo>
                  <a:close/>
                  <a:moveTo>
                    <a:pt x="2588762" y="65332"/>
                  </a:moveTo>
                  <a:cubicBezTo>
                    <a:pt x="2588508" y="63813"/>
                    <a:pt x="2586482" y="61787"/>
                    <a:pt x="2583191" y="61534"/>
                  </a:cubicBezTo>
                  <a:cubicBezTo>
                    <a:pt x="2582684" y="61534"/>
                    <a:pt x="2582431" y="61534"/>
                    <a:pt x="2581924" y="61534"/>
                  </a:cubicBezTo>
                  <a:cubicBezTo>
                    <a:pt x="2579139" y="62294"/>
                    <a:pt x="2579139" y="65079"/>
                    <a:pt x="2581924" y="67105"/>
                  </a:cubicBezTo>
                  <a:cubicBezTo>
                    <a:pt x="2585216" y="69384"/>
                    <a:pt x="2589521" y="68371"/>
                    <a:pt x="2588762" y="65332"/>
                  </a:cubicBezTo>
                  <a:close/>
                  <a:moveTo>
                    <a:pt x="2569516" y="65079"/>
                  </a:moveTo>
                  <a:cubicBezTo>
                    <a:pt x="2569263" y="63560"/>
                    <a:pt x="2567744" y="61534"/>
                    <a:pt x="2564199" y="61281"/>
                  </a:cubicBezTo>
                  <a:cubicBezTo>
                    <a:pt x="2563945" y="61281"/>
                    <a:pt x="2563692" y="61281"/>
                    <a:pt x="2563439" y="61281"/>
                  </a:cubicBezTo>
                  <a:cubicBezTo>
                    <a:pt x="2560400" y="61787"/>
                    <a:pt x="2559641" y="64573"/>
                    <a:pt x="2562173" y="66598"/>
                  </a:cubicBezTo>
                  <a:cubicBezTo>
                    <a:pt x="2565212" y="68877"/>
                    <a:pt x="2569770" y="67865"/>
                    <a:pt x="2569516" y="65079"/>
                  </a:cubicBezTo>
                  <a:close/>
                  <a:moveTo>
                    <a:pt x="2550271" y="64573"/>
                  </a:moveTo>
                  <a:cubicBezTo>
                    <a:pt x="2550271" y="63053"/>
                    <a:pt x="2548752" y="61027"/>
                    <a:pt x="2545460" y="60774"/>
                  </a:cubicBezTo>
                  <a:cubicBezTo>
                    <a:pt x="2541155" y="60774"/>
                    <a:pt x="2540395" y="64066"/>
                    <a:pt x="2542168" y="65839"/>
                  </a:cubicBezTo>
                  <a:cubicBezTo>
                    <a:pt x="2544700" y="68624"/>
                    <a:pt x="2550271" y="67611"/>
                    <a:pt x="2550271" y="64573"/>
                  </a:cubicBezTo>
                  <a:close/>
                  <a:moveTo>
                    <a:pt x="2530773" y="64066"/>
                  </a:moveTo>
                  <a:lnTo>
                    <a:pt x="2530773" y="64066"/>
                  </a:lnTo>
                  <a:cubicBezTo>
                    <a:pt x="2531026" y="62547"/>
                    <a:pt x="2529760" y="60521"/>
                    <a:pt x="2526215" y="60268"/>
                  </a:cubicBezTo>
                  <a:cubicBezTo>
                    <a:pt x="2522163" y="60268"/>
                    <a:pt x="2520644" y="63306"/>
                    <a:pt x="2522416" y="65332"/>
                  </a:cubicBezTo>
                  <a:cubicBezTo>
                    <a:pt x="2524949" y="68118"/>
                    <a:pt x="2530266" y="67358"/>
                    <a:pt x="2530773" y="64066"/>
                  </a:cubicBezTo>
                  <a:close/>
                  <a:moveTo>
                    <a:pt x="2109405" y="62800"/>
                  </a:moveTo>
                  <a:cubicBezTo>
                    <a:pt x="2112444" y="61534"/>
                    <a:pt x="2114976" y="60521"/>
                    <a:pt x="2115482" y="59761"/>
                  </a:cubicBezTo>
                  <a:cubicBezTo>
                    <a:pt x="2115989" y="59255"/>
                    <a:pt x="2115482" y="59255"/>
                    <a:pt x="2114976" y="59255"/>
                  </a:cubicBezTo>
                  <a:cubicBezTo>
                    <a:pt x="2110418" y="59508"/>
                    <a:pt x="2098516" y="64066"/>
                    <a:pt x="2098010" y="65332"/>
                  </a:cubicBezTo>
                  <a:cubicBezTo>
                    <a:pt x="2097503" y="66598"/>
                    <a:pt x="2103327" y="65079"/>
                    <a:pt x="2109405" y="62800"/>
                  </a:cubicBezTo>
                  <a:close/>
                  <a:moveTo>
                    <a:pt x="2085855" y="60015"/>
                  </a:moveTo>
                  <a:cubicBezTo>
                    <a:pt x="2081550" y="60268"/>
                    <a:pt x="2067623" y="65332"/>
                    <a:pt x="2067876" y="66345"/>
                  </a:cubicBezTo>
                  <a:cubicBezTo>
                    <a:pt x="2068889" y="66852"/>
                    <a:pt x="2075473" y="65079"/>
                    <a:pt x="2079524" y="63306"/>
                  </a:cubicBezTo>
                  <a:cubicBezTo>
                    <a:pt x="2080790" y="62800"/>
                    <a:pt x="2086361" y="60774"/>
                    <a:pt x="2086361" y="60015"/>
                  </a:cubicBezTo>
                  <a:cubicBezTo>
                    <a:pt x="2086108" y="60015"/>
                    <a:pt x="2085855" y="60015"/>
                    <a:pt x="2085855" y="60015"/>
                  </a:cubicBezTo>
                  <a:close/>
                  <a:moveTo>
                    <a:pt x="3155987" y="90148"/>
                  </a:moveTo>
                  <a:cubicBezTo>
                    <a:pt x="3155734" y="90148"/>
                    <a:pt x="3155228" y="89895"/>
                    <a:pt x="3154974" y="89895"/>
                  </a:cubicBezTo>
                  <a:lnTo>
                    <a:pt x="3136995" y="84831"/>
                  </a:lnTo>
                  <a:cubicBezTo>
                    <a:pt x="3145352" y="87110"/>
                    <a:pt x="3153708" y="89642"/>
                    <a:pt x="3162065" y="91921"/>
                  </a:cubicBezTo>
                  <a:cubicBezTo>
                    <a:pt x="3160039" y="91161"/>
                    <a:pt x="3158013" y="90655"/>
                    <a:pt x="3155987" y="90148"/>
                  </a:cubicBezTo>
                  <a:close/>
                  <a:moveTo>
                    <a:pt x="3138262" y="85844"/>
                  </a:moveTo>
                  <a:cubicBezTo>
                    <a:pt x="3131171" y="83818"/>
                    <a:pt x="3123828" y="81792"/>
                    <a:pt x="3122562" y="81539"/>
                  </a:cubicBezTo>
                  <a:cubicBezTo>
                    <a:pt x="3122562" y="81539"/>
                    <a:pt x="3147884" y="88882"/>
                    <a:pt x="3148897" y="88882"/>
                  </a:cubicBezTo>
                  <a:cubicBezTo>
                    <a:pt x="3145352" y="87616"/>
                    <a:pt x="3141807" y="86856"/>
                    <a:pt x="3138262" y="85844"/>
                  </a:cubicBezTo>
                  <a:close/>
                  <a:moveTo>
                    <a:pt x="3083818" y="77994"/>
                  </a:moveTo>
                  <a:cubicBezTo>
                    <a:pt x="3077994" y="76221"/>
                    <a:pt x="3070397" y="74195"/>
                    <a:pt x="3068624" y="73942"/>
                  </a:cubicBezTo>
                  <a:cubicBezTo>
                    <a:pt x="3068624" y="73942"/>
                    <a:pt x="3068624" y="73942"/>
                    <a:pt x="3068371" y="73942"/>
                  </a:cubicBezTo>
                  <a:cubicBezTo>
                    <a:pt x="3069891" y="74702"/>
                    <a:pt x="3090908" y="81032"/>
                    <a:pt x="3092428" y="81032"/>
                  </a:cubicBezTo>
                  <a:cubicBezTo>
                    <a:pt x="3092428" y="80526"/>
                    <a:pt x="3085844" y="78500"/>
                    <a:pt x="3083818" y="77994"/>
                  </a:cubicBezTo>
                  <a:close/>
                  <a:moveTo>
                    <a:pt x="3060015" y="72929"/>
                  </a:moveTo>
                  <a:cubicBezTo>
                    <a:pt x="3061281" y="73689"/>
                    <a:pt x="3080779" y="79513"/>
                    <a:pt x="3083565" y="80019"/>
                  </a:cubicBezTo>
                  <a:cubicBezTo>
                    <a:pt x="3083565" y="80019"/>
                    <a:pt x="3083565" y="80019"/>
                    <a:pt x="3083565" y="80019"/>
                  </a:cubicBezTo>
                  <a:cubicBezTo>
                    <a:pt x="3082299" y="79260"/>
                    <a:pt x="3076728" y="77740"/>
                    <a:pt x="3074955" y="77234"/>
                  </a:cubicBezTo>
                  <a:cubicBezTo>
                    <a:pt x="3069384" y="75208"/>
                    <a:pt x="3062041" y="73182"/>
                    <a:pt x="3060015" y="72929"/>
                  </a:cubicBezTo>
                  <a:cubicBezTo>
                    <a:pt x="3060015" y="72929"/>
                    <a:pt x="3060015" y="72929"/>
                    <a:pt x="3060015" y="72929"/>
                  </a:cubicBezTo>
                  <a:close/>
                  <a:moveTo>
                    <a:pt x="2980502" y="68877"/>
                  </a:moveTo>
                  <a:lnTo>
                    <a:pt x="2980502" y="68877"/>
                  </a:lnTo>
                  <a:cubicBezTo>
                    <a:pt x="2975691" y="67105"/>
                    <a:pt x="2969360" y="65332"/>
                    <a:pt x="2967081" y="65079"/>
                  </a:cubicBezTo>
                  <a:cubicBezTo>
                    <a:pt x="2967081" y="65079"/>
                    <a:pt x="2966828" y="65079"/>
                    <a:pt x="2966828" y="65079"/>
                  </a:cubicBezTo>
                  <a:cubicBezTo>
                    <a:pt x="2967587" y="65839"/>
                    <a:pt x="2985566" y="72423"/>
                    <a:pt x="2987086" y="71663"/>
                  </a:cubicBezTo>
                  <a:cubicBezTo>
                    <a:pt x="2986326" y="71156"/>
                    <a:pt x="2982274" y="69637"/>
                    <a:pt x="2980502" y="68877"/>
                  </a:cubicBezTo>
                  <a:close/>
                  <a:moveTo>
                    <a:pt x="2942771" y="63306"/>
                  </a:moveTo>
                  <a:cubicBezTo>
                    <a:pt x="2942518" y="63306"/>
                    <a:pt x="2942518" y="63306"/>
                    <a:pt x="2942265" y="63306"/>
                  </a:cubicBezTo>
                  <a:cubicBezTo>
                    <a:pt x="2942771" y="64066"/>
                    <a:pt x="2959737" y="70650"/>
                    <a:pt x="2961510" y="69890"/>
                  </a:cubicBezTo>
                  <a:cubicBezTo>
                    <a:pt x="2961257" y="69384"/>
                    <a:pt x="2957458" y="67865"/>
                    <a:pt x="2955686" y="67105"/>
                  </a:cubicBezTo>
                  <a:cubicBezTo>
                    <a:pt x="2951381" y="65585"/>
                    <a:pt x="2945050" y="63560"/>
                    <a:pt x="2942771" y="63306"/>
                  </a:cubicBezTo>
                  <a:close/>
                  <a:moveTo>
                    <a:pt x="2929604" y="62547"/>
                  </a:moveTo>
                  <a:cubicBezTo>
                    <a:pt x="2930110" y="63813"/>
                    <a:pt x="2947329" y="69890"/>
                    <a:pt x="2948342" y="68877"/>
                  </a:cubicBezTo>
                  <a:cubicBezTo>
                    <a:pt x="2948342" y="68371"/>
                    <a:pt x="2944544" y="66852"/>
                    <a:pt x="2942771" y="66092"/>
                  </a:cubicBezTo>
                  <a:cubicBezTo>
                    <a:pt x="2938466" y="64319"/>
                    <a:pt x="2932389" y="62547"/>
                    <a:pt x="2929857" y="62294"/>
                  </a:cubicBezTo>
                  <a:cubicBezTo>
                    <a:pt x="2929857" y="62547"/>
                    <a:pt x="2929857" y="62547"/>
                    <a:pt x="2929604" y="62547"/>
                  </a:cubicBezTo>
                  <a:close/>
                  <a:moveTo>
                    <a:pt x="2916689" y="61787"/>
                  </a:moveTo>
                  <a:cubicBezTo>
                    <a:pt x="2916942" y="63053"/>
                    <a:pt x="2933908" y="68877"/>
                    <a:pt x="2934921" y="68118"/>
                  </a:cubicBezTo>
                  <a:cubicBezTo>
                    <a:pt x="2934921" y="67611"/>
                    <a:pt x="2931376" y="66092"/>
                    <a:pt x="2929857" y="65332"/>
                  </a:cubicBezTo>
                  <a:cubicBezTo>
                    <a:pt x="2925805" y="63813"/>
                    <a:pt x="2919728" y="61787"/>
                    <a:pt x="2917195" y="61534"/>
                  </a:cubicBezTo>
                  <a:cubicBezTo>
                    <a:pt x="2916942" y="61787"/>
                    <a:pt x="2916942" y="61787"/>
                    <a:pt x="2916689" y="61787"/>
                  </a:cubicBezTo>
                  <a:close/>
                  <a:moveTo>
                    <a:pt x="2890607" y="60268"/>
                  </a:moveTo>
                  <a:cubicBezTo>
                    <a:pt x="2890353" y="60268"/>
                    <a:pt x="2890100" y="60268"/>
                    <a:pt x="2890100" y="60268"/>
                  </a:cubicBezTo>
                  <a:cubicBezTo>
                    <a:pt x="2889847" y="61787"/>
                    <a:pt x="2906054" y="67105"/>
                    <a:pt x="2907066" y="66598"/>
                  </a:cubicBezTo>
                  <a:cubicBezTo>
                    <a:pt x="2907826" y="66345"/>
                    <a:pt x="2905800" y="65332"/>
                    <a:pt x="2902508" y="63813"/>
                  </a:cubicBezTo>
                  <a:cubicBezTo>
                    <a:pt x="2898710" y="62294"/>
                    <a:pt x="2893139" y="60521"/>
                    <a:pt x="2890607" y="60268"/>
                  </a:cubicBezTo>
                  <a:close/>
                  <a:moveTo>
                    <a:pt x="2888834" y="63306"/>
                  </a:moveTo>
                  <a:cubicBezTo>
                    <a:pt x="2885036" y="61787"/>
                    <a:pt x="2879465" y="59761"/>
                    <a:pt x="2876933" y="59508"/>
                  </a:cubicBezTo>
                  <a:cubicBezTo>
                    <a:pt x="2876679" y="59508"/>
                    <a:pt x="2876426" y="59508"/>
                    <a:pt x="2876426" y="59508"/>
                  </a:cubicBezTo>
                  <a:cubicBezTo>
                    <a:pt x="2875666" y="60521"/>
                    <a:pt x="2891113" y="66345"/>
                    <a:pt x="2892886" y="65839"/>
                  </a:cubicBezTo>
                  <a:cubicBezTo>
                    <a:pt x="2893645" y="65585"/>
                    <a:pt x="2891873" y="64573"/>
                    <a:pt x="2888834" y="63306"/>
                  </a:cubicBezTo>
                  <a:close/>
                  <a:moveTo>
                    <a:pt x="2859966" y="61787"/>
                  </a:moveTo>
                  <a:cubicBezTo>
                    <a:pt x="2857181" y="60521"/>
                    <a:pt x="2851610" y="58242"/>
                    <a:pt x="2848824" y="57989"/>
                  </a:cubicBezTo>
                  <a:cubicBezTo>
                    <a:pt x="2848571" y="57989"/>
                    <a:pt x="2848065" y="57989"/>
                    <a:pt x="2848065" y="58242"/>
                  </a:cubicBezTo>
                  <a:cubicBezTo>
                    <a:pt x="2847812" y="59508"/>
                    <a:pt x="2861232" y="65079"/>
                    <a:pt x="2863512" y="64319"/>
                  </a:cubicBezTo>
                  <a:cubicBezTo>
                    <a:pt x="2864525" y="64066"/>
                    <a:pt x="2863005" y="63053"/>
                    <a:pt x="2859966" y="61787"/>
                  </a:cubicBezTo>
                  <a:close/>
                  <a:moveTo>
                    <a:pt x="2834391" y="57229"/>
                  </a:moveTo>
                  <a:cubicBezTo>
                    <a:pt x="2834137" y="57229"/>
                    <a:pt x="2833631" y="57229"/>
                    <a:pt x="2833631" y="57482"/>
                  </a:cubicBezTo>
                  <a:cubicBezTo>
                    <a:pt x="2833124" y="58748"/>
                    <a:pt x="2846039" y="64319"/>
                    <a:pt x="2848571" y="63560"/>
                  </a:cubicBezTo>
                  <a:cubicBezTo>
                    <a:pt x="2849331" y="63306"/>
                    <a:pt x="2848065" y="62294"/>
                    <a:pt x="2845279" y="60774"/>
                  </a:cubicBezTo>
                  <a:cubicBezTo>
                    <a:pt x="2842747" y="59508"/>
                    <a:pt x="2837176" y="57482"/>
                    <a:pt x="2834391" y="57229"/>
                  </a:cubicBezTo>
                  <a:close/>
                  <a:moveTo>
                    <a:pt x="2830339" y="60268"/>
                  </a:moveTo>
                  <a:cubicBezTo>
                    <a:pt x="2827807" y="59002"/>
                    <a:pt x="2822489" y="56976"/>
                    <a:pt x="2819703" y="56723"/>
                  </a:cubicBezTo>
                  <a:cubicBezTo>
                    <a:pt x="2819450" y="56723"/>
                    <a:pt x="2818944" y="56723"/>
                    <a:pt x="2818944" y="56976"/>
                  </a:cubicBezTo>
                  <a:cubicBezTo>
                    <a:pt x="2818184" y="58242"/>
                    <a:pt x="2830845" y="63813"/>
                    <a:pt x="2833124" y="63053"/>
                  </a:cubicBezTo>
                  <a:cubicBezTo>
                    <a:pt x="2834137" y="62800"/>
                    <a:pt x="2833124" y="61534"/>
                    <a:pt x="2830339" y="60268"/>
                  </a:cubicBezTo>
                  <a:close/>
                  <a:moveTo>
                    <a:pt x="2805016" y="55963"/>
                  </a:moveTo>
                  <a:cubicBezTo>
                    <a:pt x="2804763" y="55963"/>
                    <a:pt x="2804257" y="55963"/>
                    <a:pt x="2804257" y="56216"/>
                  </a:cubicBezTo>
                  <a:cubicBezTo>
                    <a:pt x="2803244" y="57482"/>
                    <a:pt x="2815399" y="62800"/>
                    <a:pt x="2817931" y="62294"/>
                  </a:cubicBezTo>
                  <a:cubicBezTo>
                    <a:pt x="2818944" y="62040"/>
                    <a:pt x="2817931" y="61027"/>
                    <a:pt x="2815399" y="59508"/>
                  </a:cubicBezTo>
                  <a:cubicBezTo>
                    <a:pt x="2812866" y="58242"/>
                    <a:pt x="2807802" y="56216"/>
                    <a:pt x="2805016" y="55963"/>
                  </a:cubicBezTo>
                  <a:close/>
                  <a:moveTo>
                    <a:pt x="2173471" y="48873"/>
                  </a:moveTo>
                  <a:cubicBezTo>
                    <a:pt x="2176257" y="47860"/>
                    <a:pt x="2178536" y="46847"/>
                    <a:pt x="2179042" y="46087"/>
                  </a:cubicBezTo>
                  <a:cubicBezTo>
                    <a:pt x="2179548" y="45581"/>
                    <a:pt x="2179042" y="45581"/>
                    <a:pt x="2178536" y="45581"/>
                  </a:cubicBezTo>
                  <a:cubicBezTo>
                    <a:pt x="2174231" y="45834"/>
                    <a:pt x="2163089" y="49885"/>
                    <a:pt x="2162582" y="51152"/>
                  </a:cubicBezTo>
                  <a:cubicBezTo>
                    <a:pt x="2162329" y="52165"/>
                    <a:pt x="2167900" y="50898"/>
                    <a:pt x="2173471" y="48873"/>
                  </a:cubicBezTo>
                  <a:close/>
                  <a:moveTo>
                    <a:pt x="2165115" y="46340"/>
                  </a:moveTo>
                  <a:cubicBezTo>
                    <a:pt x="2165621" y="45834"/>
                    <a:pt x="2165115" y="45834"/>
                    <a:pt x="2164608" y="45834"/>
                  </a:cubicBezTo>
                  <a:cubicBezTo>
                    <a:pt x="2160303" y="46087"/>
                    <a:pt x="2148908" y="50139"/>
                    <a:pt x="2148149" y="51405"/>
                  </a:cubicBezTo>
                  <a:cubicBezTo>
                    <a:pt x="2147642" y="52418"/>
                    <a:pt x="2153213" y="51152"/>
                    <a:pt x="2159037" y="49126"/>
                  </a:cubicBezTo>
                  <a:lnTo>
                    <a:pt x="2159037" y="49126"/>
                  </a:lnTo>
                  <a:cubicBezTo>
                    <a:pt x="2162582" y="47606"/>
                    <a:pt x="2164608" y="46594"/>
                    <a:pt x="2165115" y="46340"/>
                  </a:cubicBezTo>
                  <a:close/>
                  <a:moveTo>
                    <a:pt x="2079777" y="53177"/>
                  </a:moveTo>
                  <a:cubicBezTo>
                    <a:pt x="2081044" y="53431"/>
                    <a:pt x="2087374" y="51658"/>
                    <a:pt x="2091426" y="50392"/>
                  </a:cubicBezTo>
                  <a:cubicBezTo>
                    <a:pt x="2093705" y="49632"/>
                    <a:pt x="2099276" y="47860"/>
                    <a:pt x="2099276" y="47353"/>
                  </a:cubicBezTo>
                  <a:cubicBezTo>
                    <a:pt x="2099276" y="47353"/>
                    <a:pt x="2099023" y="47353"/>
                    <a:pt x="2099023" y="47353"/>
                  </a:cubicBezTo>
                  <a:cubicBezTo>
                    <a:pt x="2095224" y="47606"/>
                    <a:pt x="2081297" y="51658"/>
                    <a:pt x="2079777" y="53177"/>
                  </a:cubicBezTo>
                  <a:cubicBezTo>
                    <a:pt x="2079777" y="52924"/>
                    <a:pt x="2079777" y="53177"/>
                    <a:pt x="2079777" y="53177"/>
                  </a:cubicBezTo>
                  <a:close/>
                  <a:moveTo>
                    <a:pt x="3085084" y="71156"/>
                  </a:moveTo>
                  <a:cubicBezTo>
                    <a:pt x="3079766" y="69890"/>
                    <a:pt x="3074702" y="68371"/>
                    <a:pt x="3069384" y="67105"/>
                  </a:cubicBezTo>
                  <a:cubicBezTo>
                    <a:pt x="3069384" y="67105"/>
                    <a:pt x="3094960" y="73689"/>
                    <a:pt x="3095973" y="73942"/>
                  </a:cubicBezTo>
                  <a:cubicBezTo>
                    <a:pt x="3092175" y="72929"/>
                    <a:pt x="3088629" y="71916"/>
                    <a:pt x="3085084" y="71156"/>
                  </a:cubicBezTo>
                  <a:close/>
                  <a:moveTo>
                    <a:pt x="3075968" y="69384"/>
                  </a:moveTo>
                  <a:cubicBezTo>
                    <a:pt x="3069131" y="67611"/>
                    <a:pt x="3061534" y="65839"/>
                    <a:pt x="3060268" y="65585"/>
                  </a:cubicBezTo>
                  <a:cubicBezTo>
                    <a:pt x="3060268" y="65585"/>
                    <a:pt x="3085844" y="72169"/>
                    <a:pt x="3086604" y="72423"/>
                  </a:cubicBezTo>
                  <a:cubicBezTo>
                    <a:pt x="3082805" y="70903"/>
                    <a:pt x="3079260" y="70144"/>
                    <a:pt x="3075968" y="69384"/>
                  </a:cubicBezTo>
                  <a:close/>
                  <a:moveTo>
                    <a:pt x="3070650" y="68371"/>
                  </a:moveTo>
                  <a:lnTo>
                    <a:pt x="3070650" y="68371"/>
                  </a:lnTo>
                  <a:cubicBezTo>
                    <a:pt x="3063307" y="66598"/>
                    <a:pt x="3056216" y="64826"/>
                    <a:pt x="3054950" y="64573"/>
                  </a:cubicBezTo>
                  <a:cubicBezTo>
                    <a:pt x="3054950" y="64573"/>
                    <a:pt x="3080020" y="71156"/>
                    <a:pt x="3081033" y="71156"/>
                  </a:cubicBezTo>
                  <a:cubicBezTo>
                    <a:pt x="3079766" y="70650"/>
                    <a:pt x="3074702" y="69384"/>
                    <a:pt x="3070650" y="68371"/>
                  </a:cubicBezTo>
                  <a:close/>
                  <a:moveTo>
                    <a:pt x="2915170" y="53431"/>
                  </a:moveTo>
                  <a:cubicBezTo>
                    <a:pt x="2910612" y="51911"/>
                    <a:pt x="2904534" y="50139"/>
                    <a:pt x="2902255" y="49885"/>
                  </a:cubicBezTo>
                  <a:cubicBezTo>
                    <a:pt x="2902255" y="49885"/>
                    <a:pt x="2902002" y="49885"/>
                    <a:pt x="2902002" y="49885"/>
                  </a:cubicBezTo>
                  <a:cubicBezTo>
                    <a:pt x="2902761" y="50645"/>
                    <a:pt x="2919981" y="56469"/>
                    <a:pt x="2921247" y="55710"/>
                  </a:cubicBezTo>
                  <a:cubicBezTo>
                    <a:pt x="2920994" y="55203"/>
                    <a:pt x="2916942" y="53937"/>
                    <a:pt x="2915170" y="53431"/>
                  </a:cubicBezTo>
                  <a:close/>
                  <a:moveTo>
                    <a:pt x="2903774" y="52671"/>
                  </a:moveTo>
                  <a:cubicBezTo>
                    <a:pt x="2899470" y="51152"/>
                    <a:pt x="2893392" y="49379"/>
                    <a:pt x="2891113" y="49126"/>
                  </a:cubicBezTo>
                  <a:cubicBezTo>
                    <a:pt x="2891113" y="49126"/>
                    <a:pt x="2890860" y="49126"/>
                    <a:pt x="2890607" y="49126"/>
                  </a:cubicBezTo>
                  <a:cubicBezTo>
                    <a:pt x="2891113" y="49885"/>
                    <a:pt x="2907826" y="55710"/>
                    <a:pt x="2909345" y="54950"/>
                  </a:cubicBezTo>
                  <a:cubicBezTo>
                    <a:pt x="2909092" y="54444"/>
                    <a:pt x="2905294" y="53177"/>
                    <a:pt x="2903774" y="52671"/>
                  </a:cubicBezTo>
                  <a:close/>
                  <a:moveTo>
                    <a:pt x="2879465" y="48619"/>
                  </a:moveTo>
                  <a:cubicBezTo>
                    <a:pt x="2879465" y="48619"/>
                    <a:pt x="2879211" y="48619"/>
                    <a:pt x="2878958" y="48619"/>
                  </a:cubicBezTo>
                  <a:cubicBezTo>
                    <a:pt x="2879465" y="49632"/>
                    <a:pt x="2895418" y="54697"/>
                    <a:pt x="2897191" y="54444"/>
                  </a:cubicBezTo>
                  <a:cubicBezTo>
                    <a:pt x="2897191" y="54444"/>
                    <a:pt x="2897191" y="54444"/>
                    <a:pt x="2897191" y="54190"/>
                  </a:cubicBezTo>
                  <a:cubicBezTo>
                    <a:pt x="2896431" y="53684"/>
                    <a:pt x="2893645" y="52418"/>
                    <a:pt x="2891873" y="51911"/>
                  </a:cubicBezTo>
                  <a:cubicBezTo>
                    <a:pt x="2888075" y="50645"/>
                    <a:pt x="2881744" y="48619"/>
                    <a:pt x="2879465" y="48619"/>
                  </a:cubicBezTo>
                  <a:close/>
                  <a:moveTo>
                    <a:pt x="2867057" y="47860"/>
                  </a:moveTo>
                  <a:cubicBezTo>
                    <a:pt x="2867563" y="48873"/>
                    <a:pt x="2882757" y="53937"/>
                    <a:pt x="2884782" y="53684"/>
                  </a:cubicBezTo>
                  <a:cubicBezTo>
                    <a:pt x="2884782" y="53684"/>
                    <a:pt x="2884782" y="53684"/>
                    <a:pt x="2884782" y="53431"/>
                  </a:cubicBezTo>
                  <a:cubicBezTo>
                    <a:pt x="2884276" y="52924"/>
                    <a:pt x="2881237" y="51658"/>
                    <a:pt x="2879718" y="51152"/>
                  </a:cubicBezTo>
                  <a:cubicBezTo>
                    <a:pt x="2875666" y="49632"/>
                    <a:pt x="2869842" y="48113"/>
                    <a:pt x="2867563" y="47860"/>
                  </a:cubicBezTo>
                  <a:cubicBezTo>
                    <a:pt x="2867310" y="47860"/>
                    <a:pt x="2867310" y="47860"/>
                    <a:pt x="2867057" y="47860"/>
                  </a:cubicBezTo>
                  <a:close/>
                  <a:moveTo>
                    <a:pt x="2854902" y="47100"/>
                  </a:moveTo>
                  <a:cubicBezTo>
                    <a:pt x="2854902" y="47100"/>
                    <a:pt x="2854902" y="47100"/>
                    <a:pt x="2854902" y="47100"/>
                  </a:cubicBezTo>
                  <a:cubicBezTo>
                    <a:pt x="2856168" y="48619"/>
                    <a:pt x="2870095" y="53177"/>
                    <a:pt x="2871868" y="52924"/>
                  </a:cubicBezTo>
                  <a:cubicBezTo>
                    <a:pt x="2871868" y="52924"/>
                    <a:pt x="2871868" y="52924"/>
                    <a:pt x="2871868" y="52671"/>
                  </a:cubicBezTo>
                  <a:cubicBezTo>
                    <a:pt x="2871362" y="52165"/>
                    <a:pt x="2868576" y="50898"/>
                    <a:pt x="2867057" y="50392"/>
                  </a:cubicBezTo>
                  <a:cubicBezTo>
                    <a:pt x="2863258" y="48873"/>
                    <a:pt x="2857434" y="47353"/>
                    <a:pt x="2855155" y="47100"/>
                  </a:cubicBezTo>
                  <a:cubicBezTo>
                    <a:pt x="2855408" y="47100"/>
                    <a:pt x="2855155" y="47100"/>
                    <a:pt x="2854902" y="47100"/>
                  </a:cubicBezTo>
                  <a:close/>
                  <a:moveTo>
                    <a:pt x="2843000" y="46340"/>
                  </a:moveTo>
                  <a:cubicBezTo>
                    <a:pt x="2843000" y="46340"/>
                    <a:pt x="2842747" y="46340"/>
                    <a:pt x="2842494" y="46340"/>
                  </a:cubicBezTo>
                  <a:cubicBezTo>
                    <a:pt x="2842494" y="46340"/>
                    <a:pt x="2842494" y="46340"/>
                    <a:pt x="2842494" y="46594"/>
                  </a:cubicBezTo>
                  <a:cubicBezTo>
                    <a:pt x="2843507" y="48113"/>
                    <a:pt x="2857941" y="52924"/>
                    <a:pt x="2859207" y="52165"/>
                  </a:cubicBezTo>
                  <a:cubicBezTo>
                    <a:pt x="2859207" y="51658"/>
                    <a:pt x="2856168" y="50392"/>
                    <a:pt x="2854649" y="49885"/>
                  </a:cubicBezTo>
                  <a:cubicBezTo>
                    <a:pt x="2850850" y="48366"/>
                    <a:pt x="2845279" y="46594"/>
                    <a:pt x="2843000" y="46340"/>
                  </a:cubicBezTo>
                  <a:close/>
                  <a:moveTo>
                    <a:pt x="2828566" y="48366"/>
                  </a:moveTo>
                  <a:cubicBezTo>
                    <a:pt x="2825021" y="46847"/>
                    <a:pt x="2819957" y="45327"/>
                    <a:pt x="2817678" y="45074"/>
                  </a:cubicBezTo>
                  <a:cubicBezTo>
                    <a:pt x="2817424" y="45074"/>
                    <a:pt x="2817171" y="45074"/>
                    <a:pt x="2817171" y="45074"/>
                  </a:cubicBezTo>
                  <a:cubicBezTo>
                    <a:pt x="2816412" y="46087"/>
                    <a:pt x="2830845" y="51152"/>
                    <a:pt x="2832618" y="50645"/>
                  </a:cubicBezTo>
                  <a:cubicBezTo>
                    <a:pt x="2833124" y="50645"/>
                    <a:pt x="2831605" y="49632"/>
                    <a:pt x="2828566" y="48366"/>
                  </a:cubicBezTo>
                  <a:close/>
                  <a:moveTo>
                    <a:pt x="2220065" y="36465"/>
                  </a:moveTo>
                  <a:cubicBezTo>
                    <a:pt x="2223357" y="35198"/>
                    <a:pt x="2225129" y="34439"/>
                    <a:pt x="2225636" y="34185"/>
                  </a:cubicBezTo>
                  <a:cubicBezTo>
                    <a:pt x="2226142" y="33679"/>
                    <a:pt x="2225636" y="33679"/>
                    <a:pt x="2225129" y="33679"/>
                  </a:cubicBezTo>
                  <a:cubicBezTo>
                    <a:pt x="2221077" y="33932"/>
                    <a:pt x="2210442" y="37477"/>
                    <a:pt x="2209682" y="38490"/>
                  </a:cubicBezTo>
                  <a:cubicBezTo>
                    <a:pt x="2209429" y="39503"/>
                    <a:pt x="2214494" y="38490"/>
                    <a:pt x="2220065" y="36465"/>
                  </a:cubicBezTo>
                  <a:close/>
                  <a:moveTo>
                    <a:pt x="2132702" y="40010"/>
                  </a:moveTo>
                  <a:cubicBezTo>
                    <a:pt x="2132702" y="40263"/>
                    <a:pt x="2132702" y="40263"/>
                    <a:pt x="2132702" y="40010"/>
                  </a:cubicBezTo>
                  <a:cubicBezTo>
                    <a:pt x="2133715" y="40516"/>
                    <a:pt x="2140045" y="38744"/>
                    <a:pt x="2143844" y="37731"/>
                  </a:cubicBezTo>
                  <a:cubicBezTo>
                    <a:pt x="2146123" y="36971"/>
                    <a:pt x="2151440" y="35452"/>
                    <a:pt x="2151694" y="34945"/>
                  </a:cubicBezTo>
                  <a:cubicBezTo>
                    <a:pt x="2151694" y="34945"/>
                    <a:pt x="2151440" y="34945"/>
                    <a:pt x="2151440" y="34945"/>
                  </a:cubicBezTo>
                  <a:cubicBezTo>
                    <a:pt x="2148149" y="35198"/>
                    <a:pt x="2134474" y="38744"/>
                    <a:pt x="2132702" y="40010"/>
                  </a:cubicBezTo>
                  <a:close/>
                  <a:moveTo>
                    <a:pt x="2874400" y="41023"/>
                  </a:moveTo>
                  <a:cubicBezTo>
                    <a:pt x="2869842" y="39756"/>
                    <a:pt x="2863765" y="38237"/>
                    <a:pt x="2861739" y="37984"/>
                  </a:cubicBezTo>
                  <a:cubicBezTo>
                    <a:pt x="2861739" y="37984"/>
                    <a:pt x="2861486" y="37984"/>
                    <a:pt x="2861486" y="37984"/>
                  </a:cubicBezTo>
                  <a:cubicBezTo>
                    <a:pt x="2862499" y="38744"/>
                    <a:pt x="2879971" y="43808"/>
                    <a:pt x="2880731" y="43048"/>
                  </a:cubicBezTo>
                  <a:cubicBezTo>
                    <a:pt x="2880224" y="42795"/>
                    <a:pt x="2876173" y="41529"/>
                    <a:pt x="2874400" y="41023"/>
                  </a:cubicBezTo>
                  <a:close/>
                  <a:moveTo>
                    <a:pt x="2840974" y="36718"/>
                  </a:moveTo>
                  <a:cubicBezTo>
                    <a:pt x="2841734" y="37477"/>
                    <a:pt x="2858194" y="42289"/>
                    <a:pt x="2859207" y="41782"/>
                  </a:cubicBezTo>
                  <a:cubicBezTo>
                    <a:pt x="2858700" y="41276"/>
                    <a:pt x="2854649" y="40010"/>
                    <a:pt x="2853383" y="39503"/>
                  </a:cubicBezTo>
                  <a:cubicBezTo>
                    <a:pt x="2849078" y="38237"/>
                    <a:pt x="2843253" y="36718"/>
                    <a:pt x="2841228" y="36465"/>
                  </a:cubicBezTo>
                  <a:cubicBezTo>
                    <a:pt x="2841228" y="36718"/>
                    <a:pt x="2840974" y="36718"/>
                    <a:pt x="2840974" y="36718"/>
                  </a:cubicBezTo>
                  <a:close/>
                  <a:moveTo>
                    <a:pt x="2830592" y="36211"/>
                  </a:moveTo>
                  <a:cubicBezTo>
                    <a:pt x="2830592" y="36211"/>
                    <a:pt x="2830339" y="36211"/>
                    <a:pt x="2830339" y="36211"/>
                  </a:cubicBezTo>
                  <a:cubicBezTo>
                    <a:pt x="2830845" y="36971"/>
                    <a:pt x="2846799" y="41782"/>
                    <a:pt x="2848065" y="41276"/>
                  </a:cubicBezTo>
                  <a:cubicBezTo>
                    <a:pt x="2847812" y="40769"/>
                    <a:pt x="2844013" y="39503"/>
                    <a:pt x="2842494" y="38997"/>
                  </a:cubicBezTo>
                  <a:cubicBezTo>
                    <a:pt x="2838442" y="37731"/>
                    <a:pt x="2832618" y="36211"/>
                    <a:pt x="2830592" y="36211"/>
                  </a:cubicBezTo>
                  <a:close/>
                  <a:moveTo>
                    <a:pt x="2224116" y="24310"/>
                  </a:moveTo>
                  <a:cubicBezTo>
                    <a:pt x="2224116" y="24056"/>
                    <a:pt x="2224116" y="24056"/>
                    <a:pt x="2224116" y="24310"/>
                  </a:cubicBezTo>
                  <a:cubicBezTo>
                    <a:pt x="2224116" y="24056"/>
                    <a:pt x="2223863" y="24056"/>
                    <a:pt x="2223863" y="24056"/>
                  </a:cubicBezTo>
                  <a:cubicBezTo>
                    <a:pt x="2220571" y="24310"/>
                    <a:pt x="2208163" y="27348"/>
                    <a:pt x="2206644" y="28361"/>
                  </a:cubicBezTo>
                  <a:lnTo>
                    <a:pt x="2206644" y="28615"/>
                  </a:lnTo>
                  <a:cubicBezTo>
                    <a:pt x="2207657" y="28868"/>
                    <a:pt x="2213481" y="27602"/>
                    <a:pt x="2217279" y="26589"/>
                  </a:cubicBezTo>
                  <a:cubicBezTo>
                    <a:pt x="2218545" y="26082"/>
                    <a:pt x="2223103" y="24816"/>
                    <a:pt x="2224116" y="24310"/>
                  </a:cubicBezTo>
                  <a:close/>
                  <a:moveTo>
                    <a:pt x="2205884" y="26589"/>
                  </a:moveTo>
                  <a:cubicBezTo>
                    <a:pt x="2208163" y="26082"/>
                    <a:pt x="2212974" y="24816"/>
                    <a:pt x="2213228" y="24310"/>
                  </a:cubicBezTo>
                  <a:cubicBezTo>
                    <a:pt x="2213228" y="24310"/>
                    <a:pt x="2212974" y="24310"/>
                    <a:pt x="2212974" y="24310"/>
                  </a:cubicBezTo>
                  <a:cubicBezTo>
                    <a:pt x="2209682" y="24563"/>
                    <a:pt x="2195502" y="27855"/>
                    <a:pt x="2195249" y="28868"/>
                  </a:cubicBezTo>
                  <a:cubicBezTo>
                    <a:pt x="2196008" y="28868"/>
                    <a:pt x="2202086" y="27602"/>
                    <a:pt x="2205884" y="26589"/>
                  </a:cubicBezTo>
                  <a:close/>
                  <a:moveTo>
                    <a:pt x="2173218" y="29121"/>
                  </a:moveTo>
                  <a:cubicBezTo>
                    <a:pt x="2173977" y="29374"/>
                    <a:pt x="2180815" y="27855"/>
                    <a:pt x="2184360" y="27095"/>
                  </a:cubicBezTo>
                  <a:cubicBezTo>
                    <a:pt x="2187145" y="26335"/>
                    <a:pt x="2191956" y="25069"/>
                    <a:pt x="2192463" y="24816"/>
                  </a:cubicBezTo>
                  <a:cubicBezTo>
                    <a:pt x="2192463" y="24816"/>
                    <a:pt x="2192210" y="24816"/>
                    <a:pt x="2192210" y="24816"/>
                  </a:cubicBezTo>
                  <a:cubicBezTo>
                    <a:pt x="2188665" y="24816"/>
                    <a:pt x="2173724" y="28361"/>
                    <a:pt x="2173218" y="29121"/>
                  </a:cubicBezTo>
                  <a:close/>
                  <a:moveTo>
                    <a:pt x="2142071" y="30134"/>
                  </a:moveTo>
                  <a:cubicBezTo>
                    <a:pt x="2143590" y="30134"/>
                    <a:pt x="2152707" y="28108"/>
                    <a:pt x="2153720" y="27855"/>
                  </a:cubicBezTo>
                  <a:cubicBezTo>
                    <a:pt x="2162329" y="25829"/>
                    <a:pt x="2162582" y="25576"/>
                    <a:pt x="2162836" y="25576"/>
                  </a:cubicBezTo>
                  <a:cubicBezTo>
                    <a:pt x="2162836" y="25576"/>
                    <a:pt x="2162836" y="25576"/>
                    <a:pt x="2162582" y="25576"/>
                  </a:cubicBezTo>
                  <a:cubicBezTo>
                    <a:pt x="2159797" y="25829"/>
                    <a:pt x="2142831" y="29374"/>
                    <a:pt x="2142071" y="30134"/>
                  </a:cubicBezTo>
                  <a:close/>
                  <a:moveTo>
                    <a:pt x="2841987" y="30894"/>
                  </a:moveTo>
                  <a:cubicBezTo>
                    <a:pt x="2837429" y="29881"/>
                    <a:pt x="2831099" y="28361"/>
                    <a:pt x="2829326" y="28361"/>
                  </a:cubicBezTo>
                  <a:cubicBezTo>
                    <a:pt x="2829326" y="28361"/>
                    <a:pt x="2829326" y="28361"/>
                    <a:pt x="2829073" y="28361"/>
                  </a:cubicBezTo>
                  <a:cubicBezTo>
                    <a:pt x="2830086" y="28868"/>
                    <a:pt x="2847812" y="33173"/>
                    <a:pt x="2848824" y="32919"/>
                  </a:cubicBezTo>
                  <a:cubicBezTo>
                    <a:pt x="2848065" y="32160"/>
                    <a:pt x="2843507" y="31147"/>
                    <a:pt x="2841987" y="30894"/>
                  </a:cubicBezTo>
                  <a:close/>
                  <a:moveTo>
                    <a:pt x="2824008" y="29627"/>
                  </a:moveTo>
                  <a:cubicBezTo>
                    <a:pt x="2819703" y="28615"/>
                    <a:pt x="2813626" y="27095"/>
                    <a:pt x="2811853" y="27095"/>
                  </a:cubicBezTo>
                  <a:cubicBezTo>
                    <a:pt x="2811853" y="27095"/>
                    <a:pt x="2811600" y="27095"/>
                    <a:pt x="2811600" y="27095"/>
                  </a:cubicBezTo>
                  <a:cubicBezTo>
                    <a:pt x="2812360" y="27602"/>
                    <a:pt x="2829073" y="31906"/>
                    <a:pt x="2830339" y="31400"/>
                  </a:cubicBezTo>
                  <a:cubicBezTo>
                    <a:pt x="2829579" y="31147"/>
                    <a:pt x="2825274" y="29881"/>
                    <a:pt x="2824008" y="29627"/>
                  </a:cubicBezTo>
                  <a:close/>
                  <a:moveTo>
                    <a:pt x="2814639" y="29121"/>
                  </a:moveTo>
                  <a:lnTo>
                    <a:pt x="2814639" y="29121"/>
                  </a:lnTo>
                  <a:cubicBezTo>
                    <a:pt x="2810334" y="28108"/>
                    <a:pt x="2804510" y="26842"/>
                    <a:pt x="2802737" y="26589"/>
                  </a:cubicBezTo>
                  <a:cubicBezTo>
                    <a:pt x="2802737" y="26589"/>
                    <a:pt x="2802484" y="26589"/>
                    <a:pt x="2802484" y="26589"/>
                  </a:cubicBezTo>
                  <a:cubicBezTo>
                    <a:pt x="2803497" y="27095"/>
                    <a:pt x="2820210" y="31400"/>
                    <a:pt x="2820716" y="30894"/>
                  </a:cubicBezTo>
                  <a:cubicBezTo>
                    <a:pt x="2819957" y="30387"/>
                    <a:pt x="2815905" y="29374"/>
                    <a:pt x="2814639" y="29121"/>
                  </a:cubicBezTo>
                  <a:close/>
                  <a:moveTo>
                    <a:pt x="2275015" y="18485"/>
                  </a:moveTo>
                  <a:cubicBezTo>
                    <a:pt x="2275015" y="18485"/>
                    <a:pt x="2275015" y="18485"/>
                    <a:pt x="2275015" y="18485"/>
                  </a:cubicBezTo>
                  <a:cubicBezTo>
                    <a:pt x="2276027" y="18739"/>
                    <a:pt x="2281852" y="17473"/>
                    <a:pt x="2284637" y="16966"/>
                  </a:cubicBezTo>
                  <a:cubicBezTo>
                    <a:pt x="2286157" y="16460"/>
                    <a:pt x="2289955" y="15700"/>
                    <a:pt x="2290715" y="15194"/>
                  </a:cubicBezTo>
                  <a:lnTo>
                    <a:pt x="2290715" y="15194"/>
                  </a:lnTo>
                  <a:cubicBezTo>
                    <a:pt x="2290715" y="15194"/>
                    <a:pt x="2290461" y="15194"/>
                    <a:pt x="2290461" y="15194"/>
                  </a:cubicBezTo>
                  <a:cubicBezTo>
                    <a:pt x="2287423" y="14940"/>
                    <a:pt x="2276281" y="17473"/>
                    <a:pt x="2275015" y="18485"/>
                  </a:cubicBezTo>
                  <a:close/>
                  <a:moveTo>
                    <a:pt x="2243361" y="18992"/>
                  </a:moveTo>
                  <a:cubicBezTo>
                    <a:pt x="2244121" y="19245"/>
                    <a:pt x="2250452" y="17979"/>
                    <a:pt x="2253490" y="17219"/>
                  </a:cubicBezTo>
                  <a:cubicBezTo>
                    <a:pt x="2256023" y="16713"/>
                    <a:pt x="2260581" y="15700"/>
                    <a:pt x="2260834" y="15194"/>
                  </a:cubicBezTo>
                  <a:cubicBezTo>
                    <a:pt x="2260834" y="15194"/>
                    <a:pt x="2260581" y="15194"/>
                    <a:pt x="2260581" y="15194"/>
                  </a:cubicBezTo>
                  <a:cubicBezTo>
                    <a:pt x="2257289" y="15447"/>
                    <a:pt x="2243868" y="18232"/>
                    <a:pt x="2243361" y="18992"/>
                  </a:cubicBezTo>
                  <a:close/>
                  <a:moveTo>
                    <a:pt x="2233232" y="19245"/>
                  </a:moveTo>
                  <a:cubicBezTo>
                    <a:pt x="2233992" y="19498"/>
                    <a:pt x="2240323" y="18232"/>
                    <a:pt x="2243615" y="17473"/>
                  </a:cubicBezTo>
                  <a:cubicBezTo>
                    <a:pt x="2245134" y="17219"/>
                    <a:pt x="2250452" y="15953"/>
                    <a:pt x="2251211" y="15447"/>
                  </a:cubicBezTo>
                  <a:cubicBezTo>
                    <a:pt x="2251211" y="15447"/>
                    <a:pt x="2250958" y="15447"/>
                    <a:pt x="2250958" y="15447"/>
                  </a:cubicBezTo>
                  <a:cubicBezTo>
                    <a:pt x="2248173" y="15700"/>
                    <a:pt x="2233992" y="18485"/>
                    <a:pt x="2233232" y="19245"/>
                  </a:cubicBezTo>
                  <a:close/>
                  <a:moveTo>
                    <a:pt x="2204365" y="20005"/>
                  </a:moveTo>
                  <a:cubicBezTo>
                    <a:pt x="2205884" y="20005"/>
                    <a:pt x="2213734" y="18485"/>
                    <a:pt x="2215253" y="18232"/>
                  </a:cubicBezTo>
                  <a:cubicBezTo>
                    <a:pt x="2223610" y="16713"/>
                    <a:pt x="2223863" y="16206"/>
                    <a:pt x="2223863" y="16206"/>
                  </a:cubicBezTo>
                  <a:cubicBezTo>
                    <a:pt x="2223863" y="16206"/>
                    <a:pt x="2223863" y="16206"/>
                    <a:pt x="2223610" y="16206"/>
                  </a:cubicBezTo>
                  <a:cubicBezTo>
                    <a:pt x="2221331" y="16206"/>
                    <a:pt x="2204871" y="19245"/>
                    <a:pt x="2204365" y="20005"/>
                  </a:cubicBezTo>
                  <a:close/>
                  <a:moveTo>
                    <a:pt x="2206390" y="18485"/>
                  </a:moveTo>
                  <a:lnTo>
                    <a:pt x="2206390" y="18485"/>
                  </a:lnTo>
                  <a:cubicBezTo>
                    <a:pt x="2215000" y="16713"/>
                    <a:pt x="2215253" y="16460"/>
                    <a:pt x="2215506" y="16460"/>
                  </a:cubicBezTo>
                  <a:cubicBezTo>
                    <a:pt x="2215506" y="16460"/>
                    <a:pt x="2215506" y="16460"/>
                    <a:pt x="2215253" y="16460"/>
                  </a:cubicBezTo>
                  <a:cubicBezTo>
                    <a:pt x="2212468" y="16713"/>
                    <a:pt x="2196008" y="19498"/>
                    <a:pt x="2195249" y="20258"/>
                  </a:cubicBezTo>
                  <a:cubicBezTo>
                    <a:pt x="2196515" y="20258"/>
                    <a:pt x="2204871" y="18739"/>
                    <a:pt x="2206390" y="18485"/>
                  </a:cubicBezTo>
                  <a:close/>
                  <a:moveTo>
                    <a:pt x="2153213" y="21777"/>
                  </a:moveTo>
                  <a:cubicBezTo>
                    <a:pt x="2154226" y="21777"/>
                    <a:pt x="2161823" y="20511"/>
                    <a:pt x="2165115" y="19752"/>
                  </a:cubicBezTo>
                  <a:cubicBezTo>
                    <a:pt x="2171952" y="18485"/>
                    <a:pt x="2175497" y="17979"/>
                    <a:pt x="2175750" y="17726"/>
                  </a:cubicBezTo>
                  <a:cubicBezTo>
                    <a:pt x="2175750" y="17726"/>
                    <a:pt x="2175750" y="17726"/>
                    <a:pt x="2175750" y="17726"/>
                  </a:cubicBezTo>
                  <a:cubicBezTo>
                    <a:pt x="2172711" y="18232"/>
                    <a:pt x="2153973" y="21271"/>
                    <a:pt x="2153213" y="21777"/>
                  </a:cubicBezTo>
                  <a:close/>
                  <a:moveTo>
                    <a:pt x="2157771" y="20258"/>
                  </a:moveTo>
                  <a:cubicBezTo>
                    <a:pt x="2167900" y="18485"/>
                    <a:pt x="2168406" y="18232"/>
                    <a:pt x="2168660" y="18232"/>
                  </a:cubicBezTo>
                  <a:cubicBezTo>
                    <a:pt x="2165621" y="18485"/>
                    <a:pt x="2146629" y="21777"/>
                    <a:pt x="2145616" y="22284"/>
                  </a:cubicBezTo>
                  <a:cubicBezTo>
                    <a:pt x="2146376" y="22284"/>
                    <a:pt x="2153466" y="21018"/>
                    <a:pt x="2157771" y="20258"/>
                  </a:cubicBezTo>
                  <a:close/>
                  <a:moveTo>
                    <a:pt x="2112950" y="23044"/>
                  </a:moveTo>
                  <a:cubicBezTo>
                    <a:pt x="2117255" y="22284"/>
                    <a:pt x="2121560" y="22031"/>
                    <a:pt x="2125865" y="21018"/>
                  </a:cubicBezTo>
                  <a:cubicBezTo>
                    <a:pt x="2123079" y="21271"/>
                    <a:pt x="2101555" y="24816"/>
                    <a:pt x="2100289" y="25069"/>
                  </a:cubicBezTo>
                  <a:cubicBezTo>
                    <a:pt x="2104340" y="24816"/>
                    <a:pt x="2108645" y="23803"/>
                    <a:pt x="2112950" y="23044"/>
                  </a:cubicBezTo>
                  <a:close/>
                  <a:moveTo>
                    <a:pt x="2107632" y="23550"/>
                  </a:moveTo>
                  <a:cubicBezTo>
                    <a:pt x="2111937" y="22790"/>
                    <a:pt x="2116242" y="22537"/>
                    <a:pt x="2120547" y="21524"/>
                  </a:cubicBezTo>
                  <a:cubicBezTo>
                    <a:pt x="2118015" y="21777"/>
                    <a:pt x="2096237" y="25323"/>
                    <a:pt x="2094718" y="25829"/>
                  </a:cubicBezTo>
                  <a:cubicBezTo>
                    <a:pt x="2099023" y="25069"/>
                    <a:pt x="2103327" y="24310"/>
                    <a:pt x="2107632" y="23550"/>
                  </a:cubicBezTo>
                  <a:close/>
                  <a:moveTo>
                    <a:pt x="2085855" y="26082"/>
                  </a:moveTo>
                  <a:cubicBezTo>
                    <a:pt x="2081550" y="26842"/>
                    <a:pt x="2077245" y="27602"/>
                    <a:pt x="2072940" y="28108"/>
                  </a:cubicBezTo>
                  <a:lnTo>
                    <a:pt x="2087374" y="25829"/>
                  </a:lnTo>
                  <a:cubicBezTo>
                    <a:pt x="2086615" y="26082"/>
                    <a:pt x="2086108" y="26082"/>
                    <a:pt x="2085855" y="26082"/>
                  </a:cubicBezTo>
                  <a:close/>
                  <a:moveTo>
                    <a:pt x="2271723" y="11395"/>
                  </a:moveTo>
                  <a:cubicBezTo>
                    <a:pt x="2272989" y="11395"/>
                    <a:pt x="2279573" y="10382"/>
                    <a:pt x="2281598" y="9876"/>
                  </a:cubicBezTo>
                  <a:cubicBezTo>
                    <a:pt x="2289195" y="8610"/>
                    <a:pt x="2289449" y="8356"/>
                    <a:pt x="2289449" y="8356"/>
                  </a:cubicBezTo>
                  <a:cubicBezTo>
                    <a:pt x="2289449" y="8356"/>
                    <a:pt x="2289449" y="8356"/>
                    <a:pt x="2289195" y="8356"/>
                  </a:cubicBezTo>
                  <a:cubicBezTo>
                    <a:pt x="2287169" y="8356"/>
                    <a:pt x="2272229" y="10889"/>
                    <a:pt x="2271723" y="11395"/>
                  </a:cubicBezTo>
                  <a:close/>
                  <a:moveTo>
                    <a:pt x="2263366" y="11648"/>
                  </a:moveTo>
                  <a:cubicBezTo>
                    <a:pt x="2264632" y="11648"/>
                    <a:pt x="2271469" y="10635"/>
                    <a:pt x="2273495" y="10129"/>
                  </a:cubicBezTo>
                  <a:cubicBezTo>
                    <a:pt x="2281345" y="8863"/>
                    <a:pt x="2281598" y="8610"/>
                    <a:pt x="2281852" y="8610"/>
                  </a:cubicBezTo>
                  <a:cubicBezTo>
                    <a:pt x="2281852" y="8610"/>
                    <a:pt x="2281852" y="8610"/>
                    <a:pt x="2281598" y="8610"/>
                  </a:cubicBezTo>
                  <a:cubicBezTo>
                    <a:pt x="2279066" y="8610"/>
                    <a:pt x="2263873" y="11142"/>
                    <a:pt x="2263366" y="11648"/>
                  </a:cubicBezTo>
                  <a:close/>
                  <a:moveTo>
                    <a:pt x="2255010" y="11902"/>
                  </a:moveTo>
                  <a:cubicBezTo>
                    <a:pt x="2256023" y="11902"/>
                    <a:pt x="2262607" y="10889"/>
                    <a:pt x="2265392" y="10382"/>
                  </a:cubicBezTo>
                  <a:cubicBezTo>
                    <a:pt x="2273495" y="9116"/>
                    <a:pt x="2274002" y="8863"/>
                    <a:pt x="2274002" y="8863"/>
                  </a:cubicBezTo>
                  <a:cubicBezTo>
                    <a:pt x="2274002" y="8863"/>
                    <a:pt x="2274002" y="8863"/>
                    <a:pt x="2273749" y="8863"/>
                  </a:cubicBezTo>
                  <a:cubicBezTo>
                    <a:pt x="2271216" y="8863"/>
                    <a:pt x="2255769" y="11142"/>
                    <a:pt x="2255010" y="11902"/>
                  </a:cubicBezTo>
                  <a:close/>
                  <a:moveTo>
                    <a:pt x="2246653" y="12155"/>
                  </a:moveTo>
                  <a:cubicBezTo>
                    <a:pt x="2247666" y="12155"/>
                    <a:pt x="2254503" y="11142"/>
                    <a:pt x="2257289" y="10635"/>
                  </a:cubicBezTo>
                  <a:cubicBezTo>
                    <a:pt x="2265645" y="9369"/>
                    <a:pt x="2266152" y="9116"/>
                    <a:pt x="2266405" y="9116"/>
                  </a:cubicBezTo>
                  <a:cubicBezTo>
                    <a:pt x="2266405" y="9116"/>
                    <a:pt x="2266405" y="9116"/>
                    <a:pt x="2266152" y="9116"/>
                  </a:cubicBezTo>
                  <a:cubicBezTo>
                    <a:pt x="2263619" y="9116"/>
                    <a:pt x="2247666" y="11395"/>
                    <a:pt x="2246653" y="12155"/>
                  </a:cubicBezTo>
                  <a:close/>
                  <a:moveTo>
                    <a:pt x="2238803" y="12155"/>
                  </a:moveTo>
                  <a:cubicBezTo>
                    <a:pt x="2239816" y="12155"/>
                    <a:pt x="2245894" y="11142"/>
                    <a:pt x="2249692" y="10635"/>
                  </a:cubicBezTo>
                  <a:cubicBezTo>
                    <a:pt x="2258302" y="9369"/>
                    <a:pt x="2258808" y="9116"/>
                    <a:pt x="2259061" y="9116"/>
                  </a:cubicBezTo>
                  <a:cubicBezTo>
                    <a:pt x="2259061" y="9116"/>
                    <a:pt x="2259061" y="9116"/>
                    <a:pt x="2259061" y="9116"/>
                  </a:cubicBezTo>
                  <a:cubicBezTo>
                    <a:pt x="2256276" y="9369"/>
                    <a:pt x="2240069" y="11648"/>
                    <a:pt x="2238803" y="12155"/>
                  </a:cubicBezTo>
                  <a:close/>
                  <a:moveTo>
                    <a:pt x="2223610" y="12661"/>
                  </a:moveTo>
                  <a:cubicBezTo>
                    <a:pt x="2224369" y="12661"/>
                    <a:pt x="2230194" y="11902"/>
                    <a:pt x="2234752" y="11142"/>
                  </a:cubicBezTo>
                  <a:cubicBezTo>
                    <a:pt x="2244374" y="9623"/>
                    <a:pt x="2244627" y="9623"/>
                    <a:pt x="2244881" y="9623"/>
                  </a:cubicBezTo>
                  <a:lnTo>
                    <a:pt x="2244881" y="9623"/>
                  </a:lnTo>
                  <a:cubicBezTo>
                    <a:pt x="2242095" y="9876"/>
                    <a:pt x="2225129" y="12155"/>
                    <a:pt x="2223610" y="12661"/>
                  </a:cubicBezTo>
                  <a:close/>
                  <a:moveTo>
                    <a:pt x="2227408" y="11395"/>
                  </a:moveTo>
                  <a:cubicBezTo>
                    <a:pt x="2237031" y="9876"/>
                    <a:pt x="2237284" y="9876"/>
                    <a:pt x="2237537" y="9623"/>
                  </a:cubicBezTo>
                  <a:cubicBezTo>
                    <a:pt x="2234752" y="9876"/>
                    <a:pt x="2216773" y="12408"/>
                    <a:pt x="2216013" y="12915"/>
                  </a:cubicBezTo>
                  <a:cubicBezTo>
                    <a:pt x="2216773" y="13168"/>
                    <a:pt x="2220571" y="12661"/>
                    <a:pt x="2227408" y="11395"/>
                  </a:cubicBezTo>
                  <a:close/>
                  <a:moveTo>
                    <a:pt x="2220571" y="11902"/>
                  </a:moveTo>
                  <a:cubicBezTo>
                    <a:pt x="2230447" y="10382"/>
                    <a:pt x="2230953" y="10382"/>
                    <a:pt x="2231207" y="10129"/>
                  </a:cubicBezTo>
                  <a:cubicBezTo>
                    <a:pt x="2229434" y="10129"/>
                    <a:pt x="2210442" y="12661"/>
                    <a:pt x="2209176" y="13421"/>
                  </a:cubicBezTo>
                  <a:cubicBezTo>
                    <a:pt x="2209682" y="13421"/>
                    <a:pt x="2210695" y="13168"/>
                    <a:pt x="2220571" y="11902"/>
                  </a:cubicBezTo>
                  <a:close/>
                  <a:moveTo>
                    <a:pt x="2213987" y="12155"/>
                  </a:moveTo>
                  <a:cubicBezTo>
                    <a:pt x="2224116" y="10635"/>
                    <a:pt x="2224623" y="10635"/>
                    <a:pt x="2224876" y="10382"/>
                  </a:cubicBezTo>
                  <a:cubicBezTo>
                    <a:pt x="2223103" y="10635"/>
                    <a:pt x="2203858" y="13168"/>
                    <a:pt x="2202339" y="13674"/>
                  </a:cubicBezTo>
                  <a:cubicBezTo>
                    <a:pt x="2206137" y="13421"/>
                    <a:pt x="2210189" y="12661"/>
                    <a:pt x="2213987" y="12155"/>
                  </a:cubicBezTo>
                  <a:close/>
                  <a:moveTo>
                    <a:pt x="2164102" y="15194"/>
                  </a:moveTo>
                  <a:cubicBezTo>
                    <a:pt x="2168660" y="14687"/>
                    <a:pt x="2172965" y="14181"/>
                    <a:pt x="2177523" y="13421"/>
                  </a:cubicBezTo>
                  <a:cubicBezTo>
                    <a:pt x="2174231" y="13674"/>
                    <a:pt x="2153720" y="16460"/>
                    <a:pt x="2151694" y="16966"/>
                  </a:cubicBezTo>
                  <a:cubicBezTo>
                    <a:pt x="2155745" y="16460"/>
                    <a:pt x="2159797" y="15700"/>
                    <a:pt x="2164102" y="15194"/>
                  </a:cubicBezTo>
                  <a:close/>
                  <a:moveTo>
                    <a:pt x="2159797" y="15700"/>
                  </a:moveTo>
                  <a:cubicBezTo>
                    <a:pt x="2164102" y="15194"/>
                    <a:pt x="2168660" y="14434"/>
                    <a:pt x="2172965" y="13927"/>
                  </a:cubicBezTo>
                  <a:lnTo>
                    <a:pt x="2170939" y="14181"/>
                  </a:lnTo>
                  <a:cubicBezTo>
                    <a:pt x="2159797" y="15447"/>
                    <a:pt x="2148402" y="17219"/>
                    <a:pt x="2147136" y="17473"/>
                  </a:cubicBezTo>
                  <a:cubicBezTo>
                    <a:pt x="2151440" y="16966"/>
                    <a:pt x="2155492" y="16206"/>
                    <a:pt x="2159797" y="15700"/>
                  </a:cubicBezTo>
                  <a:close/>
                  <a:moveTo>
                    <a:pt x="2151947" y="16460"/>
                  </a:moveTo>
                  <a:cubicBezTo>
                    <a:pt x="2152707" y="16460"/>
                    <a:pt x="2153466" y="16206"/>
                    <a:pt x="2154226" y="16206"/>
                  </a:cubicBezTo>
                  <a:lnTo>
                    <a:pt x="2149668" y="16713"/>
                  </a:lnTo>
                  <a:cubicBezTo>
                    <a:pt x="2146123" y="17219"/>
                    <a:pt x="2142578" y="17473"/>
                    <a:pt x="2139032" y="18232"/>
                  </a:cubicBezTo>
                  <a:cubicBezTo>
                    <a:pt x="2143337" y="17726"/>
                    <a:pt x="2147642" y="16966"/>
                    <a:pt x="2151947" y="16460"/>
                  </a:cubicBezTo>
                  <a:close/>
                  <a:moveTo>
                    <a:pt x="2138779" y="18232"/>
                  </a:moveTo>
                  <a:cubicBezTo>
                    <a:pt x="2137766" y="18485"/>
                    <a:pt x="2136500" y="18485"/>
                    <a:pt x="2135487" y="18739"/>
                  </a:cubicBezTo>
                  <a:cubicBezTo>
                    <a:pt x="2135487" y="18739"/>
                    <a:pt x="2135487" y="18739"/>
                    <a:pt x="2135487" y="18739"/>
                  </a:cubicBezTo>
                  <a:lnTo>
                    <a:pt x="2138779" y="18232"/>
                  </a:lnTo>
                  <a:close/>
                  <a:moveTo>
                    <a:pt x="2144097" y="17473"/>
                  </a:moveTo>
                  <a:lnTo>
                    <a:pt x="2142831" y="17726"/>
                  </a:lnTo>
                  <a:lnTo>
                    <a:pt x="2139032" y="18232"/>
                  </a:lnTo>
                  <a:cubicBezTo>
                    <a:pt x="2140552" y="17979"/>
                    <a:pt x="2142071" y="17726"/>
                    <a:pt x="2143337" y="17726"/>
                  </a:cubicBezTo>
                  <a:cubicBezTo>
                    <a:pt x="2143590" y="17726"/>
                    <a:pt x="2143844" y="17473"/>
                    <a:pt x="2144097" y="17473"/>
                  </a:cubicBezTo>
                  <a:close/>
                  <a:moveTo>
                    <a:pt x="2299577" y="4558"/>
                  </a:moveTo>
                  <a:cubicBezTo>
                    <a:pt x="2308441" y="3545"/>
                    <a:pt x="2308694" y="3292"/>
                    <a:pt x="2308947" y="3292"/>
                  </a:cubicBezTo>
                  <a:cubicBezTo>
                    <a:pt x="2306668" y="3292"/>
                    <a:pt x="2290715" y="5318"/>
                    <a:pt x="2289449" y="5571"/>
                  </a:cubicBezTo>
                  <a:cubicBezTo>
                    <a:pt x="2289702" y="5571"/>
                    <a:pt x="2291221" y="5571"/>
                    <a:pt x="2299577" y="4558"/>
                  </a:cubicBezTo>
                  <a:close/>
                  <a:moveTo>
                    <a:pt x="2292994" y="4558"/>
                  </a:moveTo>
                  <a:lnTo>
                    <a:pt x="2292994" y="4558"/>
                  </a:lnTo>
                  <a:cubicBezTo>
                    <a:pt x="2296286" y="4052"/>
                    <a:pt x="2299324" y="4305"/>
                    <a:pt x="2302616" y="3292"/>
                  </a:cubicBezTo>
                  <a:cubicBezTo>
                    <a:pt x="2299831" y="3545"/>
                    <a:pt x="2283371" y="5318"/>
                    <a:pt x="2282611" y="5824"/>
                  </a:cubicBezTo>
                  <a:cubicBezTo>
                    <a:pt x="2282865" y="5824"/>
                    <a:pt x="2284384" y="5824"/>
                    <a:pt x="2292994" y="4558"/>
                  </a:cubicBezTo>
                  <a:close/>
                  <a:moveTo>
                    <a:pt x="2184107" y="28868"/>
                  </a:moveTo>
                  <a:cubicBezTo>
                    <a:pt x="2185119" y="29121"/>
                    <a:pt x="2191703" y="27602"/>
                    <a:pt x="2194995" y="26842"/>
                  </a:cubicBezTo>
                  <a:cubicBezTo>
                    <a:pt x="2197781" y="26082"/>
                    <a:pt x="2202339" y="24816"/>
                    <a:pt x="2202592" y="24563"/>
                  </a:cubicBezTo>
                  <a:cubicBezTo>
                    <a:pt x="2202592" y="24563"/>
                    <a:pt x="2202339" y="24563"/>
                    <a:pt x="2202339" y="24563"/>
                  </a:cubicBezTo>
                  <a:cubicBezTo>
                    <a:pt x="2199047" y="24563"/>
                    <a:pt x="2184360" y="28108"/>
                    <a:pt x="2184107" y="28868"/>
                  </a:cubicBezTo>
                  <a:close/>
                  <a:moveTo>
                    <a:pt x="2274002" y="16966"/>
                  </a:moveTo>
                  <a:cubicBezTo>
                    <a:pt x="2275268" y="16713"/>
                    <a:pt x="2279573" y="15700"/>
                    <a:pt x="2280586" y="15194"/>
                  </a:cubicBezTo>
                  <a:cubicBezTo>
                    <a:pt x="2280586" y="15194"/>
                    <a:pt x="2280586" y="15194"/>
                    <a:pt x="2280586" y="15194"/>
                  </a:cubicBezTo>
                  <a:cubicBezTo>
                    <a:pt x="2280586" y="15194"/>
                    <a:pt x="2280332" y="15194"/>
                    <a:pt x="2280332" y="15194"/>
                  </a:cubicBezTo>
                  <a:cubicBezTo>
                    <a:pt x="2277294" y="15447"/>
                    <a:pt x="2265899" y="17726"/>
                    <a:pt x="2264379" y="18739"/>
                  </a:cubicBezTo>
                  <a:cubicBezTo>
                    <a:pt x="2264379" y="18739"/>
                    <a:pt x="2264379" y="18739"/>
                    <a:pt x="2264379" y="18739"/>
                  </a:cubicBezTo>
                  <a:cubicBezTo>
                    <a:pt x="2265139" y="18992"/>
                    <a:pt x="2270710" y="17726"/>
                    <a:pt x="2274002" y="16966"/>
                  </a:cubicBezTo>
                  <a:close/>
                  <a:moveTo>
                    <a:pt x="2253744" y="18992"/>
                  </a:moveTo>
                  <a:cubicBezTo>
                    <a:pt x="2254757" y="19245"/>
                    <a:pt x="2260581" y="17979"/>
                    <a:pt x="2263873" y="17219"/>
                  </a:cubicBezTo>
                  <a:cubicBezTo>
                    <a:pt x="2266405" y="16713"/>
                    <a:pt x="2270710" y="15700"/>
                    <a:pt x="2270710" y="15194"/>
                  </a:cubicBezTo>
                  <a:cubicBezTo>
                    <a:pt x="2270710" y="15194"/>
                    <a:pt x="2270457" y="15194"/>
                    <a:pt x="2270457" y="15194"/>
                  </a:cubicBezTo>
                  <a:cubicBezTo>
                    <a:pt x="2267165" y="15194"/>
                    <a:pt x="2253997" y="18232"/>
                    <a:pt x="2253744" y="18992"/>
                  </a:cubicBezTo>
                  <a:close/>
                  <a:moveTo>
                    <a:pt x="2186385" y="20511"/>
                  </a:moveTo>
                  <a:cubicBezTo>
                    <a:pt x="2187652" y="20511"/>
                    <a:pt x="2196008" y="18992"/>
                    <a:pt x="2197781" y="18739"/>
                  </a:cubicBezTo>
                  <a:cubicBezTo>
                    <a:pt x="2206644" y="16966"/>
                    <a:pt x="2206897" y="16713"/>
                    <a:pt x="2207150" y="16713"/>
                  </a:cubicBezTo>
                  <a:cubicBezTo>
                    <a:pt x="2207150" y="16713"/>
                    <a:pt x="2207150" y="16713"/>
                    <a:pt x="2206897" y="16713"/>
                  </a:cubicBezTo>
                  <a:cubicBezTo>
                    <a:pt x="2204111" y="16966"/>
                    <a:pt x="2187398" y="19752"/>
                    <a:pt x="2186385" y="20511"/>
                  </a:cubicBezTo>
                  <a:close/>
                  <a:moveTo>
                    <a:pt x="2094211" y="63053"/>
                  </a:moveTo>
                  <a:cubicBezTo>
                    <a:pt x="2097503" y="61787"/>
                    <a:pt x="2099782" y="60774"/>
                    <a:pt x="2100542" y="60015"/>
                  </a:cubicBezTo>
                  <a:cubicBezTo>
                    <a:pt x="2101048" y="59508"/>
                    <a:pt x="2100542" y="59508"/>
                    <a:pt x="2100036" y="59508"/>
                  </a:cubicBezTo>
                  <a:cubicBezTo>
                    <a:pt x="2095477" y="59761"/>
                    <a:pt x="2083322" y="64319"/>
                    <a:pt x="2082563" y="65585"/>
                  </a:cubicBezTo>
                  <a:cubicBezTo>
                    <a:pt x="2082056" y="66852"/>
                    <a:pt x="2087881" y="65585"/>
                    <a:pt x="2094211" y="63053"/>
                  </a:cubicBezTo>
                  <a:close/>
                  <a:moveTo>
                    <a:pt x="3914146" y="3087077"/>
                  </a:moveTo>
                  <a:cubicBezTo>
                    <a:pt x="3902750" y="3087077"/>
                    <a:pt x="3896167" y="3101764"/>
                    <a:pt x="3901485" y="3109867"/>
                  </a:cubicBezTo>
                  <a:cubicBezTo>
                    <a:pt x="3906802" y="3118477"/>
                    <a:pt x="3919463" y="3114172"/>
                    <a:pt x="3922755" y="3102776"/>
                  </a:cubicBezTo>
                  <a:cubicBezTo>
                    <a:pt x="3924275" y="3096952"/>
                    <a:pt x="3922755" y="3088089"/>
                    <a:pt x="3914146" y="3087077"/>
                  </a:cubicBezTo>
                  <a:close/>
                  <a:moveTo>
                    <a:pt x="66632" y="1931607"/>
                  </a:moveTo>
                  <a:cubicBezTo>
                    <a:pt x="66632" y="1931860"/>
                    <a:pt x="66632" y="1931860"/>
                    <a:pt x="66632" y="1931607"/>
                  </a:cubicBezTo>
                  <a:cubicBezTo>
                    <a:pt x="68151" y="1930594"/>
                    <a:pt x="70177" y="1922491"/>
                    <a:pt x="71190" y="1918439"/>
                  </a:cubicBezTo>
                  <a:cubicBezTo>
                    <a:pt x="72203" y="1913881"/>
                    <a:pt x="73975" y="1906031"/>
                    <a:pt x="73469" y="1904005"/>
                  </a:cubicBezTo>
                  <a:cubicBezTo>
                    <a:pt x="73469" y="1904005"/>
                    <a:pt x="73216" y="1904005"/>
                    <a:pt x="73216" y="1903752"/>
                  </a:cubicBezTo>
                  <a:cubicBezTo>
                    <a:pt x="70937" y="1905778"/>
                    <a:pt x="65872" y="1928315"/>
                    <a:pt x="66632" y="1931607"/>
                  </a:cubicBezTo>
                  <a:close/>
                  <a:moveTo>
                    <a:pt x="1371758" y="500628"/>
                  </a:moveTo>
                  <a:cubicBezTo>
                    <a:pt x="1364414" y="501387"/>
                    <a:pt x="1353526" y="511263"/>
                    <a:pt x="1353779" y="515568"/>
                  </a:cubicBezTo>
                  <a:cubicBezTo>
                    <a:pt x="1354032" y="519873"/>
                    <a:pt x="1363401" y="516328"/>
                    <a:pt x="1370239" y="509490"/>
                  </a:cubicBezTo>
                  <a:cubicBezTo>
                    <a:pt x="1373277" y="506198"/>
                    <a:pt x="1376822" y="500881"/>
                    <a:pt x="1371758" y="500628"/>
                  </a:cubicBezTo>
                  <a:close/>
                  <a:moveTo>
                    <a:pt x="2937707" y="54950"/>
                  </a:moveTo>
                  <a:cubicBezTo>
                    <a:pt x="2932895" y="53431"/>
                    <a:pt x="2926565" y="51658"/>
                    <a:pt x="2924286" y="51405"/>
                  </a:cubicBezTo>
                  <a:lnTo>
                    <a:pt x="2924033" y="51405"/>
                  </a:lnTo>
                  <a:cubicBezTo>
                    <a:pt x="2924033" y="51405"/>
                    <a:pt x="2924033" y="51405"/>
                    <a:pt x="2924033" y="51405"/>
                  </a:cubicBezTo>
                  <a:cubicBezTo>
                    <a:pt x="2925045" y="52165"/>
                    <a:pt x="2943278" y="57989"/>
                    <a:pt x="2944290" y="57229"/>
                  </a:cubicBezTo>
                  <a:cubicBezTo>
                    <a:pt x="2943784" y="56976"/>
                    <a:pt x="2939479" y="55456"/>
                    <a:pt x="2937707" y="54950"/>
                  </a:cubicBezTo>
                  <a:close/>
                  <a:moveTo>
                    <a:pt x="2111937" y="3561369"/>
                  </a:moveTo>
                  <a:cubicBezTo>
                    <a:pt x="2112190" y="3556304"/>
                    <a:pt x="2108392" y="3548201"/>
                    <a:pt x="2096997" y="3547441"/>
                  </a:cubicBezTo>
                  <a:cubicBezTo>
                    <a:pt x="2082816" y="3547948"/>
                    <a:pt x="2080537" y="3560862"/>
                    <a:pt x="2087374" y="3567699"/>
                  </a:cubicBezTo>
                  <a:cubicBezTo>
                    <a:pt x="2096237" y="3576562"/>
                    <a:pt x="2111431" y="3572511"/>
                    <a:pt x="2111937" y="3561369"/>
                  </a:cubicBezTo>
                  <a:close/>
                  <a:moveTo>
                    <a:pt x="3761957" y="2721925"/>
                  </a:moveTo>
                  <a:cubicBezTo>
                    <a:pt x="3762970" y="2715594"/>
                    <a:pt x="3760184" y="2706478"/>
                    <a:pt x="3750562" y="2705465"/>
                  </a:cubicBezTo>
                  <a:cubicBezTo>
                    <a:pt x="3738660" y="2705465"/>
                    <a:pt x="3733089" y="2719646"/>
                    <a:pt x="3738660" y="2728509"/>
                  </a:cubicBezTo>
                  <a:cubicBezTo>
                    <a:pt x="3744991" y="2738891"/>
                    <a:pt x="3759678" y="2734839"/>
                    <a:pt x="3761957" y="2721925"/>
                  </a:cubicBezTo>
                  <a:close/>
                  <a:moveTo>
                    <a:pt x="745277" y="982263"/>
                  </a:moveTo>
                  <a:cubicBezTo>
                    <a:pt x="737933" y="983276"/>
                    <a:pt x="727804" y="997457"/>
                    <a:pt x="729071" y="1002774"/>
                  </a:cubicBezTo>
                  <a:cubicBezTo>
                    <a:pt x="730084" y="1007079"/>
                    <a:pt x="738440" y="1002268"/>
                    <a:pt x="744011" y="994165"/>
                  </a:cubicBezTo>
                  <a:cubicBezTo>
                    <a:pt x="747303" y="989100"/>
                    <a:pt x="749835" y="982263"/>
                    <a:pt x="745277" y="982263"/>
                  </a:cubicBezTo>
                  <a:close/>
                  <a:moveTo>
                    <a:pt x="3423647" y="186627"/>
                  </a:moveTo>
                  <a:cubicBezTo>
                    <a:pt x="3417570" y="184095"/>
                    <a:pt x="3409973" y="180803"/>
                    <a:pt x="3408454" y="180550"/>
                  </a:cubicBezTo>
                  <a:cubicBezTo>
                    <a:pt x="3408454" y="180550"/>
                    <a:pt x="3408454" y="180550"/>
                    <a:pt x="3408454" y="180550"/>
                  </a:cubicBezTo>
                  <a:cubicBezTo>
                    <a:pt x="3409466" y="181310"/>
                    <a:pt x="3432004" y="191186"/>
                    <a:pt x="3433523" y="191186"/>
                  </a:cubicBezTo>
                  <a:cubicBezTo>
                    <a:pt x="3432510" y="190426"/>
                    <a:pt x="3426939" y="187894"/>
                    <a:pt x="3423647" y="186627"/>
                  </a:cubicBezTo>
                  <a:close/>
                  <a:moveTo>
                    <a:pt x="1567755" y="4764191"/>
                  </a:moveTo>
                  <a:cubicBezTo>
                    <a:pt x="1567755" y="4764191"/>
                    <a:pt x="1591052" y="4774320"/>
                    <a:pt x="1593837" y="4774320"/>
                  </a:cubicBezTo>
                  <a:cubicBezTo>
                    <a:pt x="1592824" y="4773561"/>
                    <a:pt x="1584974" y="4770522"/>
                    <a:pt x="1582695" y="4769509"/>
                  </a:cubicBezTo>
                  <a:cubicBezTo>
                    <a:pt x="1580669" y="4769003"/>
                    <a:pt x="1569527" y="4764445"/>
                    <a:pt x="1567755" y="4764191"/>
                  </a:cubicBezTo>
                  <a:close/>
                  <a:moveTo>
                    <a:pt x="156780" y="3344860"/>
                  </a:moveTo>
                  <a:cubicBezTo>
                    <a:pt x="157540" y="3346886"/>
                    <a:pt x="158299" y="3348912"/>
                    <a:pt x="159059" y="3350938"/>
                  </a:cubicBezTo>
                  <a:lnTo>
                    <a:pt x="164630" y="3365372"/>
                  </a:lnTo>
                  <a:cubicBezTo>
                    <a:pt x="165390" y="3367397"/>
                    <a:pt x="166149" y="3369170"/>
                    <a:pt x="166909" y="3371196"/>
                  </a:cubicBezTo>
                  <a:cubicBezTo>
                    <a:pt x="165643" y="3366891"/>
                    <a:pt x="163870" y="3362840"/>
                    <a:pt x="162098" y="3358788"/>
                  </a:cubicBezTo>
                  <a:cubicBezTo>
                    <a:pt x="160325" y="3354230"/>
                    <a:pt x="159059" y="3349419"/>
                    <a:pt x="156780" y="3344860"/>
                  </a:cubicBezTo>
                  <a:close/>
                  <a:moveTo>
                    <a:pt x="4061523" y="906802"/>
                  </a:moveTo>
                  <a:cubicBezTo>
                    <a:pt x="4058991" y="902244"/>
                    <a:pt x="4052660" y="895153"/>
                    <a:pt x="4046836" y="894394"/>
                  </a:cubicBezTo>
                  <a:cubicBezTo>
                    <a:pt x="4046329" y="894394"/>
                    <a:pt x="4045570" y="894394"/>
                    <a:pt x="4045064" y="894647"/>
                  </a:cubicBezTo>
                  <a:cubicBezTo>
                    <a:pt x="4039999" y="897179"/>
                    <a:pt x="4050128" y="912626"/>
                    <a:pt x="4058738" y="915412"/>
                  </a:cubicBezTo>
                  <a:cubicBezTo>
                    <a:pt x="4063802" y="916931"/>
                    <a:pt x="4065068" y="912879"/>
                    <a:pt x="4061523" y="906802"/>
                  </a:cubicBezTo>
                  <a:close/>
                  <a:moveTo>
                    <a:pt x="1858711" y="4861430"/>
                  </a:moveTo>
                  <a:cubicBezTo>
                    <a:pt x="1858711" y="4861430"/>
                    <a:pt x="1884034" y="4868267"/>
                    <a:pt x="1886313" y="4868267"/>
                  </a:cubicBezTo>
                  <a:cubicBezTo>
                    <a:pt x="1885300" y="4868014"/>
                    <a:pt x="1881248" y="4866748"/>
                    <a:pt x="1873905" y="4864975"/>
                  </a:cubicBezTo>
                  <a:cubicBezTo>
                    <a:pt x="1867574" y="4863456"/>
                    <a:pt x="1859724" y="4861430"/>
                    <a:pt x="1858711" y="4861430"/>
                  </a:cubicBezTo>
                  <a:close/>
                  <a:moveTo>
                    <a:pt x="1873398" y="4866495"/>
                  </a:moveTo>
                  <a:cubicBezTo>
                    <a:pt x="1859471" y="4862949"/>
                    <a:pt x="1858711" y="4862949"/>
                    <a:pt x="1858205" y="4862949"/>
                  </a:cubicBezTo>
                  <a:cubicBezTo>
                    <a:pt x="1858458" y="4862949"/>
                    <a:pt x="1884034" y="4869787"/>
                    <a:pt x="1885806" y="4869787"/>
                  </a:cubicBezTo>
                  <a:cubicBezTo>
                    <a:pt x="1881755" y="4868520"/>
                    <a:pt x="1877450" y="4867508"/>
                    <a:pt x="1873398" y="4866495"/>
                  </a:cubicBezTo>
                  <a:close/>
                  <a:moveTo>
                    <a:pt x="1813131" y="4851048"/>
                  </a:moveTo>
                  <a:cubicBezTo>
                    <a:pt x="1799203" y="4847250"/>
                    <a:pt x="1798443" y="4847250"/>
                    <a:pt x="1798190" y="4847250"/>
                  </a:cubicBezTo>
                  <a:cubicBezTo>
                    <a:pt x="1798443" y="4847250"/>
                    <a:pt x="1823766" y="4854593"/>
                    <a:pt x="1825539" y="4854593"/>
                  </a:cubicBezTo>
                  <a:cubicBezTo>
                    <a:pt x="1825032" y="4854340"/>
                    <a:pt x="1823766" y="4854087"/>
                    <a:pt x="1813131" y="4851048"/>
                  </a:cubicBezTo>
                  <a:close/>
                  <a:moveTo>
                    <a:pt x="1798443" y="4848009"/>
                  </a:moveTo>
                  <a:cubicBezTo>
                    <a:pt x="1798697" y="4848009"/>
                    <a:pt x="1824273" y="4855353"/>
                    <a:pt x="1825792" y="4855353"/>
                  </a:cubicBezTo>
                  <a:cubicBezTo>
                    <a:pt x="1821740" y="4854087"/>
                    <a:pt x="1817689" y="4853074"/>
                    <a:pt x="1813384" y="4851808"/>
                  </a:cubicBezTo>
                  <a:cubicBezTo>
                    <a:pt x="1799456" y="4848263"/>
                    <a:pt x="1798950" y="4848009"/>
                    <a:pt x="1798443" y="4848009"/>
                  </a:cubicBezTo>
                  <a:close/>
                  <a:moveTo>
                    <a:pt x="1753622" y="4833069"/>
                  </a:moveTo>
                  <a:cubicBezTo>
                    <a:pt x="1747292" y="4831296"/>
                    <a:pt x="1739695" y="4829017"/>
                    <a:pt x="1738682" y="4828764"/>
                  </a:cubicBezTo>
                  <a:cubicBezTo>
                    <a:pt x="1738682" y="4828764"/>
                    <a:pt x="1763752" y="4836867"/>
                    <a:pt x="1765777" y="4836867"/>
                  </a:cubicBezTo>
                  <a:cubicBezTo>
                    <a:pt x="1764511" y="4836614"/>
                    <a:pt x="1760460" y="4835348"/>
                    <a:pt x="1753622" y="4833069"/>
                  </a:cubicBezTo>
                  <a:close/>
                  <a:moveTo>
                    <a:pt x="1753369" y="4834082"/>
                  </a:moveTo>
                  <a:cubicBezTo>
                    <a:pt x="1744253" y="4831296"/>
                    <a:pt x="1739189" y="4830030"/>
                    <a:pt x="1738429" y="4829777"/>
                  </a:cubicBezTo>
                  <a:cubicBezTo>
                    <a:pt x="1738682" y="4829777"/>
                    <a:pt x="1763752" y="4837880"/>
                    <a:pt x="1765524" y="4837880"/>
                  </a:cubicBezTo>
                  <a:cubicBezTo>
                    <a:pt x="1764258" y="4837374"/>
                    <a:pt x="1758181" y="4835601"/>
                    <a:pt x="1753369" y="4834082"/>
                  </a:cubicBezTo>
                  <a:close/>
                  <a:moveTo>
                    <a:pt x="1753876" y="4835095"/>
                  </a:moveTo>
                  <a:cubicBezTo>
                    <a:pt x="1740202" y="4831043"/>
                    <a:pt x="1739442" y="4830790"/>
                    <a:pt x="1739189" y="4830790"/>
                  </a:cubicBezTo>
                  <a:cubicBezTo>
                    <a:pt x="1739442" y="4830790"/>
                    <a:pt x="1764764" y="4838893"/>
                    <a:pt x="1766031" y="4838893"/>
                  </a:cubicBezTo>
                  <a:cubicBezTo>
                    <a:pt x="1761979" y="4837374"/>
                    <a:pt x="1757927" y="4836361"/>
                    <a:pt x="1753876" y="4835095"/>
                  </a:cubicBezTo>
                  <a:close/>
                  <a:moveTo>
                    <a:pt x="1694368" y="4814584"/>
                  </a:moveTo>
                  <a:cubicBezTo>
                    <a:pt x="1689303" y="4812811"/>
                    <a:pt x="1680694" y="4810025"/>
                    <a:pt x="1679681" y="4810025"/>
                  </a:cubicBezTo>
                  <a:cubicBezTo>
                    <a:pt x="1679681" y="4810025"/>
                    <a:pt x="1704497" y="4818888"/>
                    <a:pt x="1706269" y="4818635"/>
                  </a:cubicBezTo>
                  <a:cubicBezTo>
                    <a:pt x="1705003" y="4818129"/>
                    <a:pt x="1698419" y="4815849"/>
                    <a:pt x="1694368" y="4814584"/>
                  </a:cubicBezTo>
                  <a:close/>
                  <a:moveTo>
                    <a:pt x="1694368" y="4815596"/>
                  </a:moveTo>
                  <a:cubicBezTo>
                    <a:pt x="1685505" y="4812558"/>
                    <a:pt x="1680440" y="4811038"/>
                    <a:pt x="1679681" y="4811038"/>
                  </a:cubicBezTo>
                  <a:cubicBezTo>
                    <a:pt x="1679934" y="4811038"/>
                    <a:pt x="1704750" y="4819901"/>
                    <a:pt x="1706269" y="4819648"/>
                  </a:cubicBezTo>
                  <a:cubicBezTo>
                    <a:pt x="1705256" y="4819395"/>
                    <a:pt x="1701205" y="4817875"/>
                    <a:pt x="1694368" y="4815596"/>
                  </a:cubicBezTo>
                  <a:close/>
                  <a:moveTo>
                    <a:pt x="1694874" y="4816609"/>
                  </a:moveTo>
                  <a:cubicBezTo>
                    <a:pt x="1681453" y="4812304"/>
                    <a:pt x="1680694" y="4812051"/>
                    <a:pt x="1680440" y="4812051"/>
                  </a:cubicBezTo>
                  <a:cubicBezTo>
                    <a:pt x="1680694" y="4812051"/>
                    <a:pt x="1705763" y="4820914"/>
                    <a:pt x="1707029" y="4820661"/>
                  </a:cubicBezTo>
                  <a:cubicBezTo>
                    <a:pt x="1702977" y="4819141"/>
                    <a:pt x="1698926" y="4818129"/>
                    <a:pt x="1694874" y="4816609"/>
                  </a:cubicBezTo>
                  <a:close/>
                  <a:moveTo>
                    <a:pt x="1648534" y="4797871"/>
                  </a:moveTo>
                  <a:cubicBezTo>
                    <a:pt x="1647268" y="4797111"/>
                    <a:pt x="1639418" y="4794325"/>
                    <a:pt x="1636885" y="4793566"/>
                  </a:cubicBezTo>
                  <a:cubicBezTo>
                    <a:pt x="1633847" y="4792553"/>
                    <a:pt x="1623464" y="4788754"/>
                    <a:pt x="1621945" y="4788501"/>
                  </a:cubicBezTo>
                  <a:cubicBezTo>
                    <a:pt x="1621945" y="4788501"/>
                    <a:pt x="1646255" y="4797871"/>
                    <a:pt x="1648534" y="4797871"/>
                  </a:cubicBezTo>
                  <a:close/>
                  <a:moveTo>
                    <a:pt x="1636126" y="4794578"/>
                  </a:moveTo>
                  <a:cubicBezTo>
                    <a:pt x="1632074" y="4793059"/>
                    <a:pt x="1622451" y="4789767"/>
                    <a:pt x="1621185" y="4789514"/>
                  </a:cubicBezTo>
                  <a:cubicBezTo>
                    <a:pt x="1621185" y="4789514"/>
                    <a:pt x="1646001" y="4798883"/>
                    <a:pt x="1647774" y="4798883"/>
                  </a:cubicBezTo>
                  <a:cubicBezTo>
                    <a:pt x="1646508" y="4798377"/>
                    <a:pt x="1639164" y="4795845"/>
                    <a:pt x="1636126" y="4794578"/>
                  </a:cubicBezTo>
                  <a:close/>
                  <a:moveTo>
                    <a:pt x="1635872" y="4795845"/>
                  </a:moveTo>
                  <a:cubicBezTo>
                    <a:pt x="1629795" y="4793566"/>
                    <a:pt x="1622198" y="4791033"/>
                    <a:pt x="1621185" y="4790780"/>
                  </a:cubicBezTo>
                  <a:cubicBezTo>
                    <a:pt x="1621439" y="4790780"/>
                    <a:pt x="1646001" y="4800149"/>
                    <a:pt x="1647774" y="4800149"/>
                  </a:cubicBezTo>
                  <a:cubicBezTo>
                    <a:pt x="1646508" y="4799643"/>
                    <a:pt x="1639924" y="4797111"/>
                    <a:pt x="1635872" y="4795845"/>
                  </a:cubicBezTo>
                  <a:close/>
                  <a:moveTo>
                    <a:pt x="1636379" y="4796857"/>
                  </a:moveTo>
                  <a:cubicBezTo>
                    <a:pt x="1622958" y="4792046"/>
                    <a:pt x="1622198" y="4792046"/>
                    <a:pt x="1621945" y="4791793"/>
                  </a:cubicBezTo>
                  <a:cubicBezTo>
                    <a:pt x="1622198" y="4791793"/>
                    <a:pt x="1647268" y="4801163"/>
                    <a:pt x="1648534" y="4801163"/>
                  </a:cubicBezTo>
                  <a:cubicBezTo>
                    <a:pt x="1647268" y="4800656"/>
                    <a:pt x="1641190" y="4798630"/>
                    <a:pt x="1636379" y="4796857"/>
                  </a:cubicBezTo>
                  <a:close/>
                  <a:moveTo>
                    <a:pt x="1580669" y="4771029"/>
                  </a:moveTo>
                  <a:cubicBezTo>
                    <a:pt x="1578390" y="4770269"/>
                    <a:pt x="1567502" y="4765964"/>
                    <a:pt x="1565729" y="4765711"/>
                  </a:cubicBezTo>
                  <a:cubicBezTo>
                    <a:pt x="1565729" y="4765711"/>
                    <a:pt x="1589532" y="4775840"/>
                    <a:pt x="1592064" y="4775840"/>
                  </a:cubicBezTo>
                  <a:cubicBezTo>
                    <a:pt x="1590798" y="4774827"/>
                    <a:pt x="1582948" y="4771788"/>
                    <a:pt x="1580669" y="4771029"/>
                  </a:cubicBezTo>
                  <a:close/>
                  <a:moveTo>
                    <a:pt x="1590545" y="4776853"/>
                  </a:moveTo>
                  <a:cubicBezTo>
                    <a:pt x="1589279" y="4776093"/>
                    <a:pt x="1582189" y="4773308"/>
                    <a:pt x="1579150" y="4772041"/>
                  </a:cubicBezTo>
                  <a:cubicBezTo>
                    <a:pt x="1576111" y="4770775"/>
                    <a:pt x="1565729" y="4766977"/>
                    <a:pt x="1564463" y="4766724"/>
                  </a:cubicBezTo>
                  <a:cubicBezTo>
                    <a:pt x="1564463" y="4766724"/>
                    <a:pt x="1588519" y="4776853"/>
                    <a:pt x="1590545" y="4776853"/>
                  </a:cubicBezTo>
                  <a:close/>
                  <a:moveTo>
                    <a:pt x="1578390" y="4773308"/>
                  </a:moveTo>
                  <a:cubicBezTo>
                    <a:pt x="1574339" y="4771788"/>
                    <a:pt x="1564969" y="4768243"/>
                    <a:pt x="1563703" y="4767990"/>
                  </a:cubicBezTo>
                  <a:cubicBezTo>
                    <a:pt x="1563703" y="4767990"/>
                    <a:pt x="1588266" y="4778119"/>
                    <a:pt x="1590039" y="4778119"/>
                  </a:cubicBezTo>
                  <a:cubicBezTo>
                    <a:pt x="1588772" y="4777359"/>
                    <a:pt x="1582189" y="4774827"/>
                    <a:pt x="1578390" y="4773308"/>
                  </a:cubicBezTo>
                  <a:close/>
                  <a:moveTo>
                    <a:pt x="1578390" y="4774574"/>
                  </a:moveTo>
                  <a:cubicBezTo>
                    <a:pt x="1573326" y="4772548"/>
                    <a:pt x="1564969" y="4769509"/>
                    <a:pt x="1563956" y="4769256"/>
                  </a:cubicBezTo>
                  <a:cubicBezTo>
                    <a:pt x="1564210" y="4769256"/>
                    <a:pt x="1588519" y="4779385"/>
                    <a:pt x="1590292" y="4779385"/>
                  </a:cubicBezTo>
                  <a:cubicBezTo>
                    <a:pt x="1588772" y="4778626"/>
                    <a:pt x="1581429" y="4775587"/>
                    <a:pt x="1578390" y="4774574"/>
                  </a:cubicBezTo>
                  <a:close/>
                  <a:moveTo>
                    <a:pt x="1578897" y="4775587"/>
                  </a:moveTo>
                  <a:cubicBezTo>
                    <a:pt x="1572819" y="4773308"/>
                    <a:pt x="1565476" y="4770522"/>
                    <a:pt x="1564463" y="4770269"/>
                  </a:cubicBezTo>
                  <a:cubicBezTo>
                    <a:pt x="1564463" y="4770269"/>
                    <a:pt x="1587760" y="4779638"/>
                    <a:pt x="1590545" y="4780145"/>
                  </a:cubicBezTo>
                  <a:cubicBezTo>
                    <a:pt x="1589532" y="4779891"/>
                    <a:pt x="1585734" y="4778372"/>
                    <a:pt x="1578897" y="4775587"/>
                  </a:cubicBezTo>
                  <a:close/>
                  <a:moveTo>
                    <a:pt x="1533569" y="4754316"/>
                  </a:moveTo>
                  <a:cubicBezTo>
                    <a:pt x="1532303" y="4753556"/>
                    <a:pt x="1524453" y="4750264"/>
                    <a:pt x="1522174" y="4749251"/>
                  </a:cubicBezTo>
                  <a:cubicBezTo>
                    <a:pt x="1519895" y="4748238"/>
                    <a:pt x="1509259" y="4743933"/>
                    <a:pt x="1507740" y="4743680"/>
                  </a:cubicBezTo>
                  <a:cubicBezTo>
                    <a:pt x="1507740" y="4743680"/>
                    <a:pt x="1531290" y="4754316"/>
                    <a:pt x="1533569" y="4754316"/>
                  </a:cubicBezTo>
                  <a:close/>
                  <a:moveTo>
                    <a:pt x="1521161" y="4750517"/>
                  </a:moveTo>
                  <a:cubicBezTo>
                    <a:pt x="1517363" y="4748998"/>
                    <a:pt x="1507993" y="4745200"/>
                    <a:pt x="1506980" y="4744946"/>
                  </a:cubicBezTo>
                  <a:cubicBezTo>
                    <a:pt x="1506980" y="4744946"/>
                    <a:pt x="1531037" y="4755582"/>
                    <a:pt x="1532810" y="4755582"/>
                  </a:cubicBezTo>
                  <a:cubicBezTo>
                    <a:pt x="1531543" y="4754822"/>
                    <a:pt x="1524960" y="4752037"/>
                    <a:pt x="1521161" y="4750517"/>
                  </a:cubicBezTo>
                  <a:close/>
                  <a:moveTo>
                    <a:pt x="1521161" y="4751783"/>
                  </a:moveTo>
                  <a:cubicBezTo>
                    <a:pt x="1516350" y="4749758"/>
                    <a:pt x="1507993" y="4746466"/>
                    <a:pt x="1506980" y="4746212"/>
                  </a:cubicBezTo>
                  <a:cubicBezTo>
                    <a:pt x="1507234" y="4746212"/>
                    <a:pt x="1531543" y="4756848"/>
                    <a:pt x="1532810" y="4756848"/>
                  </a:cubicBezTo>
                  <a:cubicBezTo>
                    <a:pt x="1531543" y="4756088"/>
                    <a:pt x="1524200" y="4753049"/>
                    <a:pt x="1521161" y="4751783"/>
                  </a:cubicBezTo>
                  <a:close/>
                  <a:moveTo>
                    <a:pt x="1521668" y="4753049"/>
                  </a:moveTo>
                  <a:cubicBezTo>
                    <a:pt x="1515843" y="4750517"/>
                    <a:pt x="1508500" y="4747732"/>
                    <a:pt x="1507740" y="4747478"/>
                  </a:cubicBezTo>
                  <a:cubicBezTo>
                    <a:pt x="1507740" y="4747478"/>
                    <a:pt x="1530784" y="4757608"/>
                    <a:pt x="1533569" y="4758114"/>
                  </a:cubicBezTo>
                  <a:cubicBezTo>
                    <a:pt x="1532556" y="4757608"/>
                    <a:pt x="1528505" y="4755835"/>
                    <a:pt x="1521668" y="4753049"/>
                  </a:cubicBezTo>
                  <a:close/>
                  <a:moveTo>
                    <a:pt x="1451524" y="4718864"/>
                  </a:moveTo>
                  <a:cubicBezTo>
                    <a:pt x="1451524" y="4718864"/>
                    <a:pt x="1474821" y="4730259"/>
                    <a:pt x="1477100" y="4730259"/>
                  </a:cubicBezTo>
                  <a:cubicBezTo>
                    <a:pt x="1475834" y="4729500"/>
                    <a:pt x="1468237" y="4725955"/>
                    <a:pt x="1465705" y="4724941"/>
                  </a:cubicBezTo>
                  <a:cubicBezTo>
                    <a:pt x="1463679" y="4723929"/>
                    <a:pt x="1453043" y="4719117"/>
                    <a:pt x="1451524" y="4718864"/>
                  </a:cubicBezTo>
                  <a:close/>
                  <a:moveTo>
                    <a:pt x="1464945" y="4726208"/>
                  </a:moveTo>
                  <a:cubicBezTo>
                    <a:pt x="1461906" y="4724941"/>
                    <a:pt x="1452030" y="4720384"/>
                    <a:pt x="1450764" y="4720130"/>
                  </a:cubicBezTo>
                  <a:cubicBezTo>
                    <a:pt x="1450764" y="4720130"/>
                    <a:pt x="1474568" y="4731526"/>
                    <a:pt x="1476340" y="4731526"/>
                  </a:cubicBezTo>
                  <a:cubicBezTo>
                    <a:pt x="1475074" y="4730766"/>
                    <a:pt x="1467984" y="4727727"/>
                    <a:pt x="1464945" y="4726208"/>
                  </a:cubicBezTo>
                  <a:close/>
                  <a:moveTo>
                    <a:pt x="1464692" y="4727727"/>
                  </a:moveTo>
                  <a:cubicBezTo>
                    <a:pt x="1460893" y="4725955"/>
                    <a:pt x="1451777" y="4721903"/>
                    <a:pt x="1450764" y="4721903"/>
                  </a:cubicBezTo>
                  <a:cubicBezTo>
                    <a:pt x="1451018" y="4721903"/>
                    <a:pt x="1475074" y="4733298"/>
                    <a:pt x="1476340" y="4733298"/>
                  </a:cubicBezTo>
                  <a:cubicBezTo>
                    <a:pt x="1475074" y="4732285"/>
                    <a:pt x="1468490" y="4729246"/>
                    <a:pt x="1464692" y="4727727"/>
                  </a:cubicBezTo>
                  <a:close/>
                  <a:moveTo>
                    <a:pt x="1451524" y="4723169"/>
                  </a:moveTo>
                  <a:cubicBezTo>
                    <a:pt x="1451777" y="4723169"/>
                    <a:pt x="1474314" y="4733804"/>
                    <a:pt x="1477100" y="4734311"/>
                  </a:cubicBezTo>
                  <a:cubicBezTo>
                    <a:pt x="1475834" y="4733551"/>
                    <a:pt x="1469250" y="4730766"/>
                    <a:pt x="1465451" y="4728993"/>
                  </a:cubicBezTo>
                  <a:cubicBezTo>
                    <a:pt x="1459627" y="4726461"/>
                    <a:pt x="1452284" y="4723422"/>
                    <a:pt x="1451524" y="4723169"/>
                  </a:cubicBezTo>
                  <a:close/>
                  <a:moveTo>
                    <a:pt x="1400119" y="4690250"/>
                  </a:moveTo>
                  <a:cubicBezTo>
                    <a:pt x="1400119" y="4690250"/>
                    <a:pt x="1400119" y="4690250"/>
                    <a:pt x="1400119" y="4690250"/>
                  </a:cubicBezTo>
                  <a:cubicBezTo>
                    <a:pt x="1401132" y="4691262"/>
                    <a:pt x="1423922" y="4702911"/>
                    <a:pt x="1425189" y="4702151"/>
                  </a:cubicBezTo>
                  <a:cubicBezTo>
                    <a:pt x="1424176" y="4701392"/>
                    <a:pt x="1416832" y="4697593"/>
                    <a:pt x="1414553" y="4696580"/>
                  </a:cubicBezTo>
                  <a:cubicBezTo>
                    <a:pt x="1409489" y="4694048"/>
                    <a:pt x="1401132" y="4690250"/>
                    <a:pt x="1400119" y="4690250"/>
                  </a:cubicBezTo>
                  <a:close/>
                  <a:moveTo>
                    <a:pt x="1397840" y="4691769"/>
                  </a:moveTo>
                  <a:cubicBezTo>
                    <a:pt x="1397840" y="4691769"/>
                    <a:pt x="1420377" y="4703671"/>
                    <a:pt x="1422909" y="4703671"/>
                  </a:cubicBezTo>
                  <a:cubicBezTo>
                    <a:pt x="1421897" y="4702911"/>
                    <a:pt x="1414300" y="4699113"/>
                    <a:pt x="1412021" y="4698100"/>
                  </a:cubicBezTo>
                  <a:cubicBezTo>
                    <a:pt x="1409995" y="4697087"/>
                    <a:pt x="1399613" y="4692022"/>
                    <a:pt x="1397840" y="4691769"/>
                  </a:cubicBezTo>
                  <a:close/>
                  <a:moveTo>
                    <a:pt x="1396321" y="4693035"/>
                  </a:moveTo>
                  <a:cubicBezTo>
                    <a:pt x="1396321" y="4693288"/>
                    <a:pt x="1419364" y="4704937"/>
                    <a:pt x="1421390" y="4704937"/>
                  </a:cubicBezTo>
                  <a:cubicBezTo>
                    <a:pt x="1420124" y="4704177"/>
                    <a:pt x="1412780" y="4700378"/>
                    <a:pt x="1410501" y="4699366"/>
                  </a:cubicBezTo>
                  <a:cubicBezTo>
                    <a:pt x="1408222" y="4698353"/>
                    <a:pt x="1397840" y="4693288"/>
                    <a:pt x="1396321" y="4693035"/>
                  </a:cubicBezTo>
                  <a:close/>
                  <a:moveTo>
                    <a:pt x="1409489" y="4700885"/>
                  </a:moveTo>
                  <a:cubicBezTo>
                    <a:pt x="1406450" y="4699366"/>
                    <a:pt x="1396827" y="4694807"/>
                    <a:pt x="1395561" y="4694554"/>
                  </a:cubicBezTo>
                  <a:cubicBezTo>
                    <a:pt x="1395561" y="4694807"/>
                    <a:pt x="1418858" y="4706456"/>
                    <a:pt x="1420630" y="4706456"/>
                  </a:cubicBezTo>
                  <a:cubicBezTo>
                    <a:pt x="1419364" y="4705443"/>
                    <a:pt x="1411768" y="4701898"/>
                    <a:pt x="1409489" y="4700885"/>
                  </a:cubicBezTo>
                  <a:close/>
                  <a:moveTo>
                    <a:pt x="1409235" y="4702151"/>
                  </a:moveTo>
                  <a:cubicBezTo>
                    <a:pt x="1405437" y="4700378"/>
                    <a:pt x="1396574" y="4696074"/>
                    <a:pt x="1395561" y="4695821"/>
                  </a:cubicBezTo>
                  <a:cubicBezTo>
                    <a:pt x="1395814" y="4695821"/>
                    <a:pt x="1419364" y="4707722"/>
                    <a:pt x="1420630" y="4707722"/>
                  </a:cubicBezTo>
                  <a:cubicBezTo>
                    <a:pt x="1419364" y="4706963"/>
                    <a:pt x="1413034" y="4703924"/>
                    <a:pt x="1409235" y="4702151"/>
                  </a:cubicBezTo>
                  <a:close/>
                  <a:moveTo>
                    <a:pt x="1345929" y="4662901"/>
                  </a:moveTo>
                  <a:lnTo>
                    <a:pt x="1345929" y="4662901"/>
                  </a:lnTo>
                  <a:cubicBezTo>
                    <a:pt x="1346942" y="4664167"/>
                    <a:pt x="1369479" y="4676069"/>
                    <a:pt x="1370745" y="4675562"/>
                  </a:cubicBezTo>
                  <a:cubicBezTo>
                    <a:pt x="1369732" y="4674550"/>
                    <a:pt x="1362642" y="4670751"/>
                    <a:pt x="1360363" y="4669738"/>
                  </a:cubicBezTo>
                  <a:cubicBezTo>
                    <a:pt x="1355045" y="4666953"/>
                    <a:pt x="1346942" y="4662901"/>
                    <a:pt x="1345929" y="4662901"/>
                  </a:cubicBezTo>
                  <a:close/>
                  <a:moveTo>
                    <a:pt x="1343397" y="4664420"/>
                  </a:moveTo>
                  <a:cubicBezTo>
                    <a:pt x="1343397" y="4664674"/>
                    <a:pt x="1365427" y="4677082"/>
                    <a:pt x="1368213" y="4677082"/>
                  </a:cubicBezTo>
                  <a:cubicBezTo>
                    <a:pt x="1367200" y="4676069"/>
                    <a:pt x="1359856" y="4672270"/>
                    <a:pt x="1357577" y="4671258"/>
                  </a:cubicBezTo>
                  <a:cubicBezTo>
                    <a:pt x="1355551" y="4669991"/>
                    <a:pt x="1345169" y="4664674"/>
                    <a:pt x="1343397" y="4664420"/>
                  </a:cubicBezTo>
                  <a:close/>
                  <a:moveTo>
                    <a:pt x="1341624" y="4665940"/>
                  </a:moveTo>
                  <a:cubicBezTo>
                    <a:pt x="1341624" y="4666193"/>
                    <a:pt x="1364161" y="4678601"/>
                    <a:pt x="1366440" y="4678348"/>
                  </a:cubicBezTo>
                  <a:cubicBezTo>
                    <a:pt x="1365174" y="4677335"/>
                    <a:pt x="1357830" y="4673537"/>
                    <a:pt x="1355551" y="4672524"/>
                  </a:cubicBezTo>
                  <a:cubicBezTo>
                    <a:pt x="1353526" y="4671511"/>
                    <a:pt x="1343143" y="4666193"/>
                    <a:pt x="1341624" y="4665940"/>
                  </a:cubicBezTo>
                  <a:close/>
                  <a:moveTo>
                    <a:pt x="1354539" y="4674043"/>
                  </a:moveTo>
                  <a:cubicBezTo>
                    <a:pt x="1351753" y="4672524"/>
                    <a:pt x="1342130" y="4667712"/>
                    <a:pt x="1340864" y="4667459"/>
                  </a:cubicBezTo>
                  <a:cubicBezTo>
                    <a:pt x="1340864" y="4667712"/>
                    <a:pt x="1363908" y="4680121"/>
                    <a:pt x="1365680" y="4679867"/>
                  </a:cubicBezTo>
                  <a:cubicBezTo>
                    <a:pt x="1364414" y="4679108"/>
                    <a:pt x="1357577" y="4675562"/>
                    <a:pt x="1354539" y="4674043"/>
                  </a:cubicBezTo>
                  <a:close/>
                  <a:moveTo>
                    <a:pt x="1295790" y="4632767"/>
                  </a:moveTo>
                  <a:cubicBezTo>
                    <a:pt x="1295790" y="4632767"/>
                    <a:pt x="1295790" y="4632767"/>
                    <a:pt x="1295790" y="4632767"/>
                  </a:cubicBezTo>
                  <a:cubicBezTo>
                    <a:pt x="1296550" y="4634033"/>
                    <a:pt x="1318580" y="4646695"/>
                    <a:pt x="1320100" y="4645935"/>
                  </a:cubicBezTo>
                  <a:cubicBezTo>
                    <a:pt x="1319340" y="4644922"/>
                    <a:pt x="1312250" y="4640871"/>
                    <a:pt x="1309971" y="4639857"/>
                  </a:cubicBezTo>
                  <a:cubicBezTo>
                    <a:pt x="1304906" y="4636819"/>
                    <a:pt x="1297056" y="4632767"/>
                    <a:pt x="1295790" y="4632767"/>
                  </a:cubicBezTo>
                  <a:close/>
                  <a:moveTo>
                    <a:pt x="1292245" y="4634286"/>
                  </a:moveTo>
                  <a:cubicBezTo>
                    <a:pt x="1292245" y="4634286"/>
                    <a:pt x="1292245" y="4634286"/>
                    <a:pt x="1292245" y="4634286"/>
                  </a:cubicBezTo>
                  <a:cubicBezTo>
                    <a:pt x="1293258" y="4635553"/>
                    <a:pt x="1315288" y="4647961"/>
                    <a:pt x="1316555" y="4647454"/>
                  </a:cubicBezTo>
                  <a:cubicBezTo>
                    <a:pt x="1315795" y="4646442"/>
                    <a:pt x="1308451" y="4642390"/>
                    <a:pt x="1306426" y="4641377"/>
                  </a:cubicBezTo>
                  <a:cubicBezTo>
                    <a:pt x="1301361" y="4638338"/>
                    <a:pt x="1293258" y="4634286"/>
                    <a:pt x="1292245" y="4634286"/>
                  </a:cubicBezTo>
                  <a:close/>
                  <a:moveTo>
                    <a:pt x="1289713" y="4635806"/>
                  </a:moveTo>
                  <a:cubicBezTo>
                    <a:pt x="1289966" y="4636819"/>
                    <a:pt x="1310984" y="4648214"/>
                    <a:pt x="1314022" y="4648974"/>
                  </a:cubicBezTo>
                  <a:cubicBezTo>
                    <a:pt x="1314022" y="4648974"/>
                    <a:pt x="1314022" y="4648974"/>
                    <a:pt x="1314022" y="4648974"/>
                  </a:cubicBezTo>
                  <a:cubicBezTo>
                    <a:pt x="1313009" y="4647961"/>
                    <a:pt x="1305666" y="4643909"/>
                    <a:pt x="1303640" y="4642896"/>
                  </a:cubicBezTo>
                  <a:cubicBezTo>
                    <a:pt x="1302374" y="4642137"/>
                    <a:pt x="1291485" y="4636059"/>
                    <a:pt x="1289713" y="4635806"/>
                  </a:cubicBezTo>
                  <a:close/>
                  <a:moveTo>
                    <a:pt x="1287940" y="4637325"/>
                  </a:moveTo>
                  <a:cubicBezTo>
                    <a:pt x="1287940" y="4637579"/>
                    <a:pt x="1310224" y="4650493"/>
                    <a:pt x="1312250" y="4650493"/>
                  </a:cubicBezTo>
                  <a:cubicBezTo>
                    <a:pt x="1311237" y="4649480"/>
                    <a:pt x="1303893" y="4645428"/>
                    <a:pt x="1301614" y="4644416"/>
                  </a:cubicBezTo>
                  <a:cubicBezTo>
                    <a:pt x="1300348" y="4643656"/>
                    <a:pt x="1289459" y="4637579"/>
                    <a:pt x="1287940" y="4637325"/>
                  </a:cubicBezTo>
                  <a:close/>
                  <a:moveTo>
                    <a:pt x="1300601" y="4645935"/>
                  </a:moveTo>
                  <a:cubicBezTo>
                    <a:pt x="1298576" y="4644922"/>
                    <a:pt x="1288193" y="4639351"/>
                    <a:pt x="1286927" y="4639098"/>
                  </a:cubicBezTo>
                  <a:cubicBezTo>
                    <a:pt x="1286927" y="4639351"/>
                    <a:pt x="1309464" y="4652266"/>
                    <a:pt x="1311237" y="4652266"/>
                  </a:cubicBezTo>
                  <a:cubicBezTo>
                    <a:pt x="1310224" y="4650999"/>
                    <a:pt x="1302880" y="4647201"/>
                    <a:pt x="1300601" y="4645935"/>
                  </a:cubicBezTo>
                  <a:close/>
                  <a:moveTo>
                    <a:pt x="1300348" y="4647454"/>
                  </a:moveTo>
                  <a:cubicBezTo>
                    <a:pt x="1297563" y="4645935"/>
                    <a:pt x="1287940" y="4640871"/>
                    <a:pt x="1286927" y="4640617"/>
                  </a:cubicBezTo>
                  <a:cubicBezTo>
                    <a:pt x="1287180" y="4640871"/>
                    <a:pt x="1309971" y="4653785"/>
                    <a:pt x="1311237" y="4653532"/>
                  </a:cubicBezTo>
                  <a:cubicBezTo>
                    <a:pt x="1309971" y="4652772"/>
                    <a:pt x="1303387" y="4648974"/>
                    <a:pt x="1300348" y="4647454"/>
                  </a:cubicBezTo>
                  <a:close/>
                  <a:moveTo>
                    <a:pt x="1274013" y="4605419"/>
                  </a:moveTo>
                  <a:cubicBezTo>
                    <a:pt x="1269201" y="4602633"/>
                    <a:pt x="1261098" y="4598075"/>
                    <a:pt x="1259326" y="4598075"/>
                  </a:cubicBezTo>
                  <a:cubicBezTo>
                    <a:pt x="1259326" y="4598075"/>
                    <a:pt x="1259326" y="4598075"/>
                    <a:pt x="1259326" y="4598075"/>
                  </a:cubicBezTo>
                  <a:cubicBezTo>
                    <a:pt x="1259579" y="4599342"/>
                    <a:pt x="1280597" y="4612509"/>
                    <a:pt x="1283129" y="4612003"/>
                  </a:cubicBezTo>
                  <a:cubicBezTo>
                    <a:pt x="1282876" y="4610990"/>
                    <a:pt x="1275532" y="4606432"/>
                    <a:pt x="1274013" y="4605419"/>
                  </a:cubicBezTo>
                  <a:close/>
                  <a:moveTo>
                    <a:pt x="1252995" y="4599595"/>
                  </a:moveTo>
                  <a:cubicBezTo>
                    <a:pt x="1252995" y="4599595"/>
                    <a:pt x="1252995" y="4599595"/>
                    <a:pt x="1252995" y="4599595"/>
                  </a:cubicBezTo>
                  <a:cubicBezTo>
                    <a:pt x="1253248" y="4600861"/>
                    <a:pt x="1274519" y="4614029"/>
                    <a:pt x="1276798" y="4613522"/>
                  </a:cubicBezTo>
                  <a:cubicBezTo>
                    <a:pt x="1276545" y="4612509"/>
                    <a:pt x="1268948" y="4607951"/>
                    <a:pt x="1267429" y="4606938"/>
                  </a:cubicBezTo>
                  <a:cubicBezTo>
                    <a:pt x="1262618" y="4604153"/>
                    <a:pt x="1254514" y="4599595"/>
                    <a:pt x="1252995" y="4599595"/>
                  </a:cubicBezTo>
                  <a:close/>
                  <a:moveTo>
                    <a:pt x="1247677" y="4601114"/>
                  </a:moveTo>
                  <a:cubicBezTo>
                    <a:pt x="1247677" y="4601114"/>
                    <a:pt x="1247677" y="4601114"/>
                    <a:pt x="1247677" y="4601114"/>
                  </a:cubicBezTo>
                  <a:cubicBezTo>
                    <a:pt x="1248184" y="4602380"/>
                    <a:pt x="1269708" y="4615548"/>
                    <a:pt x="1271734" y="4615041"/>
                  </a:cubicBezTo>
                  <a:cubicBezTo>
                    <a:pt x="1271227" y="4614029"/>
                    <a:pt x="1263630" y="4609470"/>
                    <a:pt x="1262111" y="4608458"/>
                  </a:cubicBezTo>
                  <a:cubicBezTo>
                    <a:pt x="1257047" y="4605672"/>
                    <a:pt x="1248943" y="4601114"/>
                    <a:pt x="1247677" y="4601114"/>
                  </a:cubicBezTo>
                  <a:close/>
                  <a:moveTo>
                    <a:pt x="1243119" y="4602633"/>
                  </a:moveTo>
                  <a:lnTo>
                    <a:pt x="1243119" y="4602633"/>
                  </a:lnTo>
                  <a:cubicBezTo>
                    <a:pt x="1243879" y="4603899"/>
                    <a:pt x="1265656" y="4617067"/>
                    <a:pt x="1267176" y="4616561"/>
                  </a:cubicBezTo>
                  <a:cubicBezTo>
                    <a:pt x="1266416" y="4615548"/>
                    <a:pt x="1259579" y="4611243"/>
                    <a:pt x="1257300" y="4609977"/>
                  </a:cubicBezTo>
                  <a:cubicBezTo>
                    <a:pt x="1252488" y="4607192"/>
                    <a:pt x="1244132" y="4602633"/>
                    <a:pt x="1243119" y="4602633"/>
                  </a:cubicBezTo>
                  <a:close/>
                  <a:moveTo>
                    <a:pt x="1239321" y="4604153"/>
                  </a:moveTo>
                  <a:cubicBezTo>
                    <a:pt x="1239321" y="4604153"/>
                    <a:pt x="1239321" y="4604153"/>
                    <a:pt x="1239321" y="4604153"/>
                  </a:cubicBezTo>
                  <a:cubicBezTo>
                    <a:pt x="1240334" y="4605419"/>
                    <a:pt x="1262111" y="4618587"/>
                    <a:pt x="1263377" y="4618080"/>
                  </a:cubicBezTo>
                  <a:cubicBezTo>
                    <a:pt x="1262618" y="4617067"/>
                    <a:pt x="1255527" y="4612763"/>
                    <a:pt x="1253248" y="4611496"/>
                  </a:cubicBezTo>
                  <a:cubicBezTo>
                    <a:pt x="1248690" y="4608711"/>
                    <a:pt x="1240334" y="4604153"/>
                    <a:pt x="1239321" y="4604153"/>
                  </a:cubicBezTo>
                  <a:close/>
                  <a:moveTo>
                    <a:pt x="1236535" y="4605925"/>
                  </a:moveTo>
                  <a:cubicBezTo>
                    <a:pt x="1236535" y="4606938"/>
                    <a:pt x="1257553" y="4618840"/>
                    <a:pt x="1260592" y="4619853"/>
                  </a:cubicBezTo>
                  <a:cubicBezTo>
                    <a:pt x="1260592" y="4619853"/>
                    <a:pt x="1260592" y="4619853"/>
                    <a:pt x="1260592" y="4619853"/>
                  </a:cubicBezTo>
                  <a:cubicBezTo>
                    <a:pt x="1259579" y="4618840"/>
                    <a:pt x="1252488" y="4614535"/>
                    <a:pt x="1250463" y="4613522"/>
                  </a:cubicBezTo>
                  <a:cubicBezTo>
                    <a:pt x="1249197" y="4612509"/>
                    <a:pt x="1238308" y="4606178"/>
                    <a:pt x="1236535" y="4605925"/>
                  </a:cubicBezTo>
                  <a:close/>
                  <a:moveTo>
                    <a:pt x="1234763" y="4607445"/>
                  </a:moveTo>
                  <a:cubicBezTo>
                    <a:pt x="1234763" y="4607698"/>
                    <a:pt x="1256793" y="4621372"/>
                    <a:pt x="1258819" y="4621119"/>
                  </a:cubicBezTo>
                  <a:cubicBezTo>
                    <a:pt x="1257806" y="4620106"/>
                    <a:pt x="1250463" y="4616054"/>
                    <a:pt x="1248437" y="4614788"/>
                  </a:cubicBezTo>
                  <a:cubicBezTo>
                    <a:pt x="1247171" y="4614029"/>
                    <a:pt x="1236282" y="4607698"/>
                    <a:pt x="1234763" y="4607445"/>
                  </a:cubicBezTo>
                  <a:close/>
                  <a:moveTo>
                    <a:pt x="1247424" y="4616561"/>
                  </a:moveTo>
                  <a:cubicBezTo>
                    <a:pt x="1245398" y="4615295"/>
                    <a:pt x="1235269" y="4609470"/>
                    <a:pt x="1234003" y="4609217"/>
                  </a:cubicBezTo>
                  <a:cubicBezTo>
                    <a:pt x="1234003" y="4609470"/>
                    <a:pt x="1256540" y="4623145"/>
                    <a:pt x="1258059" y="4622891"/>
                  </a:cubicBezTo>
                  <a:cubicBezTo>
                    <a:pt x="1256793" y="4621879"/>
                    <a:pt x="1249703" y="4617827"/>
                    <a:pt x="1247424" y="4616561"/>
                  </a:cubicBezTo>
                  <a:close/>
                  <a:moveTo>
                    <a:pt x="1247171" y="4618080"/>
                  </a:moveTo>
                  <a:cubicBezTo>
                    <a:pt x="1244385" y="4616561"/>
                    <a:pt x="1235016" y="4610990"/>
                    <a:pt x="1233750" y="4610737"/>
                  </a:cubicBezTo>
                  <a:cubicBezTo>
                    <a:pt x="1234003" y="4610990"/>
                    <a:pt x="1256793" y="4624664"/>
                    <a:pt x="1257806" y="4624411"/>
                  </a:cubicBezTo>
                  <a:cubicBezTo>
                    <a:pt x="1256793" y="4623651"/>
                    <a:pt x="1249956" y="4619853"/>
                    <a:pt x="1247171" y="4618080"/>
                  </a:cubicBezTo>
                  <a:close/>
                  <a:moveTo>
                    <a:pt x="1222861" y="4574272"/>
                  </a:moveTo>
                  <a:cubicBezTo>
                    <a:pt x="1218050" y="4571233"/>
                    <a:pt x="1210200" y="4566422"/>
                    <a:pt x="1208427" y="4566422"/>
                  </a:cubicBezTo>
                  <a:cubicBezTo>
                    <a:pt x="1208427" y="4566422"/>
                    <a:pt x="1208427" y="4566422"/>
                    <a:pt x="1208427" y="4566422"/>
                  </a:cubicBezTo>
                  <a:cubicBezTo>
                    <a:pt x="1208680" y="4568195"/>
                    <a:pt x="1230711" y="4581869"/>
                    <a:pt x="1231977" y="4580856"/>
                  </a:cubicBezTo>
                  <a:cubicBezTo>
                    <a:pt x="1231471" y="4579843"/>
                    <a:pt x="1224127" y="4575285"/>
                    <a:pt x="1222861" y="4574272"/>
                  </a:cubicBezTo>
                  <a:close/>
                  <a:moveTo>
                    <a:pt x="1216024" y="4575791"/>
                  </a:moveTo>
                  <a:cubicBezTo>
                    <a:pt x="1211213" y="4572753"/>
                    <a:pt x="1203109" y="4567941"/>
                    <a:pt x="1201590" y="4567941"/>
                  </a:cubicBezTo>
                  <a:cubicBezTo>
                    <a:pt x="1201590" y="4567941"/>
                    <a:pt x="1201590" y="4567941"/>
                    <a:pt x="1201590" y="4567941"/>
                  </a:cubicBezTo>
                  <a:cubicBezTo>
                    <a:pt x="1201843" y="4569208"/>
                    <a:pt x="1222861" y="4582882"/>
                    <a:pt x="1225140" y="4582375"/>
                  </a:cubicBezTo>
                  <a:cubicBezTo>
                    <a:pt x="1224887" y="4581362"/>
                    <a:pt x="1217543" y="4576804"/>
                    <a:pt x="1216024" y="4575791"/>
                  </a:cubicBezTo>
                  <a:close/>
                  <a:moveTo>
                    <a:pt x="1196019" y="4569714"/>
                  </a:moveTo>
                  <a:cubicBezTo>
                    <a:pt x="1196019" y="4569714"/>
                    <a:pt x="1196019" y="4569714"/>
                    <a:pt x="1196019" y="4569714"/>
                  </a:cubicBezTo>
                  <a:cubicBezTo>
                    <a:pt x="1196526" y="4570980"/>
                    <a:pt x="1217543" y="4584908"/>
                    <a:pt x="1219569" y="4584148"/>
                  </a:cubicBezTo>
                  <a:cubicBezTo>
                    <a:pt x="1219063" y="4583135"/>
                    <a:pt x="1211719" y="4578324"/>
                    <a:pt x="1210200" y="4577311"/>
                  </a:cubicBezTo>
                  <a:cubicBezTo>
                    <a:pt x="1205388" y="4574525"/>
                    <a:pt x="1197539" y="4569714"/>
                    <a:pt x="1196019" y="4569714"/>
                  </a:cubicBezTo>
                  <a:close/>
                  <a:moveTo>
                    <a:pt x="1191208" y="4571233"/>
                  </a:moveTo>
                  <a:cubicBezTo>
                    <a:pt x="1191208" y="4571233"/>
                    <a:pt x="1191208" y="4571487"/>
                    <a:pt x="1191208" y="4571233"/>
                  </a:cubicBezTo>
                  <a:cubicBezTo>
                    <a:pt x="1191968" y="4572500"/>
                    <a:pt x="1213238" y="4586427"/>
                    <a:pt x="1215011" y="4585667"/>
                  </a:cubicBezTo>
                  <a:cubicBezTo>
                    <a:pt x="1214505" y="4584654"/>
                    <a:pt x="1206908" y="4579843"/>
                    <a:pt x="1205388" y="4578830"/>
                  </a:cubicBezTo>
                  <a:cubicBezTo>
                    <a:pt x="1200577" y="4576045"/>
                    <a:pt x="1192474" y="4571233"/>
                    <a:pt x="1191208" y="4571233"/>
                  </a:cubicBezTo>
                  <a:close/>
                  <a:moveTo>
                    <a:pt x="1187409" y="4573006"/>
                  </a:moveTo>
                  <a:cubicBezTo>
                    <a:pt x="1187409" y="4573006"/>
                    <a:pt x="1187409" y="4573006"/>
                    <a:pt x="1187409" y="4573006"/>
                  </a:cubicBezTo>
                  <a:cubicBezTo>
                    <a:pt x="1188169" y="4574272"/>
                    <a:pt x="1209693" y="4588200"/>
                    <a:pt x="1211213" y="4587440"/>
                  </a:cubicBezTo>
                  <a:cubicBezTo>
                    <a:pt x="1210453" y="4586427"/>
                    <a:pt x="1202856" y="4581615"/>
                    <a:pt x="1201337" y="4580603"/>
                  </a:cubicBezTo>
                  <a:cubicBezTo>
                    <a:pt x="1196526" y="4577817"/>
                    <a:pt x="1188422" y="4573006"/>
                    <a:pt x="1187409" y="4573006"/>
                  </a:cubicBezTo>
                  <a:close/>
                  <a:moveTo>
                    <a:pt x="1184624" y="4574779"/>
                  </a:moveTo>
                  <a:cubicBezTo>
                    <a:pt x="1184624" y="4575791"/>
                    <a:pt x="1205135" y="4588453"/>
                    <a:pt x="1208174" y="4589212"/>
                  </a:cubicBezTo>
                  <a:cubicBezTo>
                    <a:pt x="1208174" y="4589212"/>
                    <a:pt x="1208174" y="4589212"/>
                    <a:pt x="1208174" y="4589212"/>
                  </a:cubicBezTo>
                  <a:cubicBezTo>
                    <a:pt x="1207161" y="4588200"/>
                    <a:pt x="1200324" y="4583895"/>
                    <a:pt x="1198045" y="4582375"/>
                  </a:cubicBezTo>
                  <a:cubicBezTo>
                    <a:pt x="1197032" y="4581615"/>
                    <a:pt x="1186397" y="4575032"/>
                    <a:pt x="1184624" y="4574779"/>
                  </a:cubicBezTo>
                  <a:close/>
                  <a:moveTo>
                    <a:pt x="1196272" y="4584148"/>
                  </a:moveTo>
                  <a:cubicBezTo>
                    <a:pt x="1195006" y="4583388"/>
                    <a:pt x="1184371" y="4576804"/>
                    <a:pt x="1182851" y="4576551"/>
                  </a:cubicBezTo>
                  <a:cubicBezTo>
                    <a:pt x="1182851" y="4576804"/>
                    <a:pt x="1204376" y="4590985"/>
                    <a:pt x="1206655" y="4590985"/>
                  </a:cubicBezTo>
                  <a:cubicBezTo>
                    <a:pt x="1205388" y="4589719"/>
                    <a:pt x="1197792" y="4584908"/>
                    <a:pt x="1196272" y="4584148"/>
                  </a:cubicBezTo>
                  <a:close/>
                  <a:moveTo>
                    <a:pt x="1195006" y="4585667"/>
                  </a:moveTo>
                  <a:cubicBezTo>
                    <a:pt x="1192980" y="4584401"/>
                    <a:pt x="1183105" y="4578324"/>
                    <a:pt x="1181585" y="4578070"/>
                  </a:cubicBezTo>
                  <a:cubicBezTo>
                    <a:pt x="1181585" y="4578324"/>
                    <a:pt x="1203616" y="4592504"/>
                    <a:pt x="1205388" y="4592251"/>
                  </a:cubicBezTo>
                  <a:cubicBezTo>
                    <a:pt x="1204376" y="4591492"/>
                    <a:pt x="1197285" y="4587186"/>
                    <a:pt x="1195006" y="4585667"/>
                  </a:cubicBezTo>
                  <a:close/>
                  <a:moveTo>
                    <a:pt x="1194753" y="4587440"/>
                  </a:moveTo>
                  <a:cubicBezTo>
                    <a:pt x="1192727" y="4586174"/>
                    <a:pt x="1182598" y="4580096"/>
                    <a:pt x="1181585" y="4579843"/>
                  </a:cubicBezTo>
                  <a:cubicBezTo>
                    <a:pt x="1181838" y="4580096"/>
                    <a:pt x="1204122" y="4594277"/>
                    <a:pt x="1205388" y="4594024"/>
                  </a:cubicBezTo>
                  <a:cubicBezTo>
                    <a:pt x="1204122" y="4593264"/>
                    <a:pt x="1197032" y="4588959"/>
                    <a:pt x="1194753" y="4587440"/>
                  </a:cubicBezTo>
                  <a:close/>
                  <a:moveTo>
                    <a:pt x="1188676" y="4547177"/>
                  </a:moveTo>
                  <a:cubicBezTo>
                    <a:pt x="1188676" y="4545911"/>
                    <a:pt x="1181585" y="4541100"/>
                    <a:pt x="1180066" y="4540086"/>
                  </a:cubicBezTo>
                  <a:cubicBezTo>
                    <a:pt x="1175508" y="4537048"/>
                    <a:pt x="1167658" y="4531983"/>
                    <a:pt x="1165632" y="4531983"/>
                  </a:cubicBezTo>
                  <a:cubicBezTo>
                    <a:pt x="1165632" y="4531983"/>
                    <a:pt x="1165632" y="4531983"/>
                    <a:pt x="1165379" y="4531983"/>
                  </a:cubicBezTo>
                  <a:cubicBezTo>
                    <a:pt x="1165379" y="4534262"/>
                    <a:pt x="1186903" y="4548190"/>
                    <a:pt x="1188676" y="4547177"/>
                  </a:cubicBezTo>
                  <a:close/>
                  <a:moveTo>
                    <a:pt x="1172216" y="4541859"/>
                  </a:moveTo>
                  <a:cubicBezTo>
                    <a:pt x="1167658" y="4538821"/>
                    <a:pt x="1159808" y="4534009"/>
                    <a:pt x="1158035" y="4534009"/>
                  </a:cubicBezTo>
                  <a:cubicBezTo>
                    <a:pt x="1158035" y="4534009"/>
                    <a:pt x="1158035" y="4534009"/>
                    <a:pt x="1158035" y="4534009"/>
                  </a:cubicBezTo>
                  <a:cubicBezTo>
                    <a:pt x="1158035" y="4536035"/>
                    <a:pt x="1179813" y="4549962"/>
                    <a:pt x="1181332" y="4548949"/>
                  </a:cubicBezTo>
                  <a:cubicBezTo>
                    <a:pt x="1181079" y="4547683"/>
                    <a:pt x="1173735" y="4542619"/>
                    <a:pt x="1172216" y="4541859"/>
                  </a:cubicBezTo>
                  <a:close/>
                  <a:moveTo>
                    <a:pt x="1165126" y="4543378"/>
                  </a:moveTo>
                  <a:cubicBezTo>
                    <a:pt x="1160568" y="4540340"/>
                    <a:pt x="1152718" y="4535529"/>
                    <a:pt x="1150945" y="4535529"/>
                  </a:cubicBezTo>
                  <a:cubicBezTo>
                    <a:pt x="1150945" y="4535529"/>
                    <a:pt x="1150945" y="4535529"/>
                    <a:pt x="1150945" y="4535529"/>
                  </a:cubicBezTo>
                  <a:cubicBezTo>
                    <a:pt x="1151198" y="4536795"/>
                    <a:pt x="1171456" y="4551228"/>
                    <a:pt x="1174242" y="4550469"/>
                  </a:cubicBezTo>
                  <a:cubicBezTo>
                    <a:pt x="1173988" y="4549203"/>
                    <a:pt x="1166645" y="4544392"/>
                    <a:pt x="1165126" y="4543378"/>
                  </a:cubicBezTo>
                  <a:close/>
                  <a:moveTo>
                    <a:pt x="1159301" y="4545151"/>
                  </a:moveTo>
                  <a:cubicBezTo>
                    <a:pt x="1154743" y="4542112"/>
                    <a:pt x="1146893" y="4537301"/>
                    <a:pt x="1145374" y="4537301"/>
                  </a:cubicBezTo>
                  <a:cubicBezTo>
                    <a:pt x="1145374" y="4537301"/>
                    <a:pt x="1145374" y="4537301"/>
                    <a:pt x="1145374" y="4537301"/>
                  </a:cubicBezTo>
                  <a:cubicBezTo>
                    <a:pt x="1145880" y="4538567"/>
                    <a:pt x="1166392" y="4553001"/>
                    <a:pt x="1168671" y="4552242"/>
                  </a:cubicBezTo>
                  <a:cubicBezTo>
                    <a:pt x="1168164" y="4550975"/>
                    <a:pt x="1160568" y="4545911"/>
                    <a:pt x="1159301" y="4545151"/>
                  </a:cubicBezTo>
                  <a:close/>
                  <a:moveTo>
                    <a:pt x="1140309" y="4538821"/>
                  </a:moveTo>
                  <a:cubicBezTo>
                    <a:pt x="1140309" y="4538821"/>
                    <a:pt x="1140309" y="4538821"/>
                    <a:pt x="1140309" y="4538821"/>
                  </a:cubicBezTo>
                  <a:cubicBezTo>
                    <a:pt x="1140816" y="4540340"/>
                    <a:pt x="1161834" y="4554520"/>
                    <a:pt x="1163606" y="4553761"/>
                  </a:cubicBezTo>
                  <a:cubicBezTo>
                    <a:pt x="1163100" y="4552495"/>
                    <a:pt x="1155503" y="4547683"/>
                    <a:pt x="1153984" y="4546671"/>
                  </a:cubicBezTo>
                  <a:cubicBezTo>
                    <a:pt x="1149426" y="4543632"/>
                    <a:pt x="1141576" y="4538821"/>
                    <a:pt x="1140309" y="4538821"/>
                  </a:cubicBezTo>
                  <a:close/>
                  <a:moveTo>
                    <a:pt x="1136258" y="4540593"/>
                  </a:moveTo>
                  <a:cubicBezTo>
                    <a:pt x="1136258" y="4540593"/>
                    <a:pt x="1136258" y="4540593"/>
                    <a:pt x="1136258" y="4540593"/>
                  </a:cubicBezTo>
                  <a:cubicBezTo>
                    <a:pt x="1137018" y="4542112"/>
                    <a:pt x="1158289" y="4556293"/>
                    <a:pt x="1159555" y="4555533"/>
                  </a:cubicBezTo>
                  <a:cubicBezTo>
                    <a:pt x="1158795" y="4554267"/>
                    <a:pt x="1151198" y="4549456"/>
                    <a:pt x="1149679" y="4548443"/>
                  </a:cubicBezTo>
                  <a:cubicBezTo>
                    <a:pt x="1145121" y="4545151"/>
                    <a:pt x="1137524" y="4540593"/>
                    <a:pt x="1136258" y="4540593"/>
                  </a:cubicBezTo>
                  <a:close/>
                  <a:moveTo>
                    <a:pt x="1133219" y="4542366"/>
                  </a:moveTo>
                  <a:cubicBezTo>
                    <a:pt x="1133219" y="4543378"/>
                    <a:pt x="1153477" y="4556546"/>
                    <a:pt x="1156516" y="4557306"/>
                  </a:cubicBezTo>
                  <a:cubicBezTo>
                    <a:pt x="1156516" y="4557306"/>
                    <a:pt x="1156516" y="4557306"/>
                    <a:pt x="1156516" y="4557306"/>
                  </a:cubicBezTo>
                  <a:cubicBezTo>
                    <a:pt x="1155503" y="4556040"/>
                    <a:pt x="1147906" y="4551228"/>
                    <a:pt x="1146387" y="4550216"/>
                  </a:cubicBezTo>
                  <a:cubicBezTo>
                    <a:pt x="1141829" y="4546924"/>
                    <a:pt x="1134232" y="4542366"/>
                    <a:pt x="1133219" y="4542366"/>
                  </a:cubicBezTo>
                  <a:close/>
                  <a:moveTo>
                    <a:pt x="1144614" y="4551988"/>
                  </a:moveTo>
                  <a:cubicBezTo>
                    <a:pt x="1143348" y="4551228"/>
                    <a:pt x="1132966" y="4544392"/>
                    <a:pt x="1131447" y="4544138"/>
                  </a:cubicBezTo>
                  <a:cubicBezTo>
                    <a:pt x="1131447" y="4544392"/>
                    <a:pt x="1152464" y="4559078"/>
                    <a:pt x="1154743" y="4559078"/>
                  </a:cubicBezTo>
                  <a:cubicBezTo>
                    <a:pt x="1153730" y="4557813"/>
                    <a:pt x="1146134" y="4553001"/>
                    <a:pt x="1144614" y="4551988"/>
                  </a:cubicBezTo>
                  <a:close/>
                  <a:moveTo>
                    <a:pt x="1143348" y="4553761"/>
                  </a:moveTo>
                  <a:cubicBezTo>
                    <a:pt x="1141322" y="4552495"/>
                    <a:pt x="1131700" y="4546164"/>
                    <a:pt x="1130434" y="4545911"/>
                  </a:cubicBezTo>
                  <a:cubicBezTo>
                    <a:pt x="1130434" y="4546164"/>
                    <a:pt x="1152211" y="4560851"/>
                    <a:pt x="1153730" y="4560851"/>
                  </a:cubicBezTo>
                  <a:cubicBezTo>
                    <a:pt x="1152464" y="4559585"/>
                    <a:pt x="1145374" y="4555027"/>
                    <a:pt x="1143348" y="4553761"/>
                  </a:cubicBezTo>
                  <a:close/>
                  <a:moveTo>
                    <a:pt x="1143095" y="4555533"/>
                  </a:moveTo>
                  <a:cubicBezTo>
                    <a:pt x="1140309" y="4553761"/>
                    <a:pt x="1131447" y="4547937"/>
                    <a:pt x="1130434" y="4547683"/>
                  </a:cubicBezTo>
                  <a:cubicBezTo>
                    <a:pt x="1130687" y="4547937"/>
                    <a:pt x="1152718" y="4562624"/>
                    <a:pt x="1153730" y="4562624"/>
                  </a:cubicBezTo>
                  <a:cubicBezTo>
                    <a:pt x="1152464" y="4561611"/>
                    <a:pt x="1145374" y="4557053"/>
                    <a:pt x="1143095" y="4555533"/>
                  </a:cubicBezTo>
                  <a:close/>
                  <a:moveTo>
                    <a:pt x="2555842" y="4473235"/>
                  </a:moveTo>
                  <a:cubicBezTo>
                    <a:pt x="2548245" y="4473488"/>
                    <a:pt x="2544194" y="4480579"/>
                    <a:pt x="2546979" y="4485643"/>
                  </a:cubicBezTo>
                  <a:cubicBezTo>
                    <a:pt x="2550524" y="4491974"/>
                    <a:pt x="2560907" y="4489948"/>
                    <a:pt x="2562932" y="4482351"/>
                  </a:cubicBezTo>
                  <a:cubicBezTo>
                    <a:pt x="2563692" y="4479059"/>
                    <a:pt x="2562426" y="4473741"/>
                    <a:pt x="2555842" y="4473235"/>
                  </a:cubicBezTo>
                  <a:close/>
                  <a:moveTo>
                    <a:pt x="2518365" y="4472475"/>
                  </a:moveTo>
                  <a:cubicBezTo>
                    <a:pt x="2510515" y="4472729"/>
                    <a:pt x="2506970" y="4479819"/>
                    <a:pt x="2510008" y="4484883"/>
                  </a:cubicBezTo>
                  <a:cubicBezTo>
                    <a:pt x="2513807" y="4491214"/>
                    <a:pt x="2524189" y="4488935"/>
                    <a:pt x="2525961" y="4481591"/>
                  </a:cubicBezTo>
                  <a:cubicBezTo>
                    <a:pt x="2526721" y="4478300"/>
                    <a:pt x="2525202" y="4472982"/>
                    <a:pt x="2518365" y="4472475"/>
                  </a:cubicBezTo>
                  <a:close/>
                  <a:moveTo>
                    <a:pt x="2480887" y="4471716"/>
                  </a:moveTo>
                  <a:cubicBezTo>
                    <a:pt x="2472531" y="4471969"/>
                    <a:pt x="2469999" y="4479565"/>
                    <a:pt x="2473037" y="4484124"/>
                  </a:cubicBezTo>
                  <a:cubicBezTo>
                    <a:pt x="2477089" y="4490454"/>
                    <a:pt x="2487471" y="4488429"/>
                    <a:pt x="2488990" y="4480832"/>
                  </a:cubicBezTo>
                  <a:cubicBezTo>
                    <a:pt x="2489244" y="4477540"/>
                    <a:pt x="2487724" y="4471969"/>
                    <a:pt x="2480887" y="4471716"/>
                  </a:cubicBezTo>
                  <a:close/>
                  <a:moveTo>
                    <a:pt x="1150185" y="4503369"/>
                  </a:moveTo>
                  <a:cubicBezTo>
                    <a:pt x="1145880" y="4500077"/>
                    <a:pt x="1138030" y="4495012"/>
                    <a:pt x="1135751" y="4495012"/>
                  </a:cubicBezTo>
                  <a:cubicBezTo>
                    <a:pt x="1135751" y="4495012"/>
                    <a:pt x="1135498" y="4495012"/>
                    <a:pt x="1135498" y="4495012"/>
                  </a:cubicBezTo>
                  <a:cubicBezTo>
                    <a:pt x="1133979" y="4496532"/>
                    <a:pt x="1154997" y="4511219"/>
                    <a:pt x="1157782" y="4510713"/>
                  </a:cubicBezTo>
                  <a:cubicBezTo>
                    <a:pt x="1159048" y="4510459"/>
                    <a:pt x="1154997" y="4506661"/>
                    <a:pt x="1150185" y="4503369"/>
                  </a:cubicBezTo>
                  <a:close/>
                  <a:moveTo>
                    <a:pt x="1140056" y="4504888"/>
                  </a:moveTo>
                  <a:cubicBezTo>
                    <a:pt x="1135751" y="4501596"/>
                    <a:pt x="1127901" y="4496532"/>
                    <a:pt x="1125622" y="4496532"/>
                  </a:cubicBezTo>
                  <a:cubicBezTo>
                    <a:pt x="1125622" y="4496532"/>
                    <a:pt x="1125622" y="4496532"/>
                    <a:pt x="1125369" y="4496532"/>
                  </a:cubicBezTo>
                  <a:cubicBezTo>
                    <a:pt x="1124609" y="4498557"/>
                    <a:pt x="1145880" y="4513245"/>
                    <a:pt x="1147906" y="4512232"/>
                  </a:cubicBezTo>
                  <a:cubicBezTo>
                    <a:pt x="1148413" y="4510966"/>
                    <a:pt x="1141576" y="4505901"/>
                    <a:pt x="1140056" y="4504888"/>
                  </a:cubicBezTo>
                  <a:close/>
                  <a:moveTo>
                    <a:pt x="1130940" y="4506408"/>
                  </a:moveTo>
                  <a:cubicBezTo>
                    <a:pt x="1126382" y="4503116"/>
                    <a:pt x="1118785" y="4498051"/>
                    <a:pt x="1116759" y="4498051"/>
                  </a:cubicBezTo>
                  <a:cubicBezTo>
                    <a:pt x="1116759" y="4498051"/>
                    <a:pt x="1116759" y="4498051"/>
                    <a:pt x="1116506" y="4498051"/>
                  </a:cubicBezTo>
                  <a:cubicBezTo>
                    <a:pt x="1116253" y="4500077"/>
                    <a:pt x="1137271" y="4514764"/>
                    <a:pt x="1139297" y="4513751"/>
                  </a:cubicBezTo>
                  <a:cubicBezTo>
                    <a:pt x="1139297" y="4512738"/>
                    <a:pt x="1132206" y="4507420"/>
                    <a:pt x="1130940" y="4506408"/>
                  </a:cubicBezTo>
                  <a:close/>
                  <a:moveTo>
                    <a:pt x="1131193" y="4515524"/>
                  </a:moveTo>
                  <a:cubicBezTo>
                    <a:pt x="1131193" y="4514258"/>
                    <a:pt x="1124103" y="4509193"/>
                    <a:pt x="1122584" y="4508180"/>
                  </a:cubicBezTo>
                  <a:cubicBezTo>
                    <a:pt x="1118026" y="4504888"/>
                    <a:pt x="1110429" y="4499824"/>
                    <a:pt x="1108403" y="4499824"/>
                  </a:cubicBezTo>
                  <a:cubicBezTo>
                    <a:pt x="1108403" y="4499824"/>
                    <a:pt x="1108403" y="4499824"/>
                    <a:pt x="1108403" y="4499824"/>
                  </a:cubicBezTo>
                  <a:cubicBezTo>
                    <a:pt x="1108403" y="4502103"/>
                    <a:pt x="1129674" y="4516537"/>
                    <a:pt x="1131193" y="4515524"/>
                  </a:cubicBezTo>
                  <a:close/>
                  <a:moveTo>
                    <a:pt x="1115493" y="4509699"/>
                  </a:moveTo>
                  <a:cubicBezTo>
                    <a:pt x="1110935" y="4506408"/>
                    <a:pt x="1103085" y="4501343"/>
                    <a:pt x="1101566" y="4501343"/>
                  </a:cubicBezTo>
                  <a:cubicBezTo>
                    <a:pt x="1101566" y="4501343"/>
                    <a:pt x="1101566" y="4501343"/>
                    <a:pt x="1101566" y="4501343"/>
                  </a:cubicBezTo>
                  <a:cubicBezTo>
                    <a:pt x="1101819" y="4503369"/>
                    <a:pt x="1123090" y="4518056"/>
                    <a:pt x="1124356" y="4516790"/>
                  </a:cubicBezTo>
                  <a:cubicBezTo>
                    <a:pt x="1124103" y="4516030"/>
                    <a:pt x="1116759" y="4510713"/>
                    <a:pt x="1115493" y="4509699"/>
                  </a:cubicBezTo>
                  <a:close/>
                  <a:moveTo>
                    <a:pt x="1109163" y="4511472"/>
                  </a:moveTo>
                  <a:cubicBezTo>
                    <a:pt x="1104605" y="4508180"/>
                    <a:pt x="1096755" y="4503369"/>
                    <a:pt x="1095488" y="4503369"/>
                  </a:cubicBezTo>
                  <a:cubicBezTo>
                    <a:pt x="1095488" y="4503369"/>
                    <a:pt x="1095488" y="4503369"/>
                    <a:pt x="1095488" y="4503369"/>
                  </a:cubicBezTo>
                  <a:cubicBezTo>
                    <a:pt x="1095742" y="4504635"/>
                    <a:pt x="1116000" y="4519575"/>
                    <a:pt x="1118532" y="4518816"/>
                  </a:cubicBezTo>
                  <a:cubicBezTo>
                    <a:pt x="1117772" y="4517549"/>
                    <a:pt x="1110682" y="4512485"/>
                    <a:pt x="1109163" y="4511472"/>
                  </a:cubicBezTo>
                  <a:close/>
                  <a:moveTo>
                    <a:pt x="1103845" y="4513245"/>
                  </a:moveTo>
                  <a:cubicBezTo>
                    <a:pt x="1099287" y="4509953"/>
                    <a:pt x="1091437" y="4505142"/>
                    <a:pt x="1090171" y="4505142"/>
                  </a:cubicBezTo>
                  <a:cubicBezTo>
                    <a:pt x="1090171" y="4505142"/>
                    <a:pt x="1090171" y="4505142"/>
                    <a:pt x="1090171" y="4505142"/>
                  </a:cubicBezTo>
                  <a:cubicBezTo>
                    <a:pt x="1090677" y="4506408"/>
                    <a:pt x="1111188" y="4521348"/>
                    <a:pt x="1113214" y="4520588"/>
                  </a:cubicBezTo>
                  <a:cubicBezTo>
                    <a:pt x="1112455" y="4519322"/>
                    <a:pt x="1105364" y="4514258"/>
                    <a:pt x="1103845" y="4513245"/>
                  </a:cubicBezTo>
                  <a:close/>
                  <a:moveTo>
                    <a:pt x="1086119" y="4506914"/>
                  </a:moveTo>
                  <a:cubicBezTo>
                    <a:pt x="1086119" y="4506914"/>
                    <a:pt x="1086119" y="4506914"/>
                    <a:pt x="1086119" y="4506914"/>
                  </a:cubicBezTo>
                  <a:cubicBezTo>
                    <a:pt x="1086879" y="4508433"/>
                    <a:pt x="1107643" y="4523120"/>
                    <a:pt x="1109163" y="4522361"/>
                  </a:cubicBezTo>
                  <a:cubicBezTo>
                    <a:pt x="1108403" y="4521094"/>
                    <a:pt x="1101059" y="4516030"/>
                    <a:pt x="1099540" y="4515017"/>
                  </a:cubicBezTo>
                  <a:cubicBezTo>
                    <a:pt x="1094982" y="4511978"/>
                    <a:pt x="1087132" y="4506914"/>
                    <a:pt x="1086119" y="4506914"/>
                  </a:cubicBezTo>
                  <a:close/>
                  <a:moveTo>
                    <a:pt x="1083080" y="4508687"/>
                  </a:moveTo>
                  <a:cubicBezTo>
                    <a:pt x="1083080" y="4509699"/>
                    <a:pt x="1102832" y="4523374"/>
                    <a:pt x="1105871" y="4524133"/>
                  </a:cubicBezTo>
                  <a:cubicBezTo>
                    <a:pt x="1105871" y="4524133"/>
                    <a:pt x="1105871" y="4524133"/>
                    <a:pt x="1105871" y="4524133"/>
                  </a:cubicBezTo>
                  <a:cubicBezTo>
                    <a:pt x="1104858" y="4522867"/>
                    <a:pt x="1097514" y="4517803"/>
                    <a:pt x="1095995" y="4516790"/>
                  </a:cubicBezTo>
                  <a:cubicBezTo>
                    <a:pt x="1091437" y="4513498"/>
                    <a:pt x="1083840" y="4508687"/>
                    <a:pt x="1083080" y="4508687"/>
                  </a:cubicBezTo>
                  <a:close/>
                  <a:moveTo>
                    <a:pt x="1080801" y="4510713"/>
                  </a:moveTo>
                  <a:cubicBezTo>
                    <a:pt x="1080801" y="4510966"/>
                    <a:pt x="1101566" y="4526159"/>
                    <a:pt x="1103845" y="4526159"/>
                  </a:cubicBezTo>
                  <a:cubicBezTo>
                    <a:pt x="1102832" y="4524893"/>
                    <a:pt x="1095235" y="4519829"/>
                    <a:pt x="1093716" y="4518816"/>
                  </a:cubicBezTo>
                  <a:cubicBezTo>
                    <a:pt x="1092703" y="4518056"/>
                    <a:pt x="1082321" y="4510966"/>
                    <a:pt x="1080801" y="4510713"/>
                  </a:cubicBezTo>
                  <a:close/>
                  <a:moveTo>
                    <a:pt x="1079788" y="4512485"/>
                  </a:moveTo>
                  <a:cubicBezTo>
                    <a:pt x="1079788" y="4512738"/>
                    <a:pt x="1101059" y="4527932"/>
                    <a:pt x="1102832" y="4527932"/>
                  </a:cubicBezTo>
                  <a:cubicBezTo>
                    <a:pt x="1101566" y="4526665"/>
                    <a:pt x="1093969" y="4521601"/>
                    <a:pt x="1092703" y="4520588"/>
                  </a:cubicBezTo>
                  <a:cubicBezTo>
                    <a:pt x="1090677" y="4519322"/>
                    <a:pt x="1081055" y="4512738"/>
                    <a:pt x="1079788" y="4512485"/>
                  </a:cubicBezTo>
                  <a:close/>
                  <a:moveTo>
                    <a:pt x="2599144" y="4438036"/>
                  </a:moveTo>
                  <a:cubicBezTo>
                    <a:pt x="2590534" y="4438290"/>
                    <a:pt x="2587242" y="4446140"/>
                    <a:pt x="2589774" y="4450698"/>
                  </a:cubicBezTo>
                  <a:cubicBezTo>
                    <a:pt x="2593066" y="4457028"/>
                    <a:pt x="2604208" y="4454749"/>
                    <a:pt x="2606487" y="4447406"/>
                  </a:cubicBezTo>
                  <a:cubicBezTo>
                    <a:pt x="2607500" y="4443861"/>
                    <a:pt x="2605981" y="4438543"/>
                    <a:pt x="2599144" y="4438036"/>
                  </a:cubicBezTo>
                  <a:close/>
                  <a:moveTo>
                    <a:pt x="2560907" y="4437277"/>
                  </a:moveTo>
                  <a:cubicBezTo>
                    <a:pt x="2552297" y="4437530"/>
                    <a:pt x="2549258" y="4445380"/>
                    <a:pt x="2551790" y="4450192"/>
                  </a:cubicBezTo>
                  <a:cubicBezTo>
                    <a:pt x="2555589" y="4456775"/>
                    <a:pt x="2566224" y="4454496"/>
                    <a:pt x="2568250" y="4446900"/>
                  </a:cubicBezTo>
                  <a:cubicBezTo>
                    <a:pt x="2569010" y="4443101"/>
                    <a:pt x="2567744" y="4437783"/>
                    <a:pt x="2560907" y="4437277"/>
                  </a:cubicBezTo>
                  <a:close/>
                  <a:moveTo>
                    <a:pt x="2522163" y="4436264"/>
                  </a:moveTo>
                  <a:cubicBezTo>
                    <a:pt x="2514313" y="4436517"/>
                    <a:pt x="2510261" y="4443861"/>
                    <a:pt x="2513553" y="4449178"/>
                  </a:cubicBezTo>
                  <a:cubicBezTo>
                    <a:pt x="2517605" y="4455763"/>
                    <a:pt x="2528240" y="4453483"/>
                    <a:pt x="2530013" y="4445633"/>
                  </a:cubicBezTo>
                  <a:cubicBezTo>
                    <a:pt x="2530520" y="4442341"/>
                    <a:pt x="2529253" y="4436771"/>
                    <a:pt x="2522163" y="4436264"/>
                  </a:cubicBezTo>
                  <a:close/>
                  <a:moveTo>
                    <a:pt x="2483166" y="4435504"/>
                  </a:moveTo>
                  <a:cubicBezTo>
                    <a:pt x="2474557" y="4435758"/>
                    <a:pt x="2471771" y="4443607"/>
                    <a:pt x="2474810" y="4448419"/>
                  </a:cubicBezTo>
                  <a:cubicBezTo>
                    <a:pt x="2479115" y="4455003"/>
                    <a:pt x="2489750" y="4452724"/>
                    <a:pt x="2491269" y="4444874"/>
                  </a:cubicBezTo>
                  <a:cubicBezTo>
                    <a:pt x="2492029" y="4441582"/>
                    <a:pt x="2490257" y="4436011"/>
                    <a:pt x="2483166" y="4435504"/>
                  </a:cubicBezTo>
                  <a:close/>
                  <a:moveTo>
                    <a:pt x="2443916" y="4434745"/>
                  </a:moveTo>
                  <a:cubicBezTo>
                    <a:pt x="2435307" y="4434998"/>
                    <a:pt x="2433028" y="4442848"/>
                    <a:pt x="2436319" y="4447659"/>
                  </a:cubicBezTo>
                  <a:cubicBezTo>
                    <a:pt x="2440878" y="4454243"/>
                    <a:pt x="2451513" y="4451964"/>
                    <a:pt x="2452779" y="4444114"/>
                  </a:cubicBezTo>
                  <a:cubicBezTo>
                    <a:pt x="2453286" y="4440316"/>
                    <a:pt x="2450753" y="4434998"/>
                    <a:pt x="2443916" y="4434745"/>
                  </a:cubicBezTo>
                  <a:close/>
                  <a:moveTo>
                    <a:pt x="1102579" y="4468170"/>
                  </a:moveTo>
                  <a:cubicBezTo>
                    <a:pt x="1098274" y="4464879"/>
                    <a:pt x="1090677" y="4459561"/>
                    <a:pt x="1088145" y="4459561"/>
                  </a:cubicBezTo>
                  <a:cubicBezTo>
                    <a:pt x="1088145" y="4459561"/>
                    <a:pt x="1087892" y="4459561"/>
                    <a:pt x="1087892" y="4459561"/>
                  </a:cubicBezTo>
                  <a:cubicBezTo>
                    <a:pt x="1086119" y="4461333"/>
                    <a:pt x="1106377" y="4476274"/>
                    <a:pt x="1109669" y="4475767"/>
                  </a:cubicBezTo>
                  <a:cubicBezTo>
                    <a:pt x="1110935" y="4475767"/>
                    <a:pt x="1107897" y="4472475"/>
                    <a:pt x="1102579" y="4468170"/>
                  </a:cubicBezTo>
                  <a:close/>
                  <a:moveTo>
                    <a:pt x="1091943" y="4469943"/>
                  </a:moveTo>
                  <a:cubicBezTo>
                    <a:pt x="1087638" y="4466651"/>
                    <a:pt x="1080042" y="4461333"/>
                    <a:pt x="1077763" y="4461333"/>
                  </a:cubicBezTo>
                  <a:cubicBezTo>
                    <a:pt x="1077763" y="4461333"/>
                    <a:pt x="1077509" y="4461587"/>
                    <a:pt x="1077509" y="4461587"/>
                  </a:cubicBezTo>
                  <a:cubicBezTo>
                    <a:pt x="1077509" y="4463359"/>
                    <a:pt x="1096755" y="4478806"/>
                    <a:pt x="1099540" y="4477540"/>
                  </a:cubicBezTo>
                  <a:cubicBezTo>
                    <a:pt x="1100300" y="4476274"/>
                    <a:pt x="1093463" y="4470956"/>
                    <a:pt x="1091943" y="4469943"/>
                  </a:cubicBezTo>
                  <a:close/>
                  <a:moveTo>
                    <a:pt x="1082574" y="4471462"/>
                  </a:moveTo>
                  <a:cubicBezTo>
                    <a:pt x="1077763" y="4467917"/>
                    <a:pt x="1070419" y="4462853"/>
                    <a:pt x="1068393" y="4462853"/>
                  </a:cubicBezTo>
                  <a:cubicBezTo>
                    <a:pt x="1068393" y="4462853"/>
                    <a:pt x="1068393" y="4462853"/>
                    <a:pt x="1068140" y="4462853"/>
                  </a:cubicBezTo>
                  <a:cubicBezTo>
                    <a:pt x="1067634" y="4464879"/>
                    <a:pt x="1088398" y="4479819"/>
                    <a:pt x="1090424" y="4478806"/>
                  </a:cubicBezTo>
                  <a:cubicBezTo>
                    <a:pt x="1090677" y="4477793"/>
                    <a:pt x="1083840" y="4472729"/>
                    <a:pt x="1082574" y="4471462"/>
                  </a:cubicBezTo>
                  <a:close/>
                  <a:moveTo>
                    <a:pt x="1082321" y="4480832"/>
                  </a:moveTo>
                  <a:cubicBezTo>
                    <a:pt x="1082321" y="4479565"/>
                    <a:pt x="1075484" y="4474248"/>
                    <a:pt x="1073964" y="4473235"/>
                  </a:cubicBezTo>
                  <a:cubicBezTo>
                    <a:pt x="1069659" y="4469943"/>
                    <a:pt x="1061809" y="4464625"/>
                    <a:pt x="1060037" y="4464625"/>
                  </a:cubicBezTo>
                  <a:cubicBezTo>
                    <a:pt x="1060037" y="4464625"/>
                    <a:pt x="1060037" y="4464625"/>
                    <a:pt x="1059784" y="4464625"/>
                  </a:cubicBezTo>
                  <a:cubicBezTo>
                    <a:pt x="1059784" y="4466904"/>
                    <a:pt x="1080548" y="4481845"/>
                    <a:pt x="1082321" y="4480832"/>
                  </a:cubicBezTo>
                  <a:close/>
                  <a:moveTo>
                    <a:pt x="1066368" y="4475008"/>
                  </a:moveTo>
                  <a:cubicBezTo>
                    <a:pt x="1061809" y="4471716"/>
                    <a:pt x="1054213" y="4466398"/>
                    <a:pt x="1052693" y="4466398"/>
                  </a:cubicBezTo>
                  <a:cubicBezTo>
                    <a:pt x="1052693" y="4466398"/>
                    <a:pt x="1052693" y="4466398"/>
                    <a:pt x="1052693" y="4466398"/>
                  </a:cubicBezTo>
                  <a:cubicBezTo>
                    <a:pt x="1052947" y="4468424"/>
                    <a:pt x="1073711" y="4483364"/>
                    <a:pt x="1074977" y="4482351"/>
                  </a:cubicBezTo>
                  <a:cubicBezTo>
                    <a:pt x="1074724" y="4481338"/>
                    <a:pt x="1067887" y="4476020"/>
                    <a:pt x="1066368" y="4475008"/>
                  </a:cubicBezTo>
                  <a:close/>
                  <a:moveTo>
                    <a:pt x="1060037" y="4476780"/>
                  </a:moveTo>
                  <a:cubicBezTo>
                    <a:pt x="1055479" y="4473488"/>
                    <a:pt x="1047882" y="4468170"/>
                    <a:pt x="1046363" y="4468170"/>
                  </a:cubicBezTo>
                  <a:cubicBezTo>
                    <a:pt x="1046363" y="4468170"/>
                    <a:pt x="1046363" y="4468170"/>
                    <a:pt x="1046363" y="4468170"/>
                  </a:cubicBezTo>
                  <a:cubicBezTo>
                    <a:pt x="1046869" y="4470196"/>
                    <a:pt x="1066114" y="4484124"/>
                    <a:pt x="1068647" y="4484124"/>
                  </a:cubicBezTo>
                  <a:cubicBezTo>
                    <a:pt x="1068647" y="4484124"/>
                    <a:pt x="1068647" y="4484124"/>
                    <a:pt x="1068647" y="4484124"/>
                  </a:cubicBezTo>
                  <a:cubicBezTo>
                    <a:pt x="1068393" y="4483111"/>
                    <a:pt x="1061303" y="4477793"/>
                    <a:pt x="1060037" y="4476780"/>
                  </a:cubicBezTo>
                  <a:close/>
                  <a:moveTo>
                    <a:pt x="1054466" y="4478553"/>
                  </a:moveTo>
                  <a:cubicBezTo>
                    <a:pt x="1049908" y="4475261"/>
                    <a:pt x="1042311" y="4469943"/>
                    <a:pt x="1041045" y="4470196"/>
                  </a:cubicBezTo>
                  <a:cubicBezTo>
                    <a:pt x="1041045" y="4470196"/>
                    <a:pt x="1041045" y="4470196"/>
                    <a:pt x="1041045" y="4470196"/>
                  </a:cubicBezTo>
                  <a:cubicBezTo>
                    <a:pt x="1041551" y="4471716"/>
                    <a:pt x="1061556" y="4486909"/>
                    <a:pt x="1063582" y="4486150"/>
                  </a:cubicBezTo>
                  <a:cubicBezTo>
                    <a:pt x="1062822" y="4484883"/>
                    <a:pt x="1055732" y="4479565"/>
                    <a:pt x="1054466" y="4478553"/>
                  </a:cubicBezTo>
                  <a:close/>
                  <a:moveTo>
                    <a:pt x="1049908" y="4480579"/>
                  </a:moveTo>
                  <a:cubicBezTo>
                    <a:pt x="1045350" y="4477287"/>
                    <a:pt x="1037753" y="4472222"/>
                    <a:pt x="1036740" y="4472222"/>
                  </a:cubicBezTo>
                  <a:cubicBezTo>
                    <a:pt x="1036740" y="4472222"/>
                    <a:pt x="1036740" y="4472222"/>
                    <a:pt x="1036740" y="4472222"/>
                  </a:cubicBezTo>
                  <a:cubicBezTo>
                    <a:pt x="1037500" y="4473741"/>
                    <a:pt x="1057758" y="4488935"/>
                    <a:pt x="1059277" y="4488175"/>
                  </a:cubicBezTo>
                  <a:cubicBezTo>
                    <a:pt x="1058517" y="4486656"/>
                    <a:pt x="1051427" y="4481591"/>
                    <a:pt x="1049908" y="4480579"/>
                  </a:cubicBezTo>
                  <a:close/>
                  <a:moveTo>
                    <a:pt x="1033448" y="4473994"/>
                  </a:moveTo>
                  <a:cubicBezTo>
                    <a:pt x="1033448" y="4475008"/>
                    <a:pt x="1052693" y="4488935"/>
                    <a:pt x="1055732" y="4489948"/>
                  </a:cubicBezTo>
                  <a:cubicBezTo>
                    <a:pt x="1055732" y="4489948"/>
                    <a:pt x="1055732" y="4489948"/>
                    <a:pt x="1055985" y="4489948"/>
                  </a:cubicBezTo>
                  <a:cubicBezTo>
                    <a:pt x="1055226" y="4488682"/>
                    <a:pt x="1047882" y="4483364"/>
                    <a:pt x="1046616" y="4482351"/>
                  </a:cubicBezTo>
                  <a:cubicBezTo>
                    <a:pt x="1042058" y="4479059"/>
                    <a:pt x="1034461" y="4473994"/>
                    <a:pt x="1033448" y="4473994"/>
                  </a:cubicBezTo>
                  <a:close/>
                  <a:moveTo>
                    <a:pt x="1031422" y="4476020"/>
                  </a:moveTo>
                  <a:cubicBezTo>
                    <a:pt x="1031676" y="4477033"/>
                    <a:pt x="1051174" y="4490961"/>
                    <a:pt x="1053706" y="4491974"/>
                  </a:cubicBezTo>
                  <a:cubicBezTo>
                    <a:pt x="1053706" y="4491974"/>
                    <a:pt x="1053706" y="4491974"/>
                    <a:pt x="1053706" y="4491974"/>
                  </a:cubicBezTo>
                  <a:cubicBezTo>
                    <a:pt x="1052693" y="4490707"/>
                    <a:pt x="1045350" y="4485390"/>
                    <a:pt x="1044084" y="4484377"/>
                  </a:cubicBezTo>
                  <a:cubicBezTo>
                    <a:pt x="1043071" y="4483364"/>
                    <a:pt x="1032942" y="4476274"/>
                    <a:pt x="1031422" y="4476020"/>
                  </a:cubicBezTo>
                  <a:close/>
                  <a:moveTo>
                    <a:pt x="1030156" y="4477793"/>
                  </a:moveTo>
                  <a:cubicBezTo>
                    <a:pt x="1030156" y="4478046"/>
                    <a:pt x="1050921" y="4493746"/>
                    <a:pt x="1052693" y="4493746"/>
                  </a:cubicBezTo>
                  <a:cubicBezTo>
                    <a:pt x="1051427" y="4492480"/>
                    <a:pt x="1044843" y="4487669"/>
                    <a:pt x="1042817" y="4486150"/>
                  </a:cubicBezTo>
                  <a:cubicBezTo>
                    <a:pt x="1041551" y="4485390"/>
                    <a:pt x="1031422" y="4478300"/>
                    <a:pt x="1030156" y="4477793"/>
                  </a:cubicBezTo>
                  <a:close/>
                  <a:moveTo>
                    <a:pt x="2684734" y="4403092"/>
                  </a:moveTo>
                  <a:cubicBezTo>
                    <a:pt x="2675871" y="4403345"/>
                    <a:pt x="2672073" y="4411448"/>
                    <a:pt x="2674099" y="4416259"/>
                  </a:cubicBezTo>
                  <a:cubicBezTo>
                    <a:pt x="2677137" y="4423096"/>
                    <a:pt x="2688279" y="4420817"/>
                    <a:pt x="2691318" y="4412714"/>
                  </a:cubicBezTo>
                  <a:lnTo>
                    <a:pt x="2691318" y="4412714"/>
                  </a:lnTo>
                  <a:cubicBezTo>
                    <a:pt x="2692331" y="4409169"/>
                    <a:pt x="2691824" y="4403598"/>
                    <a:pt x="2684734" y="4403092"/>
                  </a:cubicBezTo>
                  <a:close/>
                  <a:moveTo>
                    <a:pt x="2645231" y="4401825"/>
                  </a:moveTo>
                  <a:cubicBezTo>
                    <a:pt x="2637128" y="4402078"/>
                    <a:pt x="2632316" y="4409675"/>
                    <a:pt x="2635102" y="4414993"/>
                  </a:cubicBezTo>
                  <a:cubicBezTo>
                    <a:pt x="2638647" y="4421577"/>
                    <a:pt x="2649789" y="4419298"/>
                    <a:pt x="2652321" y="4411448"/>
                  </a:cubicBezTo>
                  <a:cubicBezTo>
                    <a:pt x="2653334" y="4408156"/>
                    <a:pt x="2652574" y="4402585"/>
                    <a:pt x="2645231" y="4401825"/>
                  </a:cubicBezTo>
                  <a:close/>
                  <a:moveTo>
                    <a:pt x="2605728" y="4400812"/>
                  </a:moveTo>
                  <a:cubicBezTo>
                    <a:pt x="2596865" y="4401066"/>
                    <a:pt x="2593320" y="4409169"/>
                    <a:pt x="2596105" y="4413980"/>
                  </a:cubicBezTo>
                  <a:cubicBezTo>
                    <a:pt x="2599650" y="4420564"/>
                    <a:pt x="2611045" y="4418285"/>
                    <a:pt x="2613324" y="4410435"/>
                  </a:cubicBezTo>
                  <a:cubicBezTo>
                    <a:pt x="2614084" y="4406890"/>
                    <a:pt x="2612565" y="4401319"/>
                    <a:pt x="2605728" y="4400812"/>
                  </a:cubicBezTo>
                  <a:close/>
                  <a:moveTo>
                    <a:pt x="2565718" y="4400053"/>
                  </a:moveTo>
                  <a:cubicBezTo>
                    <a:pt x="2556855" y="4400306"/>
                    <a:pt x="2553563" y="4408409"/>
                    <a:pt x="2556348" y="4413220"/>
                  </a:cubicBezTo>
                  <a:cubicBezTo>
                    <a:pt x="2560147" y="4420058"/>
                    <a:pt x="2571289" y="4417779"/>
                    <a:pt x="2573315" y="4409675"/>
                  </a:cubicBezTo>
                  <a:cubicBezTo>
                    <a:pt x="2574328" y="4406130"/>
                    <a:pt x="2573061" y="4400559"/>
                    <a:pt x="2565718" y="4400053"/>
                  </a:cubicBezTo>
                  <a:close/>
                  <a:moveTo>
                    <a:pt x="2525708" y="4399040"/>
                  </a:moveTo>
                  <a:cubicBezTo>
                    <a:pt x="2517605" y="4399293"/>
                    <a:pt x="2513553" y="4406890"/>
                    <a:pt x="2516845" y="4412208"/>
                  </a:cubicBezTo>
                  <a:cubicBezTo>
                    <a:pt x="2521150" y="4418791"/>
                    <a:pt x="2532292" y="4416512"/>
                    <a:pt x="2533811" y="4408663"/>
                  </a:cubicBezTo>
                  <a:cubicBezTo>
                    <a:pt x="2534571" y="4405117"/>
                    <a:pt x="2533052" y="4399546"/>
                    <a:pt x="2525708" y="4399040"/>
                  </a:cubicBezTo>
                  <a:close/>
                  <a:moveTo>
                    <a:pt x="2485445" y="4398027"/>
                  </a:moveTo>
                  <a:cubicBezTo>
                    <a:pt x="2476329" y="4398280"/>
                    <a:pt x="2473797" y="4406383"/>
                    <a:pt x="2476836" y="4411195"/>
                  </a:cubicBezTo>
                  <a:cubicBezTo>
                    <a:pt x="2481394" y="4418032"/>
                    <a:pt x="2492536" y="4415753"/>
                    <a:pt x="2493802" y="4407649"/>
                  </a:cubicBezTo>
                  <a:cubicBezTo>
                    <a:pt x="2494561" y="4404357"/>
                    <a:pt x="2492789" y="4398533"/>
                    <a:pt x="2485445" y="4398027"/>
                  </a:cubicBezTo>
                  <a:close/>
                  <a:moveTo>
                    <a:pt x="2444929" y="4397267"/>
                  </a:moveTo>
                  <a:cubicBezTo>
                    <a:pt x="2436066" y="4397521"/>
                    <a:pt x="2433534" y="4405624"/>
                    <a:pt x="2437079" y="4410435"/>
                  </a:cubicBezTo>
                  <a:cubicBezTo>
                    <a:pt x="2441637" y="4417019"/>
                    <a:pt x="2453032" y="4414740"/>
                    <a:pt x="2454045" y="4406890"/>
                  </a:cubicBezTo>
                  <a:cubicBezTo>
                    <a:pt x="2454552" y="4403345"/>
                    <a:pt x="2452020" y="4397774"/>
                    <a:pt x="2444929" y="4397267"/>
                  </a:cubicBezTo>
                  <a:close/>
                  <a:moveTo>
                    <a:pt x="1074217" y="4438290"/>
                  </a:moveTo>
                  <a:cubicBezTo>
                    <a:pt x="1075484" y="4438036"/>
                    <a:pt x="1072698" y="4434745"/>
                    <a:pt x="1067634" y="4430440"/>
                  </a:cubicBezTo>
                  <a:cubicBezTo>
                    <a:pt x="1063582" y="4426895"/>
                    <a:pt x="1055985" y="4421577"/>
                    <a:pt x="1053200" y="4421577"/>
                  </a:cubicBezTo>
                  <a:cubicBezTo>
                    <a:pt x="1053200" y="4421577"/>
                    <a:pt x="1052947" y="4421830"/>
                    <a:pt x="1052947" y="4421830"/>
                  </a:cubicBezTo>
                  <a:cubicBezTo>
                    <a:pt x="1052187" y="4424109"/>
                    <a:pt x="1070926" y="4438796"/>
                    <a:pt x="1074217" y="4438290"/>
                  </a:cubicBezTo>
                  <a:close/>
                  <a:moveTo>
                    <a:pt x="1055732" y="4431959"/>
                  </a:moveTo>
                  <a:cubicBezTo>
                    <a:pt x="1051427" y="4428414"/>
                    <a:pt x="1044084" y="4423096"/>
                    <a:pt x="1041551" y="4423096"/>
                  </a:cubicBezTo>
                  <a:cubicBezTo>
                    <a:pt x="1041551" y="4423096"/>
                    <a:pt x="1041298" y="4423096"/>
                    <a:pt x="1041298" y="4423096"/>
                  </a:cubicBezTo>
                  <a:cubicBezTo>
                    <a:pt x="1039272" y="4424869"/>
                    <a:pt x="1059277" y="4440316"/>
                    <a:pt x="1062569" y="4439809"/>
                  </a:cubicBezTo>
                  <a:cubicBezTo>
                    <a:pt x="1063835" y="4439809"/>
                    <a:pt x="1061050" y="4436517"/>
                    <a:pt x="1055732" y="4431959"/>
                  </a:cubicBezTo>
                  <a:close/>
                  <a:moveTo>
                    <a:pt x="1044843" y="4433732"/>
                  </a:moveTo>
                  <a:cubicBezTo>
                    <a:pt x="1040538" y="4430440"/>
                    <a:pt x="1032942" y="4424869"/>
                    <a:pt x="1030663" y="4424869"/>
                  </a:cubicBezTo>
                  <a:cubicBezTo>
                    <a:pt x="1030663" y="4424869"/>
                    <a:pt x="1030409" y="4424869"/>
                    <a:pt x="1030409" y="4424869"/>
                  </a:cubicBezTo>
                  <a:cubicBezTo>
                    <a:pt x="1028890" y="4426388"/>
                    <a:pt x="1049148" y="4442088"/>
                    <a:pt x="1051934" y="4441582"/>
                  </a:cubicBezTo>
                  <a:cubicBezTo>
                    <a:pt x="1053200" y="4441329"/>
                    <a:pt x="1050161" y="4438036"/>
                    <a:pt x="1044843" y="4433732"/>
                  </a:cubicBezTo>
                  <a:close/>
                  <a:moveTo>
                    <a:pt x="1034967" y="4435504"/>
                  </a:moveTo>
                  <a:cubicBezTo>
                    <a:pt x="1030409" y="4431959"/>
                    <a:pt x="1023066" y="4426641"/>
                    <a:pt x="1021040" y="4426641"/>
                  </a:cubicBezTo>
                  <a:cubicBezTo>
                    <a:pt x="1021040" y="4426641"/>
                    <a:pt x="1021040" y="4426641"/>
                    <a:pt x="1020787" y="4426641"/>
                  </a:cubicBezTo>
                  <a:cubicBezTo>
                    <a:pt x="1020280" y="4428920"/>
                    <a:pt x="1040538" y="4444367"/>
                    <a:pt x="1042564" y="4443101"/>
                  </a:cubicBezTo>
                  <a:cubicBezTo>
                    <a:pt x="1043071" y="4442088"/>
                    <a:pt x="1036487" y="4436517"/>
                    <a:pt x="1034967" y="4435504"/>
                  </a:cubicBezTo>
                  <a:close/>
                  <a:moveTo>
                    <a:pt x="1034208" y="4445127"/>
                  </a:moveTo>
                  <a:cubicBezTo>
                    <a:pt x="1034461" y="4443861"/>
                    <a:pt x="1027624" y="4438543"/>
                    <a:pt x="1026105" y="4437277"/>
                  </a:cubicBezTo>
                  <a:cubicBezTo>
                    <a:pt x="1021800" y="4433985"/>
                    <a:pt x="1014203" y="4428414"/>
                    <a:pt x="1012430" y="4428414"/>
                  </a:cubicBezTo>
                  <a:cubicBezTo>
                    <a:pt x="1012430" y="4428414"/>
                    <a:pt x="1012430" y="4428414"/>
                    <a:pt x="1012177" y="4428414"/>
                  </a:cubicBezTo>
                  <a:cubicBezTo>
                    <a:pt x="1011924" y="4430693"/>
                    <a:pt x="1032435" y="4446140"/>
                    <a:pt x="1034208" y="4445127"/>
                  </a:cubicBezTo>
                  <a:close/>
                  <a:moveTo>
                    <a:pt x="1018255" y="4439050"/>
                  </a:moveTo>
                  <a:cubicBezTo>
                    <a:pt x="1013950" y="4435758"/>
                    <a:pt x="1006353" y="4430187"/>
                    <a:pt x="1004580" y="4430187"/>
                  </a:cubicBezTo>
                  <a:cubicBezTo>
                    <a:pt x="1004580" y="4430187"/>
                    <a:pt x="1004580" y="4430187"/>
                    <a:pt x="1004580" y="4430187"/>
                  </a:cubicBezTo>
                  <a:cubicBezTo>
                    <a:pt x="1004580" y="4432465"/>
                    <a:pt x="1025092" y="4447659"/>
                    <a:pt x="1026611" y="4446646"/>
                  </a:cubicBezTo>
                  <a:cubicBezTo>
                    <a:pt x="1026611" y="4445633"/>
                    <a:pt x="1019774" y="4440062"/>
                    <a:pt x="1018255" y="4439050"/>
                  </a:cubicBezTo>
                  <a:close/>
                  <a:moveTo>
                    <a:pt x="1011671" y="4441075"/>
                  </a:moveTo>
                  <a:cubicBezTo>
                    <a:pt x="1007366" y="4437783"/>
                    <a:pt x="999769" y="4432212"/>
                    <a:pt x="998250" y="4432212"/>
                  </a:cubicBezTo>
                  <a:cubicBezTo>
                    <a:pt x="998250" y="4432212"/>
                    <a:pt x="998250" y="4432212"/>
                    <a:pt x="998250" y="4432212"/>
                  </a:cubicBezTo>
                  <a:cubicBezTo>
                    <a:pt x="998503" y="4434491"/>
                    <a:pt x="1017748" y="4448672"/>
                    <a:pt x="1020280" y="4448672"/>
                  </a:cubicBezTo>
                  <a:cubicBezTo>
                    <a:pt x="1020280" y="4448672"/>
                    <a:pt x="1020280" y="4448672"/>
                    <a:pt x="1020280" y="4448672"/>
                  </a:cubicBezTo>
                  <a:cubicBezTo>
                    <a:pt x="1019774" y="4447406"/>
                    <a:pt x="1012937" y="4442088"/>
                    <a:pt x="1011671" y="4441075"/>
                  </a:cubicBezTo>
                  <a:close/>
                  <a:moveTo>
                    <a:pt x="1005847" y="4442848"/>
                  </a:moveTo>
                  <a:cubicBezTo>
                    <a:pt x="1001542" y="4439556"/>
                    <a:pt x="993945" y="4433985"/>
                    <a:pt x="992679" y="4433985"/>
                  </a:cubicBezTo>
                  <a:cubicBezTo>
                    <a:pt x="992679" y="4433985"/>
                    <a:pt x="992679" y="4433985"/>
                    <a:pt x="992679" y="4433985"/>
                  </a:cubicBezTo>
                  <a:cubicBezTo>
                    <a:pt x="993185" y="4435504"/>
                    <a:pt x="1012684" y="4451204"/>
                    <a:pt x="1014709" y="4450445"/>
                  </a:cubicBezTo>
                  <a:cubicBezTo>
                    <a:pt x="1014203" y="4449432"/>
                    <a:pt x="1007366" y="4443861"/>
                    <a:pt x="1005847" y="4442848"/>
                  </a:cubicBezTo>
                  <a:close/>
                  <a:moveTo>
                    <a:pt x="1001288" y="4444874"/>
                  </a:moveTo>
                  <a:cubicBezTo>
                    <a:pt x="996730" y="4441582"/>
                    <a:pt x="989387" y="4436011"/>
                    <a:pt x="988374" y="4436264"/>
                  </a:cubicBezTo>
                  <a:cubicBezTo>
                    <a:pt x="988374" y="4436264"/>
                    <a:pt x="988374" y="4436264"/>
                    <a:pt x="988374" y="4436264"/>
                  </a:cubicBezTo>
                  <a:cubicBezTo>
                    <a:pt x="989134" y="4437783"/>
                    <a:pt x="1008885" y="4453483"/>
                    <a:pt x="1010405" y="4452724"/>
                  </a:cubicBezTo>
                  <a:cubicBezTo>
                    <a:pt x="1009645" y="4451204"/>
                    <a:pt x="1002555" y="4445887"/>
                    <a:pt x="1001288" y="4444874"/>
                  </a:cubicBezTo>
                  <a:close/>
                  <a:moveTo>
                    <a:pt x="997743" y="4446646"/>
                  </a:moveTo>
                  <a:cubicBezTo>
                    <a:pt x="993185" y="4443354"/>
                    <a:pt x="985842" y="4438036"/>
                    <a:pt x="985082" y="4438036"/>
                  </a:cubicBezTo>
                  <a:cubicBezTo>
                    <a:pt x="985082" y="4439303"/>
                    <a:pt x="1004074" y="4453483"/>
                    <a:pt x="1007113" y="4454496"/>
                  </a:cubicBezTo>
                  <a:cubicBezTo>
                    <a:pt x="1007113" y="4454496"/>
                    <a:pt x="1007113" y="4454496"/>
                    <a:pt x="1007113" y="4454496"/>
                  </a:cubicBezTo>
                  <a:cubicBezTo>
                    <a:pt x="1006100" y="4453230"/>
                    <a:pt x="999009" y="4447659"/>
                    <a:pt x="997743" y="4446646"/>
                  </a:cubicBezTo>
                  <a:close/>
                  <a:moveTo>
                    <a:pt x="982550" y="4440062"/>
                  </a:moveTo>
                  <a:cubicBezTo>
                    <a:pt x="982803" y="4441075"/>
                    <a:pt x="1001795" y="4455509"/>
                    <a:pt x="1004580" y="4456522"/>
                  </a:cubicBezTo>
                  <a:cubicBezTo>
                    <a:pt x="1004580" y="4456522"/>
                    <a:pt x="1004580" y="4456522"/>
                    <a:pt x="1004580" y="4456522"/>
                  </a:cubicBezTo>
                  <a:cubicBezTo>
                    <a:pt x="1003567" y="4455256"/>
                    <a:pt x="996477" y="4449938"/>
                    <a:pt x="994958" y="4448672"/>
                  </a:cubicBezTo>
                  <a:cubicBezTo>
                    <a:pt x="994198" y="4447912"/>
                    <a:pt x="984322" y="4440316"/>
                    <a:pt x="982550" y="4440062"/>
                  </a:cubicBezTo>
                  <a:close/>
                  <a:moveTo>
                    <a:pt x="981537" y="4442088"/>
                  </a:moveTo>
                  <a:cubicBezTo>
                    <a:pt x="981537" y="4442341"/>
                    <a:pt x="1002048" y="4458548"/>
                    <a:pt x="1003567" y="4458548"/>
                  </a:cubicBezTo>
                  <a:cubicBezTo>
                    <a:pt x="1002555" y="4457282"/>
                    <a:pt x="995717" y="4452217"/>
                    <a:pt x="993945" y="4450698"/>
                  </a:cubicBezTo>
                  <a:cubicBezTo>
                    <a:pt x="992679" y="4449938"/>
                    <a:pt x="982803" y="4442341"/>
                    <a:pt x="981537" y="4442088"/>
                  </a:cubicBezTo>
                  <a:close/>
                  <a:moveTo>
                    <a:pt x="2733860" y="4365867"/>
                  </a:moveTo>
                  <a:cubicBezTo>
                    <a:pt x="2725250" y="4366120"/>
                    <a:pt x="2720439" y="4374477"/>
                    <a:pt x="2722718" y="4379541"/>
                  </a:cubicBezTo>
                  <a:cubicBezTo>
                    <a:pt x="2725757" y="4386379"/>
                    <a:pt x="2737405" y="4384100"/>
                    <a:pt x="2740444" y="4375996"/>
                  </a:cubicBezTo>
                  <a:cubicBezTo>
                    <a:pt x="2741963" y="4371944"/>
                    <a:pt x="2740950" y="4366373"/>
                    <a:pt x="2733860" y="4365867"/>
                  </a:cubicBezTo>
                  <a:close/>
                  <a:moveTo>
                    <a:pt x="2693597" y="4364601"/>
                  </a:moveTo>
                  <a:cubicBezTo>
                    <a:pt x="2684734" y="4364854"/>
                    <a:pt x="2680429" y="4373211"/>
                    <a:pt x="2682708" y="4378275"/>
                  </a:cubicBezTo>
                  <a:cubicBezTo>
                    <a:pt x="2686000" y="4385365"/>
                    <a:pt x="2697649" y="4382833"/>
                    <a:pt x="2700434" y="4374730"/>
                  </a:cubicBezTo>
                  <a:cubicBezTo>
                    <a:pt x="2701700" y="4370932"/>
                    <a:pt x="2700434" y="4365108"/>
                    <a:pt x="2693597" y="4364601"/>
                  </a:cubicBezTo>
                  <a:close/>
                  <a:moveTo>
                    <a:pt x="2653081" y="4363588"/>
                  </a:moveTo>
                  <a:cubicBezTo>
                    <a:pt x="2644724" y="4363841"/>
                    <a:pt x="2639660" y="4371691"/>
                    <a:pt x="2642699" y="4377262"/>
                  </a:cubicBezTo>
                  <a:cubicBezTo>
                    <a:pt x="2646244" y="4384100"/>
                    <a:pt x="2657892" y="4381820"/>
                    <a:pt x="2660424" y="4373717"/>
                  </a:cubicBezTo>
                  <a:cubicBezTo>
                    <a:pt x="2661437" y="4369666"/>
                    <a:pt x="2659918" y="4364095"/>
                    <a:pt x="2653081" y="4363588"/>
                  </a:cubicBezTo>
                  <a:close/>
                  <a:moveTo>
                    <a:pt x="2612058" y="4362575"/>
                  </a:moveTo>
                  <a:cubicBezTo>
                    <a:pt x="2603195" y="4362828"/>
                    <a:pt x="2599397" y="4371185"/>
                    <a:pt x="2602182" y="4376250"/>
                  </a:cubicBezTo>
                  <a:cubicBezTo>
                    <a:pt x="2605981" y="4383086"/>
                    <a:pt x="2617629" y="4380554"/>
                    <a:pt x="2619908" y="4372704"/>
                  </a:cubicBezTo>
                  <a:cubicBezTo>
                    <a:pt x="2620921" y="4368653"/>
                    <a:pt x="2619149" y="4363082"/>
                    <a:pt x="2612058" y="4362575"/>
                  </a:cubicBezTo>
                  <a:close/>
                  <a:moveTo>
                    <a:pt x="2570782" y="4361563"/>
                  </a:moveTo>
                  <a:cubicBezTo>
                    <a:pt x="2561919" y="4361816"/>
                    <a:pt x="2558374" y="4370172"/>
                    <a:pt x="2561160" y="4375237"/>
                  </a:cubicBezTo>
                  <a:cubicBezTo>
                    <a:pt x="2565212" y="4382327"/>
                    <a:pt x="2576607" y="4379795"/>
                    <a:pt x="2578632" y="4371691"/>
                  </a:cubicBezTo>
                  <a:cubicBezTo>
                    <a:pt x="2579898" y="4367640"/>
                    <a:pt x="2577873" y="4362069"/>
                    <a:pt x="2570782" y="4361563"/>
                  </a:cubicBezTo>
                  <a:close/>
                  <a:moveTo>
                    <a:pt x="2529507" y="4360549"/>
                  </a:moveTo>
                  <a:cubicBezTo>
                    <a:pt x="2520897" y="4360803"/>
                    <a:pt x="2516845" y="4368906"/>
                    <a:pt x="2520390" y="4374224"/>
                  </a:cubicBezTo>
                  <a:cubicBezTo>
                    <a:pt x="2524695" y="4381061"/>
                    <a:pt x="2536344" y="4378782"/>
                    <a:pt x="2538116" y="4370679"/>
                  </a:cubicBezTo>
                  <a:cubicBezTo>
                    <a:pt x="2538623" y="4366627"/>
                    <a:pt x="2536597" y="4361056"/>
                    <a:pt x="2529507" y="4360549"/>
                  </a:cubicBezTo>
                  <a:close/>
                  <a:moveTo>
                    <a:pt x="2487724" y="4359537"/>
                  </a:moveTo>
                  <a:cubicBezTo>
                    <a:pt x="2478608" y="4359790"/>
                    <a:pt x="2475570" y="4368399"/>
                    <a:pt x="2478861" y="4373211"/>
                  </a:cubicBezTo>
                  <a:cubicBezTo>
                    <a:pt x="2483419" y="4380301"/>
                    <a:pt x="2495068" y="4377769"/>
                    <a:pt x="2496334" y="4369666"/>
                  </a:cubicBezTo>
                  <a:cubicBezTo>
                    <a:pt x="2497347" y="4365867"/>
                    <a:pt x="2495068" y="4360043"/>
                    <a:pt x="2487724" y="4359537"/>
                  </a:cubicBezTo>
                  <a:close/>
                  <a:moveTo>
                    <a:pt x="2445942" y="4358777"/>
                  </a:moveTo>
                  <a:cubicBezTo>
                    <a:pt x="2437586" y="4359030"/>
                    <a:pt x="2433787" y="4367134"/>
                    <a:pt x="2437839" y="4372451"/>
                  </a:cubicBezTo>
                  <a:cubicBezTo>
                    <a:pt x="2442650" y="4379288"/>
                    <a:pt x="2454298" y="4376756"/>
                    <a:pt x="2455311" y="4368653"/>
                  </a:cubicBezTo>
                  <a:cubicBezTo>
                    <a:pt x="2455818" y="4364854"/>
                    <a:pt x="2453286" y="4359283"/>
                    <a:pt x="2445942" y="4358777"/>
                  </a:cubicBezTo>
                  <a:close/>
                  <a:moveTo>
                    <a:pt x="1028384" y="4401066"/>
                  </a:moveTo>
                  <a:cubicBezTo>
                    <a:pt x="1029903" y="4400812"/>
                    <a:pt x="1027117" y="4397267"/>
                    <a:pt x="1022053" y="4392962"/>
                  </a:cubicBezTo>
                  <a:cubicBezTo>
                    <a:pt x="1017748" y="4389164"/>
                    <a:pt x="1010405" y="4383593"/>
                    <a:pt x="1007619" y="4383593"/>
                  </a:cubicBezTo>
                  <a:cubicBezTo>
                    <a:pt x="1007366" y="4383593"/>
                    <a:pt x="1007366" y="4383846"/>
                    <a:pt x="1007366" y="4383846"/>
                  </a:cubicBezTo>
                  <a:cubicBezTo>
                    <a:pt x="1006353" y="4386379"/>
                    <a:pt x="1025092" y="4401572"/>
                    <a:pt x="1028384" y="4401066"/>
                  </a:cubicBezTo>
                  <a:close/>
                  <a:moveTo>
                    <a:pt x="1009898" y="4394735"/>
                  </a:moveTo>
                  <a:cubicBezTo>
                    <a:pt x="1005340" y="4390936"/>
                    <a:pt x="997996" y="4385619"/>
                    <a:pt x="995717" y="4385365"/>
                  </a:cubicBezTo>
                  <a:cubicBezTo>
                    <a:pt x="995717" y="4385365"/>
                    <a:pt x="995464" y="4385365"/>
                    <a:pt x="995464" y="4385365"/>
                  </a:cubicBezTo>
                  <a:cubicBezTo>
                    <a:pt x="993438" y="4387138"/>
                    <a:pt x="1013190" y="4403345"/>
                    <a:pt x="1016482" y="4402585"/>
                  </a:cubicBezTo>
                  <a:cubicBezTo>
                    <a:pt x="1017748" y="4402585"/>
                    <a:pt x="1014963" y="4399293"/>
                    <a:pt x="1009898" y="4394735"/>
                  </a:cubicBezTo>
                  <a:close/>
                  <a:moveTo>
                    <a:pt x="998503" y="4396507"/>
                  </a:moveTo>
                  <a:cubicBezTo>
                    <a:pt x="993945" y="4392709"/>
                    <a:pt x="986601" y="4387391"/>
                    <a:pt x="984576" y="4387138"/>
                  </a:cubicBezTo>
                  <a:cubicBezTo>
                    <a:pt x="984576" y="4387138"/>
                    <a:pt x="984322" y="4387138"/>
                    <a:pt x="984322" y="4387138"/>
                  </a:cubicBezTo>
                  <a:cubicBezTo>
                    <a:pt x="982550" y="4388911"/>
                    <a:pt x="1002301" y="4405117"/>
                    <a:pt x="1005593" y="4404357"/>
                  </a:cubicBezTo>
                  <a:cubicBezTo>
                    <a:pt x="1006859" y="4404357"/>
                    <a:pt x="1003821" y="4401066"/>
                    <a:pt x="998503" y="4396507"/>
                  </a:cubicBezTo>
                  <a:close/>
                  <a:moveTo>
                    <a:pt x="988374" y="4398280"/>
                  </a:moveTo>
                  <a:cubicBezTo>
                    <a:pt x="983816" y="4394482"/>
                    <a:pt x="976472" y="4389164"/>
                    <a:pt x="974446" y="4389164"/>
                  </a:cubicBezTo>
                  <a:cubicBezTo>
                    <a:pt x="974446" y="4389164"/>
                    <a:pt x="974446" y="4389164"/>
                    <a:pt x="974193" y="4389164"/>
                  </a:cubicBezTo>
                  <a:cubicBezTo>
                    <a:pt x="973434" y="4392203"/>
                    <a:pt x="993945" y="4406890"/>
                    <a:pt x="995464" y="4406383"/>
                  </a:cubicBezTo>
                  <a:cubicBezTo>
                    <a:pt x="996730" y="4406130"/>
                    <a:pt x="993692" y="4402585"/>
                    <a:pt x="988374" y="4398280"/>
                  </a:cubicBezTo>
                  <a:close/>
                  <a:moveTo>
                    <a:pt x="987108" y="4408156"/>
                  </a:moveTo>
                  <a:cubicBezTo>
                    <a:pt x="987361" y="4406890"/>
                    <a:pt x="980777" y="4401319"/>
                    <a:pt x="979258" y="4400053"/>
                  </a:cubicBezTo>
                  <a:cubicBezTo>
                    <a:pt x="974700" y="4396254"/>
                    <a:pt x="967356" y="4390936"/>
                    <a:pt x="965584" y="4390936"/>
                  </a:cubicBezTo>
                  <a:cubicBezTo>
                    <a:pt x="965584" y="4390936"/>
                    <a:pt x="965584" y="4390936"/>
                    <a:pt x="965330" y="4390936"/>
                  </a:cubicBezTo>
                  <a:cubicBezTo>
                    <a:pt x="965077" y="4393216"/>
                    <a:pt x="985335" y="4409169"/>
                    <a:pt x="987108" y="4408156"/>
                  </a:cubicBezTo>
                  <a:close/>
                  <a:moveTo>
                    <a:pt x="971154" y="4402078"/>
                  </a:moveTo>
                  <a:cubicBezTo>
                    <a:pt x="966596" y="4398280"/>
                    <a:pt x="959253" y="4392962"/>
                    <a:pt x="957480" y="4392962"/>
                  </a:cubicBezTo>
                  <a:cubicBezTo>
                    <a:pt x="957480" y="4392962"/>
                    <a:pt x="957480" y="4392962"/>
                    <a:pt x="957480" y="4392962"/>
                  </a:cubicBezTo>
                  <a:cubicBezTo>
                    <a:pt x="957480" y="4395242"/>
                    <a:pt x="977738" y="4411195"/>
                    <a:pt x="979258" y="4410182"/>
                  </a:cubicBezTo>
                  <a:cubicBezTo>
                    <a:pt x="979258" y="4408663"/>
                    <a:pt x="972421" y="4403092"/>
                    <a:pt x="971154" y="4402078"/>
                  </a:cubicBezTo>
                  <a:close/>
                  <a:moveTo>
                    <a:pt x="964064" y="4403851"/>
                  </a:moveTo>
                  <a:cubicBezTo>
                    <a:pt x="959506" y="4400053"/>
                    <a:pt x="952163" y="4394735"/>
                    <a:pt x="950643" y="4394735"/>
                  </a:cubicBezTo>
                  <a:cubicBezTo>
                    <a:pt x="950643" y="4394735"/>
                    <a:pt x="950643" y="4394735"/>
                    <a:pt x="950643" y="4394735"/>
                  </a:cubicBezTo>
                  <a:cubicBezTo>
                    <a:pt x="950896" y="4397014"/>
                    <a:pt x="971154" y="4412967"/>
                    <a:pt x="972421" y="4411701"/>
                  </a:cubicBezTo>
                  <a:cubicBezTo>
                    <a:pt x="972167" y="4410688"/>
                    <a:pt x="965584" y="4405117"/>
                    <a:pt x="964064" y="4403851"/>
                  </a:cubicBezTo>
                  <a:close/>
                  <a:moveTo>
                    <a:pt x="958240" y="4405877"/>
                  </a:moveTo>
                  <a:lnTo>
                    <a:pt x="958240" y="4405877"/>
                  </a:lnTo>
                  <a:cubicBezTo>
                    <a:pt x="953935" y="4402332"/>
                    <a:pt x="946338" y="4396761"/>
                    <a:pt x="945072" y="4396761"/>
                  </a:cubicBezTo>
                  <a:cubicBezTo>
                    <a:pt x="945072" y="4396761"/>
                    <a:pt x="945072" y="4396761"/>
                    <a:pt x="945072" y="4396761"/>
                  </a:cubicBezTo>
                  <a:cubicBezTo>
                    <a:pt x="945832" y="4399040"/>
                    <a:pt x="964571" y="4413980"/>
                    <a:pt x="966850" y="4413980"/>
                  </a:cubicBezTo>
                  <a:cubicBezTo>
                    <a:pt x="966850" y="4413980"/>
                    <a:pt x="966850" y="4413980"/>
                    <a:pt x="966850" y="4413980"/>
                  </a:cubicBezTo>
                  <a:cubicBezTo>
                    <a:pt x="966343" y="4412461"/>
                    <a:pt x="959506" y="4406890"/>
                    <a:pt x="958240" y="4405877"/>
                  </a:cubicBezTo>
                  <a:close/>
                  <a:moveTo>
                    <a:pt x="953429" y="4407903"/>
                  </a:moveTo>
                  <a:cubicBezTo>
                    <a:pt x="949124" y="4404357"/>
                    <a:pt x="941780" y="4398787"/>
                    <a:pt x="940514" y="4398787"/>
                  </a:cubicBezTo>
                  <a:cubicBezTo>
                    <a:pt x="940514" y="4398787"/>
                    <a:pt x="940514" y="4398787"/>
                    <a:pt x="940514" y="4398787"/>
                  </a:cubicBezTo>
                  <a:cubicBezTo>
                    <a:pt x="940514" y="4399293"/>
                    <a:pt x="945072" y="4403598"/>
                    <a:pt x="951656" y="4408663"/>
                  </a:cubicBezTo>
                  <a:cubicBezTo>
                    <a:pt x="952669" y="4409422"/>
                    <a:pt x="961279" y="4416259"/>
                    <a:pt x="962292" y="4415753"/>
                  </a:cubicBezTo>
                  <a:cubicBezTo>
                    <a:pt x="961785" y="4414487"/>
                    <a:pt x="954948" y="4408916"/>
                    <a:pt x="953429" y="4407903"/>
                  </a:cubicBezTo>
                  <a:close/>
                  <a:moveTo>
                    <a:pt x="949884" y="4409928"/>
                  </a:moveTo>
                  <a:cubicBezTo>
                    <a:pt x="945579" y="4406383"/>
                    <a:pt x="938235" y="4400812"/>
                    <a:pt x="937222" y="4400812"/>
                  </a:cubicBezTo>
                  <a:cubicBezTo>
                    <a:pt x="936969" y="4402078"/>
                    <a:pt x="955961" y="4417019"/>
                    <a:pt x="958746" y="4418032"/>
                  </a:cubicBezTo>
                  <a:cubicBezTo>
                    <a:pt x="958746" y="4418032"/>
                    <a:pt x="958746" y="4418032"/>
                    <a:pt x="959000" y="4418032"/>
                  </a:cubicBezTo>
                  <a:cubicBezTo>
                    <a:pt x="957987" y="4416512"/>
                    <a:pt x="951150" y="4410941"/>
                    <a:pt x="949884" y="4409928"/>
                  </a:cubicBezTo>
                  <a:close/>
                  <a:moveTo>
                    <a:pt x="934690" y="4402838"/>
                  </a:moveTo>
                  <a:cubicBezTo>
                    <a:pt x="934943" y="4404104"/>
                    <a:pt x="953682" y="4419045"/>
                    <a:pt x="956467" y="4420058"/>
                  </a:cubicBezTo>
                  <a:cubicBezTo>
                    <a:pt x="956467" y="4420058"/>
                    <a:pt x="956467" y="4420058"/>
                    <a:pt x="956467" y="4420058"/>
                  </a:cubicBezTo>
                  <a:cubicBezTo>
                    <a:pt x="955455" y="4418791"/>
                    <a:pt x="948617" y="4413220"/>
                    <a:pt x="947098" y="4411954"/>
                  </a:cubicBezTo>
                  <a:cubicBezTo>
                    <a:pt x="946845" y="4411448"/>
                    <a:pt x="936463" y="4403345"/>
                    <a:pt x="934690" y="4402838"/>
                  </a:cubicBezTo>
                  <a:close/>
                  <a:moveTo>
                    <a:pt x="933677" y="4404864"/>
                  </a:moveTo>
                  <a:cubicBezTo>
                    <a:pt x="933677" y="4405117"/>
                    <a:pt x="953935" y="4422083"/>
                    <a:pt x="955455" y="4421830"/>
                  </a:cubicBezTo>
                  <a:cubicBezTo>
                    <a:pt x="954442" y="4420564"/>
                    <a:pt x="947351" y="4414993"/>
                    <a:pt x="945832" y="4413727"/>
                  </a:cubicBezTo>
                  <a:cubicBezTo>
                    <a:pt x="944819" y="4413220"/>
                    <a:pt x="934943" y="4405370"/>
                    <a:pt x="933677" y="4404864"/>
                  </a:cubicBezTo>
                  <a:close/>
                  <a:moveTo>
                    <a:pt x="2785265" y="4327630"/>
                  </a:moveTo>
                  <a:cubicBezTo>
                    <a:pt x="2776402" y="4327883"/>
                    <a:pt x="2771337" y="4336493"/>
                    <a:pt x="2773616" y="4341557"/>
                  </a:cubicBezTo>
                  <a:cubicBezTo>
                    <a:pt x="2776402" y="4348648"/>
                    <a:pt x="2788557" y="4346116"/>
                    <a:pt x="2791849" y="4338012"/>
                  </a:cubicBezTo>
                  <a:cubicBezTo>
                    <a:pt x="2793115" y="4334467"/>
                    <a:pt x="2792608" y="4328390"/>
                    <a:pt x="2785265" y="4327630"/>
                  </a:cubicBezTo>
                  <a:close/>
                  <a:moveTo>
                    <a:pt x="2743989" y="4326364"/>
                  </a:moveTo>
                  <a:cubicBezTo>
                    <a:pt x="2734873" y="4326617"/>
                    <a:pt x="2730315" y="4335227"/>
                    <a:pt x="2732594" y="4340291"/>
                  </a:cubicBezTo>
                  <a:cubicBezTo>
                    <a:pt x="2735632" y="4347382"/>
                    <a:pt x="2747787" y="4344850"/>
                    <a:pt x="2750826" y="4336746"/>
                  </a:cubicBezTo>
                  <a:cubicBezTo>
                    <a:pt x="2752345" y="4332948"/>
                    <a:pt x="2751079" y="4327124"/>
                    <a:pt x="2743989" y="4326364"/>
                  </a:cubicBezTo>
                  <a:close/>
                  <a:moveTo>
                    <a:pt x="2702460" y="4325351"/>
                  </a:moveTo>
                  <a:cubicBezTo>
                    <a:pt x="2693344" y="4325604"/>
                    <a:pt x="2689039" y="4334214"/>
                    <a:pt x="2691571" y="4339279"/>
                  </a:cubicBezTo>
                  <a:cubicBezTo>
                    <a:pt x="2695116" y="4346369"/>
                    <a:pt x="2707018" y="4344090"/>
                    <a:pt x="2709803" y="4335733"/>
                  </a:cubicBezTo>
                  <a:cubicBezTo>
                    <a:pt x="2710816" y="4331682"/>
                    <a:pt x="2709550" y="4325858"/>
                    <a:pt x="2702460" y="4325351"/>
                  </a:cubicBezTo>
                  <a:close/>
                  <a:moveTo>
                    <a:pt x="2660424" y="4324085"/>
                  </a:moveTo>
                  <a:cubicBezTo>
                    <a:pt x="2651815" y="4324338"/>
                    <a:pt x="2646750" y="4332441"/>
                    <a:pt x="2649789" y="4338012"/>
                  </a:cubicBezTo>
                  <a:cubicBezTo>
                    <a:pt x="2653587" y="4345103"/>
                    <a:pt x="2665489" y="4342824"/>
                    <a:pt x="2668021" y="4334467"/>
                  </a:cubicBezTo>
                  <a:cubicBezTo>
                    <a:pt x="2669287" y="4330415"/>
                    <a:pt x="2667768" y="4324591"/>
                    <a:pt x="2660424" y="4324085"/>
                  </a:cubicBezTo>
                  <a:close/>
                  <a:moveTo>
                    <a:pt x="2618136" y="4323072"/>
                  </a:moveTo>
                  <a:cubicBezTo>
                    <a:pt x="2609020" y="4323325"/>
                    <a:pt x="2605221" y="4331935"/>
                    <a:pt x="2608007" y="4337253"/>
                  </a:cubicBezTo>
                  <a:cubicBezTo>
                    <a:pt x="2611805" y="4344343"/>
                    <a:pt x="2623960" y="4341811"/>
                    <a:pt x="2626239" y="4333454"/>
                  </a:cubicBezTo>
                  <a:cubicBezTo>
                    <a:pt x="2627252" y="4329403"/>
                    <a:pt x="2625479" y="4323579"/>
                    <a:pt x="2618136" y="4323072"/>
                  </a:cubicBezTo>
                  <a:close/>
                  <a:moveTo>
                    <a:pt x="2575594" y="4322059"/>
                  </a:moveTo>
                  <a:cubicBezTo>
                    <a:pt x="2566478" y="4322312"/>
                    <a:pt x="2562932" y="4330922"/>
                    <a:pt x="2565718" y="4336240"/>
                  </a:cubicBezTo>
                  <a:cubicBezTo>
                    <a:pt x="2570023" y="4343330"/>
                    <a:pt x="2581924" y="4341051"/>
                    <a:pt x="2583950" y="4332441"/>
                  </a:cubicBezTo>
                  <a:cubicBezTo>
                    <a:pt x="2584963" y="4328390"/>
                    <a:pt x="2582937" y="4322566"/>
                    <a:pt x="2575594" y="4322059"/>
                  </a:cubicBezTo>
                  <a:close/>
                  <a:moveTo>
                    <a:pt x="2533052" y="4321046"/>
                  </a:moveTo>
                  <a:cubicBezTo>
                    <a:pt x="2524189" y="4321299"/>
                    <a:pt x="2520137" y="4329403"/>
                    <a:pt x="2523683" y="4335227"/>
                  </a:cubicBezTo>
                  <a:cubicBezTo>
                    <a:pt x="2528240" y="4342317"/>
                    <a:pt x="2540142" y="4339785"/>
                    <a:pt x="2541915" y="4331429"/>
                  </a:cubicBezTo>
                  <a:cubicBezTo>
                    <a:pt x="2542674" y="4327377"/>
                    <a:pt x="2540395" y="4321553"/>
                    <a:pt x="2533052" y="4321046"/>
                  </a:cubicBezTo>
                  <a:close/>
                  <a:moveTo>
                    <a:pt x="2490003" y="4320033"/>
                  </a:moveTo>
                  <a:cubicBezTo>
                    <a:pt x="2480634" y="4320287"/>
                    <a:pt x="2477595" y="4329150"/>
                    <a:pt x="2480887" y="4334214"/>
                  </a:cubicBezTo>
                  <a:cubicBezTo>
                    <a:pt x="2485699" y="4341304"/>
                    <a:pt x="2497600" y="4339025"/>
                    <a:pt x="2499120" y="4330415"/>
                  </a:cubicBezTo>
                  <a:cubicBezTo>
                    <a:pt x="2499879" y="4326364"/>
                    <a:pt x="2497600" y="4320540"/>
                    <a:pt x="2490003" y="4320033"/>
                  </a:cubicBezTo>
                  <a:close/>
                  <a:moveTo>
                    <a:pt x="2446702" y="4319274"/>
                  </a:moveTo>
                  <a:cubicBezTo>
                    <a:pt x="2438092" y="4319527"/>
                    <a:pt x="2434294" y="4327883"/>
                    <a:pt x="2438345" y="4333454"/>
                  </a:cubicBezTo>
                  <a:cubicBezTo>
                    <a:pt x="2443157" y="4340545"/>
                    <a:pt x="2455311" y="4338012"/>
                    <a:pt x="2456324" y="4329656"/>
                  </a:cubicBezTo>
                  <a:cubicBezTo>
                    <a:pt x="2457084" y="4325604"/>
                    <a:pt x="2454298" y="4319780"/>
                    <a:pt x="2446702" y="4319274"/>
                  </a:cubicBezTo>
                  <a:close/>
                  <a:moveTo>
                    <a:pt x="2413276" y="4328643"/>
                  </a:moveTo>
                  <a:cubicBezTo>
                    <a:pt x="2413782" y="4324591"/>
                    <a:pt x="2410997" y="4318767"/>
                    <a:pt x="2403400" y="4318261"/>
                  </a:cubicBezTo>
                  <a:cubicBezTo>
                    <a:pt x="2394790" y="4318514"/>
                    <a:pt x="2391245" y="4326870"/>
                    <a:pt x="2395297" y="4332441"/>
                  </a:cubicBezTo>
                  <a:cubicBezTo>
                    <a:pt x="2400615" y="4339785"/>
                    <a:pt x="2412516" y="4337253"/>
                    <a:pt x="2413276" y="4328643"/>
                  </a:cubicBezTo>
                  <a:close/>
                  <a:moveTo>
                    <a:pt x="2359845" y="4317501"/>
                  </a:moveTo>
                  <a:cubicBezTo>
                    <a:pt x="2350982" y="4317754"/>
                    <a:pt x="2347690" y="4326111"/>
                    <a:pt x="2352248" y="4331682"/>
                  </a:cubicBezTo>
                  <a:cubicBezTo>
                    <a:pt x="2357819" y="4338772"/>
                    <a:pt x="2369468" y="4336240"/>
                    <a:pt x="2370228" y="4327883"/>
                  </a:cubicBezTo>
                  <a:lnTo>
                    <a:pt x="2370228" y="4327883"/>
                  </a:lnTo>
                  <a:cubicBezTo>
                    <a:pt x="2370481" y="4323832"/>
                    <a:pt x="2367442" y="4318008"/>
                    <a:pt x="2359845" y="4317501"/>
                  </a:cubicBezTo>
                  <a:close/>
                  <a:moveTo>
                    <a:pt x="1005847" y="4351180"/>
                  </a:moveTo>
                  <a:cubicBezTo>
                    <a:pt x="1001542" y="4347128"/>
                    <a:pt x="994451" y="4341557"/>
                    <a:pt x="991413" y="4341557"/>
                  </a:cubicBezTo>
                  <a:cubicBezTo>
                    <a:pt x="991159" y="4341557"/>
                    <a:pt x="990906" y="4341811"/>
                    <a:pt x="990906" y="4341811"/>
                  </a:cubicBezTo>
                  <a:cubicBezTo>
                    <a:pt x="989134" y="4344596"/>
                    <a:pt x="1007113" y="4360043"/>
                    <a:pt x="1011417" y="4359537"/>
                  </a:cubicBezTo>
                  <a:cubicBezTo>
                    <a:pt x="1012937" y="4359283"/>
                    <a:pt x="1010658" y="4355738"/>
                    <a:pt x="1005847" y="4351180"/>
                  </a:cubicBezTo>
                  <a:close/>
                  <a:moveTo>
                    <a:pt x="991159" y="4352699"/>
                  </a:moveTo>
                  <a:cubicBezTo>
                    <a:pt x="986855" y="4348648"/>
                    <a:pt x="979764" y="4343077"/>
                    <a:pt x="976725" y="4343077"/>
                  </a:cubicBezTo>
                  <a:cubicBezTo>
                    <a:pt x="976472" y="4343077"/>
                    <a:pt x="976472" y="4343330"/>
                    <a:pt x="976219" y="4343330"/>
                  </a:cubicBezTo>
                  <a:cubicBezTo>
                    <a:pt x="974700" y="4346116"/>
                    <a:pt x="992932" y="4361563"/>
                    <a:pt x="996730" y="4361056"/>
                  </a:cubicBezTo>
                  <a:cubicBezTo>
                    <a:pt x="998503" y="4360803"/>
                    <a:pt x="995971" y="4357258"/>
                    <a:pt x="991159" y="4352699"/>
                  </a:cubicBezTo>
                  <a:close/>
                  <a:moveTo>
                    <a:pt x="983563" y="4362828"/>
                  </a:moveTo>
                  <a:cubicBezTo>
                    <a:pt x="985082" y="4362575"/>
                    <a:pt x="982296" y="4359030"/>
                    <a:pt x="977485" y="4354472"/>
                  </a:cubicBezTo>
                  <a:cubicBezTo>
                    <a:pt x="973180" y="4350421"/>
                    <a:pt x="965837" y="4344850"/>
                    <a:pt x="963305" y="4344850"/>
                  </a:cubicBezTo>
                  <a:cubicBezTo>
                    <a:pt x="963051" y="4344850"/>
                    <a:pt x="963051" y="4345103"/>
                    <a:pt x="962798" y="4345103"/>
                  </a:cubicBezTo>
                  <a:cubicBezTo>
                    <a:pt x="961785" y="4347635"/>
                    <a:pt x="980271" y="4363335"/>
                    <a:pt x="983563" y="4362828"/>
                  </a:cubicBezTo>
                  <a:close/>
                  <a:moveTo>
                    <a:pt x="964824" y="4356245"/>
                  </a:moveTo>
                  <a:cubicBezTo>
                    <a:pt x="960519" y="4352193"/>
                    <a:pt x="953175" y="4346622"/>
                    <a:pt x="950896" y="4346622"/>
                  </a:cubicBezTo>
                  <a:cubicBezTo>
                    <a:pt x="950896" y="4346622"/>
                    <a:pt x="950643" y="4346622"/>
                    <a:pt x="950643" y="4346622"/>
                  </a:cubicBezTo>
                  <a:cubicBezTo>
                    <a:pt x="948364" y="4348395"/>
                    <a:pt x="967863" y="4365108"/>
                    <a:pt x="971408" y="4364348"/>
                  </a:cubicBezTo>
                  <a:cubicBezTo>
                    <a:pt x="972674" y="4364348"/>
                    <a:pt x="969888" y="4360803"/>
                    <a:pt x="964824" y="4356245"/>
                  </a:cubicBezTo>
                  <a:close/>
                  <a:moveTo>
                    <a:pt x="953175" y="4358017"/>
                  </a:moveTo>
                  <a:cubicBezTo>
                    <a:pt x="948871" y="4353966"/>
                    <a:pt x="941527" y="4348648"/>
                    <a:pt x="939248" y="4348395"/>
                  </a:cubicBezTo>
                  <a:cubicBezTo>
                    <a:pt x="939248" y="4348395"/>
                    <a:pt x="938995" y="4348395"/>
                    <a:pt x="938995" y="4348395"/>
                  </a:cubicBezTo>
                  <a:cubicBezTo>
                    <a:pt x="936969" y="4350167"/>
                    <a:pt x="956467" y="4366880"/>
                    <a:pt x="959759" y="4366120"/>
                  </a:cubicBezTo>
                  <a:cubicBezTo>
                    <a:pt x="961279" y="4366120"/>
                    <a:pt x="958240" y="4362575"/>
                    <a:pt x="953175" y="4358017"/>
                  </a:cubicBezTo>
                  <a:close/>
                  <a:moveTo>
                    <a:pt x="942793" y="4360043"/>
                  </a:moveTo>
                  <a:lnTo>
                    <a:pt x="942793" y="4360043"/>
                  </a:lnTo>
                  <a:cubicBezTo>
                    <a:pt x="938235" y="4356245"/>
                    <a:pt x="931145" y="4350674"/>
                    <a:pt x="929119" y="4350674"/>
                  </a:cubicBezTo>
                  <a:cubicBezTo>
                    <a:pt x="929119" y="4350674"/>
                    <a:pt x="928866" y="4350674"/>
                    <a:pt x="928866" y="4350674"/>
                  </a:cubicBezTo>
                  <a:cubicBezTo>
                    <a:pt x="927600" y="4352193"/>
                    <a:pt x="947351" y="4369159"/>
                    <a:pt x="949884" y="4368399"/>
                  </a:cubicBezTo>
                  <a:cubicBezTo>
                    <a:pt x="950896" y="4368146"/>
                    <a:pt x="947858" y="4364348"/>
                    <a:pt x="942793" y="4360043"/>
                  </a:cubicBezTo>
                  <a:close/>
                  <a:moveTo>
                    <a:pt x="940767" y="4370172"/>
                  </a:moveTo>
                  <a:cubicBezTo>
                    <a:pt x="941021" y="4368906"/>
                    <a:pt x="934437" y="4363082"/>
                    <a:pt x="933171" y="4361816"/>
                  </a:cubicBezTo>
                  <a:cubicBezTo>
                    <a:pt x="928613" y="4358017"/>
                    <a:pt x="921522" y="4352446"/>
                    <a:pt x="919496" y="4352446"/>
                  </a:cubicBezTo>
                  <a:cubicBezTo>
                    <a:pt x="919496" y="4352446"/>
                    <a:pt x="919496" y="4352446"/>
                    <a:pt x="919243" y="4352446"/>
                  </a:cubicBezTo>
                  <a:cubicBezTo>
                    <a:pt x="918990" y="4354725"/>
                    <a:pt x="938995" y="4371185"/>
                    <a:pt x="940767" y="4370172"/>
                  </a:cubicBezTo>
                  <a:close/>
                  <a:moveTo>
                    <a:pt x="924814" y="4363841"/>
                  </a:moveTo>
                  <a:cubicBezTo>
                    <a:pt x="920256" y="4360043"/>
                    <a:pt x="913166" y="4354472"/>
                    <a:pt x="911393" y="4354472"/>
                  </a:cubicBezTo>
                  <a:cubicBezTo>
                    <a:pt x="911393" y="4354472"/>
                    <a:pt x="911393" y="4354472"/>
                    <a:pt x="911393" y="4354472"/>
                  </a:cubicBezTo>
                  <a:cubicBezTo>
                    <a:pt x="911140" y="4356751"/>
                    <a:pt x="931145" y="4373211"/>
                    <a:pt x="932664" y="4372198"/>
                  </a:cubicBezTo>
                  <a:cubicBezTo>
                    <a:pt x="932917" y="4370679"/>
                    <a:pt x="926334" y="4364854"/>
                    <a:pt x="924814" y="4363841"/>
                  </a:cubicBezTo>
                  <a:close/>
                  <a:moveTo>
                    <a:pt x="917724" y="4365867"/>
                  </a:moveTo>
                  <a:cubicBezTo>
                    <a:pt x="913166" y="4362069"/>
                    <a:pt x="906075" y="4356498"/>
                    <a:pt x="904556" y="4356498"/>
                  </a:cubicBezTo>
                  <a:cubicBezTo>
                    <a:pt x="904556" y="4356498"/>
                    <a:pt x="904556" y="4356498"/>
                    <a:pt x="904556" y="4356498"/>
                  </a:cubicBezTo>
                  <a:cubicBezTo>
                    <a:pt x="904809" y="4358777"/>
                    <a:pt x="924561" y="4375237"/>
                    <a:pt x="925827" y="4373970"/>
                  </a:cubicBezTo>
                  <a:cubicBezTo>
                    <a:pt x="925574" y="4372704"/>
                    <a:pt x="918990" y="4366880"/>
                    <a:pt x="917724" y="4365867"/>
                  </a:cubicBezTo>
                  <a:close/>
                  <a:moveTo>
                    <a:pt x="911646" y="4367893"/>
                  </a:moveTo>
                  <a:cubicBezTo>
                    <a:pt x="907342" y="4364348"/>
                    <a:pt x="899998" y="4358524"/>
                    <a:pt x="898732" y="4358524"/>
                  </a:cubicBezTo>
                  <a:cubicBezTo>
                    <a:pt x="898732" y="4358524"/>
                    <a:pt x="898732" y="4358524"/>
                    <a:pt x="898732" y="4358524"/>
                  </a:cubicBezTo>
                  <a:cubicBezTo>
                    <a:pt x="899238" y="4360803"/>
                    <a:pt x="917724" y="4376250"/>
                    <a:pt x="920003" y="4376250"/>
                  </a:cubicBezTo>
                  <a:cubicBezTo>
                    <a:pt x="920003" y="4376250"/>
                    <a:pt x="920003" y="4376250"/>
                    <a:pt x="920003" y="4376250"/>
                  </a:cubicBezTo>
                  <a:cubicBezTo>
                    <a:pt x="919496" y="4374730"/>
                    <a:pt x="912913" y="4368906"/>
                    <a:pt x="911646" y="4367893"/>
                  </a:cubicBezTo>
                  <a:close/>
                  <a:moveTo>
                    <a:pt x="906582" y="4369919"/>
                  </a:moveTo>
                  <a:cubicBezTo>
                    <a:pt x="902277" y="4366373"/>
                    <a:pt x="894934" y="4360549"/>
                    <a:pt x="893921" y="4360549"/>
                  </a:cubicBezTo>
                  <a:cubicBezTo>
                    <a:pt x="893414" y="4361816"/>
                    <a:pt x="911646" y="4377262"/>
                    <a:pt x="914938" y="4378275"/>
                  </a:cubicBezTo>
                  <a:cubicBezTo>
                    <a:pt x="914938" y="4378275"/>
                    <a:pt x="915192" y="4378275"/>
                    <a:pt x="915192" y="4378275"/>
                  </a:cubicBezTo>
                  <a:cubicBezTo>
                    <a:pt x="914685" y="4376756"/>
                    <a:pt x="908101" y="4370932"/>
                    <a:pt x="906582" y="4369919"/>
                  </a:cubicBezTo>
                  <a:close/>
                  <a:moveTo>
                    <a:pt x="902784" y="4371944"/>
                  </a:moveTo>
                  <a:cubicBezTo>
                    <a:pt x="898479" y="4368399"/>
                    <a:pt x="891135" y="4362575"/>
                    <a:pt x="890375" y="4362575"/>
                  </a:cubicBezTo>
                  <a:cubicBezTo>
                    <a:pt x="890122" y="4363841"/>
                    <a:pt x="908608" y="4379288"/>
                    <a:pt x="911646" y="4380301"/>
                  </a:cubicBezTo>
                  <a:cubicBezTo>
                    <a:pt x="911646" y="4380301"/>
                    <a:pt x="911646" y="4380301"/>
                    <a:pt x="911900" y="4380301"/>
                  </a:cubicBezTo>
                  <a:cubicBezTo>
                    <a:pt x="910887" y="4378782"/>
                    <a:pt x="904303" y="4372958"/>
                    <a:pt x="902784" y="4371944"/>
                  </a:cubicBezTo>
                  <a:close/>
                  <a:moveTo>
                    <a:pt x="900251" y="4373970"/>
                  </a:moveTo>
                  <a:cubicBezTo>
                    <a:pt x="899745" y="4373717"/>
                    <a:pt x="889616" y="4365108"/>
                    <a:pt x="888096" y="4364601"/>
                  </a:cubicBezTo>
                  <a:cubicBezTo>
                    <a:pt x="888350" y="4365867"/>
                    <a:pt x="906835" y="4381061"/>
                    <a:pt x="909367" y="4382327"/>
                  </a:cubicBezTo>
                  <a:cubicBezTo>
                    <a:pt x="909367" y="4382327"/>
                    <a:pt x="909367" y="4382327"/>
                    <a:pt x="909367" y="4382327"/>
                  </a:cubicBezTo>
                  <a:cubicBezTo>
                    <a:pt x="908354" y="4380808"/>
                    <a:pt x="901517" y="4375237"/>
                    <a:pt x="900251" y="4373970"/>
                  </a:cubicBezTo>
                  <a:close/>
                  <a:moveTo>
                    <a:pt x="886830" y="4366880"/>
                  </a:moveTo>
                  <a:cubicBezTo>
                    <a:pt x="886830" y="4367134"/>
                    <a:pt x="906582" y="4384606"/>
                    <a:pt x="908101" y="4384353"/>
                  </a:cubicBezTo>
                  <a:cubicBezTo>
                    <a:pt x="907088" y="4383086"/>
                    <a:pt x="899998" y="4377262"/>
                    <a:pt x="898732" y="4375996"/>
                  </a:cubicBezTo>
                  <a:cubicBezTo>
                    <a:pt x="897719" y="4375237"/>
                    <a:pt x="888096" y="4367387"/>
                    <a:pt x="886830" y="4366880"/>
                  </a:cubicBezTo>
                  <a:close/>
                  <a:moveTo>
                    <a:pt x="2796407" y="4287367"/>
                  </a:moveTo>
                  <a:cubicBezTo>
                    <a:pt x="2787291" y="4287621"/>
                    <a:pt x="2782226" y="4296483"/>
                    <a:pt x="2784505" y="4301801"/>
                  </a:cubicBezTo>
                  <a:cubicBezTo>
                    <a:pt x="2787544" y="4309145"/>
                    <a:pt x="2799952" y="4306613"/>
                    <a:pt x="2803244" y="4298003"/>
                  </a:cubicBezTo>
                  <a:cubicBezTo>
                    <a:pt x="2804510" y="4294204"/>
                    <a:pt x="2804004" y="4287874"/>
                    <a:pt x="2796407" y="4287367"/>
                  </a:cubicBezTo>
                  <a:close/>
                  <a:moveTo>
                    <a:pt x="2753865" y="4286101"/>
                  </a:moveTo>
                  <a:cubicBezTo>
                    <a:pt x="2744495" y="4286354"/>
                    <a:pt x="2739937" y="4295217"/>
                    <a:pt x="2742216" y="4300535"/>
                  </a:cubicBezTo>
                  <a:cubicBezTo>
                    <a:pt x="2745508" y="4307625"/>
                    <a:pt x="2757916" y="4305346"/>
                    <a:pt x="2760955" y="4296736"/>
                  </a:cubicBezTo>
                  <a:cubicBezTo>
                    <a:pt x="2762474" y="4292685"/>
                    <a:pt x="2761208" y="4286607"/>
                    <a:pt x="2753865" y="4286101"/>
                  </a:cubicBezTo>
                  <a:close/>
                  <a:moveTo>
                    <a:pt x="2718413" y="4295471"/>
                  </a:moveTo>
                  <a:cubicBezTo>
                    <a:pt x="2719679" y="4291419"/>
                    <a:pt x="2718160" y="4285341"/>
                    <a:pt x="2710816" y="4284835"/>
                  </a:cubicBezTo>
                  <a:cubicBezTo>
                    <a:pt x="2701447" y="4285088"/>
                    <a:pt x="2697142" y="4293951"/>
                    <a:pt x="2699674" y="4299269"/>
                  </a:cubicBezTo>
                  <a:cubicBezTo>
                    <a:pt x="2703473" y="4306613"/>
                    <a:pt x="2715628" y="4304080"/>
                    <a:pt x="2718413" y="4295471"/>
                  </a:cubicBezTo>
                  <a:close/>
                  <a:moveTo>
                    <a:pt x="2675871" y="4294204"/>
                  </a:moveTo>
                  <a:cubicBezTo>
                    <a:pt x="2677137" y="4290153"/>
                    <a:pt x="2675365" y="4284075"/>
                    <a:pt x="2668021" y="4283569"/>
                  </a:cubicBezTo>
                  <a:cubicBezTo>
                    <a:pt x="2659158" y="4283822"/>
                    <a:pt x="2654094" y="4292178"/>
                    <a:pt x="2657132" y="4298003"/>
                  </a:cubicBezTo>
                  <a:cubicBezTo>
                    <a:pt x="2660931" y="4305346"/>
                    <a:pt x="2673339" y="4302814"/>
                    <a:pt x="2675871" y="4294204"/>
                  </a:cubicBezTo>
                  <a:close/>
                  <a:moveTo>
                    <a:pt x="2632570" y="4293191"/>
                  </a:moveTo>
                  <a:cubicBezTo>
                    <a:pt x="2633582" y="4289140"/>
                    <a:pt x="2631810" y="4283062"/>
                    <a:pt x="2624213" y="4282556"/>
                  </a:cubicBezTo>
                  <a:cubicBezTo>
                    <a:pt x="2614844" y="4282809"/>
                    <a:pt x="2610792" y="4291672"/>
                    <a:pt x="2613831" y="4296990"/>
                  </a:cubicBezTo>
                  <a:cubicBezTo>
                    <a:pt x="2617882" y="4304080"/>
                    <a:pt x="2630544" y="4301548"/>
                    <a:pt x="2632570" y="4293191"/>
                  </a:cubicBezTo>
                  <a:close/>
                  <a:moveTo>
                    <a:pt x="2589268" y="4291925"/>
                  </a:moveTo>
                  <a:cubicBezTo>
                    <a:pt x="2590281" y="4287874"/>
                    <a:pt x="2588255" y="4281796"/>
                    <a:pt x="2580658" y="4281290"/>
                  </a:cubicBezTo>
                  <a:cubicBezTo>
                    <a:pt x="2571289" y="4281543"/>
                    <a:pt x="2567490" y="4290406"/>
                    <a:pt x="2570782" y="4295724"/>
                  </a:cubicBezTo>
                  <a:cubicBezTo>
                    <a:pt x="2575087" y="4303320"/>
                    <a:pt x="2587242" y="4300788"/>
                    <a:pt x="2589268" y="4291925"/>
                  </a:cubicBezTo>
                  <a:close/>
                  <a:moveTo>
                    <a:pt x="2536597" y="4280277"/>
                  </a:moveTo>
                  <a:cubicBezTo>
                    <a:pt x="2527481" y="4280530"/>
                    <a:pt x="2523176" y="4288886"/>
                    <a:pt x="2526974" y="4294711"/>
                  </a:cubicBezTo>
                  <a:cubicBezTo>
                    <a:pt x="2531786" y="4302054"/>
                    <a:pt x="2543940" y="4299522"/>
                    <a:pt x="2545713" y="4290912"/>
                  </a:cubicBezTo>
                  <a:cubicBezTo>
                    <a:pt x="2546473" y="4286861"/>
                    <a:pt x="2544194" y="4281036"/>
                    <a:pt x="2536597" y="4280277"/>
                  </a:cubicBezTo>
                  <a:close/>
                  <a:moveTo>
                    <a:pt x="2492282" y="4279517"/>
                  </a:moveTo>
                  <a:cubicBezTo>
                    <a:pt x="2482660" y="4279770"/>
                    <a:pt x="2479368" y="4288633"/>
                    <a:pt x="2482913" y="4293951"/>
                  </a:cubicBezTo>
                  <a:cubicBezTo>
                    <a:pt x="2487978" y="4301295"/>
                    <a:pt x="2500132" y="4298762"/>
                    <a:pt x="2501652" y="4290153"/>
                  </a:cubicBezTo>
                  <a:cubicBezTo>
                    <a:pt x="2502411" y="4285848"/>
                    <a:pt x="2500132" y="4280024"/>
                    <a:pt x="2492282" y="4279517"/>
                  </a:cubicBezTo>
                  <a:close/>
                  <a:moveTo>
                    <a:pt x="2447715" y="4278504"/>
                  </a:moveTo>
                  <a:cubicBezTo>
                    <a:pt x="2438852" y="4278758"/>
                    <a:pt x="2435053" y="4287367"/>
                    <a:pt x="2439105" y="4292938"/>
                  </a:cubicBezTo>
                  <a:cubicBezTo>
                    <a:pt x="2444169" y="4300028"/>
                    <a:pt x="2456578" y="4297496"/>
                    <a:pt x="2457844" y="4289140"/>
                  </a:cubicBezTo>
                  <a:cubicBezTo>
                    <a:pt x="2458350" y="4285088"/>
                    <a:pt x="2455565" y="4279011"/>
                    <a:pt x="2447715" y="4278504"/>
                  </a:cubicBezTo>
                  <a:close/>
                  <a:moveTo>
                    <a:pt x="2413276" y="4288380"/>
                  </a:moveTo>
                  <a:cubicBezTo>
                    <a:pt x="2413782" y="4284329"/>
                    <a:pt x="2410744" y="4278251"/>
                    <a:pt x="2403147" y="4277744"/>
                  </a:cubicBezTo>
                  <a:cubicBezTo>
                    <a:pt x="2394284" y="4277998"/>
                    <a:pt x="2390486" y="4286607"/>
                    <a:pt x="2394790" y="4292178"/>
                  </a:cubicBezTo>
                  <a:cubicBezTo>
                    <a:pt x="2400361" y="4299522"/>
                    <a:pt x="2412263" y="4296990"/>
                    <a:pt x="2413276" y="4288380"/>
                  </a:cubicBezTo>
                  <a:close/>
                  <a:moveTo>
                    <a:pt x="2368961" y="4287621"/>
                  </a:moveTo>
                  <a:cubicBezTo>
                    <a:pt x="2369215" y="4283569"/>
                    <a:pt x="2366176" y="4277491"/>
                    <a:pt x="2358326" y="4276985"/>
                  </a:cubicBezTo>
                  <a:cubicBezTo>
                    <a:pt x="2349210" y="4277238"/>
                    <a:pt x="2345918" y="4285848"/>
                    <a:pt x="2350476" y="4291672"/>
                  </a:cubicBezTo>
                  <a:cubicBezTo>
                    <a:pt x="2356047" y="4298762"/>
                    <a:pt x="2368202" y="4296230"/>
                    <a:pt x="2368961" y="4287621"/>
                  </a:cubicBezTo>
                  <a:close/>
                  <a:moveTo>
                    <a:pt x="963051" y="4311424"/>
                  </a:moveTo>
                  <a:cubicBezTo>
                    <a:pt x="959000" y="4307372"/>
                    <a:pt x="951909" y="4301548"/>
                    <a:pt x="948617" y="4301548"/>
                  </a:cubicBezTo>
                  <a:cubicBezTo>
                    <a:pt x="948364" y="4301548"/>
                    <a:pt x="948111" y="4301548"/>
                    <a:pt x="948111" y="4301801"/>
                  </a:cubicBezTo>
                  <a:cubicBezTo>
                    <a:pt x="946338" y="4304587"/>
                    <a:pt x="963811" y="4320540"/>
                    <a:pt x="968116" y="4320033"/>
                  </a:cubicBezTo>
                  <a:cubicBezTo>
                    <a:pt x="969888" y="4319780"/>
                    <a:pt x="967609" y="4315982"/>
                    <a:pt x="963051" y="4311424"/>
                  </a:cubicBezTo>
                  <a:close/>
                  <a:moveTo>
                    <a:pt x="947858" y="4313196"/>
                  </a:moveTo>
                  <a:cubicBezTo>
                    <a:pt x="943806" y="4309145"/>
                    <a:pt x="936463" y="4303320"/>
                    <a:pt x="933677" y="4303320"/>
                  </a:cubicBezTo>
                  <a:cubicBezTo>
                    <a:pt x="933424" y="4303320"/>
                    <a:pt x="933171" y="4303574"/>
                    <a:pt x="933171" y="4303574"/>
                  </a:cubicBezTo>
                  <a:cubicBezTo>
                    <a:pt x="931651" y="4306359"/>
                    <a:pt x="949377" y="4322312"/>
                    <a:pt x="953429" y="4321806"/>
                  </a:cubicBezTo>
                  <a:cubicBezTo>
                    <a:pt x="954948" y="4321553"/>
                    <a:pt x="952669" y="4317754"/>
                    <a:pt x="947858" y="4313196"/>
                  </a:cubicBezTo>
                  <a:close/>
                  <a:moveTo>
                    <a:pt x="939501" y="4323579"/>
                  </a:moveTo>
                  <a:cubicBezTo>
                    <a:pt x="941021" y="4323325"/>
                    <a:pt x="938488" y="4319527"/>
                    <a:pt x="933677" y="4314969"/>
                  </a:cubicBezTo>
                  <a:cubicBezTo>
                    <a:pt x="929372" y="4310917"/>
                    <a:pt x="922282" y="4305093"/>
                    <a:pt x="919750" y="4305093"/>
                  </a:cubicBezTo>
                  <a:cubicBezTo>
                    <a:pt x="919496" y="4305093"/>
                    <a:pt x="919496" y="4305346"/>
                    <a:pt x="919243" y="4305346"/>
                  </a:cubicBezTo>
                  <a:cubicBezTo>
                    <a:pt x="917977" y="4308132"/>
                    <a:pt x="935703" y="4324085"/>
                    <a:pt x="939501" y="4323579"/>
                  </a:cubicBezTo>
                  <a:close/>
                  <a:moveTo>
                    <a:pt x="920763" y="4316741"/>
                  </a:moveTo>
                  <a:cubicBezTo>
                    <a:pt x="916458" y="4312690"/>
                    <a:pt x="909367" y="4306866"/>
                    <a:pt x="906835" y="4306866"/>
                  </a:cubicBezTo>
                  <a:cubicBezTo>
                    <a:pt x="906835" y="4306866"/>
                    <a:pt x="906582" y="4306866"/>
                    <a:pt x="906582" y="4306866"/>
                  </a:cubicBezTo>
                  <a:cubicBezTo>
                    <a:pt x="904303" y="4308638"/>
                    <a:pt x="923295" y="4325858"/>
                    <a:pt x="926840" y="4325098"/>
                  </a:cubicBezTo>
                  <a:cubicBezTo>
                    <a:pt x="928106" y="4325098"/>
                    <a:pt x="925574" y="4321299"/>
                    <a:pt x="920763" y="4316741"/>
                  </a:cubicBezTo>
                  <a:close/>
                  <a:moveTo>
                    <a:pt x="908861" y="4318514"/>
                  </a:moveTo>
                  <a:cubicBezTo>
                    <a:pt x="904556" y="4314462"/>
                    <a:pt x="897466" y="4308638"/>
                    <a:pt x="895187" y="4308638"/>
                  </a:cubicBezTo>
                  <a:cubicBezTo>
                    <a:pt x="895187" y="4308638"/>
                    <a:pt x="894934" y="4308638"/>
                    <a:pt x="894934" y="4308638"/>
                  </a:cubicBezTo>
                  <a:cubicBezTo>
                    <a:pt x="892908" y="4310411"/>
                    <a:pt x="911900" y="4327630"/>
                    <a:pt x="915445" y="4326870"/>
                  </a:cubicBezTo>
                  <a:cubicBezTo>
                    <a:pt x="916458" y="4326870"/>
                    <a:pt x="913672" y="4323325"/>
                    <a:pt x="908861" y="4318514"/>
                  </a:cubicBezTo>
                  <a:close/>
                  <a:moveTo>
                    <a:pt x="897972" y="4320540"/>
                  </a:moveTo>
                  <a:cubicBezTo>
                    <a:pt x="893667" y="4316488"/>
                    <a:pt x="886577" y="4310917"/>
                    <a:pt x="884298" y="4310664"/>
                  </a:cubicBezTo>
                  <a:cubicBezTo>
                    <a:pt x="884298" y="4310664"/>
                    <a:pt x="884045" y="4310664"/>
                    <a:pt x="884045" y="4310664"/>
                  </a:cubicBezTo>
                  <a:cubicBezTo>
                    <a:pt x="882525" y="4312437"/>
                    <a:pt x="902024" y="4329656"/>
                    <a:pt x="904556" y="4328896"/>
                  </a:cubicBezTo>
                  <a:cubicBezTo>
                    <a:pt x="905822" y="4328896"/>
                    <a:pt x="902784" y="4325098"/>
                    <a:pt x="897972" y="4320540"/>
                  </a:cubicBezTo>
                  <a:close/>
                  <a:moveTo>
                    <a:pt x="888096" y="4322566"/>
                  </a:moveTo>
                  <a:cubicBezTo>
                    <a:pt x="883792" y="4318514"/>
                    <a:pt x="876701" y="4312943"/>
                    <a:pt x="874675" y="4312943"/>
                  </a:cubicBezTo>
                  <a:cubicBezTo>
                    <a:pt x="874675" y="4312943"/>
                    <a:pt x="874422" y="4312943"/>
                    <a:pt x="874422" y="4312943"/>
                  </a:cubicBezTo>
                  <a:cubicBezTo>
                    <a:pt x="873156" y="4314716"/>
                    <a:pt x="892655" y="4331935"/>
                    <a:pt x="894934" y="4331175"/>
                  </a:cubicBezTo>
                  <a:cubicBezTo>
                    <a:pt x="896200" y="4330669"/>
                    <a:pt x="893414" y="4327124"/>
                    <a:pt x="888096" y="4322566"/>
                  </a:cubicBezTo>
                  <a:close/>
                  <a:moveTo>
                    <a:pt x="887084" y="4332948"/>
                  </a:moveTo>
                  <a:cubicBezTo>
                    <a:pt x="887337" y="4331429"/>
                    <a:pt x="880753" y="4325604"/>
                    <a:pt x="879487" y="4324338"/>
                  </a:cubicBezTo>
                  <a:cubicBezTo>
                    <a:pt x="875182" y="4320287"/>
                    <a:pt x="868092" y="4314716"/>
                    <a:pt x="866319" y="4314716"/>
                  </a:cubicBezTo>
                  <a:cubicBezTo>
                    <a:pt x="866319" y="4314716"/>
                    <a:pt x="866319" y="4314716"/>
                    <a:pt x="866066" y="4314716"/>
                  </a:cubicBezTo>
                  <a:cubicBezTo>
                    <a:pt x="866066" y="4317248"/>
                    <a:pt x="885564" y="4334214"/>
                    <a:pt x="887084" y="4332948"/>
                  </a:cubicBezTo>
                  <a:close/>
                  <a:moveTo>
                    <a:pt x="872143" y="4326364"/>
                  </a:moveTo>
                  <a:cubicBezTo>
                    <a:pt x="867585" y="4322312"/>
                    <a:pt x="860748" y="4316741"/>
                    <a:pt x="859229" y="4316741"/>
                  </a:cubicBezTo>
                  <a:cubicBezTo>
                    <a:pt x="859229" y="4316741"/>
                    <a:pt x="859229" y="4316741"/>
                    <a:pt x="859229" y="4316741"/>
                  </a:cubicBezTo>
                  <a:cubicBezTo>
                    <a:pt x="859229" y="4319020"/>
                    <a:pt x="878727" y="4335986"/>
                    <a:pt x="879993" y="4334720"/>
                  </a:cubicBezTo>
                  <a:cubicBezTo>
                    <a:pt x="879993" y="4333454"/>
                    <a:pt x="873409" y="4327630"/>
                    <a:pt x="872143" y="4326364"/>
                  </a:cubicBezTo>
                  <a:close/>
                  <a:moveTo>
                    <a:pt x="865813" y="4328643"/>
                  </a:moveTo>
                  <a:cubicBezTo>
                    <a:pt x="861508" y="4324844"/>
                    <a:pt x="854417" y="4319020"/>
                    <a:pt x="853151" y="4319020"/>
                  </a:cubicBezTo>
                  <a:cubicBezTo>
                    <a:pt x="853151" y="4319020"/>
                    <a:pt x="853151" y="4319020"/>
                    <a:pt x="853151" y="4319020"/>
                  </a:cubicBezTo>
                  <a:cubicBezTo>
                    <a:pt x="853658" y="4321299"/>
                    <a:pt x="871637" y="4337253"/>
                    <a:pt x="873916" y="4337253"/>
                  </a:cubicBezTo>
                  <a:cubicBezTo>
                    <a:pt x="873916" y="4337253"/>
                    <a:pt x="873916" y="4337253"/>
                    <a:pt x="873916" y="4337253"/>
                  </a:cubicBezTo>
                  <a:cubicBezTo>
                    <a:pt x="873663" y="4335733"/>
                    <a:pt x="867079" y="4329656"/>
                    <a:pt x="865813" y="4328643"/>
                  </a:cubicBezTo>
                  <a:close/>
                  <a:moveTo>
                    <a:pt x="860748" y="4330669"/>
                  </a:moveTo>
                  <a:cubicBezTo>
                    <a:pt x="856443" y="4326870"/>
                    <a:pt x="849353" y="4321046"/>
                    <a:pt x="848340" y="4321046"/>
                  </a:cubicBezTo>
                  <a:cubicBezTo>
                    <a:pt x="847834" y="4322312"/>
                    <a:pt x="867332" y="4339279"/>
                    <a:pt x="869104" y="4339279"/>
                  </a:cubicBezTo>
                  <a:cubicBezTo>
                    <a:pt x="869358" y="4338519"/>
                    <a:pt x="864040" y="4333454"/>
                    <a:pt x="860748" y="4330669"/>
                  </a:cubicBezTo>
                  <a:close/>
                  <a:moveTo>
                    <a:pt x="856950" y="4332695"/>
                  </a:moveTo>
                  <a:cubicBezTo>
                    <a:pt x="852645" y="4328896"/>
                    <a:pt x="845554" y="4323072"/>
                    <a:pt x="844795" y="4323072"/>
                  </a:cubicBezTo>
                  <a:cubicBezTo>
                    <a:pt x="844542" y="4324338"/>
                    <a:pt x="862521" y="4340038"/>
                    <a:pt x="865559" y="4341304"/>
                  </a:cubicBezTo>
                  <a:cubicBezTo>
                    <a:pt x="865559" y="4341304"/>
                    <a:pt x="865559" y="4341304"/>
                    <a:pt x="865813" y="4341304"/>
                  </a:cubicBezTo>
                  <a:cubicBezTo>
                    <a:pt x="864800" y="4339785"/>
                    <a:pt x="858216" y="4333961"/>
                    <a:pt x="856950" y="4332695"/>
                  </a:cubicBezTo>
                  <a:close/>
                  <a:moveTo>
                    <a:pt x="854164" y="4334974"/>
                  </a:moveTo>
                  <a:cubicBezTo>
                    <a:pt x="853658" y="4334720"/>
                    <a:pt x="843782" y="4325858"/>
                    <a:pt x="842263" y="4325351"/>
                  </a:cubicBezTo>
                  <a:cubicBezTo>
                    <a:pt x="842516" y="4326617"/>
                    <a:pt x="860495" y="4342317"/>
                    <a:pt x="863027" y="4343583"/>
                  </a:cubicBezTo>
                  <a:cubicBezTo>
                    <a:pt x="863027" y="4343583"/>
                    <a:pt x="863027" y="4343583"/>
                    <a:pt x="863027" y="4343583"/>
                  </a:cubicBezTo>
                  <a:cubicBezTo>
                    <a:pt x="862267" y="4342064"/>
                    <a:pt x="855430" y="4336240"/>
                    <a:pt x="854164" y="4334974"/>
                  </a:cubicBezTo>
                  <a:close/>
                  <a:moveTo>
                    <a:pt x="3181816" y="4260019"/>
                  </a:moveTo>
                  <a:cubicBezTo>
                    <a:pt x="3173207" y="4260019"/>
                    <a:pt x="3165610" y="4269388"/>
                    <a:pt x="3166876" y="4275212"/>
                  </a:cubicBezTo>
                  <a:cubicBezTo>
                    <a:pt x="3168649" y="4282050"/>
                    <a:pt x="3180044" y="4279264"/>
                    <a:pt x="3185362" y="4270908"/>
                  </a:cubicBezTo>
                  <a:cubicBezTo>
                    <a:pt x="3187641" y="4267109"/>
                    <a:pt x="3188653" y="4260778"/>
                    <a:pt x="3181816" y="4260019"/>
                  </a:cubicBezTo>
                  <a:close/>
                  <a:moveTo>
                    <a:pt x="2850597" y="4247357"/>
                  </a:moveTo>
                  <a:cubicBezTo>
                    <a:pt x="2841481" y="4247611"/>
                    <a:pt x="2835657" y="4255967"/>
                    <a:pt x="2838189" y="4262045"/>
                  </a:cubicBezTo>
                  <a:cubicBezTo>
                    <a:pt x="2841228" y="4269641"/>
                    <a:pt x="2853889" y="4267109"/>
                    <a:pt x="2857434" y="4258246"/>
                  </a:cubicBezTo>
                  <a:cubicBezTo>
                    <a:pt x="2858954" y="4254195"/>
                    <a:pt x="2858447" y="4247864"/>
                    <a:pt x="2850597" y="4247357"/>
                  </a:cubicBezTo>
                  <a:close/>
                  <a:moveTo>
                    <a:pt x="2807295" y="4245838"/>
                  </a:moveTo>
                  <a:cubicBezTo>
                    <a:pt x="2798179" y="4246091"/>
                    <a:pt x="2792608" y="4254448"/>
                    <a:pt x="2795140" y="4260525"/>
                  </a:cubicBezTo>
                  <a:cubicBezTo>
                    <a:pt x="2798433" y="4268122"/>
                    <a:pt x="2811094" y="4265590"/>
                    <a:pt x="2814386" y="4256727"/>
                  </a:cubicBezTo>
                  <a:cubicBezTo>
                    <a:pt x="2815905" y="4252928"/>
                    <a:pt x="2815145" y="4246598"/>
                    <a:pt x="2807295" y="4245838"/>
                  </a:cubicBezTo>
                  <a:close/>
                  <a:moveTo>
                    <a:pt x="2763487" y="4244572"/>
                  </a:moveTo>
                  <a:cubicBezTo>
                    <a:pt x="2754371" y="4244825"/>
                    <a:pt x="2749053" y="4253182"/>
                    <a:pt x="2751839" y="4259259"/>
                  </a:cubicBezTo>
                  <a:cubicBezTo>
                    <a:pt x="2755384" y="4266856"/>
                    <a:pt x="2768045" y="4264070"/>
                    <a:pt x="2771084" y="4255461"/>
                  </a:cubicBezTo>
                  <a:cubicBezTo>
                    <a:pt x="2772603" y="4251156"/>
                    <a:pt x="2771084" y="4245078"/>
                    <a:pt x="2763487" y="4244572"/>
                  </a:cubicBezTo>
                  <a:close/>
                  <a:moveTo>
                    <a:pt x="2727276" y="4254195"/>
                  </a:moveTo>
                  <a:cubicBezTo>
                    <a:pt x="2728542" y="4250396"/>
                    <a:pt x="2727529" y="4244066"/>
                    <a:pt x="2719426" y="4243306"/>
                  </a:cubicBezTo>
                  <a:cubicBezTo>
                    <a:pt x="2710310" y="4243559"/>
                    <a:pt x="2705245" y="4251916"/>
                    <a:pt x="2708031" y="4257993"/>
                  </a:cubicBezTo>
                  <a:cubicBezTo>
                    <a:pt x="2712082" y="4265590"/>
                    <a:pt x="2724490" y="4263058"/>
                    <a:pt x="2727276" y="4254195"/>
                  </a:cubicBezTo>
                  <a:close/>
                  <a:moveTo>
                    <a:pt x="2683468" y="4252928"/>
                  </a:moveTo>
                  <a:cubicBezTo>
                    <a:pt x="2684481" y="4249130"/>
                    <a:pt x="2683215" y="4242800"/>
                    <a:pt x="2675111" y="4242040"/>
                  </a:cubicBezTo>
                  <a:cubicBezTo>
                    <a:pt x="2665742" y="4242293"/>
                    <a:pt x="2660931" y="4250649"/>
                    <a:pt x="2663969" y="4256727"/>
                  </a:cubicBezTo>
                  <a:cubicBezTo>
                    <a:pt x="2668274" y="4264323"/>
                    <a:pt x="2680936" y="4261791"/>
                    <a:pt x="2683468" y="4252928"/>
                  </a:cubicBezTo>
                  <a:close/>
                  <a:moveTo>
                    <a:pt x="2639153" y="4251662"/>
                  </a:moveTo>
                  <a:cubicBezTo>
                    <a:pt x="2640166" y="4247611"/>
                    <a:pt x="2638141" y="4241533"/>
                    <a:pt x="2630544" y="4240774"/>
                  </a:cubicBezTo>
                  <a:cubicBezTo>
                    <a:pt x="2621428" y="4241027"/>
                    <a:pt x="2616616" y="4249637"/>
                    <a:pt x="2619908" y="4255461"/>
                  </a:cubicBezTo>
                  <a:cubicBezTo>
                    <a:pt x="2623960" y="4263058"/>
                    <a:pt x="2636874" y="4260525"/>
                    <a:pt x="2639153" y="4251662"/>
                  </a:cubicBezTo>
                  <a:close/>
                  <a:moveTo>
                    <a:pt x="2594332" y="4250649"/>
                  </a:moveTo>
                  <a:cubicBezTo>
                    <a:pt x="2595092" y="4246851"/>
                    <a:pt x="2593573" y="4240521"/>
                    <a:pt x="2585469" y="4239761"/>
                  </a:cubicBezTo>
                  <a:cubicBezTo>
                    <a:pt x="2576100" y="4240014"/>
                    <a:pt x="2571795" y="4248624"/>
                    <a:pt x="2575340" y="4254448"/>
                  </a:cubicBezTo>
                  <a:cubicBezTo>
                    <a:pt x="2579645" y="4262298"/>
                    <a:pt x="2592307" y="4259513"/>
                    <a:pt x="2594332" y="4250649"/>
                  </a:cubicBezTo>
                  <a:close/>
                  <a:moveTo>
                    <a:pt x="2549511" y="4249637"/>
                  </a:moveTo>
                  <a:cubicBezTo>
                    <a:pt x="2550271" y="4245838"/>
                    <a:pt x="2548499" y="4239507"/>
                    <a:pt x="2540142" y="4238748"/>
                  </a:cubicBezTo>
                  <a:cubicBezTo>
                    <a:pt x="2530773" y="4239001"/>
                    <a:pt x="2526468" y="4247611"/>
                    <a:pt x="2530266" y="4253435"/>
                  </a:cubicBezTo>
                  <a:cubicBezTo>
                    <a:pt x="2535078" y="4261032"/>
                    <a:pt x="2547739" y="4258499"/>
                    <a:pt x="2549511" y="4249637"/>
                  </a:cubicBezTo>
                  <a:close/>
                  <a:moveTo>
                    <a:pt x="2494561" y="4237735"/>
                  </a:moveTo>
                  <a:cubicBezTo>
                    <a:pt x="2484432" y="4237988"/>
                    <a:pt x="2481394" y="4247104"/>
                    <a:pt x="2484939" y="4252422"/>
                  </a:cubicBezTo>
                  <a:cubicBezTo>
                    <a:pt x="2490003" y="4260019"/>
                    <a:pt x="2502665" y="4257487"/>
                    <a:pt x="2504184" y="4248371"/>
                  </a:cubicBezTo>
                  <a:cubicBezTo>
                    <a:pt x="2504944" y="4244572"/>
                    <a:pt x="2502918" y="4238241"/>
                    <a:pt x="2494561" y="4237735"/>
                  </a:cubicBezTo>
                  <a:close/>
                  <a:moveTo>
                    <a:pt x="2448727" y="4236722"/>
                  </a:moveTo>
                  <a:cubicBezTo>
                    <a:pt x="2439358" y="4236975"/>
                    <a:pt x="2435560" y="4245585"/>
                    <a:pt x="2439865" y="4251662"/>
                  </a:cubicBezTo>
                  <a:cubicBezTo>
                    <a:pt x="2445182" y="4259006"/>
                    <a:pt x="2457844" y="4256474"/>
                    <a:pt x="2459110" y="4247611"/>
                  </a:cubicBezTo>
                  <a:cubicBezTo>
                    <a:pt x="2459616" y="4243306"/>
                    <a:pt x="2456831" y="4237229"/>
                    <a:pt x="2448727" y="4236722"/>
                  </a:cubicBezTo>
                  <a:close/>
                  <a:moveTo>
                    <a:pt x="2413276" y="4246598"/>
                  </a:moveTo>
                  <a:cubicBezTo>
                    <a:pt x="2413782" y="4242800"/>
                    <a:pt x="2411250" y="4236469"/>
                    <a:pt x="2402894" y="4235709"/>
                  </a:cubicBezTo>
                  <a:cubicBezTo>
                    <a:pt x="2393524" y="4235962"/>
                    <a:pt x="2389979" y="4244572"/>
                    <a:pt x="2394284" y="4250649"/>
                  </a:cubicBezTo>
                  <a:cubicBezTo>
                    <a:pt x="2399855" y="4258499"/>
                    <a:pt x="2412263" y="4255714"/>
                    <a:pt x="2413276" y="4246598"/>
                  </a:cubicBezTo>
                  <a:close/>
                  <a:moveTo>
                    <a:pt x="2367442" y="4245838"/>
                  </a:moveTo>
                  <a:cubicBezTo>
                    <a:pt x="2367695" y="4242040"/>
                    <a:pt x="2365163" y="4235709"/>
                    <a:pt x="2356553" y="4234950"/>
                  </a:cubicBezTo>
                  <a:cubicBezTo>
                    <a:pt x="2346931" y="4235203"/>
                    <a:pt x="2343639" y="4243812"/>
                    <a:pt x="2348450" y="4249890"/>
                  </a:cubicBezTo>
                  <a:cubicBezTo>
                    <a:pt x="2354274" y="4257487"/>
                    <a:pt x="2366936" y="4254954"/>
                    <a:pt x="2367442" y="4245838"/>
                  </a:cubicBezTo>
                  <a:close/>
                  <a:moveTo>
                    <a:pt x="941780" y="4277744"/>
                  </a:moveTo>
                  <a:cubicBezTo>
                    <a:pt x="944313" y="4277998"/>
                    <a:pt x="942540" y="4274199"/>
                    <a:pt x="937476" y="4268882"/>
                  </a:cubicBezTo>
                  <a:cubicBezTo>
                    <a:pt x="933930" y="4265083"/>
                    <a:pt x="926840" y="4259006"/>
                    <a:pt x="923295" y="4258752"/>
                  </a:cubicBezTo>
                  <a:cubicBezTo>
                    <a:pt x="923042" y="4258752"/>
                    <a:pt x="922788" y="4258752"/>
                    <a:pt x="922788" y="4259006"/>
                  </a:cubicBezTo>
                  <a:cubicBezTo>
                    <a:pt x="920509" y="4261538"/>
                    <a:pt x="936463" y="4276985"/>
                    <a:pt x="941780" y="4277744"/>
                  </a:cubicBezTo>
                  <a:close/>
                  <a:moveTo>
                    <a:pt x="925574" y="4279517"/>
                  </a:moveTo>
                  <a:cubicBezTo>
                    <a:pt x="928106" y="4279770"/>
                    <a:pt x="926080" y="4275972"/>
                    <a:pt x="921016" y="4270654"/>
                  </a:cubicBezTo>
                  <a:cubicBezTo>
                    <a:pt x="917217" y="4266856"/>
                    <a:pt x="910127" y="4260778"/>
                    <a:pt x="906835" y="4260525"/>
                  </a:cubicBezTo>
                  <a:cubicBezTo>
                    <a:pt x="906835" y="4260525"/>
                    <a:pt x="906582" y="4260525"/>
                    <a:pt x="906582" y="4260525"/>
                  </a:cubicBezTo>
                  <a:cubicBezTo>
                    <a:pt x="903290" y="4262298"/>
                    <a:pt x="920003" y="4278758"/>
                    <a:pt x="925574" y="4279517"/>
                  </a:cubicBezTo>
                  <a:close/>
                  <a:moveTo>
                    <a:pt x="910634" y="4281290"/>
                  </a:moveTo>
                  <a:cubicBezTo>
                    <a:pt x="912406" y="4281036"/>
                    <a:pt x="910127" y="4277238"/>
                    <a:pt x="905316" y="4272427"/>
                  </a:cubicBezTo>
                  <a:cubicBezTo>
                    <a:pt x="901264" y="4268375"/>
                    <a:pt x="894427" y="4262551"/>
                    <a:pt x="891388" y="4262551"/>
                  </a:cubicBezTo>
                  <a:cubicBezTo>
                    <a:pt x="891135" y="4262551"/>
                    <a:pt x="890882" y="4262804"/>
                    <a:pt x="890882" y="4262804"/>
                  </a:cubicBezTo>
                  <a:cubicBezTo>
                    <a:pt x="889109" y="4265083"/>
                    <a:pt x="906835" y="4281796"/>
                    <a:pt x="910634" y="4281290"/>
                  </a:cubicBezTo>
                  <a:close/>
                  <a:moveTo>
                    <a:pt x="890882" y="4274199"/>
                  </a:moveTo>
                  <a:cubicBezTo>
                    <a:pt x="887084" y="4270401"/>
                    <a:pt x="879993" y="4264323"/>
                    <a:pt x="877208" y="4264323"/>
                  </a:cubicBezTo>
                  <a:cubicBezTo>
                    <a:pt x="876955" y="4264323"/>
                    <a:pt x="876955" y="4264577"/>
                    <a:pt x="876701" y="4264577"/>
                  </a:cubicBezTo>
                  <a:cubicBezTo>
                    <a:pt x="875182" y="4267362"/>
                    <a:pt x="892908" y="4283822"/>
                    <a:pt x="896706" y="4283315"/>
                  </a:cubicBezTo>
                  <a:cubicBezTo>
                    <a:pt x="897972" y="4282809"/>
                    <a:pt x="895693" y="4279011"/>
                    <a:pt x="890882" y="4274199"/>
                  </a:cubicBezTo>
                  <a:close/>
                  <a:moveTo>
                    <a:pt x="883285" y="4284835"/>
                  </a:moveTo>
                  <a:cubicBezTo>
                    <a:pt x="884804" y="4284582"/>
                    <a:pt x="882019" y="4280783"/>
                    <a:pt x="877208" y="4275972"/>
                  </a:cubicBezTo>
                  <a:cubicBezTo>
                    <a:pt x="873409" y="4272174"/>
                    <a:pt x="866319" y="4266096"/>
                    <a:pt x="863533" y="4266096"/>
                  </a:cubicBezTo>
                  <a:cubicBezTo>
                    <a:pt x="863280" y="4266096"/>
                    <a:pt x="863280" y="4266349"/>
                    <a:pt x="863027" y="4266349"/>
                  </a:cubicBezTo>
                  <a:cubicBezTo>
                    <a:pt x="862267" y="4268882"/>
                    <a:pt x="879993" y="4285595"/>
                    <a:pt x="883285" y="4284835"/>
                  </a:cubicBezTo>
                  <a:close/>
                  <a:moveTo>
                    <a:pt x="865053" y="4277998"/>
                  </a:moveTo>
                  <a:cubicBezTo>
                    <a:pt x="861254" y="4274199"/>
                    <a:pt x="854164" y="4268122"/>
                    <a:pt x="851632" y="4268122"/>
                  </a:cubicBezTo>
                  <a:cubicBezTo>
                    <a:pt x="851632" y="4268122"/>
                    <a:pt x="851379" y="4268122"/>
                    <a:pt x="851379" y="4268122"/>
                  </a:cubicBezTo>
                  <a:cubicBezTo>
                    <a:pt x="849353" y="4269894"/>
                    <a:pt x="868345" y="4287621"/>
                    <a:pt x="871384" y="4286861"/>
                  </a:cubicBezTo>
                  <a:cubicBezTo>
                    <a:pt x="872650" y="4286607"/>
                    <a:pt x="870117" y="4282809"/>
                    <a:pt x="865053" y="4277998"/>
                  </a:cubicBezTo>
                  <a:close/>
                  <a:moveTo>
                    <a:pt x="853911" y="4279770"/>
                  </a:moveTo>
                  <a:cubicBezTo>
                    <a:pt x="849606" y="4275719"/>
                    <a:pt x="842769" y="4269894"/>
                    <a:pt x="840743" y="4269894"/>
                  </a:cubicBezTo>
                  <a:cubicBezTo>
                    <a:pt x="840743" y="4269894"/>
                    <a:pt x="840490" y="4269894"/>
                    <a:pt x="840490" y="4269894"/>
                  </a:cubicBezTo>
                  <a:cubicBezTo>
                    <a:pt x="838717" y="4271667"/>
                    <a:pt x="857709" y="4289393"/>
                    <a:pt x="860495" y="4288633"/>
                  </a:cubicBezTo>
                  <a:cubicBezTo>
                    <a:pt x="861761" y="4288633"/>
                    <a:pt x="858975" y="4284582"/>
                    <a:pt x="853911" y="4279770"/>
                  </a:cubicBezTo>
                  <a:close/>
                  <a:moveTo>
                    <a:pt x="844035" y="4281796"/>
                  </a:moveTo>
                  <a:cubicBezTo>
                    <a:pt x="839983" y="4277998"/>
                    <a:pt x="833146" y="4271920"/>
                    <a:pt x="830867" y="4271920"/>
                  </a:cubicBezTo>
                  <a:cubicBezTo>
                    <a:pt x="830867" y="4271920"/>
                    <a:pt x="830867" y="4271920"/>
                    <a:pt x="830614" y="4271920"/>
                  </a:cubicBezTo>
                  <a:cubicBezTo>
                    <a:pt x="829348" y="4273693"/>
                    <a:pt x="848340" y="4291419"/>
                    <a:pt x="850872" y="4290659"/>
                  </a:cubicBezTo>
                  <a:cubicBezTo>
                    <a:pt x="851885" y="4290659"/>
                    <a:pt x="848846" y="4286607"/>
                    <a:pt x="844035" y="4281796"/>
                  </a:cubicBezTo>
                  <a:close/>
                  <a:moveTo>
                    <a:pt x="842516" y="4292685"/>
                  </a:moveTo>
                  <a:cubicBezTo>
                    <a:pt x="842769" y="4291166"/>
                    <a:pt x="836438" y="4285088"/>
                    <a:pt x="835172" y="4283822"/>
                  </a:cubicBezTo>
                  <a:cubicBezTo>
                    <a:pt x="831121" y="4280024"/>
                    <a:pt x="824284" y="4273946"/>
                    <a:pt x="822258" y="4273946"/>
                  </a:cubicBezTo>
                  <a:cubicBezTo>
                    <a:pt x="822258" y="4273946"/>
                    <a:pt x="822004" y="4274199"/>
                    <a:pt x="822004" y="4274199"/>
                  </a:cubicBezTo>
                  <a:cubicBezTo>
                    <a:pt x="822258" y="4276985"/>
                    <a:pt x="840996" y="4293951"/>
                    <a:pt x="842516" y="4292685"/>
                  </a:cubicBezTo>
                  <a:close/>
                  <a:moveTo>
                    <a:pt x="827575" y="4286101"/>
                  </a:moveTo>
                  <a:cubicBezTo>
                    <a:pt x="823271" y="4282050"/>
                    <a:pt x="816434" y="4276225"/>
                    <a:pt x="814914" y="4276225"/>
                  </a:cubicBezTo>
                  <a:cubicBezTo>
                    <a:pt x="814914" y="4276225"/>
                    <a:pt x="814914" y="4276225"/>
                    <a:pt x="814914" y="4276225"/>
                  </a:cubicBezTo>
                  <a:cubicBezTo>
                    <a:pt x="814914" y="4278758"/>
                    <a:pt x="833906" y="4295977"/>
                    <a:pt x="835426" y="4294711"/>
                  </a:cubicBezTo>
                  <a:cubicBezTo>
                    <a:pt x="835172" y="4293445"/>
                    <a:pt x="828335" y="4286861"/>
                    <a:pt x="827575" y="4286101"/>
                  </a:cubicBezTo>
                  <a:close/>
                  <a:moveTo>
                    <a:pt x="820992" y="4288127"/>
                  </a:moveTo>
                  <a:cubicBezTo>
                    <a:pt x="816940" y="4284329"/>
                    <a:pt x="810103" y="4278251"/>
                    <a:pt x="808584" y="4278251"/>
                  </a:cubicBezTo>
                  <a:cubicBezTo>
                    <a:pt x="808584" y="4278251"/>
                    <a:pt x="808584" y="4278251"/>
                    <a:pt x="808584" y="4278251"/>
                  </a:cubicBezTo>
                  <a:cubicBezTo>
                    <a:pt x="808837" y="4280783"/>
                    <a:pt x="826563" y="4296990"/>
                    <a:pt x="829095" y="4296990"/>
                  </a:cubicBezTo>
                  <a:cubicBezTo>
                    <a:pt x="829095" y="4296990"/>
                    <a:pt x="829095" y="4296990"/>
                    <a:pt x="829095" y="4296990"/>
                  </a:cubicBezTo>
                  <a:cubicBezTo>
                    <a:pt x="828842" y="4295471"/>
                    <a:pt x="822258" y="4289393"/>
                    <a:pt x="820992" y="4288127"/>
                  </a:cubicBezTo>
                  <a:close/>
                  <a:moveTo>
                    <a:pt x="815674" y="4290406"/>
                  </a:moveTo>
                  <a:cubicBezTo>
                    <a:pt x="811622" y="4286607"/>
                    <a:pt x="804785" y="4280530"/>
                    <a:pt x="803519" y="4280530"/>
                  </a:cubicBezTo>
                  <a:cubicBezTo>
                    <a:pt x="802759" y="4281796"/>
                    <a:pt x="822004" y="4299269"/>
                    <a:pt x="823777" y="4299269"/>
                  </a:cubicBezTo>
                  <a:cubicBezTo>
                    <a:pt x="824284" y="4298509"/>
                    <a:pt x="818966" y="4293191"/>
                    <a:pt x="815674" y="4290406"/>
                  </a:cubicBezTo>
                  <a:close/>
                  <a:moveTo>
                    <a:pt x="811622" y="4292432"/>
                  </a:moveTo>
                  <a:cubicBezTo>
                    <a:pt x="807571" y="4288633"/>
                    <a:pt x="800734" y="4282556"/>
                    <a:pt x="799721" y="4282556"/>
                  </a:cubicBezTo>
                  <a:cubicBezTo>
                    <a:pt x="799467" y="4283822"/>
                    <a:pt x="818459" y="4301295"/>
                    <a:pt x="820232" y="4301295"/>
                  </a:cubicBezTo>
                  <a:cubicBezTo>
                    <a:pt x="820485" y="4300788"/>
                    <a:pt x="814914" y="4295471"/>
                    <a:pt x="811622" y="4292432"/>
                  </a:cubicBezTo>
                  <a:close/>
                  <a:moveTo>
                    <a:pt x="808837" y="4294711"/>
                  </a:moveTo>
                  <a:cubicBezTo>
                    <a:pt x="808330" y="4294457"/>
                    <a:pt x="798708" y="4285341"/>
                    <a:pt x="797188" y="4285088"/>
                  </a:cubicBezTo>
                  <a:cubicBezTo>
                    <a:pt x="797188" y="4286354"/>
                    <a:pt x="814914" y="4302561"/>
                    <a:pt x="817446" y="4303827"/>
                  </a:cubicBezTo>
                  <a:cubicBezTo>
                    <a:pt x="817446" y="4303827"/>
                    <a:pt x="817446" y="4303827"/>
                    <a:pt x="817446" y="4303827"/>
                  </a:cubicBezTo>
                  <a:cubicBezTo>
                    <a:pt x="816940" y="4302054"/>
                    <a:pt x="810356" y="4295977"/>
                    <a:pt x="808837" y="4294711"/>
                  </a:cubicBezTo>
                  <a:close/>
                  <a:moveTo>
                    <a:pt x="3202581" y="4217984"/>
                  </a:moveTo>
                  <a:cubicBezTo>
                    <a:pt x="3193718" y="4217984"/>
                    <a:pt x="3186121" y="4227353"/>
                    <a:pt x="3187641" y="4233683"/>
                  </a:cubicBezTo>
                  <a:cubicBezTo>
                    <a:pt x="3189666" y="4240521"/>
                    <a:pt x="3201315" y="4237735"/>
                    <a:pt x="3206379" y="4229125"/>
                  </a:cubicBezTo>
                  <a:cubicBezTo>
                    <a:pt x="3208912" y="4225074"/>
                    <a:pt x="3209925" y="4218743"/>
                    <a:pt x="3202581" y="4217984"/>
                  </a:cubicBezTo>
                  <a:close/>
                  <a:moveTo>
                    <a:pt x="2906813" y="4206335"/>
                  </a:moveTo>
                  <a:cubicBezTo>
                    <a:pt x="2897697" y="4206588"/>
                    <a:pt x="2891620" y="4215198"/>
                    <a:pt x="2893899" y="4221275"/>
                  </a:cubicBezTo>
                  <a:cubicBezTo>
                    <a:pt x="2896937" y="4229125"/>
                    <a:pt x="2909599" y="4226593"/>
                    <a:pt x="2913397" y="4217477"/>
                  </a:cubicBezTo>
                  <a:cubicBezTo>
                    <a:pt x="2914916" y="4213425"/>
                    <a:pt x="2914663" y="4206842"/>
                    <a:pt x="2906813" y="4206335"/>
                  </a:cubicBezTo>
                  <a:close/>
                  <a:moveTo>
                    <a:pt x="2862752" y="4204816"/>
                  </a:moveTo>
                  <a:cubicBezTo>
                    <a:pt x="2853383" y="4205069"/>
                    <a:pt x="2847558" y="4213678"/>
                    <a:pt x="2850091" y="4219756"/>
                  </a:cubicBezTo>
                  <a:cubicBezTo>
                    <a:pt x="2853383" y="4227606"/>
                    <a:pt x="2866297" y="4225074"/>
                    <a:pt x="2869842" y="4215958"/>
                  </a:cubicBezTo>
                  <a:cubicBezTo>
                    <a:pt x="2871108" y="4211906"/>
                    <a:pt x="2870602" y="4205322"/>
                    <a:pt x="2862752" y="4204816"/>
                  </a:cubicBezTo>
                  <a:close/>
                  <a:moveTo>
                    <a:pt x="2825528" y="4214438"/>
                  </a:moveTo>
                  <a:cubicBezTo>
                    <a:pt x="2827047" y="4210387"/>
                    <a:pt x="2826287" y="4204056"/>
                    <a:pt x="2817931" y="4203296"/>
                  </a:cubicBezTo>
                  <a:cubicBezTo>
                    <a:pt x="2808562" y="4203549"/>
                    <a:pt x="2802991" y="4212159"/>
                    <a:pt x="2805776" y="4218237"/>
                  </a:cubicBezTo>
                  <a:cubicBezTo>
                    <a:pt x="2809068" y="4226087"/>
                    <a:pt x="2822236" y="4223554"/>
                    <a:pt x="2825528" y="4214438"/>
                  </a:cubicBezTo>
                  <a:close/>
                  <a:moveTo>
                    <a:pt x="2780960" y="4213172"/>
                  </a:moveTo>
                  <a:cubicBezTo>
                    <a:pt x="2782479" y="4208867"/>
                    <a:pt x="2780960" y="4202790"/>
                    <a:pt x="2773110" y="4202030"/>
                  </a:cubicBezTo>
                  <a:cubicBezTo>
                    <a:pt x="2763741" y="4202283"/>
                    <a:pt x="2758423" y="4210893"/>
                    <a:pt x="2761208" y="4216970"/>
                  </a:cubicBezTo>
                  <a:cubicBezTo>
                    <a:pt x="2764753" y="4224820"/>
                    <a:pt x="2777921" y="4222035"/>
                    <a:pt x="2780960" y="4213172"/>
                  </a:cubicBezTo>
                  <a:close/>
                  <a:moveTo>
                    <a:pt x="2736139" y="4211653"/>
                  </a:moveTo>
                  <a:cubicBezTo>
                    <a:pt x="2737405" y="4207601"/>
                    <a:pt x="2736139" y="4201271"/>
                    <a:pt x="2728036" y="4200511"/>
                  </a:cubicBezTo>
                  <a:cubicBezTo>
                    <a:pt x="2718666" y="4200764"/>
                    <a:pt x="2713349" y="4209374"/>
                    <a:pt x="2716640" y="4215451"/>
                  </a:cubicBezTo>
                  <a:cubicBezTo>
                    <a:pt x="2720439" y="4223554"/>
                    <a:pt x="2733100" y="4221022"/>
                    <a:pt x="2736139" y="4211653"/>
                  </a:cubicBezTo>
                  <a:close/>
                  <a:moveTo>
                    <a:pt x="2690812" y="4210387"/>
                  </a:moveTo>
                  <a:cubicBezTo>
                    <a:pt x="2691824" y="4206335"/>
                    <a:pt x="2690558" y="4200004"/>
                    <a:pt x="2682202" y="4199245"/>
                  </a:cubicBezTo>
                  <a:cubicBezTo>
                    <a:pt x="2672579" y="4199498"/>
                    <a:pt x="2667515" y="4208107"/>
                    <a:pt x="2671060" y="4214438"/>
                  </a:cubicBezTo>
                  <a:cubicBezTo>
                    <a:pt x="2675365" y="4222288"/>
                    <a:pt x="2688279" y="4219756"/>
                    <a:pt x="2690812" y="4210387"/>
                  </a:cubicBezTo>
                  <a:close/>
                  <a:moveTo>
                    <a:pt x="2645231" y="4209374"/>
                  </a:moveTo>
                  <a:cubicBezTo>
                    <a:pt x="2646244" y="4205069"/>
                    <a:pt x="2644218" y="4198992"/>
                    <a:pt x="2636115" y="4198232"/>
                  </a:cubicBezTo>
                  <a:cubicBezTo>
                    <a:pt x="2626492" y="4198485"/>
                    <a:pt x="2621934" y="4207095"/>
                    <a:pt x="2625226" y="4213425"/>
                  </a:cubicBezTo>
                  <a:cubicBezTo>
                    <a:pt x="2629784" y="4221022"/>
                    <a:pt x="2642952" y="4218237"/>
                    <a:pt x="2645231" y="4209374"/>
                  </a:cubicBezTo>
                  <a:close/>
                  <a:moveTo>
                    <a:pt x="2599397" y="4208107"/>
                  </a:moveTo>
                  <a:cubicBezTo>
                    <a:pt x="2600410" y="4204056"/>
                    <a:pt x="2598637" y="4197725"/>
                    <a:pt x="2590028" y="4196966"/>
                  </a:cubicBezTo>
                  <a:cubicBezTo>
                    <a:pt x="2580405" y="4197219"/>
                    <a:pt x="2575847" y="4205828"/>
                    <a:pt x="2579645" y="4212159"/>
                  </a:cubicBezTo>
                  <a:cubicBezTo>
                    <a:pt x="2584457" y="4220009"/>
                    <a:pt x="2597371" y="4217477"/>
                    <a:pt x="2599397" y="4208107"/>
                  </a:cubicBezTo>
                  <a:close/>
                  <a:moveTo>
                    <a:pt x="2553310" y="4207095"/>
                  </a:moveTo>
                  <a:cubicBezTo>
                    <a:pt x="2554070" y="4203043"/>
                    <a:pt x="2552044" y="4196712"/>
                    <a:pt x="2543687" y="4195953"/>
                  </a:cubicBezTo>
                  <a:cubicBezTo>
                    <a:pt x="2534065" y="4196206"/>
                    <a:pt x="2529507" y="4205069"/>
                    <a:pt x="2533558" y="4211146"/>
                  </a:cubicBezTo>
                  <a:cubicBezTo>
                    <a:pt x="2538623" y="4218996"/>
                    <a:pt x="2551537" y="4216211"/>
                    <a:pt x="2553310" y="4207095"/>
                  </a:cubicBezTo>
                  <a:close/>
                  <a:moveTo>
                    <a:pt x="2506970" y="4206082"/>
                  </a:moveTo>
                  <a:cubicBezTo>
                    <a:pt x="2507729" y="4202030"/>
                    <a:pt x="2505450" y="4195700"/>
                    <a:pt x="2496840" y="4194940"/>
                  </a:cubicBezTo>
                  <a:cubicBezTo>
                    <a:pt x="2486458" y="4195193"/>
                    <a:pt x="2483419" y="4204562"/>
                    <a:pt x="2487218" y="4210133"/>
                  </a:cubicBezTo>
                  <a:cubicBezTo>
                    <a:pt x="2492282" y="4217984"/>
                    <a:pt x="2505197" y="4215451"/>
                    <a:pt x="2506970" y="4206082"/>
                  </a:cubicBezTo>
                  <a:close/>
                  <a:moveTo>
                    <a:pt x="2449740" y="4193927"/>
                  </a:moveTo>
                  <a:cubicBezTo>
                    <a:pt x="2440118" y="4194180"/>
                    <a:pt x="2436319" y="4203043"/>
                    <a:pt x="2440624" y="4209120"/>
                  </a:cubicBezTo>
                  <a:cubicBezTo>
                    <a:pt x="2445942" y="4216717"/>
                    <a:pt x="2459110" y="4213932"/>
                    <a:pt x="2460376" y="4205069"/>
                  </a:cubicBezTo>
                  <a:cubicBezTo>
                    <a:pt x="2460882" y="4200764"/>
                    <a:pt x="2458097" y="4194686"/>
                    <a:pt x="2449740" y="4193927"/>
                  </a:cubicBezTo>
                  <a:close/>
                  <a:moveTo>
                    <a:pt x="2413276" y="4204309"/>
                  </a:moveTo>
                  <a:cubicBezTo>
                    <a:pt x="2413782" y="4200257"/>
                    <a:pt x="2411250" y="4193927"/>
                    <a:pt x="2402640" y="4193167"/>
                  </a:cubicBezTo>
                  <a:cubicBezTo>
                    <a:pt x="2393018" y="4193420"/>
                    <a:pt x="2389473" y="4202283"/>
                    <a:pt x="2393778" y="4208361"/>
                  </a:cubicBezTo>
                  <a:cubicBezTo>
                    <a:pt x="2399602" y="4216211"/>
                    <a:pt x="2412263" y="4213425"/>
                    <a:pt x="2413276" y="4204309"/>
                  </a:cubicBezTo>
                  <a:close/>
                  <a:moveTo>
                    <a:pt x="2366429" y="4203296"/>
                  </a:moveTo>
                  <a:cubicBezTo>
                    <a:pt x="2366682" y="4199245"/>
                    <a:pt x="2364150" y="4192914"/>
                    <a:pt x="2355287" y="4192154"/>
                  </a:cubicBezTo>
                  <a:cubicBezTo>
                    <a:pt x="2345411" y="4192407"/>
                    <a:pt x="2342119" y="4201271"/>
                    <a:pt x="2346931" y="4207348"/>
                  </a:cubicBezTo>
                  <a:cubicBezTo>
                    <a:pt x="2352755" y="4215198"/>
                    <a:pt x="2365669" y="4212666"/>
                    <a:pt x="2366429" y="4203296"/>
                  </a:cubicBezTo>
                  <a:close/>
                  <a:moveTo>
                    <a:pt x="937729" y="4232417"/>
                  </a:moveTo>
                  <a:cubicBezTo>
                    <a:pt x="940767" y="4232670"/>
                    <a:pt x="939248" y="4228619"/>
                    <a:pt x="934690" y="4223301"/>
                  </a:cubicBezTo>
                  <a:cubicBezTo>
                    <a:pt x="930892" y="4218996"/>
                    <a:pt x="924055" y="4212919"/>
                    <a:pt x="920256" y="4212919"/>
                  </a:cubicBezTo>
                  <a:cubicBezTo>
                    <a:pt x="920003" y="4212919"/>
                    <a:pt x="919750" y="4212919"/>
                    <a:pt x="919496" y="4213172"/>
                  </a:cubicBezTo>
                  <a:cubicBezTo>
                    <a:pt x="916711" y="4215958"/>
                    <a:pt x="931651" y="4231911"/>
                    <a:pt x="937729" y="4232417"/>
                  </a:cubicBezTo>
                  <a:close/>
                  <a:moveTo>
                    <a:pt x="918737" y="4234190"/>
                  </a:moveTo>
                  <a:cubicBezTo>
                    <a:pt x="921522" y="4234443"/>
                    <a:pt x="920003" y="4230391"/>
                    <a:pt x="915192" y="4225074"/>
                  </a:cubicBezTo>
                  <a:cubicBezTo>
                    <a:pt x="911393" y="4220769"/>
                    <a:pt x="904556" y="4214945"/>
                    <a:pt x="901011" y="4214691"/>
                  </a:cubicBezTo>
                  <a:cubicBezTo>
                    <a:pt x="900758" y="4214691"/>
                    <a:pt x="900505" y="4214691"/>
                    <a:pt x="900251" y="4214945"/>
                  </a:cubicBezTo>
                  <a:cubicBezTo>
                    <a:pt x="897719" y="4217730"/>
                    <a:pt x="913166" y="4233683"/>
                    <a:pt x="918737" y="4234190"/>
                  </a:cubicBezTo>
                  <a:close/>
                  <a:moveTo>
                    <a:pt x="901011" y="4235962"/>
                  </a:moveTo>
                  <a:cubicBezTo>
                    <a:pt x="903796" y="4236215"/>
                    <a:pt x="902024" y="4232164"/>
                    <a:pt x="897213" y="4226846"/>
                  </a:cubicBezTo>
                  <a:cubicBezTo>
                    <a:pt x="893667" y="4222794"/>
                    <a:pt x="886830" y="4216717"/>
                    <a:pt x="883032" y="4216464"/>
                  </a:cubicBezTo>
                  <a:cubicBezTo>
                    <a:pt x="882779" y="4216464"/>
                    <a:pt x="882525" y="4216717"/>
                    <a:pt x="882525" y="4216717"/>
                  </a:cubicBezTo>
                  <a:cubicBezTo>
                    <a:pt x="879993" y="4219503"/>
                    <a:pt x="895440" y="4235456"/>
                    <a:pt x="901011" y="4235962"/>
                  </a:cubicBezTo>
                  <a:close/>
                  <a:moveTo>
                    <a:pt x="884298" y="4237735"/>
                  </a:moveTo>
                  <a:cubicBezTo>
                    <a:pt x="886830" y="4237988"/>
                    <a:pt x="885058" y="4233936"/>
                    <a:pt x="879993" y="4228619"/>
                  </a:cubicBezTo>
                  <a:cubicBezTo>
                    <a:pt x="876448" y="4224567"/>
                    <a:pt x="869358" y="4218490"/>
                    <a:pt x="866066" y="4218237"/>
                  </a:cubicBezTo>
                  <a:cubicBezTo>
                    <a:pt x="866066" y="4218237"/>
                    <a:pt x="865813" y="4218237"/>
                    <a:pt x="865813" y="4218237"/>
                  </a:cubicBezTo>
                  <a:cubicBezTo>
                    <a:pt x="862267" y="4220009"/>
                    <a:pt x="878474" y="4237229"/>
                    <a:pt x="884298" y="4237735"/>
                  </a:cubicBezTo>
                  <a:close/>
                  <a:moveTo>
                    <a:pt x="868598" y="4239507"/>
                  </a:moveTo>
                  <a:cubicBezTo>
                    <a:pt x="870877" y="4239761"/>
                    <a:pt x="868851" y="4235709"/>
                    <a:pt x="864040" y="4230391"/>
                  </a:cubicBezTo>
                  <a:cubicBezTo>
                    <a:pt x="860242" y="4226087"/>
                    <a:pt x="853151" y="4220262"/>
                    <a:pt x="850113" y="4220262"/>
                  </a:cubicBezTo>
                  <a:cubicBezTo>
                    <a:pt x="850113" y="4220262"/>
                    <a:pt x="849859" y="4220262"/>
                    <a:pt x="849859" y="4220262"/>
                  </a:cubicBezTo>
                  <a:cubicBezTo>
                    <a:pt x="846821" y="4222035"/>
                    <a:pt x="863280" y="4239001"/>
                    <a:pt x="868598" y="4239507"/>
                  </a:cubicBezTo>
                  <a:close/>
                  <a:moveTo>
                    <a:pt x="853911" y="4241533"/>
                  </a:moveTo>
                  <a:cubicBezTo>
                    <a:pt x="856190" y="4241786"/>
                    <a:pt x="853911" y="4237735"/>
                    <a:pt x="848846" y="4232417"/>
                  </a:cubicBezTo>
                  <a:cubicBezTo>
                    <a:pt x="845048" y="4228365"/>
                    <a:pt x="838211" y="4222288"/>
                    <a:pt x="835172" y="4222288"/>
                  </a:cubicBezTo>
                  <a:cubicBezTo>
                    <a:pt x="835172" y="4222288"/>
                    <a:pt x="834919" y="4222288"/>
                    <a:pt x="834919" y="4222288"/>
                  </a:cubicBezTo>
                  <a:cubicBezTo>
                    <a:pt x="832387" y="4224061"/>
                    <a:pt x="848846" y="4240774"/>
                    <a:pt x="853911" y="4241533"/>
                  </a:cubicBezTo>
                  <a:close/>
                  <a:moveTo>
                    <a:pt x="840490" y="4243559"/>
                  </a:moveTo>
                  <a:cubicBezTo>
                    <a:pt x="842516" y="4243812"/>
                    <a:pt x="840237" y="4239761"/>
                    <a:pt x="835172" y="4234443"/>
                  </a:cubicBezTo>
                  <a:cubicBezTo>
                    <a:pt x="831374" y="4230391"/>
                    <a:pt x="824537" y="4224314"/>
                    <a:pt x="821751" y="4224314"/>
                  </a:cubicBezTo>
                  <a:cubicBezTo>
                    <a:pt x="821751" y="4224314"/>
                    <a:pt x="821498" y="4224314"/>
                    <a:pt x="821498" y="4224314"/>
                  </a:cubicBezTo>
                  <a:cubicBezTo>
                    <a:pt x="818966" y="4225833"/>
                    <a:pt x="835932" y="4242800"/>
                    <a:pt x="840490" y="4243559"/>
                  </a:cubicBezTo>
                  <a:close/>
                  <a:moveTo>
                    <a:pt x="822511" y="4236215"/>
                  </a:moveTo>
                  <a:cubicBezTo>
                    <a:pt x="818713" y="4232164"/>
                    <a:pt x="811875" y="4226087"/>
                    <a:pt x="809343" y="4226087"/>
                  </a:cubicBezTo>
                  <a:cubicBezTo>
                    <a:pt x="809343" y="4226087"/>
                    <a:pt x="809090" y="4226087"/>
                    <a:pt x="809090" y="4226087"/>
                  </a:cubicBezTo>
                  <a:cubicBezTo>
                    <a:pt x="807064" y="4227859"/>
                    <a:pt x="823777" y="4244825"/>
                    <a:pt x="828335" y="4245332"/>
                  </a:cubicBezTo>
                  <a:cubicBezTo>
                    <a:pt x="830361" y="4245585"/>
                    <a:pt x="827829" y="4241533"/>
                    <a:pt x="822511" y="4236215"/>
                  </a:cubicBezTo>
                  <a:close/>
                  <a:moveTo>
                    <a:pt x="811116" y="4238241"/>
                  </a:moveTo>
                  <a:cubicBezTo>
                    <a:pt x="807064" y="4233936"/>
                    <a:pt x="800227" y="4228112"/>
                    <a:pt x="797948" y="4228112"/>
                  </a:cubicBezTo>
                  <a:cubicBezTo>
                    <a:pt x="797948" y="4228112"/>
                    <a:pt x="797695" y="4228112"/>
                    <a:pt x="797695" y="4228112"/>
                  </a:cubicBezTo>
                  <a:cubicBezTo>
                    <a:pt x="795922" y="4229885"/>
                    <a:pt x="812888" y="4246851"/>
                    <a:pt x="816940" y="4247357"/>
                  </a:cubicBezTo>
                  <a:cubicBezTo>
                    <a:pt x="818966" y="4247611"/>
                    <a:pt x="816180" y="4243559"/>
                    <a:pt x="811116" y="4238241"/>
                  </a:cubicBezTo>
                  <a:close/>
                  <a:moveTo>
                    <a:pt x="800734" y="4240267"/>
                  </a:moveTo>
                  <a:cubicBezTo>
                    <a:pt x="796935" y="4236469"/>
                    <a:pt x="789845" y="4230138"/>
                    <a:pt x="787819" y="4230138"/>
                  </a:cubicBezTo>
                  <a:cubicBezTo>
                    <a:pt x="787819" y="4230138"/>
                    <a:pt x="787566" y="4230138"/>
                    <a:pt x="787566" y="4230138"/>
                  </a:cubicBezTo>
                  <a:cubicBezTo>
                    <a:pt x="786300" y="4231911"/>
                    <a:pt x="803519" y="4248877"/>
                    <a:pt x="807064" y="4249383"/>
                  </a:cubicBezTo>
                  <a:cubicBezTo>
                    <a:pt x="808837" y="4249637"/>
                    <a:pt x="806051" y="4245585"/>
                    <a:pt x="800734" y="4240267"/>
                  </a:cubicBezTo>
                  <a:close/>
                  <a:moveTo>
                    <a:pt x="798455" y="4251662"/>
                  </a:moveTo>
                  <a:cubicBezTo>
                    <a:pt x="800227" y="4251916"/>
                    <a:pt x="796429" y="4247104"/>
                    <a:pt x="791617" y="4242546"/>
                  </a:cubicBezTo>
                  <a:cubicBezTo>
                    <a:pt x="787819" y="4238748"/>
                    <a:pt x="780729" y="4232417"/>
                    <a:pt x="778956" y="4232417"/>
                  </a:cubicBezTo>
                  <a:cubicBezTo>
                    <a:pt x="778956" y="4232417"/>
                    <a:pt x="778956" y="4232417"/>
                    <a:pt x="778703" y="4232417"/>
                  </a:cubicBezTo>
                  <a:cubicBezTo>
                    <a:pt x="777943" y="4234190"/>
                    <a:pt x="795163" y="4251156"/>
                    <a:pt x="798455" y="4251662"/>
                  </a:cubicBezTo>
                  <a:close/>
                  <a:moveTo>
                    <a:pt x="771359" y="4234443"/>
                  </a:moveTo>
                  <a:cubicBezTo>
                    <a:pt x="771359" y="4234443"/>
                    <a:pt x="771359" y="4234443"/>
                    <a:pt x="771359" y="4234443"/>
                  </a:cubicBezTo>
                  <a:cubicBezTo>
                    <a:pt x="771359" y="4234696"/>
                    <a:pt x="771106" y="4234696"/>
                    <a:pt x="771359" y="4234696"/>
                  </a:cubicBezTo>
                  <a:cubicBezTo>
                    <a:pt x="771613" y="4237482"/>
                    <a:pt x="790098" y="4254701"/>
                    <a:pt x="791364" y="4253435"/>
                  </a:cubicBezTo>
                  <a:cubicBezTo>
                    <a:pt x="791364" y="4251916"/>
                    <a:pt x="784780" y="4245078"/>
                    <a:pt x="784021" y="4244319"/>
                  </a:cubicBezTo>
                  <a:cubicBezTo>
                    <a:pt x="779716" y="4240267"/>
                    <a:pt x="773132" y="4234443"/>
                    <a:pt x="771359" y="4234443"/>
                  </a:cubicBezTo>
                  <a:close/>
                  <a:moveTo>
                    <a:pt x="765029" y="4236722"/>
                  </a:moveTo>
                  <a:cubicBezTo>
                    <a:pt x="764016" y="4237988"/>
                    <a:pt x="782501" y="4255967"/>
                    <a:pt x="784780" y="4255967"/>
                  </a:cubicBezTo>
                  <a:cubicBezTo>
                    <a:pt x="784780" y="4255967"/>
                    <a:pt x="784780" y="4255967"/>
                    <a:pt x="784780" y="4255967"/>
                  </a:cubicBezTo>
                  <a:cubicBezTo>
                    <a:pt x="784527" y="4254448"/>
                    <a:pt x="778196" y="4248117"/>
                    <a:pt x="776930" y="4246851"/>
                  </a:cubicBezTo>
                  <a:cubicBezTo>
                    <a:pt x="773385" y="4242800"/>
                    <a:pt x="766548" y="4236722"/>
                    <a:pt x="765029" y="4236722"/>
                  </a:cubicBezTo>
                  <a:close/>
                  <a:moveTo>
                    <a:pt x="759964" y="4239001"/>
                  </a:moveTo>
                  <a:cubicBezTo>
                    <a:pt x="759204" y="4240267"/>
                    <a:pt x="777943" y="4258246"/>
                    <a:pt x="779969" y="4258246"/>
                  </a:cubicBezTo>
                  <a:cubicBezTo>
                    <a:pt x="780222" y="4257487"/>
                    <a:pt x="775158" y="4252169"/>
                    <a:pt x="772119" y="4249130"/>
                  </a:cubicBezTo>
                  <a:cubicBezTo>
                    <a:pt x="767814" y="4245078"/>
                    <a:pt x="761230" y="4239001"/>
                    <a:pt x="759964" y="4239001"/>
                  </a:cubicBezTo>
                  <a:close/>
                  <a:moveTo>
                    <a:pt x="767814" y="4251156"/>
                  </a:moveTo>
                  <a:cubicBezTo>
                    <a:pt x="763763" y="4247357"/>
                    <a:pt x="757179" y="4241027"/>
                    <a:pt x="756166" y="4241027"/>
                  </a:cubicBezTo>
                  <a:cubicBezTo>
                    <a:pt x="755913" y="4242293"/>
                    <a:pt x="774398" y="4260272"/>
                    <a:pt x="776171" y="4260272"/>
                  </a:cubicBezTo>
                  <a:cubicBezTo>
                    <a:pt x="776171" y="4259766"/>
                    <a:pt x="770853" y="4254448"/>
                    <a:pt x="767814" y="4251156"/>
                  </a:cubicBezTo>
                  <a:close/>
                  <a:moveTo>
                    <a:pt x="764775" y="4253688"/>
                  </a:moveTo>
                  <a:cubicBezTo>
                    <a:pt x="764269" y="4253182"/>
                    <a:pt x="754900" y="4244066"/>
                    <a:pt x="753380" y="4243812"/>
                  </a:cubicBezTo>
                  <a:cubicBezTo>
                    <a:pt x="753380" y="4244572"/>
                    <a:pt x="770853" y="4262298"/>
                    <a:pt x="773385" y="4263058"/>
                  </a:cubicBezTo>
                  <a:cubicBezTo>
                    <a:pt x="773385" y="4262045"/>
                    <a:pt x="768067" y="4256727"/>
                    <a:pt x="764775" y="4253688"/>
                  </a:cubicBezTo>
                  <a:close/>
                  <a:moveTo>
                    <a:pt x="3264368" y="4176707"/>
                  </a:moveTo>
                  <a:cubicBezTo>
                    <a:pt x="3255252" y="4176707"/>
                    <a:pt x="3247402" y="4186330"/>
                    <a:pt x="3249174" y="4192661"/>
                  </a:cubicBezTo>
                  <a:cubicBezTo>
                    <a:pt x="3251200" y="4199751"/>
                    <a:pt x="3263102" y="4196966"/>
                    <a:pt x="3268166" y="4188103"/>
                  </a:cubicBezTo>
                  <a:cubicBezTo>
                    <a:pt x="3270699" y="4183798"/>
                    <a:pt x="3271205" y="4177467"/>
                    <a:pt x="3264368" y="4176707"/>
                  </a:cubicBezTo>
                  <a:close/>
                  <a:moveTo>
                    <a:pt x="3223092" y="4174682"/>
                  </a:moveTo>
                  <a:cubicBezTo>
                    <a:pt x="3213976" y="4174682"/>
                    <a:pt x="3206379" y="4184304"/>
                    <a:pt x="3208152" y="4190635"/>
                  </a:cubicBezTo>
                  <a:cubicBezTo>
                    <a:pt x="3210431" y="4197725"/>
                    <a:pt x="3222333" y="4194686"/>
                    <a:pt x="3227144" y="4186077"/>
                  </a:cubicBezTo>
                  <a:cubicBezTo>
                    <a:pt x="3229676" y="4182025"/>
                    <a:pt x="3230436" y="4175441"/>
                    <a:pt x="3223092" y="4174682"/>
                  </a:cubicBezTo>
                  <a:close/>
                  <a:moveTo>
                    <a:pt x="2874400" y="4161261"/>
                  </a:moveTo>
                  <a:cubicBezTo>
                    <a:pt x="2865031" y="4161514"/>
                    <a:pt x="2858954" y="4170377"/>
                    <a:pt x="2861739" y="4176454"/>
                  </a:cubicBezTo>
                  <a:cubicBezTo>
                    <a:pt x="2865284" y="4184304"/>
                    <a:pt x="2878452" y="4181772"/>
                    <a:pt x="2881744" y="4172403"/>
                  </a:cubicBezTo>
                  <a:cubicBezTo>
                    <a:pt x="2883263" y="4168604"/>
                    <a:pt x="2882504" y="4162020"/>
                    <a:pt x="2874400" y="4161261"/>
                  </a:cubicBezTo>
                  <a:close/>
                  <a:moveTo>
                    <a:pt x="2836416" y="4171136"/>
                  </a:moveTo>
                  <a:cubicBezTo>
                    <a:pt x="2837936" y="4167085"/>
                    <a:pt x="2836923" y="4160501"/>
                    <a:pt x="2828566" y="4159741"/>
                  </a:cubicBezTo>
                  <a:cubicBezTo>
                    <a:pt x="2818184" y="4159994"/>
                    <a:pt x="2813626" y="4169364"/>
                    <a:pt x="2816158" y="4175188"/>
                  </a:cubicBezTo>
                  <a:cubicBezTo>
                    <a:pt x="2819703" y="4183038"/>
                    <a:pt x="2833124" y="4180253"/>
                    <a:pt x="2836416" y="4171136"/>
                  </a:cubicBezTo>
                  <a:close/>
                  <a:moveTo>
                    <a:pt x="2790836" y="4169870"/>
                  </a:moveTo>
                  <a:cubicBezTo>
                    <a:pt x="2792355" y="4165565"/>
                    <a:pt x="2790582" y="4159235"/>
                    <a:pt x="2782732" y="4158475"/>
                  </a:cubicBezTo>
                  <a:cubicBezTo>
                    <a:pt x="2772350" y="4158728"/>
                    <a:pt x="2768045" y="4168098"/>
                    <a:pt x="2770831" y="4173922"/>
                  </a:cubicBezTo>
                  <a:cubicBezTo>
                    <a:pt x="2774376" y="4181519"/>
                    <a:pt x="2787797" y="4178986"/>
                    <a:pt x="2790836" y="4169870"/>
                  </a:cubicBezTo>
                  <a:close/>
                  <a:moveTo>
                    <a:pt x="2744495" y="4168351"/>
                  </a:moveTo>
                  <a:cubicBezTo>
                    <a:pt x="2745762" y="4164299"/>
                    <a:pt x="2744495" y="4157715"/>
                    <a:pt x="2736139" y="4156956"/>
                  </a:cubicBezTo>
                  <a:cubicBezTo>
                    <a:pt x="2725757" y="4157209"/>
                    <a:pt x="2721452" y="4166578"/>
                    <a:pt x="2724490" y="4172403"/>
                  </a:cubicBezTo>
                  <a:cubicBezTo>
                    <a:pt x="2728542" y="4180253"/>
                    <a:pt x="2741963" y="4177467"/>
                    <a:pt x="2744495" y="4168351"/>
                  </a:cubicBezTo>
                  <a:close/>
                  <a:moveTo>
                    <a:pt x="2698155" y="4167085"/>
                  </a:moveTo>
                  <a:cubicBezTo>
                    <a:pt x="2699168" y="4163033"/>
                    <a:pt x="2697902" y="4156449"/>
                    <a:pt x="2689292" y="4155690"/>
                  </a:cubicBezTo>
                  <a:cubicBezTo>
                    <a:pt x="2679670" y="4155943"/>
                    <a:pt x="2674352" y="4164806"/>
                    <a:pt x="2677897" y="4171136"/>
                  </a:cubicBezTo>
                  <a:cubicBezTo>
                    <a:pt x="2682455" y="4178986"/>
                    <a:pt x="2695623" y="4176454"/>
                    <a:pt x="2698155" y="4167085"/>
                  </a:cubicBezTo>
                  <a:close/>
                  <a:moveTo>
                    <a:pt x="2651561" y="4165819"/>
                  </a:moveTo>
                  <a:cubicBezTo>
                    <a:pt x="2652574" y="4161514"/>
                    <a:pt x="2650549" y="4155183"/>
                    <a:pt x="2642192" y="4154423"/>
                  </a:cubicBezTo>
                  <a:cubicBezTo>
                    <a:pt x="2631557" y="4154677"/>
                    <a:pt x="2628011" y="4164299"/>
                    <a:pt x="2631304" y="4169870"/>
                  </a:cubicBezTo>
                  <a:cubicBezTo>
                    <a:pt x="2635608" y="4177720"/>
                    <a:pt x="2649283" y="4174935"/>
                    <a:pt x="2651561" y="4165819"/>
                  </a:cubicBezTo>
                  <a:close/>
                  <a:moveTo>
                    <a:pt x="2604208" y="4164806"/>
                  </a:moveTo>
                  <a:cubicBezTo>
                    <a:pt x="2605221" y="4160754"/>
                    <a:pt x="2603195" y="4154170"/>
                    <a:pt x="2594586" y="4153411"/>
                  </a:cubicBezTo>
                  <a:cubicBezTo>
                    <a:pt x="2583950" y="4153664"/>
                    <a:pt x="2580405" y="4163286"/>
                    <a:pt x="2583950" y="4168857"/>
                  </a:cubicBezTo>
                  <a:cubicBezTo>
                    <a:pt x="2589015" y="4176707"/>
                    <a:pt x="2602182" y="4173922"/>
                    <a:pt x="2604208" y="4164806"/>
                  </a:cubicBezTo>
                  <a:close/>
                  <a:moveTo>
                    <a:pt x="2556855" y="4163540"/>
                  </a:moveTo>
                  <a:cubicBezTo>
                    <a:pt x="2557615" y="4159488"/>
                    <a:pt x="2555589" y="4152904"/>
                    <a:pt x="2546979" y="4152144"/>
                  </a:cubicBezTo>
                  <a:cubicBezTo>
                    <a:pt x="2537103" y="4152398"/>
                    <a:pt x="2532545" y="4161514"/>
                    <a:pt x="2536597" y="4167591"/>
                  </a:cubicBezTo>
                  <a:cubicBezTo>
                    <a:pt x="2541915" y="4175694"/>
                    <a:pt x="2555082" y="4172909"/>
                    <a:pt x="2556855" y="4163540"/>
                  </a:cubicBezTo>
                  <a:close/>
                  <a:moveTo>
                    <a:pt x="2499120" y="4151131"/>
                  </a:moveTo>
                  <a:cubicBezTo>
                    <a:pt x="2488484" y="4151385"/>
                    <a:pt x="2485192" y="4161008"/>
                    <a:pt x="2489244" y="4166578"/>
                  </a:cubicBezTo>
                  <a:cubicBezTo>
                    <a:pt x="2494561" y="4174428"/>
                    <a:pt x="2507982" y="4171896"/>
                    <a:pt x="2509502" y="4162527"/>
                  </a:cubicBezTo>
                  <a:cubicBezTo>
                    <a:pt x="2510008" y="4158475"/>
                    <a:pt x="2507982" y="4151891"/>
                    <a:pt x="2499120" y="4151131"/>
                  </a:cubicBezTo>
                  <a:close/>
                  <a:moveTo>
                    <a:pt x="2450753" y="4150372"/>
                  </a:moveTo>
                  <a:cubicBezTo>
                    <a:pt x="2440118" y="4150625"/>
                    <a:pt x="2437332" y="4160248"/>
                    <a:pt x="2441384" y="4165819"/>
                  </a:cubicBezTo>
                  <a:cubicBezTo>
                    <a:pt x="2446955" y="4173669"/>
                    <a:pt x="2460376" y="4170883"/>
                    <a:pt x="2461642" y="4161514"/>
                  </a:cubicBezTo>
                  <a:cubicBezTo>
                    <a:pt x="2462149" y="4157209"/>
                    <a:pt x="2459363" y="4150878"/>
                    <a:pt x="2450753" y="4150372"/>
                  </a:cubicBezTo>
                  <a:close/>
                  <a:moveTo>
                    <a:pt x="2402387" y="4149359"/>
                  </a:moveTo>
                  <a:cubicBezTo>
                    <a:pt x="2391752" y="4149612"/>
                    <a:pt x="2389219" y="4159235"/>
                    <a:pt x="2393271" y="4164806"/>
                  </a:cubicBezTo>
                  <a:cubicBezTo>
                    <a:pt x="2399095" y="4172656"/>
                    <a:pt x="2412263" y="4169870"/>
                    <a:pt x="2413276" y="4160501"/>
                  </a:cubicBezTo>
                  <a:cubicBezTo>
                    <a:pt x="2413782" y="4156702"/>
                    <a:pt x="2411250" y="4149866"/>
                    <a:pt x="2402387" y="4149359"/>
                  </a:cubicBezTo>
                  <a:close/>
                  <a:moveTo>
                    <a:pt x="2365163" y="4159741"/>
                  </a:moveTo>
                  <a:cubicBezTo>
                    <a:pt x="2365416" y="4155690"/>
                    <a:pt x="2362631" y="4149106"/>
                    <a:pt x="2353768" y="4148346"/>
                  </a:cubicBezTo>
                  <a:cubicBezTo>
                    <a:pt x="2343892" y="4148599"/>
                    <a:pt x="2340094" y="4157715"/>
                    <a:pt x="2344905" y="4163793"/>
                  </a:cubicBezTo>
                  <a:cubicBezTo>
                    <a:pt x="2351236" y="4171896"/>
                    <a:pt x="2364403" y="4169111"/>
                    <a:pt x="2365163" y="4159741"/>
                  </a:cubicBezTo>
                  <a:close/>
                  <a:moveTo>
                    <a:pt x="2316797" y="4158982"/>
                  </a:moveTo>
                  <a:cubicBezTo>
                    <a:pt x="2317050" y="4154677"/>
                    <a:pt x="2313505" y="4148093"/>
                    <a:pt x="2304895" y="4147586"/>
                  </a:cubicBezTo>
                  <a:cubicBezTo>
                    <a:pt x="2294513" y="4147840"/>
                    <a:pt x="2291474" y="4157715"/>
                    <a:pt x="2297299" y="4164046"/>
                  </a:cubicBezTo>
                  <a:cubicBezTo>
                    <a:pt x="2304136" y="4171136"/>
                    <a:pt x="2316290" y="4167844"/>
                    <a:pt x="2316797" y="4158982"/>
                  </a:cubicBezTo>
                  <a:close/>
                  <a:moveTo>
                    <a:pt x="941021" y="4186330"/>
                  </a:moveTo>
                  <a:cubicBezTo>
                    <a:pt x="944313" y="4186583"/>
                    <a:pt x="943553" y="4182532"/>
                    <a:pt x="938995" y="4176961"/>
                  </a:cubicBezTo>
                  <a:cubicBezTo>
                    <a:pt x="935450" y="4172656"/>
                    <a:pt x="928866" y="4166325"/>
                    <a:pt x="924561" y="4166325"/>
                  </a:cubicBezTo>
                  <a:cubicBezTo>
                    <a:pt x="924308" y="4166325"/>
                    <a:pt x="923801" y="4166325"/>
                    <a:pt x="923801" y="4166578"/>
                  </a:cubicBezTo>
                  <a:cubicBezTo>
                    <a:pt x="920003" y="4169364"/>
                    <a:pt x="934437" y="4185570"/>
                    <a:pt x="941021" y="4186330"/>
                  </a:cubicBezTo>
                  <a:close/>
                  <a:moveTo>
                    <a:pt x="919243" y="4187849"/>
                  </a:moveTo>
                  <a:cubicBezTo>
                    <a:pt x="922282" y="4188103"/>
                    <a:pt x="921269" y="4184051"/>
                    <a:pt x="916964" y="4178480"/>
                  </a:cubicBezTo>
                  <a:cubicBezTo>
                    <a:pt x="913419" y="4174175"/>
                    <a:pt x="906582" y="4167844"/>
                    <a:pt x="902530" y="4167844"/>
                  </a:cubicBezTo>
                  <a:cubicBezTo>
                    <a:pt x="902277" y="4167844"/>
                    <a:pt x="902024" y="4167844"/>
                    <a:pt x="901771" y="4168098"/>
                  </a:cubicBezTo>
                  <a:cubicBezTo>
                    <a:pt x="898226" y="4171136"/>
                    <a:pt x="912659" y="4187090"/>
                    <a:pt x="919243" y="4187849"/>
                  </a:cubicBezTo>
                  <a:close/>
                  <a:moveTo>
                    <a:pt x="898732" y="4189622"/>
                  </a:moveTo>
                  <a:cubicBezTo>
                    <a:pt x="901771" y="4189875"/>
                    <a:pt x="900505" y="4185824"/>
                    <a:pt x="895946" y="4180253"/>
                  </a:cubicBezTo>
                  <a:cubicBezTo>
                    <a:pt x="892401" y="4175948"/>
                    <a:pt x="885564" y="4169870"/>
                    <a:pt x="881766" y="4169617"/>
                  </a:cubicBezTo>
                  <a:cubicBezTo>
                    <a:pt x="881513" y="4169617"/>
                    <a:pt x="881259" y="4169870"/>
                    <a:pt x="881006" y="4169870"/>
                  </a:cubicBezTo>
                  <a:cubicBezTo>
                    <a:pt x="877967" y="4172656"/>
                    <a:pt x="892655" y="4188862"/>
                    <a:pt x="898732" y="4189622"/>
                  </a:cubicBezTo>
                  <a:close/>
                  <a:moveTo>
                    <a:pt x="879234" y="4191395"/>
                  </a:moveTo>
                  <a:cubicBezTo>
                    <a:pt x="882019" y="4191648"/>
                    <a:pt x="880753" y="4187596"/>
                    <a:pt x="876195" y="4182025"/>
                  </a:cubicBezTo>
                  <a:cubicBezTo>
                    <a:pt x="872650" y="4177720"/>
                    <a:pt x="865813" y="4171643"/>
                    <a:pt x="862014" y="4171390"/>
                  </a:cubicBezTo>
                  <a:cubicBezTo>
                    <a:pt x="861761" y="4171390"/>
                    <a:pt x="861508" y="4171643"/>
                    <a:pt x="861254" y="4171643"/>
                  </a:cubicBezTo>
                  <a:cubicBezTo>
                    <a:pt x="858469" y="4174428"/>
                    <a:pt x="873409" y="4190635"/>
                    <a:pt x="879234" y="4191395"/>
                  </a:cubicBezTo>
                  <a:close/>
                  <a:moveTo>
                    <a:pt x="861001" y="4193167"/>
                  </a:moveTo>
                  <a:cubicBezTo>
                    <a:pt x="863787" y="4193420"/>
                    <a:pt x="862267" y="4189369"/>
                    <a:pt x="857456" y="4183798"/>
                  </a:cubicBezTo>
                  <a:cubicBezTo>
                    <a:pt x="853658" y="4179493"/>
                    <a:pt x="847074" y="4173415"/>
                    <a:pt x="843529" y="4173162"/>
                  </a:cubicBezTo>
                  <a:cubicBezTo>
                    <a:pt x="843275" y="4173162"/>
                    <a:pt x="843022" y="4173415"/>
                    <a:pt x="842769" y="4173415"/>
                  </a:cubicBezTo>
                  <a:cubicBezTo>
                    <a:pt x="840237" y="4176201"/>
                    <a:pt x="855430" y="4192407"/>
                    <a:pt x="861001" y="4193167"/>
                  </a:cubicBezTo>
                  <a:close/>
                  <a:moveTo>
                    <a:pt x="843782" y="4194940"/>
                  </a:moveTo>
                  <a:cubicBezTo>
                    <a:pt x="846314" y="4195193"/>
                    <a:pt x="844795" y="4191141"/>
                    <a:pt x="839983" y="4185570"/>
                  </a:cubicBezTo>
                  <a:cubicBezTo>
                    <a:pt x="836185" y="4181265"/>
                    <a:pt x="829348" y="4175188"/>
                    <a:pt x="826309" y="4174935"/>
                  </a:cubicBezTo>
                  <a:cubicBezTo>
                    <a:pt x="826056" y="4174935"/>
                    <a:pt x="825803" y="4175188"/>
                    <a:pt x="825803" y="4175188"/>
                  </a:cubicBezTo>
                  <a:cubicBezTo>
                    <a:pt x="823271" y="4178227"/>
                    <a:pt x="838464" y="4194433"/>
                    <a:pt x="843782" y="4194940"/>
                  </a:cubicBezTo>
                  <a:close/>
                  <a:moveTo>
                    <a:pt x="827575" y="4196966"/>
                  </a:moveTo>
                  <a:cubicBezTo>
                    <a:pt x="830108" y="4197219"/>
                    <a:pt x="828082" y="4193167"/>
                    <a:pt x="823271" y="4187596"/>
                  </a:cubicBezTo>
                  <a:cubicBezTo>
                    <a:pt x="819472" y="4183291"/>
                    <a:pt x="812635" y="4177214"/>
                    <a:pt x="809596" y="4177214"/>
                  </a:cubicBezTo>
                  <a:cubicBezTo>
                    <a:pt x="809596" y="4177214"/>
                    <a:pt x="809343" y="4177214"/>
                    <a:pt x="809343" y="4177214"/>
                  </a:cubicBezTo>
                  <a:cubicBezTo>
                    <a:pt x="806304" y="4178986"/>
                    <a:pt x="822258" y="4196206"/>
                    <a:pt x="827575" y="4196966"/>
                  </a:cubicBezTo>
                  <a:close/>
                  <a:moveTo>
                    <a:pt x="812635" y="4198738"/>
                  </a:moveTo>
                  <a:cubicBezTo>
                    <a:pt x="814914" y="4198992"/>
                    <a:pt x="812888" y="4194940"/>
                    <a:pt x="808077" y="4189369"/>
                  </a:cubicBezTo>
                  <a:cubicBezTo>
                    <a:pt x="804532" y="4185317"/>
                    <a:pt x="797695" y="4178986"/>
                    <a:pt x="794656" y="4178986"/>
                  </a:cubicBezTo>
                  <a:cubicBezTo>
                    <a:pt x="794656" y="4178986"/>
                    <a:pt x="794403" y="4178986"/>
                    <a:pt x="794403" y="4178986"/>
                  </a:cubicBezTo>
                  <a:cubicBezTo>
                    <a:pt x="791364" y="4181012"/>
                    <a:pt x="807571" y="4198232"/>
                    <a:pt x="812635" y="4198738"/>
                  </a:cubicBezTo>
                  <a:close/>
                  <a:moveTo>
                    <a:pt x="798961" y="4200764"/>
                  </a:moveTo>
                  <a:cubicBezTo>
                    <a:pt x="801240" y="4201017"/>
                    <a:pt x="798961" y="4196966"/>
                    <a:pt x="793896" y="4191395"/>
                  </a:cubicBezTo>
                  <a:cubicBezTo>
                    <a:pt x="790351" y="4187343"/>
                    <a:pt x="783514" y="4181012"/>
                    <a:pt x="780729" y="4181012"/>
                  </a:cubicBezTo>
                  <a:cubicBezTo>
                    <a:pt x="780729" y="4181012"/>
                    <a:pt x="780475" y="4181012"/>
                    <a:pt x="780475" y="4181012"/>
                  </a:cubicBezTo>
                  <a:cubicBezTo>
                    <a:pt x="777943" y="4183038"/>
                    <a:pt x="794150" y="4200257"/>
                    <a:pt x="798961" y="4200764"/>
                  </a:cubicBezTo>
                  <a:close/>
                  <a:moveTo>
                    <a:pt x="780982" y="4193420"/>
                  </a:moveTo>
                  <a:cubicBezTo>
                    <a:pt x="777184" y="4189369"/>
                    <a:pt x="770600" y="4183038"/>
                    <a:pt x="767814" y="4183038"/>
                  </a:cubicBezTo>
                  <a:cubicBezTo>
                    <a:pt x="767814" y="4183038"/>
                    <a:pt x="767561" y="4183038"/>
                    <a:pt x="767561" y="4183038"/>
                  </a:cubicBezTo>
                  <a:cubicBezTo>
                    <a:pt x="765282" y="4184810"/>
                    <a:pt x="781742" y="4202030"/>
                    <a:pt x="786300" y="4202537"/>
                  </a:cubicBezTo>
                  <a:cubicBezTo>
                    <a:pt x="788325" y="4203043"/>
                    <a:pt x="786046" y="4198992"/>
                    <a:pt x="780982" y="4193420"/>
                  </a:cubicBezTo>
                  <a:close/>
                  <a:moveTo>
                    <a:pt x="769333" y="4195700"/>
                  </a:moveTo>
                  <a:cubicBezTo>
                    <a:pt x="765282" y="4191395"/>
                    <a:pt x="758698" y="4185317"/>
                    <a:pt x="756419" y="4185317"/>
                  </a:cubicBezTo>
                  <a:cubicBezTo>
                    <a:pt x="756419" y="4185317"/>
                    <a:pt x="756166" y="4185317"/>
                    <a:pt x="756166" y="4185317"/>
                  </a:cubicBezTo>
                  <a:cubicBezTo>
                    <a:pt x="754140" y="4187090"/>
                    <a:pt x="770853" y="4204309"/>
                    <a:pt x="774904" y="4204816"/>
                  </a:cubicBezTo>
                  <a:cubicBezTo>
                    <a:pt x="776677" y="4205069"/>
                    <a:pt x="774398" y="4201017"/>
                    <a:pt x="769333" y="4195700"/>
                  </a:cubicBezTo>
                  <a:close/>
                  <a:moveTo>
                    <a:pt x="758698" y="4197725"/>
                  </a:moveTo>
                  <a:cubicBezTo>
                    <a:pt x="754900" y="4193674"/>
                    <a:pt x="748063" y="4187343"/>
                    <a:pt x="746037" y="4187343"/>
                  </a:cubicBezTo>
                  <a:cubicBezTo>
                    <a:pt x="746037" y="4187343"/>
                    <a:pt x="745784" y="4187343"/>
                    <a:pt x="745784" y="4187343"/>
                  </a:cubicBezTo>
                  <a:cubicBezTo>
                    <a:pt x="744264" y="4189115"/>
                    <a:pt x="760977" y="4206335"/>
                    <a:pt x="764775" y="4206842"/>
                  </a:cubicBezTo>
                  <a:cubicBezTo>
                    <a:pt x="766548" y="4207348"/>
                    <a:pt x="763763" y="4203043"/>
                    <a:pt x="758698" y="4197725"/>
                  </a:cubicBezTo>
                  <a:close/>
                  <a:moveTo>
                    <a:pt x="755913" y="4209120"/>
                  </a:moveTo>
                  <a:cubicBezTo>
                    <a:pt x="757432" y="4209374"/>
                    <a:pt x="754646" y="4205322"/>
                    <a:pt x="749582" y="4199751"/>
                  </a:cubicBezTo>
                  <a:cubicBezTo>
                    <a:pt x="745784" y="4195700"/>
                    <a:pt x="738946" y="4189369"/>
                    <a:pt x="737174" y="4189369"/>
                  </a:cubicBezTo>
                  <a:cubicBezTo>
                    <a:pt x="737174" y="4189369"/>
                    <a:pt x="737174" y="4189369"/>
                    <a:pt x="736921" y="4189369"/>
                  </a:cubicBezTo>
                  <a:cubicBezTo>
                    <a:pt x="735654" y="4191395"/>
                    <a:pt x="752367" y="4208614"/>
                    <a:pt x="755913" y="4209120"/>
                  </a:cubicBezTo>
                  <a:close/>
                  <a:moveTo>
                    <a:pt x="729071" y="4191648"/>
                  </a:moveTo>
                  <a:cubicBezTo>
                    <a:pt x="727045" y="4193420"/>
                    <a:pt x="745784" y="4210893"/>
                    <a:pt x="748063" y="4211146"/>
                  </a:cubicBezTo>
                  <a:cubicBezTo>
                    <a:pt x="749582" y="4211399"/>
                    <a:pt x="746543" y="4207348"/>
                    <a:pt x="741225" y="4201777"/>
                  </a:cubicBezTo>
                  <a:cubicBezTo>
                    <a:pt x="737174" y="4197725"/>
                    <a:pt x="730843" y="4191648"/>
                    <a:pt x="729071" y="4191648"/>
                  </a:cubicBezTo>
                  <a:close/>
                  <a:moveTo>
                    <a:pt x="722487" y="4193927"/>
                  </a:moveTo>
                  <a:cubicBezTo>
                    <a:pt x="721474" y="4195193"/>
                    <a:pt x="739453" y="4213425"/>
                    <a:pt x="741732" y="4213425"/>
                  </a:cubicBezTo>
                  <a:cubicBezTo>
                    <a:pt x="742238" y="4212666"/>
                    <a:pt x="737427" y="4207348"/>
                    <a:pt x="734388" y="4204056"/>
                  </a:cubicBezTo>
                  <a:cubicBezTo>
                    <a:pt x="730590" y="4200257"/>
                    <a:pt x="724006" y="4193927"/>
                    <a:pt x="722487" y="4193927"/>
                  </a:cubicBezTo>
                  <a:close/>
                  <a:moveTo>
                    <a:pt x="729071" y="4206588"/>
                  </a:moveTo>
                  <a:cubicBezTo>
                    <a:pt x="725272" y="4202537"/>
                    <a:pt x="718688" y="4196206"/>
                    <a:pt x="717422" y="4196206"/>
                  </a:cubicBezTo>
                  <a:cubicBezTo>
                    <a:pt x="716663" y="4197472"/>
                    <a:pt x="734642" y="4215704"/>
                    <a:pt x="736667" y="4215704"/>
                  </a:cubicBezTo>
                  <a:cubicBezTo>
                    <a:pt x="736921" y="4215198"/>
                    <a:pt x="732109" y="4209627"/>
                    <a:pt x="729071" y="4206588"/>
                  </a:cubicBezTo>
                  <a:lnTo>
                    <a:pt x="729071" y="4206588"/>
                  </a:lnTo>
                  <a:close/>
                  <a:moveTo>
                    <a:pt x="713371" y="4198738"/>
                  </a:moveTo>
                  <a:cubicBezTo>
                    <a:pt x="713117" y="4200004"/>
                    <a:pt x="731096" y="4218237"/>
                    <a:pt x="732616" y="4218237"/>
                  </a:cubicBezTo>
                  <a:cubicBezTo>
                    <a:pt x="732869" y="4217477"/>
                    <a:pt x="727804" y="4212159"/>
                    <a:pt x="724766" y="4208867"/>
                  </a:cubicBezTo>
                  <a:cubicBezTo>
                    <a:pt x="720714" y="4205069"/>
                    <a:pt x="714383" y="4198738"/>
                    <a:pt x="713371" y="4198738"/>
                  </a:cubicBezTo>
                  <a:close/>
                  <a:moveTo>
                    <a:pt x="710585" y="4201017"/>
                  </a:moveTo>
                  <a:cubicBezTo>
                    <a:pt x="710585" y="4202030"/>
                    <a:pt x="727551" y="4219756"/>
                    <a:pt x="730084" y="4220516"/>
                  </a:cubicBezTo>
                  <a:cubicBezTo>
                    <a:pt x="730084" y="4219756"/>
                    <a:pt x="724766" y="4214438"/>
                    <a:pt x="721727" y="4211146"/>
                  </a:cubicBezTo>
                  <a:cubicBezTo>
                    <a:pt x="721474" y="4210893"/>
                    <a:pt x="712104" y="4201524"/>
                    <a:pt x="710585" y="4201017"/>
                  </a:cubicBezTo>
                  <a:close/>
                  <a:moveTo>
                    <a:pt x="3285386" y="4132646"/>
                  </a:moveTo>
                  <a:cubicBezTo>
                    <a:pt x="3276270" y="4132646"/>
                    <a:pt x="3268420" y="4142522"/>
                    <a:pt x="3270192" y="4148852"/>
                  </a:cubicBezTo>
                  <a:cubicBezTo>
                    <a:pt x="3272218" y="4155943"/>
                    <a:pt x="3284626" y="4153157"/>
                    <a:pt x="3289691" y="4144295"/>
                  </a:cubicBezTo>
                  <a:cubicBezTo>
                    <a:pt x="3292223" y="4139736"/>
                    <a:pt x="3292476" y="4133153"/>
                    <a:pt x="3285386" y="4132646"/>
                  </a:cubicBezTo>
                  <a:close/>
                  <a:moveTo>
                    <a:pt x="3247655" y="4142269"/>
                  </a:moveTo>
                  <a:cubicBezTo>
                    <a:pt x="3249934" y="4138217"/>
                    <a:pt x="3250694" y="4131380"/>
                    <a:pt x="3243097" y="4130620"/>
                  </a:cubicBezTo>
                  <a:cubicBezTo>
                    <a:pt x="3233728" y="4130620"/>
                    <a:pt x="3226131" y="4140496"/>
                    <a:pt x="3228157" y="4146827"/>
                  </a:cubicBezTo>
                  <a:cubicBezTo>
                    <a:pt x="3230689" y="4153917"/>
                    <a:pt x="3242844" y="4151131"/>
                    <a:pt x="3247655" y="4142269"/>
                  </a:cubicBezTo>
                  <a:close/>
                  <a:moveTo>
                    <a:pt x="2932136" y="4118212"/>
                  </a:moveTo>
                  <a:cubicBezTo>
                    <a:pt x="2921753" y="4118465"/>
                    <a:pt x="2916689" y="4128088"/>
                    <a:pt x="2918968" y="4133912"/>
                  </a:cubicBezTo>
                  <a:cubicBezTo>
                    <a:pt x="2922260" y="4141762"/>
                    <a:pt x="2935681" y="4139230"/>
                    <a:pt x="2939479" y="4129861"/>
                  </a:cubicBezTo>
                  <a:cubicBezTo>
                    <a:pt x="2940999" y="4125809"/>
                    <a:pt x="2940492" y="4118972"/>
                    <a:pt x="2932136" y="4118212"/>
                  </a:cubicBezTo>
                  <a:close/>
                  <a:moveTo>
                    <a:pt x="2893392" y="4128341"/>
                  </a:moveTo>
                  <a:cubicBezTo>
                    <a:pt x="2894912" y="4124290"/>
                    <a:pt x="2894152" y="4117453"/>
                    <a:pt x="2885795" y="4116693"/>
                  </a:cubicBezTo>
                  <a:cubicBezTo>
                    <a:pt x="2876173" y="4116946"/>
                    <a:pt x="2870095" y="4126062"/>
                    <a:pt x="2872881" y="4132393"/>
                  </a:cubicBezTo>
                  <a:cubicBezTo>
                    <a:pt x="2876679" y="4140496"/>
                    <a:pt x="2890100" y="4137964"/>
                    <a:pt x="2893392" y="4128341"/>
                  </a:cubicBezTo>
                  <a:close/>
                  <a:moveTo>
                    <a:pt x="2847052" y="4126822"/>
                  </a:moveTo>
                  <a:cubicBezTo>
                    <a:pt x="2848571" y="4122770"/>
                    <a:pt x="2847558" y="4115933"/>
                    <a:pt x="2838949" y="4115173"/>
                  </a:cubicBezTo>
                  <a:cubicBezTo>
                    <a:pt x="2828566" y="4115427"/>
                    <a:pt x="2823755" y="4125049"/>
                    <a:pt x="2826541" y="4130874"/>
                  </a:cubicBezTo>
                  <a:cubicBezTo>
                    <a:pt x="2830086" y="4138977"/>
                    <a:pt x="2843760" y="4136191"/>
                    <a:pt x="2847052" y="4126822"/>
                  </a:cubicBezTo>
                  <a:close/>
                  <a:moveTo>
                    <a:pt x="2800205" y="4125556"/>
                  </a:moveTo>
                  <a:cubicBezTo>
                    <a:pt x="2801724" y="4120998"/>
                    <a:pt x="2799952" y="4114667"/>
                    <a:pt x="2791595" y="4113908"/>
                  </a:cubicBezTo>
                  <a:cubicBezTo>
                    <a:pt x="2780960" y="4114161"/>
                    <a:pt x="2776655" y="4123783"/>
                    <a:pt x="2779441" y="4129607"/>
                  </a:cubicBezTo>
                  <a:cubicBezTo>
                    <a:pt x="2783492" y="4137457"/>
                    <a:pt x="2797166" y="4134672"/>
                    <a:pt x="2800205" y="4125556"/>
                  </a:cubicBezTo>
                  <a:close/>
                  <a:moveTo>
                    <a:pt x="2752852" y="4124036"/>
                  </a:moveTo>
                  <a:cubicBezTo>
                    <a:pt x="2754118" y="4119985"/>
                    <a:pt x="2752852" y="4113148"/>
                    <a:pt x="2743989" y="4112388"/>
                  </a:cubicBezTo>
                  <a:cubicBezTo>
                    <a:pt x="2733353" y="4112641"/>
                    <a:pt x="2729049" y="4122264"/>
                    <a:pt x="2732087" y="4128088"/>
                  </a:cubicBezTo>
                  <a:cubicBezTo>
                    <a:pt x="2736645" y="4136191"/>
                    <a:pt x="2750320" y="4133406"/>
                    <a:pt x="2752852" y="4124036"/>
                  </a:cubicBezTo>
                  <a:close/>
                  <a:moveTo>
                    <a:pt x="2705498" y="4122770"/>
                  </a:moveTo>
                  <a:cubicBezTo>
                    <a:pt x="2706511" y="4118719"/>
                    <a:pt x="2704992" y="4111882"/>
                    <a:pt x="2696383" y="4111122"/>
                  </a:cubicBezTo>
                  <a:cubicBezTo>
                    <a:pt x="2686507" y="4111375"/>
                    <a:pt x="2681189" y="4120491"/>
                    <a:pt x="2684734" y="4126822"/>
                  </a:cubicBezTo>
                  <a:cubicBezTo>
                    <a:pt x="2689292" y="4134925"/>
                    <a:pt x="2702966" y="4132139"/>
                    <a:pt x="2705498" y="4122770"/>
                  </a:cubicBezTo>
                  <a:close/>
                  <a:moveTo>
                    <a:pt x="2657386" y="4121504"/>
                  </a:moveTo>
                  <a:cubicBezTo>
                    <a:pt x="2658399" y="4116946"/>
                    <a:pt x="2656120" y="4110615"/>
                    <a:pt x="2647763" y="4109856"/>
                  </a:cubicBezTo>
                  <a:cubicBezTo>
                    <a:pt x="2636874" y="4110109"/>
                    <a:pt x="2633076" y="4119732"/>
                    <a:pt x="2636621" y="4125556"/>
                  </a:cubicBezTo>
                  <a:cubicBezTo>
                    <a:pt x="2641432" y="4133659"/>
                    <a:pt x="2655107" y="4130874"/>
                    <a:pt x="2657386" y="4121504"/>
                  </a:cubicBezTo>
                  <a:close/>
                  <a:moveTo>
                    <a:pt x="2609273" y="4120238"/>
                  </a:moveTo>
                  <a:cubicBezTo>
                    <a:pt x="2610286" y="4116186"/>
                    <a:pt x="2608260" y="4109349"/>
                    <a:pt x="2599397" y="4108590"/>
                  </a:cubicBezTo>
                  <a:cubicBezTo>
                    <a:pt x="2588508" y="4108843"/>
                    <a:pt x="2584963" y="4118719"/>
                    <a:pt x="2588508" y="4124290"/>
                  </a:cubicBezTo>
                  <a:cubicBezTo>
                    <a:pt x="2593320" y="4132393"/>
                    <a:pt x="2607247" y="4129607"/>
                    <a:pt x="2609273" y="4120238"/>
                  </a:cubicBezTo>
                  <a:close/>
                  <a:moveTo>
                    <a:pt x="2560653" y="4119225"/>
                  </a:moveTo>
                  <a:cubicBezTo>
                    <a:pt x="2561413" y="4115173"/>
                    <a:pt x="2559387" y="4108337"/>
                    <a:pt x="2550524" y="4107577"/>
                  </a:cubicBezTo>
                  <a:cubicBezTo>
                    <a:pt x="2540395" y="4107830"/>
                    <a:pt x="2535837" y="4116946"/>
                    <a:pt x="2539889" y="4123277"/>
                  </a:cubicBezTo>
                  <a:cubicBezTo>
                    <a:pt x="2545207" y="4131380"/>
                    <a:pt x="2558881" y="4128594"/>
                    <a:pt x="2560653" y="4119225"/>
                  </a:cubicBezTo>
                  <a:close/>
                  <a:moveTo>
                    <a:pt x="2501399" y="4106564"/>
                  </a:moveTo>
                  <a:cubicBezTo>
                    <a:pt x="2490257" y="4106817"/>
                    <a:pt x="2487218" y="4116693"/>
                    <a:pt x="2491269" y="4122264"/>
                  </a:cubicBezTo>
                  <a:cubicBezTo>
                    <a:pt x="2496587" y="4130114"/>
                    <a:pt x="2510515" y="4127328"/>
                    <a:pt x="2512034" y="4117959"/>
                  </a:cubicBezTo>
                  <a:cubicBezTo>
                    <a:pt x="2512541" y="4113908"/>
                    <a:pt x="2510261" y="4107070"/>
                    <a:pt x="2501399" y="4106564"/>
                  </a:cubicBezTo>
                  <a:close/>
                  <a:moveTo>
                    <a:pt x="2451766" y="4105551"/>
                  </a:moveTo>
                  <a:cubicBezTo>
                    <a:pt x="2440878" y="4105804"/>
                    <a:pt x="2438092" y="4115680"/>
                    <a:pt x="2442144" y="4121504"/>
                  </a:cubicBezTo>
                  <a:cubicBezTo>
                    <a:pt x="2447715" y="4129354"/>
                    <a:pt x="2461642" y="4126569"/>
                    <a:pt x="2462908" y="4117199"/>
                  </a:cubicBezTo>
                  <a:cubicBezTo>
                    <a:pt x="2463415" y="4112641"/>
                    <a:pt x="2460629" y="4106057"/>
                    <a:pt x="2451766" y="4105551"/>
                  </a:cubicBezTo>
                  <a:close/>
                  <a:moveTo>
                    <a:pt x="2402387" y="4104538"/>
                  </a:moveTo>
                  <a:cubicBezTo>
                    <a:pt x="2391499" y="4104791"/>
                    <a:pt x="2388713" y="4114667"/>
                    <a:pt x="2393018" y="4120491"/>
                  </a:cubicBezTo>
                  <a:cubicBezTo>
                    <a:pt x="2398842" y="4128341"/>
                    <a:pt x="2412516" y="4125556"/>
                    <a:pt x="2413529" y="4116186"/>
                  </a:cubicBezTo>
                  <a:cubicBezTo>
                    <a:pt x="2414036" y="4111882"/>
                    <a:pt x="2411250" y="4105044"/>
                    <a:pt x="2402387" y="4104538"/>
                  </a:cubicBezTo>
                  <a:close/>
                  <a:moveTo>
                    <a:pt x="2364150" y="4115173"/>
                  </a:moveTo>
                  <a:cubicBezTo>
                    <a:pt x="2364403" y="4111122"/>
                    <a:pt x="2361618" y="4104285"/>
                    <a:pt x="2352502" y="4103525"/>
                  </a:cubicBezTo>
                  <a:cubicBezTo>
                    <a:pt x="2342373" y="4103778"/>
                    <a:pt x="2338574" y="4113148"/>
                    <a:pt x="2343386" y="4119478"/>
                  </a:cubicBezTo>
                  <a:cubicBezTo>
                    <a:pt x="2349716" y="4127582"/>
                    <a:pt x="2363137" y="4124796"/>
                    <a:pt x="2364150" y="4115173"/>
                  </a:cubicBezTo>
                  <a:close/>
                  <a:moveTo>
                    <a:pt x="2314518" y="4114414"/>
                  </a:moveTo>
                  <a:cubicBezTo>
                    <a:pt x="2314771" y="4109856"/>
                    <a:pt x="2311226" y="4103525"/>
                    <a:pt x="2302363" y="4102766"/>
                  </a:cubicBezTo>
                  <a:cubicBezTo>
                    <a:pt x="2291728" y="4103019"/>
                    <a:pt x="2288436" y="4113148"/>
                    <a:pt x="2294513" y="4119478"/>
                  </a:cubicBezTo>
                  <a:cubicBezTo>
                    <a:pt x="2301350" y="4126822"/>
                    <a:pt x="2314011" y="4123530"/>
                    <a:pt x="2314518" y="4114414"/>
                  </a:cubicBezTo>
                  <a:close/>
                  <a:moveTo>
                    <a:pt x="2264632" y="4113654"/>
                  </a:moveTo>
                  <a:cubicBezTo>
                    <a:pt x="2264886" y="4109602"/>
                    <a:pt x="2261594" y="4102766"/>
                    <a:pt x="2252477" y="4102006"/>
                  </a:cubicBezTo>
                  <a:cubicBezTo>
                    <a:pt x="2241589" y="4102259"/>
                    <a:pt x="2238803" y="4112388"/>
                    <a:pt x="2245134" y="4118719"/>
                  </a:cubicBezTo>
                  <a:cubicBezTo>
                    <a:pt x="2251971" y="4126062"/>
                    <a:pt x="2264126" y="4122770"/>
                    <a:pt x="2264632" y="4113654"/>
                  </a:cubicBezTo>
                  <a:close/>
                  <a:moveTo>
                    <a:pt x="2214747" y="4112894"/>
                  </a:moveTo>
                  <a:cubicBezTo>
                    <a:pt x="2214747" y="4108337"/>
                    <a:pt x="2210948" y="4102006"/>
                    <a:pt x="2202086" y="4101499"/>
                  </a:cubicBezTo>
                  <a:cubicBezTo>
                    <a:pt x="2191450" y="4101752"/>
                    <a:pt x="2188665" y="4112135"/>
                    <a:pt x="2194995" y="4118212"/>
                  </a:cubicBezTo>
                  <a:cubicBezTo>
                    <a:pt x="2202339" y="4125303"/>
                    <a:pt x="2214494" y="4122011"/>
                    <a:pt x="2214747" y="4112894"/>
                  </a:cubicBezTo>
                  <a:close/>
                  <a:moveTo>
                    <a:pt x="902277" y="4132899"/>
                  </a:moveTo>
                  <a:cubicBezTo>
                    <a:pt x="898985" y="4128341"/>
                    <a:pt x="892148" y="4122011"/>
                    <a:pt x="888096" y="4122011"/>
                  </a:cubicBezTo>
                  <a:cubicBezTo>
                    <a:pt x="887843" y="4122011"/>
                    <a:pt x="887337" y="4122011"/>
                    <a:pt x="887084" y="4122264"/>
                  </a:cubicBezTo>
                  <a:cubicBezTo>
                    <a:pt x="883285" y="4125049"/>
                    <a:pt x="897213" y="4141762"/>
                    <a:pt x="904050" y="4142269"/>
                  </a:cubicBezTo>
                  <a:cubicBezTo>
                    <a:pt x="907342" y="4142775"/>
                    <a:pt x="906582" y="4138470"/>
                    <a:pt x="902277" y="4132899"/>
                  </a:cubicBezTo>
                  <a:close/>
                  <a:moveTo>
                    <a:pt x="881766" y="4144041"/>
                  </a:moveTo>
                  <a:cubicBezTo>
                    <a:pt x="885058" y="4144295"/>
                    <a:pt x="884045" y="4140243"/>
                    <a:pt x="879740" y="4134672"/>
                  </a:cubicBezTo>
                  <a:cubicBezTo>
                    <a:pt x="876195" y="4130114"/>
                    <a:pt x="869611" y="4124036"/>
                    <a:pt x="865559" y="4123783"/>
                  </a:cubicBezTo>
                  <a:cubicBezTo>
                    <a:pt x="865306" y="4123783"/>
                    <a:pt x="865053" y="4123783"/>
                    <a:pt x="864800" y="4124036"/>
                  </a:cubicBezTo>
                  <a:cubicBezTo>
                    <a:pt x="861001" y="4126822"/>
                    <a:pt x="874929" y="4143281"/>
                    <a:pt x="881766" y="4144041"/>
                  </a:cubicBezTo>
                  <a:close/>
                  <a:moveTo>
                    <a:pt x="860748" y="4145814"/>
                  </a:moveTo>
                  <a:cubicBezTo>
                    <a:pt x="863787" y="4146067"/>
                    <a:pt x="862774" y="4142016"/>
                    <a:pt x="858469" y="4136445"/>
                  </a:cubicBezTo>
                  <a:cubicBezTo>
                    <a:pt x="854924" y="4131886"/>
                    <a:pt x="848340" y="4125809"/>
                    <a:pt x="844288" y="4125556"/>
                  </a:cubicBezTo>
                  <a:cubicBezTo>
                    <a:pt x="844035" y="4125556"/>
                    <a:pt x="843782" y="4125809"/>
                    <a:pt x="843529" y="4125809"/>
                  </a:cubicBezTo>
                  <a:cubicBezTo>
                    <a:pt x="839983" y="4128341"/>
                    <a:pt x="854417" y="4145054"/>
                    <a:pt x="860748" y="4145814"/>
                  </a:cubicBezTo>
                  <a:close/>
                  <a:moveTo>
                    <a:pt x="840743" y="4147586"/>
                  </a:moveTo>
                  <a:cubicBezTo>
                    <a:pt x="843529" y="4147840"/>
                    <a:pt x="842516" y="4143535"/>
                    <a:pt x="837958" y="4137964"/>
                  </a:cubicBezTo>
                  <a:cubicBezTo>
                    <a:pt x="834413" y="4133406"/>
                    <a:pt x="827829" y="4127328"/>
                    <a:pt x="824030" y="4127075"/>
                  </a:cubicBezTo>
                  <a:cubicBezTo>
                    <a:pt x="823777" y="4127075"/>
                    <a:pt x="823524" y="4127328"/>
                    <a:pt x="823271" y="4127328"/>
                  </a:cubicBezTo>
                  <a:cubicBezTo>
                    <a:pt x="820232" y="4130367"/>
                    <a:pt x="834919" y="4146827"/>
                    <a:pt x="840743" y="4147586"/>
                  </a:cubicBezTo>
                  <a:close/>
                  <a:moveTo>
                    <a:pt x="822004" y="4149359"/>
                  </a:moveTo>
                  <a:cubicBezTo>
                    <a:pt x="824790" y="4149612"/>
                    <a:pt x="823524" y="4145561"/>
                    <a:pt x="818713" y="4139990"/>
                  </a:cubicBezTo>
                  <a:cubicBezTo>
                    <a:pt x="815167" y="4135431"/>
                    <a:pt x="808330" y="4129354"/>
                    <a:pt x="805038" y="4129101"/>
                  </a:cubicBezTo>
                  <a:cubicBezTo>
                    <a:pt x="804785" y="4129101"/>
                    <a:pt x="804532" y="4129354"/>
                    <a:pt x="804279" y="4129354"/>
                  </a:cubicBezTo>
                  <a:cubicBezTo>
                    <a:pt x="801746" y="4132139"/>
                    <a:pt x="816434" y="4148852"/>
                    <a:pt x="822004" y="4149359"/>
                  </a:cubicBezTo>
                  <a:close/>
                  <a:moveTo>
                    <a:pt x="804279" y="4151385"/>
                  </a:moveTo>
                  <a:cubicBezTo>
                    <a:pt x="806811" y="4151638"/>
                    <a:pt x="805292" y="4147586"/>
                    <a:pt x="800734" y="4141762"/>
                  </a:cubicBezTo>
                  <a:cubicBezTo>
                    <a:pt x="797442" y="4137710"/>
                    <a:pt x="790604" y="4131127"/>
                    <a:pt x="787059" y="4131127"/>
                  </a:cubicBezTo>
                  <a:cubicBezTo>
                    <a:pt x="786806" y="4131127"/>
                    <a:pt x="786553" y="4131380"/>
                    <a:pt x="786553" y="4131380"/>
                  </a:cubicBezTo>
                  <a:cubicBezTo>
                    <a:pt x="784021" y="4134165"/>
                    <a:pt x="798961" y="4150625"/>
                    <a:pt x="804279" y="4151385"/>
                  </a:cubicBezTo>
                  <a:close/>
                  <a:moveTo>
                    <a:pt x="787819" y="4153157"/>
                  </a:moveTo>
                  <a:cubicBezTo>
                    <a:pt x="790351" y="4153411"/>
                    <a:pt x="788579" y="4149106"/>
                    <a:pt x="784021" y="4143535"/>
                  </a:cubicBezTo>
                  <a:cubicBezTo>
                    <a:pt x="780222" y="4139230"/>
                    <a:pt x="773638" y="4132899"/>
                    <a:pt x="770600" y="4132899"/>
                  </a:cubicBezTo>
                  <a:cubicBezTo>
                    <a:pt x="770600" y="4132899"/>
                    <a:pt x="770346" y="4132899"/>
                    <a:pt x="770346" y="4132899"/>
                  </a:cubicBezTo>
                  <a:cubicBezTo>
                    <a:pt x="766801" y="4134925"/>
                    <a:pt x="782248" y="4152651"/>
                    <a:pt x="787819" y="4153157"/>
                  </a:cubicBezTo>
                  <a:close/>
                  <a:moveTo>
                    <a:pt x="772625" y="4155183"/>
                  </a:moveTo>
                  <a:cubicBezTo>
                    <a:pt x="774904" y="4155437"/>
                    <a:pt x="773132" y="4151385"/>
                    <a:pt x="768321" y="4145561"/>
                  </a:cubicBezTo>
                  <a:cubicBezTo>
                    <a:pt x="764775" y="4141509"/>
                    <a:pt x="758192" y="4134925"/>
                    <a:pt x="755153" y="4134925"/>
                  </a:cubicBezTo>
                  <a:cubicBezTo>
                    <a:pt x="755153" y="4134925"/>
                    <a:pt x="754900" y="4134925"/>
                    <a:pt x="754900" y="4134925"/>
                  </a:cubicBezTo>
                  <a:cubicBezTo>
                    <a:pt x="751608" y="4136951"/>
                    <a:pt x="767308" y="4154677"/>
                    <a:pt x="772625" y="4155183"/>
                  </a:cubicBezTo>
                  <a:close/>
                  <a:moveTo>
                    <a:pt x="758445" y="4157209"/>
                  </a:moveTo>
                  <a:cubicBezTo>
                    <a:pt x="760724" y="4157462"/>
                    <a:pt x="758698" y="4153411"/>
                    <a:pt x="753887" y="4147586"/>
                  </a:cubicBezTo>
                  <a:cubicBezTo>
                    <a:pt x="750342" y="4143535"/>
                    <a:pt x="743758" y="4136951"/>
                    <a:pt x="740719" y="4136951"/>
                  </a:cubicBezTo>
                  <a:cubicBezTo>
                    <a:pt x="740719" y="4136951"/>
                    <a:pt x="740466" y="4136951"/>
                    <a:pt x="740466" y="4136951"/>
                  </a:cubicBezTo>
                  <a:cubicBezTo>
                    <a:pt x="737680" y="4138977"/>
                    <a:pt x="753634" y="4156702"/>
                    <a:pt x="758445" y="4157209"/>
                  </a:cubicBezTo>
                  <a:close/>
                  <a:moveTo>
                    <a:pt x="745530" y="4159235"/>
                  </a:moveTo>
                  <a:cubicBezTo>
                    <a:pt x="747556" y="4159488"/>
                    <a:pt x="745277" y="4155437"/>
                    <a:pt x="740466" y="4149612"/>
                  </a:cubicBezTo>
                  <a:cubicBezTo>
                    <a:pt x="736921" y="4145561"/>
                    <a:pt x="730084" y="4138977"/>
                    <a:pt x="727551" y="4138977"/>
                  </a:cubicBezTo>
                  <a:cubicBezTo>
                    <a:pt x="727551" y="4138977"/>
                    <a:pt x="727298" y="4138977"/>
                    <a:pt x="727298" y="4138977"/>
                  </a:cubicBezTo>
                  <a:cubicBezTo>
                    <a:pt x="725019" y="4141002"/>
                    <a:pt x="740972" y="4158728"/>
                    <a:pt x="745530" y="4159235"/>
                  </a:cubicBezTo>
                  <a:close/>
                  <a:moveTo>
                    <a:pt x="733882" y="4161514"/>
                  </a:moveTo>
                  <a:cubicBezTo>
                    <a:pt x="735908" y="4161767"/>
                    <a:pt x="733375" y="4157462"/>
                    <a:pt x="728564" y="4151891"/>
                  </a:cubicBezTo>
                  <a:cubicBezTo>
                    <a:pt x="724766" y="4147586"/>
                    <a:pt x="718182" y="4141256"/>
                    <a:pt x="715903" y="4141256"/>
                  </a:cubicBezTo>
                  <a:cubicBezTo>
                    <a:pt x="715903" y="4141256"/>
                    <a:pt x="715650" y="4141256"/>
                    <a:pt x="715650" y="4141256"/>
                  </a:cubicBezTo>
                  <a:cubicBezTo>
                    <a:pt x="713371" y="4143281"/>
                    <a:pt x="729577" y="4161008"/>
                    <a:pt x="733882" y="4161514"/>
                  </a:cubicBezTo>
                  <a:close/>
                  <a:moveTo>
                    <a:pt x="723246" y="4163540"/>
                  </a:moveTo>
                  <a:cubicBezTo>
                    <a:pt x="725019" y="4163793"/>
                    <a:pt x="722487" y="4159488"/>
                    <a:pt x="717422" y="4153917"/>
                  </a:cubicBezTo>
                  <a:cubicBezTo>
                    <a:pt x="713877" y="4149866"/>
                    <a:pt x="707040" y="4143281"/>
                    <a:pt x="705014" y="4143281"/>
                  </a:cubicBezTo>
                  <a:cubicBezTo>
                    <a:pt x="705014" y="4143281"/>
                    <a:pt x="704761" y="4143281"/>
                    <a:pt x="704761" y="4143281"/>
                  </a:cubicBezTo>
                  <a:cubicBezTo>
                    <a:pt x="703495" y="4145307"/>
                    <a:pt x="719701" y="4163033"/>
                    <a:pt x="723246" y="4163540"/>
                  </a:cubicBezTo>
                  <a:close/>
                  <a:moveTo>
                    <a:pt x="714130" y="4165819"/>
                  </a:moveTo>
                  <a:cubicBezTo>
                    <a:pt x="715650" y="4166072"/>
                    <a:pt x="713117" y="4161767"/>
                    <a:pt x="708053" y="4156196"/>
                  </a:cubicBezTo>
                  <a:cubicBezTo>
                    <a:pt x="704254" y="4152144"/>
                    <a:pt x="697671" y="4145561"/>
                    <a:pt x="695898" y="4145561"/>
                  </a:cubicBezTo>
                  <a:cubicBezTo>
                    <a:pt x="695898" y="4145561"/>
                    <a:pt x="695898" y="4145561"/>
                    <a:pt x="695645" y="4145561"/>
                  </a:cubicBezTo>
                  <a:cubicBezTo>
                    <a:pt x="694379" y="4147586"/>
                    <a:pt x="710838" y="4165312"/>
                    <a:pt x="714130" y="4165819"/>
                  </a:cubicBezTo>
                  <a:close/>
                  <a:moveTo>
                    <a:pt x="687795" y="4148093"/>
                  </a:moveTo>
                  <a:cubicBezTo>
                    <a:pt x="685769" y="4149866"/>
                    <a:pt x="704254" y="4167844"/>
                    <a:pt x="706280" y="4168098"/>
                  </a:cubicBezTo>
                  <a:cubicBezTo>
                    <a:pt x="707800" y="4168351"/>
                    <a:pt x="704761" y="4164046"/>
                    <a:pt x="699696" y="4158475"/>
                  </a:cubicBezTo>
                  <a:cubicBezTo>
                    <a:pt x="695898" y="4154170"/>
                    <a:pt x="689314" y="4148093"/>
                    <a:pt x="687795" y="4148093"/>
                  </a:cubicBezTo>
                  <a:close/>
                  <a:moveTo>
                    <a:pt x="680958" y="4150372"/>
                  </a:moveTo>
                  <a:cubicBezTo>
                    <a:pt x="679692" y="4151638"/>
                    <a:pt x="697417" y="4170377"/>
                    <a:pt x="699696" y="4170377"/>
                  </a:cubicBezTo>
                  <a:cubicBezTo>
                    <a:pt x="700456" y="4169617"/>
                    <a:pt x="695645" y="4164046"/>
                    <a:pt x="692606" y="4160754"/>
                  </a:cubicBezTo>
                  <a:cubicBezTo>
                    <a:pt x="689061" y="4156702"/>
                    <a:pt x="682477" y="4150372"/>
                    <a:pt x="680958" y="4150372"/>
                  </a:cubicBezTo>
                  <a:close/>
                  <a:moveTo>
                    <a:pt x="675640" y="4152651"/>
                  </a:moveTo>
                  <a:cubicBezTo>
                    <a:pt x="674880" y="4153917"/>
                    <a:pt x="692353" y="4172656"/>
                    <a:pt x="694379" y="4172656"/>
                  </a:cubicBezTo>
                  <a:cubicBezTo>
                    <a:pt x="694885" y="4171896"/>
                    <a:pt x="689821" y="4166325"/>
                    <a:pt x="687035" y="4163033"/>
                  </a:cubicBezTo>
                  <a:cubicBezTo>
                    <a:pt x="683237" y="4159235"/>
                    <a:pt x="676906" y="4152651"/>
                    <a:pt x="675640" y="4152651"/>
                  </a:cubicBezTo>
                  <a:close/>
                  <a:moveTo>
                    <a:pt x="671588" y="4155183"/>
                  </a:moveTo>
                  <a:cubicBezTo>
                    <a:pt x="671082" y="4156449"/>
                    <a:pt x="688808" y="4175188"/>
                    <a:pt x="690580" y="4175188"/>
                  </a:cubicBezTo>
                  <a:cubicBezTo>
                    <a:pt x="690834" y="4174428"/>
                    <a:pt x="685769" y="4168857"/>
                    <a:pt x="682983" y="4165565"/>
                  </a:cubicBezTo>
                  <a:cubicBezTo>
                    <a:pt x="678932" y="4161514"/>
                    <a:pt x="672601" y="4155183"/>
                    <a:pt x="671588" y="4155183"/>
                  </a:cubicBezTo>
                  <a:close/>
                  <a:moveTo>
                    <a:pt x="668803" y="4157462"/>
                  </a:moveTo>
                  <a:cubicBezTo>
                    <a:pt x="668803" y="4158475"/>
                    <a:pt x="685263" y="4176707"/>
                    <a:pt x="687795" y="4177467"/>
                  </a:cubicBezTo>
                  <a:cubicBezTo>
                    <a:pt x="687795" y="4176707"/>
                    <a:pt x="682730" y="4171136"/>
                    <a:pt x="679692" y="4167844"/>
                  </a:cubicBezTo>
                  <a:cubicBezTo>
                    <a:pt x="679438" y="4167591"/>
                    <a:pt x="670322" y="4157969"/>
                    <a:pt x="668803" y="4157462"/>
                  </a:cubicBezTo>
                  <a:close/>
                  <a:moveTo>
                    <a:pt x="3348692" y="4089345"/>
                  </a:moveTo>
                  <a:cubicBezTo>
                    <a:pt x="3339323" y="4089345"/>
                    <a:pt x="3331220" y="4099727"/>
                    <a:pt x="3333246" y="4106057"/>
                  </a:cubicBezTo>
                  <a:cubicBezTo>
                    <a:pt x="3335525" y="4113401"/>
                    <a:pt x="3347679" y="4110362"/>
                    <a:pt x="3352744" y="4101499"/>
                  </a:cubicBezTo>
                  <a:cubicBezTo>
                    <a:pt x="3355276" y="4096688"/>
                    <a:pt x="3355783" y="4090104"/>
                    <a:pt x="3348692" y="4089345"/>
                  </a:cubicBezTo>
                  <a:close/>
                  <a:moveTo>
                    <a:pt x="3305897" y="4087319"/>
                  </a:moveTo>
                  <a:cubicBezTo>
                    <a:pt x="3296528" y="4087319"/>
                    <a:pt x="3288678" y="4097701"/>
                    <a:pt x="3290703" y="4104032"/>
                  </a:cubicBezTo>
                  <a:cubicBezTo>
                    <a:pt x="3292982" y="4111375"/>
                    <a:pt x="3305391" y="4108337"/>
                    <a:pt x="3310455" y="4099220"/>
                  </a:cubicBezTo>
                  <a:cubicBezTo>
                    <a:pt x="3312987" y="4094662"/>
                    <a:pt x="3313241" y="4088078"/>
                    <a:pt x="3305897" y="4087319"/>
                  </a:cubicBezTo>
                  <a:close/>
                  <a:moveTo>
                    <a:pt x="3267660" y="4097195"/>
                  </a:moveTo>
                  <a:cubicBezTo>
                    <a:pt x="3270192" y="4092636"/>
                    <a:pt x="3270192" y="4086053"/>
                    <a:pt x="3262849" y="4085293"/>
                  </a:cubicBezTo>
                  <a:cubicBezTo>
                    <a:pt x="3253479" y="4085293"/>
                    <a:pt x="3245629" y="4095675"/>
                    <a:pt x="3247908" y="4102006"/>
                  </a:cubicBezTo>
                  <a:cubicBezTo>
                    <a:pt x="3250441" y="4109349"/>
                    <a:pt x="3262849" y="4106311"/>
                    <a:pt x="3267660" y="4097195"/>
                  </a:cubicBezTo>
                  <a:close/>
                  <a:moveTo>
                    <a:pt x="2991391" y="4074404"/>
                  </a:moveTo>
                  <a:cubicBezTo>
                    <a:pt x="2981262" y="4074657"/>
                    <a:pt x="2975437" y="4084533"/>
                    <a:pt x="2977716" y="4090357"/>
                  </a:cubicBezTo>
                  <a:cubicBezTo>
                    <a:pt x="2981008" y="4098461"/>
                    <a:pt x="2994683" y="4095928"/>
                    <a:pt x="2998481" y="4086306"/>
                  </a:cubicBezTo>
                  <a:cubicBezTo>
                    <a:pt x="3000760" y="4081748"/>
                    <a:pt x="2999494" y="4075164"/>
                    <a:pt x="2991391" y="4074404"/>
                  </a:cubicBezTo>
                  <a:close/>
                  <a:moveTo>
                    <a:pt x="2944544" y="4072632"/>
                  </a:moveTo>
                  <a:cubicBezTo>
                    <a:pt x="2934162" y="4072885"/>
                    <a:pt x="2928844" y="4082760"/>
                    <a:pt x="2931376" y="4088838"/>
                  </a:cubicBezTo>
                  <a:cubicBezTo>
                    <a:pt x="2934921" y="4096941"/>
                    <a:pt x="2948595" y="4094156"/>
                    <a:pt x="2952141" y="4084786"/>
                  </a:cubicBezTo>
                  <a:cubicBezTo>
                    <a:pt x="2953913" y="4080228"/>
                    <a:pt x="2952647" y="4073391"/>
                    <a:pt x="2944544" y="4072632"/>
                  </a:cubicBezTo>
                  <a:close/>
                  <a:moveTo>
                    <a:pt x="2905041" y="4083267"/>
                  </a:moveTo>
                  <a:cubicBezTo>
                    <a:pt x="2906560" y="4078709"/>
                    <a:pt x="2905294" y="4071872"/>
                    <a:pt x="2897191" y="4071365"/>
                  </a:cubicBezTo>
                  <a:cubicBezTo>
                    <a:pt x="2887315" y="4071618"/>
                    <a:pt x="2880984" y="4080988"/>
                    <a:pt x="2884023" y="4087572"/>
                  </a:cubicBezTo>
                  <a:cubicBezTo>
                    <a:pt x="2887821" y="4095422"/>
                    <a:pt x="2901495" y="4092890"/>
                    <a:pt x="2905041" y="4083267"/>
                  </a:cubicBezTo>
                  <a:close/>
                  <a:moveTo>
                    <a:pt x="2857434" y="4081748"/>
                  </a:moveTo>
                  <a:cubicBezTo>
                    <a:pt x="2858954" y="4077189"/>
                    <a:pt x="2857434" y="4070353"/>
                    <a:pt x="2849078" y="4069846"/>
                  </a:cubicBezTo>
                  <a:cubicBezTo>
                    <a:pt x="2838695" y="4070099"/>
                    <a:pt x="2833631" y="4079975"/>
                    <a:pt x="2836416" y="4086053"/>
                  </a:cubicBezTo>
                  <a:cubicBezTo>
                    <a:pt x="2840215" y="4093902"/>
                    <a:pt x="2854395" y="4091117"/>
                    <a:pt x="2857434" y="4081748"/>
                  </a:cubicBezTo>
                  <a:close/>
                  <a:moveTo>
                    <a:pt x="2809574" y="4080228"/>
                  </a:moveTo>
                  <a:cubicBezTo>
                    <a:pt x="2811094" y="4075670"/>
                    <a:pt x="2809321" y="4068833"/>
                    <a:pt x="2800711" y="4068327"/>
                  </a:cubicBezTo>
                  <a:cubicBezTo>
                    <a:pt x="2790076" y="4068580"/>
                    <a:pt x="2785265" y="4078456"/>
                    <a:pt x="2788303" y="4084533"/>
                  </a:cubicBezTo>
                  <a:cubicBezTo>
                    <a:pt x="2792608" y="4092383"/>
                    <a:pt x="2806536" y="4089598"/>
                    <a:pt x="2809574" y="4080228"/>
                  </a:cubicBezTo>
                  <a:close/>
                  <a:moveTo>
                    <a:pt x="2761208" y="4078709"/>
                  </a:moveTo>
                  <a:cubicBezTo>
                    <a:pt x="2762474" y="4074151"/>
                    <a:pt x="2760449" y="4067314"/>
                    <a:pt x="2752092" y="4066808"/>
                  </a:cubicBezTo>
                  <a:cubicBezTo>
                    <a:pt x="2741457" y="4067061"/>
                    <a:pt x="2736899" y="4077189"/>
                    <a:pt x="2740191" y="4083014"/>
                  </a:cubicBezTo>
                  <a:cubicBezTo>
                    <a:pt x="2744495" y="4091117"/>
                    <a:pt x="2758423" y="4088331"/>
                    <a:pt x="2761208" y="4078709"/>
                  </a:cubicBezTo>
                  <a:close/>
                  <a:moveTo>
                    <a:pt x="2712336" y="4077443"/>
                  </a:moveTo>
                  <a:cubicBezTo>
                    <a:pt x="2713602" y="4072885"/>
                    <a:pt x="2711323" y="4066048"/>
                    <a:pt x="2702966" y="4065541"/>
                  </a:cubicBezTo>
                  <a:cubicBezTo>
                    <a:pt x="2692837" y="4065794"/>
                    <a:pt x="2687519" y="4075164"/>
                    <a:pt x="2691318" y="4081748"/>
                  </a:cubicBezTo>
                  <a:cubicBezTo>
                    <a:pt x="2696129" y="4089851"/>
                    <a:pt x="2709803" y="4087065"/>
                    <a:pt x="2712336" y="4077443"/>
                  </a:cubicBezTo>
                  <a:close/>
                  <a:moveTo>
                    <a:pt x="2663463" y="4076177"/>
                  </a:moveTo>
                  <a:cubicBezTo>
                    <a:pt x="2664476" y="4071618"/>
                    <a:pt x="2662197" y="4064782"/>
                    <a:pt x="2653587" y="4064275"/>
                  </a:cubicBezTo>
                  <a:cubicBezTo>
                    <a:pt x="2642952" y="4064528"/>
                    <a:pt x="2638647" y="4074657"/>
                    <a:pt x="2642192" y="4080482"/>
                  </a:cubicBezTo>
                  <a:cubicBezTo>
                    <a:pt x="2647003" y="4088585"/>
                    <a:pt x="2661184" y="4085546"/>
                    <a:pt x="2663463" y="4076177"/>
                  </a:cubicBezTo>
                  <a:close/>
                  <a:moveTo>
                    <a:pt x="2613831" y="4074911"/>
                  </a:moveTo>
                  <a:cubicBezTo>
                    <a:pt x="2614844" y="4070353"/>
                    <a:pt x="2612312" y="4063515"/>
                    <a:pt x="2603702" y="4063009"/>
                  </a:cubicBezTo>
                  <a:cubicBezTo>
                    <a:pt x="2593066" y="4063262"/>
                    <a:pt x="2589015" y="4073391"/>
                    <a:pt x="2592813" y="4079215"/>
                  </a:cubicBezTo>
                  <a:cubicBezTo>
                    <a:pt x="2597878" y="4087319"/>
                    <a:pt x="2611805" y="4084533"/>
                    <a:pt x="2613831" y="4074911"/>
                  </a:cubicBezTo>
                  <a:close/>
                  <a:moveTo>
                    <a:pt x="2564199" y="4073644"/>
                  </a:moveTo>
                  <a:cubicBezTo>
                    <a:pt x="2564958" y="4069086"/>
                    <a:pt x="2562426" y="4062249"/>
                    <a:pt x="2553816" y="4061743"/>
                  </a:cubicBezTo>
                  <a:cubicBezTo>
                    <a:pt x="2543434" y="4061996"/>
                    <a:pt x="2538623" y="4071618"/>
                    <a:pt x="2543181" y="4077949"/>
                  </a:cubicBezTo>
                  <a:cubicBezTo>
                    <a:pt x="2548499" y="4086306"/>
                    <a:pt x="2562426" y="4083520"/>
                    <a:pt x="2564199" y="4073644"/>
                  </a:cubicBezTo>
                  <a:close/>
                  <a:moveTo>
                    <a:pt x="2503678" y="4060730"/>
                  </a:moveTo>
                  <a:cubicBezTo>
                    <a:pt x="2492789" y="4060983"/>
                    <a:pt x="2489244" y="4071112"/>
                    <a:pt x="2493295" y="4076936"/>
                  </a:cubicBezTo>
                  <a:cubicBezTo>
                    <a:pt x="2498866" y="4085040"/>
                    <a:pt x="2513047" y="4082254"/>
                    <a:pt x="2514566" y="4072632"/>
                  </a:cubicBezTo>
                  <a:cubicBezTo>
                    <a:pt x="2515073" y="4068073"/>
                    <a:pt x="2512287" y="4061237"/>
                    <a:pt x="2503678" y="4060730"/>
                  </a:cubicBezTo>
                  <a:close/>
                  <a:moveTo>
                    <a:pt x="2452779" y="4059717"/>
                  </a:moveTo>
                  <a:cubicBezTo>
                    <a:pt x="2442650" y="4059970"/>
                    <a:pt x="2438345" y="4069593"/>
                    <a:pt x="2442903" y="4075924"/>
                  </a:cubicBezTo>
                  <a:cubicBezTo>
                    <a:pt x="2448727" y="4084027"/>
                    <a:pt x="2462655" y="4081241"/>
                    <a:pt x="2464174" y="4071618"/>
                  </a:cubicBezTo>
                  <a:cubicBezTo>
                    <a:pt x="2464934" y="4067061"/>
                    <a:pt x="2461895" y="4060223"/>
                    <a:pt x="2452779" y="4059717"/>
                  </a:cubicBezTo>
                  <a:close/>
                  <a:moveTo>
                    <a:pt x="2402134" y="4058704"/>
                  </a:moveTo>
                  <a:cubicBezTo>
                    <a:pt x="2392005" y="4058957"/>
                    <a:pt x="2387700" y="4068580"/>
                    <a:pt x="2392512" y="4075164"/>
                  </a:cubicBezTo>
                  <a:cubicBezTo>
                    <a:pt x="2398589" y="4083267"/>
                    <a:pt x="2412516" y="4080228"/>
                    <a:pt x="2413529" y="4070859"/>
                  </a:cubicBezTo>
                  <a:cubicBezTo>
                    <a:pt x="2414289" y="4066048"/>
                    <a:pt x="2410997" y="4059211"/>
                    <a:pt x="2402134" y="4058704"/>
                  </a:cubicBezTo>
                  <a:close/>
                  <a:moveTo>
                    <a:pt x="2363137" y="4069593"/>
                  </a:moveTo>
                  <a:cubicBezTo>
                    <a:pt x="2363644" y="4065035"/>
                    <a:pt x="2360098" y="4058198"/>
                    <a:pt x="2351236" y="4057691"/>
                  </a:cubicBezTo>
                  <a:cubicBezTo>
                    <a:pt x="2340853" y="4057944"/>
                    <a:pt x="2336802" y="4067567"/>
                    <a:pt x="2341866" y="4074151"/>
                  </a:cubicBezTo>
                  <a:cubicBezTo>
                    <a:pt x="2348450" y="4082254"/>
                    <a:pt x="2362124" y="4079469"/>
                    <a:pt x="2363137" y="4069593"/>
                  </a:cubicBezTo>
                  <a:close/>
                  <a:moveTo>
                    <a:pt x="2312239" y="4068833"/>
                  </a:moveTo>
                  <a:cubicBezTo>
                    <a:pt x="2312492" y="4064275"/>
                    <a:pt x="2308947" y="4057438"/>
                    <a:pt x="2299831" y="4056932"/>
                  </a:cubicBezTo>
                  <a:cubicBezTo>
                    <a:pt x="2289449" y="4057185"/>
                    <a:pt x="2285903" y="4066808"/>
                    <a:pt x="2290968" y="4073391"/>
                  </a:cubicBezTo>
                  <a:cubicBezTo>
                    <a:pt x="2297552" y="4081494"/>
                    <a:pt x="2311732" y="4078456"/>
                    <a:pt x="2312239" y="4068833"/>
                  </a:cubicBezTo>
                  <a:close/>
                  <a:moveTo>
                    <a:pt x="2261087" y="4068073"/>
                  </a:moveTo>
                  <a:cubicBezTo>
                    <a:pt x="2261340" y="4063515"/>
                    <a:pt x="2257542" y="4056678"/>
                    <a:pt x="2248679" y="4056172"/>
                  </a:cubicBezTo>
                  <a:cubicBezTo>
                    <a:pt x="2237790" y="4056425"/>
                    <a:pt x="2234752" y="4067061"/>
                    <a:pt x="2241082" y="4073391"/>
                  </a:cubicBezTo>
                  <a:cubicBezTo>
                    <a:pt x="2248173" y="4080735"/>
                    <a:pt x="2260834" y="4077443"/>
                    <a:pt x="2261087" y="4068073"/>
                  </a:cubicBezTo>
                  <a:close/>
                  <a:moveTo>
                    <a:pt x="876448" y="4074911"/>
                  </a:moveTo>
                  <a:cubicBezTo>
                    <a:pt x="876195" y="4074911"/>
                    <a:pt x="875688" y="4075164"/>
                    <a:pt x="875435" y="4075164"/>
                  </a:cubicBezTo>
                  <a:cubicBezTo>
                    <a:pt x="870877" y="4078203"/>
                    <a:pt x="884298" y="4095169"/>
                    <a:pt x="891642" y="4095928"/>
                  </a:cubicBezTo>
                  <a:cubicBezTo>
                    <a:pt x="895187" y="4096181"/>
                    <a:pt x="894680" y="4091877"/>
                    <a:pt x="890882" y="4086306"/>
                  </a:cubicBezTo>
                  <a:cubicBezTo>
                    <a:pt x="887590" y="4081494"/>
                    <a:pt x="881006" y="4074911"/>
                    <a:pt x="876448" y="4074911"/>
                  </a:cubicBezTo>
                  <a:close/>
                  <a:moveTo>
                    <a:pt x="866572" y="4087825"/>
                  </a:moveTo>
                  <a:cubicBezTo>
                    <a:pt x="863280" y="4083267"/>
                    <a:pt x="856696" y="4076683"/>
                    <a:pt x="852392" y="4076683"/>
                  </a:cubicBezTo>
                  <a:cubicBezTo>
                    <a:pt x="852138" y="4076683"/>
                    <a:pt x="851632" y="4076936"/>
                    <a:pt x="851379" y="4076936"/>
                  </a:cubicBezTo>
                  <a:cubicBezTo>
                    <a:pt x="847074" y="4079975"/>
                    <a:pt x="860748" y="4096941"/>
                    <a:pt x="867838" y="4097448"/>
                  </a:cubicBezTo>
                  <a:cubicBezTo>
                    <a:pt x="871384" y="4097701"/>
                    <a:pt x="870877" y="4093396"/>
                    <a:pt x="866572" y="4087825"/>
                  </a:cubicBezTo>
                  <a:close/>
                  <a:moveTo>
                    <a:pt x="845301" y="4099220"/>
                  </a:moveTo>
                  <a:cubicBezTo>
                    <a:pt x="848593" y="4099473"/>
                    <a:pt x="847834" y="4095422"/>
                    <a:pt x="843529" y="4089598"/>
                  </a:cubicBezTo>
                  <a:cubicBezTo>
                    <a:pt x="840237" y="4085040"/>
                    <a:pt x="833653" y="4078456"/>
                    <a:pt x="829348" y="4078456"/>
                  </a:cubicBezTo>
                  <a:cubicBezTo>
                    <a:pt x="829095" y="4078456"/>
                    <a:pt x="828588" y="4078709"/>
                    <a:pt x="828588" y="4078709"/>
                  </a:cubicBezTo>
                  <a:cubicBezTo>
                    <a:pt x="824537" y="4081494"/>
                    <a:pt x="838464" y="4098461"/>
                    <a:pt x="845301" y="4099220"/>
                  </a:cubicBezTo>
                  <a:close/>
                  <a:moveTo>
                    <a:pt x="823777" y="4100993"/>
                  </a:moveTo>
                  <a:cubicBezTo>
                    <a:pt x="826816" y="4101246"/>
                    <a:pt x="826056" y="4096941"/>
                    <a:pt x="821751" y="4091370"/>
                  </a:cubicBezTo>
                  <a:cubicBezTo>
                    <a:pt x="818206" y="4086812"/>
                    <a:pt x="811622" y="4080228"/>
                    <a:pt x="807824" y="4080228"/>
                  </a:cubicBezTo>
                  <a:cubicBezTo>
                    <a:pt x="807571" y="4080228"/>
                    <a:pt x="807317" y="4080482"/>
                    <a:pt x="807064" y="4080482"/>
                  </a:cubicBezTo>
                  <a:cubicBezTo>
                    <a:pt x="803266" y="4083267"/>
                    <a:pt x="817446" y="4100233"/>
                    <a:pt x="823777" y="4100993"/>
                  </a:cubicBezTo>
                  <a:close/>
                  <a:moveTo>
                    <a:pt x="803266" y="4102766"/>
                  </a:moveTo>
                  <a:cubicBezTo>
                    <a:pt x="806304" y="4103019"/>
                    <a:pt x="805038" y="4098714"/>
                    <a:pt x="800734" y="4093143"/>
                  </a:cubicBezTo>
                  <a:cubicBezTo>
                    <a:pt x="797188" y="4088585"/>
                    <a:pt x="790604" y="4082001"/>
                    <a:pt x="786806" y="4082001"/>
                  </a:cubicBezTo>
                  <a:cubicBezTo>
                    <a:pt x="786553" y="4082001"/>
                    <a:pt x="786300" y="4082254"/>
                    <a:pt x="786046" y="4082254"/>
                  </a:cubicBezTo>
                  <a:cubicBezTo>
                    <a:pt x="783008" y="4085040"/>
                    <a:pt x="797188" y="4102006"/>
                    <a:pt x="803266" y="4102766"/>
                  </a:cubicBezTo>
                  <a:close/>
                  <a:moveTo>
                    <a:pt x="784021" y="4104538"/>
                  </a:moveTo>
                  <a:cubicBezTo>
                    <a:pt x="786806" y="4104791"/>
                    <a:pt x="785540" y="4100486"/>
                    <a:pt x="781235" y="4094916"/>
                  </a:cubicBezTo>
                  <a:cubicBezTo>
                    <a:pt x="777690" y="4090357"/>
                    <a:pt x="771106" y="4083774"/>
                    <a:pt x="767561" y="4083774"/>
                  </a:cubicBezTo>
                  <a:cubicBezTo>
                    <a:pt x="767308" y="4083774"/>
                    <a:pt x="767055" y="4084027"/>
                    <a:pt x="766801" y="4084027"/>
                  </a:cubicBezTo>
                  <a:cubicBezTo>
                    <a:pt x="764016" y="4086812"/>
                    <a:pt x="778196" y="4104032"/>
                    <a:pt x="784021" y="4104538"/>
                  </a:cubicBezTo>
                  <a:close/>
                  <a:moveTo>
                    <a:pt x="766042" y="4106564"/>
                  </a:moveTo>
                  <a:cubicBezTo>
                    <a:pt x="768827" y="4106817"/>
                    <a:pt x="767308" y="4102512"/>
                    <a:pt x="762750" y="4096941"/>
                  </a:cubicBezTo>
                  <a:cubicBezTo>
                    <a:pt x="759204" y="4092383"/>
                    <a:pt x="752621" y="4085799"/>
                    <a:pt x="749075" y="4085799"/>
                  </a:cubicBezTo>
                  <a:cubicBezTo>
                    <a:pt x="748822" y="4085799"/>
                    <a:pt x="748569" y="4086053"/>
                    <a:pt x="748569" y="4086053"/>
                  </a:cubicBezTo>
                  <a:cubicBezTo>
                    <a:pt x="745784" y="4089091"/>
                    <a:pt x="760217" y="4106057"/>
                    <a:pt x="766042" y="4106564"/>
                  </a:cubicBezTo>
                  <a:close/>
                  <a:moveTo>
                    <a:pt x="749075" y="4108590"/>
                  </a:moveTo>
                  <a:cubicBezTo>
                    <a:pt x="751608" y="4108843"/>
                    <a:pt x="750088" y="4104538"/>
                    <a:pt x="745530" y="4098967"/>
                  </a:cubicBezTo>
                  <a:cubicBezTo>
                    <a:pt x="741985" y="4094409"/>
                    <a:pt x="735401" y="4087825"/>
                    <a:pt x="732109" y="4087825"/>
                  </a:cubicBezTo>
                  <a:cubicBezTo>
                    <a:pt x="732109" y="4087825"/>
                    <a:pt x="731856" y="4087825"/>
                    <a:pt x="731856" y="4087825"/>
                  </a:cubicBezTo>
                  <a:cubicBezTo>
                    <a:pt x="728311" y="4089851"/>
                    <a:pt x="743504" y="4107830"/>
                    <a:pt x="749075" y="4108590"/>
                  </a:cubicBezTo>
                  <a:close/>
                  <a:moveTo>
                    <a:pt x="733375" y="4110615"/>
                  </a:moveTo>
                  <a:cubicBezTo>
                    <a:pt x="735654" y="4110869"/>
                    <a:pt x="733882" y="4106564"/>
                    <a:pt x="729324" y="4100993"/>
                  </a:cubicBezTo>
                  <a:cubicBezTo>
                    <a:pt x="725525" y="4096435"/>
                    <a:pt x="719195" y="4089851"/>
                    <a:pt x="716156" y="4089851"/>
                  </a:cubicBezTo>
                  <a:cubicBezTo>
                    <a:pt x="716156" y="4089851"/>
                    <a:pt x="715903" y="4089851"/>
                    <a:pt x="715903" y="4089851"/>
                  </a:cubicBezTo>
                  <a:cubicBezTo>
                    <a:pt x="712611" y="4091877"/>
                    <a:pt x="728058" y="4109856"/>
                    <a:pt x="733375" y="4110615"/>
                  </a:cubicBezTo>
                  <a:close/>
                  <a:moveTo>
                    <a:pt x="718942" y="4112641"/>
                  </a:moveTo>
                  <a:cubicBezTo>
                    <a:pt x="721221" y="4112894"/>
                    <a:pt x="719195" y="4108590"/>
                    <a:pt x="714637" y="4103019"/>
                  </a:cubicBezTo>
                  <a:cubicBezTo>
                    <a:pt x="710838" y="4098461"/>
                    <a:pt x="704254" y="4092130"/>
                    <a:pt x="701722" y="4091877"/>
                  </a:cubicBezTo>
                  <a:cubicBezTo>
                    <a:pt x="701722" y="4091877"/>
                    <a:pt x="701469" y="4091877"/>
                    <a:pt x="701469" y="4091877"/>
                  </a:cubicBezTo>
                  <a:cubicBezTo>
                    <a:pt x="698430" y="4093902"/>
                    <a:pt x="713877" y="4112135"/>
                    <a:pt x="718942" y="4112641"/>
                  </a:cubicBezTo>
                  <a:close/>
                  <a:moveTo>
                    <a:pt x="705774" y="4114920"/>
                  </a:moveTo>
                  <a:cubicBezTo>
                    <a:pt x="707800" y="4115173"/>
                    <a:pt x="705774" y="4110869"/>
                    <a:pt x="700963" y="4105298"/>
                  </a:cubicBezTo>
                  <a:cubicBezTo>
                    <a:pt x="697164" y="4100740"/>
                    <a:pt x="690580" y="4094409"/>
                    <a:pt x="688048" y="4094156"/>
                  </a:cubicBezTo>
                  <a:cubicBezTo>
                    <a:pt x="688048" y="4094156"/>
                    <a:pt x="687795" y="4094156"/>
                    <a:pt x="687795" y="4094156"/>
                  </a:cubicBezTo>
                  <a:cubicBezTo>
                    <a:pt x="685516" y="4096181"/>
                    <a:pt x="700963" y="4114161"/>
                    <a:pt x="705774" y="4114920"/>
                  </a:cubicBezTo>
                  <a:close/>
                  <a:moveTo>
                    <a:pt x="693619" y="4116946"/>
                  </a:moveTo>
                  <a:cubicBezTo>
                    <a:pt x="695645" y="4117199"/>
                    <a:pt x="693366" y="4112894"/>
                    <a:pt x="688554" y="4107323"/>
                  </a:cubicBezTo>
                  <a:cubicBezTo>
                    <a:pt x="684756" y="4102766"/>
                    <a:pt x="678172" y="4096435"/>
                    <a:pt x="675893" y="4096435"/>
                  </a:cubicBezTo>
                  <a:cubicBezTo>
                    <a:pt x="675893" y="4096435"/>
                    <a:pt x="675640" y="4096435"/>
                    <a:pt x="675640" y="4096435"/>
                  </a:cubicBezTo>
                  <a:cubicBezTo>
                    <a:pt x="673614" y="4098207"/>
                    <a:pt x="689314" y="4116440"/>
                    <a:pt x="693619" y="4116946"/>
                  </a:cubicBezTo>
                  <a:close/>
                  <a:moveTo>
                    <a:pt x="682983" y="4119225"/>
                  </a:moveTo>
                  <a:cubicBezTo>
                    <a:pt x="684756" y="4119478"/>
                    <a:pt x="682224" y="4115173"/>
                    <a:pt x="677413" y="4109602"/>
                  </a:cubicBezTo>
                  <a:cubicBezTo>
                    <a:pt x="673614" y="4105044"/>
                    <a:pt x="667030" y="4098714"/>
                    <a:pt x="665004" y="4098714"/>
                  </a:cubicBezTo>
                  <a:cubicBezTo>
                    <a:pt x="665004" y="4098714"/>
                    <a:pt x="664751" y="4098714"/>
                    <a:pt x="664751" y="4098714"/>
                  </a:cubicBezTo>
                  <a:cubicBezTo>
                    <a:pt x="663232" y="4100486"/>
                    <a:pt x="679438" y="4118719"/>
                    <a:pt x="682983" y="4119225"/>
                  </a:cubicBezTo>
                  <a:close/>
                  <a:moveTo>
                    <a:pt x="667790" y="4111882"/>
                  </a:moveTo>
                  <a:cubicBezTo>
                    <a:pt x="663992" y="4107323"/>
                    <a:pt x="657661" y="4100993"/>
                    <a:pt x="655635" y="4100993"/>
                  </a:cubicBezTo>
                  <a:cubicBezTo>
                    <a:pt x="655635" y="4100993"/>
                    <a:pt x="655635" y="4100993"/>
                    <a:pt x="655382" y="4100993"/>
                  </a:cubicBezTo>
                  <a:cubicBezTo>
                    <a:pt x="654116" y="4102766"/>
                    <a:pt x="670069" y="4120998"/>
                    <a:pt x="673614" y="4121504"/>
                  </a:cubicBezTo>
                  <a:cubicBezTo>
                    <a:pt x="675133" y="4121757"/>
                    <a:pt x="672601" y="4117453"/>
                    <a:pt x="667790" y="4111882"/>
                  </a:cubicBezTo>
                  <a:close/>
                  <a:moveTo>
                    <a:pt x="647279" y="4103019"/>
                  </a:moveTo>
                  <a:cubicBezTo>
                    <a:pt x="645253" y="4104791"/>
                    <a:pt x="663232" y="4123277"/>
                    <a:pt x="665511" y="4123783"/>
                  </a:cubicBezTo>
                  <a:cubicBezTo>
                    <a:pt x="667030" y="4124036"/>
                    <a:pt x="664245" y="4119732"/>
                    <a:pt x="659180" y="4114161"/>
                  </a:cubicBezTo>
                  <a:cubicBezTo>
                    <a:pt x="655382" y="4109602"/>
                    <a:pt x="649051" y="4103019"/>
                    <a:pt x="647279" y="4103019"/>
                  </a:cubicBezTo>
                  <a:close/>
                  <a:moveTo>
                    <a:pt x="640442" y="4105551"/>
                  </a:moveTo>
                  <a:cubicBezTo>
                    <a:pt x="639175" y="4107070"/>
                    <a:pt x="656395" y="4126315"/>
                    <a:pt x="658927" y="4126062"/>
                  </a:cubicBezTo>
                  <a:cubicBezTo>
                    <a:pt x="659687" y="4125303"/>
                    <a:pt x="654875" y="4119478"/>
                    <a:pt x="652090" y="4116440"/>
                  </a:cubicBezTo>
                  <a:cubicBezTo>
                    <a:pt x="648038" y="4111882"/>
                    <a:pt x="641961" y="4105551"/>
                    <a:pt x="640442" y="4105551"/>
                  </a:cubicBezTo>
                  <a:close/>
                  <a:moveTo>
                    <a:pt x="634871" y="4107830"/>
                  </a:moveTo>
                  <a:cubicBezTo>
                    <a:pt x="634111" y="4109349"/>
                    <a:pt x="651330" y="4128594"/>
                    <a:pt x="653356" y="4128341"/>
                  </a:cubicBezTo>
                  <a:cubicBezTo>
                    <a:pt x="653863" y="4127582"/>
                    <a:pt x="649051" y="4121757"/>
                    <a:pt x="646266" y="4118719"/>
                  </a:cubicBezTo>
                  <a:cubicBezTo>
                    <a:pt x="642214" y="4114414"/>
                    <a:pt x="636137" y="4107830"/>
                    <a:pt x="634871" y="4107830"/>
                  </a:cubicBezTo>
                  <a:close/>
                  <a:moveTo>
                    <a:pt x="630819" y="4110362"/>
                  </a:moveTo>
                  <a:cubicBezTo>
                    <a:pt x="630312" y="4111882"/>
                    <a:pt x="647785" y="4131127"/>
                    <a:pt x="649304" y="4130874"/>
                  </a:cubicBezTo>
                  <a:cubicBezTo>
                    <a:pt x="649558" y="4130114"/>
                    <a:pt x="644746" y="4124290"/>
                    <a:pt x="641961" y="4121251"/>
                  </a:cubicBezTo>
                  <a:cubicBezTo>
                    <a:pt x="637909" y="4116693"/>
                    <a:pt x="631832" y="4110362"/>
                    <a:pt x="630819" y="4110362"/>
                  </a:cubicBezTo>
                  <a:close/>
                  <a:moveTo>
                    <a:pt x="628033" y="4112894"/>
                  </a:moveTo>
                  <a:cubicBezTo>
                    <a:pt x="628033" y="4113908"/>
                    <a:pt x="643987" y="4132646"/>
                    <a:pt x="646519" y="4133406"/>
                  </a:cubicBezTo>
                  <a:cubicBezTo>
                    <a:pt x="646519" y="4132646"/>
                    <a:pt x="641708" y="4126822"/>
                    <a:pt x="638669" y="4123783"/>
                  </a:cubicBezTo>
                  <a:cubicBezTo>
                    <a:pt x="638669" y="4123530"/>
                    <a:pt x="629553" y="4113401"/>
                    <a:pt x="628033" y="4112894"/>
                  </a:cubicBezTo>
                  <a:close/>
                  <a:moveTo>
                    <a:pt x="3369710" y="4043257"/>
                  </a:moveTo>
                  <a:cubicBezTo>
                    <a:pt x="3360341" y="4043257"/>
                    <a:pt x="3352238" y="4053893"/>
                    <a:pt x="3354263" y="4060223"/>
                  </a:cubicBezTo>
                  <a:cubicBezTo>
                    <a:pt x="3356542" y="4067567"/>
                    <a:pt x="3369204" y="4064528"/>
                    <a:pt x="3374268" y="4055412"/>
                  </a:cubicBezTo>
                  <a:cubicBezTo>
                    <a:pt x="3376547" y="4050854"/>
                    <a:pt x="3376801" y="4044017"/>
                    <a:pt x="3369710" y="4043257"/>
                  </a:cubicBezTo>
                  <a:close/>
                  <a:moveTo>
                    <a:pt x="3330966" y="4053387"/>
                  </a:moveTo>
                  <a:cubicBezTo>
                    <a:pt x="3333499" y="4048828"/>
                    <a:pt x="3333499" y="4041991"/>
                    <a:pt x="3325902" y="4041231"/>
                  </a:cubicBezTo>
                  <a:cubicBezTo>
                    <a:pt x="3316533" y="4041231"/>
                    <a:pt x="3308429" y="4051867"/>
                    <a:pt x="3310709" y="4058198"/>
                  </a:cubicBezTo>
                  <a:cubicBezTo>
                    <a:pt x="3313494" y="4065794"/>
                    <a:pt x="3325902" y="4062756"/>
                    <a:pt x="3330966" y="4053387"/>
                  </a:cubicBezTo>
                  <a:close/>
                  <a:moveTo>
                    <a:pt x="3099265" y="4031609"/>
                  </a:moveTo>
                  <a:cubicBezTo>
                    <a:pt x="3089136" y="4031609"/>
                    <a:pt x="3083058" y="4041991"/>
                    <a:pt x="3085084" y="4048069"/>
                  </a:cubicBezTo>
                  <a:cubicBezTo>
                    <a:pt x="3087870" y="4056425"/>
                    <a:pt x="3101797" y="4053640"/>
                    <a:pt x="3106102" y="4044017"/>
                  </a:cubicBezTo>
                  <a:lnTo>
                    <a:pt x="3106102" y="4044017"/>
                  </a:lnTo>
                  <a:cubicBezTo>
                    <a:pt x="3108128" y="4039206"/>
                    <a:pt x="3107368" y="4032369"/>
                    <a:pt x="3099265" y="4031609"/>
                  </a:cubicBezTo>
                  <a:close/>
                  <a:moveTo>
                    <a:pt x="3052165" y="4029836"/>
                  </a:moveTo>
                  <a:cubicBezTo>
                    <a:pt x="3042289" y="4030089"/>
                    <a:pt x="3035452" y="4039459"/>
                    <a:pt x="3038237" y="4046296"/>
                  </a:cubicBezTo>
                  <a:cubicBezTo>
                    <a:pt x="3041529" y="4054652"/>
                    <a:pt x="3055457" y="4052120"/>
                    <a:pt x="3059255" y="4042245"/>
                  </a:cubicBezTo>
                  <a:cubicBezTo>
                    <a:pt x="3061281" y="4037433"/>
                    <a:pt x="3060268" y="4030343"/>
                    <a:pt x="3052165" y="4029836"/>
                  </a:cubicBezTo>
                  <a:close/>
                  <a:moveTo>
                    <a:pt x="3004558" y="4028064"/>
                  </a:moveTo>
                  <a:cubicBezTo>
                    <a:pt x="2994176" y="4028317"/>
                    <a:pt x="2988352" y="4038446"/>
                    <a:pt x="2990884" y="4044524"/>
                  </a:cubicBezTo>
                  <a:cubicBezTo>
                    <a:pt x="2994176" y="4052880"/>
                    <a:pt x="3008357" y="4050095"/>
                    <a:pt x="3012155" y="4040472"/>
                  </a:cubicBezTo>
                  <a:cubicBezTo>
                    <a:pt x="3013928" y="4035660"/>
                    <a:pt x="3012915" y="4028824"/>
                    <a:pt x="3004558" y="4028064"/>
                  </a:cubicBezTo>
                  <a:close/>
                  <a:moveTo>
                    <a:pt x="2956445" y="4026291"/>
                  </a:moveTo>
                  <a:cubicBezTo>
                    <a:pt x="2945810" y="4026544"/>
                    <a:pt x="2940492" y="4036674"/>
                    <a:pt x="2943024" y="4042751"/>
                  </a:cubicBezTo>
                  <a:cubicBezTo>
                    <a:pt x="2946570" y="4051107"/>
                    <a:pt x="2960750" y="4048322"/>
                    <a:pt x="2964295" y="4038699"/>
                  </a:cubicBezTo>
                  <a:cubicBezTo>
                    <a:pt x="2966068" y="4033888"/>
                    <a:pt x="2964802" y="4027051"/>
                    <a:pt x="2956445" y="4026291"/>
                  </a:cubicBezTo>
                  <a:close/>
                  <a:moveTo>
                    <a:pt x="2916183" y="4036927"/>
                  </a:moveTo>
                  <a:cubicBezTo>
                    <a:pt x="2917702" y="4032369"/>
                    <a:pt x="2916183" y="4025278"/>
                    <a:pt x="2907826" y="4024772"/>
                  </a:cubicBezTo>
                  <a:cubicBezTo>
                    <a:pt x="2897697" y="4025025"/>
                    <a:pt x="2891366" y="4034648"/>
                    <a:pt x="2894658" y="4041231"/>
                  </a:cubicBezTo>
                  <a:cubicBezTo>
                    <a:pt x="2898963" y="4049588"/>
                    <a:pt x="2912891" y="4046802"/>
                    <a:pt x="2916183" y="4036927"/>
                  </a:cubicBezTo>
                  <a:close/>
                  <a:moveTo>
                    <a:pt x="2867816" y="4035407"/>
                  </a:moveTo>
                  <a:cubicBezTo>
                    <a:pt x="2869336" y="4030849"/>
                    <a:pt x="2867563" y="4023759"/>
                    <a:pt x="2858954" y="4023253"/>
                  </a:cubicBezTo>
                  <a:cubicBezTo>
                    <a:pt x="2848318" y="4023506"/>
                    <a:pt x="2843253" y="4033635"/>
                    <a:pt x="2846039" y="4039712"/>
                  </a:cubicBezTo>
                  <a:cubicBezTo>
                    <a:pt x="2850344" y="4048069"/>
                    <a:pt x="2864525" y="4045283"/>
                    <a:pt x="2867816" y="4035407"/>
                  </a:cubicBezTo>
                  <a:close/>
                  <a:moveTo>
                    <a:pt x="2818690" y="4033888"/>
                  </a:moveTo>
                  <a:cubicBezTo>
                    <a:pt x="2820210" y="4029330"/>
                    <a:pt x="2818184" y="4022240"/>
                    <a:pt x="2809574" y="4021733"/>
                  </a:cubicBezTo>
                  <a:cubicBezTo>
                    <a:pt x="2798939" y="4021986"/>
                    <a:pt x="2793874" y="4032115"/>
                    <a:pt x="2797166" y="4038193"/>
                  </a:cubicBezTo>
                  <a:cubicBezTo>
                    <a:pt x="2801471" y="4046549"/>
                    <a:pt x="2815652" y="4043764"/>
                    <a:pt x="2818690" y="4033888"/>
                  </a:cubicBezTo>
                  <a:close/>
                  <a:moveTo>
                    <a:pt x="2769058" y="4032369"/>
                  </a:moveTo>
                  <a:cubicBezTo>
                    <a:pt x="2770324" y="4027811"/>
                    <a:pt x="2768299" y="4020720"/>
                    <a:pt x="2759689" y="4020214"/>
                  </a:cubicBezTo>
                  <a:cubicBezTo>
                    <a:pt x="2748800" y="4020467"/>
                    <a:pt x="2744242" y="4030596"/>
                    <a:pt x="2747534" y="4036674"/>
                  </a:cubicBezTo>
                  <a:cubicBezTo>
                    <a:pt x="2752092" y="4045030"/>
                    <a:pt x="2766526" y="4042245"/>
                    <a:pt x="2769058" y="4032369"/>
                  </a:cubicBezTo>
                  <a:close/>
                  <a:moveTo>
                    <a:pt x="2719426" y="4031103"/>
                  </a:moveTo>
                  <a:cubicBezTo>
                    <a:pt x="2720692" y="4026544"/>
                    <a:pt x="2718413" y="4019454"/>
                    <a:pt x="2709803" y="4018948"/>
                  </a:cubicBezTo>
                  <a:cubicBezTo>
                    <a:pt x="2699421" y="4019201"/>
                    <a:pt x="2693850" y="4028824"/>
                    <a:pt x="2697902" y="4035407"/>
                  </a:cubicBezTo>
                  <a:cubicBezTo>
                    <a:pt x="2702713" y="4043764"/>
                    <a:pt x="2716894" y="4040978"/>
                    <a:pt x="2719426" y="4031103"/>
                  </a:cubicBezTo>
                  <a:close/>
                  <a:moveTo>
                    <a:pt x="2669287" y="4029836"/>
                  </a:moveTo>
                  <a:cubicBezTo>
                    <a:pt x="2670300" y="4025025"/>
                    <a:pt x="2668021" y="4018188"/>
                    <a:pt x="2659158" y="4017682"/>
                  </a:cubicBezTo>
                  <a:cubicBezTo>
                    <a:pt x="2648270" y="4017935"/>
                    <a:pt x="2643965" y="4028317"/>
                    <a:pt x="2647763" y="4034141"/>
                  </a:cubicBezTo>
                  <a:cubicBezTo>
                    <a:pt x="2652574" y="4042498"/>
                    <a:pt x="2667008" y="4039459"/>
                    <a:pt x="2669287" y="4029836"/>
                  </a:cubicBezTo>
                  <a:close/>
                  <a:moveTo>
                    <a:pt x="2618642" y="4028570"/>
                  </a:moveTo>
                  <a:cubicBezTo>
                    <a:pt x="2619655" y="4023759"/>
                    <a:pt x="2617123" y="4016922"/>
                    <a:pt x="2608260" y="4016415"/>
                  </a:cubicBezTo>
                  <a:cubicBezTo>
                    <a:pt x="2597371" y="4016669"/>
                    <a:pt x="2593320" y="4027051"/>
                    <a:pt x="2597118" y="4033128"/>
                  </a:cubicBezTo>
                  <a:cubicBezTo>
                    <a:pt x="2602182" y="4041231"/>
                    <a:pt x="2616616" y="4038193"/>
                    <a:pt x="2618642" y="4028570"/>
                  </a:cubicBezTo>
                  <a:close/>
                  <a:moveTo>
                    <a:pt x="2567997" y="4027304"/>
                  </a:moveTo>
                  <a:cubicBezTo>
                    <a:pt x="2568757" y="4022493"/>
                    <a:pt x="2566224" y="4015656"/>
                    <a:pt x="2557361" y="4015149"/>
                  </a:cubicBezTo>
                  <a:cubicBezTo>
                    <a:pt x="2546979" y="4015403"/>
                    <a:pt x="2541915" y="4025025"/>
                    <a:pt x="2546473" y="4031862"/>
                  </a:cubicBezTo>
                  <a:cubicBezTo>
                    <a:pt x="2551790" y="4040219"/>
                    <a:pt x="2565971" y="4037180"/>
                    <a:pt x="2567997" y="4027304"/>
                  </a:cubicBezTo>
                  <a:close/>
                  <a:moveTo>
                    <a:pt x="2505703" y="4013883"/>
                  </a:moveTo>
                  <a:cubicBezTo>
                    <a:pt x="2494561" y="4014136"/>
                    <a:pt x="2491016" y="4024518"/>
                    <a:pt x="2495068" y="4030596"/>
                  </a:cubicBezTo>
                  <a:cubicBezTo>
                    <a:pt x="2500892" y="4038953"/>
                    <a:pt x="2515073" y="4035914"/>
                    <a:pt x="2516845" y="4026038"/>
                  </a:cubicBezTo>
                  <a:cubicBezTo>
                    <a:pt x="2517605" y="4021480"/>
                    <a:pt x="2514566" y="4014643"/>
                    <a:pt x="2505703" y="4013883"/>
                  </a:cubicBezTo>
                  <a:close/>
                  <a:moveTo>
                    <a:pt x="2454045" y="4012870"/>
                  </a:moveTo>
                  <a:cubicBezTo>
                    <a:pt x="2443663" y="4013123"/>
                    <a:pt x="2439105" y="4022999"/>
                    <a:pt x="2443916" y="4029583"/>
                  </a:cubicBezTo>
                  <a:cubicBezTo>
                    <a:pt x="2449740" y="4037940"/>
                    <a:pt x="2464174" y="4034901"/>
                    <a:pt x="2465694" y="4025025"/>
                  </a:cubicBezTo>
                  <a:cubicBezTo>
                    <a:pt x="2466200" y="4020467"/>
                    <a:pt x="2463161" y="4013630"/>
                    <a:pt x="2454045" y="4012870"/>
                  </a:cubicBezTo>
                  <a:close/>
                  <a:moveTo>
                    <a:pt x="2402134" y="4011857"/>
                  </a:moveTo>
                  <a:cubicBezTo>
                    <a:pt x="2391752" y="4012111"/>
                    <a:pt x="2387447" y="4021986"/>
                    <a:pt x="2392258" y="4028570"/>
                  </a:cubicBezTo>
                  <a:cubicBezTo>
                    <a:pt x="2398336" y="4036927"/>
                    <a:pt x="2412769" y="4033888"/>
                    <a:pt x="2413782" y="4024012"/>
                  </a:cubicBezTo>
                  <a:cubicBezTo>
                    <a:pt x="2414289" y="4019454"/>
                    <a:pt x="2410997" y="4012617"/>
                    <a:pt x="2402134" y="4011857"/>
                  </a:cubicBezTo>
                  <a:close/>
                  <a:moveTo>
                    <a:pt x="2362124" y="4023253"/>
                  </a:moveTo>
                  <a:cubicBezTo>
                    <a:pt x="2362631" y="4018441"/>
                    <a:pt x="2359086" y="4011604"/>
                    <a:pt x="2349970" y="4011098"/>
                  </a:cubicBezTo>
                  <a:cubicBezTo>
                    <a:pt x="2339334" y="4011351"/>
                    <a:pt x="2335282" y="4021227"/>
                    <a:pt x="2340347" y="4027811"/>
                  </a:cubicBezTo>
                  <a:cubicBezTo>
                    <a:pt x="2347184" y="4036167"/>
                    <a:pt x="2361111" y="4033128"/>
                    <a:pt x="2362124" y="4023253"/>
                  </a:cubicBezTo>
                  <a:close/>
                  <a:moveTo>
                    <a:pt x="2310213" y="4022240"/>
                  </a:moveTo>
                  <a:cubicBezTo>
                    <a:pt x="2310466" y="4017428"/>
                    <a:pt x="2306921" y="4010591"/>
                    <a:pt x="2297552" y="4010085"/>
                  </a:cubicBezTo>
                  <a:cubicBezTo>
                    <a:pt x="2287169" y="4010338"/>
                    <a:pt x="2283371" y="4020214"/>
                    <a:pt x="2288436" y="4026798"/>
                  </a:cubicBezTo>
                  <a:cubicBezTo>
                    <a:pt x="2295273" y="4035154"/>
                    <a:pt x="2309453" y="4032115"/>
                    <a:pt x="2310213" y="4022240"/>
                  </a:cubicBezTo>
                  <a:close/>
                  <a:moveTo>
                    <a:pt x="2258048" y="4021480"/>
                  </a:moveTo>
                  <a:cubicBezTo>
                    <a:pt x="2258302" y="4016669"/>
                    <a:pt x="2254503" y="4009832"/>
                    <a:pt x="2245387" y="4009325"/>
                  </a:cubicBezTo>
                  <a:cubicBezTo>
                    <a:pt x="2234245" y="4009578"/>
                    <a:pt x="2231207" y="4020467"/>
                    <a:pt x="2237537" y="4026798"/>
                  </a:cubicBezTo>
                  <a:cubicBezTo>
                    <a:pt x="2244627" y="4034395"/>
                    <a:pt x="2257542" y="4031103"/>
                    <a:pt x="2258048" y="4021480"/>
                  </a:cubicBezTo>
                  <a:close/>
                  <a:moveTo>
                    <a:pt x="856443" y="4049588"/>
                  </a:moveTo>
                  <a:cubicBezTo>
                    <a:pt x="860748" y="4050601"/>
                    <a:pt x="860748" y="4046043"/>
                    <a:pt x="856696" y="4039712"/>
                  </a:cubicBezTo>
                  <a:cubicBezTo>
                    <a:pt x="853658" y="4034901"/>
                    <a:pt x="847074" y="4028317"/>
                    <a:pt x="842263" y="4028317"/>
                  </a:cubicBezTo>
                  <a:cubicBezTo>
                    <a:pt x="842009" y="4028317"/>
                    <a:pt x="841503" y="4028570"/>
                    <a:pt x="841250" y="4028570"/>
                  </a:cubicBezTo>
                  <a:cubicBezTo>
                    <a:pt x="836945" y="4031609"/>
                    <a:pt x="848593" y="4047816"/>
                    <a:pt x="856443" y="4049588"/>
                  </a:cubicBezTo>
                  <a:close/>
                  <a:moveTo>
                    <a:pt x="831880" y="4041738"/>
                  </a:moveTo>
                  <a:cubicBezTo>
                    <a:pt x="828588" y="4036927"/>
                    <a:pt x="822258" y="4030343"/>
                    <a:pt x="817700" y="4030343"/>
                  </a:cubicBezTo>
                  <a:cubicBezTo>
                    <a:pt x="817446" y="4030343"/>
                    <a:pt x="816940" y="4030596"/>
                    <a:pt x="816687" y="4030596"/>
                  </a:cubicBezTo>
                  <a:cubicBezTo>
                    <a:pt x="812635" y="4033382"/>
                    <a:pt x="824537" y="4049588"/>
                    <a:pt x="832134" y="4051614"/>
                  </a:cubicBezTo>
                  <a:cubicBezTo>
                    <a:pt x="836438" y="4052373"/>
                    <a:pt x="836185" y="4047816"/>
                    <a:pt x="831880" y="4041738"/>
                  </a:cubicBezTo>
                  <a:close/>
                  <a:moveTo>
                    <a:pt x="809596" y="4053387"/>
                  </a:moveTo>
                  <a:cubicBezTo>
                    <a:pt x="812888" y="4053640"/>
                    <a:pt x="812382" y="4049335"/>
                    <a:pt x="808330" y="4043510"/>
                  </a:cubicBezTo>
                  <a:cubicBezTo>
                    <a:pt x="805038" y="4038699"/>
                    <a:pt x="798455" y="4032115"/>
                    <a:pt x="794403" y="4032115"/>
                  </a:cubicBezTo>
                  <a:cubicBezTo>
                    <a:pt x="794150" y="4032115"/>
                    <a:pt x="793643" y="4032369"/>
                    <a:pt x="793390" y="4032369"/>
                  </a:cubicBezTo>
                  <a:cubicBezTo>
                    <a:pt x="789338" y="4035154"/>
                    <a:pt x="802759" y="4052627"/>
                    <a:pt x="809596" y="4053387"/>
                  </a:cubicBezTo>
                  <a:close/>
                  <a:moveTo>
                    <a:pt x="785793" y="4045283"/>
                  </a:moveTo>
                  <a:lnTo>
                    <a:pt x="785793" y="4045283"/>
                  </a:lnTo>
                  <a:cubicBezTo>
                    <a:pt x="782501" y="4040725"/>
                    <a:pt x="775917" y="4033888"/>
                    <a:pt x="771866" y="4033888"/>
                  </a:cubicBezTo>
                  <a:cubicBezTo>
                    <a:pt x="771613" y="4033888"/>
                    <a:pt x="771106" y="4034141"/>
                    <a:pt x="771106" y="4034141"/>
                  </a:cubicBezTo>
                  <a:cubicBezTo>
                    <a:pt x="767561" y="4036927"/>
                    <a:pt x="781235" y="4054399"/>
                    <a:pt x="787566" y="4055159"/>
                  </a:cubicBezTo>
                  <a:cubicBezTo>
                    <a:pt x="790858" y="4055412"/>
                    <a:pt x="790098" y="4051107"/>
                    <a:pt x="785793" y="4045283"/>
                  </a:cubicBezTo>
                  <a:close/>
                  <a:moveTo>
                    <a:pt x="766801" y="4056932"/>
                  </a:moveTo>
                  <a:cubicBezTo>
                    <a:pt x="769840" y="4057185"/>
                    <a:pt x="768827" y="4052880"/>
                    <a:pt x="764775" y="4047056"/>
                  </a:cubicBezTo>
                  <a:cubicBezTo>
                    <a:pt x="761484" y="4042498"/>
                    <a:pt x="754900" y="4035660"/>
                    <a:pt x="750848" y="4035660"/>
                  </a:cubicBezTo>
                  <a:cubicBezTo>
                    <a:pt x="750595" y="4035660"/>
                    <a:pt x="750342" y="4035914"/>
                    <a:pt x="750088" y="4035914"/>
                  </a:cubicBezTo>
                  <a:cubicBezTo>
                    <a:pt x="746796" y="4038953"/>
                    <a:pt x="760724" y="4056425"/>
                    <a:pt x="766801" y="4056932"/>
                  </a:cubicBezTo>
                  <a:close/>
                  <a:moveTo>
                    <a:pt x="747050" y="4058957"/>
                  </a:moveTo>
                  <a:cubicBezTo>
                    <a:pt x="749835" y="4059211"/>
                    <a:pt x="748822" y="4054906"/>
                    <a:pt x="744517" y="4049081"/>
                  </a:cubicBezTo>
                  <a:cubicBezTo>
                    <a:pt x="740972" y="4044524"/>
                    <a:pt x="734642" y="4037686"/>
                    <a:pt x="730843" y="4037686"/>
                  </a:cubicBezTo>
                  <a:cubicBezTo>
                    <a:pt x="730590" y="4037686"/>
                    <a:pt x="730337" y="4037940"/>
                    <a:pt x="730084" y="4037940"/>
                  </a:cubicBezTo>
                  <a:cubicBezTo>
                    <a:pt x="727298" y="4040725"/>
                    <a:pt x="741225" y="4058198"/>
                    <a:pt x="747050" y="4058957"/>
                  </a:cubicBezTo>
                  <a:close/>
                  <a:moveTo>
                    <a:pt x="728564" y="4060983"/>
                  </a:moveTo>
                  <a:cubicBezTo>
                    <a:pt x="731350" y="4061237"/>
                    <a:pt x="730084" y="4056932"/>
                    <a:pt x="725525" y="4051107"/>
                  </a:cubicBezTo>
                  <a:cubicBezTo>
                    <a:pt x="721980" y="4046549"/>
                    <a:pt x="715650" y="4039712"/>
                    <a:pt x="712104" y="4039712"/>
                  </a:cubicBezTo>
                  <a:cubicBezTo>
                    <a:pt x="711851" y="4039712"/>
                    <a:pt x="711598" y="4039965"/>
                    <a:pt x="711345" y="4039965"/>
                  </a:cubicBezTo>
                  <a:cubicBezTo>
                    <a:pt x="708813" y="4043004"/>
                    <a:pt x="722740" y="4060223"/>
                    <a:pt x="728564" y="4060983"/>
                  </a:cubicBezTo>
                  <a:close/>
                  <a:moveTo>
                    <a:pt x="711092" y="4063009"/>
                  </a:moveTo>
                  <a:cubicBezTo>
                    <a:pt x="713624" y="4063262"/>
                    <a:pt x="712104" y="4058957"/>
                    <a:pt x="707800" y="4053133"/>
                  </a:cubicBezTo>
                  <a:cubicBezTo>
                    <a:pt x="704254" y="4048575"/>
                    <a:pt x="697924" y="4041738"/>
                    <a:pt x="694632" y="4041738"/>
                  </a:cubicBezTo>
                  <a:cubicBezTo>
                    <a:pt x="694632" y="4041738"/>
                    <a:pt x="694379" y="4041738"/>
                    <a:pt x="694379" y="4041738"/>
                  </a:cubicBezTo>
                  <a:cubicBezTo>
                    <a:pt x="690834" y="4043764"/>
                    <a:pt x="705521" y="4062249"/>
                    <a:pt x="711092" y="4063009"/>
                  </a:cubicBezTo>
                  <a:close/>
                  <a:moveTo>
                    <a:pt x="695138" y="4065035"/>
                  </a:moveTo>
                  <a:cubicBezTo>
                    <a:pt x="697671" y="4065288"/>
                    <a:pt x="695898" y="4060983"/>
                    <a:pt x="691340" y="4055159"/>
                  </a:cubicBezTo>
                  <a:cubicBezTo>
                    <a:pt x="687795" y="4050601"/>
                    <a:pt x="681211" y="4044017"/>
                    <a:pt x="678425" y="4043764"/>
                  </a:cubicBezTo>
                  <a:cubicBezTo>
                    <a:pt x="678425" y="4043764"/>
                    <a:pt x="678172" y="4043764"/>
                    <a:pt x="678172" y="4043764"/>
                  </a:cubicBezTo>
                  <a:cubicBezTo>
                    <a:pt x="674880" y="4045790"/>
                    <a:pt x="689821" y="4064275"/>
                    <a:pt x="695138" y="4065035"/>
                  </a:cubicBezTo>
                  <a:close/>
                  <a:moveTo>
                    <a:pt x="680451" y="4067061"/>
                  </a:moveTo>
                  <a:cubicBezTo>
                    <a:pt x="682730" y="4067314"/>
                    <a:pt x="680958" y="4063009"/>
                    <a:pt x="676400" y="4057185"/>
                  </a:cubicBezTo>
                  <a:cubicBezTo>
                    <a:pt x="672854" y="4052627"/>
                    <a:pt x="666271" y="4046043"/>
                    <a:pt x="663485" y="4045790"/>
                  </a:cubicBezTo>
                  <a:cubicBezTo>
                    <a:pt x="663485" y="4045790"/>
                    <a:pt x="663232" y="4045790"/>
                    <a:pt x="663232" y="4045790"/>
                  </a:cubicBezTo>
                  <a:cubicBezTo>
                    <a:pt x="660193" y="4048069"/>
                    <a:pt x="675387" y="4066554"/>
                    <a:pt x="680451" y="4067061"/>
                  </a:cubicBezTo>
                  <a:close/>
                  <a:moveTo>
                    <a:pt x="666777" y="4069340"/>
                  </a:moveTo>
                  <a:cubicBezTo>
                    <a:pt x="668803" y="4069593"/>
                    <a:pt x="667030" y="4065288"/>
                    <a:pt x="662219" y="4059464"/>
                  </a:cubicBezTo>
                  <a:lnTo>
                    <a:pt x="662219" y="4059464"/>
                  </a:lnTo>
                  <a:cubicBezTo>
                    <a:pt x="658421" y="4054906"/>
                    <a:pt x="652090" y="4048322"/>
                    <a:pt x="649558" y="4048322"/>
                  </a:cubicBezTo>
                  <a:cubicBezTo>
                    <a:pt x="649558" y="4048322"/>
                    <a:pt x="649304" y="4048322"/>
                    <a:pt x="649304" y="4048322"/>
                  </a:cubicBezTo>
                  <a:cubicBezTo>
                    <a:pt x="647025" y="4050095"/>
                    <a:pt x="662219" y="4068833"/>
                    <a:pt x="666777" y="4069340"/>
                  </a:cubicBezTo>
                  <a:close/>
                  <a:moveTo>
                    <a:pt x="654622" y="4071618"/>
                  </a:moveTo>
                  <a:cubicBezTo>
                    <a:pt x="656648" y="4071872"/>
                    <a:pt x="654369" y="4067567"/>
                    <a:pt x="649811" y="4061743"/>
                  </a:cubicBezTo>
                  <a:cubicBezTo>
                    <a:pt x="646013" y="4057185"/>
                    <a:pt x="639682" y="4050601"/>
                    <a:pt x="637403" y="4050601"/>
                  </a:cubicBezTo>
                  <a:cubicBezTo>
                    <a:pt x="637403" y="4050601"/>
                    <a:pt x="637150" y="4050601"/>
                    <a:pt x="637150" y="4050601"/>
                  </a:cubicBezTo>
                  <a:cubicBezTo>
                    <a:pt x="634871" y="4052373"/>
                    <a:pt x="650317" y="4070859"/>
                    <a:pt x="654622" y="4071618"/>
                  </a:cubicBezTo>
                  <a:close/>
                  <a:moveTo>
                    <a:pt x="643733" y="4073898"/>
                  </a:moveTo>
                  <a:cubicBezTo>
                    <a:pt x="645506" y="4074151"/>
                    <a:pt x="643227" y="4069846"/>
                    <a:pt x="638416" y="4064022"/>
                  </a:cubicBezTo>
                  <a:cubicBezTo>
                    <a:pt x="634617" y="4059464"/>
                    <a:pt x="628287" y="4052880"/>
                    <a:pt x="626261" y="4052880"/>
                  </a:cubicBezTo>
                  <a:cubicBezTo>
                    <a:pt x="626261" y="4052880"/>
                    <a:pt x="626008" y="4052880"/>
                    <a:pt x="626008" y="4052880"/>
                  </a:cubicBezTo>
                  <a:cubicBezTo>
                    <a:pt x="624488" y="4054652"/>
                    <a:pt x="639935" y="4073391"/>
                    <a:pt x="643733" y="4073898"/>
                  </a:cubicBezTo>
                  <a:close/>
                  <a:moveTo>
                    <a:pt x="634111" y="4076177"/>
                  </a:moveTo>
                  <a:cubicBezTo>
                    <a:pt x="635630" y="4076430"/>
                    <a:pt x="633351" y="4072125"/>
                    <a:pt x="628540" y="4066301"/>
                  </a:cubicBezTo>
                  <a:cubicBezTo>
                    <a:pt x="624742" y="4061743"/>
                    <a:pt x="618664" y="4055159"/>
                    <a:pt x="616638" y="4055159"/>
                  </a:cubicBezTo>
                  <a:cubicBezTo>
                    <a:pt x="616638" y="4055159"/>
                    <a:pt x="616385" y="4055159"/>
                    <a:pt x="616385" y="4055159"/>
                  </a:cubicBezTo>
                  <a:cubicBezTo>
                    <a:pt x="615119" y="4056932"/>
                    <a:pt x="630819" y="4075670"/>
                    <a:pt x="634111" y="4076177"/>
                  </a:cubicBezTo>
                  <a:close/>
                  <a:moveTo>
                    <a:pt x="608282" y="4057438"/>
                  </a:moveTo>
                  <a:cubicBezTo>
                    <a:pt x="606003" y="4059211"/>
                    <a:pt x="623729" y="4078203"/>
                    <a:pt x="626008" y="4078456"/>
                  </a:cubicBezTo>
                  <a:cubicBezTo>
                    <a:pt x="627527" y="4078709"/>
                    <a:pt x="624742" y="4074404"/>
                    <a:pt x="619930" y="4068580"/>
                  </a:cubicBezTo>
                  <a:cubicBezTo>
                    <a:pt x="616132" y="4064022"/>
                    <a:pt x="609801" y="4057438"/>
                    <a:pt x="608282" y="4057438"/>
                  </a:cubicBezTo>
                  <a:close/>
                  <a:moveTo>
                    <a:pt x="601192" y="4059717"/>
                  </a:moveTo>
                  <a:cubicBezTo>
                    <a:pt x="599925" y="4061237"/>
                    <a:pt x="616638" y="4080735"/>
                    <a:pt x="619171" y="4080735"/>
                  </a:cubicBezTo>
                  <a:cubicBezTo>
                    <a:pt x="619930" y="4079975"/>
                    <a:pt x="615372" y="4074151"/>
                    <a:pt x="612587" y="4070859"/>
                  </a:cubicBezTo>
                  <a:cubicBezTo>
                    <a:pt x="608788" y="4066301"/>
                    <a:pt x="602711" y="4059717"/>
                    <a:pt x="601192" y="4059717"/>
                  </a:cubicBezTo>
                  <a:close/>
                  <a:moveTo>
                    <a:pt x="595621" y="4062249"/>
                  </a:moveTo>
                  <a:cubicBezTo>
                    <a:pt x="594861" y="4063769"/>
                    <a:pt x="611574" y="4083267"/>
                    <a:pt x="613600" y="4083267"/>
                  </a:cubicBezTo>
                  <a:cubicBezTo>
                    <a:pt x="614106" y="4082507"/>
                    <a:pt x="609548" y="4076683"/>
                    <a:pt x="606762" y="4073391"/>
                  </a:cubicBezTo>
                  <a:cubicBezTo>
                    <a:pt x="602711" y="4068833"/>
                    <a:pt x="596633" y="4062249"/>
                    <a:pt x="595621" y="4062249"/>
                  </a:cubicBezTo>
                  <a:close/>
                  <a:moveTo>
                    <a:pt x="591316" y="4064782"/>
                  </a:moveTo>
                  <a:cubicBezTo>
                    <a:pt x="590809" y="4066301"/>
                    <a:pt x="607775" y="4085799"/>
                    <a:pt x="609295" y="4085799"/>
                  </a:cubicBezTo>
                  <a:cubicBezTo>
                    <a:pt x="609548" y="4085040"/>
                    <a:pt x="604990" y="4079215"/>
                    <a:pt x="601951" y="4075924"/>
                  </a:cubicBezTo>
                  <a:cubicBezTo>
                    <a:pt x="598153" y="4071365"/>
                    <a:pt x="592329" y="4064782"/>
                    <a:pt x="591316" y="4064782"/>
                  </a:cubicBezTo>
                  <a:close/>
                  <a:moveTo>
                    <a:pt x="606509" y="4088331"/>
                  </a:moveTo>
                  <a:cubicBezTo>
                    <a:pt x="606509" y="4087572"/>
                    <a:pt x="601698" y="4081748"/>
                    <a:pt x="598912" y="4078456"/>
                  </a:cubicBezTo>
                  <a:cubicBezTo>
                    <a:pt x="598912" y="4078456"/>
                    <a:pt x="590050" y="4067820"/>
                    <a:pt x="588530" y="4067314"/>
                  </a:cubicBezTo>
                  <a:cubicBezTo>
                    <a:pt x="588277" y="4068327"/>
                    <a:pt x="603977" y="4087572"/>
                    <a:pt x="606509" y="4088331"/>
                  </a:cubicBezTo>
                  <a:close/>
                  <a:moveTo>
                    <a:pt x="604990" y="4090864"/>
                  </a:moveTo>
                  <a:cubicBezTo>
                    <a:pt x="604737" y="4090104"/>
                    <a:pt x="599925" y="4084280"/>
                    <a:pt x="597140" y="4080988"/>
                  </a:cubicBezTo>
                  <a:cubicBezTo>
                    <a:pt x="596887" y="4080482"/>
                    <a:pt x="588024" y="4070353"/>
                    <a:pt x="587011" y="4069846"/>
                  </a:cubicBezTo>
                  <a:cubicBezTo>
                    <a:pt x="587264" y="4071112"/>
                    <a:pt x="603217" y="4090104"/>
                    <a:pt x="604990" y="4090864"/>
                  </a:cubicBezTo>
                  <a:close/>
                  <a:moveTo>
                    <a:pt x="604990" y="4093649"/>
                  </a:moveTo>
                  <a:cubicBezTo>
                    <a:pt x="604483" y="4092636"/>
                    <a:pt x="597646" y="4084533"/>
                    <a:pt x="596887" y="4083774"/>
                  </a:cubicBezTo>
                  <a:cubicBezTo>
                    <a:pt x="595874" y="4082760"/>
                    <a:pt x="587771" y="4073138"/>
                    <a:pt x="587011" y="4072632"/>
                  </a:cubicBezTo>
                  <a:cubicBezTo>
                    <a:pt x="587517" y="4073644"/>
                    <a:pt x="603724" y="4092890"/>
                    <a:pt x="604990" y="4093649"/>
                  </a:cubicBezTo>
                  <a:close/>
                  <a:moveTo>
                    <a:pt x="588530" y="4075417"/>
                  </a:moveTo>
                  <a:cubicBezTo>
                    <a:pt x="588783" y="4075670"/>
                    <a:pt x="589037" y="4075924"/>
                    <a:pt x="589290" y="4076177"/>
                  </a:cubicBezTo>
                  <a:lnTo>
                    <a:pt x="605750" y="4095422"/>
                  </a:lnTo>
                  <a:cubicBezTo>
                    <a:pt x="606003" y="4095675"/>
                    <a:pt x="606256" y="4096181"/>
                    <a:pt x="606509" y="4096435"/>
                  </a:cubicBezTo>
                  <a:cubicBezTo>
                    <a:pt x="603724" y="4093143"/>
                    <a:pt x="600938" y="4089851"/>
                    <a:pt x="597900" y="4086559"/>
                  </a:cubicBezTo>
                  <a:cubicBezTo>
                    <a:pt x="594861" y="4082760"/>
                    <a:pt x="591822" y="4078962"/>
                    <a:pt x="588530" y="4075417"/>
                  </a:cubicBezTo>
                  <a:close/>
                  <a:moveTo>
                    <a:pt x="3121042" y="3996664"/>
                  </a:moveTo>
                  <a:cubicBezTo>
                    <a:pt x="3123068" y="3991852"/>
                    <a:pt x="3122055" y="3985015"/>
                    <a:pt x="3113952" y="3984256"/>
                  </a:cubicBezTo>
                  <a:cubicBezTo>
                    <a:pt x="3103570" y="3984509"/>
                    <a:pt x="3097492" y="3994638"/>
                    <a:pt x="3099771" y="4000969"/>
                  </a:cubicBezTo>
                  <a:cubicBezTo>
                    <a:pt x="3102810" y="4009325"/>
                    <a:pt x="3116991" y="4006540"/>
                    <a:pt x="3121042" y="3996664"/>
                  </a:cubicBezTo>
                  <a:close/>
                  <a:moveTo>
                    <a:pt x="3066092" y="3982483"/>
                  </a:moveTo>
                  <a:cubicBezTo>
                    <a:pt x="3056216" y="3982736"/>
                    <a:pt x="3049379" y="3992359"/>
                    <a:pt x="3051911" y="3999196"/>
                  </a:cubicBezTo>
                  <a:cubicBezTo>
                    <a:pt x="3055457" y="4007806"/>
                    <a:pt x="3069384" y="4005020"/>
                    <a:pt x="3073436" y="3994891"/>
                  </a:cubicBezTo>
                  <a:cubicBezTo>
                    <a:pt x="3075462" y="3990333"/>
                    <a:pt x="3074195" y="3983243"/>
                    <a:pt x="3066092" y="3982483"/>
                  </a:cubicBezTo>
                  <a:close/>
                  <a:moveTo>
                    <a:pt x="3017473" y="3980710"/>
                  </a:moveTo>
                  <a:cubicBezTo>
                    <a:pt x="3006837" y="3980964"/>
                    <a:pt x="3001013" y="3991346"/>
                    <a:pt x="3003799" y="3997423"/>
                  </a:cubicBezTo>
                  <a:cubicBezTo>
                    <a:pt x="3007344" y="4006033"/>
                    <a:pt x="3021778" y="4002994"/>
                    <a:pt x="3025576" y="3993119"/>
                  </a:cubicBezTo>
                  <a:cubicBezTo>
                    <a:pt x="3027095" y="3988560"/>
                    <a:pt x="3025829" y="3981470"/>
                    <a:pt x="3017473" y="3980710"/>
                  </a:cubicBezTo>
                  <a:close/>
                  <a:moveTo>
                    <a:pt x="2976450" y="3991599"/>
                  </a:moveTo>
                  <a:cubicBezTo>
                    <a:pt x="2978223" y="3986788"/>
                    <a:pt x="2976704" y="3979698"/>
                    <a:pt x="2968347" y="3979191"/>
                  </a:cubicBezTo>
                  <a:cubicBezTo>
                    <a:pt x="2957712" y="3979444"/>
                    <a:pt x="2952141" y="3989827"/>
                    <a:pt x="2954926" y="3995904"/>
                  </a:cubicBezTo>
                  <a:cubicBezTo>
                    <a:pt x="2958471" y="4004261"/>
                    <a:pt x="2972905" y="4001475"/>
                    <a:pt x="2976450" y="3991599"/>
                  </a:cubicBezTo>
                  <a:close/>
                  <a:moveTo>
                    <a:pt x="2927324" y="3989827"/>
                  </a:moveTo>
                  <a:cubicBezTo>
                    <a:pt x="2928844" y="3985015"/>
                    <a:pt x="2927324" y="3977925"/>
                    <a:pt x="2918715" y="3977419"/>
                  </a:cubicBezTo>
                  <a:cubicBezTo>
                    <a:pt x="2908332" y="3977672"/>
                    <a:pt x="2902255" y="3987295"/>
                    <a:pt x="2905547" y="3994131"/>
                  </a:cubicBezTo>
                  <a:cubicBezTo>
                    <a:pt x="2909599" y="4002741"/>
                    <a:pt x="2924033" y="3999956"/>
                    <a:pt x="2927324" y="3989827"/>
                  </a:cubicBezTo>
                  <a:close/>
                  <a:moveTo>
                    <a:pt x="2877692" y="3988307"/>
                  </a:moveTo>
                  <a:cubicBezTo>
                    <a:pt x="2879211" y="3983496"/>
                    <a:pt x="2877439" y="3976406"/>
                    <a:pt x="2868576" y="3975899"/>
                  </a:cubicBezTo>
                  <a:cubicBezTo>
                    <a:pt x="2857687" y="3976153"/>
                    <a:pt x="2852623" y="3986535"/>
                    <a:pt x="2855661" y="3992612"/>
                  </a:cubicBezTo>
                  <a:cubicBezTo>
                    <a:pt x="2859966" y="4000969"/>
                    <a:pt x="2874653" y="3998183"/>
                    <a:pt x="2877692" y="3988307"/>
                  </a:cubicBezTo>
                  <a:close/>
                  <a:moveTo>
                    <a:pt x="2827554" y="3986788"/>
                  </a:moveTo>
                  <a:cubicBezTo>
                    <a:pt x="2829073" y="3981977"/>
                    <a:pt x="2827047" y="3974886"/>
                    <a:pt x="2818184" y="3974380"/>
                  </a:cubicBezTo>
                  <a:cubicBezTo>
                    <a:pt x="2807802" y="3974633"/>
                    <a:pt x="2801978" y="3984509"/>
                    <a:pt x="2805523" y="3991093"/>
                  </a:cubicBezTo>
                  <a:cubicBezTo>
                    <a:pt x="2810081" y="3999449"/>
                    <a:pt x="2824768" y="3996664"/>
                    <a:pt x="2827554" y="3986788"/>
                  </a:cubicBezTo>
                  <a:close/>
                  <a:moveTo>
                    <a:pt x="2776908" y="3985269"/>
                  </a:moveTo>
                  <a:cubicBezTo>
                    <a:pt x="2778174" y="3980457"/>
                    <a:pt x="2776149" y="3973367"/>
                    <a:pt x="2767286" y="3972861"/>
                  </a:cubicBezTo>
                  <a:cubicBezTo>
                    <a:pt x="2756904" y="3973114"/>
                    <a:pt x="2751333" y="3982989"/>
                    <a:pt x="2754878" y="3989827"/>
                  </a:cubicBezTo>
                  <a:cubicBezTo>
                    <a:pt x="2759689" y="3997930"/>
                    <a:pt x="2774376" y="3995145"/>
                    <a:pt x="2776908" y="3985269"/>
                  </a:cubicBezTo>
                  <a:close/>
                  <a:moveTo>
                    <a:pt x="2726263" y="3983749"/>
                  </a:moveTo>
                  <a:cubicBezTo>
                    <a:pt x="2727529" y="3978938"/>
                    <a:pt x="2725250" y="3971848"/>
                    <a:pt x="2716387" y="3971341"/>
                  </a:cubicBezTo>
                  <a:cubicBezTo>
                    <a:pt x="2705752" y="3971594"/>
                    <a:pt x="2700181" y="3981470"/>
                    <a:pt x="2704232" y="3988307"/>
                  </a:cubicBezTo>
                  <a:cubicBezTo>
                    <a:pt x="2709297" y="3996664"/>
                    <a:pt x="2723731" y="3993878"/>
                    <a:pt x="2726263" y="3983749"/>
                  </a:cubicBezTo>
                  <a:close/>
                  <a:moveTo>
                    <a:pt x="2674858" y="3982483"/>
                  </a:moveTo>
                  <a:cubicBezTo>
                    <a:pt x="2675871" y="3977672"/>
                    <a:pt x="2673339" y="3970582"/>
                    <a:pt x="2664476" y="3970075"/>
                  </a:cubicBezTo>
                  <a:cubicBezTo>
                    <a:pt x="2654094" y="3970328"/>
                    <a:pt x="2648776" y="3980204"/>
                    <a:pt x="2652828" y="3987041"/>
                  </a:cubicBezTo>
                  <a:cubicBezTo>
                    <a:pt x="2657892" y="3995398"/>
                    <a:pt x="2672579" y="3992359"/>
                    <a:pt x="2674858" y="3982483"/>
                  </a:cubicBezTo>
                  <a:close/>
                  <a:moveTo>
                    <a:pt x="2623200" y="3981217"/>
                  </a:moveTo>
                  <a:cubicBezTo>
                    <a:pt x="2624213" y="3976406"/>
                    <a:pt x="2621428" y="3969315"/>
                    <a:pt x="2612565" y="3968809"/>
                  </a:cubicBezTo>
                  <a:cubicBezTo>
                    <a:pt x="2601929" y="3969062"/>
                    <a:pt x="2596865" y="3978938"/>
                    <a:pt x="2601170" y="3985775"/>
                  </a:cubicBezTo>
                  <a:cubicBezTo>
                    <a:pt x="2606741" y="3994131"/>
                    <a:pt x="2621174" y="3991093"/>
                    <a:pt x="2623200" y="3981217"/>
                  </a:cubicBezTo>
                  <a:close/>
                  <a:moveTo>
                    <a:pt x="2571542" y="3979951"/>
                  </a:moveTo>
                  <a:cubicBezTo>
                    <a:pt x="2572302" y="3975139"/>
                    <a:pt x="2569516" y="3968049"/>
                    <a:pt x="2560653" y="3967543"/>
                  </a:cubicBezTo>
                  <a:cubicBezTo>
                    <a:pt x="2550018" y="3967796"/>
                    <a:pt x="2544953" y="3977672"/>
                    <a:pt x="2549511" y="3984509"/>
                  </a:cubicBezTo>
                  <a:cubicBezTo>
                    <a:pt x="2555082" y="3993119"/>
                    <a:pt x="2569516" y="3990080"/>
                    <a:pt x="2571542" y="3979951"/>
                  </a:cubicBezTo>
                  <a:close/>
                  <a:moveTo>
                    <a:pt x="2507982" y="3966277"/>
                  </a:moveTo>
                  <a:cubicBezTo>
                    <a:pt x="2496587" y="3966530"/>
                    <a:pt x="2492789" y="3977165"/>
                    <a:pt x="2497094" y="3983243"/>
                  </a:cubicBezTo>
                  <a:cubicBezTo>
                    <a:pt x="2502918" y="3991599"/>
                    <a:pt x="2517605" y="3988814"/>
                    <a:pt x="2519378" y="3978685"/>
                  </a:cubicBezTo>
                  <a:cubicBezTo>
                    <a:pt x="2520137" y="3973873"/>
                    <a:pt x="2517099" y="3967036"/>
                    <a:pt x="2507982" y="3966277"/>
                  </a:cubicBezTo>
                  <a:close/>
                  <a:moveTo>
                    <a:pt x="2455058" y="3965264"/>
                  </a:moveTo>
                  <a:cubicBezTo>
                    <a:pt x="2444423" y="3965517"/>
                    <a:pt x="2439865" y="3975393"/>
                    <a:pt x="2444676" y="3982230"/>
                  </a:cubicBezTo>
                  <a:cubicBezTo>
                    <a:pt x="2450753" y="3990586"/>
                    <a:pt x="2465440" y="3987548"/>
                    <a:pt x="2466960" y="3977672"/>
                  </a:cubicBezTo>
                  <a:cubicBezTo>
                    <a:pt x="2467466" y="3972861"/>
                    <a:pt x="2464428" y="3965770"/>
                    <a:pt x="2455058" y="3965264"/>
                  </a:cubicBezTo>
                  <a:close/>
                  <a:moveTo>
                    <a:pt x="2402134" y="3964251"/>
                  </a:moveTo>
                  <a:cubicBezTo>
                    <a:pt x="2391499" y="3964504"/>
                    <a:pt x="2387194" y="3974380"/>
                    <a:pt x="2392258" y="3981217"/>
                  </a:cubicBezTo>
                  <a:cubicBezTo>
                    <a:pt x="2398589" y="3989574"/>
                    <a:pt x="2413023" y="3986535"/>
                    <a:pt x="2414289" y="3976659"/>
                  </a:cubicBezTo>
                  <a:cubicBezTo>
                    <a:pt x="2414542" y="3971848"/>
                    <a:pt x="2411250" y="3964758"/>
                    <a:pt x="2402134" y="3964251"/>
                  </a:cubicBezTo>
                  <a:close/>
                  <a:moveTo>
                    <a:pt x="2361111" y="3975646"/>
                  </a:moveTo>
                  <a:cubicBezTo>
                    <a:pt x="2361618" y="3970835"/>
                    <a:pt x="2358073" y="3963744"/>
                    <a:pt x="2348703" y="3963238"/>
                  </a:cubicBezTo>
                  <a:cubicBezTo>
                    <a:pt x="2337815" y="3963491"/>
                    <a:pt x="2333763" y="3973620"/>
                    <a:pt x="2339081" y="3980204"/>
                  </a:cubicBezTo>
                  <a:cubicBezTo>
                    <a:pt x="2345918" y="3988814"/>
                    <a:pt x="2360352" y="3986028"/>
                    <a:pt x="2361111" y="3975646"/>
                  </a:cubicBezTo>
                  <a:close/>
                  <a:moveTo>
                    <a:pt x="2308187" y="3974886"/>
                  </a:moveTo>
                  <a:cubicBezTo>
                    <a:pt x="2308441" y="3970075"/>
                    <a:pt x="2304895" y="3962985"/>
                    <a:pt x="2295273" y="3962478"/>
                  </a:cubicBezTo>
                  <a:cubicBezTo>
                    <a:pt x="2284637" y="3962732"/>
                    <a:pt x="2280586" y="3972861"/>
                    <a:pt x="2285903" y="3979444"/>
                  </a:cubicBezTo>
                  <a:cubicBezTo>
                    <a:pt x="2292740" y="3988054"/>
                    <a:pt x="2307428" y="3984762"/>
                    <a:pt x="2308187" y="3974886"/>
                  </a:cubicBezTo>
                  <a:close/>
                  <a:moveTo>
                    <a:pt x="2254757" y="3974127"/>
                  </a:moveTo>
                  <a:cubicBezTo>
                    <a:pt x="2255010" y="3969315"/>
                    <a:pt x="2251211" y="3962225"/>
                    <a:pt x="2241842" y="3961719"/>
                  </a:cubicBezTo>
                  <a:cubicBezTo>
                    <a:pt x="2230447" y="3961972"/>
                    <a:pt x="2227155" y="3973114"/>
                    <a:pt x="2233739" y="3979698"/>
                  </a:cubicBezTo>
                  <a:cubicBezTo>
                    <a:pt x="2241082" y="3987295"/>
                    <a:pt x="2254250" y="3983749"/>
                    <a:pt x="2254757" y="3974127"/>
                  </a:cubicBezTo>
                  <a:close/>
                  <a:moveTo>
                    <a:pt x="809090" y="3981217"/>
                  </a:moveTo>
                  <a:cubicBezTo>
                    <a:pt x="808837" y="3981217"/>
                    <a:pt x="808330" y="3981470"/>
                    <a:pt x="808077" y="3981470"/>
                  </a:cubicBezTo>
                  <a:cubicBezTo>
                    <a:pt x="803519" y="3984256"/>
                    <a:pt x="814914" y="4000969"/>
                    <a:pt x="822764" y="4002741"/>
                  </a:cubicBezTo>
                  <a:cubicBezTo>
                    <a:pt x="827069" y="4003754"/>
                    <a:pt x="827322" y="3999196"/>
                    <a:pt x="823271" y="3992865"/>
                  </a:cubicBezTo>
                  <a:cubicBezTo>
                    <a:pt x="820485" y="3988054"/>
                    <a:pt x="813901" y="3981217"/>
                    <a:pt x="809090" y="3981217"/>
                  </a:cubicBezTo>
                  <a:close/>
                  <a:moveTo>
                    <a:pt x="798201" y="4004514"/>
                  </a:moveTo>
                  <a:cubicBezTo>
                    <a:pt x="802253" y="4005527"/>
                    <a:pt x="802253" y="4000969"/>
                    <a:pt x="798201" y="3994638"/>
                  </a:cubicBezTo>
                  <a:cubicBezTo>
                    <a:pt x="795163" y="3989827"/>
                    <a:pt x="788579" y="3982989"/>
                    <a:pt x="784274" y="3982989"/>
                  </a:cubicBezTo>
                  <a:cubicBezTo>
                    <a:pt x="784021" y="3982989"/>
                    <a:pt x="783514" y="3983243"/>
                    <a:pt x="783261" y="3983243"/>
                  </a:cubicBezTo>
                  <a:cubicBezTo>
                    <a:pt x="778703" y="3986028"/>
                    <a:pt x="790351" y="4002741"/>
                    <a:pt x="798201" y="4004514"/>
                  </a:cubicBezTo>
                  <a:close/>
                  <a:moveTo>
                    <a:pt x="773892" y="3996411"/>
                  </a:moveTo>
                  <a:cubicBezTo>
                    <a:pt x="770853" y="3991599"/>
                    <a:pt x="764269" y="3984762"/>
                    <a:pt x="759964" y="3984762"/>
                  </a:cubicBezTo>
                  <a:cubicBezTo>
                    <a:pt x="759711" y="3984762"/>
                    <a:pt x="759204" y="3985015"/>
                    <a:pt x="758951" y="3985015"/>
                  </a:cubicBezTo>
                  <a:cubicBezTo>
                    <a:pt x="754900" y="3987801"/>
                    <a:pt x="766801" y="4004514"/>
                    <a:pt x="774145" y="4006287"/>
                  </a:cubicBezTo>
                  <a:cubicBezTo>
                    <a:pt x="778450" y="4007299"/>
                    <a:pt x="778196" y="4002741"/>
                    <a:pt x="773892" y="3996411"/>
                  </a:cubicBezTo>
                  <a:close/>
                  <a:moveTo>
                    <a:pt x="751861" y="4008312"/>
                  </a:moveTo>
                  <a:cubicBezTo>
                    <a:pt x="755659" y="4009325"/>
                    <a:pt x="755406" y="4004767"/>
                    <a:pt x="751101" y="3998436"/>
                  </a:cubicBezTo>
                  <a:cubicBezTo>
                    <a:pt x="747809" y="3993625"/>
                    <a:pt x="741479" y="3986788"/>
                    <a:pt x="737427" y="3986788"/>
                  </a:cubicBezTo>
                  <a:cubicBezTo>
                    <a:pt x="737174" y="3986788"/>
                    <a:pt x="736667" y="3987041"/>
                    <a:pt x="736667" y="3987041"/>
                  </a:cubicBezTo>
                  <a:cubicBezTo>
                    <a:pt x="732869" y="3989574"/>
                    <a:pt x="745024" y="4006540"/>
                    <a:pt x="751861" y="4008312"/>
                  </a:cubicBezTo>
                  <a:close/>
                  <a:moveTo>
                    <a:pt x="715650" y="3988560"/>
                  </a:moveTo>
                  <a:cubicBezTo>
                    <a:pt x="715396" y="3988560"/>
                    <a:pt x="715143" y="3988814"/>
                    <a:pt x="714890" y="3988814"/>
                  </a:cubicBezTo>
                  <a:cubicBezTo>
                    <a:pt x="711598" y="3991852"/>
                    <a:pt x="725019" y="4009578"/>
                    <a:pt x="731096" y="4010338"/>
                  </a:cubicBezTo>
                  <a:cubicBezTo>
                    <a:pt x="734135" y="4010591"/>
                    <a:pt x="733375" y="4006033"/>
                    <a:pt x="729324" y="4000209"/>
                  </a:cubicBezTo>
                  <a:cubicBezTo>
                    <a:pt x="726032" y="3995398"/>
                    <a:pt x="719701" y="3988560"/>
                    <a:pt x="715650" y="3988560"/>
                  </a:cubicBezTo>
                  <a:close/>
                  <a:moveTo>
                    <a:pt x="711092" y="4012111"/>
                  </a:moveTo>
                  <a:cubicBezTo>
                    <a:pt x="714130" y="4012364"/>
                    <a:pt x="713117" y="4008059"/>
                    <a:pt x="708813" y="4001981"/>
                  </a:cubicBezTo>
                  <a:cubicBezTo>
                    <a:pt x="705521" y="3997170"/>
                    <a:pt x="699190" y="3990333"/>
                    <a:pt x="695392" y="3990333"/>
                  </a:cubicBezTo>
                  <a:cubicBezTo>
                    <a:pt x="695138" y="3990333"/>
                    <a:pt x="694885" y="3990586"/>
                    <a:pt x="694632" y="3990586"/>
                  </a:cubicBezTo>
                  <a:cubicBezTo>
                    <a:pt x="691593" y="3993878"/>
                    <a:pt x="705267" y="4011604"/>
                    <a:pt x="711092" y="4012111"/>
                  </a:cubicBezTo>
                  <a:close/>
                  <a:moveTo>
                    <a:pt x="692100" y="4014136"/>
                  </a:moveTo>
                  <a:cubicBezTo>
                    <a:pt x="694885" y="4014390"/>
                    <a:pt x="693619" y="4010085"/>
                    <a:pt x="689567" y="4004007"/>
                  </a:cubicBezTo>
                  <a:cubicBezTo>
                    <a:pt x="686275" y="3999196"/>
                    <a:pt x="679945" y="3992612"/>
                    <a:pt x="676400" y="3992359"/>
                  </a:cubicBezTo>
                  <a:cubicBezTo>
                    <a:pt x="676146" y="3992359"/>
                    <a:pt x="675893" y="3992612"/>
                    <a:pt x="675640" y="3992612"/>
                  </a:cubicBezTo>
                  <a:cubicBezTo>
                    <a:pt x="672601" y="3995904"/>
                    <a:pt x="686275" y="4013630"/>
                    <a:pt x="692100" y="4014136"/>
                  </a:cubicBezTo>
                  <a:close/>
                  <a:moveTo>
                    <a:pt x="674374" y="4016415"/>
                  </a:moveTo>
                  <a:cubicBezTo>
                    <a:pt x="676906" y="4016669"/>
                    <a:pt x="675640" y="4012111"/>
                    <a:pt x="671335" y="4006287"/>
                  </a:cubicBezTo>
                  <a:cubicBezTo>
                    <a:pt x="667790" y="4001475"/>
                    <a:pt x="661459" y="3994891"/>
                    <a:pt x="658167" y="3994638"/>
                  </a:cubicBezTo>
                  <a:cubicBezTo>
                    <a:pt x="658167" y="3994638"/>
                    <a:pt x="657914" y="3994638"/>
                    <a:pt x="657914" y="3994638"/>
                  </a:cubicBezTo>
                  <a:cubicBezTo>
                    <a:pt x="654369" y="3996664"/>
                    <a:pt x="668803" y="4015656"/>
                    <a:pt x="674374" y="4016415"/>
                  </a:cubicBezTo>
                  <a:close/>
                  <a:moveTo>
                    <a:pt x="658167" y="4018441"/>
                  </a:moveTo>
                  <a:cubicBezTo>
                    <a:pt x="660700" y="4018694"/>
                    <a:pt x="659180" y="4014390"/>
                    <a:pt x="654875" y="4008312"/>
                  </a:cubicBezTo>
                  <a:cubicBezTo>
                    <a:pt x="651330" y="4003501"/>
                    <a:pt x="645000" y="3996917"/>
                    <a:pt x="641961" y="3996664"/>
                  </a:cubicBezTo>
                  <a:cubicBezTo>
                    <a:pt x="641961" y="3996664"/>
                    <a:pt x="641708" y="3996664"/>
                    <a:pt x="641708" y="3996664"/>
                  </a:cubicBezTo>
                  <a:cubicBezTo>
                    <a:pt x="638163" y="3998943"/>
                    <a:pt x="652850" y="4017682"/>
                    <a:pt x="658167" y="4018441"/>
                  </a:cubicBezTo>
                  <a:close/>
                  <a:moveTo>
                    <a:pt x="642974" y="4020720"/>
                  </a:moveTo>
                  <a:cubicBezTo>
                    <a:pt x="645253" y="4020973"/>
                    <a:pt x="643480" y="4016669"/>
                    <a:pt x="639175" y="4010591"/>
                  </a:cubicBezTo>
                  <a:cubicBezTo>
                    <a:pt x="635630" y="4005780"/>
                    <a:pt x="629300" y="3999196"/>
                    <a:pt x="626514" y="3999196"/>
                  </a:cubicBezTo>
                  <a:cubicBezTo>
                    <a:pt x="626514" y="3999196"/>
                    <a:pt x="626261" y="3999196"/>
                    <a:pt x="626261" y="3999196"/>
                  </a:cubicBezTo>
                  <a:cubicBezTo>
                    <a:pt x="623222" y="4000969"/>
                    <a:pt x="637909" y="4019961"/>
                    <a:pt x="642974" y="4020720"/>
                  </a:cubicBezTo>
                  <a:close/>
                  <a:moveTo>
                    <a:pt x="629300" y="4022746"/>
                  </a:moveTo>
                  <a:cubicBezTo>
                    <a:pt x="631325" y="4022999"/>
                    <a:pt x="629553" y="4018694"/>
                    <a:pt x="624995" y="4012617"/>
                  </a:cubicBezTo>
                  <a:cubicBezTo>
                    <a:pt x="621450" y="4007806"/>
                    <a:pt x="615119" y="4001222"/>
                    <a:pt x="612587" y="4001222"/>
                  </a:cubicBezTo>
                  <a:cubicBezTo>
                    <a:pt x="612587" y="4001222"/>
                    <a:pt x="612333" y="4001222"/>
                    <a:pt x="612333" y="4001222"/>
                  </a:cubicBezTo>
                  <a:cubicBezTo>
                    <a:pt x="609548" y="4003248"/>
                    <a:pt x="624488" y="4022240"/>
                    <a:pt x="629300" y="4022746"/>
                  </a:cubicBezTo>
                  <a:close/>
                  <a:moveTo>
                    <a:pt x="616638" y="4025025"/>
                  </a:moveTo>
                  <a:cubicBezTo>
                    <a:pt x="618664" y="4025278"/>
                    <a:pt x="616638" y="4020720"/>
                    <a:pt x="612080" y="4014896"/>
                  </a:cubicBezTo>
                  <a:cubicBezTo>
                    <a:pt x="608535" y="4010085"/>
                    <a:pt x="602204" y="4003501"/>
                    <a:pt x="599925" y="4003501"/>
                  </a:cubicBezTo>
                  <a:cubicBezTo>
                    <a:pt x="599925" y="4003501"/>
                    <a:pt x="599672" y="4003501"/>
                    <a:pt x="599672" y="4003501"/>
                  </a:cubicBezTo>
                  <a:cubicBezTo>
                    <a:pt x="597393" y="4005780"/>
                    <a:pt x="612333" y="4024518"/>
                    <a:pt x="616638" y="4025025"/>
                  </a:cubicBezTo>
                  <a:close/>
                  <a:moveTo>
                    <a:pt x="605496" y="4027557"/>
                  </a:moveTo>
                  <a:cubicBezTo>
                    <a:pt x="607269" y="4027811"/>
                    <a:pt x="604990" y="4023253"/>
                    <a:pt x="600432" y="4017428"/>
                  </a:cubicBezTo>
                  <a:cubicBezTo>
                    <a:pt x="596887" y="4012617"/>
                    <a:pt x="590556" y="4006033"/>
                    <a:pt x="588530" y="4006033"/>
                  </a:cubicBezTo>
                  <a:cubicBezTo>
                    <a:pt x="588530" y="4006033"/>
                    <a:pt x="588277" y="4006033"/>
                    <a:pt x="588277" y="4006033"/>
                  </a:cubicBezTo>
                  <a:cubicBezTo>
                    <a:pt x="586504" y="4007806"/>
                    <a:pt x="601698" y="4027051"/>
                    <a:pt x="605496" y="4027557"/>
                  </a:cubicBezTo>
                  <a:close/>
                  <a:moveTo>
                    <a:pt x="595621" y="4029836"/>
                  </a:moveTo>
                  <a:cubicBezTo>
                    <a:pt x="597140" y="4030089"/>
                    <a:pt x="594861" y="4025532"/>
                    <a:pt x="590303" y="4019707"/>
                  </a:cubicBezTo>
                  <a:cubicBezTo>
                    <a:pt x="586504" y="4014896"/>
                    <a:pt x="580680" y="4008312"/>
                    <a:pt x="578654" y="4008312"/>
                  </a:cubicBezTo>
                  <a:cubicBezTo>
                    <a:pt x="578654" y="4008312"/>
                    <a:pt x="578401" y="4008312"/>
                    <a:pt x="578401" y="4008312"/>
                  </a:cubicBezTo>
                  <a:cubicBezTo>
                    <a:pt x="577135" y="4010338"/>
                    <a:pt x="592329" y="4029330"/>
                    <a:pt x="595621" y="4029836"/>
                  </a:cubicBezTo>
                  <a:close/>
                  <a:moveTo>
                    <a:pt x="581440" y="4021986"/>
                  </a:moveTo>
                  <a:cubicBezTo>
                    <a:pt x="577642" y="4017175"/>
                    <a:pt x="571817" y="4010591"/>
                    <a:pt x="570045" y="4010591"/>
                  </a:cubicBezTo>
                  <a:cubicBezTo>
                    <a:pt x="567766" y="4012617"/>
                    <a:pt x="584985" y="4031862"/>
                    <a:pt x="587264" y="4032115"/>
                  </a:cubicBezTo>
                  <a:cubicBezTo>
                    <a:pt x="588530" y="4032369"/>
                    <a:pt x="586251" y="4028064"/>
                    <a:pt x="581440" y="4021986"/>
                  </a:cubicBezTo>
                  <a:close/>
                  <a:moveTo>
                    <a:pt x="562954" y="4013123"/>
                  </a:moveTo>
                  <a:cubicBezTo>
                    <a:pt x="561688" y="4014643"/>
                    <a:pt x="577895" y="4034648"/>
                    <a:pt x="580427" y="4034648"/>
                  </a:cubicBezTo>
                  <a:cubicBezTo>
                    <a:pt x="581187" y="4033888"/>
                    <a:pt x="576882" y="4027811"/>
                    <a:pt x="574096" y="4024518"/>
                  </a:cubicBezTo>
                  <a:cubicBezTo>
                    <a:pt x="570298" y="4019961"/>
                    <a:pt x="564474" y="4013123"/>
                    <a:pt x="562954" y="4013123"/>
                  </a:cubicBezTo>
                  <a:close/>
                  <a:moveTo>
                    <a:pt x="557130" y="4015656"/>
                  </a:moveTo>
                  <a:cubicBezTo>
                    <a:pt x="556117" y="4017175"/>
                    <a:pt x="572577" y="4037180"/>
                    <a:pt x="574603" y="4037180"/>
                  </a:cubicBezTo>
                  <a:cubicBezTo>
                    <a:pt x="575109" y="4036420"/>
                    <a:pt x="570551" y="4030343"/>
                    <a:pt x="568019" y="4027051"/>
                  </a:cubicBezTo>
                  <a:cubicBezTo>
                    <a:pt x="564221" y="4022240"/>
                    <a:pt x="558396" y="4015656"/>
                    <a:pt x="557130" y="4015656"/>
                  </a:cubicBezTo>
                  <a:close/>
                  <a:moveTo>
                    <a:pt x="552825" y="4018188"/>
                  </a:moveTo>
                  <a:cubicBezTo>
                    <a:pt x="552319" y="4019707"/>
                    <a:pt x="568779" y="4039712"/>
                    <a:pt x="570298" y="4039712"/>
                  </a:cubicBezTo>
                  <a:cubicBezTo>
                    <a:pt x="570551" y="4038953"/>
                    <a:pt x="565993" y="4032875"/>
                    <a:pt x="563208" y="4029583"/>
                  </a:cubicBezTo>
                  <a:cubicBezTo>
                    <a:pt x="559409" y="4025025"/>
                    <a:pt x="553838" y="4018188"/>
                    <a:pt x="552825" y="4018188"/>
                  </a:cubicBezTo>
                  <a:close/>
                  <a:moveTo>
                    <a:pt x="567512" y="4042245"/>
                  </a:moveTo>
                  <a:cubicBezTo>
                    <a:pt x="567512" y="4041485"/>
                    <a:pt x="562954" y="4035407"/>
                    <a:pt x="560169" y="4032115"/>
                  </a:cubicBezTo>
                  <a:lnTo>
                    <a:pt x="560169" y="4032115"/>
                  </a:lnTo>
                  <a:cubicBezTo>
                    <a:pt x="560169" y="4032115"/>
                    <a:pt x="551559" y="4021227"/>
                    <a:pt x="550040" y="4020720"/>
                  </a:cubicBezTo>
                  <a:cubicBezTo>
                    <a:pt x="549787" y="4021986"/>
                    <a:pt x="564980" y="4041485"/>
                    <a:pt x="567512" y="4042245"/>
                  </a:cubicBezTo>
                  <a:close/>
                  <a:moveTo>
                    <a:pt x="565993" y="4045030"/>
                  </a:moveTo>
                  <a:cubicBezTo>
                    <a:pt x="565740" y="4044270"/>
                    <a:pt x="561182" y="4038193"/>
                    <a:pt x="558396" y="4034901"/>
                  </a:cubicBezTo>
                  <a:cubicBezTo>
                    <a:pt x="558143" y="4034395"/>
                    <a:pt x="549533" y="4024012"/>
                    <a:pt x="548521" y="4023506"/>
                  </a:cubicBezTo>
                  <a:cubicBezTo>
                    <a:pt x="548774" y="4024518"/>
                    <a:pt x="564221" y="4044270"/>
                    <a:pt x="565993" y="4045030"/>
                  </a:cubicBezTo>
                  <a:close/>
                  <a:moveTo>
                    <a:pt x="557890" y="4037433"/>
                  </a:moveTo>
                  <a:cubicBezTo>
                    <a:pt x="557637" y="4036927"/>
                    <a:pt x="549027" y="4026544"/>
                    <a:pt x="548267" y="4026291"/>
                  </a:cubicBezTo>
                  <a:cubicBezTo>
                    <a:pt x="548774" y="4027304"/>
                    <a:pt x="564474" y="4046802"/>
                    <a:pt x="565740" y="4047562"/>
                  </a:cubicBezTo>
                  <a:cubicBezTo>
                    <a:pt x="565487" y="4046802"/>
                    <a:pt x="558650" y="4038446"/>
                    <a:pt x="557890" y="4037433"/>
                  </a:cubicBezTo>
                  <a:close/>
                  <a:moveTo>
                    <a:pt x="559156" y="4040219"/>
                  </a:moveTo>
                  <a:cubicBezTo>
                    <a:pt x="561435" y="4043004"/>
                    <a:pt x="563714" y="4045790"/>
                    <a:pt x="565993" y="4048575"/>
                  </a:cubicBezTo>
                  <a:lnTo>
                    <a:pt x="550040" y="4029077"/>
                  </a:lnTo>
                  <a:cubicBezTo>
                    <a:pt x="553079" y="4032875"/>
                    <a:pt x="556117" y="4036420"/>
                    <a:pt x="559156" y="4040219"/>
                  </a:cubicBezTo>
                  <a:close/>
                  <a:moveTo>
                    <a:pt x="565993" y="4048575"/>
                  </a:moveTo>
                  <a:cubicBezTo>
                    <a:pt x="566500" y="4049081"/>
                    <a:pt x="567006" y="4049841"/>
                    <a:pt x="567512" y="4050348"/>
                  </a:cubicBezTo>
                  <a:lnTo>
                    <a:pt x="567512" y="4050348"/>
                  </a:lnTo>
                  <a:lnTo>
                    <a:pt x="565993" y="4048575"/>
                  </a:lnTo>
                  <a:close/>
                  <a:moveTo>
                    <a:pt x="3135982" y="3948804"/>
                  </a:moveTo>
                  <a:cubicBezTo>
                    <a:pt x="3137755" y="3944246"/>
                    <a:pt x="3137249" y="3936903"/>
                    <a:pt x="3128639" y="3936143"/>
                  </a:cubicBezTo>
                  <a:cubicBezTo>
                    <a:pt x="3118510" y="3936143"/>
                    <a:pt x="3111673" y="3946019"/>
                    <a:pt x="3114458" y="3953109"/>
                  </a:cubicBezTo>
                  <a:cubicBezTo>
                    <a:pt x="3117497" y="3961719"/>
                    <a:pt x="3131931" y="3958933"/>
                    <a:pt x="3135982" y="3948804"/>
                  </a:cubicBezTo>
                  <a:close/>
                  <a:moveTo>
                    <a:pt x="3087363" y="3946778"/>
                  </a:moveTo>
                  <a:cubicBezTo>
                    <a:pt x="3089136" y="3942220"/>
                    <a:pt x="3088376" y="3934877"/>
                    <a:pt x="3079513" y="3934117"/>
                  </a:cubicBezTo>
                  <a:cubicBezTo>
                    <a:pt x="3069131" y="3934370"/>
                    <a:pt x="3062547" y="3943993"/>
                    <a:pt x="3065333" y="3951083"/>
                  </a:cubicBezTo>
                  <a:cubicBezTo>
                    <a:pt x="3068878" y="3960199"/>
                    <a:pt x="3083312" y="3957161"/>
                    <a:pt x="3087363" y="3946778"/>
                  </a:cubicBezTo>
                  <a:close/>
                  <a:moveTo>
                    <a:pt x="3037984" y="3945006"/>
                  </a:moveTo>
                  <a:cubicBezTo>
                    <a:pt x="3039757" y="3940195"/>
                    <a:pt x="3038237" y="3933104"/>
                    <a:pt x="3029628" y="3932344"/>
                  </a:cubicBezTo>
                  <a:cubicBezTo>
                    <a:pt x="3019246" y="3932598"/>
                    <a:pt x="3012915" y="3942220"/>
                    <a:pt x="3015953" y="3949311"/>
                  </a:cubicBezTo>
                  <a:cubicBezTo>
                    <a:pt x="3019752" y="3958173"/>
                    <a:pt x="3034439" y="3955388"/>
                    <a:pt x="3037984" y="3945006"/>
                  </a:cubicBezTo>
                  <a:close/>
                  <a:moveTo>
                    <a:pt x="2988352" y="3943233"/>
                  </a:moveTo>
                  <a:cubicBezTo>
                    <a:pt x="2989871" y="3938675"/>
                    <a:pt x="2988858" y="3931332"/>
                    <a:pt x="2979742" y="3930572"/>
                  </a:cubicBezTo>
                  <a:cubicBezTo>
                    <a:pt x="2969360" y="3930825"/>
                    <a:pt x="2963029" y="3940701"/>
                    <a:pt x="2966321" y="3947538"/>
                  </a:cubicBezTo>
                  <a:cubicBezTo>
                    <a:pt x="2970120" y="3956401"/>
                    <a:pt x="2984807" y="3953616"/>
                    <a:pt x="2988352" y="3943233"/>
                  </a:cubicBezTo>
                  <a:close/>
                  <a:moveTo>
                    <a:pt x="2938213" y="3941714"/>
                  </a:moveTo>
                  <a:cubicBezTo>
                    <a:pt x="2939732" y="3937156"/>
                    <a:pt x="2938466" y="3929812"/>
                    <a:pt x="2929350" y="3929053"/>
                  </a:cubicBezTo>
                  <a:cubicBezTo>
                    <a:pt x="2918715" y="3929306"/>
                    <a:pt x="2912637" y="3939181"/>
                    <a:pt x="2915929" y="3946019"/>
                  </a:cubicBezTo>
                  <a:cubicBezTo>
                    <a:pt x="2920234" y="3954881"/>
                    <a:pt x="2934668" y="3952096"/>
                    <a:pt x="2938213" y="3941714"/>
                  </a:cubicBezTo>
                  <a:close/>
                  <a:moveTo>
                    <a:pt x="2887568" y="3939941"/>
                  </a:moveTo>
                  <a:cubicBezTo>
                    <a:pt x="2888834" y="3935383"/>
                    <a:pt x="2887568" y="3928039"/>
                    <a:pt x="2878199" y="3927280"/>
                  </a:cubicBezTo>
                  <a:cubicBezTo>
                    <a:pt x="2867563" y="3927533"/>
                    <a:pt x="2861739" y="3937409"/>
                    <a:pt x="2865284" y="3944246"/>
                  </a:cubicBezTo>
                  <a:cubicBezTo>
                    <a:pt x="2869589" y="3953109"/>
                    <a:pt x="2884276" y="3950323"/>
                    <a:pt x="2887568" y="3939941"/>
                  </a:cubicBezTo>
                  <a:close/>
                  <a:moveTo>
                    <a:pt x="2836416" y="3938422"/>
                  </a:moveTo>
                  <a:cubicBezTo>
                    <a:pt x="2837682" y="3933610"/>
                    <a:pt x="2835657" y="3926520"/>
                    <a:pt x="2826794" y="3925761"/>
                  </a:cubicBezTo>
                  <a:cubicBezTo>
                    <a:pt x="2816158" y="3926014"/>
                    <a:pt x="2810334" y="3935889"/>
                    <a:pt x="2814132" y="3942727"/>
                  </a:cubicBezTo>
                  <a:cubicBezTo>
                    <a:pt x="2818437" y="3951590"/>
                    <a:pt x="2833378" y="3948804"/>
                    <a:pt x="2836416" y="3938422"/>
                  </a:cubicBezTo>
                  <a:close/>
                  <a:moveTo>
                    <a:pt x="2784758" y="3936903"/>
                  </a:moveTo>
                  <a:cubicBezTo>
                    <a:pt x="2786024" y="3932344"/>
                    <a:pt x="2784252" y="3925001"/>
                    <a:pt x="2774883" y="3924241"/>
                  </a:cubicBezTo>
                  <a:cubicBezTo>
                    <a:pt x="2764247" y="3924494"/>
                    <a:pt x="2758676" y="3934370"/>
                    <a:pt x="2762474" y="3941207"/>
                  </a:cubicBezTo>
                  <a:cubicBezTo>
                    <a:pt x="2767286" y="3950323"/>
                    <a:pt x="2781973" y="3947538"/>
                    <a:pt x="2784758" y="3936903"/>
                  </a:cubicBezTo>
                  <a:close/>
                  <a:moveTo>
                    <a:pt x="2732847" y="3935383"/>
                  </a:moveTo>
                  <a:cubicBezTo>
                    <a:pt x="2733860" y="3930825"/>
                    <a:pt x="2732087" y="3923482"/>
                    <a:pt x="2722465" y="3922722"/>
                  </a:cubicBezTo>
                  <a:cubicBezTo>
                    <a:pt x="2711576" y="3922975"/>
                    <a:pt x="2706005" y="3932851"/>
                    <a:pt x="2710310" y="3939941"/>
                  </a:cubicBezTo>
                  <a:cubicBezTo>
                    <a:pt x="2715628" y="3948804"/>
                    <a:pt x="2730315" y="3946019"/>
                    <a:pt x="2732847" y="3935383"/>
                  </a:cubicBezTo>
                  <a:close/>
                  <a:moveTo>
                    <a:pt x="2680682" y="3934117"/>
                  </a:moveTo>
                  <a:cubicBezTo>
                    <a:pt x="2681695" y="3929306"/>
                    <a:pt x="2679163" y="3922215"/>
                    <a:pt x="2670047" y="3921456"/>
                  </a:cubicBezTo>
                  <a:cubicBezTo>
                    <a:pt x="2659158" y="3921709"/>
                    <a:pt x="2654094" y="3931585"/>
                    <a:pt x="2658145" y="3938675"/>
                  </a:cubicBezTo>
                  <a:cubicBezTo>
                    <a:pt x="2663210" y="3947285"/>
                    <a:pt x="2678150" y="3944499"/>
                    <a:pt x="2680682" y="3934117"/>
                  </a:cubicBezTo>
                  <a:close/>
                  <a:moveTo>
                    <a:pt x="2627758" y="3932851"/>
                  </a:moveTo>
                  <a:cubicBezTo>
                    <a:pt x="2628771" y="3928293"/>
                    <a:pt x="2626492" y="3920949"/>
                    <a:pt x="2616869" y="3920190"/>
                  </a:cubicBezTo>
                  <a:cubicBezTo>
                    <a:pt x="2605981" y="3920443"/>
                    <a:pt x="2600916" y="3930319"/>
                    <a:pt x="2605221" y="3937409"/>
                  </a:cubicBezTo>
                  <a:cubicBezTo>
                    <a:pt x="2610792" y="3946019"/>
                    <a:pt x="2625733" y="3942980"/>
                    <a:pt x="2627758" y="3932851"/>
                  </a:cubicBezTo>
                  <a:close/>
                  <a:moveTo>
                    <a:pt x="2574834" y="3931585"/>
                  </a:moveTo>
                  <a:cubicBezTo>
                    <a:pt x="2575594" y="3927027"/>
                    <a:pt x="2573315" y="3919683"/>
                    <a:pt x="2563692" y="3918923"/>
                  </a:cubicBezTo>
                  <a:cubicBezTo>
                    <a:pt x="2552550" y="3919177"/>
                    <a:pt x="2547739" y="3929053"/>
                    <a:pt x="2552297" y="3936143"/>
                  </a:cubicBezTo>
                  <a:cubicBezTo>
                    <a:pt x="2558374" y="3945006"/>
                    <a:pt x="2573061" y="3941967"/>
                    <a:pt x="2574834" y="3931585"/>
                  </a:cubicBezTo>
                  <a:close/>
                  <a:moveTo>
                    <a:pt x="2510008" y="3917911"/>
                  </a:moveTo>
                  <a:cubicBezTo>
                    <a:pt x="2498107" y="3918164"/>
                    <a:pt x="2494561" y="3928799"/>
                    <a:pt x="2498866" y="3935130"/>
                  </a:cubicBezTo>
                  <a:cubicBezTo>
                    <a:pt x="2504944" y="3943993"/>
                    <a:pt x="2519884" y="3940954"/>
                    <a:pt x="2521403" y="3930572"/>
                  </a:cubicBezTo>
                  <a:cubicBezTo>
                    <a:pt x="2522416" y="3925761"/>
                    <a:pt x="2519884" y="3918417"/>
                    <a:pt x="2510008" y="3917911"/>
                  </a:cubicBezTo>
                  <a:close/>
                  <a:moveTo>
                    <a:pt x="2456071" y="3916644"/>
                  </a:moveTo>
                  <a:cubicBezTo>
                    <a:pt x="2444929" y="3916897"/>
                    <a:pt x="2440624" y="3927027"/>
                    <a:pt x="2445436" y="3933864"/>
                  </a:cubicBezTo>
                  <a:cubicBezTo>
                    <a:pt x="2451513" y="3942474"/>
                    <a:pt x="2466707" y="3939435"/>
                    <a:pt x="2467973" y="3929306"/>
                  </a:cubicBezTo>
                  <a:cubicBezTo>
                    <a:pt x="2468986" y="3924494"/>
                    <a:pt x="2465694" y="3917404"/>
                    <a:pt x="2456071" y="3916644"/>
                  </a:cubicBezTo>
                  <a:close/>
                  <a:moveTo>
                    <a:pt x="2402134" y="3915632"/>
                  </a:moveTo>
                  <a:cubicBezTo>
                    <a:pt x="2390992" y="3915885"/>
                    <a:pt x="2386941" y="3926014"/>
                    <a:pt x="2392005" y="3932851"/>
                  </a:cubicBezTo>
                  <a:cubicBezTo>
                    <a:pt x="2398589" y="3941714"/>
                    <a:pt x="2413276" y="3938675"/>
                    <a:pt x="2414542" y="3928039"/>
                  </a:cubicBezTo>
                  <a:cubicBezTo>
                    <a:pt x="2414795" y="3923735"/>
                    <a:pt x="2412010" y="3916391"/>
                    <a:pt x="2402134" y="3915632"/>
                  </a:cubicBezTo>
                  <a:close/>
                  <a:moveTo>
                    <a:pt x="2360352" y="3927280"/>
                  </a:moveTo>
                  <a:cubicBezTo>
                    <a:pt x="2360858" y="3922722"/>
                    <a:pt x="2357819" y="3915378"/>
                    <a:pt x="2347690" y="3914872"/>
                  </a:cubicBezTo>
                  <a:cubicBezTo>
                    <a:pt x="2336295" y="3915125"/>
                    <a:pt x="2332244" y="3925254"/>
                    <a:pt x="2337815" y="3932091"/>
                  </a:cubicBezTo>
                  <a:cubicBezTo>
                    <a:pt x="2344652" y="3940954"/>
                    <a:pt x="2359339" y="3937662"/>
                    <a:pt x="2360352" y="3927280"/>
                  </a:cubicBezTo>
                  <a:close/>
                  <a:moveTo>
                    <a:pt x="2306161" y="3926267"/>
                  </a:moveTo>
                  <a:cubicBezTo>
                    <a:pt x="2306415" y="3921456"/>
                    <a:pt x="2302870" y="3914365"/>
                    <a:pt x="2293247" y="3913859"/>
                  </a:cubicBezTo>
                  <a:cubicBezTo>
                    <a:pt x="2282105" y="3914112"/>
                    <a:pt x="2278307" y="3924241"/>
                    <a:pt x="2283624" y="3931078"/>
                  </a:cubicBezTo>
                  <a:cubicBezTo>
                    <a:pt x="2290461" y="3939941"/>
                    <a:pt x="2305402" y="3936649"/>
                    <a:pt x="2306161" y="3926267"/>
                  </a:cubicBezTo>
                  <a:close/>
                  <a:moveTo>
                    <a:pt x="804025" y="3931078"/>
                  </a:moveTo>
                  <a:cubicBezTo>
                    <a:pt x="803772" y="3931078"/>
                    <a:pt x="803266" y="3931332"/>
                    <a:pt x="803013" y="3931332"/>
                  </a:cubicBezTo>
                  <a:cubicBezTo>
                    <a:pt x="797695" y="3934117"/>
                    <a:pt x="808837" y="3951083"/>
                    <a:pt x="817193" y="3953109"/>
                  </a:cubicBezTo>
                  <a:cubicBezTo>
                    <a:pt x="821498" y="3954122"/>
                    <a:pt x="822004" y="3949311"/>
                    <a:pt x="818206" y="3942727"/>
                  </a:cubicBezTo>
                  <a:cubicBezTo>
                    <a:pt x="815167" y="3938169"/>
                    <a:pt x="808837" y="3931332"/>
                    <a:pt x="804025" y="3931078"/>
                  </a:cubicBezTo>
                  <a:close/>
                  <a:moveTo>
                    <a:pt x="790351" y="3954881"/>
                  </a:moveTo>
                  <a:cubicBezTo>
                    <a:pt x="794656" y="3955894"/>
                    <a:pt x="794909" y="3951083"/>
                    <a:pt x="791111" y="3944499"/>
                  </a:cubicBezTo>
                  <a:cubicBezTo>
                    <a:pt x="788325" y="3939688"/>
                    <a:pt x="781995" y="3932851"/>
                    <a:pt x="777184" y="3932598"/>
                  </a:cubicBezTo>
                  <a:cubicBezTo>
                    <a:pt x="776930" y="3932598"/>
                    <a:pt x="776424" y="3932851"/>
                    <a:pt x="776171" y="3932851"/>
                  </a:cubicBezTo>
                  <a:cubicBezTo>
                    <a:pt x="771106" y="3936143"/>
                    <a:pt x="782248" y="3952856"/>
                    <a:pt x="790351" y="3954881"/>
                  </a:cubicBezTo>
                  <a:close/>
                  <a:moveTo>
                    <a:pt x="751354" y="3934624"/>
                  </a:moveTo>
                  <a:cubicBezTo>
                    <a:pt x="751101" y="3934624"/>
                    <a:pt x="750595" y="3934877"/>
                    <a:pt x="750342" y="3934877"/>
                  </a:cubicBezTo>
                  <a:cubicBezTo>
                    <a:pt x="745784" y="3937662"/>
                    <a:pt x="757179" y="3954628"/>
                    <a:pt x="765029" y="3956654"/>
                  </a:cubicBezTo>
                  <a:cubicBezTo>
                    <a:pt x="769080" y="3957667"/>
                    <a:pt x="769333" y="3952856"/>
                    <a:pt x="765282" y="3946272"/>
                  </a:cubicBezTo>
                  <a:lnTo>
                    <a:pt x="765282" y="3946272"/>
                  </a:lnTo>
                  <a:cubicBezTo>
                    <a:pt x="762243" y="3941714"/>
                    <a:pt x="755913" y="3934877"/>
                    <a:pt x="751354" y="3934624"/>
                  </a:cubicBezTo>
                  <a:close/>
                  <a:moveTo>
                    <a:pt x="740719" y="3958680"/>
                  </a:moveTo>
                  <a:cubicBezTo>
                    <a:pt x="744771" y="3959693"/>
                    <a:pt x="744517" y="3954881"/>
                    <a:pt x="740466" y="3948298"/>
                  </a:cubicBezTo>
                  <a:cubicBezTo>
                    <a:pt x="737427" y="3943486"/>
                    <a:pt x="731350" y="3936649"/>
                    <a:pt x="726792" y="3936649"/>
                  </a:cubicBezTo>
                  <a:cubicBezTo>
                    <a:pt x="726538" y="3936649"/>
                    <a:pt x="726032" y="3936903"/>
                    <a:pt x="725779" y="3936903"/>
                  </a:cubicBezTo>
                  <a:cubicBezTo>
                    <a:pt x="721727" y="3939688"/>
                    <a:pt x="733122" y="3956654"/>
                    <a:pt x="740719" y="3958680"/>
                  </a:cubicBezTo>
                  <a:close/>
                  <a:moveTo>
                    <a:pt x="703748" y="3938422"/>
                  </a:moveTo>
                  <a:cubicBezTo>
                    <a:pt x="703495" y="3938422"/>
                    <a:pt x="702988" y="3938675"/>
                    <a:pt x="702735" y="3938675"/>
                  </a:cubicBezTo>
                  <a:cubicBezTo>
                    <a:pt x="698937" y="3941460"/>
                    <a:pt x="710585" y="3958427"/>
                    <a:pt x="717675" y="3960452"/>
                  </a:cubicBezTo>
                  <a:cubicBezTo>
                    <a:pt x="721474" y="3961465"/>
                    <a:pt x="721221" y="3956654"/>
                    <a:pt x="717169" y="3950070"/>
                  </a:cubicBezTo>
                  <a:cubicBezTo>
                    <a:pt x="714130" y="3945512"/>
                    <a:pt x="707800" y="3938675"/>
                    <a:pt x="703748" y="3938422"/>
                  </a:cubicBezTo>
                  <a:close/>
                  <a:moveTo>
                    <a:pt x="695138" y="3952096"/>
                  </a:moveTo>
                  <a:cubicBezTo>
                    <a:pt x="692100" y="3947285"/>
                    <a:pt x="685769" y="3940448"/>
                    <a:pt x="681717" y="3940448"/>
                  </a:cubicBezTo>
                  <a:cubicBezTo>
                    <a:pt x="681464" y="3940448"/>
                    <a:pt x="681464" y="3940448"/>
                    <a:pt x="681211" y="3940448"/>
                  </a:cubicBezTo>
                  <a:cubicBezTo>
                    <a:pt x="676400" y="3942220"/>
                    <a:pt x="688554" y="3960199"/>
                    <a:pt x="696151" y="3962478"/>
                  </a:cubicBezTo>
                  <a:cubicBezTo>
                    <a:pt x="699696" y="3963491"/>
                    <a:pt x="699190" y="3958680"/>
                    <a:pt x="695138" y="3952096"/>
                  </a:cubicBezTo>
                  <a:close/>
                  <a:moveTo>
                    <a:pt x="676146" y="3964504"/>
                  </a:moveTo>
                  <a:cubicBezTo>
                    <a:pt x="679185" y="3964758"/>
                    <a:pt x="678172" y="3960199"/>
                    <a:pt x="674121" y="3954122"/>
                  </a:cubicBezTo>
                  <a:cubicBezTo>
                    <a:pt x="670829" y="3949311"/>
                    <a:pt x="664751" y="3942474"/>
                    <a:pt x="660953" y="3942474"/>
                  </a:cubicBezTo>
                  <a:cubicBezTo>
                    <a:pt x="660700" y="3942474"/>
                    <a:pt x="660446" y="3942727"/>
                    <a:pt x="660193" y="3942727"/>
                  </a:cubicBezTo>
                  <a:cubicBezTo>
                    <a:pt x="656901" y="3945766"/>
                    <a:pt x="670069" y="3963997"/>
                    <a:pt x="676146" y="3964504"/>
                  </a:cubicBezTo>
                  <a:close/>
                  <a:moveTo>
                    <a:pt x="656901" y="3966783"/>
                  </a:moveTo>
                  <a:cubicBezTo>
                    <a:pt x="659687" y="3967036"/>
                    <a:pt x="658674" y="3962478"/>
                    <a:pt x="654369" y="3956401"/>
                  </a:cubicBezTo>
                  <a:cubicBezTo>
                    <a:pt x="651077" y="3951590"/>
                    <a:pt x="645000" y="3944752"/>
                    <a:pt x="641454" y="3944752"/>
                  </a:cubicBezTo>
                  <a:cubicBezTo>
                    <a:pt x="641201" y="3944752"/>
                    <a:pt x="640948" y="3945006"/>
                    <a:pt x="640695" y="3945006"/>
                  </a:cubicBezTo>
                  <a:cubicBezTo>
                    <a:pt x="637656" y="3947791"/>
                    <a:pt x="651077" y="3966023"/>
                    <a:pt x="656901" y="3966783"/>
                  </a:cubicBezTo>
                  <a:close/>
                  <a:moveTo>
                    <a:pt x="638669" y="3968809"/>
                  </a:moveTo>
                  <a:cubicBezTo>
                    <a:pt x="641201" y="3969062"/>
                    <a:pt x="639935" y="3964504"/>
                    <a:pt x="635883" y="3958427"/>
                  </a:cubicBezTo>
                  <a:cubicBezTo>
                    <a:pt x="632592" y="3953616"/>
                    <a:pt x="626514" y="3946778"/>
                    <a:pt x="622969" y="3946778"/>
                  </a:cubicBezTo>
                  <a:cubicBezTo>
                    <a:pt x="622716" y="3946778"/>
                    <a:pt x="622463" y="3947031"/>
                    <a:pt x="622209" y="3947031"/>
                  </a:cubicBezTo>
                  <a:cubicBezTo>
                    <a:pt x="619930" y="3950070"/>
                    <a:pt x="633351" y="3968049"/>
                    <a:pt x="638669" y="3968809"/>
                  </a:cubicBezTo>
                  <a:close/>
                  <a:moveTo>
                    <a:pt x="621956" y="3971088"/>
                  </a:moveTo>
                  <a:cubicBezTo>
                    <a:pt x="624488" y="3971341"/>
                    <a:pt x="622969" y="3966783"/>
                    <a:pt x="618664" y="3960706"/>
                  </a:cubicBezTo>
                  <a:cubicBezTo>
                    <a:pt x="615372" y="3955894"/>
                    <a:pt x="609295" y="3949057"/>
                    <a:pt x="606003" y="3949057"/>
                  </a:cubicBezTo>
                  <a:cubicBezTo>
                    <a:pt x="606003" y="3949057"/>
                    <a:pt x="605750" y="3949057"/>
                    <a:pt x="605750" y="3949057"/>
                  </a:cubicBezTo>
                  <a:cubicBezTo>
                    <a:pt x="602458" y="3951083"/>
                    <a:pt x="616638" y="3970328"/>
                    <a:pt x="621956" y="3971088"/>
                  </a:cubicBezTo>
                  <a:close/>
                  <a:moveTo>
                    <a:pt x="606509" y="3973114"/>
                  </a:moveTo>
                  <a:cubicBezTo>
                    <a:pt x="608788" y="3973367"/>
                    <a:pt x="607269" y="3968809"/>
                    <a:pt x="602964" y="3962732"/>
                  </a:cubicBezTo>
                  <a:cubicBezTo>
                    <a:pt x="599672" y="3957920"/>
                    <a:pt x="593595" y="3951083"/>
                    <a:pt x="590556" y="3951083"/>
                  </a:cubicBezTo>
                  <a:cubicBezTo>
                    <a:pt x="590556" y="3951083"/>
                    <a:pt x="590303" y="3951083"/>
                    <a:pt x="590303" y="3951083"/>
                  </a:cubicBezTo>
                  <a:cubicBezTo>
                    <a:pt x="587264" y="3953109"/>
                    <a:pt x="601445" y="3972607"/>
                    <a:pt x="606509" y="3973114"/>
                  </a:cubicBezTo>
                  <a:close/>
                  <a:moveTo>
                    <a:pt x="592582" y="3975393"/>
                  </a:moveTo>
                  <a:cubicBezTo>
                    <a:pt x="594608" y="3975646"/>
                    <a:pt x="593088" y="3971088"/>
                    <a:pt x="588530" y="3965011"/>
                  </a:cubicBezTo>
                  <a:cubicBezTo>
                    <a:pt x="584985" y="3960199"/>
                    <a:pt x="579161" y="3953362"/>
                    <a:pt x="576375" y="3953362"/>
                  </a:cubicBezTo>
                  <a:cubicBezTo>
                    <a:pt x="576375" y="3953362"/>
                    <a:pt x="576122" y="3953362"/>
                    <a:pt x="576122" y="3953362"/>
                  </a:cubicBezTo>
                  <a:cubicBezTo>
                    <a:pt x="573337" y="3955641"/>
                    <a:pt x="587771" y="3974886"/>
                    <a:pt x="592582" y="3975393"/>
                  </a:cubicBezTo>
                  <a:close/>
                  <a:moveTo>
                    <a:pt x="579667" y="3977672"/>
                  </a:moveTo>
                  <a:cubicBezTo>
                    <a:pt x="581693" y="3977925"/>
                    <a:pt x="579667" y="3973367"/>
                    <a:pt x="575362" y="3967290"/>
                  </a:cubicBezTo>
                  <a:cubicBezTo>
                    <a:pt x="571817" y="3962478"/>
                    <a:pt x="565993" y="3955641"/>
                    <a:pt x="563461" y="3955641"/>
                  </a:cubicBezTo>
                  <a:cubicBezTo>
                    <a:pt x="563461" y="3955641"/>
                    <a:pt x="563208" y="3955641"/>
                    <a:pt x="563208" y="3955641"/>
                  </a:cubicBezTo>
                  <a:cubicBezTo>
                    <a:pt x="560929" y="3957920"/>
                    <a:pt x="575362" y="3977165"/>
                    <a:pt x="579667" y="3977672"/>
                  </a:cubicBezTo>
                  <a:close/>
                  <a:moveTo>
                    <a:pt x="568272" y="3980204"/>
                  </a:moveTo>
                  <a:cubicBezTo>
                    <a:pt x="570045" y="3980457"/>
                    <a:pt x="568019" y="3975899"/>
                    <a:pt x="563461" y="3969822"/>
                  </a:cubicBezTo>
                  <a:cubicBezTo>
                    <a:pt x="559916" y="3965011"/>
                    <a:pt x="554092" y="3958173"/>
                    <a:pt x="551813" y="3958173"/>
                  </a:cubicBezTo>
                  <a:cubicBezTo>
                    <a:pt x="551813" y="3958173"/>
                    <a:pt x="551559" y="3958173"/>
                    <a:pt x="551559" y="3958173"/>
                  </a:cubicBezTo>
                  <a:cubicBezTo>
                    <a:pt x="549787" y="3960199"/>
                    <a:pt x="564474" y="3979698"/>
                    <a:pt x="568272" y="3980204"/>
                  </a:cubicBezTo>
                  <a:close/>
                  <a:moveTo>
                    <a:pt x="558396" y="3982483"/>
                  </a:moveTo>
                  <a:cubicBezTo>
                    <a:pt x="559916" y="3982736"/>
                    <a:pt x="557637" y="3978178"/>
                    <a:pt x="553332" y="3972101"/>
                  </a:cubicBezTo>
                  <a:cubicBezTo>
                    <a:pt x="550040" y="3967543"/>
                    <a:pt x="543962" y="3960452"/>
                    <a:pt x="541937" y="3960706"/>
                  </a:cubicBezTo>
                  <a:cubicBezTo>
                    <a:pt x="541937" y="3960706"/>
                    <a:pt x="541683" y="3960706"/>
                    <a:pt x="541683" y="3960706"/>
                  </a:cubicBezTo>
                  <a:cubicBezTo>
                    <a:pt x="540164" y="3962732"/>
                    <a:pt x="554851" y="3981977"/>
                    <a:pt x="558396" y="3982483"/>
                  </a:cubicBezTo>
                  <a:close/>
                  <a:moveTo>
                    <a:pt x="544216" y="3974633"/>
                  </a:moveTo>
                  <a:cubicBezTo>
                    <a:pt x="540671" y="3969822"/>
                    <a:pt x="534846" y="3963238"/>
                    <a:pt x="533074" y="3963238"/>
                  </a:cubicBezTo>
                  <a:cubicBezTo>
                    <a:pt x="530795" y="3965264"/>
                    <a:pt x="547508" y="3984762"/>
                    <a:pt x="549787" y="3985269"/>
                  </a:cubicBezTo>
                  <a:cubicBezTo>
                    <a:pt x="551053" y="3985269"/>
                    <a:pt x="548521" y="3980710"/>
                    <a:pt x="544216" y="3974633"/>
                  </a:cubicBezTo>
                  <a:close/>
                  <a:moveTo>
                    <a:pt x="525730" y="3965517"/>
                  </a:moveTo>
                  <a:cubicBezTo>
                    <a:pt x="524211" y="3967036"/>
                    <a:pt x="540164" y="3987548"/>
                    <a:pt x="542696" y="3987548"/>
                  </a:cubicBezTo>
                  <a:cubicBezTo>
                    <a:pt x="543456" y="3986788"/>
                    <a:pt x="539151" y="3980710"/>
                    <a:pt x="536619" y="3977165"/>
                  </a:cubicBezTo>
                  <a:cubicBezTo>
                    <a:pt x="533074" y="3972607"/>
                    <a:pt x="527250" y="3965517"/>
                    <a:pt x="525730" y="3965517"/>
                  </a:cubicBezTo>
                  <a:close/>
                  <a:moveTo>
                    <a:pt x="519906" y="3968303"/>
                  </a:moveTo>
                  <a:cubicBezTo>
                    <a:pt x="518893" y="3969822"/>
                    <a:pt x="534846" y="3990333"/>
                    <a:pt x="536872" y="3990333"/>
                  </a:cubicBezTo>
                  <a:cubicBezTo>
                    <a:pt x="537379" y="3989574"/>
                    <a:pt x="533074" y="3983243"/>
                    <a:pt x="530288" y="3979951"/>
                  </a:cubicBezTo>
                  <a:cubicBezTo>
                    <a:pt x="526996" y="3975139"/>
                    <a:pt x="521172" y="3968049"/>
                    <a:pt x="519906" y="3968303"/>
                  </a:cubicBezTo>
                  <a:close/>
                  <a:moveTo>
                    <a:pt x="515348" y="3970835"/>
                  </a:moveTo>
                  <a:cubicBezTo>
                    <a:pt x="514841" y="3972354"/>
                    <a:pt x="530542" y="3992865"/>
                    <a:pt x="532314" y="3992612"/>
                  </a:cubicBezTo>
                  <a:cubicBezTo>
                    <a:pt x="532567" y="3991852"/>
                    <a:pt x="528263" y="3985522"/>
                    <a:pt x="525477" y="3982230"/>
                  </a:cubicBezTo>
                  <a:cubicBezTo>
                    <a:pt x="522185" y="3977925"/>
                    <a:pt x="516361" y="3970835"/>
                    <a:pt x="515348" y="3970835"/>
                  </a:cubicBezTo>
                  <a:close/>
                  <a:moveTo>
                    <a:pt x="512562" y="3973620"/>
                  </a:moveTo>
                  <a:cubicBezTo>
                    <a:pt x="512562" y="3974633"/>
                    <a:pt x="527250" y="3994638"/>
                    <a:pt x="529529" y="3995398"/>
                  </a:cubicBezTo>
                  <a:cubicBezTo>
                    <a:pt x="529529" y="3994638"/>
                    <a:pt x="524971" y="3988307"/>
                    <a:pt x="522438" y="3985015"/>
                  </a:cubicBezTo>
                  <a:cubicBezTo>
                    <a:pt x="521932" y="3984509"/>
                    <a:pt x="513829" y="3974127"/>
                    <a:pt x="512562" y="3973620"/>
                  </a:cubicBezTo>
                  <a:close/>
                  <a:moveTo>
                    <a:pt x="528009" y="3998183"/>
                  </a:moveTo>
                  <a:cubicBezTo>
                    <a:pt x="527756" y="3997423"/>
                    <a:pt x="523198" y="3991093"/>
                    <a:pt x="520412" y="3987801"/>
                  </a:cubicBezTo>
                  <a:cubicBezTo>
                    <a:pt x="520159" y="3987295"/>
                    <a:pt x="512056" y="3976912"/>
                    <a:pt x="510790" y="3976406"/>
                  </a:cubicBezTo>
                  <a:cubicBezTo>
                    <a:pt x="511296" y="3977165"/>
                    <a:pt x="526237" y="3997170"/>
                    <a:pt x="528009" y="3998183"/>
                  </a:cubicBezTo>
                  <a:close/>
                  <a:moveTo>
                    <a:pt x="520159" y="3990333"/>
                  </a:moveTo>
                  <a:cubicBezTo>
                    <a:pt x="519400" y="3989320"/>
                    <a:pt x="511803" y="3979444"/>
                    <a:pt x="511043" y="3978938"/>
                  </a:cubicBezTo>
                  <a:cubicBezTo>
                    <a:pt x="511550" y="3979951"/>
                    <a:pt x="526743" y="3999956"/>
                    <a:pt x="528009" y="4000716"/>
                  </a:cubicBezTo>
                  <a:cubicBezTo>
                    <a:pt x="527503" y="3999702"/>
                    <a:pt x="520919" y="3991346"/>
                    <a:pt x="520159" y="3990333"/>
                  </a:cubicBezTo>
                  <a:close/>
                  <a:moveTo>
                    <a:pt x="521425" y="3993119"/>
                  </a:moveTo>
                  <a:cubicBezTo>
                    <a:pt x="523958" y="3996411"/>
                    <a:pt x="526743" y="3999702"/>
                    <a:pt x="529275" y="4002994"/>
                  </a:cubicBezTo>
                  <a:lnTo>
                    <a:pt x="513069" y="3982230"/>
                  </a:lnTo>
                  <a:cubicBezTo>
                    <a:pt x="515854" y="3986028"/>
                    <a:pt x="518640" y="3989574"/>
                    <a:pt x="521425" y="3993119"/>
                  </a:cubicBezTo>
                  <a:close/>
                  <a:moveTo>
                    <a:pt x="3100784" y="3897906"/>
                  </a:moveTo>
                  <a:cubicBezTo>
                    <a:pt x="3102557" y="3893348"/>
                    <a:pt x="3101797" y="3885751"/>
                    <a:pt x="3092681" y="3884991"/>
                  </a:cubicBezTo>
                  <a:cubicBezTo>
                    <a:pt x="3082045" y="3885244"/>
                    <a:pt x="3075462" y="3895120"/>
                    <a:pt x="3078500" y="3902211"/>
                  </a:cubicBezTo>
                  <a:cubicBezTo>
                    <a:pt x="3082299" y="3911580"/>
                    <a:pt x="3096733" y="3908541"/>
                    <a:pt x="3100784" y="3897906"/>
                  </a:cubicBezTo>
                  <a:close/>
                  <a:moveTo>
                    <a:pt x="3042036" y="3883219"/>
                  </a:moveTo>
                  <a:cubicBezTo>
                    <a:pt x="3031400" y="3883472"/>
                    <a:pt x="3025070" y="3893348"/>
                    <a:pt x="3028108" y="3900438"/>
                  </a:cubicBezTo>
                  <a:cubicBezTo>
                    <a:pt x="3031907" y="3909301"/>
                    <a:pt x="3046847" y="3906515"/>
                    <a:pt x="3050645" y="3896133"/>
                  </a:cubicBezTo>
                  <a:lnTo>
                    <a:pt x="3050645" y="3896133"/>
                  </a:lnTo>
                  <a:cubicBezTo>
                    <a:pt x="3052165" y="3891322"/>
                    <a:pt x="3050645" y="3883978"/>
                    <a:pt x="3042036" y="3883219"/>
                  </a:cubicBezTo>
                  <a:close/>
                  <a:moveTo>
                    <a:pt x="2999747" y="3894360"/>
                  </a:moveTo>
                  <a:cubicBezTo>
                    <a:pt x="3001266" y="3889802"/>
                    <a:pt x="3000254" y="3882206"/>
                    <a:pt x="2990884" y="3881446"/>
                  </a:cubicBezTo>
                  <a:cubicBezTo>
                    <a:pt x="2980249" y="3881699"/>
                    <a:pt x="2973918" y="3891575"/>
                    <a:pt x="2977210" y="3898666"/>
                  </a:cubicBezTo>
                  <a:cubicBezTo>
                    <a:pt x="2981515" y="3907782"/>
                    <a:pt x="2996202" y="3904743"/>
                    <a:pt x="2999747" y="3894360"/>
                  </a:cubicBezTo>
                  <a:close/>
                  <a:moveTo>
                    <a:pt x="2948595" y="3892588"/>
                  </a:moveTo>
                  <a:cubicBezTo>
                    <a:pt x="2950115" y="3888030"/>
                    <a:pt x="2948849" y="3880433"/>
                    <a:pt x="2939479" y="3879674"/>
                  </a:cubicBezTo>
                  <a:cubicBezTo>
                    <a:pt x="2928591" y="3879927"/>
                    <a:pt x="2922513" y="3889802"/>
                    <a:pt x="2926058" y="3896893"/>
                  </a:cubicBezTo>
                  <a:cubicBezTo>
                    <a:pt x="2930363" y="3906262"/>
                    <a:pt x="2945303" y="3903223"/>
                    <a:pt x="2948595" y="3892588"/>
                  </a:cubicBezTo>
                  <a:close/>
                  <a:moveTo>
                    <a:pt x="2896937" y="3891069"/>
                  </a:moveTo>
                  <a:cubicBezTo>
                    <a:pt x="2898203" y="3886510"/>
                    <a:pt x="2896937" y="3878914"/>
                    <a:pt x="2887315" y="3878154"/>
                  </a:cubicBezTo>
                  <a:cubicBezTo>
                    <a:pt x="2876426" y="3878407"/>
                    <a:pt x="2870602" y="3888283"/>
                    <a:pt x="2874147" y="3895627"/>
                  </a:cubicBezTo>
                  <a:cubicBezTo>
                    <a:pt x="2878705" y="3904490"/>
                    <a:pt x="2893899" y="3901451"/>
                    <a:pt x="2896937" y="3891069"/>
                  </a:cubicBezTo>
                  <a:close/>
                  <a:moveTo>
                    <a:pt x="2844773" y="3889296"/>
                  </a:moveTo>
                  <a:cubicBezTo>
                    <a:pt x="2846039" y="3884485"/>
                    <a:pt x="2844013" y="3877141"/>
                    <a:pt x="2834897" y="3876382"/>
                  </a:cubicBezTo>
                  <a:cubicBezTo>
                    <a:pt x="2824008" y="3876635"/>
                    <a:pt x="2818184" y="3886764"/>
                    <a:pt x="2821983" y="3893854"/>
                  </a:cubicBezTo>
                  <a:cubicBezTo>
                    <a:pt x="2826794" y="3902970"/>
                    <a:pt x="2841987" y="3899931"/>
                    <a:pt x="2844773" y="3889296"/>
                  </a:cubicBezTo>
                  <a:close/>
                  <a:moveTo>
                    <a:pt x="2792355" y="3887777"/>
                  </a:moveTo>
                  <a:cubicBezTo>
                    <a:pt x="2793621" y="3883219"/>
                    <a:pt x="2791849" y="3875622"/>
                    <a:pt x="2782226" y="3874862"/>
                  </a:cubicBezTo>
                  <a:cubicBezTo>
                    <a:pt x="2771337" y="3875115"/>
                    <a:pt x="2765766" y="3885244"/>
                    <a:pt x="2769565" y="3892335"/>
                  </a:cubicBezTo>
                  <a:cubicBezTo>
                    <a:pt x="2774376" y="3901451"/>
                    <a:pt x="2789570" y="3898412"/>
                    <a:pt x="2792355" y="3887777"/>
                  </a:cubicBezTo>
                  <a:close/>
                  <a:moveTo>
                    <a:pt x="2739431" y="3886510"/>
                  </a:moveTo>
                  <a:cubicBezTo>
                    <a:pt x="2740444" y="3881953"/>
                    <a:pt x="2738671" y="3874356"/>
                    <a:pt x="2728795" y="3873596"/>
                  </a:cubicBezTo>
                  <a:cubicBezTo>
                    <a:pt x="2717653" y="3873849"/>
                    <a:pt x="2712082" y="3883978"/>
                    <a:pt x="2716387" y="3891069"/>
                  </a:cubicBezTo>
                  <a:cubicBezTo>
                    <a:pt x="2721705" y="3899931"/>
                    <a:pt x="2736899" y="3897146"/>
                    <a:pt x="2739431" y="3886510"/>
                  </a:cubicBezTo>
                  <a:close/>
                  <a:moveTo>
                    <a:pt x="2686000" y="3884991"/>
                  </a:moveTo>
                  <a:cubicBezTo>
                    <a:pt x="2687013" y="3880180"/>
                    <a:pt x="2684481" y="3872836"/>
                    <a:pt x="2675111" y="3872077"/>
                  </a:cubicBezTo>
                  <a:cubicBezTo>
                    <a:pt x="2663969" y="3872330"/>
                    <a:pt x="2658905" y="3882459"/>
                    <a:pt x="2663210" y="3889549"/>
                  </a:cubicBezTo>
                  <a:cubicBezTo>
                    <a:pt x="2668528" y="3898666"/>
                    <a:pt x="2683721" y="3895373"/>
                    <a:pt x="2686000" y="3884991"/>
                  </a:cubicBezTo>
                  <a:close/>
                  <a:moveTo>
                    <a:pt x="2632316" y="3883725"/>
                  </a:moveTo>
                  <a:cubicBezTo>
                    <a:pt x="2633329" y="3879167"/>
                    <a:pt x="2631050" y="3871570"/>
                    <a:pt x="2621174" y="3870811"/>
                  </a:cubicBezTo>
                  <a:cubicBezTo>
                    <a:pt x="2610032" y="3871064"/>
                    <a:pt x="2604968" y="3881193"/>
                    <a:pt x="2609526" y="3888283"/>
                  </a:cubicBezTo>
                  <a:cubicBezTo>
                    <a:pt x="2615097" y="3897146"/>
                    <a:pt x="2630291" y="3894107"/>
                    <a:pt x="2632316" y="3883725"/>
                  </a:cubicBezTo>
                  <a:close/>
                  <a:moveTo>
                    <a:pt x="2566731" y="3869544"/>
                  </a:moveTo>
                  <a:cubicBezTo>
                    <a:pt x="2555336" y="3869798"/>
                    <a:pt x="2550524" y="3879927"/>
                    <a:pt x="2555336" y="3887017"/>
                  </a:cubicBezTo>
                  <a:cubicBezTo>
                    <a:pt x="2561413" y="3896133"/>
                    <a:pt x="2576353" y="3892841"/>
                    <a:pt x="2578379" y="3882206"/>
                  </a:cubicBezTo>
                  <a:cubicBezTo>
                    <a:pt x="2579139" y="3877901"/>
                    <a:pt x="2576860" y="3870304"/>
                    <a:pt x="2566731" y="3869544"/>
                  </a:cubicBezTo>
                  <a:close/>
                  <a:moveTo>
                    <a:pt x="2512287" y="3868532"/>
                  </a:moveTo>
                  <a:cubicBezTo>
                    <a:pt x="2500132" y="3868785"/>
                    <a:pt x="2496587" y="3879674"/>
                    <a:pt x="2501145" y="3886004"/>
                  </a:cubicBezTo>
                  <a:cubicBezTo>
                    <a:pt x="2507476" y="3895120"/>
                    <a:pt x="2522416" y="3892081"/>
                    <a:pt x="2524189" y="3881193"/>
                  </a:cubicBezTo>
                  <a:cubicBezTo>
                    <a:pt x="2524949" y="3876635"/>
                    <a:pt x="2522163" y="3869038"/>
                    <a:pt x="2512287" y="3868532"/>
                  </a:cubicBezTo>
                  <a:close/>
                  <a:moveTo>
                    <a:pt x="2457337" y="3867265"/>
                  </a:moveTo>
                  <a:cubicBezTo>
                    <a:pt x="2445942" y="3867518"/>
                    <a:pt x="2441637" y="3877648"/>
                    <a:pt x="2446702" y="3884738"/>
                  </a:cubicBezTo>
                  <a:cubicBezTo>
                    <a:pt x="2453032" y="3893601"/>
                    <a:pt x="2468226" y="3890562"/>
                    <a:pt x="2469745" y="3879927"/>
                  </a:cubicBezTo>
                  <a:cubicBezTo>
                    <a:pt x="2470252" y="3875115"/>
                    <a:pt x="2466960" y="3868025"/>
                    <a:pt x="2457337" y="3867265"/>
                  </a:cubicBezTo>
                  <a:close/>
                  <a:moveTo>
                    <a:pt x="2402134" y="3866252"/>
                  </a:moveTo>
                  <a:cubicBezTo>
                    <a:pt x="2390739" y="3866506"/>
                    <a:pt x="2386434" y="3876635"/>
                    <a:pt x="2391752" y="3883725"/>
                  </a:cubicBezTo>
                  <a:cubicBezTo>
                    <a:pt x="2398336" y="3892841"/>
                    <a:pt x="2413276" y="3889802"/>
                    <a:pt x="2414542" y="3878914"/>
                  </a:cubicBezTo>
                  <a:cubicBezTo>
                    <a:pt x="2415302" y="3874356"/>
                    <a:pt x="2412263" y="3867012"/>
                    <a:pt x="2402134" y="3866252"/>
                  </a:cubicBezTo>
                  <a:close/>
                  <a:moveTo>
                    <a:pt x="2359592" y="3878154"/>
                  </a:moveTo>
                  <a:cubicBezTo>
                    <a:pt x="2360098" y="3873596"/>
                    <a:pt x="2357060" y="3865999"/>
                    <a:pt x="2346931" y="3865493"/>
                  </a:cubicBezTo>
                  <a:cubicBezTo>
                    <a:pt x="2335536" y="3865746"/>
                    <a:pt x="2331231" y="3875875"/>
                    <a:pt x="2336802" y="3882965"/>
                  </a:cubicBezTo>
                  <a:cubicBezTo>
                    <a:pt x="2343639" y="3891828"/>
                    <a:pt x="2358579" y="3888790"/>
                    <a:pt x="2359592" y="3878154"/>
                  </a:cubicBezTo>
                  <a:close/>
                  <a:moveTo>
                    <a:pt x="2304389" y="3877141"/>
                  </a:moveTo>
                  <a:cubicBezTo>
                    <a:pt x="2304895" y="3872330"/>
                    <a:pt x="2300844" y="3864986"/>
                    <a:pt x="2291221" y="3864480"/>
                  </a:cubicBezTo>
                  <a:cubicBezTo>
                    <a:pt x="2279826" y="3864733"/>
                    <a:pt x="2276027" y="3875115"/>
                    <a:pt x="2281345" y="3881953"/>
                  </a:cubicBezTo>
                  <a:cubicBezTo>
                    <a:pt x="2288436" y="3890815"/>
                    <a:pt x="2303629" y="3887524"/>
                    <a:pt x="2304389" y="3877141"/>
                  </a:cubicBezTo>
                  <a:close/>
                  <a:moveTo>
                    <a:pt x="801746" y="3880180"/>
                  </a:moveTo>
                  <a:cubicBezTo>
                    <a:pt x="801493" y="3880180"/>
                    <a:pt x="800987" y="3880433"/>
                    <a:pt x="800480" y="3880433"/>
                  </a:cubicBezTo>
                  <a:cubicBezTo>
                    <a:pt x="794909" y="3883219"/>
                    <a:pt x="805292" y="3900438"/>
                    <a:pt x="813901" y="3902717"/>
                  </a:cubicBezTo>
                  <a:cubicBezTo>
                    <a:pt x="818459" y="3903730"/>
                    <a:pt x="819472" y="3898919"/>
                    <a:pt x="815674" y="3892335"/>
                  </a:cubicBezTo>
                  <a:cubicBezTo>
                    <a:pt x="813142" y="3887524"/>
                    <a:pt x="807064" y="3880433"/>
                    <a:pt x="801746" y="3880180"/>
                  </a:cubicBezTo>
                  <a:close/>
                  <a:moveTo>
                    <a:pt x="773132" y="3881953"/>
                  </a:moveTo>
                  <a:cubicBezTo>
                    <a:pt x="772879" y="3881953"/>
                    <a:pt x="772372" y="3882206"/>
                    <a:pt x="771866" y="3882206"/>
                  </a:cubicBezTo>
                  <a:cubicBezTo>
                    <a:pt x="766548" y="3885244"/>
                    <a:pt x="777184" y="3902464"/>
                    <a:pt x="785540" y="3904490"/>
                  </a:cubicBezTo>
                  <a:cubicBezTo>
                    <a:pt x="790098" y="3905502"/>
                    <a:pt x="790604" y="3900691"/>
                    <a:pt x="787059" y="3894107"/>
                  </a:cubicBezTo>
                  <a:cubicBezTo>
                    <a:pt x="784527" y="3889043"/>
                    <a:pt x="778450" y="3882206"/>
                    <a:pt x="773132" y="3881953"/>
                  </a:cubicBezTo>
                  <a:close/>
                  <a:moveTo>
                    <a:pt x="745784" y="3883725"/>
                  </a:moveTo>
                  <a:cubicBezTo>
                    <a:pt x="745530" y="3883725"/>
                    <a:pt x="745024" y="3883978"/>
                    <a:pt x="744771" y="3883978"/>
                  </a:cubicBezTo>
                  <a:cubicBezTo>
                    <a:pt x="739706" y="3887017"/>
                    <a:pt x="750595" y="3904236"/>
                    <a:pt x="758698" y="3906262"/>
                  </a:cubicBezTo>
                  <a:cubicBezTo>
                    <a:pt x="763003" y="3907275"/>
                    <a:pt x="763509" y="3902464"/>
                    <a:pt x="759711" y="3895880"/>
                  </a:cubicBezTo>
                  <a:cubicBezTo>
                    <a:pt x="756925" y="3890815"/>
                    <a:pt x="750848" y="3883978"/>
                    <a:pt x="745784" y="3883725"/>
                  </a:cubicBezTo>
                  <a:close/>
                  <a:moveTo>
                    <a:pt x="732869" y="3908035"/>
                  </a:moveTo>
                  <a:cubicBezTo>
                    <a:pt x="737174" y="3909048"/>
                    <a:pt x="737427" y="3904236"/>
                    <a:pt x="733375" y="3897652"/>
                  </a:cubicBezTo>
                  <a:cubicBezTo>
                    <a:pt x="730590" y="3892841"/>
                    <a:pt x="724513" y="3885751"/>
                    <a:pt x="719701" y="3885751"/>
                  </a:cubicBezTo>
                  <a:cubicBezTo>
                    <a:pt x="719448" y="3885751"/>
                    <a:pt x="718942" y="3886004"/>
                    <a:pt x="718688" y="3886004"/>
                  </a:cubicBezTo>
                  <a:cubicBezTo>
                    <a:pt x="713877" y="3888790"/>
                    <a:pt x="725019" y="3906009"/>
                    <a:pt x="732869" y="3908035"/>
                  </a:cubicBezTo>
                  <a:close/>
                  <a:moveTo>
                    <a:pt x="694885" y="3887524"/>
                  </a:moveTo>
                  <a:cubicBezTo>
                    <a:pt x="694632" y="3887524"/>
                    <a:pt x="694125" y="3887777"/>
                    <a:pt x="693872" y="3887777"/>
                  </a:cubicBezTo>
                  <a:cubicBezTo>
                    <a:pt x="689567" y="3890815"/>
                    <a:pt x="700456" y="3907782"/>
                    <a:pt x="708306" y="3909807"/>
                  </a:cubicBezTo>
                  <a:cubicBezTo>
                    <a:pt x="712358" y="3910820"/>
                    <a:pt x="712358" y="3906009"/>
                    <a:pt x="708559" y="3899425"/>
                  </a:cubicBezTo>
                  <a:cubicBezTo>
                    <a:pt x="705521" y="3894614"/>
                    <a:pt x="699190" y="3887524"/>
                    <a:pt x="694885" y="3887524"/>
                  </a:cubicBezTo>
                  <a:close/>
                  <a:moveTo>
                    <a:pt x="684756" y="3911833"/>
                  </a:moveTo>
                  <a:cubicBezTo>
                    <a:pt x="688808" y="3912846"/>
                    <a:pt x="688554" y="3908035"/>
                    <a:pt x="684503" y="3901451"/>
                  </a:cubicBezTo>
                  <a:cubicBezTo>
                    <a:pt x="681464" y="3896640"/>
                    <a:pt x="675387" y="3889549"/>
                    <a:pt x="671082" y="3889549"/>
                  </a:cubicBezTo>
                  <a:cubicBezTo>
                    <a:pt x="670829" y="3889549"/>
                    <a:pt x="670322" y="3889802"/>
                    <a:pt x="670069" y="3889802"/>
                  </a:cubicBezTo>
                  <a:cubicBezTo>
                    <a:pt x="666271" y="3892588"/>
                    <a:pt x="677666" y="3910061"/>
                    <a:pt x="684756" y="3911833"/>
                  </a:cubicBezTo>
                  <a:close/>
                  <a:moveTo>
                    <a:pt x="661966" y="3903477"/>
                  </a:moveTo>
                  <a:cubicBezTo>
                    <a:pt x="658927" y="3898666"/>
                    <a:pt x="652850" y="3891575"/>
                    <a:pt x="648798" y="3891575"/>
                  </a:cubicBezTo>
                  <a:cubicBezTo>
                    <a:pt x="648545" y="3891575"/>
                    <a:pt x="648545" y="3891575"/>
                    <a:pt x="648292" y="3891575"/>
                  </a:cubicBezTo>
                  <a:cubicBezTo>
                    <a:pt x="643480" y="3893348"/>
                    <a:pt x="655129" y="3911833"/>
                    <a:pt x="662725" y="3913859"/>
                  </a:cubicBezTo>
                  <a:cubicBezTo>
                    <a:pt x="666271" y="3914872"/>
                    <a:pt x="666017" y="3910061"/>
                    <a:pt x="661966" y="3903477"/>
                  </a:cubicBezTo>
                  <a:close/>
                  <a:moveTo>
                    <a:pt x="640442" y="3905502"/>
                  </a:moveTo>
                  <a:cubicBezTo>
                    <a:pt x="637403" y="3900691"/>
                    <a:pt x="631325" y="3893601"/>
                    <a:pt x="627527" y="3893601"/>
                  </a:cubicBezTo>
                  <a:cubicBezTo>
                    <a:pt x="627274" y="3893601"/>
                    <a:pt x="627274" y="3893601"/>
                    <a:pt x="627021" y="3893601"/>
                  </a:cubicBezTo>
                  <a:cubicBezTo>
                    <a:pt x="622463" y="3895373"/>
                    <a:pt x="634364" y="3913859"/>
                    <a:pt x="641454" y="3915885"/>
                  </a:cubicBezTo>
                  <a:cubicBezTo>
                    <a:pt x="645253" y="3916897"/>
                    <a:pt x="644746" y="3912086"/>
                    <a:pt x="640442" y="3905502"/>
                  </a:cubicBezTo>
                  <a:close/>
                  <a:moveTo>
                    <a:pt x="622463" y="3918164"/>
                  </a:moveTo>
                  <a:cubicBezTo>
                    <a:pt x="625248" y="3918417"/>
                    <a:pt x="624235" y="3913606"/>
                    <a:pt x="620437" y="3907528"/>
                  </a:cubicBezTo>
                  <a:cubicBezTo>
                    <a:pt x="617398" y="3902717"/>
                    <a:pt x="611321" y="3895627"/>
                    <a:pt x="607775" y="3895627"/>
                  </a:cubicBezTo>
                  <a:cubicBezTo>
                    <a:pt x="607522" y="3895627"/>
                    <a:pt x="607269" y="3895880"/>
                    <a:pt x="607016" y="3895880"/>
                  </a:cubicBezTo>
                  <a:cubicBezTo>
                    <a:pt x="603724" y="3898919"/>
                    <a:pt x="616638" y="3917404"/>
                    <a:pt x="622463" y="3918164"/>
                  </a:cubicBezTo>
                  <a:close/>
                  <a:moveTo>
                    <a:pt x="604230" y="3920443"/>
                  </a:moveTo>
                  <a:cubicBezTo>
                    <a:pt x="606762" y="3920696"/>
                    <a:pt x="605750" y="3915885"/>
                    <a:pt x="601698" y="3909807"/>
                  </a:cubicBezTo>
                  <a:cubicBezTo>
                    <a:pt x="598406" y="3904996"/>
                    <a:pt x="592582" y="3897906"/>
                    <a:pt x="589037" y="3897906"/>
                  </a:cubicBezTo>
                  <a:cubicBezTo>
                    <a:pt x="588783" y="3897906"/>
                    <a:pt x="588530" y="3898159"/>
                    <a:pt x="588277" y="3898159"/>
                  </a:cubicBezTo>
                  <a:cubicBezTo>
                    <a:pt x="585492" y="3901198"/>
                    <a:pt x="598659" y="3919683"/>
                    <a:pt x="604230" y="3920443"/>
                  </a:cubicBezTo>
                  <a:close/>
                  <a:moveTo>
                    <a:pt x="587011" y="3922468"/>
                  </a:moveTo>
                  <a:cubicBezTo>
                    <a:pt x="589543" y="3922722"/>
                    <a:pt x="588277" y="3917911"/>
                    <a:pt x="584225" y="3911833"/>
                  </a:cubicBezTo>
                  <a:cubicBezTo>
                    <a:pt x="580933" y="3907022"/>
                    <a:pt x="575109" y="3899931"/>
                    <a:pt x="571817" y="3899931"/>
                  </a:cubicBezTo>
                  <a:cubicBezTo>
                    <a:pt x="571817" y="3899931"/>
                    <a:pt x="571564" y="3899931"/>
                    <a:pt x="571564" y="3899931"/>
                  </a:cubicBezTo>
                  <a:cubicBezTo>
                    <a:pt x="567766" y="3902211"/>
                    <a:pt x="581440" y="3921962"/>
                    <a:pt x="587011" y="3922468"/>
                  </a:cubicBezTo>
                  <a:close/>
                  <a:moveTo>
                    <a:pt x="571311" y="3924748"/>
                  </a:moveTo>
                  <a:cubicBezTo>
                    <a:pt x="573590" y="3925001"/>
                    <a:pt x="572071" y="3920190"/>
                    <a:pt x="568019" y="3914112"/>
                  </a:cubicBezTo>
                  <a:cubicBezTo>
                    <a:pt x="564727" y="3909301"/>
                    <a:pt x="558903" y="3902211"/>
                    <a:pt x="555864" y="3902211"/>
                  </a:cubicBezTo>
                  <a:cubicBezTo>
                    <a:pt x="555864" y="3902211"/>
                    <a:pt x="555611" y="3902211"/>
                    <a:pt x="555611" y="3902211"/>
                  </a:cubicBezTo>
                  <a:cubicBezTo>
                    <a:pt x="552319" y="3904490"/>
                    <a:pt x="566246" y="3924241"/>
                    <a:pt x="571311" y="3924748"/>
                  </a:cubicBezTo>
                  <a:close/>
                  <a:moveTo>
                    <a:pt x="556877" y="3927280"/>
                  </a:moveTo>
                  <a:cubicBezTo>
                    <a:pt x="559156" y="3927533"/>
                    <a:pt x="557383" y="3922975"/>
                    <a:pt x="553079" y="3916644"/>
                  </a:cubicBezTo>
                  <a:cubicBezTo>
                    <a:pt x="549787" y="3911833"/>
                    <a:pt x="543962" y="3904743"/>
                    <a:pt x="541177" y="3904743"/>
                  </a:cubicBezTo>
                  <a:cubicBezTo>
                    <a:pt x="541177" y="3904743"/>
                    <a:pt x="540924" y="3904743"/>
                    <a:pt x="540924" y="3904743"/>
                  </a:cubicBezTo>
                  <a:cubicBezTo>
                    <a:pt x="538138" y="3906769"/>
                    <a:pt x="552066" y="3926520"/>
                    <a:pt x="556877" y="3927280"/>
                  </a:cubicBezTo>
                  <a:close/>
                  <a:moveTo>
                    <a:pt x="543962" y="3929559"/>
                  </a:moveTo>
                  <a:cubicBezTo>
                    <a:pt x="545988" y="3929812"/>
                    <a:pt x="544216" y="3925001"/>
                    <a:pt x="539911" y="3918923"/>
                  </a:cubicBezTo>
                  <a:cubicBezTo>
                    <a:pt x="536619" y="3914112"/>
                    <a:pt x="530795" y="3907275"/>
                    <a:pt x="528263" y="3907022"/>
                  </a:cubicBezTo>
                  <a:cubicBezTo>
                    <a:pt x="528263" y="3907022"/>
                    <a:pt x="528009" y="3907022"/>
                    <a:pt x="528009" y="3907022"/>
                  </a:cubicBezTo>
                  <a:cubicBezTo>
                    <a:pt x="525477" y="3909301"/>
                    <a:pt x="539404" y="3928799"/>
                    <a:pt x="543962" y="3929559"/>
                  </a:cubicBezTo>
                  <a:close/>
                  <a:moveTo>
                    <a:pt x="532314" y="3931838"/>
                  </a:moveTo>
                  <a:cubicBezTo>
                    <a:pt x="534087" y="3932091"/>
                    <a:pt x="532061" y="3927533"/>
                    <a:pt x="527756" y="3921203"/>
                  </a:cubicBezTo>
                  <a:lnTo>
                    <a:pt x="527756" y="3921203"/>
                  </a:lnTo>
                  <a:cubicBezTo>
                    <a:pt x="524464" y="3916391"/>
                    <a:pt x="518640" y="3909554"/>
                    <a:pt x="516361" y="3909554"/>
                  </a:cubicBezTo>
                  <a:cubicBezTo>
                    <a:pt x="516361" y="3909554"/>
                    <a:pt x="516108" y="3909554"/>
                    <a:pt x="516108" y="3909554"/>
                  </a:cubicBezTo>
                  <a:cubicBezTo>
                    <a:pt x="514335" y="3911580"/>
                    <a:pt x="528516" y="3931332"/>
                    <a:pt x="532314" y="3931838"/>
                  </a:cubicBezTo>
                  <a:close/>
                  <a:moveTo>
                    <a:pt x="522185" y="3934370"/>
                  </a:moveTo>
                  <a:cubicBezTo>
                    <a:pt x="523704" y="3934624"/>
                    <a:pt x="521679" y="3930065"/>
                    <a:pt x="517374" y="3923735"/>
                  </a:cubicBezTo>
                  <a:cubicBezTo>
                    <a:pt x="513829" y="3918923"/>
                    <a:pt x="508258" y="3912086"/>
                    <a:pt x="506232" y="3912086"/>
                  </a:cubicBezTo>
                  <a:cubicBezTo>
                    <a:pt x="506232" y="3912086"/>
                    <a:pt x="505979" y="3912086"/>
                    <a:pt x="505979" y="3912086"/>
                  </a:cubicBezTo>
                  <a:cubicBezTo>
                    <a:pt x="504206" y="3914112"/>
                    <a:pt x="518640" y="3933864"/>
                    <a:pt x="522185" y="3934370"/>
                  </a:cubicBezTo>
                  <a:close/>
                  <a:moveTo>
                    <a:pt x="513322" y="3936903"/>
                  </a:moveTo>
                  <a:cubicBezTo>
                    <a:pt x="514841" y="3937156"/>
                    <a:pt x="512309" y="3932344"/>
                    <a:pt x="508004" y="3926267"/>
                  </a:cubicBezTo>
                  <a:cubicBezTo>
                    <a:pt x="504459" y="3921456"/>
                    <a:pt x="498888" y="3914619"/>
                    <a:pt x="497116" y="3914619"/>
                  </a:cubicBezTo>
                  <a:cubicBezTo>
                    <a:pt x="494837" y="3916391"/>
                    <a:pt x="511043" y="3936649"/>
                    <a:pt x="513322" y="3936903"/>
                  </a:cubicBezTo>
                  <a:close/>
                  <a:moveTo>
                    <a:pt x="489772" y="3917151"/>
                  </a:moveTo>
                  <a:cubicBezTo>
                    <a:pt x="489772" y="3917151"/>
                    <a:pt x="489772" y="3917151"/>
                    <a:pt x="489772" y="3917151"/>
                  </a:cubicBezTo>
                  <a:cubicBezTo>
                    <a:pt x="489012" y="3918670"/>
                    <a:pt x="502940" y="3939435"/>
                    <a:pt x="506232" y="3939435"/>
                  </a:cubicBezTo>
                  <a:cubicBezTo>
                    <a:pt x="506992" y="3938675"/>
                    <a:pt x="502940" y="3932344"/>
                    <a:pt x="500408" y="3928799"/>
                  </a:cubicBezTo>
                  <a:cubicBezTo>
                    <a:pt x="497116" y="3924241"/>
                    <a:pt x="491291" y="3917151"/>
                    <a:pt x="489772" y="3917151"/>
                  </a:cubicBezTo>
                  <a:close/>
                  <a:moveTo>
                    <a:pt x="483695" y="3919683"/>
                  </a:moveTo>
                  <a:cubicBezTo>
                    <a:pt x="482682" y="3921203"/>
                    <a:pt x="498129" y="3941967"/>
                    <a:pt x="500154" y="3941967"/>
                  </a:cubicBezTo>
                  <a:cubicBezTo>
                    <a:pt x="500661" y="3941207"/>
                    <a:pt x="496609" y="3934877"/>
                    <a:pt x="493824" y="3931332"/>
                  </a:cubicBezTo>
                  <a:cubicBezTo>
                    <a:pt x="490785" y="3927027"/>
                    <a:pt x="484961" y="3919683"/>
                    <a:pt x="483695" y="3919683"/>
                  </a:cubicBezTo>
                  <a:close/>
                  <a:moveTo>
                    <a:pt x="479137" y="3922468"/>
                  </a:moveTo>
                  <a:cubicBezTo>
                    <a:pt x="478630" y="3923988"/>
                    <a:pt x="493824" y="3944752"/>
                    <a:pt x="495596" y="3944752"/>
                  </a:cubicBezTo>
                  <a:cubicBezTo>
                    <a:pt x="495850" y="3943993"/>
                    <a:pt x="491545" y="3937662"/>
                    <a:pt x="489012" y="3934117"/>
                  </a:cubicBezTo>
                  <a:cubicBezTo>
                    <a:pt x="485721" y="3929559"/>
                    <a:pt x="480150" y="3922468"/>
                    <a:pt x="479137" y="3922468"/>
                  </a:cubicBezTo>
                  <a:close/>
                  <a:moveTo>
                    <a:pt x="476098" y="3925254"/>
                  </a:moveTo>
                  <a:cubicBezTo>
                    <a:pt x="476098" y="3926267"/>
                    <a:pt x="490279" y="3946525"/>
                    <a:pt x="492558" y="3947538"/>
                  </a:cubicBezTo>
                  <a:cubicBezTo>
                    <a:pt x="492558" y="3946778"/>
                    <a:pt x="488253" y="3940448"/>
                    <a:pt x="485721" y="3936903"/>
                  </a:cubicBezTo>
                  <a:cubicBezTo>
                    <a:pt x="485467" y="3936396"/>
                    <a:pt x="477617" y="3925761"/>
                    <a:pt x="476098" y="3925254"/>
                  </a:cubicBezTo>
                  <a:close/>
                  <a:moveTo>
                    <a:pt x="491291" y="3950070"/>
                  </a:moveTo>
                  <a:cubicBezTo>
                    <a:pt x="491038" y="3949311"/>
                    <a:pt x="486733" y="3942980"/>
                    <a:pt x="483948" y="3939435"/>
                  </a:cubicBezTo>
                  <a:cubicBezTo>
                    <a:pt x="483695" y="3938928"/>
                    <a:pt x="475845" y="3928293"/>
                    <a:pt x="474832" y="3927786"/>
                  </a:cubicBezTo>
                  <a:cubicBezTo>
                    <a:pt x="474832" y="3929053"/>
                    <a:pt x="489519" y="3949311"/>
                    <a:pt x="491291" y="3950070"/>
                  </a:cubicBezTo>
                  <a:close/>
                  <a:moveTo>
                    <a:pt x="474832" y="3930825"/>
                  </a:moveTo>
                  <a:cubicBezTo>
                    <a:pt x="475338" y="3931838"/>
                    <a:pt x="490279" y="3952096"/>
                    <a:pt x="491291" y="3953109"/>
                  </a:cubicBezTo>
                  <a:cubicBezTo>
                    <a:pt x="490785" y="3952096"/>
                    <a:pt x="484454" y="3943486"/>
                    <a:pt x="483695" y="3942474"/>
                  </a:cubicBezTo>
                  <a:cubicBezTo>
                    <a:pt x="482682" y="3941207"/>
                    <a:pt x="475338" y="3931332"/>
                    <a:pt x="474832" y="3930825"/>
                  </a:cubicBezTo>
                  <a:close/>
                  <a:moveTo>
                    <a:pt x="484708" y="3945259"/>
                  </a:moveTo>
                  <a:cubicBezTo>
                    <a:pt x="486733" y="3948045"/>
                    <a:pt x="488759" y="3950830"/>
                    <a:pt x="490785" y="3953362"/>
                  </a:cubicBezTo>
                  <a:lnTo>
                    <a:pt x="477871" y="3936143"/>
                  </a:lnTo>
                  <a:cubicBezTo>
                    <a:pt x="480403" y="3939181"/>
                    <a:pt x="482682" y="3942220"/>
                    <a:pt x="484708" y="3945259"/>
                  </a:cubicBezTo>
                  <a:close/>
                  <a:moveTo>
                    <a:pt x="4440349" y="3982483"/>
                  </a:moveTo>
                  <a:cubicBezTo>
                    <a:pt x="4441109" y="3981724"/>
                    <a:pt x="4446426" y="3974633"/>
                    <a:pt x="4447440" y="3973367"/>
                  </a:cubicBezTo>
                  <a:cubicBezTo>
                    <a:pt x="4450985" y="3968556"/>
                    <a:pt x="4456302" y="3961465"/>
                    <a:pt x="4457062" y="3960706"/>
                  </a:cubicBezTo>
                  <a:lnTo>
                    <a:pt x="4457062" y="3960706"/>
                  </a:lnTo>
                  <a:cubicBezTo>
                    <a:pt x="4456049" y="3961465"/>
                    <a:pt x="4440855" y="3981470"/>
                    <a:pt x="4440349" y="3982483"/>
                  </a:cubicBezTo>
                  <a:close/>
                  <a:moveTo>
                    <a:pt x="3113699" y="3848273"/>
                  </a:moveTo>
                  <a:cubicBezTo>
                    <a:pt x="3115471" y="3843715"/>
                    <a:pt x="3114458" y="3836119"/>
                    <a:pt x="3105342" y="3835106"/>
                  </a:cubicBezTo>
                  <a:cubicBezTo>
                    <a:pt x="3094707" y="3835106"/>
                    <a:pt x="3087870" y="3845488"/>
                    <a:pt x="3091162" y="3852578"/>
                  </a:cubicBezTo>
                  <a:cubicBezTo>
                    <a:pt x="3095213" y="3861947"/>
                    <a:pt x="3109900" y="3858909"/>
                    <a:pt x="3113699" y="3848273"/>
                  </a:cubicBezTo>
                  <a:close/>
                  <a:moveTo>
                    <a:pt x="3062547" y="3846501"/>
                  </a:moveTo>
                  <a:cubicBezTo>
                    <a:pt x="3064320" y="3841436"/>
                    <a:pt x="3062547" y="3834093"/>
                    <a:pt x="3053684" y="3833333"/>
                  </a:cubicBezTo>
                  <a:cubicBezTo>
                    <a:pt x="3042036" y="3833586"/>
                    <a:pt x="3036718" y="3844475"/>
                    <a:pt x="3039757" y="3850806"/>
                  </a:cubicBezTo>
                  <a:cubicBezTo>
                    <a:pt x="3043808" y="3859922"/>
                    <a:pt x="3059002" y="3856883"/>
                    <a:pt x="3062547" y="3846501"/>
                  </a:cubicBezTo>
                  <a:close/>
                  <a:moveTo>
                    <a:pt x="3010889" y="3844475"/>
                  </a:moveTo>
                  <a:cubicBezTo>
                    <a:pt x="3012408" y="3839917"/>
                    <a:pt x="3011142" y="3832320"/>
                    <a:pt x="3001773" y="3831307"/>
                  </a:cubicBezTo>
                  <a:cubicBezTo>
                    <a:pt x="2990125" y="3831560"/>
                    <a:pt x="2985060" y="3842449"/>
                    <a:pt x="2988099" y="3848780"/>
                  </a:cubicBezTo>
                  <a:cubicBezTo>
                    <a:pt x="2992403" y="3858149"/>
                    <a:pt x="3007597" y="3855111"/>
                    <a:pt x="3010889" y="3844475"/>
                  </a:cubicBezTo>
                  <a:close/>
                  <a:moveTo>
                    <a:pt x="2958724" y="3842956"/>
                  </a:moveTo>
                  <a:cubicBezTo>
                    <a:pt x="2960244" y="3838398"/>
                    <a:pt x="2958724" y="3830801"/>
                    <a:pt x="2949355" y="3829788"/>
                  </a:cubicBezTo>
                  <a:cubicBezTo>
                    <a:pt x="2938466" y="3830041"/>
                    <a:pt x="2932136" y="3840170"/>
                    <a:pt x="2935934" y="3847260"/>
                  </a:cubicBezTo>
                  <a:cubicBezTo>
                    <a:pt x="2940492" y="3856376"/>
                    <a:pt x="2955432" y="3853591"/>
                    <a:pt x="2958724" y="3842956"/>
                  </a:cubicBezTo>
                  <a:close/>
                  <a:moveTo>
                    <a:pt x="2906307" y="3841183"/>
                  </a:moveTo>
                  <a:cubicBezTo>
                    <a:pt x="2907573" y="3836625"/>
                    <a:pt x="2906054" y="3828775"/>
                    <a:pt x="2896431" y="3828015"/>
                  </a:cubicBezTo>
                  <a:cubicBezTo>
                    <a:pt x="2884529" y="3828268"/>
                    <a:pt x="2879718" y="3839157"/>
                    <a:pt x="2883263" y="3845741"/>
                  </a:cubicBezTo>
                  <a:cubicBezTo>
                    <a:pt x="2887821" y="3854604"/>
                    <a:pt x="2903268" y="3851566"/>
                    <a:pt x="2906307" y="3841183"/>
                  </a:cubicBezTo>
                  <a:close/>
                  <a:moveTo>
                    <a:pt x="2853129" y="3839410"/>
                  </a:moveTo>
                  <a:cubicBezTo>
                    <a:pt x="2854395" y="3834346"/>
                    <a:pt x="2852116" y="3827003"/>
                    <a:pt x="2842747" y="3826243"/>
                  </a:cubicBezTo>
                  <a:cubicBezTo>
                    <a:pt x="2830845" y="3826496"/>
                    <a:pt x="2826287" y="3837385"/>
                    <a:pt x="2829832" y="3843969"/>
                  </a:cubicBezTo>
                  <a:cubicBezTo>
                    <a:pt x="2834897" y="3853085"/>
                    <a:pt x="2850344" y="3850046"/>
                    <a:pt x="2853129" y="3839410"/>
                  </a:cubicBezTo>
                  <a:close/>
                  <a:moveTo>
                    <a:pt x="2799699" y="3837891"/>
                  </a:moveTo>
                  <a:cubicBezTo>
                    <a:pt x="2800965" y="3833333"/>
                    <a:pt x="2798939" y="3825483"/>
                    <a:pt x="2789316" y="3824977"/>
                  </a:cubicBezTo>
                  <a:cubicBezTo>
                    <a:pt x="2777415" y="3825230"/>
                    <a:pt x="2772857" y="3836119"/>
                    <a:pt x="2776655" y="3842702"/>
                  </a:cubicBezTo>
                  <a:cubicBezTo>
                    <a:pt x="2781466" y="3851566"/>
                    <a:pt x="2796913" y="3848527"/>
                    <a:pt x="2799699" y="3837891"/>
                  </a:cubicBezTo>
                  <a:close/>
                  <a:moveTo>
                    <a:pt x="2745762" y="3836372"/>
                  </a:moveTo>
                  <a:cubicBezTo>
                    <a:pt x="2746774" y="3831814"/>
                    <a:pt x="2745002" y="3823964"/>
                    <a:pt x="2734873" y="3823457"/>
                  </a:cubicBezTo>
                  <a:cubicBezTo>
                    <a:pt x="2723731" y="3823711"/>
                    <a:pt x="2717907" y="3834093"/>
                    <a:pt x="2722465" y="3841183"/>
                  </a:cubicBezTo>
                  <a:cubicBezTo>
                    <a:pt x="2728036" y="3850046"/>
                    <a:pt x="2743229" y="3847007"/>
                    <a:pt x="2745762" y="3836372"/>
                  </a:cubicBezTo>
                  <a:close/>
                  <a:moveTo>
                    <a:pt x="2691318" y="3835106"/>
                  </a:moveTo>
                  <a:cubicBezTo>
                    <a:pt x="2692331" y="3830041"/>
                    <a:pt x="2689545" y="3822698"/>
                    <a:pt x="2680176" y="3822191"/>
                  </a:cubicBezTo>
                  <a:cubicBezTo>
                    <a:pt x="2668021" y="3822444"/>
                    <a:pt x="2663969" y="3833333"/>
                    <a:pt x="2668021" y="3839917"/>
                  </a:cubicBezTo>
                  <a:cubicBezTo>
                    <a:pt x="2673592" y="3848527"/>
                    <a:pt x="2689039" y="3845488"/>
                    <a:pt x="2691318" y="3835106"/>
                  </a:cubicBezTo>
                  <a:close/>
                  <a:moveTo>
                    <a:pt x="2636621" y="3833586"/>
                  </a:moveTo>
                  <a:cubicBezTo>
                    <a:pt x="2637634" y="3829028"/>
                    <a:pt x="2635102" y="3821178"/>
                    <a:pt x="2625226" y="3820672"/>
                  </a:cubicBezTo>
                  <a:cubicBezTo>
                    <a:pt x="2613071" y="3820925"/>
                    <a:pt x="2609273" y="3831814"/>
                    <a:pt x="2613324" y="3838398"/>
                  </a:cubicBezTo>
                  <a:cubicBezTo>
                    <a:pt x="2619149" y="3847260"/>
                    <a:pt x="2634595" y="3844222"/>
                    <a:pt x="2636621" y="3833586"/>
                  </a:cubicBezTo>
                  <a:close/>
                  <a:moveTo>
                    <a:pt x="2570023" y="3819406"/>
                  </a:moveTo>
                  <a:cubicBezTo>
                    <a:pt x="2558628" y="3819659"/>
                    <a:pt x="2553563" y="3830041"/>
                    <a:pt x="2558374" y="3837131"/>
                  </a:cubicBezTo>
                  <a:cubicBezTo>
                    <a:pt x="2564705" y="3846248"/>
                    <a:pt x="2579898" y="3843209"/>
                    <a:pt x="2581671" y="3832320"/>
                  </a:cubicBezTo>
                  <a:cubicBezTo>
                    <a:pt x="2582431" y="3827762"/>
                    <a:pt x="2580152" y="3820165"/>
                    <a:pt x="2570023" y="3819406"/>
                  </a:cubicBezTo>
                  <a:close/>
                  <a:moveTo>
                    <a:pt x="2514313" y="3818140"/>
                  </a:moveTo>
                  <a:cubicBezTo>
                    <a:pt x="2501905" y="3818393"/>
                    <a:pt x="2498360" y="3829535"/>
                    <a:pt x="2502918" y="3835865"/>
                  </a:cubicBezTo>
                  <a:cubicBezTo>
                    <a:pt x="2509248" y="3844728"/>
                    <a:pt x="2524695" y="3841690"/>
                    <a:pt x="2526468" y="3831054"/>
                  </a:cubicBezTo>
                  <a:cubicBezTo>
                    <a:pt x="2527228" y="3826496"/>
                    <a:pt x="2524442" y="3818899"/>
                    <a:pt x="2514313" y="3818140"/>
                  </a:cubicBezTo>
                  <a:close/>
                  <a:moveTo>
                    <a:pt x="2471011" y="3830041"/>
                  </a:moveTo>
                  <a:cubicBezTo>
                    <a:pt x="2471771" y="3824977"/>
                    <a:pt x="2468226" y="3817633"/>
                    <a:pt x="2458350" y="3817127"/>
                  </a:cubicBezTo>
                  <a:cubicBezTo>
                    <a:pt x="2445942" y="3817380"/>
                    <a:pt x="2442650" y="3828522"/>
                    <a:pt x="2447461" y="3834853"/>
                  </a:cubicBezTo>
                  <a:cubicBezTo>
                    <a:pt x="2453792" y="3843715"/>
                    <a:pt x="2469492" y="3840424"/>
                    <a:pt x="2471011" y="3830041"/>
                  </a:cubicBezTo>
                  <a:close/>
                  <a:moveTo>
                    <a:pt x="2402387" y="3815861"/>
                  </a:moveTo>
                  <a:cubicBezTo>
                    <a:pt x="2389979" y="3816114"/>
                    <a:pt x="2386941" y="3827256"/>
                    <a:pt x="2391752" y="3833586"/>
                  </a:cubicBezTo>
                  <a:cubicBezTo>
                    <a:pt x="2398336" y="3842449"/>
                    <a:pt x="2413782" y="3839410"/>
                    <a:pt x="2415049" y="3828775"/>
                  </a:cubicBezTo>
                  <a:cubicBezTo>
                    <a:pt x="2415555" y="3824217"/>
                    <a:pt x="2412516" y="3816620"/>
                    <a:pt x="2402387" y="3815861"/>
                  </a:cubicBezTo>
                  <a:close/>
                  <a:moveTo>
                    <a:pt x="2359086" y="3828015"/>
                  </a:moveTo>
                  <a:cubicBezTo>
                    <a:pt x="2359592" y="3823457"/>
                    <a:pt x="2356553" y="3815607"/>
                    <a:pt x="2346171" y="3815101"/>
                  </a:cubicBezTo>
                  <a:cubicBezTo>
                    <a:pt x="2334776" y="3815354"/>
                    <a:pt x="2330218" y="3825736"/>
                    <a:pt x="2335789" y="3832827"/>
                  </a:cubicBezTo>
                  <a:cubicBezTo>
                    <a:pt x="2342626" y="3841943"/>
                    <a:pt x="2357819" y="3838651"/>
                    <a:pt x="2359086" y="3828015"/>
                  </a:cubicBezTo>
                  <a:close/>
                  <a:moveTo>
                    <a:pt x="2302616" y="3827003"/>
                  </a:moveTo>
                  <a:cubicBezTo>
                    <a:pt x="2303123" y="3821938"/>
                    <a:pt x="2299071" y="3814594"/>
                    <a:pt x="2289195" y="3814088"/>
                  </a:cubicBezTo>
                  <a:cubicBezTo>
                    <a:pt x="2276787" y="3814341"/>
                    <a:pt x="2274002" y="3825483"/>
                    <a:pt x="2279066" y="3831814"/>
                  </a:cubicBezTo>
                  <a:cubicBezTo>
                    <a:pt x="2286410" y="3840930"/>
                    <a:pt x="2301857" y="3837638"/>
                    <a:pt x="2302616" y="3827003"/>
                  </a:cubicBezTo>
                  <a:close/>
                  <a:moveTo>
                    <a:pt x="802759" y="3828522"/>
                  </a:moveTo>
                  <a:cubicBezTo>
                    <a:pt x="802253" y="3828522"/>
                    <a:pt x="801746" y="3828775"/>
                    <a:pt x="801493" y="3828775"/>
                  </a:cubicBezTo>
                  <a:cubicBezTo>
                    <a:pt x="795669" y="3831560"/>
                    <a:pt x="804532" y="3848020"/>
                    <a:pt x="813395" y="3851059"/>
                  </a:cubicBezTo>
                  <a:cubicBezTo>
                    <a:pt x="818713" y="3852831"/>
                    <a:pt x="820485" y="3848020"/>
                    <a:pt x="816940" y="3840930"/>
                  </a:cubicBezTo>
                  <a:cubicBezTo>
                    <a:pt x="814661" y="3835865"/>
                    <a:pt x="808584" y="3828775"/>
                    <a:pt x="802759" y="3828522"/>
                  </a:cubicBezTo>
                  <a:close/>
                  <a:moveTo>
                    <a:pt x="772625" y="3830294"/>
                  </a:moveTo>
                  <a:cubicBezTo>
                    <a:pt x="772372" y="3830294"/>
                    <a:pt x="771613" y="3830548"/>
                    <a:pt x="771359" y="3830548"/>
                  </a:cubicBezTo>
                  <a:cubicBezTo>
                    <a:pt x="766042" y="3833333"/>
                    <a:pt x="774904" y="3849793"/>
                    <a:pt x="783514" y="3852831"/>
                  </a:cubicBezTo>
                  <a:cubicBezTo>
                    <a:pt x="788832" y="3854857"/>
                    <a:pt x="790351" y="3849793"/>
                    <a:pt x="786553" y="3842449"/>
                  </a:cubicBezTo>
                  <a:cubicBezTo>
                    <a:pt x="784021" y="3837385"/>
                    <a:pt x="777943" y="3830294"/>
                    <a:pt x="772625" y="3830294"/>
                  </a:cubicBezTo>
                  <a:close/>
                  <a:moveTo>
                    <a:pt x="743504" y="3832067"/>
                  </a:moveTo>
                  <a:cubicBezTo>
                    <a:pt x="743251" y="3832067"/>
                    <a:pt x="742745" y="3832320"/>
                    <a:pt x="742238" y="3832320"/>
                  </a:cubicBezTo>
                  <a:cubicBezTo>
                    <a:pt x="736921" y="3835106"/>
                    <a:pt x="746290" y="3851566"/>
                    <a:pt x="754646" y="3854604"/>
                  </a:cubicBezTo>
                  <a:cubicBezTo>
                    <a:pt x="759964" y="3856376"/>
                    <a:pt x="761230" y="3851566"/>
                    <a:pt x="757179" y="3844222"/>
                  </a:cubicBezTo>
                  <a:cubicBezTo>
                    <a:pt x="754900" y="3839157"/>
                    <a:pt x="748822" y="3832067"/>
                    <a:pt x="743504" y="3832067"/>
                  </a:cubicBezTo>
                  <a:close/>
                  <a:moveTo>
                    <a:pt x="727804" y="3856630"/>
                  </a:moveTo>
                  <a:cubicBezTo>
                    <a:pt x="732109" y="3857643"/>
                    <a:pt x="732869" y="3852831"/>
                    <a:pt x="729324" y="3845995"/>
                  </a:cubicBezTo>
                  <a:cubicBezTo>
                    <a:pt x="726538" y="3840930"/>
                    <a:pt x="720714" y="3833839"/>
                    <a:pt x="715650" y="3833839"/>
                  </a:cubicBezTo>
                  <a:cubicBezTo>
                    <a:pt x="715396" y="3833839"/>
                    <a:pt x="714890" y="3834093"/>
                    <a:pt x="714637" y="3834093"/>
                  </a:cubicBezTo>
                  <a:cubicBezTo>
                    <a:pt x="709572" y="3836878"/>
                    <a:pt x="719954" y="3854604"/>
                    <a:pt x="727804" y="3856630"/>
                  </a:cubicBezTo>
                  <a:close/>
                  <a:moveTo>
                    <a:pt x="689061" y="3835612"/>
                  </a:moveTo>
                  <a:cubicBezTo>
                    <a:pt x="688808" y="3835612"/>
                    <a:pt x="688301" y="3835865"/>
                    <a:pt x="688048" y="3835865"/>
                  </a:cubicBezTo>
                  <a:cubicBezTo>
                    <a:pt x="683237" y="3838651"/>
                    <a:pt x="693872" y="3856376"/>
                    <a:pt x="701722" y="3858402"/>
                  </a:cubicBezTo>
                  <a:cubicBezTo>
                    <a:pt x="706027" y="3859415"/>
                    <a:pt x="706533" y="3854604"/>
                    <a:pt x="702735" y="3847767"/>
                  </a:cubicBezTo>
                  <a:cubicBezTo>
                    <a:pt x="699950" y="3842956"/>
                    <a:pt x="693872" y="3835865"/>
                    <a:pt x="689061" y="3835612"/>
                  </a:cubicBezTo>
                  <a:close/>
                  <a:moveTo>
                    <a:pt x="676400" y="3860428"/>
                  </a:moveTo>
                  <a:cubicBezTo>
                    <a:pt x="680451" y="3861441"/>
                    <a:pt x="680704" y="3856630"/>
                    <a:pt x="676906" y="3849793"/>
                  </a:cubicBezTo>
                  <a:cubicBezTo>
                    <a:pt x="674121" y="3844728"/>
                    <a:pt x="668043" y="3837638"/>
                    <a:pt x="663485" y="3837638"/>
                  </a:cubicBezTo>
                  <a:cubicBezTo>
                    <a:pt x="663232" y="3837638"/>
                    <a:pt x="662725" y="3837891"/>
                    <a:pt x="662472" y="3837891"/>
                  </a:cubicBezTo>
                  <a:cubicBezTo>
                    <a:pt x="658167" y="3840930"/>
                    <a:pt x="668803" y="3858402"/>
                    <a:pt x="676400" y="3860428"/>
                  </a:cubicBezTo>
                  <a:close/>
                  <a:moveTo>
                    <a:pt x="652596" y="3862201"/>
                  </a:moveTo>
                  <a:cubicBezTo>
                    <a:pt x="656648" y="3863214"/>
                    <a:pt x="656648" y="3858402"/>
                    <a:pt x="652850" y="3851566"/>
                  </a:cubicBezTo>
                  <a:cubicBezTo>
                    <a:pt x="650064" y="3846501"/>
                    <a:pt x="643987" y="3839410"/>
                    <a:pt x="639682" y="3839410"/>
                  </a:cubicBezTo>
                  <a:cubicBezTo>
                    <a:pt x="639429" y="3839410"/>
                    <a:pt x="638922" y="3839664"/>
                    <a:pt x="638669" y="3839664"/>
                  </a:cubicBezTo>
                  <a:cubicBezTo>
                    <a:pt x="634364" y="3842702"/>
                    <a:pt x="645506" y="3860428"/>
                    <a:pt x="652596" y="3862201"/>
                  </a:cubicBezTo>
                  <a:close/>
                  <a:moveTo>
                    <a:pt x="616638" y="3841690"/>
                  </a:moveTo>
                  <a:cubicBezTo>
                    <a:pt x="616385" y="3841690"/>
                    <a:pt x="615879" y="3841943"/>
                    <a:pt x="615879" y="3841943"/>
                  </a:cubicBezTo>
                  <a:cubicBezTo>
                    <a:pt x="612080" y="3844981"/>
                    <a:pt x="623222" y="3862454"/>
                    <a:pt x="630059" y="3864227"/>
                  </a:cubicBezTo>
                  <a:cubicBezTo>
                    <a:pt x="633858" y="3865240"/>
                    <a:pt x="633604" y="3860428"/>
                    <a:pt x="629806" y="3853591"/>
                  </a:cubicBezTo>
                  <a:cubicBezTo>
                    <a:pt x="626767" y="3848780"/>
                    <a:pt x="620943" y="3841690"/>
                    <a:pt x="616638" y="3841690"/>
                  </a:cubicBezTo>
                  <a:close/>
                  <a:moveTo>
                    <a:pt x="608029" y="3855870"/>
                  </a:moveTo>
                  <a:cubicBezTo>
                    <a:pt x="604990" y="3850806"/>
                    <a:pt x="599166" y="3843715"/>
                    <a:pt x="595367" y="3843715"/>
                  </a:cubicBezTo>
                  <a:cubicBezTo>
                    <a:pt x="595114" y="3843715"/>
                    <a:pt x="595114" y="3843715"/>
                    <a:pt x="594861" y="3843715"/>
                  </a:cubicBezTo>
                  <a:cubicBezTo>
                    <a:pt x="590303" y="3845488"/>
                    <a:pt x="601951" y="3864227"/>
                    <a:pt x="608788" y="3866252"/>
                  </a:cubicBezTo>
                  <a:cubicBezTo>
                    <a:pt x="612333" y="3867518"/>
                    <a:pt x="612080" y="3862707"/>
                    <a:pt x="608029" y="3855870"/>
                  </a:cubicBezTo>
                  <a:close/>
                  <a:moveTo>
                    <a:pt x="588783" y="3868532"/>
                  </a:moveTo>
                  <a:cubicBezTo>
                    <a:pt x="592329" y="3869544"/>
                    <a:pt x="591822" y="3864733"/>
                    <a:pt x="587517" y="3857896"/>
                  </a:cubicBezTo>
                  <a:cubicBezTo>
                    <a:pt x="584479" y="3852831"/>
                    <a:pt x="578654" y="3845741"/>
                    <a:pt x="574856" y="3845741"/>
                  </a:cubicBezTo>
                  <a:cubicBezTo>
                    <a:pt x="574856" y="3845741"/>
                    <a:pt x="574603" y="3845741"/>
                    <a:pt x="574350" y="3845741"/>
                  </a:cubicBezTo>
                  <a:cubicBezTo>
                    <a:pt x="570298" y="3848020"/>
                    <a:pt x="581693" y="3866506"/>
                    <a:pt x="588783" y="3868532"/>
                  </a:cubicBezTo>
                  <a:close/>
                  <a:moveTo>
                    <a:pt x="570045" y="3870811"/>
                  </a:moveTo>
                  <a:cubicBezTo>
                    <a:pt x="573337" y="3871823"/>
                    <a:pt x="572577" y="3866759"/>
                    <a:pt x="568525" y="3860175"/>
                  </a:cubicBezTo>
                  <a:cubicBezTo>
                    <a:pt x="565487" y="3855111"/>
                    <a:pt x="559663" y="3848273"/>
                    <a:pt x="556117" y="3848020"/>
                  </a:cubicBezTo>
                  <a:cubicBezTo>
                    <a:pt x="556117" y="3848020"/>
                    <a:pt x="555864" y="3848020"/>
                    <a:pt x="555611" y="3848020"/>
                  </a:cubicBezTo>
                  <a:cubicBezTo>
                    <a:pt x="551813" y="3850046"/>
                    <a:pt x="563714" y="3868785"/>
                    <a:pt x="570045" y="3870811"/>
                  </a:cubicBezTo>
                  <a:close/>
                  <a:moveTo>
                    <a:pt x="553079" y="3873089"/>
                  </a:moveTo>
                  <a:cubicBezTo>
                    <a:pt x="555611" y="3873343"/>
                    <a:pt x="554598" y="3868785"/>
                    <a:pt x="550546" y="3862454"/>
                  </a:cubicBezTo>
                  <a:cubicBezTo>
                    <a:pt x="547508" y="3857390"/>
                    <a:pt x="541683" y="3850552"/>
                    <a:pt x="538392" y="3850299"/>
                  </a:cubicBezTo>
                  <a:cubicBezTo>
                    <a:pt x="538392" y="3850299"/>
                    <a:pt x="538138" y="3850299"/>
                    <a:pt x="538138" y="3850299"/>
                  </a:cubicBezTo>
                  <a:cubicBezTo>
                    <a:pt x="534340" y="3852578"/>
                    <a:pt x="547508" y="3872330"/>
                    <a:pt x="553079" y="3873089"/>
                  </a:cubicBezTo>
                  <a:close/>
                  <a:moveTo>
                    <a:pt x="537125" y="3875368"/>
                  </a:moveTo>
                  <a:cubicBezTo>
                    <a:pt x="539404" y="3875622"/>
                    <a:pt x="538138" y="3871064"/>
                    <a:pt x="534340" y="3864733"/>
                  </a:cubicBezTo>
                  <a:cubicBezTo>
                    <a:pt x="531301" y="3859669"/>
                    <a:pt x="525477" y="3852831"/>
                    <a:pt x="522438" y="3852578"/>
                  </a:cubicBezTo>
                  <a:cubicBezTo>
                    <a:pt x="522438" y="3852578"/>
                    <a:pt x="522185" y="3852578"/>
                    <a:pt x="522185" y="3852578"/>
                  </a:cubicBezTo>
                  <a:cubicBezTo>
                    <a:pt x="518640" y="3854857"/>
                    <a:pt x="531808" y="3874862"/>
                    <a:pt x="537125" y="3875368"/>
                  </a:cubicBezTo>
                  <a:close/>
                  <a:moveTo>
                    <a:pt x="522438" y="3877901"/>
                  </a:moveTo>
                  <a:cubicBezTo>
                    <a:pt x="524717" y="3878154"/>
                    <a:pt x="523198" y="3873596"/>
                    <a:pt x="519146" y="3867265"/>
                  </a:cubicBezTo>
                  <a:cubicBezTo>
                    <a:pt x="515854" y="3862201"/>
                    <a:pt x="510283" y="3855364"/>
                    <a:pt x="507498" y="3855364"/>
                  </a:cubicBezTo>
                  <a:cubicBezTo>
                    <a:pt x="507498" y="3855364"/>
                    <a:pt x="507245" y="3855364"/>
                    <a:pt x="507245" y="3855364"/>
                  </a:cubicBezTo>
                  <a:cubicBezTo>
                    <a:pt x="504206" y="3857390"/>
                    <a:pt x="517627" y="3877141"/>
                    <a:pt x="522438" y="3877901"/>
                  </a:cubicBezTo>
                  <a:close/>
                  <a:moveTo>
                    <a:pt x="509271" y="3880180"/>
                  </a:moveTo>
                  <a:cubicBezTo>
                    <a:pt x="511296" y="3880433"/>
                    <a:pt x="509524" y="3875622"/>
                    <a:pt x="505472" y="3869544"/>
                  </a:cubicBezTo>
                  <a:cubicBezTo>
                    <a:pt x="502180" y="3864480"/>
                    <a:pt x="496609" y="3857643"/>
                    <a:pt x="494077" y="3857643"/>
                  </a:cubicBezTo>
                  <a:cubicBezTo>
                    <a:pt x="494077" y="3857643"/>
                    <a:pt x="493824" y="3857643"/>
                    <a:pt x="493824" y="3857643"/>
                  </a:cubicBezTo>
                  <a:cubicBezTo>
                    <a:pt x="491291" y="3859669"/>
                    <a:pt x="504712" y="3879674"/>
                    <a:pt x="509271" y="3880180"/>
                  </a:cubicBezTo>
                  <a:close/>
                  <a:moveTo>
                    <a:pt x="497369" y="3882712"/>
                  </a:moveTo>
                  <a:cubicBezTo>
                    <a:pt x="499141" y="3882965"/>
                    <a:pt x="497369" y="3878154"/>
                    <a:pt x="493317" y="3872077"/>
                  </a:cubicBezTo>
                  <a:cubicBezTo>
                    <a:pt x="490025" y="3867012"/>
                    <a:pt x="484454" y="3860175"/>
                    <a:pt x="482175" y="3860175"/>
                  </a:cubicBezTo>
                  <a:cubicBezTo>
                    <a:pt x="482175" y="3860175"/>
                    <a:pt x="481922" y="3860175"/>
                    <a:pt x="481922" y="3860175"/>
                  </a:cubicBezTo>
                  <a:cubicBezTo>
                    <a:pt x="479896" y="3862201"/>
                    <a:pt x="493571" y="3882206"/>
                    <a:pt x="497369" y="3882712"/>
                  </a:cubicBezTo>
                  <a:close/>
                  <a:moveTo>
                    <a:pt x="486987" y="3885244"/>
                  </a:moveTo>
                  <a:cubicBezTo>
                    <a:pt x="488506" y="3885498"/>
                    <a:pt x="486733" y="3880686"/>
                    <a:pt x="482429" y="3874609"/>
                  </a:cubicBezTo>
                  <a:cubicBezTo>
                    <a:pt x="479137" y="3869544"/>
                    <a:pt x="473566" y="3862707"/>
                    <a:pt x="471540" y="3862707"/>
                  </a:cubicBezTo>
                  <a:cubicBezTo>
                    <a:pt x="471540" y="3862707"/>
                    <a:pt x="471287" y="3862707"/>
                    <a:pt x="471287" y="3862707"/>
                  </a:cubicBezTo>
                  <a:cubicBezTo>
                    <a:pt x="469767" y="3864733"/>
                    <a:pt x="483441" y="3884738"/>
                    <a:pt x="486987" y="3885244"/>
                  </a:cubicBezTo>
                  <a:close/>
                  <a:moveTo>
                    <a:pt x="477871" y="3887777"/>
                  </a:moveTo>
                  <a:cubicBezTo>
                    <a:pt x="479390" y="3888030"/>
                    <a:pt x="477111" y="3883219"/>
                    <a:pt x="473059" y="3877141"/>
                  </a:cubicBezTo>
                  <a:cubicBezTo>
                    <a:pt x="469767" y="3872077"/>
                    <a:pt x="464196" y="3865240"/>
                    <a:pt x="462424" y="3865240"/>
                  </a:cubicBezTo>
                  <a:cubicBezTo>
                    <a:pt x="459891" y="3867012"/>
                    <a:pt x="475845" y="3887524"/>
                    <a:pt x="477871" y="3887777"/>
                  </a:cubicBezTo>
                  <a:close/>
                  <a:moveTo>
                    <a:pt x="454827" y="3867772"/>
                  </a:moveTo>
                  <a:cubicBezTo>
                    <a:pt x="452801" y="3869798"/>
                    <a:pt x="468501" y="3890056"/>
                    <a:pt x="470274" y="3890309"/>
                  </a:cubicBezTo>
                  <a:cubicBezTo>
                    <a:pt x="471540" y="3890562"/>
                    <a:pt x="469261" y="3885751"/>
                    <a:pt x="464956" y="3879674"/>
                  </a:cubicBezTo>
                  <a:cubicBezTo>
                    <a:pt x="461664" y="3874609"/>
                    <a:pt x="456346" y="3867772"/>
                    <a:pt x="454827" y="3867772"/>
                  </a:cubicBezTo>
                  <a:close/>
                  <a:moveTo>
                    <a:pt x="448750" y="3870557"/>
                  </a:moveTo>
                  <a:cubicBezTo>
                    <a:pt x="447737" y="3872077"/>
                    <a:pt x="462424" y="3893095"/>
                    <a:pt x="464450" y="3893095"/>
                  </a:cubicBezTo>
                  <a:cubicBezTo>
                    <a:pt x="464956" y="3892335"/>
                    <a:pt x="461158" y="3886004"/>
                    <a:pt x="458625" y="3882459"/>
                  </a:cubicBezTo>
                  <a:cubicBezTo>
                    <a:pt x="455587" y="3877648"/>
                    <a:pt x="450016" y="3870304"/>
                    <a:pt x="448750" y="3870557"/>
                  </a:cubicBezTo>
                  <a:close/>
                  <a:moveTo>
                    <a:pt x="444192" y="3873089"/>
                  </a:moveTo>
                  <a:cubicBezTo>
                    <a:pt x="443432" y="3874609"/>
                    <a:pt x="458372" y="3895880"/>
                    <a:pt x="460145" y="3895627"/>
                  </a:cubicBezTo>
                  <a:cubicBezTo>
                    <a:pt x="460398" y="3894867"/>
                    <a:pt x="456346" y="3888536"/>
                    <a:pt x="453814" y="3884991"/>
                  </a:cubicBezTo>
                  <a:cubicBezTo>
                    <a:pt x="450522" y="3880433"/>
                    <a:pt x="445204" y="3873089"/>
                    <a:pt x="444192" y="3873089"/>
                  </a:cubicBezTo>
                  <a:close/>
                  <a:moveTo>
                    <a:pt x="441153" y="3875875"/>
                  </a:moveTo>
                  <a:cubicBezTo>
                    <a:pt x="441153" y="3876888"/>
                    <a:pt x="454574" y="3897652"/>
                    <a:pt x="457106" y="3898412"/>
                  </a:cubicBezTo>
                  <a:cubicBezTo>
                    <a:pt x="457106" y="3897652"/>
                    <a:pt x="453054" y="3891322"/>
                    <a:pt x="450522" y="3887777"/>
                  </a:cubicBezTo>
                  <a:cubicBezTo>
                    <a:pt x="450016" y="3887270"/>
                    <a:pt x="442672" y="3876382"/>
                    <a:pt x="441153" y="3875875"/>
                  </a:cubicBezTo>
                  <a:close/>
                  <a:moveTo>
                    <a:pt x="448496" y="3890562"/>
                  </a:moveTo>
                  <a:cubicBezTo>
                    <a:pt x="448243" y="3890056"/>
                    <a:pt x="440646" y="3879167"/>
                    <a:pt x="439633" y="3878660"/>
                  </a:cubicBezTo>
                  <a:cubicBezTo>
                    <a:pt x="439887" y="3879674"/>
                    <a:pt x="453814" y="3900438"/>
                    <a:pt x="455587" y="3901198"/>
                  </a:cubicBezTo>
                  <a:cubicBezTo>
                    <a:pt x="455333" y="3900438"/>
                    <a:pt x="451029" y="3894107"/>
                    <a:pt x="448496" y="3890562"/>
                  </a:cubicBezTo>
                  <a:close/>
                  <a:moveTo>
                    <a:pt x="439633" y="3881699"/>
                  </a:moveTo>
                  <a:cubicBezTo>
                    <a:pt x="440140" y="3882712"/>
                    <a:pt x="454321" y="3903477"/>
                    <a:pt x="455587" y="3904236"/>
                  </a:cubicBezTo>
                  <a:cubicBezTo>
                    <a:pt x="455080" y="3903223"/>
                    <a:pt x="449003" y="3894614"/>
                    <a:pt x="448243" y="3893601"/>
                  </a:cubicBezTo>
                  <a:cubicBezTo>
                    <a:pt x="447230" y="3892335"/>
                    <a:pt x="440140" y="3882206"/>
                    <a:pt x="439633" y="3881699"/>
                  </a:cubicBezTo>
                  <a:close/>
                  <a:moveTo>
                    <a:pt x="445711" y="3891069"/>
                  </a:moveTo>
                  <a:lnTo>
                    <a:pt x="452295" y="3900438"/>
                  </a:lnTo>
                  <a:cubicBezTo>
                    <a:pt x="451282" y="3898919"/>
                    <a:pt x="450269" y="3897652"/>
                    <a:pt x="449256" y="3896133"/>
                  </a:cubicBezTo>
                  <a:cubicBezTo>
                    <a:pt x="448243" y="3894614"/>
                    <a:pt x="446977" y="3892841"/>
                    <a:pt x="445711" y="3891069"/>
                  </a:cubicBezTo>
                  <a:close/>
                  <a:moveTo>
                    <a:pt x="3126360" y="3797628"/>
                  </a:moveTo>
                  <a:cubicBezTo>
                    <a:pt x="3127879" y="3792817"/>
                    <a:pt x="3127120" y="3785220"/>
                    <a:pt x="3117750" y="3784207"/>
                  </a:cubicBezTo>
                  <a:cubicBezTo>
                    <a:pt x="3107115" y="3784207"/>
                    <a:pt x="3100278" y="3794843"/>
                    <a:pt x="3103570" y="3801933"/>
                  </a:cubicBezTo>
                  <a:cubicBezTo>
                    <a:pt x="3107621" y="3811556"/>
                    <a:pt x="3122562" y="3808517"/>
                    <a:pt x="3126360" y="3797628"/>
                  </a:cubicBezTo>
                  <a:close/>
                  <a:moveTo>
                    <a:pt x="3074449" y="3795856"/>
                  </a:moveTo>
                  <a:cubicBezTo>
                    <a:pt x="3076221" y="3790791"/>
                    <a:pt x="3074449" y="3783448"/>
                    <a:pt x="3065333" y="3782688"/>
                  </a:cubicBezTo>
                  <a:cubicBezTo>
                    <a:pt x="3053684" y="3782941"/>
                    <a:pt x="3048366" y="3793830"/>
                    <a:pt x="3051405" y="3800414"/>
                  </a:cubicBezTo>
                  <a:cubicBezTo>
                    <a:pt x="3055457" y="3809530"/>
                    <a:pt x="3070903" y="3806491"/>
                    <a:pt x="3074449" y="3795856"/>
                  </a:cubicBezTo>
                  <a:close/>
                  <a:moveTo>
                    <a:pt x="3021778" y="3793830"/>
                  </a:moveTo>
                  <a:cubicBezTo>
                    <a:pt x="3023297" y="3789019"/>
                    <a:pt x="3022031" y="3781422"/>
                    <a:pt x="3012408" y="3780662"/>
                  </a:cubicBezTo>
                  <a:cubicBezTo>
                    <a:pt x="3000507" y="3780915"/>
                    <a:pt x="2995442" y="3791804"/>
                    <a:pt x="2998734" y="3798641"/>
                  </a:cubicBezTo>
                  <a:cubicBezTo>
                    <a:pt x="3003039" y="3807504"/>
                    <a:pt x="3018486" y="3804466"/>
                    <a:pt x="3021778" y="3793830"/>
                  </a:cubicBezTo>
                  <a:close/>
                  <a:moveTo>
                    <a:pt x="2968853" y="3792057"/>
                  </a:moveTo>
                  <a:cubicBezTo>
                    <a:pt x="2970373" y="3787246"/>
                    <a:pt x="2968853" y="3779649"/>
                    <a:pt x="2959231" y="3778889"/>
                  </a:cubicBezTo>
                  <a:cubicBezTo>
                    <a:pt x="2948342" y="3779143"/>
                    <a:pt x="2941758" y="3789525"/>
                    <a:pt x="2945557" y="3796869"/>
                  </a:cubicBezTo>
                  <a:cubicBezTo>
                    <a:pt x="2950368" y="3805985"/>
                    <a:pt x="2965562" y="3802946"/>
                    <a:pt x="2968853" y="3792057"/>
                  </a:cubicBezTo>
                  <a:close/>
                  <a:moveTo>
                    <a:pt x="2915170" y="3790285"/>
                  </a:moveTo>
                  <a:cubicBezTo>
                    <a:pt x="2916436" y="3785474"/>
                    <a:pt x="2914916" y="3777877"/>
                    <a:pt x="2905041" y="3777117"/>
                  </a:cubicBezTo>
                  <a:cubicBezTo>
                    <a:pt x="2892886" y="3777370"/>
                    <a:pt x="2888328" y="3788512"/>
                    <a:pt x="2891873" y="3795096"/>
                  </a:cubicBezTo>
                  <a:cubicBezTo>
                    <a:pt x="2896684" y="3804212"/>
                    <a:pt x="2912131" y="3801173"/>
                    <a:pt x="2915170" y="3790285"/>
                  </a:cubicBezTo>
                  <a:close/>
                  <a:moveTo>
                    <a:pt x="2861232" y="3788765"/>
                  </a:moveTo>
                  <a:cubicBezTo>
                    <a:pt x="2862499" y="3783701"/>
                    <a:pt x="2860220" y="3776357"/>
                    <a:pt x="2850597" y="3775598"/>
                  </a:cubicBezTo>
                  <a:cubicBezTo>
                    <a:pt x="2838442" y="3775851"/>
                    <a:pt x="2833884" y="3786993"/>
                    <a:pt x="2837429" y="3793577"/>
                  </a:cubicBezTo>
                  <a:cubicBezTo>
                    <a:pt x="2842747" y="3802440"/>
                    <a:pt x="2858447" y="3799401"/>
                    <a:pt x="2861232" y="3788765"/>
                  </a:cubicBezTo>
                  <a:close/>
                  <a:moveTo>
                    <a:pt x="2783239" y="3791804"/>
                  </a:moveTo>
                  <a:cubicBezTo>
                    <a:pt x="2788557" y="3800920"/>
                    <a:pt x="2804257" y="3797881"/>
                    <a:pt x="2806789" y="3786993"/>
                  </a:cubicBezTo>
                  <a:cubicBezTo>
                    <a:pt x="2808055" y="3782182"/>
                    <a:pt x="2806029" y="3774585"/>
                    <a:pt x="2796153" y="3773825"/>
                  </a:cubicBezTo>
                  <a:cubicBezTo>
                    <a:pt x="2783745" y="3774078"/>
                    <a:pt x="2779441" y="3785220"/>
                    <a:pt x="2783239" y="3791804"/>
                  </a:cubicBezTo>
                  <a:close/>
                  <a:moveTo>
                    <a:pt x="2751839" y="3785727"/>
                  </a:moveTo>
                  <a:cubicBezTo>
                    <a:pt x="2752852" y="3780915"/>
                    <a:pt x="2750826" y="3773318"/>
                    <a:pt x="2740697" y="3772559"/>
                  </a:cubicBezTo>
                  <a:cubicBezTo>
                    <a:pt x="2729302" y="3772812"/>
                    <a:pt x="2723478" y="3783194"/>
                    <a:pt x="2728036" y="3790538"/>
                  </a:cubicBezTo>
                  <a:cubicBezTo>
                    <a:pt x="2733860" y="3799654"/>
                    <a:pt x="2749307" y="3796615"/>
                    <a:pt x="2751839" y="3785727"/>
                  </a:cubicBezTo>
                  <a:close/>
                  <a:moveTo>
                    <a:pt x="2672833" y="3789019"/>
                  </a:moveTo>
                  <a:cubicBezTo>
                    <a:pt x="2678657" y="3798135"/>
                    <a:pt x="2694357" y="3795096"/>
                    <a:pt x="2696636" y="3784207"/>
                  </a:cubicBezTo>
                  <a:cubicBezTo>
                    <a:pt x="2697649" y="3779143"/>
                    <a:pt x="2694863" y="3771546"/>
                    <a:pt x="2684987" y="3771040"/>
                  </a:cubicBezTo>
                  <a:cubicBezTo>
                    <a:pt x="2672833" y="3771293"/>
                    <a:pt x="2668781" y="3782435"/>
                    <a:pt x="2672833" y="3789019"/>
                  </a:cubicBezTo>
                  <a:close/>
                  <a:moveTo>
                    <a:pt x="2640926" y="3782688"/>
                  </a:moveTo>
                  <a:cubicBezTo>
                    <a:pt x="2641939" y="3777877"/>
                    <a:pt x="2639407" y="3770280"/>
                    <a:pt x="2629278" y="3769520"/>
                  </a:cubicBezTo>
                  <a:cubicBezTo>
                    <a:pt x="2616869" y="3769773"/>
                    <a:pt x="2613071" y="3780915"/>
                    <a:pt x="2617376" y="3787499"/>
                  </a:cubicBezTo>
                  <a:cubicBezTo>
                    <a:pt x="2623200" y="3796615"/>
                    <a:pt x="2638900" y="3793577"/>
                    <a:pt x="2640926" y="3782688"/>
                  </a:cubicBezTo>
                  <a:close/>
                  <a:moveTo>
                    <a:pt x="2561160" y="3786233"/>
                  </a:moveTo>
                  <a:cubicBezTo>
                    <a:pt x="2567490" y="3795349"/>
                    <a:pt x="2583191" y="3792310"/>
                    <a:pt x="2584963" y="3781422"/>
                  </a:cubicBezTo>
                  <a:cubicBezTo>
                    <a:pt x="2585723" y="3776611"/>
                    <a:pt x="2583191" y="3769014"/>
                    <a:pt x="2573061" y="3768254"/>
                  </a:cubicBezTo>
                  <a:cubicBezTo>
                    <a:pt x="2561413" y="3768507"/>
                    <a:pt x="2556348" y="3779143"/>
                    <a:pt x="2561160" y="3786233"/>
                  </a:cubicBezTo>
                  <a:close/>
                  <a:moveTo>
                    <a:pt x="2516592" y="3766988"/>
                  </a:moveTo>
                  <a:cubicBezTo>
                    <a:pt x="2503931" y="3767241"/>
                    <a:pt x="2500386" y="3778383"/>
                    <a:pt x="2504944" y="3784967"/>
                  </a:cubicBezTo>
                  <a:cubicBezTo>
                    <a:pt x="2511274" y="3794083"/>
                    <a:pt x="2527228" y="3790791"/>
                    <a:pt x="2528747" y="3780156"/>
                  </a:cubicBezTo>
                  <a:cubicBezTo>
                    <a:pt x="2529507" y="3775598"/>
                    <a:pt x="2526974" y="3767747"/>
                    <a:pt x="2516592" y="3766988"/>
                  </a:cubicBezTo>
                  <a:close/>
                  <a:moveTo>
                    <a:pt x="2459616" y="3765975"/>
                  </a:moveTo>
                  <a:cubicBezTo>
                    <a:pt x="2446955" y="3766228"/>
                    <a:pt x="2443663" y="3777370"/>
                    <a:pt x="2448474" y="3783954"/>
                  </a:cubicBezTo>
                  <a:cubicBezTo>
                    <a:pt x="2455058" y="3793070"/>
                    <a:pt x="2470758" y="3789778"/>
                    <a:pt x="2472277" y="3779143"/>
                  </a:cubicBezTo>
                  <a:cubicBezTo>
                    <a:pt x="2473037" y="3774078"/>
                    <a:pt x="2469492" y="3766482"/>
                    <a:pt x="2459616" y="3765975"/>
                  </a:cubicBezTo>
                  <a:close/>
                  <a:moveTo>
                    <a:pt x="2402387" y="3764709"/>
                  </a:moveTo>
                  <a:cubicBezTo>
                    <a:pt x="2389726" y="3764962"/>
                    <a:pt x="2386687" y="3776104"/>
                    <a:pt x="2391499" y="3782688"/>
                  </a:cubicBezTo>
                  <a:cubicBezTo>
                    <a:pt x="2398336" y="3791804"/>
                    <a:pt x="2414036" y="3788512"/>
                    <a:pt x="2415302" y="3777877"/>
                  </a:cubicBezTo>
                  <a:cubicBezTo>
                    <a:pt x="2415808" y="3773318"/>
                    <a:pt x="2413023" y="3765469"/>
                    <a:pt x="2402387" y="3764709"/>
                  </a:cubicBezTo>
                  <a:close/>
                  <a:moveTo>
                    <a:pt x="2358326" y="3776864"/>
                  </a:moveTo>
                  <a:cubicBezTo>
                    <a:pt x="2358832" y="3772053"/>
                    <a:pt x="2355540" y="3764456"/>
                    <a:pt x="2345158" y="3763696"/>
                  </a:cubicBezTo>
                  <a:cubicBezTo>
                    <a:pt x="2333510" y="3763949"/>
                    <a:pt x="2328952" y="3774585"/>
                    <a:pt x="2334523" y="3781928"/>
                  </a:cubicBezTo>
                  <a:cubicBezTo>
                    <a:pt x="2341613" y="3791045"/>
                    <a:pt x="2357313" y="3787753"/>
                    <a:pt x="2358326" y="3776864"/>
                  </a:cubicBezTo>
                  <a:close/>
                  <a:moveTo>
                    <a:pt x="2301097" y="3776104"/>
                  </a:moveTo>
                  <a:cubicBezTo>
                    <a:pt x="2301603" y="3771040"/>
                    <a:pt x="2297552" y="3763443"/>
                    <a:pt x="2287423" y="3762936"/>
                  </a:cubicBezTo>
                  <a:cubicBezTo>
                    <a:pt x="2274761" y="3763190"/>
                    <a:pt x="2271976" y="3774585"/>
                    <a:pt x="2277294" y="3781169"/>
                  </a:cubicBezTo>
                  <a:cubicBezTo>
                    <a:pt x="2284384" y="3790031"/>
                    <a:pt x="2300337" y="3786739"/>
                    <a:pt x="2301097" y="3776104"/>
                  </a:cubicBezTo>
                  <a:close/>
                  <a:moveTo>
                    <a:pt x="744517" y="3779396"/>
                  </a:moveTo>
                  <a:cubicBezTo>
                    <a:pt x="744011" y="3779396"/>
                    <a:pt x="743504" y="3779649"/>
                    <a:pt x="743251" y="3779649"/>
                  </a:cubicBezTo>
                  <a:cubicBezTo>
                    <a:pt x="737680" y="3782435"/>
                    <a:pt x="746290" y="3799148"/>
                    <a:pt x="754900" y="3802186"/>
                  </a:cubicBezTo>
                  <a:cubicBezTo>
                    <a:pt x="760217" y="3804212"/>
                    <a:pt x="761990" y="3799148"/>
                    <a:pt x="758445" y="3791804"/>
                  </a:cubicBezTo>
                  <a:cubicBezTo>
                    <a:pt x="755913" y="3786739"/>
                    <a:pt x="749835" y="3779396"/>
                    <a:pt x="744517" y="3779396"/>
                  </a:cubicBezTo>
                  <a:close/>
                  <a:moveTo>
                    <a:pt x="714890" y="3781169"/>
                  </a:moveTo>
                  <a:cubicBezTo>
                    <a:pt x="714637" y="3781169"/>
                    <a:pt x="714130" y="3781422"/>
                    <a:pt x="713624" y="3781422"/>
                  </a:cubicBezTo>
                  <a:cubicBezTo>
                    <a:pt x="708306" y="3784207"/>
                    <a:pt x="717169" y="3800920"/>
                    <a:pt x="725525" y="3803959"/>
                  </a:cubicBezTo>
                  <a:cubicBezTo>
                    <a:pt x="730843" y="3805985"/>
                    <a:pt x="732109" y="3800920"/>
                    <a:pt x="728564" y="3793577"/>
                  </a:cubicBezTo>
                  <a:cubicBezTo>
                    <a:pt x="726032" y="3788512"/>
                    <a:pt x="720208" y="3781169"/>
                    <a:pt x="714890" y="3781169"/>
                  </a:cubicBezTo>
                  <a:close/>
                  <a:moveTo>
                    <a:pt x="686529" y="3782941"/>
                  </a:moveTo>
                  <a:cubicBezTo>
                    <a:pt x="686275" y="3782941"/>
                    <a:pt x="685769" y="3783194"/>
                    <a:pt x="685263" y="3783194"/>
                  </a:cubicBezTo>
                  <a:cubicBezTo>
                    <a:pt x="680198" y="3785980"/>
                    <a:pt x="689314" y="3802693"/>
                    <a:pt x="697417" y="3805731"/>
                  </a:cubicBezTo>
                  <a:cubicBezTo>
                    <a:pt x="702482" y="3807504"/>
                    <a:pt x="703748" y="3802440"/>
                    <a:pt x="699950" y="3795349"/>
                  </a:cubicBezTo>
                  <a:cubicBezTo>
                    <a:pt x="697671" y="3790285"/>
                    <a:pt x="691593" y="3783194"/>
                    <a:pt x="686529" y="3782941"/>
                  </a:cubicBezTo>
                  <a:close/>
                  <a:moveTo>
                    <a:pt x="671588" y="3808011"/>
                  </a:moveTo>
                  <a:cubicBezTo>
                    <a:pt x="675893" y="3809023"/>
                    <a:pt x="676400" y="3804212"/>
                    <a:pt x="672854" y="3797375"/>
                  </a:cubicBezTo>
                  <a:cubicBezTo>
                    <a:pt x="670322" y="3792310"/>
                    <a:pt x="664245" y="3784967"/>
                    <a:pt x="659434" y="3784967"/>
                  </a:cubicBezTo>
                  <a:cubicBezTo>
                    <a:pt x="659180" y="3784967"/>
                    <a:pt x="658674" y="3785220"/>
                    <a:pt x="658421" y="3785220"/>
                  </a:cubicBezTo>
                  <a:cubicBezTo>
                    <a:pt x="653609" y="3788006"/>
                    <a:pt x="663738" y="3805985"/>
                    <a:pt x="671588" y="3808011"/>
                  </a:cubicBezTo>
                  <a:close/>
                  <a:moveTo>
                    <a:pt x="646013" y="3810037"/>
                  </a:moveTo>
                  <a:cubicBezTo>
                    <a:pt x="650064" y="3811049"/>
                    <a:pt x="650571" y="3806238"/>
                    <a:pt x="647025" y="3799401"/>
                  </a:cubicBezTo>
                  <a:cubicBezTo>
                    <a:pt x="644240" y="3794336"/>
                    <a:pt x="638416" y="3786993"/>
                    <a:pt x="633858" y="3786993"/>
                  </a:cubicBezTo>
                  <a:cubicBezTo>
                    <a:pt x="633604" y="3786993"/>
                    <a:pt x="633098" y="3787246"/>
                    <a:pt x="632845" y="3787246"/>
                  </a:cubicBezTo>
                  <a:cubicBezTo>
                    <a:pt x="627780" y="3790285"/>
                    <a:pt x="638163" y="3808011"/>
                    <a:pt x="646013" y="3810037"/>
                  </a:cubicBezTo>
                  <a:close/>
                  <a:moveTo>
                    <a:pt x="609042" y="3788765"/>
                  </a:moveTo>
                  <a:cubicBezTo>
                    <a:pt x="608788" y="3788765"/>
                    <a:pt x="608282" y="3789019"/>
                    <a:pt x="608029" y="3789019"/>
                  </a:cubicBezTo>
                  <a:cubicBezTo>
                    <a:pt x="603724" y="3792057"/>
                    <a:pt x="614359" y="3809783"/>
                    <a:pt x="621450" y="3811809"/>
                  </a:cubicBezTo>
                  <a:cubicBezTo>
                    <a:pt x="625501" y="3812822"/>
                    <a:pt x="625754" y="3808011"/>
                    <a:pt x="621956" y="3801173"/>
                  </a:cubicBezTo>
                  <a:cubicBezTo>
                    <a:pt x="619424" y="3796109"/>
                    <a:pt x="613600" y="3789019"/>
                    <a:pt x="609042" y="3788765"/>
                  </a:cubicBezTo>
                  <a:close/>
                  <a:moveTo>
                    <a:pt x="598659" y="3814088"/>
                  </a:moveTo>
                  <a:cubicBezTo>
                    <a:pt x="602458" y="3815101"/>
                    <a:pt x="602458" y="3810037"/>
                    <a:pt x="598659" y="3803452"/>
                  </a:cubicBezTo>
                  <a:cubicBezTo>
                    <a:pt x="595874" y="3798388"/>
                    <a:pt x="590050" y="3791298"/>
                    <a:pt x="585745" y="3791045"/>
                  </a:cubicBezTo>
                  <a:cubicBezTo>
                    <a:pt x="585492" y="3791045"/>
                    <a:pt x="584985" y="3791298"/>
                    <a:pt x="584732" y="3791298"/>
                  </a:cubicBezTo>
                  <a:cubicBezTo>
                    <a:pt x="580933" y="3794336"/>
                    <a:pt x="591822" y="3812062"/>
                    <a:pt x="598659" y="3814088"/>
                  </a:cubicBezTo>
                  <a:close/>
                  <a:moveTo>
                    <a:pt x="576629" y="3805478"/>
                  </a:moveTo>
                  <a:cubicBezTo>
                    <a:pt x="573843" y="3800414"/>
                    <a:pt x="568019" y="3793324"/>
                    <a:pt x="563967" y="3793070"/>
                  </a:cubicBezTo>
                  <a:cubicBezTo>
                    <a:pt x="563714" y="3793070"/>
                    <a:pt x="563714" y="3793070"/>
                    <a:pt x="563461" y="3793070"/>
                  </a:cubicBezTo>
                  <a:cubicBezTo>
                    <a:pt x="558903" y="3794843"/>
                    <a:pt x="570045" y="3814088"/>
                    <a:pt x="576882" y="3816114"/>
                  </a:cubicBezTo>
                  <a:cubicBezTo>
                    <a:pt x="580680" y="3817127"/>
                    <a:pt x="580427" y="3812315"/>
                    <a:pt x="576629" y="3805478"/>
                  </a:cubicBezTo>
                  <a:close/>
                  <a:moveTo>
                    <a:pt x="556624" y="3818393"/>
                  </a:moveTo>
                  <a:cubicBezTo>
                    <a:pt x="560169" y="3819406"/>
                    <a:pt x="559663" y="3814594"/>
                    <a:pt x="555864" y="3807757"/>
                  </a:cubicBezTo>
                  <a:cubicBezTo>
                    <a:pt x="553079" y="3802693"/>
                    <a:pt x="547254" y="3795602"/>
                    <a:pt x="543456" y="3795349"/>
                  </a:cubicBezTo>
                  <a:cubicBezTo>
                    <a:pt x="543203" y="3795349"/>
                    <a:pt x="543203" y="3795349"/>
                    <a:pt x="542950" y="3795349"/>
                  </a:cubicBezTo>
                  <a:cubicBezTo>
                    <a:pt x="538392" y="3797375"/>
                    <a:pt x="549787" y="3816114"/>
                    <a:pt x="556624" y="3818393"/>
                  </a:cubicBezTo>
                  <a:close/>
                  <a:moveTo>
                    <a:pt x="537632" y="3820672"/>
                  </a:moveTo>
                  <a:cubicBezTo>
                    <a:pt x="540924" y="3821685"/>
                    <a:pt x="540417" y="3816620"/>
                    <a:pt x="536366" y="3809783"/>
                  </a:cubicBezTo>
                  <a:cubicBezTo>
                    <a:pt x="533327" y="3804719"/>
                    <a:pt x="527756" y="3797628"/>
                    <a:pt x="524211" y="3797628"/>
                  </a:cubicBezTo>
                  <a:cubicBezTo>
                    <a:pt x="524211" y="3797628"/>
                    <a:pt x="523958" y="3797628"/>
                    <a:pt x="523704" y="3797628"/>
                  </a:cubicBezTo>
                  <a:cubicBezTo>
                    <a:pt x="519906" y="3799401"/>
                    <a:pt x="531301" y="3818646"/>
                    <a:pt x="537632" y="3820672"/>
                  </a:cubicBezTo>
                  <a:close/>
                  <a:moveTo>
                    <a:pt x="506232" y="3799907"/>
                  </a:moveTo>
                  <a:cubicBezTo>
                    <a:pt x="506232" y="3799907"/>
                    <a:pt x="505979" y="3799907"/>
                    <a:pt x="505979" y="3799907"/>
                  </a:cubicBezTo>
                  <a:cubicBezTo>
                    <a:pt x="502433" y="3801933"/>
                    <a:pt x="514082" y="3820925"/>
                    <a:pt x="519906" y="3822951"/>
                  </a:cubicBezTo>
                  <a:cubicBezTo>
                    <a:pt x="522945" y="3823964"/>
                    <a:pt x="522185" y="3819153"/>
                    <a:pt x="518133" y="3812062"/>
                  </a:cubicBezTo>
                  <a:cubicBezTo>
                    <a:pt x="515095" y="3806998"/>
                    <a:pt x="509524" y="3799907"/>
                    <a:pt x="506232" y="3799907"/>
                  </a:cubicBezTo>
                  <a:close/>
                  <a:moveTo>
                    <a:pt x="504206" y="3825230"/>
                  </a:moveTo>
                  <a:cubicBezTo>
                    <a:pt x="506485" y="3825483"/>
                    <a:pt x="505472" y="3820672"/>
                    <a:pt x="501674" y="3814341"/>
                  </a:cubicBezTo>
                  <a:cubicBezTo>
                    <a:pt x="498635" y="3809276"/>
                    <a:pt x="493064" y="3802186"/>
                    <a:pt x="490025" y="3802186"/>
                  </a:cubicBezTo>
                  <a:cubicBezTo>
                    <a:pt x="490025" y="3802186"/>
                    <a:pt x="489772" y="3802186"/>
                    <a:pt x="489772" y="3802186"/>
                  </a:cubicBezTo>
                  <a:cubicBezTo>
                    <a:pt x="485974" y="3804466"/>
                    <a:pt x="498888" y="3824723"/>
                    <a:pt x="504206" y="3825230"/>
                  </a:cubicBezTo>
                  <a:close/>
                  <a:moveTo>
                    <a:pt x="489266" y="3827762"/>
                  </a:moveTo>
                  <a:cubicBezTo>
                    <a:pt x="491545" y="3828015"/>
                    <a:pt x="490025" y="3823204"/>
                    <a:pt x="486227" y="3816873"/>
                  </a:cubicBezTo>
                  <a:cubicBezTo>
                    <a:pt x="483188" y="3811809"/>
                    <a:pt x="477617" y="3804719"/>
                    <a:pt x="474832" y="3804719"/>
                  </a:cubicBezTo>
                  <a:cubicBezTo>
                    <a:pt x="474832" y="3804719"/>
                    <a:pt x="474579" y="3804719"/>
                    <a:pt x="474579" y="3804719"/>
                  </a:cubicBezTo>
                  <a:cubicBezTo>
                    <a:pt x="471287" y="3806744"/>
                    <a:pt x="484201" y="3827003"/>
                    <a:pt x="489266" y="3827762"/>
                  </a:cubicBezTo>
                  <a:close/>
                  <a:moveTo>
                    <a:pt x="475592" y="3830294"/>
                  </a:moveTo>
                  <a:cubicBezTo>
                    <a:pt x="477617" y="3830548"/>
                    <a:pt x="476098" y="3825736"/>
                    <a:pt x="472300" y="3819406"/>
                  </a:cubicBezTo>
                  <a:cubicBezTo>
                    <a:pt x="469261" y="3814341"/>
                    <a:pt x="463690" y="3807251"/>
                    <a:pt x="461158" y="3807251"/>
                  </a:cubicBezTo>
                  <a:cubicBezTo>
                    <a:pt x="461158" y="3807251"/>
                    <a:pt x="460904" y="3807251"/>
                    <a:pt x="460904" y="3807251"/>
                  </a:cubicBezTo>
                  <a:cubicBezTo>
                    <a:pt x="458119" y="3809276"/>
                    <a:pt x="471033" y="3829535"/>
                    <a:pt x="475592" y="3830294"/>
                  </a:cubicBezTo>
                  <a:close/>
                  <a:moveTo>
                    <a:pt x="463690" y="3832827"/>
                  </a:moveTo>
                  <a:cubicBezTo>
                    <a:pt x="465462" y="3833080"/>
                    <a:pt x="463943" y="3828268"/>
                    <a:pt x="459891" y="3821938"/>
                  </a:cubicBezTo>
                  <a:cubicBezTo>
                    <a:pt x="456853" y="3816873"/>
                    <a:pt x="451282" y="3809783"/>
                    <a:pt x="449003" y="3809783"/>
                  </a:cubicBezTo>
                  <a:cubicBezTo>
                    <a:pt x="449003" y="3809783"/>
                    <a:pt x="448750" y="3809783"/>
                    <a:pt x="448750" y="3809783"/>
                  </a:cubicBezTo>
                  <a:cubicBezTo>
                    <a:pt x="446470" y="3811809"/>
                    <a:pt x="459891" y="3832067"/>
                    <a:pt x="463690" y="3832827"/>
                  </a:cubicBezTo>
                  <a:close/>
                  <a:moveTo>
                    <a:pt x="453054" y="3835359"/>
                  </a:moveTo>
                  <a:cubicBezTo>
                    <a:pt x="454827" y="3835612"/>
                    <a:pt x="452801" y="3830801"/>
                    <a:pt x="448750" y="3824470"/>
                  </a:cubicBezTo>
                  <a:cubicBezTo>
                    <a:pt x="445458" y="3819406"/>
                    <a:pt x="440140" y="3812315"/>
                    <a:pt x="438114" y="3812315"/>
                  </a:cubicBezTo>
                  <a:cubicBezTo>
                    <a:pt x="438114" y="3812315"/>
                    <a:pt x="437861" y="3812315"/>
                    <a:pt x="437861" y="3812315"/>
                  </a:cubicBezTo>
                  <a:cubicBezTo>
                    <a:pt x="436341" y="3814341"/>
                    <a:pt x="449509" y="3834599"/>
                    <a:pt x="453054" y="3835359"/>
                  </a:cubicBezTo>
                  <a:close/>
                  <a:moveTo>
                    <a:pt x="443938" y="3837891"/>
                  </a:moveTo>
                  <a:cubicBezTo>
                    <a:pt x="445458" y="3838145"/>
                    <a:pt x="443432" y="3833333"/>
                    <a:pt x="439380" y="3827003"/>
                  </a:cubicBezTo>
                  <a:cubicBezTo>
                    <a:pt x="436088" y="3821938"/>
                    <a:pt x="430771" y="3814847"/>
                    <a:pt x="428998" y="3814847"/>
                  </a:cubicBezTo>
                  <a:cubicBezTo>
                    <a:pt x="426212" y="3816873"/>
                    <a:pt x="441659" y="3837385"/>
                    <a:pt x="443938" y="3837891"/>
                  </a:cubicBezTo>
                  <a:close/>
                  <a:moveTo>
                    <a:pt x="421148" y="3817380"/>
                  </a:moveTo>
                  <a:cubicBezTo>
                    <a:pt x="419122" y="3819406"/>
                    <a:pt x="434316" y="3840170"/>
                    <a:pt x="436088" y="3840424"/>
                  </a:cubicBezTo>
                  <a:cubicBezTo>
                    <a:pt x="437354" y="3840677"/>
                    <a:pt x="435075" y="3835865"/>
                    <a:pt x="431024" y="3829535"/>
                  </a:cubicBezTo>
                  <a:cubicBezTo>
                    <a:pt x="428238" y="3824977"/>
                    <a:pt x="422921" y="3817380"/>
                    <a:pt x="421148" y="3817380"/>
                  </a:cubicBezTo>
                  <a:close/>
                  <a:moveTo>
                    <a:pt x="415070" y="3820165"/>
                  </a:moveTo>
                  <a:cubicBezTo>
                    <a:pt x="414058" y="3821685"/>
                    <a:pt x="428238" y="3843209"/>
                    <a:pt x="430264" y="3843209"/>
                  </a:cubicBezTo>
                  <a:cubicBezTo>
                    <a:pt x="430771" y="3842449"/>
                    <a:pt x="426972" y="3835865"/>
                    <a:pt x="424693" y="3832320"/>
                  </a:cubicBezTo>
                  <a:cubicBezTo>
                    <a:pt x="421401" y="3827256"/>
                    <a:pt x="416337" y="3820165"/>
                    <a:pt x="415070" y="3820165"/>
                  </a:cubicBezTo>
                  <a:close/>
                  <a:moveTo>
                    <a:pt x="410259" y="3822951"/>
                  </a:moveTo>
                  <a:cubicBezTo>
                    <a:pt x="409500" y="3824470"/>
                    <a:pt x="423933" y="3845995"/>
                    <a:pt x="425453" y="3845995"/>
                  </a:cubicBezTo>
                  <a:cubicBezTo>
                    <a:pt x="425706" y="3845235"/>
                    <a:pt x="421908" y="3838651"/>
                    <a:pt x="419375" y="3835106"/>
                  </a:cubicBezTo>
                  <a:cubicBezTo>
                    <a:pt x="416590" y="3830294"/>
                    <a:pt x="411272" y="3822951"/>
                    <a:pt x="410259" y="3822951"/>
                  </a:cubicBezTo>
                  <a:close/>
                  <a:moveTo>
                    <a:pt x="407221" y="3825736"/>
                  </a:moveTo>
                  <a:cubicBezTo>
                    <a:pt x="406967" y="3826749"/>
                    <a:pt x="420135" y="3847767"/>
                    <a:pt x="422414" y="3848780"/>
                  </a:cubicBezTo>
                  <a:cubicBezTo>
                    <a:pt x="422414" y="3848020"/>
                    <a:pt x="418616" y="3841436"/>
                    <a:pt x="416083" y="3837891"/>
                  </a:cubicBezTo>
                  <a:cubicBezTo>
                    <a:pt x="416083" y="3837638"/>
                    <a:pt x="408740" y="3826243"/>
                    <a:pt x="407221" y="3825736"/>
                  </a:cubicBezTo>
                  <a:close/>
                  <a:moveTo>
                    <a:pt x="414311" y="3840677"/>
                  </a:moveTo>
                  <a:cubicBezTo>
                    <a:pt x="414058" y="3840170"/>
                    <a:pt x="406714" y="3829282"/>
                    <a:pt x="405701" y="3828775"/>
                  </a:cubicBezTo>
                  <a:cubicBezTo>
                    <a:pt x="405954" y="3829788"/>
                    <a:pt x="419375" y="3850806"/>
                    <a:pt x="421148" y="3851819"/>
                  </a:cubicBezTo>
                  <a:cubicBezTo>
                    <a:pt x="420895" y="3850806"/>
                    <a:pt x="416590" y="3844222"/>
                    <a:pt x="414311" y="3840677"/>
                  </a:cubicBezTo>
                  <a:close/>
                  <a:moveTo>
                    <a:pt x="405701" y="3831560"/>
                  </a:moveTo>
                  <a:cubicBezTo>
                    <a:pt x="406208" y="3832574"/>
                    <a:pt x="419882" y="3853591"/>
                    <a:pt x="421148" y="3854604"/>
                  </a:cubicBezTo>
                  <a:cubicBezTo>
                    <a:pt x="420641" y="3853591"/>
                    <a:pt x="414311" y="3843969"/>
                    <a:pt x="414058" y="3843715"/>
                  </a:cubicBezTo>
                  <a:cubicBezTo>
                    <a:pt x="413551" y="3843209"/>
                    <a:pt x="406208" y="3832067"/>
                    <a:pt x="405701" y="3831560"/>
                  </a:cubicBezTo>
                  <a:close/>
                  <a:moveTo>
                    <a:pt x="4519609" y="3850299"/>
                  </a:moveTo>
                  <a:cubicBezTo>
                    <a:pt x="4517583" y="3850046"/>
                    <a:pt x="4502896" y="3871570"/>
                    <a:pt x="4503909" y="3873343"/>
                  </a:cubicBezTo>
                  <a:cubicBezTo>
                    <a:pt x="4505175" y="3873343"/>
                    <a:pt x="4509480" y="3867518"/>
                    <a:pt x="4512012" y="3863720"/>
                  </a:cubicBezTo>
                  <a:cubicBezTo>
                    <a:pt x="4515557" y="3858656"/>
                    <a:pt x="4520368" y="3851312"/>
                    <a:pt x="4519609" y="3850299"/>
                  </a:cubicBezTo>
                  <a:close/>
                  <a:moveTo>
                    <a:pt x="3138768" y="3746223"/>
                  </a:moveTo>
                  <a:cubicBezTo>
                    <a:pt x="3140541" y="3741159"/>
                    <a:pt x="3138768" y="3733309"/>
                    <a:pt x="3129905" y="3732549"/>
                  </a:cubicBezTo>
                  <a:cubicBezTo>
                    <a:pt x="3119016" y="3732803"/>
                    <a:pt x="3112179" y="3743438"/>
                    <a:pt x="3115471" y="3750781"/>
                  </a:cubicBezTo>
                  <a:cubicBezTo>
                    <a:pt x="3119776" y="3760151"/>
                    <a:pt x="3134970" y="3757365"/>
                    <a:pt x="3138768" y="3746223"/>
                  </a:cubicBezTo>
                  <a:close/>
                  <a:moveTo>
                    <a:pt x="3085844" y="3744198"/>
                  </a:moveTo>
                  <a:cubicBezTo>
                    <a:pt x="3087616" y="3739133"/>
                    <a:pt x="3085591" y="3731283"/>
                    <a:pt x="3076474" y="3730524"/>
                  </a:cubicBezTo>
                  <a:cubicBezTo>
                    <a:pt x="3064826" y="3730777"/>
                    <a:pt x="3059255" y="3741919"/>
                    <a:pt x="3062547" y="3748756"/>
                  </a:cubicBezTo>
                  <a:cubicBezTo>
                    <a:pt x="3066852" y="3758125"/>
                    <a:pt x="3082299" y="3755086"/>
                    <a:pt x="3085844" y="3744198"/>
                  </a:cubicBezTo>
                  <a:close/>
                  <a:moveTo>
                    <a:pt x="3032413" y="3742425"/>
                  </a:moveTo>
                  <a:cubicBezTo>
                    <a:pt x="3033932" y="3737107"/>
                    <a:pt x="3032160" y="3729510"/>
                    <a:pt x="3022791" y="3728751"/>
                  </a:cubicBezTo>
                  <a:cubicBezTo>
                    <a:pt x="3011142" y="3729004"/>
                    <a:pt x="3005571" y="3740399"/>
                    <a:pt x="3008863" y="3746983"/>
                  </a:cubicBezTo>
                  <a:cubicBezTo>
                    <a:pt x="3013421" y="3756352"/>
                    <a:pt x="3029121" y="3753314"/>
                    <a:pt x="3032413" y="3742425"/>
                  </a:cubicBezTo>
                  <a:close/>
                  <a:moveTo>
                    <a:pt x="2978476" y="3740652"/>
                  </a:moveTo>
                  <a:cubicBezTo>
                    <a:pt x="2979995" y="3735335"/>
                    <a:pt x="2977970" y="3727738"/>
                    <a:pt x="2968600" y="3726978"/>
                  </a:cubicBezTo>
                  <a:cubicBezTo>
                    <a:pt x="2957458" y="3727232"/>
                    <a:pt x="2950874" y="3737867"/>
                    <a:pt x="2954926" y="3745210"/>
                  </a:cubicBezTo>
                  <a:cubicBezTo>
                    <a:pt x="2959737" y="3754580"/>
                    <a:pt x="2975184" y="3751541"/>
                    <a:pt x="2978476" y="3740652"/>
                  </a:cubicBezTo>
                  <a:close/>
                  <a:moveTo>
                    <a:pt x="2924033" y="3738880"/>
                  </a:moveTo>
                  <a:cubicBezTo>
                    <a:pt x="2925552" y="3733562"/>
                    <a:pt x="2923273" y="3725965"/>
                    <a:pt x="2913650" y="3725206"/>
                  </a:cubicBezTo>
                  <a:cubicBezTo>
                    <a:pt x="2901749" y="3725459"/>
                    <a:pt x="2896684" y="3736854"/>
                    <a:pt x="2900229" y="3743438"/>
                  </a:cubicBezTo>
                  <a:cubicBezTo>
                    <a:pt x="2905294" y="3752807"/>
                    <a:pt x="2920994" y="3749769"/>
                    <a:pt x="2924033" y="3738880"/>
                  </a:cubicBezTo>
                  <a:close/>
                  <a:moveTo>
                    <a:pt x="2869083" y="3737107"/>
                  </a:moveTo>
                  <a:cubicBezTo>
                    <a:pt x="2870349" y="3731789"/>
                    <a:pt x="2868070" y="3724193"/>
                    <a:pt x="2858194" y="3723433"/>
                  </a:cubicBezTo>
                  <a:cubicBezTo>
                    <a:pt x="2847052" y="3723686"/>
                    <a:pt x="2840974" y="3734322"/>
                    <a:pt x="2845026" y="3741665"/>
                  </a:cubicBezTo>
                  <a:cubicBezTo>
                    <a:pt x="2850344" y="3751288"/>
                    <a:pt x="2866297" y="3747996"/>
                    <a:pt x="2869083" y="3737107"/>
                  </a:cubicBezTo>
                  <a:close/>
                  <a:moveTo>
                    <a:pt x="2813626" y="3735588"/>
                  </a:moveTo>
                  <a:cubicBezTo>
                    <a:pt x="2814892" y="3730270"/>
                    <a:pt x="2812360" y="3722673"/>
                    <a:pt x="2802737" y="3721914"/>
                  </a:cubicBezTo>
                  <a:cubicBezTo>
                    <a:pt x="2791342" y="3722167"/>
                    <a:pt x="2785518" y="3732803"/>
                    <a:pt x="2789823" y="3740399"/>
                  </a:cubicBezTo>
                  <a:cubicBezTo>
                    <a:pt x="2795140" y="3749516"/>
                    <a:pt x="2811094" y="3746477"/>
                    <a:pt x="2813626" y="3735588"/>
                  </a:cubicBezTo>
                  <a:close/>
                  <a:moveTo>
                    <a:pt x="2733860" y="3738880"/>
                  </a:moveTo>
                  <a:cubicBezTo>
                    <a:pt x="2739684" y="3748249"/>
                    <a:pt x="2755384" y="3745210"/>
                    <a:pt x="2757916" y="3734069"/>
                  </a:cubicBezTo>
                  <a:cubicBezTo>
                    <a:pt x="2759182" y="3728751"/>
                    <a:pt x="2756397" y="3721154"/>
                    <a:pt x="2746521" y="3720394"/>
                  </a:cubicBezTo>
                  <a:cubicBezTo>
                    <a:pt x="2735126" y="3720647"/>
                    <a:pt x="2729302" y="3731283"/>
                    <a:pt x="2733860" y="3738880"/>
                  </a:cubicBezTo>
                  <a:close/>
                  <a:moveTo>
                    <a:pt x="2677644" y="3737360"/>
                  </a:moveTo>
                  <a:cubicBezTo>
                    <a:pt x="2683468" y="3746730"/>
                    <a:pt x="2699421" y="3743438"/>
                    <a:pt x="2701700" y="3732549"/>
                  </a:cubicBezTo>
                  <a:cubicBezTo>
                    <a:pt x="2702713" y="3727232"/>
                    <a:pt x="2699928" y="3719635"/>
                    <a:pt x="2690052" y="3718875"/>
                  </a:cubicBezTo>
                  <a:cubicBezTo>
                    <a:pt x="2678657" y="3719128"/>
                    <a:pt x="2672833" y="3730017"/>
                    <a:pt x="2677644" y="3737360"/>
                  </a:cubicBezTo>
                  <a:close/>
                  <a:moveTo>
                    <a:pt x="2645231" y="3731030"/>
                  </a:moveTo>
                  <a:cubicBezTo>
                    <a:pt x="2646244" y="3725712"/>
                    <a:pt x="2643205" y="3718115"/>
                    <a:pt x="2633329" y="3717356"/>
                  </a:cubicBezTo>
                  <a:cubicBezTo>
                    <a:pt x="2620921" y="3717609"/>
                    <a:pt x="2616869" y="3729004"/>
                    <a:pt x="2621174" y="3735841"/>
                  </a:cubicBezTo>
                  <a:cubicBezTo>
                    <a:pt x="2626999" y="3745210"/>
                    <a:pt x="2642952" y="3741919"/>
                    <a:pt x="2645231" y="3731030"/>
                  </a:cubicBezTo>
                  <a:close/>
                  <a:moveTo>
                    <a:pt x="2563945" y="3734575"/>
                  </a:moveTo>
                  <a:cubicBezTo>
                    <a:pt x="2570529" y="3743945"/>
                    <a:pt x="2586229" y="3740652"/>
                    <a:pt x="2588255" y="3729764"/>
                  </a:cubicBezTo>
                  <a:cubicBezTo>
                    <a:pt x="2589268" y="3724446"/>
                    <a:pt x="2585976" y="3716849"/>
                    <a:pt x="2576100" y="3716090"/>
                  </a:cubicBezTo>
                  <a:cubicBezTo>
                    <a:pt x="2564199" y="3716596"/>
                    <a:pt x="2558881" y="3727232"/>
                    <a:pt x="2563945" y="3734575"/>
                  </a:cubicBezTo>
                  <a:close/>
                  <a:moveTo>
                    <a:pt x="2518618" y="3714823"/>
                  </a:moveTo>
                  <a:cubicBezTo>
                    <a:pt x="2505957" y="3715077"/>
                    <a:pt x="2502158" y="3726472"/>
                    <a:pt x="2506716" y="3733309"/>
                  </a:cubicBezTo>
                  <a:cubicBezTo>
                    <a:pt x="2513300" y="3742678"/>
                    <a:pt x="2529253" y="3739386"/>
                    <a:pt x="2531026" y="3728498"/>
                  </a:cubicBezTo>
                  <a:cubicBezTo>
                    <a:pt x="2531786" y="3723180"/>
                    <a:pt x="2528494" y="3715583"/>
                    <a:pt x="2518618" y="3714823"/>
                  </a:cubicBezTo>
                  <a:close/>
                  <a:moveTo>
                    <a:pt x="2460629" y="3713811"/>
                  </a:moveTo>
                  <a:cubicBezTo>
                    <a:pt x="2448981" y="3714064"/>
                    <a:pt x="2443916" y="3724953"/>
                    <a:pt x="2449234" y="3732296"/>
                  </a:cubicBezTo>
                  <a:cubicBezTo>
                    <a:pt x="2455818" y="3741665"/>
                    <a:pt x="2472024" y="3738374"/>
                    <a:pt x="2473544" y="3727232"/>
                  </a:cubicBezTo>
                  <a:cubicBezTo>
                    <a:pt x="2474303" y="3722167"/>
                    <a:pt x="2470758" y="3714317"/>
                    <a:pt x="2460629" y="3713811"/>
                  </a:cubicBezTo>
                  <a:close/>
                  <a:moveTo>
                    <a:pt x="2402640" y="3712797"/>
                  </a:moveTo>
                  <a:cubicBezTo>
                    <a:pt x="2390992" y="3713051"/>
                    <a:pt x="2386181" y="3723939"/>
                    <a:pt x="2391499" y="3731283"/>
                  </a:cubicBezTo>
                  <a:cubicBezTo>
                    <a:pt x="2398336" y="3740399"/>
                    <a:pt x="2414289" y="3737107"/>
                    <a:pt x="2415555" y="3726218"/>
                  </a:cubicBezTo>
                  <a:cubicBezTo>
                    <a:pt x="2416315" y="3720901"/>
                    <a:pt x="2412769" y="3713304"/>
                    <a:pt x="2402640" y="3712797"/>
                  </a:cubicBezTo>
                  <a:close/>
                  <a:moveTo>
                    <a:pt x="2357819" y="3725206"/>
                  </a:moveTo>
                  <a:cubicBezTo>
                    <a:pt x="2358326" y="3719888"/>
                    <a:pt x="2354528" y="3712291"/>
                    <a:pt x="2344399" y="3711785"/>
                  </a:cubicBezTo>
                  <a:cubicBezTo>
                    <a:pt x="2332497" y="3712038"/>
                    <a:pt x="2327939" y="3722927"/>
                    <a:pt x="2333510" y="3730270"/>
                  </a:cubicBezTo>
                  <a:cubicBezTo>
                    <a:pt x="2340853" y="3739639"/>
                    <a:pt x="2356553" y="3736348"/>
                    <a:pt x="2357819" y="3725206"/>
                  </a:cubicBezTo>
                  <a:close/>
                  <a:moveTo>
                    <a:pt x="2299577" y="3724193"/>
                  </a:moveTo>
                  <a:cubicBezTo>
                    <a:pt x="2300084" y="3718875"/>
                    <a:pt x="2296032" y="3711278"/>
                    <a:pt x="2285650" y="3710772"/>
                  </a:cubicBezTo>
                  <a:cubicBezTo>
                    <a:pt x="2273749" y="3711025"/>
                    <a:pt x="2269444" y="3721914"/>
                    <a:pt x="2275268" y="3729257"/>
                  </a:cubicBezTo>
                  <a:cubicBezTo>
                    <a:pt x="2282611" y="3738627"/>
                    <a:pt x="2298565" y="3735081"/>
                    <a:pt x="2299577" y="3724193"/>
                  </a:cubicBezTo>
                  <a:close/>
                  <a:moveTo>
                    <a:pt x="2241082" y="3723433"/>
                  </a:moveTo>
                  <a:cubicBezTo>
                    <a:pt x="2241336" y="3718115"/>
                    <a:pt x="2237284" y="3710519"/>
                    <a:pt x="2227155" y="3710012"/>
                  </a:cubicBezTo>
                  <a:cubicBezTo>
                    <a:pt x="2215253" y="3710519"/>
                    <a:pt x="2211202" y="3721154"/>
                    <a:pt x="2217026" y="3728498"/>
                  </a:cubicBezTo>
                  <a:cubicBezTo>
                    <a:pt x="2224369" y="3737614"/>
                    <a:pt x="2240323" y="3734322"/>
                    <a:pt x="2241082" y="3723433"/>
                  </a:cubicBezTo>
                  <a:close/>
                  <a:moveTo>
                    <a:pt x="2182587" y="3722673"/>
                  </a:moveTo>
                  <a:cubicBezTo>
                    <a:pt x="2182840" y="3717356"/>
                    <a:pt x="2178536" y="3709759"/>
                    <a:pt x="2168406" y="3709252"/>
                  </a:cubicBezTo>
                  <a:cubicBezTo>
                    <a:pt x="2156505" y="3709759"/>
                    <a:pt x="2152200" y="3720394"/>
                    <a:pt x="2158531" y="3727738"/>
                  </a:cubicBezTo>
                  <a:cubicBezTo>
                    <a:pt x="2166381" y="3737107"/>
                    <a:pt x="2182081" y="3733562"/>
                    <a:pt x="2182587" y="3722673"/>
                  </a:cubicBezTo>
                  <a:close/>
                  <a:moveTo>
                    <a:pt x="658421" y="3731030"/>
                  </a:moveTo>
                  <a:cubicBezTo>
                    <a:pt x="658167" y="3731030"/>
                    <a:pt x="657661" y="3731283"/>
                    <a:pt x="657154" y="3731283"/>
                  </a:cubicBezTo>
                  <a:cubicBezTo>
                    <a:pt x="652090" y="3734069"/>
                    <a:pt x="660700" y="3751288"/>
                    <a:pt x="668803" y="3754327"/>
                  </a:cubicBezTo>
                  <a:cubicBezTo>
                    <a:pt x="673867" y="3756352"/>
                    <a:pt x="675387" y="3751035"/>
                    <a:pt x="671842" y="3743691"/>
                  </a:cubicBezTo>
                  <a:cubicBezTo>
                    <a:pt x="669309" y="3738627"/>
                    <a:pt x="663485" y="3731283"/>
                    <a:pt x="658421" y="3731030"/>
                  </a:cubicBezTo>
                  <a:close/>
                  <a:moveTo>
                    <a:pt x="630819" y="3733056"/>
                  </a:moveTo>
                  <a:cubicBezTo>
                    <a:pt x="630566" y="3733056"/>
                    <a:pt x="630312" y="3733056"/>
                    <a:pt x="630312" y="3733056"/>
                  </a:cubicBezTo>
                  <a:cubicBezTo>
                    <a:pt x="624235" y="3734828"/>
                    <a:pt x="633098" y="3753061"/>
                    <a:pt x="641708" y="3756352"/>
                  </a:cubicBezTo>
                  <a:cubicBezTo>
                    <a:pt x="646519" y="3758378"/>
                    <a:pt x="647785" y="3753314"/>
                    <a:pt x="644240" y="3745717"/>
                  </a:cubicBezTo>
                  <a:cubicBezTo>
                    <a:pt x="641454" y="3740652"/>
                    <a:pt x="635630" y="3733309"/>
                    <a:pt x="630819" y="3733056"/>
                  </a:cubicBezTo>
                  <a:close/>
                  <a:moveTo>
                    <a:pt x="604483" y="3735081"/>
                  </a:moveTo>
                  <a:cubicBezTo>
                    <a:pt x="604230" y="3735081"/>
                    <a:pt x="603724" y="3735335"/>
                    <a:pt x="603471" y="3735335"/>
                  </a:cubicBezTo>
                  <a:cubicBezTo>
                    <a:pt x="598659" y="3738374"/>
                    <a:pt x="608535" y="3756606"/>
                    <a:pt x="616385" y="3758631"/>
                  </a:cubicBezTo>
                  <a:cubicBezTo>
                    <a:pt x="620690" y="3759644"/>
                    <a:pt x="621196" y="3754833"/>
                    <a:pt x="617651" y="3747743"/>
                  </a:cubicBezTo>
                  <a:cubicBezTo>
                    <a:pt x="615119" y="3742678"/>
                    <a:pt x="609295" y="3735081"/>
                    <a:pt x="604483" y="3735081"/>
                  </a:cubicBezTo>
                  <a:close/>
                  <a:moveTo>
                    <a:pt x="579667" y="3737107"/>
                  </a:moveTo>
                  <a:cubicBezTo>
                    <a:pt x="579414" y="3737107"/>
                    <a:pt x="578908" y="3737360"/>
                    <a:pt x="578654" y="3737360"/>
                  </a:cubicBezTo>
                  <a:cubicBezTo>
                    <a:pt x="574350" y="3740399"/>
                    <a:pt x="584479" y="3758631"/>
                    <a:pt x="591822" y="3760657"/>
                  </a:cubicBezTo>
                  <a:cubicBezTo>
                    <a:pt x="595874" y="3761670"/>
                    <a:pt x="596127" y="3756859"/>
                    <a:pt x="592582" y="3749769"/>
                  </a:cubicBezTo>
                  <a:cubicBezTo>
                    <a:pt x="589796" y="3744704"/>
                    <a:pt x="584225" y="3737107"/>
                    <a:pt x="579667" y="3737107"/>
                  </a:cubicBezTo>
                  <a:close/>
                  <a:moveTo>
                    <a:pt x="556117" y="3739133"/>
                  </a:moveTo>
                  <a:cubicBezTo>
                    <a:pt x="555864" y="3739133"/>
                    <a:pt x="555358" y="3739386"/>
                    <a:pt x="555104" y="3739386"/>
                  </a:cubicBezTo>
                  <a:cubicBezTo>
                    <a:pt x="551053" y="3742425"/>
                    <a:pt x="561435" y="3760657"/>
                    <a:pt x="568272" y="3762683"/>
                  </a:cubicBezTo>
                  <a:cubicBezTo>
                    <a:pt x="572071" y="3763696"/>
                    <a:pt x="572324" y="3758631"/>
                    <a:pt x="568779" y="3751794"/>
                  </a:cubicBezTo>
                  <a:cubicBezTo>
                    <a:pt x="565993" y="3746730"/>
                    <a:pt x="560422" y="3739386"/>
                    <a:pt x="556117" y="3739133"/>
                  </a:cubicBezTo>
                  <a:close/>
                  <a:moveTo>
                    <a:pt x="546242" y="3764962"/>
                  </a:moveTo>
                  <a:cubicBezTo>
                    <a:pt x="550040" y="3765975"/>
                    <a:pt x="549787" y="3761164"/>
                    <a:pt x="546242" y="3754073"/>
                  </a:cubicBezTo>
                  <a:cubicBezTo>
                    <a:pt x="543456" y="3748756"/>
                    <a:pt x="537885" y="3741412"/>
                    <a:pt x="533833" y="3741412"/>
                  </a:cubicBezTo>
                  <a:cubicBezTo>
                    <a:pt x="533580" y="3741412"/>
                    <a:pt x="533580" y="3741412"/>
                    <a:pt x="533327" y="3741412"/>
                  </a:cubicBezTo>
                  <a:cubicBezTo>
                    <a:pt x="528516" y="3743438"/>
                    <a:pt x="539404" y="3762936"/>
                    <a:pt x="546242" y="3764962"/>
                  </a:cubicBezTo>
                  <a:close/>
                  <a:moveTo>
                    <a:pt x="524971" y="3756352"/>
                  </a:moveTo>
                  <a:cubicBezTo>
                    <a:pt x="522185" y="3751035"/>
                    <a:pt x="516614" y="3743691"/>
                    <a:pt x="512816" y="3743691"/>
                  </a:cubicBezTo>
                  <a:cubicBezTo>
                    <a:pt x="512562" y="3743691"/>
                    <a:pt x="512562" y="3743691"/>
                    <a:pt x="512309" y="3743691"/>
                  </a:cubicBezTo>
                  <a:cubicBezTo>
                    <a:pt x="507751" y="3745717"/>
                    <a:pt x="518640" y="3764962"/>
                    <a:pt x="525477" y="3767241"/>
                  </a:cubicBezTo>
                  <a:cubicBezTo>
                    <a:pt x="529022" y="3768254"/>
                    <a:pt x="528769" y="3763190"/>
                    <a:pt x="524971" y="3756352"/>
                  </a:cubicBezTo>
                  <a:close/>
                  <a:moveTo>
                    <a:pt x="493317" y="3745970"/>
                  </a:moveTo>
                  <a:cubicBezTo>
                    <a:pt x="493317" y="3745970"/>
                    <a:pt x="493064" y="3745970"/>
                    <a:pt x="492811" y="3745970"/>
                  </a:cubicBezTo>
                  <a:cubicBezTo>
                    <a:pt x="488759" y="3747996"/>
                    <a:pt x="499901" y="3767494"/>
                    <a:pt x="506232" y="3769520"/>
                  </a:cubicBezTo>
                  <a:cubicBezTo>
                    <a:pt x="509524" y="3770533"/>
                    <a:pt x="509017" y="3765469"/>
                    <a:pt x="505219" y="3758631"/>
                  </a:cubicBezTo>
                  <a:cubicBezTo>
                    <a:pt x="502433" y="3753314"/>
                    <a:pt x="496862" y="3745970"/>
                    <a:pt x="493317" y="3745970"/>
                  </a:cubicBezTo>
                  <a:close/>
                  <a:moveTo>
                    <a:pt x="475085" y="3748249"/>
                  </a:moveTo>
                  <a:cubicBezTo>
                    <a:pt x="475085" y="3748249"/>
                    <a:pt x="474832" y="3748249"/>
                    <a:pt x="474832" y="3748249"/>
                  </a:cubicBezTo>
                  <a:cubicBezTo>
                    <a:pt x="471287" y="3750275"/>
                    <a:pt x="482429" y="3769773"/>
                    <a:pt x="488253" y="3771799"/>
                  </a:cubicBezTo>
                  <a:cubicBezTo>
                    <a:pt x="491291" y="3772812"/>
                    <a:pt x="490785" y="3767747"/>
                    <a:pt x="486987" y="3760911"/>
                  </a:cubicBezTo>
                  <a:cubicBezTo>
                    <a:pt x="483948" y="3755593"/>
                    <a:pt x="478377" y="3748249"/>
                    <a:pt x="475085" y="3748249"/>
                  </a:cubicBezTo>
                  <a:close/>
                  <a:moveTo>
                    <a:pt x="458119" y="3750781"/>
                  </a:moveTo>
                  <a:cubicBezTo>
                    <a:pt x="454827" y="3752807"/>
                    <a:pt x="466222" y="3772306"/>
                    <a:pt x="471793" y="3774078"/>
                  </a:cubicBezTo>
                  <a:cubicBezTo>
                    <a:pt x="474832" y="3775091"/>
                    <a:pt x="473819" y="3770027"/>
                    <a:pt x="470021" y="3763190"/>
                  </a:cubicBezTo>
                  <a:cubicBezTo>
                    <a:pt x="466982" y="3757872"/>
                    <a:pt x="461664" y="3750528"/>
                    <a:pt x="458625" y="3750528"/>
                  </a:cubicBezTo>
                  <a:cubicBezTo>
                    <a:pt x="458372" y="3750781"/>
                    <a:pt x="458119" y="3750781"/>
                    <a:pt x="458119" y="3750781"/>
                  </a:cubicBezTo>
                  <a:close/>
                  <a:moveTo>
                    <a:pt x="442672" y="3753314"/>
                  </a:moveTo>
                  <a:cubicBezTo>
                    <a:pt x="439380" y="3755593"/>
                    <a:pt x="452041" y="3776104"/>
                    <a:pt x="456853" y="3776864"/>
                  </a:cubicBezTo>
                  <a:cubicBezTo>
                    <a:pt x="459132" y="3777117"/>
                    <a:pt x="457866" y="3772306"/>
                    <a:pt x="454067" y="3765722"/>
                  </a:cubicBezTo>
                  <a:cubicBezTo>
                    <a:pt x="451029" y="3760404"/>
                    <a:pt x="445711" y="3753314"/>
                    <a:pt x="442925" y="3753061"/>
                  </a:cubicBezTo>
                  <a:cubicBezTo>
                    <a:pt x="442925" y="3753061"/>
                    <a:pt x="442925" y="3753314"/>
                    <a:pt x="442672" y="3753314"/>
                  </a:cubicBezTo>
                  <a:close/>
                  <a:moveTo>
                    <a:pt x="429251" y="3755593"/>
                  </a:moveTo>
                  <a:cubicBezTo>
                    <a:pt x="429251" y="3755593"/>
                    <a:pt x="428998" y="3755593"/>
                    <a:pt x="428998" y="3755593"/>
                  </a:cubicBezTo>
                  <a:cubicBezTo>
                    <a:pt x="426212" y="3757872"/>
                    <a:pt x="438874" y="3778383"/>
                    <a:pt x="443432" y="3779143"/>
                  </a:cubicBezTo>
                  <a:cubicBezTo>
                    <a:pt x="445458" y="3779396"/>
                    <a:pt x="444192" y="3774585"/>
                    <a:pt x="440393" y="3768001"/>
                  </a:cubicBezTo>
                  <a:cubicBezTo>
                    <a:pt x="437101" y="3762936"/>
                    <a:pt x="431783" y="3755593"/>
                    <a:pt x="429251" y="3755593"/>
                  </a:cubicBezTo>
                  <a:close/>
                  <a:moveTo>
                    <a:pt x="431024" y="3781928"/>
                  </a:moveTo>
                  <a:cubicBezTo>
                    <a:pt x="432796" y="3782182"/>
                    <a:pt x="431277" y="3777370"/>
                    <a:pt x="427479" y="3770786"/>
                  </a:cubicBezTo>
                  <a:cubicBezTo>
                    <a:pt x="424440" y="3765722"/>
                    <a:pt x="419122" y="3758378"/>
                    <a:pt x="416843" y="3758378"/>
                  </a:cubicBezTo>
                  <a:cubicBezTo>
                    <a:pt x="416843" y="3758378"/>
                    <a:pt x="416590" y="3758378"/>
                    <a:pt x="416590" y="3758378"/>
                  </a:cubicBezTo>
                  <a:cubicBezTo>
                    <a:pt x="414311" y="3760404"/>
                    <a:pt x="427225" y="3781169"/>
                    <a:pt x="431024" y="3781928"/>
                  </a:cubicBezTo>
                  <a:close/>
                  <a:moveTo>
                    <a:pt x="420388" y="3784460"/>
                  </a:moveTo>
                  <a:cubicBezTo>
                    <a:pt x="422161" y="3784714"/>
                    <a:pt x="420388" y="3779903"/>
                    <a:pt x="416337" y="3773318"/>
                  </a:cubicBezTo>
                  <a:cubicBezTo>
                    <a:pt x="413298" y="3768254"/>
                    <a:pt x="407980" y="3760911"/>
                    <a:pt x="405954" y="3760911"/>
                  </a:cubicBezTo>
                  <a:cubicBezTo>
                    <a:pt x="405954" y="3760911"/>
                    <a:pt x="405701" y="3760911"/>
                    <a:pt x="405701" y="3760911"/>
                  </a:cubicBezTo>
                  <a:cubicBezTo>
                    <a:pt x="403929" y="3762936"/>
                    <a:pt x="416843" y="3783954"/>
                    <a:pt x="420388" y="3784460"/>
                  </a:cubicBezTo>
                  <a:close/>
                  <a:moveTo>
                    <a:pt x="411019" y="3786993"/>
                  </a:moveTo>
                  <a:cubicBezTo>
                    <a:pt x="412538" y="3787246"/>
                    <a:pt x="410512" y="3782182"/>
                    <a:pt x="406714" y="3775851"/>
                  </a:cubicBezTo>
                  <a:cubicBezTo>
                    <a:pt x="403675" y="3770786"/>
                    <a:pt x="398358" y="3763443"/>
                    <a:pt x="396585" y="3763443"/>
                  </a:cubicBezTo>
                  <a:cubicBezTo>
                    <a:pt x="393800" y="3765722"/>
                    <a:pt x="408740" y="3786739"/>
                    <a:pt x="411019" y="3786993"/>
                  </a:cubicBezTo>
                  <a:close/>
                  <a:moveTo>
                    <a:pt x="388735" y="3766228"/>
                  </a:moveTo>
                  <a:cubicBezTo>
                    <a:pt x="386709" y="3768254"/>
                    <a:pt x="401396" y="3789525"/>
                    <a:pt x="403169" y="3789778"/>
                  </a:cubicBezTo>
                  <a:cubicBezTo>
                    <a:pt x="404435" y="3790031"/>
                    <a:pt x="402409" y="3785220"/>
                    <a:pt x="398358" y="3778636"/>
                  </a:cubicBezTo>
                  <a:cubicBezTo>
                    <a:pt x="395319" y="3773572"/>
                    <a:pt x="390254" y="3766228"/>
                    <a:pt x="388735" y="3766228"/>
                  </a:cubicBezTo>
                  <a:close/>
                  <a:moveTo>
                    <a:pt x="382404" y="3769014"/>
                  </a:moveTo>
                  <a:cubicBezTo>
                    <a:pt x="381138" y="3770533"/>
                    <a:pt x="395066" y="3792564"/>
                    <a:pt x="397091" y="3792564"/>
                  </a:cubicBezTo>
                  <a:cubicBezTo>
                    <a:pt x="397851" y="3791804"/>
                    <a:pt x="394053" y="3785220"/>
                    <a:pt x="391774" y="3781422"/>
                  </a:cubicBezTo>
                  <a:cubicBezTo>
                    <a:pt x="388735" y="3776357"/>
                    <a:pt x="383670" y="3769014"/>
                    <a:pt x="382404" y="3769014"/>
                  </a:cubicBezTo>
                  <a:close/>
                  <a:moveTo>
                    <a:pt x="377593" y="3771799"/>
                  </a:moveTo>
                  <a:cubicBezTo>
                    <a:pt x="376833" y="3773318"/>
                    <a:pt x="390761" y="3795349"/>
                    <a:pt x="392533" y="3795349"/>
                  </a:cubicBezTo>
                  <a:cubicBezTo>
                    <a:pt x="392787" y="3794590"/>
                    <a:pt x="389241" y="3788006"/>
                    <a:pt x="386709" y="3784207"/>
                  </a:cubicBezTo>
                  <a:cubicBezTo>
                    <a:pt x="383417" y="3779143"/>
                    <a:pt x="378606" y="3771799"/>
                    <a:pt x="377593" y="3771799"/>
                  </a:cubicBezTo>
                  <a:close/>
                  <a:moveTo>
                    <a:pt x="374301" y="3774585"/>
                  </a:moveTo>
                  <a:cubicBezTo>
                    <a:pt x="374048" y="3775598"/>
                    <a:pt x="386962" y="3797122"/>
                    <a:pt x="389241" y="3798135"/>
                  </a:cubicBezTo>
                  <a:cubicBezTo>
                    <a:pt x="389241" y="3797122"/>
                    <a:pt x="385443" y="3790791"/>
                    <a:pt x="383164" y="3786993"/>
                  </a:cubicBezTo>
                  <a:cubicBezTo>
                    <a:pt x="383164" y="3786993"/>
                    <a:pt x="375821" y="3775344"/>
                    <a:pt x="374301" y="3774585"/>
                  </a:cubicBezTo>
                  <a:close/>
                  <a:moveTo>
                    <a:pt x="381138" y="3790031"/>
                  </a:moveTo>
                  <a:cubicBezTo>
                    <a:pt x="381138" y="3790031"/>
                    <a:pt x="373795" y="3778130"/>
                    <a:pt x="372782" y="3777623"/>
                  </a:cubicBezTo>
                  <a:cubicBezTo>
                    <a:pt x="373035" y="3778636"/>
                    <a:pt x="385950" y="3800161"/>
                    <a:pt x="387722" y="3801173"/>
                  </a:cubicBezTo>
                  <a:cubicBezTo>
                    <a:pt x="387469" y="3800161"/>
                    <a:pt x="383670" y="3793577"/>
                    <a:pt x="381138" y="3790031"/>
                  </a:cubicBezTo>
                  <a:close/>
                  <a:moveTo>
                    <a:pt x="372782" y="3780662"/>
                  </a:moveTo>
                  <a:cubicBezTo>
                    <a:pt x="373288" y="3781675"/>
                    <a:pt x="386709" y="3803199"/>
                    <a:pt x="387722" y="3804212"/>
                  </a:cubicBezTo>
                  <a:cubicBezTo>
                    <a:pt x="387216" y="3803199"/>
                    <a:pt x="381645" y="3794083"/>
                    <a:pt x="380885" y="3793070"/>
                  </a:cubicBezTo>
                  <a:cubicBezTo>
                    <a:pt x="380632" y="3792310"/>
                    <a:pt x="373541" y="3781169"/>
                    <a:pt x="372782" y="3780662"/>
                  </a:cubicBezTo>
                  <a:close/>
                  <a:moveTo>
                    <a:pt x="4545944" y="3835106"/>
                  </a:moveTo>
                  <a:cubicBezTo>
                    <a:pt x="4548476" y="3832067"/>
                    <a:pt x="4550249" y="3828775"/>
                    <a:pt x="4552528" y="3825483"/>
                  </a:cubicBezTo>
                  <a:cubicBezTo>
                    <a:pt x="4556326" y="3819406"/>
                    <a:pt x="4560885" y="3812822"/>
                    <a:pt x="4561391" y="3811809"/>
                  </a:cubicBezTo>
                  <a:lnTo>
                    <a:pt x="4561391" y="3811809"/>
                  </a:lnTo>
                  <a:cubicBezTo>
                    <a:pt x="4560378" y="3812822"/>
                    <a:pt x="4546451" y="3833839"/>
                    <a:pt x="4545944" y="3835106"/>
                  </a:cubicBezTo>
                  <a:close/>
                  <a:moveTo>
                    <a:pt x="4553035" y="3799654"/>
                  </a:moveTo>
                  <a:cubicBezTo>
                    <a:pt x="4551009" y="3799401"/>
                    <a:pt x="4536828" y="3821432"/>
                    <a:pt x="4537841" y="3822951"/>
                  </a:cubicBezTo>
                  <a:cubicBezTo>
                    <a:pt x="4539107" y="3822951"/>
                    <a:pt x="4543412" y="3816873"/>
                    <a:pt x="4545691" y="3813328"/>
                  </a:cubicBezTo>
                  <a:cubicBezTo>
                    <a:pt x="4549236" y="3808264"/>
                    <a:pt x="4553541" y="3800667"/>
                    <a:pt x="4553035" y="3799654"/>
                  </a:cubicBezTo>
                  <a:close/>
                  <a:moveTo>
                    <a:pt x="4546704" y="3796362"/>
                  </a:moveTo>
                  <a:cubicBezTo>
                    <a:pt x="4543159" y="3796109"/>
                    <a:pt x="4530751" y="3818140"/>
                    <a:pt x="4531510" y="3819659"/>
                  </a:cubicBezTo>
                  <a:cubicBezTo>
                    <a:pt x="4532017" y="3820672"/>
                    <a:pt x="4535815" y="3816367"/>
                    <a:pt x="4539867" y="3810037"/>
                  </a:cubicBezTo>
                  <a:cubicBezTo>
                    <a:pt x="4543412" y="3804972"/>
                    <a:pt x="4547717" y="3797375"/>
                    <a:pt x="4546704" y="3796362"/>
                  </a:cubicBezTo>
                  <a:close/>
                  <a:moveTo>
                    <a:pt x="4538854" y="3793324"/>
                  </a:moveTo>
                  <a:cubicBezTo>
                    <a:pt x="4535309" y="3793070"/>
                    <a:pt x="4523154" y="3813582"/>
                    <a:pt x="4523660" y="3816367"/>
                  </a:cubicBezTo>
                  <a:cubicBezTo>
                    <a:pt x="4523914" y="3818140"/>
                    <a:pt x="4528219" y="3813835"/>
                    <a:pt x="4532523" y="3806998"/>
                  </a:cubicBezTo>
                  <a:cubicBezTo>
                    <a:pt x="4535815" y="3801933"/>
                    <a:pt x="4540120" y="3794336"/>
                    <a:pt x="4538854" y="3793324"/>
                  </a:cubicBezTo>
                  <a:close/>
                  <a:moveTo>
                    <a:pt x="3203594" y="3696085"/>
                  </a:moveTo>
                  <a:cubicBezTo>
                    <a:pt x="3205366" y="3690767"/>
                    <a:pt x="3203847" y="3682917"/>
                    <a:pt x="3194731" y="3682157"/>
                  </a:cubicBezTo>
                  <a:cubicBezTo>
                    <a:pt x="3183082" y="3682410"/>
                    <a:pt x="3177258" y="3693806"/>
                    <a:pt x="3180297" y="3700643"/>
                  </a:cubicBezTo>
                  <a:cubicBezTo>
                    <a:pt x="3184349" y="3710012"/>
                    <a:pt x="3200049" y="3706973"/>
                    <a:pt x="3203594" y="3696085"/>
                  </a:cubicBezTo>
                  <a:close/>
                  <a:moveTo>
                    <a:pt x="3150670" y="3694059"/>
                  </a:moveTo>
                  <a:cubicBezTo>
                    <a:pt x="3152442" y="3688741"/>
                    <a:pt x="3150670" y="3680891"/>
                    <a:pt x="3141300" y="3680132"/>
                  </a:cubicBezTo>
                  <a:cubicBezTo>
                    <a:pt x="3130158" y="3680385"/>
                    <a:pt x="3123321" y="3691020"/>
                    <a:pt x="3126867" y="3698617"/>
                  </a:cubicBezTo>
                  <a:cubicBezTo>
                    <a:pt x="3131425" y="3708240"/>
                    <a:pt x="3146871" y="3705201"/>
                    <a:pt x="3150670" y="3694059"/>
                  </a:cubicBezTo>
                  <a:close/>
                  <a:moveTo>
                    <a:pt x="3096986" y="3692033"/>
                  </a:moveTo>
                  <a:cubicBezTo>
                    <a:pt x="3098758" y="3686715"/>
                    <a:pt x="3096733" y="3678865"/>
                    <a:pt x="3087363" y="3678106"/>
                  </a:cubicBezTo>
                  <a:cubicBezTo>
                    <a:pt x="3076221" y="3678359"/>
                    <a:pt x="3069637" y="3689248"/>
                    <a:pt x="3073183" y="3696591"/>
                  </a:cubicBezTo>
                  <a:cubicBezTo>
                    <a:pt x="3077741" y="3706214"/>
                    <a:pt x="3093441" y="3702922"/>
                    <a:pt x="3096986" y="3692033"/>
                  </a:cubicBezTo>
                  <a:close/>
                  <a:moveTo>
                    <a:pt x="3042542" y="3690007"/>
                  </a:moveTo>
                  <a:cubicBezTo>
                    <a:pt x="3044062" y="3684689"/>
                    <a:pt x="3042036" y="3676839"/>
                    <a:pt x="3032666" y="3676080"/>
                  </a:cubicBezTo>
                  <a:cubicBezTo>
                    <a:pt x="3021524" y="3676333"/>
                    <a:pt x="3014941" y="3687222"/>
                    <a:pt x="3018739" y="3694565"/>
                  </a:cubicBezTo>
                  <a:cubicBezTo>
                    <a:pt x="3023550" y="3704188"/>
                    <a:pt x="3039250" y="3701149"/>
                    <a:pt x="3042542" y="3690007"/>
                  </a:cubicBezTo>
                  <a:close/>
                  <a:moveTo>
                    <a:pt x="2987845" y="3688235"/>
                  </a:moveTo>
                  <a:cubicBezTo>
                    <a:pt x="2989365" y="3682917"/>
                    <a:pt x="2987086" y="3675067"/>
                    <a:pt x="2977716" y="3674307"/>
                  </a:cubicBezTo>
                  <a:cubicBezTo>
                    <a:pt x="2966321" y="3674561"/>
                    <a:pt x="2959737" y="3685449"/>
                    <a:pt x="2964042" y="3692793"/>
                  </a:cubicBezTo>
                  <a:cubicBezTo>
                    <a:pt x="2968853" y="3702669"/>
                    <a:pt x="2984554" y="3699377"/>
                    <a:pt x="2987845" y="3688235"/>
                  </a:cubicBezTo>
                  <a:close/>
                  <a:moveTo>
                    <a:pt x="2932642" y="3686462"/>
                  </a:moveTo>
                  <a:cubicBezTo>
                    <a:pt x="2934162" y="3681144"/>
                    <a:pt x="2931629" y="3673294"/>
                    <a:pt x="2922007" y="3672535"/>
                  </a:cubicBezTo>
                  <a:cubicBezTo>
                    <a:pt x="2910612" y="3672788"/>
                    <a:pt x="2904534" y="3683677"/>
                    <a:pt x="2908586" y="3691274"/>
                  </a:cubicBezTo>
                  <a:cubicBezTo>
                    <a:pt x="2913650" y="3700643"/>
                    <a:pt x="2929604" y="3697604"/>
                    <a:pt x="2932642" y="3686462"/>
                  </a:cubicBezTo>
                  <a:close/>
                  <a:moveTo>
                    <a:pt x="2876679" y="3684689"/>
                  </a:moveTo>
                  <a:cubicBezTo>
                    <a:pt x="2877945" y="3679372"/>
                    <a:pt x="2875413" y="3671522"/>
                    <a:pt x="2865537" y="3670762"/>
                  </a:cubicBezTo>
                  <a:cubicBezTo>
                    <a:pt x="2854142" y="3671015"/>
                    <a:pt x="2848065" y="3681904"/>
                    <a:pt x="2852370" y="3689501"/>
                  </a:cubicBezTo>
                  <a:cubicBezTo>
                    <a:pt x="2857941" y="3699123"/>
                    <a:pt x="2873894" y="3695831"/>
                    <a:pt x="2876679" y="3684689"/>
                  </a:cubicBezTo>
                  <a:close/>
                  <a:moveTo>
                    <a:pt x="2820463" y="3683170"/>
                  </a:moveTo>
                  <a:cubicBezTo>
                    <a:pt x="2821729" y="3677853"/>
                    <a:pt x="2818944" y="3670002"/>
                    <a:pt x="2809321" y="3669243"/>
                  </a:cubicBezTo>
                  <a:cubicBezTo>
                    <a:pt x="2797926" y="3669496"/>
                    <a:pt x="2791849" y="3680385"/>
                    <a:pt x="2796407" y="3687981"/>
                  </a:cubicBezTo>
                  <a:cubicBezTo>
                    <a:pt x="2801724" y="3697351"/>
                    <a:pt x="2817931" y="3694059"/>
                    <a:pt x="2820463" y="3683170"/>
                  </a:cubicBezTo>
                  <a:close/>
                  <a:moveTo>
                    <a:pt x="2739431" y="3686462"/>
                  </a:moveTo>
                  <a:cubicBezTo>
                    <a:pt x="2745508" y="3696085"/>
                    <a:pt x="2761462" y="3692793"/>
                    <a:pt x="2763741" y="3681651"/>
                  </a:cubicBezTo>
                  <a:cubicBezTo>
                    <a:pt x="2765007" y="3676333"/>
                    <a:pt x="2761968" y="3668483"/>
                    <a:pt x="2752092" y="3667723"/>
                  </a:cubicBezTo>
                  <a:cubicBezTo>
                    <a:pt x="2740444" y="3667977"/>
                    <a:pt x="2734620" y="3678865"/>
                    <a:pt x="2739431" y="3686462"/>
                  </a:cubicBezTo>
                  <a:close/>
                  <a:moveTo>
                    <a:pt x="2682202" y="3684943"/>
                  </a:moveTo>
                  <a:cubicBezTo>
                    <a:pt x="2688279" y="3694312"/>
                    <a:pt x="2704486" y="3691020"/>
                    <a:pt x="2706765" y="3680132"/>
                  </a:cubicBezTo>
                  <a:cubicBezTo>
                    <a:pt x="2707778" y="3674814"/>
                    <a:pt x="2704739" y="3666964"/>
                    <a:pt x="2694863" y="3666204"/>
                  </a:cubicBezTo>
                  <a:cubicBezTo>
                    <a:pt x="2683215" y="3666457"/>
                    <a:pt x="2677391" y="3677346"/>
                    <a:pt x="2682202" y="3684943"/>
                  </a:cubicBezTo>
                  <a:close/>
                  <a:moveTo>
                    <a:pt x="2624720" y="3683424"/>
                  </a:moveTo>
                  <a:cubicBezTo>
                    <a:pt x="2630797" y="3692793"/>
                    <a:pt x="2647003" y="3689501"/>
                    <a:pt x="2649283" y="3678612"/>
                  </a:cubicBezTo>
                  <a:cubicBezTo>
                    <a:pt x="2650295" y="3673294"/>
                    <a:pt x="2647257" y="3665444"/>
                    <a:pt x="2637128" y="3664938"/>
                  </a:cubicBezTo>
                  <a:cubicBezTo>
                    <a:pt x="2625479" y="3665191"/>
                    <a:pt x="2619908" y="3676080"/>
                    <a:pt x="2624720" y="3683424"/>
                  </a:cubicBezTo>
                  <a:close/>
                  <a:moveTo>
                    <a:pt x="2566984" y="3682157"/>
                  </a:moveTo>
                  <a:cubicBezTo>
                    <a:pt x="2573568" y="3691780"/>
                    <a:pt x="2589774" y="3688488"/>
                    <a:pt x="2591547" y="3677093"/>
                  </a:cubicBezTo>
                  <a:cubicBezTo>
                    <a:pt x="2592560" y="3671775"/>
                    <a:pt x="2589268" y="3663925"/>
                    <a:pt x="2579139" y="3663419"/>
                  </a:cubicBezTo>
                  <a:cubicBezTo>
                    <a:pt x="2566984" y="3663672"/>
                    <a:pt x="2561666" y="3674814"/>
                    <a:pt x="2566984" y="3682157"/>
                  </a:cubicBezTo>
                  <a:close/>
                  <a:moveTo>
                    <a:pt x="2533305" y="3676080"/>
                  </a:moveTo>
                  <a:cubicBezTo>
                    <a:pt x="2534065" y="3670762"/>
                    <a:pt x="2530773" y="3662912"/>
                    <a:pt x="2520644" y="3662406"/>
                  </a:cubicBezTo>
                  <a:cubicBezTo>
                    <a:pt x="2507982" y="3662659"/>
                    <a:pt x="2503931" y="3674307"/>
                    <a:pt x="2508742" y="3681144"/>
                  </a:cubicBezTo>
                  <a:cubicBezTo>
                    <a:pt x="2515326" y="3690260"/>
                    <a:pt x="2531786" y="3686969"/>
                    <a:pt x="2533305" y="3676080"/>
                  </a:cubicBezTo>
                  <a:close/>
                  <a:moveTo>
                    <a:pt x="2461895" y="3660886"/>
                  </a:moveTo>
                  <a:cubicBezTo>
                    <a:pt x="2449994" y="3661140"/>
                    <a:pt x="2444929" y="3672282"/>
                    <a:pt x="2450500" y="3679625"/>
                  </a:cubicBezTo>
                  <a:cubicBezTo>
                    <a:pt x="2457337" y="3688994"/>
                    <a:pt x="2473544" y="3685703"/>
                    <a:pt x="2475316" y="3674561"/>
                  </a:cubicBezTo>
                  <a:cubicBezTo>
                    <a:pt x="2475823" y="3669496"/>
                    <a:pt x="2472277" y="3661646"/>
                    <a:pt x="2461895" y="3660886"/>
                  </a:cubicBezTo>
                  <a:close/>
                  <a:moveTo>
                    <a:pt x="2402894" y="3659873"/>
                  </a:moveTo>
                  <a:cubicBezTo>
                    <a:pt x="2390992" y="3660126"/>
                    <a:pt x="2386181" y="3671268"/>
                    <a:pt x="2391752" y="3678612"/>
                  </a:cubicBezTo>
                  <a:cubicBezTo>
                    <a:pt x="2398589" y="3687981"/>
                    <a:pt x="2415049" y="3684689"/>
                    <a:pt x="2416315" y="3673548"/>
                  </a:cubicBezTo>
                  <a:cubicBezTo>
                    <a:pt x="2416821" y="3668230"/>
                    <a:pt x="2413276" y="3660633"/>
                    <a:pt x="2402894" y="3659873"/>
                  </a:cubicBezTo>
                  <a:close/>
                  <a:moveTo>
                    <a:pt x="2357313" y="3672535"/>
                  </a:moveTo>
                  <a:cubicBezTo>
                    <a:pt x="2357819" y="3667217"/>
                    <a:pt x="2354021" y="3659367"/>
                    <a:pt x="2343639" y="3658861"/>
                  </a:cubicBezTo>
                  <a:cubicBezTo>
                    <a:pt x="2331484" y="3659114"/>
                    <a:pt x="2326673" y="3670256"/>
                    <a:pt x="2332497" y="3677599"/>
                  </a:cubicBezTo>
                  <a:cubicBezTo>
                    <a:pt x="2340094" y="3687222"/>
                    <a:pt x="2356047" y="3683930"/>
                    <a:pt x="2357313" y="3672535"/>
                  </a:cubicBezTo>
                  <a:close/>
                  <a:moveTo>
                    <a:pt x="2298311" y="3671522"/>
                  </a:moveTo>
                  <a:cubicBezTo>
                    <a:pt x="2298818" y="3666204"/>
                    <a:pt x="2294766" y="3658354"/>
                    <a:pt x="2284384" y="3657848"/>
                  </a:cubicBezTo>
                  <a:cubicBezTo>
                    <a:pt x="2272482" y="3658101"/>
                    <a:pt x="2267924" y="3669243"/>
                    <a:pt x="2273749" y="3676586"/>
                  </a:cubicBezTo>
                  <a:cubicBezTo>
                    <a:pt x="2280839" y="3686209"/>
                    <a:pt x="2297299" y="3682664"/>
                    <a:pt x="2298311" y="3671522"/>
                  </a:cubicBezTo>
                  <a:close/>
                  <a:moveTo>
                    <a:pt x="2238803" y="3670762"/>
                  </a:moveTo>
                  <a:cubicBezTo>
                    <a:pt x="2239310" y="3665444"/>
                    <a:pt x="2235005" y="3657594"/>
                    <a:pt x="2224623" y="3657088"/>
                  </a:cubicBezTo>
                  <a:cubicBezTo>
                    <a:pt x="2212721" y="3657594"/>
                    <a:pt x="2208163" y="3668483"/>
                    <a:pt x="2214240" y="3676080"/>
                  </a:cubicBezTo>
                  <a:cubicBezTo>
                    <a:pt x="2221837" y="3685196"/>
                    <a:pt x="2238044" y="3681904"/>
                    <a:pt x="2238803" y="3670762"/>
                  </a:cubicBezTo>
                  <a:close/>
                  <a:moveTo>
                    <a:pt x="2179295" y="3670002"/>
                  </a:moveTo>
                  <a:cubicBezTo>
                    <a:pt x="2179548" y="3664685"/>
                    <a:pt x="2175244" y="3656835"/>
                    <a:pt x="2164861" y="3656328"/>
                  </a:cubicBezTo>
                  <a:cubicBezTo>
                    <a:pt x="2152707" y="3656835"/>
                    <a:pt x="2148402" y="3667723"/>
                    <a:pt x="2154732" y="3675320"/>
                  </a:cubicBezTo>
                  <a:cubicBezTo>
                    <a:pt x="2162582" y="3684689"/>
                    <a:pt x="2178789" y="3681144"/>
                    <a:pt x="2179295" y="3670002"/>
                  </a:cubicBezTo>
                  <a:close/>
                  <a:moveTo>
                    <a:pt x="2119787" y="3669243"/>
                  </a:moveTo>
                  <a:cubicBezTo>
                    <a:pt x="2120040" y="3663925"/>
                    <a:pt x="2115482" y="3656075"/>
                    <a:pt x="2105100" y="3655569"/>
                  </a:cubicBezTo>
                  <a:cubicBezTo>
                    <a:pt x="2092439" y="3656075"/>
                    <a:pt x="2088640" y="3668230"/>
                    <a:pt x="2095984" y="3675320"/>
                  </a:cubicBezTo>
                  <a:cubicBezTo>
                    <a:pt x="2104594" y="3683677"/>
                    <a:pt x="2119281" y="3679878"/>
                    <a:pt x="2119787" y="3669243"/>
                  </a:cubicBezTo>
                  <a:close/>
                  <a:moveTo>
                    <a:pt x="526490" y="3687222"/>
                  </a:moveTo>
                  <a:cubicBezTo>
                    <a:pt x="522438" y="3690260"/>
                    <a:pt x="532314" y="3708999"/>
                    <a:pt x="539151" y="3710772"/>
                  </a:cubicBezTo>
                  <a:cubicBezTo>
                    <a:pt x="542950" y="3711785"/>
                    <a:pt x="543456" y="3706720"/>
                    <a:pt x="539911" y="3699630"/>
                  </a:cubicBezTo>
                  <a:cubicBezTo>
                    <a:pt x="537379" y="3694312"/>
                    <a:pt x="531808" y="3686715"/>
                    <a:pt x="527250" y="3686715"/>
                  </a:cubicBezTo>
                  <a:cubicBezTo>
                    <a:pt x="526996" y="3686969"/>
                    <a:pt x="526743" y="3686969"/>
                    <a:pt x="526490" y="3687222"/>
                  </a:cubicBezTo>
                  <a:close/>
                  <a:moveTo>
                    <a:pt x="504206" y="3689248"/>
                  </a:moveTo>
                  <a:cubicBezTo>
                    <a:pt x="499395" y="3691274"/>
                    <a:pt x="509777" y="3711025"/>
                    <a:pt x="516614" y="3713051"/>
                  </a:cubicBezTo>
                  <a:cubicBezTo>
                    <a:pt x="520412" y="3714064"/>
                    <a:pt x="520412" y="3708999"/>
                    <a:pt x="516867" y="3701909"/>
                  </a:cubicBezTo>
                  <a:cubicBezTo>
                    <a:pt x="514335" y="3696591"/>
                    <a:pt x="508764" y="3688994"/>
                    <a:pt x="504712" y="3688994"/>
                  </a:cubicBezTo>
                  <a:cubicBezTo>
                    <a:pt x="504712" y="3688994"/>
                    <a:pt x="504459" y="3689248"/>
                    <a:pt x="504206" y="3689248"/>
                  </a:cubicBezTo>
                  <a:close/>
                  <a:moveTo>
                    <a:pt x="495596" y="3704188"/>
                  </a:moveTo>
                  <a:cubicBezTo>
                    <a:pt x="492811" y="3698870"/>
                    <a:pt x="487493" y="3691527"/>
                    <a:pt x="483441" y="3691274"/>
                  </a:cubicBezTo>
                  <a:cubicBezTo>
                    <a:pt x="483188" y="3691274"/>
                    <a:pt x="483188" y="3691274"/>
                    <a:pt x="482935" y="3691274"/>
                  </a:cubicBezTo>
                  <a:cubicBezTo>
                    <a:pt x="478124" y="3693299"/>
                    <a:pt x="488759" y="3713051"/>
                    <a:pt x="495596" y="3715077"/>
                  </a:cubicBezTo>
                  <a:cubicBezTo>
                    <a:pt x="499141" y="3716343"/>
                    <a:pt x="499141" y="3711278"/>
                    <a:pt x="495596" y="3704188"/>
                  </a:cubicBezTo>
                  <a:close/>
                  <a:moveTo>
                    <a:pt x="463690" y="3693552"/>
                  </a:moveTo>
                  <a:cubicBezTo>
                    <a:pt x="463690" y="3693552"/>
                    <a:pt x="463437" y="3693552"/>
                    <a:pt x="463183" y="3693552"/>
                  </a:cubicBezTo>
                  <a:cubicBezTo>
                    <a:pt x="459132" y="3695578"/>
                    <a:pt x="469767" y="3715330"/>
                    <a:pt x="476098" y="3717356"/>
                  </a:cubicBezTo>
                  <a:cubicBezTo>
                    <a:pt x="479390" y="3718368"/>
                    <a:pt x="479137" y="3713304"/>
                    <a:pt x="475592" y="3706214"/>
                  </a:cubicBezTo>
                  <a:cubicBezTo>
                    <a:pt x="472806" y="3701149"/>
                    <a:pt x="467235" y="3693806"/>
                    <a:pt x="463690" y="3693552"/>
                  </a:cubicBezTo>
                  <a:close/>
                  <a:moveTo>
                    <a:pt x="445204" y="3696085"/>
                  </a:moveTo>
                  <a:cubicBezTo>
                    <a:pt x="445204" y="3696085"/>
                    <a:pt x="444951" y="3696085"/>
                    <a:pt x="444951" y="3696085"/>
                  </a:cubicBezTo>
                  <a:cubicBezTo>
                    <a:pt x="441153" y="3698110"/>
                    <a:pt x="452041" y="3717862"/>
                    <a:pt x="457866" y="3719888"/>
                  </a:cubicBezTo>
                  <a:cubicBezTo>
                    <a:pt x="460904" y="3720901"/>
                    <a:pt x="460398" y="3715836"/>
                    <a:pt x="456853" y="3708746"/>
                  </a:cubicBezTo>
                  <a:cubicBezTo>
                    <a:pt x="454067" y="3703681"/>
                    <a:pt x="448496" y="3696085"/>
                    <a:pt x="445204" y="3696085"/>
                  </a:cubicBezTo>
                  <a:close/>
                  <a:moveTo>
                    <a:pt x="428238" y="3698617"/>
                  </a:moveTo>
                  <a:cubicBezTo>
                    <a:pt x="428238" y="3698617"/>
                    <a:pt x="427985" y="3698617"/>
                    <a:pt x="427985" y="3698617"/>
                  </a:cubicBezTo>
                  <a:cubicBezTo>
                    <a:pt x="424693" y="3700643"/>
                    <a:pt x="435582" y="3720394"/>
                    <a:pt x="441153" y="3722420"/>
                  </a:cubicBezTo>
                  <a:cubicBezTo>
                    <a:pt x="444192" y="3723433"/>
                    <a:pt x="443432" y="3718368"/>
                    <a:pt x="439633" y="3711278"/>
                  </a:cubicBezTo>
                  <a:cubicBezTo>
                    <a:pt x="436595" y="3705961"/>
                    <a:pt x="431277" y="3698617"/>
                    <a:pt x="428238" y="3698617"/>
                  </a:cubicBezTo>
                  <a:close/>
                  <a:moveTo>
                    <a:pt x="425706" y="3724953"/>
                  </a:moveTo>
                  <a:cubicBezTo>
                    <a:pt x="428491" y="3725965"/>
                    <a:pt x="427479" y="3720901"/>
                    <a:pt x="423680" y="3713811"/>
                  </a:cubicBezTo>
                  <a:cubicBezTo>
                    <a:pt x="420895" y="3708493"/>
                    <a:pt x="415577" y="3701149"/>
                    <a:pt x="412791" y="3701149"/>
                  </a:cubicBezTo>
                  <a:cubicBezTo>
                    <a:pt x="412791" y="3701149"/>
                    <a:pt x="412538" y="3701149"/>
                    <a:pt x="412538" y="3701149"/>
                  </a:cubicBezTo>
                  <a:cubicBezTo>
                    <a:pt x="409246" y="3703175"/>
                    <a:pt x="420388" y="3722927"/>
                    <a:pt x="425706" y="3724953"/>
                  </a:cubicBezTo>
                  <a:close/>
                  <a:moveTo>
                    <a:pt x="398611" y="3703681"/>
                  </a:moveTo>
                  <a:cubicBezTo>
                    <a:pt x="398611" y="3703681"/>
                    <a:pt x="398358" y="3703681"/>
                    <a:pt x="398358" y="3703681"/>
                  </a:cubicBezTo>
                  <a:cubicBezTo>
                    <a:pt x="395572" y="3705961"/>
                    <a:pt x="407727" y="3726978"/>
                    <a:pt x="412285" y="3727485"/>
                  </a:cubicBezTo>
                  <a:cubicBezTo>
                    <a:pt x="414311" y="3727738"/>
                    <a:pt x="413045" y="3722673"/>
                    <a:pt x="409500" y="3716090"/>
                  </a:cubicBezTo>
                  <a:cubicBezTo>
                    <a:pt x="406461" y="3711025"/>
                    <a:pt x="401143" y="3703681"/>
                    <a:pt x="398611" y="3703681"/>
                  </a:cubicBezTo>
                  <a:close/>
                  <a:moveTo>
                    <a:pt x="399624" y="3730270"/>
                  </a:moveTo>
                  <a:cubicBezTo>
                    <a:pt x="401396" y="3730524"/>
                    <a:pt x="400130" y="3725712"/>
                    <a:pt x="396332" y="3718875"/>
                  </a:cubicBezTo>
                  <a:cubicBezTo>
                    <a:pt x="393293" y="3713557"/>
                    <a:pt x="388229" y="3706214"/>
                    <a:pt x="385950" y="3706214"/>
                  </a:cubicBezTo>
                  <a:cubicBezTo>
                    <a:pt x="385950" y="3706214"/>
                    <a:pt x="385696" y="3706214"/>
                    <a:pt x="385696" y="3706214"/>
                  </a:cubicBezTo>
                  <a:cubicBezTo>
                    <a:pt x="383417" y="3708240"/>
                    <a:pt x="395825" y="3729510"/>
                    <a:pt x="399624" y="3730270"/>
                  </a:cubicBezTo>
                  <a:close/>
                  <a:moveTo>
                    <a:pt x="388735" y="3732803"/>
                  </a:moveTo>
                  <a:cubicBezTo>
                    <a:pt x="390508" y="3733056"/>
                    <a:pt x="388735" y="3728244"/>
                    <a:pt x="385190" y="3721407"/>
                  </a:cubicBezTo>
                  <a:cubicBezTo>
                    <a:pt x="382151" y="3716090"/>
                    <a:pt x="377087" y="3708746"/>
                    <a:pt x="375061" y="3708746"/>
                  </a:cubicBezTo>
                  <a:cubicBezTo>
                    <a:pt x="375061" y="3708746"/>
                    <a:pt x="374808" y="3708746"/>
                    <a:pt x="374808" y="3708999"/>
                  </a:cubicBezTo>
                  <a:cubicBezTo>
                    <a:pt x="372782" y="3711025"/>
                    <a:pt x="385190" y="3732296"/>
                    <a:pt x="388735" y="3732803"/>
                  </a:cubicBezTo>
                  <a:close/>
                  <a:moveTo>
                    <a:pt x="379366" y="3735588"/>
                  </a:moveTo>
                  <a:cubicBezTo>
                    <a:pt x="380885" y="3735841"/>
                    <a:pt x="379112" y="3730777"/>
                    <a:pt x="375314" y="3724193"/>
                  </a:cubicBezTo>
                  <a:cubicBezTo>
                    <a:pt x="372275" y="3718875"/>
                    <a:pt x="367211" y="3711532"/>
                    <a:pt x="365438" y="3711532"/>
                  </a:cubicBezTo>
                  <a:cubicBezTo>
                    <a:pt x="362653" y="3713557"/>
                    <a:pt x="377087" y="3735081"/>
                    <a:pt x="379366" y="3735588"/>
                  </a:cubicBezTo>
                  <a:close/>
                  <a:moveTo>
                    <a:pt x="357335" y="3714317"/>
                  </a:moveTo>
                  <a:cubicBezTo>
                    <a:pt x="355056" y="3716343"/>
                    <a:pt x="369490" y="3737867"/>
                    <a:pt x="371262" y="3738374"/>
                  </a:cubicBezTo>
                  <a:cubicBezTo>
                    <a:pt x="372529" y="3738627"/>
                    <a:pt x="370503" y="3733562"/>
                    <a:pt x="366704" y="3726978"/>
                  </a:cubicBezTo>
                  <a:cubicBezTo>
                    <a:pt x="363919" y="3721661"/>
                    <a:pt x="358854" y="3714317"/>
                    <a:pt x="357335" y="3714317"/>
                  </a:cubicBezTo>
                  <a:close/>
                  <a:moveTo>
                    <a:pt x="351004" y="3717102"/>
                  </a:moveTo>
                  <a:cubicBezTo>
                    <a:pt x="349738" y="3718622"/>
                    <a:pt x="363159" y="3741159"/>
                    <a:pt x="365185" y="3740906"/>
                  </a:cubicBezTo>
                  <a:cubicBezTo>
                    <a:pt x="365945" y="3739893"/>
                    <a:pt x="362400" y="3733309"/>
                    <a:pt x="360121" y="3729510"/>
                  </a:cubicBezTo>
                  <a:cubicBezTo>
                    <a:pt x="357082" y="3724446"/>
                    <a:pt x="352270" y="3717102"/>
                    <a:pt x="351004" y="3717102"/>
                  </a:cubicBezTo>
                  <a:close/>
                  <a:moveTo>
                    <a:pt x="346193" y="3719888"/>
                  </a:moveTo>
                  <a:cubicBezTo>
                    <a:pt x="345433" y="3721661"/>
                    <a:pt x="358854" y="3743945"/>
                    <a:pt x="360374" y="3743691"/>
                  </a:cubicBezTo>
                  <a:cubicBezTo>
                    <a:pt x="360880" y="3742678"/>
                    <a:pt x="357082" y="3736094"/>
                    <a:pt x="355056" y="3732296"/>
                  </a:cubicBezTo>
                  <a:cubicBezTo>
                    <a:pt x="352017" y="3727232"/>
                    <a:pt x="347206" y="3719888"/>
                    <a:pt x="346193" y="3719888"/>
                  </a:cubicBezTo>
                  <a:close/>
                  <a:moveTo>
                    <a:pt x="342901" y="3722927"/>
                  </a:moveTo>
                  <a:cubicBezTo>
                    <a:pt x="342648" y="3723939"/>
                    <a:pt x="355056" y="3745970"/>
                    <a:pt x="357082" y="3746730"/>
                  </a:cubicBezTo>
                  <a:cubicBezTo>
                    <a:pt x="357335" y="3745717"/>
                    <a:pt x="353537" y="3739133"/>
                    <a:pt x="351258" y="3735335"/>
                  </a:cubicBezTo>
                  <a:cubicBezTo>
                    <a:pt x="351258" y="3735335"/>
                    <a:pt x="344421" y="3723433"/>
                    <a:pt x="342901" y="3722927"/>
                  </a:cubicBezTo>
                  <a:close/>
                  <a:moveTo>
                    <a:pt x="349485" y="3738374"/>
                  </a:moveTo>
                  <a:cubicBezTo>
                    <a:pt x="349485" y="3738374"/>
                    <a:pt x="342395" y="3726472"/>
                    <a:pt x="341382" y="3725712"/>
                  </a:cubicBezTo>
                  <a:cubicBezTo>
                    <a:pt x="341635" y="3726725"/>
                    <a:pt x="354043" y="3748756"/>
                    <a:pt x="355562" y="3749516"/>
                  </a:cubicBezTo>
                  <a:cubicBezTo>
                    <a:pt x="355562" y="3748756"/>
                    <a:pt x="351764" y="3742172"/>
                    <a:pt x="349485" y="3738374"/>
                  </a:cubicBezTo>
                  <a:close/>
                  <a:moveTo>
                    <a:pt x="341382" y="3728751"/>
                  </a:moveTo>
                  <a:cubicBezTo>
                    <a:pt x="341888" y="3730017"/>
                    <a:pt x="354803" y="3751794"/>
                    <a:pt x="355562" y="3752554"/>
                  </a:cubicBezTo>
                  <a:cubicBezTo>
                    <a:pt x="355056" y="3751541"/>
                    <a:pt x="349232" y="3741665"/>
                    <a:pt x="348979" y="3741159"/>
                  </a:cubicBezTo>
                  <a:cubicBezTo>
                    <a:pt x="348979" y="3741159"/>
                    <a:pt x="341888" y="3729510"/>
                    <a:pt x="341382" y="3728751"/>
                  </a:cubicBezTo>
                  <a:close/>
                  <a:moveTo>
                    <a:pt x="4578610" y="3784207"/>
                  </a:moveTo>
                  <a:cubicBezTo>
                    <a:pt x="4580889" y="3780915"/>
                    <a:pt x="4582915" y="3777623"/>
                    <a:pt x="4584941" y="3774332"/>
                  </a:cubicBezTo>
                  <a:cubicBezTo>
                    <a:pt x="4588740" y="3768254"/>
                    <a:pt x="4592791" y="3761417"/>
                    <a:pt x="4593298" y="3760657"/>
                  </a:cubicBezTo>
                  <a:cubicBezTo>
                    <a:pt x="4593298" y="3760657"/>
                    <a:pt x="4593298" y="3760657"/>
                    <a:pt x="4593298" y="3760657"/>
                  </a:cubicBezTo>
                  <a:cubicBezTo>
                    <a:pt x="4592538" y="3761417"/>
                    <a:pt x="4579117" y="3782941"/>
                    <a:pt x="4578610" y="3784207"/>
                  </a:cubicBezTo>
                  <a:close/>
                  <a:moveTo>
                    <a:pt x="4578864" y="3744957"/>
                  </a:moveTo>
                  <a:cubicBezTo>
                    <a:pt x="4575318" y="3744704"/>
                    <a:pt x="4563417" y="3766988"/>
                    <a:pt x="4564177" y="3768507"/>
                  </a:cubicBezTo>
                  <a:cubicBezTo>
                    <a:pt x="4564683" y="3769520"/>
                    <a:pt x="4568482" y="3765215"/>
                    <a:pt x="4572533" y="3758631"/>
                  </a:cubicBezTo>
                  <a:cubicBezTo>
                    <a:pt x="4575572" y="3753567"/>
                    <a:pt x="4579877" y="3745970"/>
                    <a:pt x="4578864" y="3744957"/>
                  </a:cubicBezTo>
                  <a:close/>
                  <a:moveTo>
                    <a:pt x="4564683" y="3755593"/>
                  </a:moveTo>
                  <a:cubicBezTo>
                    <a:pt x="4568482" y="3749516"/>
                    <a:pt x="4571773" y="3742678"/>
                    <a:pt x="4570507" y="3741665"/>
                  </a:cubicBezTo>
                  <a:cubicBezTo>
                    <a:pt x="4566962" y="3741412"/>
                    <a:pt x="4555061" y="3762177"/>
                    <a:pt x="4555820" y="3764962"/>
                  </a:cubicBezTo>
                  <a:cubicBezTo>
                    <a:pt x="4556326" y="3766735"/>
                    <a:pt x="4560378" y="3762430"/>
                    <a:pt x="4564683" y="3755593"/>
                  </a:cubicBezTo>
                  <a:close/>
                  <a:moveTo>
                    <a:pt x="3269433" y="3644933"/>
                  </a:moveTo>
                  <a:cubicBezTo>
                    <a:pt x="3271458" y="3638856"/>
                    <a:pt x="3269180" y="3631765"/>
                    <a:pt x="3260316" y="3631006"/>
                  </a:cubicBezTo>
                  <a:cubicBezTo>
                    <a:pt x="3247908" y="3631006"/>
                    <a:pt x="3242337" y="3643667"/>
                    <a:pt x="3246136" y="3650757"/>
                  </a:cubicBezTo>
                  <a:cubicBezTo>
                    <a:pt x="3251200" y="3659367"/>
                    <a:pt x="3265634" y="3655822"/>
                    <a:pt x="3269433" y="3644933"/>
                  </a:cubicBezTo>
                  <a:close/>
                  <a:moveTo>
                    <a:pt x="3216002" y="3642907"/>
                  </a:moveTo>
                  <a:cubicBezTo>
                    <a:pt x="3218028" y="3636830"/>
                    <a:pt x="3215496" y="3629739"/>
                    <a:pt x="3206886" y="3628980"/>
                  </a:cubicBezTo>
                  <a:cubicBezTo>
                    <a:pt x="3194731" y="3629233"/>
                    <a:pt x="3189413" y="3640881"/>
                    <a:pt x="3192452" y="3647719"/>
                  </a:cubicBezTo>
                  <a:cubicBezTo>
                    <a:pt x="3196504" y="3657341"/>
                    <a:pt x="3212204" y="3654049"/>
                    <a:pt x="3216002" y="3642907"/>
                  </a:cubicBezTo>
                  <a:close/>
                  <a:moveTo>
                    <a:pt x="3162065" y="3640881"/>
                  </a:moveTo>
                  <a:cubicBezTo>
                    <a:pt x="3164091" y="3634804"/>
                    <a:pt x="3161305" y="3627714"/>
                    <a:pt x="3152442" y="3626954"/>
                  </a:cubicBezTo>
                  <a:cubicBezTo>
                    <a:pt x="3141047" y="3627207"/>
                    <a:pt x="3134463" y="3638096"/>
                    <a:pt x="3138008" y="3645693"/>
                  </a:cubicBezTo>
                  <a:cubicBezTo>
                    <a:pt x="3142820" y="3655569"/>
                    <a:pt x="3158520" y="3652277"/>
                    <a:pt x="3162065" y="3640881"/>
                  </a:cubicBezTo>
                  <a:close/>
                  <a:moveTo>
                    <a:pt x="3097746" y="3624928"/>
                  </a:moveTo>
                  <a:cubicBezTo>
                    <a:pt x="3085337" y="3625182"/>
                    <a:pt x="3080273" y="3636830"/>
                    <a:pt x="3083565" y="3643667"/>
                  </a:cubicBezTo>
                  <a:cubicBezTo>
                    <a:pt x="3088376" y="3653290"/>
                    <a:pt x="3104329" y="3650251"/>
                    <a:pt x="3107621" y="3638856"/>
                  </a:cubicBezTo>
                  <a:lnTo>
                    <a:pt x="3107621" y="3638856"/>
                  </a:lnTo>
                  <a:cubicBezTo>
                    <a:pt x="3109394" y="3632525"/>
                    <a:pt x="3106608" y="3625688"/>
                    <a:pt x="3097746" y="3624928"/>
                  </a:cubicBezTo>
                  <a:close/>
                  <a:moveTo>
                    <a:pt x="3052418" y="3636830"/>
                  </a:moveTo>
                  <a:cubicBezTo>
                    <a:pt x="3054191" y="3630753"/>
                    <a:pt x="3051152" y="3623662"/>
                    <a:pt x="3042289" y="3622903"/>
                  </a:cubicBezTo>
                  <a:cubicBezTo>
                    <a:pt x="3029881" y="3623156"/>
                    <a:pt x="3024816" y="3634804"/>
                    <a:pt x="3028361" y="3641641"/>
                  </a:cubicBezTo>
                  <a:cubicBezTo>
                    <a:pt x="3033173" y="3651517"/>
                    <a:pt x="3049126" y="3648225"/>
                    <a:pt x="3052418" y="3636830"/>
                  </a:cubicBezTo>
                  <a:close/>
                  <a:moveTo>
                    <a:pt x="2996962" y="3635057"/>
                  </a:moveTo>
                  <a:cubicBezTo>
                    <a:pt x="2998734" y="3628980"/>
                    <a:pt x="2995442" y="3621889"/>
                    <a:pt x="2986326" y="3621130"/>
                  </a:cubicBezTo>
                  <a:cubicBezTo>
                    <a:pt x="2974424" y="3621383"/>
                    <a:pt x="2968347" y="3632272"/>
                    <a:pt x="2972399" y="3639869"/>
                  </a:cubicBezTo>
                  <a:cubicBezTo>
                    <a:pt x="2977716" y="3649744"/>
                    <a:pt x="2993670" y="3646452"/>
                    <a:pt x="2996962" y="3635057"/>
                  </a:cubicBezTo>
                  <a:close/>
                  <a:moveTo>
                    <a:pt x="2940745" y="3633285"/>
                  </a:moveTo>
                  <a:cubicBezTo>
                    <a:pt x="2942012" y="3628220"/>
                    <a:pt x="2940239" y="3620117"/>
                    <a:pt x="2929857" y="3619357"/>
                  </a:cubicBezTo>
                  <a:cubicBezTo>
                    <a:pt x="2917195" y="3619611"/>
                    <a:pt x="2912637" y="3631259"/>
                    <a:pt x="2916436" y="3638096"/>
                  </a:cubicBezTo>
                  <a:cubicBezTo>
                    <a:pt x="2921500" y="3647719"/>
                    <a:pt x="2937960" y="3644680"/>
                    <a:pt x="2940745" y="3633285"/>
                  </a:cubicBezTo>
                  <a:close/>
                  <a:moveTo>
                    <a:pt x="2872881" y="3617585"/>
                  </a:moveTo>
                  <a:cubicBezTo>
                    <a:pt x="2860220" y="3617838"/>
                    <a:pt x="2855661" y="3629486"/>
                    <a:pt x="2859460" y="3636577"/>
                  </a:cubicBezTo>
                  <a:cubicBezTo>
                    <a:pt x="2865031" y="3646199"/>
                    <a:pt x="2881237" y="3642907"/>
                    <a:pt x="2884023" y="3631512"/>
                  </a:cubicBezTo>
                  <a:lnTo>
                    <a:pt x="2884023" y="3631512"/>
                  </a:lnTo>
                  <a:cubicBezTo>
                    <a:pt x="2885795" y="3625182"/>
                    <a:pt x="2882250" y="3618344"/>
                    <a:pt x="2872881" y="3617585"/>
                  </a:cubicBezTo>
                  <a:close/>
                  <a:moveTo>
                    <a:pt x="2802484" y="3634804"/>
                  </a:moveTo>
                  <a:cubicBezTo>
                    <a:pt x="2808308" y="3644427"/>
                    <a:pt x="2824515" y="3641135"/>
                    <a:pt x="2827047" y="3629739"/>
                  </a:cubicBezTo>
                  <a:cubicBezTo>
                    <a:pt x="2828566" y="3623409"/>
                    <a:pt x="2825021" y="3616572"/>
                    <a:pt x="2815652" y="3615812"/>
                  </a:cubicBezTo>
                  <a:cubicBezTo>
                    <a:pt x="2802737" y="3616065"/>
                    <a:pt x="2798433" y="3627714"/>
                    <a:pt x="2802484" y="3634804"/>
                  </a:cubicBezTo>
                  <a:close/>
                  <a:moveTo>
                    <a:pt x="2744749" y="3633285"/>
                  </a:moveTo>
                  <a:cubicBezTo>
                    <a:pt x="2750826" y="3643160"/>
                    <a:pt x="2767032" y="3639869"/>
                    <a:pt x="2769565" y="3628220"/>
                  </a:cubicBezTo>
                  <a:cubicBezTo>
                    <a:pt x="2770831" y="3621889"/>
                    <a:pt x="2767286" y="3615052"/>
                    <a:pt x="2757916" y="3614293"/>
                  </a:cubicBezTo>
                  <a:cubicBezTo>
                    <a:pt x="2745508" y="3614546"/>
                    <a:pt x="2739937" y="3625435"/>
                    <a:pt x="2744749" y="3633285"/>
                  </a:cubicBezTo>
                  <a:close/>
                  <a:moveTo>
                    <a:pt x="2686760" y="3631765"/>
                  </a:moveTo>
                  <a:cubicBezTo>
                    <a:pt x="2692837" y="3641388"/>
                    <a:pt x="2709297" y="3638096"/>
                    <a:pt x="2711576" y="3626701"/>
                  </a:cubicBezTo>
                  <a:cubicBezTo>
                    <a:pt x="2712842" y="3620370"/>
                    <a:pt x="2709044" y="3613533"/>
                    <a:pt x="2699421" y="3612773"/>
                  </a:cubicBezTo>
                  <a:cubicBezTo>
                    <a:pt x="2686507" y="3613026"/>
                    <a:pt x="2682455" y="3624675"/>
                    <a:pt x="2686760" y="3631765"/>
                  </a:cubicBezTo>
                  <a:close/>
                  <a:moveTo>
                    <a:pt x="2653081" y="3625182"/>
                  </a:moveTo>
                  <a:cubicBezTo>
                    <a:pt x="2654094" y="3618851"/>
                    <a:pt x="2650295" y="3612014"/>
                    <a:pt x="2640673" y="3611254"/>
                  </a:cubicBezTo>
                  <a:cubicBezTo>
                    <a:pt x="2627758" y="3611507"/>
                    <a:pt x="2623707" y="3623156"/>
                    <a:pt x="2628265" y="3630246"/>
                  </a:cubicBezTo>
                  <a:cubicBezTo>
                    <a:pt x="2634595" y="3639869"/>
                    <a:pt x="2651055" y="3636577"/>
                    <a:pt x="2653081" y="3625182"/>
                  </a:cubicBezTo>
                  <a:close/>
                  <a:moveTo>
                    <a:pt x="2569516" y="3628980"/>
                  </a:moveTo>
                  <a:cubicBezTo>
                    <a:pt x="2576100" y="3638856"/>
                    <a:pt x="2592560" y="3635310"/>
                    <a:pt x="2594586" y="3623915"/>
                  </a:cubicBezTo>
                  <a:cubicBezTo>
                    <a:pt x="2595599" y="3617585"/>
                    <a:pt x="2591547" y="3610747"/>
                    <a:pt x="2581924" y="3609988"/>
                  </a:cubicBezTo>
                  <a:cubicBezTo>
                    <a:pt x="2569516" y="3610241"/>
                    <a:pt x="2564452" y="3621130"/>
                    <a:pt x="2569516" y="3628980"/>
                  </a:cubicBezTo>
                  <a:close/>
                  <a:moveTo>
                    <a:pt x="2522670" y="3608722"/>
                  </a:moveTo>
                  <a:cubicBezTo>
                    <a:pt x="2509502" y="3608975"/>
                    <a:pt x="2505703" y="3620877"/>
                    <a:pt x="2510515" y="3627714"/>
                  </a:cubicBezTo>
                  <a:cubicBezTo>
                    <a:pt x="2517099" y="3637336"/>
                    <a:pt x="2533811" y="3634044"/>
                    <a:pt x="2535584" y="3622649"/>
                  </a:cubicBezTo>
                  <a:cubicBezTo>
                    <a:pt x="2536597" y="3616318"/>
                    <a:pt x="2532292" y="3609228"/>
                    <a:pt x="2522670" y="3608722"/>
                  </a:cubicBezTo>
                  <a:close/>
                  <a:moveTo>
                    <a:pt x="2462908" y="3607456"/>
                  </a:moveTo>
                  <a:cubicBezTo>
                    <a:pt x="2449740" y="3607709"/>
                    <a:pt x="2446195" y="3619611"/>
                    <a:pt x="2451260" y="3626448"/>
                  </a:cubicBezTo>
                  <a:cubicBezTo>
                    <a:pt x="2458097" y="3636070"/>
                    <a:pt x="2474810" y="3632525"/>
                    <a:pt x="2476329" y="3621130"/>
                  </a:cubicBezTo>
                  <a:cubicBezTo>
                    <a:pt x="2477342" y="3615052"/>
                    <a:pt x="2472784" y="3608215"/>
                    <a:pt x="2462908" y="3607456"/>
                  </a:cubicBezTo>
                  <a:close/>
                  <a:moveTo>
                    <a:pt x="2403147" y="3606443"/>
                  </a:moveTo>
                  <a:cubicBezTo>
                    <a:pt x="2389979" y="3606696"/>
                    <a:pt x="2386687" y="3618597"/>
                    <a:pt x="2391752" y="3625435"/>
                  </a:cubicBezTo>
                  <a:cubicBezTo>
                    <a:pt x="2398842" y="3635057"/>
                    <a:pt x="2415302" y="3631512"/>
                    <a:pt x="2416568" y="3620117"/>
                  </a:cubicBezTo>
                  <a:cubicBezTo>
                    <a:pt x="2417328" y="3613786"/>
                    <a:pt x="2413023" y="3606949"/>
                    <a:pt x="2403147" y="3606443"/>
                  </a:cubicBezTo>
                  <a:close/>
                  <a:moveTo>
                    <a:pt x="2357060" y="3619104"/>
                  </a:moveTo>
                  <a:cubicBezTo>
                    <a:pt x="2357819" y="3612773"/>
                    <a:pt x="2353008" y="3605936"/>
                    <a:pt x="2343386" y="3605430"/>
                  </a:cubicBezTo>
                  <a:cubicBezTo>
                    <a:pt x="2330724" y="3605683"/>
                    <a:pt x="2326166" y="3616825"/>
                    <a:pt x="2331990" y="3624422"/>
                  </a:cubicBezTo>
                  <a:cubicBezTo>
                    <a:pt x="2339334" y="3634044"/>
                    <a:pt x="2355794" y="3630753"/>
                    <a:pt x="2357060" y="3619104"/>
                  </a:cubicBezTo>
                  <a:close/>
                  <a:moveTo>
                    <a:pt x="2297045" y="3618091"/>
                  </a:moveTo>
                  <a:cubicBezTo>
                    <a:pt x="2297552" y="3612773"/>
                    <a:pt x="2293500" y="3604923"/>
                    <a:pt x="2282865" y="3604417"/>
                  </a:cubicBezTo>
                  <a:cubicBezTo>
                    <a:pt x="2269444" y="3604923"/>
                    <a:pt x="2266658" y="3616572"/>
                    <a:pt x="2271976" y="3623409"/>
                  </a:cubicBezTo>
                  <a:cubicBezTo>
                    <a:pt x="2279320" y="3633031"/>
                    <a:pt x="2296032" y="3629486"/>
                    <a:pt x="2297045" y="3618091"/>
                  </a:cubicBezTo>
                  <a:close/>
                  <a:moveTo>
                    <a:pt x="2236524" y="3617078"/>
                  </a:moveTo>
                  <a:cubicBezTo>
                    <a:pt x="2237031" y="3610747"/>
                    <a:pt x="2232219" y="3603911"/>
                    <a:pt x="2222344" y="3603404"/>
                  </a:cubicBezTo>
                  <a:cubicBezTo>
                    <a:pt x="2208923" y="3603911"/>
                    <a:pt x="2206390" y="3615559"/>
                    <a:pt x="2211708" y="3622396"/>
                  </a:cubicBezTo>
                  <a:cubicBezTo>
                    <a:pt x="2219305" y="3632018"/>
                    <a:pt x="2235765" y="3628473"/>
                    <a:pt x="2236524" y="3617078"/>
                  </a:cubicBezTo>
                  <a:close/>
                  <a:moveTo>
                    <a:pt x="2176257" y="3616318"/>
                  </a:moveTo>
                  <a:cubicBezTo>
                    <a:pt x="2176510" y="3609988"/>
                    <a:pt x="2171699" y="3603151"/>
                    <a:pt x="2161823" y="3602644"/>
                  </a:cubicBezTo>
                  <a:cubicBezTo>
                    <a:pt x="2149161" y="3603151"/>
                    <a:pt x="2145110" y="3614040"/>
                    <a:pt x="2151440" y="3621889"/>
                  </a:cubicBezTo>
                  <a:cubicBezTo>
                    <a:pt x="2159290" y="3631512"/>
                    <a:pt x="2175750" y="3627967"/>
                    <a:pt x="2176257" y="3616318"/>
                  </a:cubicBezTo>
                  <a:close/>
                  <a:moveTo>
                    <a:pt x="2115736" y="3615559"/>
                  </a:moveTo>
                  <a:cubicBezTo>
                    <a:pt x="2115989" y="3609228"/>
                    <a:pt x="2110924" y="3602391"/>
                    <a:pt x="2101048" y="3601885"/>
                  </a:cubicBezTo>
                  <a:cubicBezTo>
                    <a:pt x="2086868" y="3602391"/>
                    <a:pt x="2084842" y="3615052"/>
                    <a:pt x="2091679" y="3621889"/>
                  </a:cubicBezTo>
                  <a:cubicBezTo>
                    <a:pt x="2100289" y="3630753"/>
                    <a:pt x="2115482" y="3626701"/>
                    <a:pt x="2115736" y="3615559"/>
                  </a:cubicBezTo>
                  <a:close/>
                  <a:moveTo>
                    <a:pt x="454827" y="3638349"/>
                  </a:moveTo>
                  <a:cubicBezTo>
                    <a:pt x="450269" y="3640375"/>
                    <a:pt x="460398" y="3660380"/>
                    <a:pt x="466982" y="3662659"/>
                  </a:cubicBezTo>
                  <a:cubicBezTo>
                    <a:pt x="470527" y="3663672"/>
                    <a:pt x="470527" y="3658607"/>
                    <a:pt x="466982" y="3651264"/>
                  </a:cubicBezTo>
                  <a:cubicBezTo>
                    <a:pt x="464703" y="3646199"/>
                    <a:pt x="459385" y="3638349"/>
                    <a:pt x="455333" y="3638349"/>
                  </a:cubicBezTo>
                  <a:cubicBezTo>
                    <a:pt x="455333" y="3638349"/>
                    <a:pt x="455080" y="3638349"/>
                    <a:pt x="454827" y="3638349"/>
                  </a:cubicBezTo>
                  <a:close/>
                  <a:moveTo>
                    <a:pt x="435075" y="3640628"/>
                  </a:moveTo>
                  <a:cubicBezTo>
                    <a:pt x="434822" y="3640628"/>
                    <a:pt x="434822" y="3640628"/>
                    <a:pt x="434569" y="3640628"/>
                  </a:cubicBezTo>
                  <a:cubicBezTo>
                    <a:pt x="430264" y="3642654"/>
                    <a:pt x="440646" y="3662659"/>
                    <a:pt x="446977" y="3664685"/>
                  </a:cubicBezTo>
                  <a:cubicBezTo>
                    <a:pt x="450269" y="3665697"/>
                    <a:pt x="450016" y="3660380"/>
                    <a:pt x="446724" y="3653290"/>
                  </a:cubicBezTo>
                  <a:cubicBezTo>
                    <a:pt x="444192" y="3648225"/>
                    <a:pt x="438874" y="3640628"/>
                    <a:pt x="435075" y="3640628"/>
                  </a:cubicBezTo>
                  <a:close/>
                  <a:moveTo>
                    <a:pt x="416590" y="3643160"/>
                  </a:moveTo>
                  <a:cubicBezTo>
                    <a:pt x="416590" y="3643160"/>
                    <a:pt x="416337" y="3643160"/>
                    <a:pt x="416083" y="3643160"/>
                  </a:cubicBezTo>
                  <a:cubicBezTo>
                    <a:pt x="412285" y="3645186"/>
                    <a:pt x="422667" y="3665191"/>
                    <a:pt x="428491" y="3667217"/>
                  </a:cubicBezTo>
                  <a:cubicBezTo>
                    <a:pt x="431530" y="3668230"/>
                    <a:pt x="431277" y="3663165"/>
                    <a:pt x="427732" y="3655822"/>
                  </a:cubicBezTo>
                  <a:cubicBezTo>
                    <a:pt x="425200" y="3651010"/>
                    <a:pt x="420135" y="3643160"/>
                    <a:pt x="416590" y="3643160"/>
                  </a:cubicBezTo>
                  <a:close/>
                  <a:moveTo>
                    <a:pt x="399371" y="3645440"/>
                  </a:moveTo>
                  <a:cubicBezTo>
                    <a:pt x="399371" y="3645440"/>
                    <a:pt x="399117" y="3645440"/>
                    <a:pt x="399117" y="3645440"/>
                  </a:cubicBezTo>
                  <a:cubicBezTo>
                    <a:pt x="395572" y="3647465"/>
                    <a:pt x="406208" y="3667470"/>
                    <a:pt x="411779" y="3669496"/>
                  </a:cubicBezTo>
                  <a:cubicBezTo>
                    <a:pt x="414817" y="3670509"/>
                    <a:pt x="414058" y="3665444"/>
                    <a:pt x="410512" y="3658101"/>
                  </a:cubicBezTo>
                  <a:cubicBezTo>
                    <a:pt x="406967" y="3652277"/>
                    <a:pt x="402156" y="3645440"/>
                    <a:pt x="399371" y="3645440"/>
                  </a:cubicBezTo>
                  <a:close/>
                  <a:moveTo>
                    <a:pt x="383417" y="3647972"/>
                  </a:moveTo>
                  <a:cubicBezTo>
                    <a:pt x="383417" y="3647972"/>
                    <a:pt x="383164" y="3647972"/>
                    <a:pt x="383164" y="3647972"/>
                  </a:cubicBezTo>
                  <a:cubicBezTo>
                    <a:pt x="380125" y="3649998"/>
                    <a:pt x="390508" y="3670002"/>
                    <a:pt x="395825" y="3672028"/>
                  </a:cubicBezTo>
                  <a:cubicBezTo>
                    <a:pt x="398611" y="3673041"/>
                    <a:pt x="397851" y="3667977"/>
                    <a:pt x="394053" y="3660633"/>
                  </a:cubicBezTo>
                  <a:cubicBezTo>
                    <a:pt x="391014" y="3654556"/>
                    <a:pt x="386203" y="3647972"/>
                    <a:pt x="383417" y="3647972"/>
                  </a:cubicBezTo>
                  <a:close/>
                  <a:moveTo>
                    <a:pt x="369237" y="3650757"/>
                  </a:moveTo>
                  <a:cubicBezTo>
                    <a:pt x="365185" y="3652530"/>
                    <a:pt x="377846" y="3673294"/>
                    <a:pt x="381898" y="3675067"/>
                  </a:cubicBezTo>
                  <a:cubicBezTo>
                    <a:pt x="384430" y="3676080"/>
                    <a:pt x="383417" y="3670762"/>
                    <a:pt x="379872" y="3663672"/>
                  </a:cubicBezTo>
                  <a:cubicBezTo>
                    <a:pt x="376833" y="3658101"/>
                    <a:pt x="371769" y="3650757"/>
                    <a:pt x="369237" y="3650757"/>
                  </a:cubicBezTo>
                  <a:close/>
                  <a:moveTo>
                    <a:pt x="369490" y="3677599"/>
                  </a:moveTo>
                  <a:cubicBezTo>
                    <a:pt x="371262" y="3677853"/>
                    <a:pt x="369996" y="3672788"/>
                    <a:pt x="366451" y="3665951"/>
                  </a:cubicBezTo>
                  <a:cubicBezTo>
                    <a:pt x="363159" y="3659873"/>
                    <a:pt x="358601" y="3653036"/>
                    <a:pt x="356322" y="3653036"/>
                  </a:cubicBezTo>
                  <a:cubicBezTo>
                    <a:pt x="356322" y="3653036"/>
                    <a:pt x="356069" y="3653036"/>
                    <a:pt x="356069" y="3653036"/>
                  </a:cubicBezTo>
                  <a:cubicBezTo>
                    <a:pt x="353790" y="3655569"/>
                    <a:pt x="365691" y="3677093"/>
                    <a:pt x="369490" y="3677599"/>
                  </a:cubicBezTo>
                  <a:close/>
                  <a:moveTo>
                    <a:pt x="358348" y="3680385"/>
                  </a:moveTo>
                  <a:cubicBezTo>
                    <a:pt x="360121" y="3680638"/>
                    <a:pt x="358601" y="3675573"/>
                    <a:pt x="354803" y="3668736"/>
                  </a:cubicBezTo>
                  <a:cubicBezTo>
                    <a:pt x="351511" y="3662659"/>
                    <a:pt x="346953" y="3656075"/>
                    <a:pt x="344927" y="3656075"/>
                  </a:cubicBezTo>
                  <a:cubicBezTo>
                    <a:pt x="344927" y="3656075"/>
                    <a:pt x="344674" y="3656075"/>
                    <a:pt x="344674" y="3656328"/>
                  </a:cubicBezTo>
                  <a:cubicBezTo>
                    <a:pt x="342901" y="3658354"/>
                    <a:pt x="354803" y="3679625"/>
                    <a:pt x="358348" y="3680385"/>
                  </a:cubicBezTo>
                  <a:close/>
                  <a:moveTo>
                    <a:pt x="348725" y="3683170"/>
                  </a:moveTo>
                  <a:cubicBezTo>
                    <a:pt x="350245" y="3683424"/>
                    <a:pt x="348472" y="3678359"/>
                    <a:pt x="344927" y="3671522"/>
                  </a:cubicBezTo>
                  <a:cubicBezTo>
                    <a:pt x="342141" y="3666204"/>
                    <a:pt x="337330" y="3658861"/>
                    <a:pt x="335304" y="3658861"/>
                  </a:cubicBezTo>
                  <a:cubicBezTo>
                    <a:pt x="332519" y="3660886"/>
                    <a:pt x="346446" y="3682664"/>
                    <a:pt x="348725" y="3683170"/>
                  </a:cubicBezTo>
                  <a:close/>
                  <a:moveTo>
                    <a:pt x="327454" y="3661646"/>
                  </a:moveTo>
                  <a:cubicBezTo>
                    <a:pt x="325175" y="3663925"/>
                    <a:pt x="338850" y="3685449"/>
                    <a:pt x="340875" y="3685956"/>
                  </a:cubicBezTo>
                  <a:cubicBezTo>
                    <a:pt x="342141" y="3686209"/>
                    <a:pt x="340369" y="3681144"/>
                    <a:pt x="336570" y="3674307"/>
                  </a:cubicBezTo>
                  <a:cubicBezTo>
                    <a:pt x="333279" y="3667977"/>
                    <a:pt x="328720" y="3661646"/>
                    <a:pt x="327454" y="3661646"/>
                  </a:cubicBezTo>
                  <a:close/>
                  <a:moveTo>
                    <a:pt x="320870" y="3664432"/>
                  </a:moveTo>
                  <a:cubicBezTo>
                    <a:pt x="319604" y="3666204"/>
                    <a:pt x="332266" y="3688741"/>
                    <a:pt x="334545" y="3688741"/>
                  </a:cubicBezTo>
                  <a:cubicBezTo>
                    <a:pt x="335304" y="3687728"/>
                    <a:pt x="331759" y="3681144"/>
                    <a:pt x="329733" y="3677093"/>
                  </a:cubicBezTo>
                  <a:cubicBezTo>
                    <a:pt x="326188" y="3671015"/>
                    <a:pt x="322137" y="3664432"/>
                    <a:pt x="320870" y="3664432"/>
                  </a:cubicBezTo>
                  <a:close/>
                  <a:moveTo>
                    <a:pt x="316059" y="3667217"/>
                  </a:moveTo>
                  <a:cubicBezTo>
                    <a:pt x="315300" y="3668990"/>
                    <a:pt x="327961" y="3691527"/>
                    <a:pt x="329733" y="3691527"/>
                  </a:cubicBezTo>
                  <a:cubicBezTo>
                    <a:pt x="330240" y="3690514"/>
                    <a:pt x="326695" y="3683930"/>
                    <a:pt x="324416" y="3679878"/>
                  </a:cubicBezTo>
                  <a:cubicBezTo>
                    <a:pt x="321124" y="3673801"/>
                    <a:pt x="316819" y="3667217"/>
                    <a:pt x="316059" y="3667217"/>
                  </a:cubicBezTo>
                  <a:close/>
                  <a:moveTo>
                    <a:pt x="312767" y="3670256"/>
                  </a:moveTo>
                  <a:cubicBezTo>
                    <a:pt x="312514" y="3671268"/>
                    <a:pt x="324162" y="3693552"/>
                    <a:pt x="326441" y="3694565"/>
                  </a:cubicBezTo>
                  <a:cubicBezTo>
                    <a:pt x="326695" y="3693552"/>
                    <a:pt x="322896" y="3686969"/>
                    <a:pt x="320870" y="3682917"/>
                  </a:cubicBezTo>
                  <a:cubicBezTo>
                    <a:pt x="320617" y="3682410"/>
                    <a:pt x="314033" y="3670762"/>
                    <a:pt x="312767" y="3670256"/>
                  </a:cubicBezTo>
                  <a:close/>
                  <a:moveTo>
                    <a:pt x="318845" y="3685956"/>
                  </a:moveTo>
                  <a:cubicBezTo>
                    <a:pt x="318591" y="3685449"/>
                    <a:pt x="312008" y="3673801"/>
                    <a:pt x="310995" y="3673294"/>
                  </a:cubicBezTo>
                  <a:cubicBezTo>
                    <a:pt x="311248" y="3674561"/>
                    <a:pt x="323150" y="3696591"/>
                    <a:pt x="324669" y="3697604"/>
                  </a:cubicBezTo>
                  <a:cubicBezTo>
                    <a:pt x="324669" y="3696591"/>
                    <a:pt x="320870" y="3689754"/>
                    <a:pt x="318845" y="3685956"/>
                  </a:cubicBezTo>
                  <a:close/>
                  <a:moveTo>
                    <a:pt x="310995" y="3676333"/>
                  </a:moveTo>
                  <a:cubicBezTo>
                    <a:pt x="311501" y="3677599"/>
                    <a:pt x="323909" y="3699630"/>
                    <a:pt x="324669" y="3700643"/>
                  </a:cubicBezTo>
                  <a:cubicBezTo>
                    <a:pt x="324162" y="3699377"/>
                    <a:pt x="318591" y="3689501"/>
                    <a:pt x="318338" y="3688994"/>
                  </a:cubicBezTo>
                  <a:cubicBezTo>
                    <a:pt x="318085" y="3688488"/>
                    <a:pt x="311501" y="3676839"/>
                    <a:pt x="310995" y="3676333"/>
                  </a:cubicBezTo>
                  <a:close/>
                  <a:moveTo>
                    <a:pt x="4586207" y="3699883"/>
                  </a:moveTo>
                  <a:cubicBezTo>
                    <a:pt x="4589246" y="3694565"/>
                    <a:pt x="4593044" y="3686969"/>
                    <a:pt x="4591272" y="3685956"/>
                  </a:cubicBezTo>
                  <a:cubicBezTo>
                    <a:pt x="4587220" y="3685703"/>
                    <a:pt x="4576078" y="3706720"/>
                    <a:pt x="4577091" y="3709759"/>
                  </a:cubicBezTo>
                  <a:cubicBezTo>
                    <a:pt x="4577851" y="3711532"/>
                    <a:pt x="4581902" y="3707226"/>
                    <a:pt x="4586207" y="3699883"/>
                  </a:cubicBezTo>
                  <a:close/>
                  <a:moveTo>
                    <a:pt x="3388196" y="3595554"/>
                  </a:moveTo>
                  <a:cubicBezTo>
                    <a:pt x="3389968" y="3590489"/>
                    <a:pt x="3389208" y="3582386"/>
                    <a:pt x="3379586" y="3581373"/>
                  </a:cubicBezTo>
                  <a:cubicBezTo>
                    <a:pt x="3367937" y="3581373"/>
                    <a:pt x="3360847" y="3593528"/>
                    <a:pt x="3365152" y="3601125"/>
                  </a:cubicBezTo>
                  <a:cubicBezTo>
                    <a:pt x="3369710" y="3610241"/>
                    <a:pt x="3384144" y="3606696"/>
                    <a:pt x="3388196" y="3595554"/>
                  </a:cubicBezTo>
                  <a:close/>
                  <a:moveTo>
                    <a:pt x="3335525" y="3593528"/>
                  </a:moveTo>
                  <a:cubicBezTo>
                    <a:pt x="3337297" y="3588464"/>
                    <a:pt x="3336284" y="3580360"/>
                    <a:pt x="3326662" y="3579348"/>
                  </a:cubicBezTo>
                  <a:cubicBezTo>
                    <a:pt x="3315013" y="3579348"/>
                    <a:pt x="3308176" y="3591502"/>
                    <a:pt x="3312481" y="3599352"/>
                  </a:cubicBezTo>
                  <a:cubicBezTo>
                    <a:pt x="3317039" y="3608215"/>
                    <a:pt x="3331726" y="3604417"/>
                    <a:pt x="3335525" y="3593528"/>
                  </a:cubicBezTo>
                  <a:close/>
                  <a:moveTo>
                    <a:pt x="3282094" y="3591249"/>
                  </a:moveTo>
                  <a:cubicBezTo>
                    <a:pt x="3283866" y="3585931"/>
                    <a:pt x="3282094" y="3578082"/>
                    <a:pt x="3272725" y="3577068"/>
                  </a:cubicBezTo>
                  <a:cubicBezTo>
                    <a:pt x="3261076" y="3577068"/>
                    <a:pt x="3254239" y="3589224"/>
                    <a:pt x="3258544" y="3597073"/>
                  </a:cubicBezTo>
                  <a:cubicBezTo>
                    <a:pt x="3263862" y="3605936"/>
                    <a:pt x="3278296" y="3602391"/>
                    <a:pt x="3282094" y="3591249"/>
                  </a:cubicBezTo>
                  <a:close/>
                  <a:moveTo>
                    <a:pt x="3218281" y="3575043"/>
                  </a:moveTo>
                  <a:cubicBezTo>
                    <a:pt x="3206379" y="3575296"/>
                    <a:pt x="3199795" y="3587198"/>
                    <a:pt x="3204354" y="3595048"/>
                  </a:cubicBezTo>
                  <a:cubicBezTo>
                    <a:pt x="3209671" y="3603911"/>
                    <a:pt x="3224358" y="3600365"/>
                    <a:pt x="3227650" y="3589224"/>
                  </a:cubicBezTo>
                  <a:cubicBezTo>
                    <a:pt x="3229423" y="3584159"/>
                    <a:pt x="3228410" y="3575803"/>
                    <a:pt x="3218281" y="3575043"/>
                  </a:cubicBezTo>
                  <a:close/>
                  <a:moveTo>
                    <a:pt x="3173207" y="3586944"/>
                  </a:moveTo>
                  <a:cubicBezTo>
                    <a:pt x="3174726" y="3581880"/>
                    <a:pt x="3173460" y="3573777"/>
                    <a:pt x="3163331" y="3572764"/>
                  </a:cubicBezTo>
                  <a:cubicBezTo>
                    <a:pt x="3151683" y="3573017"/>
                    <a:pt x="3145099" y="3583906"/>
                    <a:pt x="3148897" y="3591756"/>
                  </a:cubicBezTo>
                  <a:cubicBezTo>
                    <a:pt x="3153962" y="3601885"/>
                    <a:pt x="3169662" y="3598593"/>
                    <a:pt x="3173207" y="3586944"/>
                  </a:cubicBezTo>
                  <a:close/>
                  <a:moveTo>
                    <a:pt x="3118003" y="3584919"/>
                  </a:moveTo>
                  <a:cubicBezTo>
                    <a:pt x="3119523" y="3579601"/>
                    <a:pt x="3117497" y="3571751"/>
                    <a:pt x="3107621" y="3570738"/>
                  </a:cubicBezTo>
                  <a:cubicBezTo>
                    <a:pt x="3095973" y="3570991"/>
                    <a:pt x="3089642" y="3581880"/>
                    <a:pt x="3093441" y="3589730"/>
                  </a:cubicBezTo>
                  <a:cubicBezTo>
                    <a:pt x="3098505" y="3599605"/>
                    <a:pt x="3114712" y="3596314"/>
                    <a:pt x="3118003" y="3584919"/>
                  </a:cubicBezTo>
                  <a:close/>
                  <a:moveTo>
                    <a:pt x="3062041" y="3582893"/>
                  </a:moveTo>
                  <a:cubicBezTo>
                    <a:pt x="3063307" y="3577828"/>
                    <a:pt x="3061787" y="3569725"/>
                    <a:pt x="3051658" y="3568712"/>
                  </a:cubicBezTo>
                  <a:cubicBezTo>
                    <a:pt x="3040010" y="3568965"/>
                    <a:pt x="3033679" y="3579854"/>
                    <a:pt x="3037731" y="3587704"/>
                  </a:cubicBezTo>
                  <a:cubicBezTo>
                    <a:pt x="3042542" y="3597580"/>
                    <a:pt x="3058749" y="3594541"/>
                    <a:pt x="3062041" y="3582893"/>
                  </a:cubicBezTo>
                  <a:close/>
                  <a:moveTo>
                    <a:pt x="3005571" y="3581120"/>
                  </a:moveTo>
                  <a:cubicBezTo>
                    <a:pt x="3006837" y="3576056"/>
                    <a:pt x="3005065" y="3567952"/>
                    <a:pt x="2994683" y="3566940"/>
                  </a:cubicBezTo>
                  <a:cubicBezTo>
                    <a:pt x="2982781" y="3567193"/>
                    <a:pt x="2976450" y="3578082"/>
                    <a:pt x="2980755" y="3585931"/>
                  </a:cubicBezTo>
                  <a:cubicBezTo>
                    <a:pt x="2986326" y="3596060"/>
                    <a:pt x="3002533" y="3592769"/>
                    <a:pt x="3005571" y="3581120"/>
                  </a:cubicBezTo>
                  <a:close/>
                  <a:moveTo>
                    <a:pt x="2948849" y="3579348"/>
                  </a:moveTo>
                  <a:cubicBezTo>
                    <a:pt x="2950115" y="3574283"/>
                    <a:pt x="2948089" y="3566180"/>
                    <a:pt x="2937707" y="3565167"/>
                  </a:cubicBezTo>
                  <a:cubicBezTo>
                    <a:pt x="2925805" y="3565420"/>
                    <a:pt x="2919728" y="3576309"/>
                    <a:pt x="2924033" y="3584159"/>
                  </a:cubicBezTo>
                  <a:cubicBezTo>
                    <a:pt x="2929350" y="3594034"/>
                    <a:pt x="2945810" y="3590743"/>
                    <a:pt x="2948849" y="3579348"/>
                  </a:cubicBezTo>
                  <a:close/>
                  <a:moveTo>
                    <a:pt x="2891366" y="3577575"/>
                  </a:moveTo>
                  <a:cubicBezTo>
                    <a:pt x="2892633" y="3572257"/>
                    <a:pt x="2889847" y="3564154"/>
                    <a:pt x="2879718" y="3563394"/>
                  </a:cubicBezTo>
                  <a:cubicBezTo>
                    <a:pt x="2867816" y="3563647"/>
                    <a:pt x="2861739" y="3574789"/>
                    <a:pt x="2866297" y="3582386"/>
                  </a:cubicBezTo>
                  <a:cubicBezTo>
                    <a:pt x="2872121" y="3592262"/>
                    <a:pt x="2888581" y="3588970"/>
                    <a:pt x="2891366" y="3577575"/>
                  </a:cubicBezTo>
                  <a:close/>
                  <a:moveTo>
                    <a:pt x="2808562" y="3580867"/>
                  </a:moveTo>
                  <a:cubicBezTo>
                    <a:pt x="2814386" y="3590743"/>
                    <a:pt x="2830845" y="3587451"/>
                    <a:pt x="2833378" y="3575803"/>
                  </a:cubicBezTo>
                  <a:cubicBezTo>
                    <a:pt x="2834391" y="3570738"/>
                    <a:pt x="2832365" y="3562635"/>
                    <a:pt x="2821729" y="3561622"/>
                  </a:cubicBezTo>
                  <a:cubicBezTo>
                    <a:pt x="2809574" y="3561875"/>
                    <a:pt x="2803750" y="3573017"/>
                    <a:pt x="2808562" y="3580867"/>
                  </a:cubicBezTo>
                  <a:close/>
                  <a:moveTo>
                    <a:pt x="2750066" y="3579094"/>
                  </a:moveTo>
                  <a:cubicBezTo>
                    <a:pt x="2756397" y="3588970"/>
                    <a:pt x="2772603" y="3585678"/>
                    <a:pt x="2775136" y="3574030"/>
                  </a:cubicBezTo>
                  <a:cubicBezTo>
                    <a:pt x="2776149" y="3568965"/>
                    <a:pt x="2773870" y="3560862"/>
                    <a:pt x="2763234" y="3559849"/>
                  </a:cubicBezTo>
                  <a:cubicBezTo>
                    <a:pt x="2750826" y="3560356"/>
                    <a:pt x="2745002" y="3571497"/>
                    <a:pt x="2750066" y="3579094"/>
                  </a:cubicBezTo>
                  <a:close/>
                  <a:moveTo>
                    <a:pt x="2691065" y="3577575"/>
                  </a:moveTo>
                  <a:cubicBezTo>
                    <a:pt x="2697395" y="3587451"/>
                    <a:pt x="2714108" y="3583906"/>
                    <a:pt x="2716387" y="3572511"/>
                  </a:cubicBezTo>
                  <a:cubicBezTo>
                    <a:pt x="2717400" y="3567193"/>
                    <a:pt x="2714362" y="3559090"/>
                    <a:pt x="2703979" y="3558583"/>
                  </a:cubicBezTo>
                  <a:cubicBezTo>
                    <a:pt x="2691571" y="3558836"/>
                    <a:pt x="2686253" y="3569978"/>
                    <a:pt x="2691065" y="3577575"/>
                  </a:cubicBezTo>
                  <a:close/>
                  <a:moveTo>
                    <a:pt x="2644471" y="3557064"/>
                  </a:moveTo>
                  <a:cubicBezTo>
                    <a:pt x="2632316" y="3557317"/>
                    <a:pt x="2626745" y="3568459"/>
                    <a:pt x="2631810" y="3576309"/>
                  </a:cubicBezTo>
                  <a:cubicBezTo>
                    <a:pt x="2638141" y="3586185"/>
                    <a:pt x="2654853" y="3582639"/>
                    <a:pt x="2656879" y="3571244"/>
                  </a:cubicBezTo>
                  <a:cubicBezTo>
                    <a:pt x="2657892" y="3566180"/>
                    <a:pt x="2655360" y="3557823"/>
                    <a:pt x="2644471" y="3557064"/>
                  </a:cubicBezTo>
                  <a:close/>
                  <a:moveTo>
                    <a:pt x="2572302" y="3574789"/>
                  </a:moveTo>
                  <a:cubicBezTo>
                    <a:pt x="2579139" y="3584665"/>
                    <a:pt x="2595599" y="3581373"/>
                    <a:pt x="2597624" y="3569725"/>
                  </a:cubicBezTo>
                  <a:cubicBezTo>
                    <a:pt x="2598384" y="3564661"/>
                    <a:pt x="2595599" y="3556557"/>
                    <a:pt x="2584710" y="3555798"/>
                  </a:cubicBezTo>
                  <a:cubicBezTo>
                    <a:pt x="2572302" y="3556051"/>
                    <a:pt x="2566984" y="3567193"/>
                    <a:pt x="2572302" y="3574789"/>
                  </a:cubicBezTo>
                  <a:close/>
                  <a:moveTo>
                    <a:pt x="2524695" y="3554278"/>
                  </a:moveTo>
                  <a:cubicBezTo>
                    <a:pt x="2511274" y="3554531"/>
                    <a:pt x="2507476" y="3566433"/>
                    <a:pt x="2512541" y="3573523"/>
                  </a:cubicBezTo>
                  <a:cubicBezTo>
                    <a:pt x="2519378" y="3583399"/>
                    <a:pt x="2536091" y="3579854"/>
                    <a:pt x="2537863" y="3568206"/>
                  </a:cubicBezTo>
                  <a:cubicBezTo>
                    <a:pt x="2538623" y="3563394"/>
                    <a:pt x="2535584" y="3555038"/>
                    <a:pt x="2524695" y="3554278"/>
                  </a:cubicBezTo>
                  <a:close/>
                  <a:moveTo>
                    <a:pt x="2464174" y="3553266"/>
                  </a:moveTo>
                  <a:cubicBezTo>
                    <a:pt x="2451766" y="3553519"/>
                    <a:pt x="2446702" y="3564661"/>
                    <a:pt x="2452273" y="3572511"/>
                  </a:cubicBezTo>
                  <a:cubicBezTo>
                    <a:pt x="2459110" y="3582386"/>
                    <a:pt x="2476076" y="3578841"/>
                    <a:pt x="2477595" y="3567193"/>
                  </a:cubicBezTo>
                  <a:cubicBezTo>
                    <a:pt x="2478608" y="3561875"/>
                    <a:pt x="2474810" y="3553772"/>
                    <a:pt x="2464174" y="3553266"/>
                  </a:cubicBezTo>
                  <a:close/>
                  <a:moveTo>
                    <a:pt x="2403653" y="3551999"/>
                  </a:moveTo>
                  <a:cubicBezTo>
                    <a:pt x="2391245" y="3552252"/>
                    <a:pt x="2386434" y="3563394"/>
                    <a:pt x="2392005" y="3571244"/>
                  </a:cubicBezTo>
                  <a:cubicBezTo>
                    <a:pt x="2399095" y="3581120"/>
                    <a:pt x="2415808" y="3577575"/>
                    <a:pt x="2417328" y="3565927"/>
                  </a:cubicBezTo>
                  <a:cubicBezTo>
                    <a:pt x="2417834" y="3560862"/>
                    <a:pt x="2414542" y="3552759"/>
                    <a:pt x="2403653" y="3551999"/>
                  </a:cubicBezTo>
                  <a:close/>
                  <a:moveTo>
                    <a:pt x="2356553" y="3564914"/>
                  </a:moveTo>
                  <a:cubicBezTo>
                    <a:pt x="2357060" y="3559849"/>
                    <a:pt x="2353768" y="3551746"/>
                    <a:pt x="2342626" y="3550986"/>
                  </a:cubicBezTo>
                  <a:cubicBezTo>
                    <a:pt x="2329965" y="3551240"/>
                    <a:pt x="2325153" y="3562381"/>
                    <a:pt x="2331231" y="3570232"/>
                  </a:cubicBezTo>
                  <a:cubicBezTo>
                    <a:pt x="2338828" y="3580107"/>
                    <a:pt x="2355287" y="3576562"/>
                    <a:pt x="2356553" y="3564914"/>
                  </a:cubicBezTo>
                  <a:close/>
                  <a:moveTo>
                    <a:pt x="2295779" y="3563901"/>
                  </a:moveTo>
                  <a:cubicBezTo>
                    <a:pt x="2296286" y="3558583"/>
                    <a:pt x="2292234" y="3550480"/>
                    <a:pt x="2281345" y="3549973"/>
                  </a:cubicBezTo>
                  <a:cubicBezTo>
                    <a:pt x="2268684" y="3550227"/>
                    <a:pt x="2264379" y="3561622"/>
                    <a:pt x="2270203" y="3569218"/>
                  </a:cubicBezTo>
                  <a:cubicBezTo>
                    <a:pt x="2277800" y="3579094"/>
                    <a:pt x="2294766" y="3575549"/>
                    <a:pt x="2295779" y="3563901"/>
                  </a:cubicBezTo>
                  <a:close/>
                  <a:moveTo>
                    <a:pt x="2234498" y="3563141"/>
                  </a:moveTo>
                  <a:cubicBezTo>
                    <a:pt x="2235005" y="3558076"/>
                    <a:pt x="2231207" y="3549973"/>
                    <a:pt x="2220065" y="3549214"/>
                  </a:cubicBezTo>
                  <a:cubicBezTo>
                    <a:pt x="2207403" y="3549720"/>
                    <a:pt x="2203098" y="3560862"/>
                    <a:pt x="2209176" y="3568459"/>
                  </a:cubicBezTo>
                  <a:cubicBezTo>
                    <a:pt x="2217026" y="3578082"/>
                    <a:pt x="2233739" y="3574536"/>
                    <a:pt x="2234498" y="3563141"/>
                  </a:cubicBezTo>
                  <a:close/>
                  <a:moveTo>
                    <a:pt x="2173471" y="3562128"/>
                  </a:moveTo>
                  <a:cubicBezTo>
                    <a:pt x="2173724" y="3557064"/>
                    <a:pt x="2170179" y="3548960"/>
                    <a:pt x="2158784" y="3548201"/>
                  </a:cubicBezTo>
                  <a:cubicBezTo>
                    <a:pt x="2146123" y="3548707"/>
                    <a:pt x="2141818" y="3559849"/>
                    <a:pt x="2148149" y="3567446"/>
                  </a:cubicBezTo>
                  <a:cubicBezTo>
                    <a:pt x="2155998" y="3577575"/>
                    <a:pt x="2172711" y="3574030"/>
                    <a:pt x="2173471" y="3562128"/>
                  </a:cubicBezTo>
                  <a:close/>
                  <a:moveTo>
                    <a:pt x="407980" y="3586691"/>
                  </a:moveTo>
                  <a:cubicBezTo>
                    <a:pt x="407727" y="3586691"/>
                    <a:pt x="407727" y="3586691"/>
                    <a:pt x="407474" y="3586691"/>
                  </a:cubicBezTo>
                  <a:cubicBezTo>
                    <a:pt x="402916" y="3588717"/>
                    <a:pt x="412538" y="3608975"/>
                    <a:pt x="419122" y="3611254"/>
                  </a:cubicBezTo>
                  <a:cubicBezTo>
                    <a:pt x="422414" y="3612267"/>
                    <a:pt x="422414" y="3606949"/>
                    <a:pt x="419122" y="3599605"/>
                  </a:cubicBezTo>
                  <a:cubicBezTo>
                    <a:pt x="416843" y="3594541"/>
                    <a:pt x="411525" y="3586944"/>
                    <a:pt x="407980" y="3586691"/>
                  </a:cubicBezTo>
                  <a:close/>
                  <a:moveTo>
                    <a:pt x="388988" y="3589224"/>
                  </a:moveTo>
                  <a:cubicBezTo>
                    <a:pt x="388988" y="3589224"/>
                    <a:pt x="388735" y="3589224"/>
                    <a:pt x="388482" y="3589224"/>
                  </a:cubicBezTo>
                  <a:cubicBezTo>
                    <a:pt x="384683" y="3591249"/>
                    <a:pt x="394559" y="3611507"/>
                    <a:pt x="400383" y="3613786"/>
                  </a:cubicBezTo>
                  <a:cubicBezTo>
                    <a:pt x="403422" y="3614799"/>
                    <a:pt x="403169" y="3609481"/>
                    <a:pt x="399877" y="3602138"/>
                  </a:cubicBezTo>
                  <a:cubicBezTo>
                    <a:pt x="397345" y="3596820"/>
                    <a:pt x="392280" y="3589224"/>
                    <a:pt x="388988" y="3589224"/>
                  </a:cubicBezTo>
                  <a:close/>
                  <a:moveTo>
                    <a:pt x="371516" y="3591756"/>
                  </a:moveTo>
                  <a:cubicBezTo>
                    <a:pt x="371516" y="3591756"/>
                    <a:pt x="371262" y="3591756"/>
                    <a:pt x="371262" y="3592009"/>
                  </a:cubicBezTo>
                  <a:cubicBezTo>
                    <a:pt x="367464" y="3594034"/>
                    <a:pt x="377340" y="3614293"/>
                    <a:pt x="383417" y="3616572"/>
                  </a:cubicBezTo>
                  <a:cubicBezTo>
                    <a:pt x="386456" y="3617585"/>
                    <a:pt x="385950" y="3612267"/>
                    <a:pt x="382404" y="3604923"/>
                  </a:cubicBezTo>
                  <a:cubicBezTo>
                    <a:pt x="379619" y="3599352"/>
                    <a:pt x="374554" y="3591756"/>
                    <a:pt x="371516" y="3591756"/>
                  </a:cubicBezTo>
                  <a:close/>
                  <a:moveTo>
                    <a:pt x="355562" y="3594288"/>
                  </a:moveTo>
                  <a:cubicBezTo>
                    <a:pt x="355562" y="3594288"/>
                    <a:pt x="355309" y="3594288"/>
                    <a:pt x="355309" y="3594288"/>
                  </a:cubicBezTo>
                  <a:cubicBezTo>
                    <a:pt x="352017" y="3596314"/>
                    <a:pt x="361893" y="3616572"/>
                    <a:pt x="367464" y="3618851"/>
                  </a:cubicBezTo>
                  <a:cubicBezTo>
                    <a:pt x="370250" y="3619864"/>
                    <a:pt x="369490" y="3614546"/>
                    <a:pt x="365945" y="3607202"/>
                  </a:cubicBezTo>
                  <a:cubicBezTo>
                    <a:pt x="363412" y="3601885"/>
                    <a:pt x="358348" y="3594288"/>
                    <a:pt x="355562" y="3594288"/>
                  </a:cubicBezTo>
                  <a:close/>
                  <a:moveTo>
                    <a:pt x="353030" y="3621636"/>
                  </a:moveTo>
                  <a:cubicBezTo>
                    <a:pt x="355562" y="3622649"/>
                    <a:pt x="354803" y="3617332"/>
                    <a:pt x="351258" y="3609988"/>
                  </a:cubicBezTo>
                  <a:lnTo>
                    <a:pt x="351258" y="3609988"/>
                  </a:lnTo>
                  <a:cubicBezTo>
                    <a:pt x="348725" y="3604670"/>
                    <a:pt x="343661" y="3597073"/>
                    <a:pt x="341129" y="3597073"/>
                  </a:cubicBezTo>
                  <a:cubicBezTo>
                    <a:pt x="336824" y="3598846"/>
                    <a:pt x="348979" y="3619864"/>
                    <a:pt x="353030" y="3621636"/>
                  </a:cubicBezTo>
                  <a:close/>
                  <a:moveTo>
                    <a:pt x="340622" y="3624422"/>
                  </a:moveTo>
                  <a:cubicBezTo>
                    <a:pt x="342395" y="3624675"/>
                    <a:pt x="341129" y="3619357"/>
                    <a:pt x="337837" y="3612773"/>
                  </a:cubicBezTo>
                  <a:cubicBezTo>
                    <a:pt x="335051" y="3607456"/>
                    <a:pt x="330493" y="3599859"/>
                    <a:pt x="327961" y="3599859"/>
                  </a:cubicBezTo>
                  <a:cubicBezTo>
                    <a:pt x="327961" y="3599859"/>
                    <a:pt x="327708" y="3599859"/>
                    <a:pt x="327708" y="3600112"/>
                  </a:cubicBezTo>
                  <a:cubicBezTo>
                    <a:pt x="325429" y="3601885"/>
                    <a:pt x="336570" y="3623662"/>
                    <a:pt x="340622" y="3624422"/>
                  </a:cubicBezTo>
                  <a:close/>
                  <a:moveTo>
                    <a:pt x="329227" y="3626954"/>
                  </a:moveTo>
                  <a:cubicBezTo>
                    <a:pt x="331000" y="3627207"/>
                    <a:pt x="329480" y="3622143"/>
                    <a:pt x="326188" y="3615306"/>
                  </a:cubicBezTo>
                  <a:cubicBezTo>
                    <a:pt x="323403" y="3609988"/>
                    <a:pt x="318845" y="3602391"/>
                    <a:pt x="316566" y="3602391"/>
                  </a:cubicBezTo>
                  <a:cubicBezTo>
                    <a:pt x="316566" y="3602391"/>
                    <a:pt x="316312" y="3602391"/>
                    <a:pt x="316312" y="3602644"/>
                  </a:cubicBezTo>
                  <a:cubicBezTo>
                    <a:pt x="314287" y="3604670"/>
                    <a:pt x="325682" y="3626448"/>
                    <a:pt x="329227" y="3626954"/>
                  </a:cubicBezTo>
                  <a:close/>
                  <a:moveTo>
                    <a:pt x="306943" y="3605176"/>
                  </a:moveTo>
                  <a:cubicBezTo>
                    <a:pt x="303904" y="3607202"/>
                    <a:pt x="317579" y="3629486"/>
                    <a:pt x="319604" y="3629739"/>
                  </a:cubicBezTo>
                  <a:cubicBezTo>
                    <a:pt x="321124" y="3629993"/>
                    <a:pt x="319604" y="3624675"/>
                    <a:pt x="316059" y="3617838"/>
                  </a:cubicBezTo>
                  <a:cubicBezTo>
                    <a:pt x="313274" y="3612773"/>
                    <a:pt x="308716" y="3605176"/>
                    <a:pt x="306943" y="3605176"/>
                  </a:cubicBezTo>
                  <a:close/>
                  <a:moveTo>
                    <a:pt x="307450" y="3620877"/>
                  </a:moveTo>
                  <a:cubicBezTo>
                    <a:pt x="304664" y="3615559"/>
                    <a:pt x="300106" y="3607962"/>
                    <a:pt x="298587" y="3607962"/>
                  </a:cubicBezTo>
                  <a:cubicBezTo>
                    <a:pt x="296308" y="3610241"/>
                    <a:pt x="309475" y="3632272"/>
                    <a:pt x="311501" y="3632525"/>
                  </a:cubicBezTo>
                  <a:cubicBezTo>
                    <a:pt x="312767" y="3633031"/>
                    <a:pt x="310995" y="3627714"/>
                    <a:pt x="307450" y="3620877"/>
                  </a:cubicBezTo>
                  <a:close/>
                  <a:moveTo>
                    <a:pt x="292003" y="3611001"/>
                  </a:moveTo>
                  <a:cubicBezTo>
                    <a:pt x="290737" y="3612773"/>
                    <a:pt x="302891" y="3635564"/>
                    <a:pt x="305170" y="3635564"/>
                  </a:cubicBezTo>
                  <a:cubicBezTo>
                    <a:pt x="305930" y="3634551"/>
                    <a:pt x="302638" y="3627714"/>
                    <a:pt x="300612" y="3623915"/>
                  </a:cubicBezTo>
                  <a:cubicBezTo>
                    <a:pt x="297827" y="3618344"/>
                    <a:pt x="293269" y="3610747"/>
                    <a:pt x="292003" y="3611001"/>
                  </a:cubicBezTo>
                  <a:close/>
                  <a:moveTo>
                    <a:pt x="286938" y="3613786"/>
                  </a:moveTo>
                  <a:cubicBezTo>
                    <a:pt x="286179" y="3615559"/>
                    <a:pt x="298333" y="3638602"/>
                    <a:pt x="300106" y="3638349"/>
                  </a:cubicBezTo>
                  <a:cubicBezTo>
                    <a:pt x="300612" y="3637336"/>
                    <a:pt x="297067" y="3630499"/>
                    <a:pt x="295041" y="3626448"/>
                  </a:cubicBezTo>
                  <a:cubicBezTo>
                    <a:pt x="292509" y="3621383"/>
                    <a:pt x="287951" y="3613786"/>
                    <a:pt x="286938" y="3613786"/>
                  </a:cubicBezTo>
                  <a:close/>
                  <a:moveTo>
                    <a:pt x="283646" y="3616825"/>
                  </a:moveTo>
                  <a:cubicBezTo>
                    <a:pt x="283393" y="3617838"/>
                    <a:pt x="294535" y="3640375"/>
                    <a:pt x="296814" y="3641388"/>
                  </a:cubicBezTo>
                  <a:cubicBezTo>
                    <a:pt x="297067" y="3640375"/>
                    <a:pt x="293269" y="3633285"/>
                    <a:pt x="291496" y="3629486"/>
                  </a:cubicBezTo>
                  <a:cubicBezTo>
                    <a:pt x="291496" y="3629486"/>
                    <a:pt x="285166" y="3617332"/>
                    <a:pt x="283646" y="3616825"/>
                  </a:cubicBezTo>
                  <a:close/>
                  <a:moveTo>
                    <a:pt x="289470" y="3632778"/>
                  </a:moveTo>
                  <a:cubicBezTo>
                    <a:pt x="289217" y="3632272"/>
                    <a:pt x="282887" y="3620623"/>
                    <a:pt x="282127" y="3619864"/>
                  </a:cubicBezTo>
                  <a:cubicBezTo>
                    <a:pt x="282127" y="3621130"/>
                    <a:pt x="293775" y="3643414"/>
                    <a:pt x="295295" y="3644427"/>
                  </a:cubicBezTo>
                  <a:cubicBezTo>
                    <a:pt x="295041" y="3643414"/>
                    <a:pt x="291496" y="3636577"/>
                    <a:pt x="289470" y="3632778"/>
                  </a:cubicBezTo>
                  <a:close/>
                  <a:moveTo>
                    <a:pt x="282127" y="3622903"/>
                  </a:moveTo>
                  <a:cubicBezTo>
                    <a:pt x="282633" y="3624168"/>
                    <a:pt x="294535" y="3646452"/>
                    <a:pt x="295295" y="3647465"/>
                  </a:cubicBezTo>
                  <a:cubicBezTo>
                    <a:pt x="295041" y="3646452"/>
                    <a:pt x="291243" y="3639362"/>
                    <a:pt x="289217" y="3635564"/>
                  </a:cubicBezTo>
                  <a:cubicBezTo>
                    <a:pt x="288964" y="3635564"/>
                    <a:pt x="282633" y="3623662"/>
                    <a:pt x="282127" y="3622903"/>
                  </a:cubicBezTo>
                  <a:close/>
                  <a:moveTo>
                    <a:pt x="4625710" y="3663672"/>
                  </a:moveTo>
                  <a:cubicBezTo>
                    <a:pt x="4626217" y="3664685"/>
                    <a:pt x="4629762" y="3660126"/>
                    <a:pt x="4633560" y="3653543"/>
                  </a:cubicBezTo>
                  <a:cubicBezTo>
                    <a:pt x="4636599" y="3648225"/>
                    <a:pt x="4640398" y="3640375"/>
                    <a:pt x="4639131" y="3639362"/>
                  </a:cubicBezTo>
                  <a:cubicBezTo>
                    <a:pt x="4635840" y="3639109"/>
                    <a:pt x="4624698" y="3662152"/>
                    <a:pt x="4625710" y="3663672"/>
                  </a:cubicBezTo>
                  <a:close/>
                  <a:moveTo>
                    <a:pt x="4608744" y="3629233"/>
                  </a:moveTo>
                  <a:cubicBezTo>
                    <a:pt x="4604440" y="3628980"/>
                    <a:pt x="4594057" y="3648731"/>
                    <a:pt x="4594817" y="3653036"/>
                  </a:cubicBezTo>
                  <a:cubicBezTo>
                    <a:pt x="4595323" y="3655822"/>
                    <a:pt x="4599881" y="3651264"/>
                    <a:pt x="4604186" y="3643414"/>
                  </a:cubicBezTo>
                  <a:cubicBezTo>
                    <a:pt x="4607478" y="3638349"/>
                    <a:pt x="4610770" y="3630246"/>
                    <a:pt x="4608744" y="3629233"/>
                  </a:cubicBezTo>
                  <a:close/>
                  <a:moveTo>
                    <a:pt x="3445931" y="3529209"/>
                  </a:moveTo>
                  <a:cubicBezTo>
                    <a:pt x="3434536" y="3529209"/>
                    <a:pt x="3427446" y="3541364"/>
                    <a:pt x="3431497" y="3549214"/>
                  </a:cubicBezTo>
                  <a:cubicBezTo>
                    <a:pt x="3436055" y="3558330"/>
                    <a:pt x="3450489" y="3554531"/>
                    <a:pt x="3454288" y="3543389"/>
                  </a:cubicBezTo>
                  <a:cubicBezTo>
                    <a:pt x="3456060" y="3538578"/>
                    <a:pt x="3455300" y="3530222"/>
                    <a:pt x="3445931" y="3529209"/>
                  </a:cubicBezTo>
                  <a:close/>
                  <a:moveTo>
                    <a:pt x="3401617" y="3541110"/>
                  </a:moveTo>
                  <a:cubicBezTo>
                    <a:pt x="3403389" y="3536046"/>
                    <a:pt x="3402376" y="3527689"/>
                    <a:pt x="3392753" y="3526677"/>
                  </a:cubicBezTo>
                  <a:cubicBezTo>
                    <a:pt x="3381105" y="3526677"/>
                    <a:pt x="3374015" y="3538831"/>
                    <a:pt x="3378320" y="3546935"/>
                  </a:cubicBezTo>
                  <a:cubicBezTo>
                    <a:pt x="3383384" y="3555798"/>
                    <a:pt x="3397818" y="3552252"/>
                    <a:pt x="3401617" y="3541110"/>
                  </a:cubicBezTo>
                  <a:close/>
                  <a:moveTo>
                    <a:pt x="3348186" y="3538831"/>
                  </a:moveTo>
                  <a:cubicBezTo>
                    <a:pt x="3349958" y="3533767"/>
                    <a:pt x="3348692" y="3525411"/>
                    <a:pt x="3338817" y="3524397"/>
                  </a:cubicBezTo>
                  <a:cubicBezTo>
                    <a:pt x="3327168" y="3524397"/>
                    <a:pt x="3320331" y="3536806"/>
                    <a:pt x="3324636" y="3544656"/>
                  </a:cubicBezTo>
                  <a:cubicBezTo>
                    <a:pt x="3329954" y="3553772"/>
                    <a:pt x="3344641" y="3550227"/>
                    <a:pt x="3348186" y="3538831"/>
                  </a:cubicBezTo>
                  <a:close/>
                  <a:moveTo>
                    <a:pt x="3294249" y="3536806"/>
                  </a:moveTo>
                  <a:cubicBezTo>
                    <a:pt x="3296021" y="3531488"/>
                    <a:pt x="3294249" y="3523385"/>
                    <a:pt x="3284626" y="3522372"/>
                  </a:cubicBezTo>
                  <a:cubicBezTo>
                    <a:pt x="3272725" y="3522372"/>
                    <a:pt x="3266141" y="3534780"/>
                    <a:pt x="3270699" y="3542630"/>
                  </a:cubicBezTo>
                  <a:cubicBezTo>
                    <a:pt x="3275763" y="3551493"/>
                    <a:pt x="3290703" y="3547948"/>
                    <a:pt x="3294249" y="3536806"/>
                  </a:cubicBezTo>
                  <a:close/>
                  <a:moveTo>
                    <a:pt x="3239299" y="3534527"/>
                  </a:moveTo>
                  <a:cubicBezTo>
                    <a:pt x="3240818" y="3529462"/>
                    <a:pt x="3239552" y="3521106"/>
                    <a:pt x="3229423" y="3520093"/>
                  </a:cubicBezTo>
                  <a:cubicBezTo>
                    <a:pt x="3217521" y="3520346"/>
                    <a:pt x="3210937" y="3532501"/>
                    <a:pt x="3215496" y="3540351"/>
                  </a:cubicBezTo>
                  <a:cubicBezTo>
                    <a:pt x="3221066" y="3549467"/>
                    <a:pt x="3236007" y="3545669"/>
                    <a:pt x="3239299" y="3534527"/>
                  </a:cubicBezTo>
                  <a:close/>
                  <a:moveTo>
                    <a:pt x="3183842" y="3532501"/>
                  </a:moveTo>
                  <a:cubicBezTo>
                    <a:pt x="3185362" y="3527436"/>
                    <a:pt x="3183842" y="3519080"/>
                    <a:pt x="3173713" y="3518067"/>
                  </a:cubicBezTo>
                  <a:cubicBezTo>
                    <a:pt x="3162065" y="3518320"/>
                    <a:pt x="3155481" y="3529462"/>
                    <a:pt x="3159279" y="3537312"/>
                  </a:cubicBezTo>
                  <a:cubicBezTo>
                    <a:pt x="3164597" y="3547441"/>
                    <a:pt x="3180550" y="3544149"/>
                    <a:pt x="3183842" y="3532501"/>
                  </a:cubicBezTo>
                  <a:close/>
                  <a:moveTo>
                    <a:pt x="3127879" y="3530222"/>
                  </a:moveTo>
                  <a:cubicBezTo>
                    <a:pt x="3129399" y="3524904"/>
                    <a:pt x="3127120" y="3516801"/>
                    <a:pt x="3117244" y="3515788"/>
                  </a:cubicBezTo>
                  <a:cubicBezTo>
                    <a:pt x="3105595" y="3516041"/>
                    <a:pt x="3099265" y="3527183"/>
                    <a:pt x="3103063" y="3535033"/>
                  </a:cubicBezTo>
                  <a:cubicBezTo>
                    <a:pt x="3108381" y="3545162"/>
                    <a:pt x="3124587" y="3541870"/>
                    <a:pt x="3127879" y="3530222"/>
                  </a:cubicBezTo>
                  <a:close/>
                  <a:moveTo>
                    <a:pt x="3071157" y="3528449"/>
                  </a:moveTo>
                  <a:cubicBezTo>
                    <a:pt x="3072423" y="3523385"/>
                    <a:pt x="3070903" y="3515028"/>
                    <a:pt x="3060521" y="3514269"/>
                  </a:cubicBezTo>
                  <a:cubicBezTo>
                    <a:pt x="3048620" y="3514522"/>
                    <a:pt x="3042542" y="3525664"/>
                    <a:pt x="3046594" y="3533514"/>
                  </a:cubicBezTo>
                  <a:cubicBezTo>
                    <a:pt x="3051658" y="3543136"/>
                    <a:pt x="3068118" y="3539844"/>
                    <a:pt x="3071157" y="3528449"/>
                  </a:cubicBezTo>
                  <a:close/>
                  <a:moveTo>
                    <a:pt x="3014181" y="3526423"/>
                  </a:moveTo>
                  <a:cubicBezTo>
                    <a:pt x="3015447" y="3521359"/>
                    <a:pt x="3013675" y="3513002"/>
                    <a:pt x="3003039" y="3512243"/>
                  </a:cubicBezTo>
                  <a:cubicBezTo>
                    <a:pt x="2990884" y="3512496"/>
                    <a:pt x="2984807" y="3523638"/>
                    <a:pt x="2989112" y="3531488"/>
                  </a:cubicBezTo>
                  <a:cubicBezTo>
                    <a:pt x="2994683" y="3541617"/>
                    <a:pt x="3011142" y="3538325"/>
                    <a:pt x="3014181" y="3526423"/>
                  </a:cubicBezTo>
                  <a:close/>
                  <a:moveTo>
                    <a:pt x="2956445" y="3524651"/>
                  </a:moveTo>
                  <a:cubicBezTo>
                    <a:pt x="2957712" y="3519586"/>
                    <a:pt x="2955686" y="3511230"/>
                    <a:pt x="2945050" y="3510470"/>
                  </a:cubicBezTo>
                  <a:cubicBezTo>
                    <a:pt x="2933149" y="3510723"/>
                    <a:pt x="2927071" y="3521865"/>
                    <a:pt x="2931376" y="3529715"/>
                  </a:cubicBezTo>
                  <a:cubicBezTo>
                    <a:pt x="2936947" y="3539591"/>
                    <a:pt x="2953660" y="3536299"/>
                    <a:pt x="2956445" y="3524651"/>
                  </a:cubicBezTo>
                  <a:close/>
                  <a:moveTo>
                    <a:pt x="2898203" y="3522878"/>
                  </a:moveTo>
                  <a:cubicBezTo>
                    <a:pt x="2899470" y="3517307"/>
                    <a:pt x="2896684" y="3509457"/>
                    <a:pt x="2886302" y="3508698"/>
                  </a:cubicBezTo>
                  <a:cubicBezTo>
                    <a:pt x="2874147" y="3508951"/>
                    <a:pt x="2868323" y="3520093"/>
                    <a:pt x="2872881" y="3527943"/>
                  </a:cubicBezTo>
                  <a:cubicBezTo>
                    <a:pt x="2878705" y="3537819"/>
                    <a:pt x="2895671" y="3534527"/>
                    <a:pt x="2898203" y="3522878"/>
                  </a:cubicBezTo>
                  <a:close/>
                  <a:moveTo>
                    <a:pt x="2814386" y="3526170"/>
                  </a:moveTo>
                  <a:cubicBezTo>
                    <a:pt x="2820463" y="3536046"/>
                    <a:pt x="2837176" y="3532754"/>
                    <a:pt x="2839708" y="3521106"/>
                  </a:cubicBezTo>
                  <a:cubicBezTo>
                    <a:pt x="2840721" y="3516041"/>
                    <a:pt x="2838442" y="3507685"/>
                    <a:pt x="2827807" y="3506925"/>
                  </a:cubicBezTo>
                  <a:cubicBezTo>
                    <a:pt x="2815399" y="3506925"/>
                    <a:pt x="2809574" y="3518320"/>
                    <a:pt x="2814386" y="3526170"/>
                  </a:cubicBezTo>
                  <a:close/>
                  <a:moveTo>
                    <a:pt x="2754878" y="3524651"/>
                  </a:moveTo>
                  <a:cubicBezTo>
                    <a:pt x="2761208" y="3534780"/>
                    <a:pt x="2777921" y="3531488"/>
                    <a:pt x="2780200" y="3519586"/>
                  </a:cubicBezTo>
                  <a:cubicBezTo>
                    <a:pt x="2781213" y="3514522"/>
                    <a:pt x="2778934" y="3506165"/>
                    <a:pt x="2768045" y="3505405"/>
                  </a:cubicBezTo>
                  <a:cubicBezTo>
                    <a:pt x="2755637" y="3505405"/>
                    <a:pt x="2750066" y="3516547"/>
                    <a:pt x="2754878" y="3524651"/>
                  </a:cubicBezTo>
                  <a:close/>
                  <a:moveTo>
                    <a:pt x="2720945" y="3517814"/>
                  </a:moveTo>
                  <a:cubicBezTo>
                    <a:pt x="2721958" y="3512243"/>
                    <a:pt x="2718666" y="3504393"/>
                    <a:pt x="2708284" y="3503633"/>
                  </a:cubicBezTo>
                  <a:cubicBezTo>
                    <a:pt x="2695876" y="3503886"/>
                    <a:pt x="2690305" y="3515028"/>
                    <a:pt x="2695370" y="3523132"/>
                  </a:cubicBezTo>
                  <a:cubicBezTo>
                    <a:pt x="2701700" y="3533007"/>
                    <a:pt x="2718666" y="3529462"/>
                    <a:pt x="2720945" y="3517814"/>
                  </a:cubicBezTo>
                  <a:close/>
                  <a:moveTo>
                    <a:pt x="2648016" y="3502114"/>
                  </a:moveTo>
                  <a:cubicBezTo>
                    <a:pt x="2635608" y="3502367"/>
                    <a:pt x="2630291" y="3513762"/>
                    <a:pt x="2635355" y="3521612"/>
                  </a:cubicBezTo>
                  <a:cubicBezTo>
                    <a:pt x="2641939" y="3531488"/>
                    <a:pt x="2658652" y="3528196"/>
                    <a:pt x="2660931" y="3516547"/>
                  </a:cubicBezTo>
                  <a:cubicBezTo>
                    <a:pt x="2661691" y="3511230"/>
                    <a:pt x="2659158" y="3502873"/>
                    <a:pt x="2648016" y="3502114"/>
                  </a:cubicBezTo>
                  <a:close/>
                  <a:moveTo>
                    <a:pt x="2575087" y="3520093"/>
                  </a:moveTo>
                  <a:cubicBezTo>
                    <a:pt x="2581924" y="3530222"/>
                    <a:pt x="2598890" y="3526677"/>
                    <a:pt x="2600663" y="3514775"/>
                  </a:cubicBezTo>
                  <a:cubicBezTo>
                    <a:pt x="2601423" y="3509711"/>
                    <a:pt x="2598637" y="3501354"/>
                    <a:pt x="2587495" y="3500594"/>
                  </a:cubicBezTo>
                  <a:cubicBezTo>
                    <a:pt x="2574834" y="3501101"/>
                    <a:pt x="2569516" y="3512243"/>
                    <a:pt x="2575087" y="3520093"/>
                  </a:cubicBezTo>
                  <a:close/>
                  <a:moveTo>
                    <a:pt x="2526721" y="3499328"/>
                  </a:moveTo>
                  <a:cubicBezTo>
                    <a:pt x="2513047" y="3499581"/>
                    <a:pt x="2509248" y="3511736"/>
                    <a:pt x="2514313" y="3518827"/>
                  </a:cubicBezTo>
                  <a:cubicBezTo>
                    <a:pt x="2521150" y="3528703"/>
                    <a:pt x="2538369" y="3525157"/>
                    <a:pt x="2540142" y="3513509"/>
                  </a:cubicBezTo>
                  <a:cubicBezTo>
                    <a:pt x="2540902" y="3508444"/>
                    <a:pt x="2537863" y="3500088"/>
                    <a:pt x="2526721" y="3499328"/>
                  </a:cubicBezTo>
                  <a:close/>
                  <a:moveTo>
                    <a:pt x="2465440" y="3498062"/>
                  </a:moveTo>
                  <a:cubicBezTo>
                    <a:pt x="2452779" y="3498315"/>
                    <a:pt x="2447968" y="3509711"/>
                    <a:pt x="2453539" y="3517561"/>
                  </a:cubicBezTo>
                  <a:cubicBezTo>
                    <a:pt x="2460629" y="3527436"/>
                    <a:pt x="2477595" y="3523891"/>
                    <a:pt x="2479368" y="3512243"/>
                  </a:cubicBezTo>
                  <a:cubicBezTo>
                    <a:pt x="2479874" y="3506925"/>
                    <a:pt x="2476076" y="3498822"/>
                    <a:pt x="2465440" y="3498062"/>
                  </a:cubicBezTo>
                  <a:close/>
                  <a:moveTo>
                    <a:pt x="2403907" y="3497049"/>
                  </a:moveTo>
                  <a:cubicBezTo>
                    <a:pt x="2391245" y="3497302"/>
                    <a:pt x="2386434" y="3508698"/>
                    <a:pt x="2392258" y="3516547"/>
                  </a:cubicBezTo>
                  <a:cubicBezTo>
                    <a:pt x="2399349" y="3526423"/>
                    <a:pt x="2416568" y="3522878"/>
                    <a:pt x="2417834" y="3511230"/>
                  </a:cubicBezTo>
                  <a:cubicBezTo>
                    <a:pt x="2418340" y="3506165"/>
                    <a:pt x="2415302" y="3497809"/>
                    <a:pt x="2403907" y="3497049"/>
                  </a:cubicBezTo>
                  <a:close/>
                  <a:moveTo>
                    <a:pt x="2356300" y="3509964"/>
                  </a:moveTo>
                  <a:cubicBezTo>
                    <a:pt x="2356807" y="3504899"/>
                    <a:pt x="2353515" y="3496543"/>
                    <a:pt x="2342119" y="3495783"/>
                  </a:cubicBezTo>
                  <a:cubicBezTo>
                    <a:pt x="2329205" y="3496036"/>
                    <a:pt x="2324394" y="3507431"/>
                    <a:pt x="2330471" y="3515282"/>
                  </a:cubicBezTo>
                  <a:cubicBezTo>
                    <a:pt x="2338321" y="3525411"/>
                    <a:pt x="2355034" y="3521865"/>
                    <a:pt x="2356300" y="3509964"/>
                  </a:cubicBezTo>
                  <a:close/>
                  <a:moveTo>
                    <a:pt x="2294766" y="3508951"/>
                  </a:moveTo>
                  <a:cubicBezTo>
                    <a:pt x="2295273" y="3503380"/>
                    <a:pt x="2291221" y="3495530"/>
                    <a:pt x="2280332" y="3494770"/>
                  </a:cubicBezTo>
                  <a:cubicBezTo>
                    <a:pt x="2267671" y="3495023"/>
                    <a:pt x="2263113" y="3506419"/>
                    <a:pt x="2268937" y="3514269"/>
                  </a:cubicBezTo>
                  <a:cubicBezTo>
                    <a:pt x="2276534" y="3524397"/>
                    <a:pt x="2293500" y="3520852"/>
                    <a:pt x="2294766" y="3508951"/>
                  </a:cubicBezTo>
                  <a:close/>
                  <a:moveTo>
                    <a:pt x="2232726" y="3508191"/>
                  </a:moveTo>
                  <a:cubicBezTo>
                    <a:pt x="2233232" y="3503127"/>
                    <a:pt x="2229434" y="3494770"/>
                    <a:pt x="2218039" y="3494010"/>
                  </a:cubicBezTo>
                  <a:cubicBezTo>
                    <a:pt x="2205377" y="3494517"/>
                    <a:pt x="2200820" y="3505659"/>
                    <a:pt x="2206897" y="3513509"/>
                  </a:cubicBezTo>
                  <a:cubicBezTo>
                    <a:pt x="2214747" y="3523385"/>
                    <a:pt x="2231713" y="3519840"/>
                    <a:pt x="2232726" y="3508191"/>
                  </a:cubicBezTo>
                  <a:close/>
                  <a:moveTo>
                    <a:pt x="2170686" y="3507178"/>
                  </a:moveTo>
                  <a:cubicBezTo>
                    <a:pt x="2170939" y="3502114"/>
                    <a:pt x="2167394" y="3493757"/>
                    <a:pt x="2155745" y="3492998"/>
                  </a:cubicBezTo>
                  <a:cubicBezTo>
                    <a:pt x="2142831" y="3493504"/>
                    <a:pt x="2138526" y="3504646"/>
                    <a:pt x="2144856" y="3512496"/>
                  </a:cubicBezTo>
                  <a:cubicBezTo>
                    <a:pt x="2152960" y="3522878"/>
                    <a:pt x="2169926" y="3519080"/>
                    <a:pt x="2170686" y="3507178"/>
                  </a:cubicBezTo>
                  <a:close/>
                  <a:moveTo>
                    <a:pt x="1687277" y="3503886"/>
                  </a:moveTo>
                  <a:cubicBezTo>
                    <a:pt x="1687024" y="3498315"/>
                    <a:pt x="1681960" y="3490465"/>
                    <a:pt x="1672084" y="3489959"/>
                  </a:cubicBezTo>
                  <a:cubicBezTo>
                    <a:pt x="1671577" y="3489959"/>
                    <a:pt x="1671071" y="3489959"/>
                    <a:pt x="1670818" y="3489959"/>
                  </a:cubicBezTo>
                  <a:cubicBezTo>
                    <a:pt x="1659929" y="3490972"/>
                    <a:pt x="1657143" y="3503886"/>
                    <a:pt x="1666260" y="3511483"/>
                  </a:cubicBezTo>
                  <a:cubicBezTo>
                    <a:pt x="1675376" y="3519333"/>
                    <a:pt x="1688037" y="3514775"/>
                    <a:pt x="1687277" y="3503886"/>
                  </a:cubicBezTo>
                  <a:close/>
                  <a:moveTo>
                    <a:pt x="1630555" y="3504140"/>
                  </a:moveTo>
                  <a:cubicBezTo>
                    <a:pt x="1630301" y="3498569"/>
                    <a:pt x="1625237" y="3490719"/>
                    <a:pt x="1615108" y="3490212"/>
                  </a:cubicBezTo>
                  <a:cubicBezTo>
                    <a:pt x="1614601" y="3490212"/>
                    <a:pt x="1614095" y="3490212"/>
                    <a:pt x="1613842" y="3490212"/>
                  </a:cubicBezTo>
                  <a:cubicBezTo>
                    <a:pt x="1603206" y="3491225"/>
                    <a:pt x="1600927" y="3504140"/>
                    <a:pt x="1609790" y="3511736"/>
                  </a:cubicBezTo>
                  <a:cubicBezTo>
                    <a:pt x="1618906" y="3519333"/>
                    <a:pt x="1631061" y="3514775"/>
                    <a:pt x="1630555" y="3504140"/>
                  </a:cubicBezTo>
                  <a:close/>
                  <a:moveTo>
                    <a:pt x="362653" y="3534780"/>
                  </a:moveTo>
                  <a:cubicBezTo>
                    <a:pt x="362400" y="3534780"/>
                    <a:pt x="362400" y="3534780"/>
                    <a:pt x="362146" y="3535033"/>
                  </a:cubicBezTo>
                  <a:cubicBezTo>
                    <a:pt x="358095" y="3537059"/>
                    <a:pt x="367464" y="3557823"/>
                    <a:pt x="373541" y="3559849"/>
                  </a:cubicBezTo>
                  <a:cubicBezTo>
                    <a:pt x="376580" y="3560862"/>
                    <a:pt x="376580" y="3555544"/>
                    <a:pt x="373288" y="3548201"/>
                  </a:cubicBezTo>
                  <a:cubicBezTo>
                    <a:pt x="371009" y="3542377"/>
                    <a:pt x="366198" y="3534780"/>
                    <a:pt x="362653" y="3534780"/>
                  </a:cubicBezTo>
                  <a:close/>
                  <a:moveTo>
                    <a:pt x="356069" y="3562128"/>
                  </a:moveTo>
                  <a:cubicBezTo>
                    <a:pt x="359108" y="3563141"/>
                    <a:pt x="358601" y="3557823"/>
                    <a:pt x="355309" y="3550480"/>
                  </a:cubicBezTo>
                  <a:cubicBezTo>
                    <a:pt x="352777" y="3544909"/>
                    <a:pt x="347966" y="3537312"/>
                    <a:pt x="344927" y="3537312"/>
                  </a:cubicBezTo>
                  <a:cubicBezTo>
                    <a:pt x="344927" y="3537312"/>
                    <a:pt x="344674" y="3537312"/>
                    <a:pt x="344674" y="3537312"/>
                  </a:cubicBezTo>
                  <a:cubicBezTo>
                    <a:pt x="340875" y="3539591"/>
                    <a:pt x="350245" y="3559849"/>
                    <a:pt x="356069" y="3562128"/>
                  </a:cubicBezTo>
                  <a:close/>
                  <a:moveTo>
                    <a:pt x="340116" y="3564914"/>
                  </a:moveTo>
                  <a:cubicBezTo>
                    <a:pt x="342901" y="3565927"/>
                    <a:pt x="342395" y="3560609"/>
                    <a:pt x="339103" y="3553012"/>
                  </a:cubicBezTo>
                  <a:cubicBezTo>
                    <a:pt x="336570" y="3547441"/>
                    <a:pt x="331759" y="3539844"/>
                    <a:pt x="328974" y="3539844"/>
                  </a:cubicBezTo>
                  <a:cubicBezTo>
                    <a:pt x="328974" y="3539844"/>
                    <a:pt x="328720" y="3539844"/>
                    <a:pt x="328720" y="3540098"/>
                  </a:cubicBezTo>
                  <a:cubicBezTo>
                    <a:pt x="324922" y="3542124"/>
                    <a:pt x="334545" y="3562635"/>
                    <a:pt x="340116" y="3564914"/>
                  </a:cubicBezTo>
                  <a:close/>
                  <a:moveTo>
                    <a:pt x="325429" y="3567446"/>
                  </a:moveTo>
                  <a:cubicBezTo>
                    <a:pt x="327961" y="3568459"/>
                    <a:pt x="327201" y="3563141"/>
                    <a:pt x="323909" y="3555544"/>
                  </a:cubicBezTo>
                  <a:cubicBezTo>
                    <a:pt x="321377" y="3549973"/>
                    <a:pt x="316819" y="3542377"/>
                    <a:pt x="314033" y="3542377"/>
                  </a:cubicBezTo>
                  <a:cubicBezTo>
                    <a:pt x="309982" y="3544402"/>
                    <a:pt x="321630" y="3565673"/>
                    <a:pt x="325429" y="3567446"/>
                  </a:cubicBezTo>
                  <a:close/>
                  <a:moveTo>
                    <a:pt x="312514" y="3570232"/>
                  </a:moveTo>
                  <a:cubicBezTo>
                    <a:pt x="314793" y="3571244"/>
                    <a:pt x="313780" y="3565927"/>
                    <a:pt x="310488" y="3558330"/>
                  </a:cubicBezTo>
                  <a:cubicBezTo>
                    <a:pt x="307956" y="3552759"/>
                    <a:pt x="303398" y="3545162"/>
                    <a:pt x="300866" y="3545162"/>
                  </a:cubicBezTo>
                  <a:cubicBezTo>
                    <a:pt x="297320" y="3546935"/>
                    <a:pt x="308969" y="3568459"/>
                    <a:pt x="312514" y="3570232"/>
                  </a:cubicBezTo>
                  <a:close/>
                  <a:moveTo>
                    <a:pt x="301372" y="3573017"/>
                  </a:moveTo>
                  <a:cubicBezTo>
                    <a:pt x="303145" y="3573270"/>
                    <a:pt x="301625" y="3567952"/>
                    <a:pt x="298587" y="3561115"/>
                  </a:cubicBezTo>
                  <a:cubicBezTo>
                    <a:pt x="296054" y="3555544"/>
                    <a:pt x="291496" y="3547948"/>
                    <a:pt x="289470" y="3547948"/>
                  </a:cubicBezTo>
                  <a:cubicBezTo>
                    <a:pt x="289470" y="3547948"/>
                    <a:pt x="289217" y="3547948"/>
                    <a:pt x="289217" y="3548201"/>
                  </a:cubicBezTo>
                  <a:cubicBezTo>
                    <a:pt x="286938" y="3550227"/>
                    <a:pt x="298080" y="3572511"/>
                    <a:pt x="301372" y="3573017"/>
                  </a:cubicBezTo>
                  <a:close/>
                  <a:moveTo>
                    <a:pt x="291750" y="3575803"/>
                  </a:moveTo>
                  <a:cubicBezTo>
                    <a:pt x="293269" y="3576056"/>
                    <a:pt x="291750" y="3570738"/>
                    <a:pt x="288458" y="3563901"/>
                  </a:cubicBezTo>
                  <a:cubicBezTo>
                    <a:pt x="285925" y="3558330"/>
                    <a:pt x="281367" y="3550733"/>
                    <a:pt x="279595" y="3550733"/>
                  </a:cubicBezTo>
                  <a:cubicBezTo>
                    <a:pt x="276556" y="3553012"/>
                    <a:pt x="289470" y="3575296"/>
                    <a:pt x="291750" y="3575803"/>
                  </a:cubicBezTo>
                  <a:close/>
                  <a:moveTo>
                    <a:pt x="283393" y="3578841"/>
                  </a:moveTo>
                  <a:cubicBezTo>
                    <a:pt x="284659" y="3579094"/>
                    <a:pt x="283140" y="3573777"/>
                    <a:pt x="279595" y="3566940"/>
                  </a:cubicBezTo>
                  <a:cubicBezTo>
                    <a:pt x="277062" y="3561369"/>
                    <a:pt x="272504" y="3553772"/>
                    <a:pt x="270985" y="3553772"/>
                  </a:cubicBezTo>
                  <a:cubicBezTo>
                    <a:pt x="268706" y="3555798"/>
                    <a:pt x="281367" y="3578335"/>
                    <a:pt x="283393" y="3578841"/>
                  </a:cubicBezTo>
                  <a:close/>
                  <a:moveTo>
                    <a:pt x="264401" y="3556557"/>
                  </a:moveTo>
                  <a:cubicBezTo>
                    <a:pt x="263135" y="3558330"/>
                    <a:pt x="274783" y="3581627"/>
                    <a:pt x="276809" y="3581627"/>
                  </a:cubicBezTo>
                  <a:cubicBezTo>
                    <a:pt x="277569" y="3580614"/>
                    <a:pt x="274530" y="3573777"/>
                    <a:pt x="272504" y="3569725"/>
                  </a:cubicBezTo>
                  <a:cubicBezTo>
                    <a:pt x="269972" y="3564154"/>
                    <a:pt x="265667" y="3556557"/>
                    <a:pt x="264401" y="3556557"/>
                  </a:cubicBezTo>
                  <a:close/>
                  <a:moveTo>
                    <a:pt x="259337" y="3559596"/>
                  </a:moveTo>
                  <a:cubicBezTo>
                    <a:pt x="258577" y="3561369"/>
                    <a:pt x="270225" y="3584665"/>
                    <a:pt x="271745" y="3584665"/>
                  </a:cubicBezTo>
                  <a:cubicBezTo>
                    <a:pt x="272251" y="3583653"/>
                    <a:pt x="268959" y="3576815"/>
                    <a:pt x="266933" y="3572764"/>
                  </a:cubicBezTo>
                  <a:cubicBezTo>
                    <a:pt x="264654" y="3567193"/>
                    <a:pt x="260349" y="3559596"/>
                    <a:pt x="259337" y="3559596"/>
                  </a:cubicBezTo>
                  <a:close/>
                  <a:moveTo>
                    <a:pt x="263388" y="3575549"/>
                  </a:moveTo>
                  <a:cubicBezTo>
                    <a:pt x="263388" y="3575549"/>
                    <a:pt x="257311" y="3563141"/>
                    <a:pt x="256045" y="3562635"/>
                  </a:cubicBezTo>
                  <a:cubicBezTo>
                    <a:pt x="255791" y="3563901"/>
                    <a:pt x="266427" y="3586691"/>
                    <a:pt x="268706" y="3587704"/>
                  </a:cubicBezTo>
                  <a:cubicBezTo>
                    <a:pt x="268706" y="3586691"/>
                    <a:pt x="265414" y="3579348"/>
                    <a:pt x="263388" y="3575549"/>
                  </a:cubicBezTo>
                  <a:lnTo>
                    <a:pt x="263388" y="3575549"/>
                  </a:lnTo>
                  <a:close/>
                  <a:moveTo>
                    <a:pt x="261362" y="3578841"/>
                  </a:moveTo>
                  <a:cubicBezTo>
                    <a:pt x="261109" y="3578335"/>
                    <a:pt x="255285" y="3566433"/>
                    <a:pt x="254272" y="3565927"/>
                  </a:cubicBezTo>
                  <a:cubicBezTo>
                    <a:pt x="254272" y="3567193"/>
                    <a:pt x="265414" y="3589983"/>
                    <a:pt x="266933" y="3590743"/>
                  </a:cubicBezTo>
                  <a:cubicBezTo>
                    <a:pt x="266933" y="3589730"/>
                    <a:pt x="263388" y="3582639"/>
                    <a:pt x="261362" y="3578841"/>
                  </a:cubicBezTo>
                  <a:close/>
                  <a:moveTo>
                    <a:pt x="254272" y="3568965"/>
                  </a:moveTo>
                  <a:cubicBezTo>
                    <a:pt x="254779" y="3570232"/>
                    <a:pt x="266174" y="3593022"/>
                    <a:pt x="266933" y="3593781"/>
                  </a:cubicBezTo>
                  <a:cubicBezTo>
                    <a:pt x="266427" y="3592515"/>
                    <a:pt x="261362" y="3582386"/>
                    <a:pt x="261109" y="3581880"/>
                  </a:cubicBezTo>
                  <a:cubicBezTo>
                    <a:pt x="261109" y="3581627"/>
                    <a:pt x="254779" y="3569472"/>
                    <a:pt x="254272" y="3568965"/>
                  </a:cubicBezTo>
                  <a:close/>
                  <a:moveTo>
                    <a:pt x="3512276" y="3476285"/>
                  </a:moveTo>
                  <a:cubicBezTo>
                    <a:pt x="3501134" y="3476285"/>
                    <a:pt x="3493791" y="3488693"/>
                    <a:pt x="3497842" y="3496543"/>
                  </a:cubicBezTo>
                  <a:cubicBezTo>
                    <a:pt x="3502400" y="3505659"/>
                    <a:pt x="3516834" y="3502114"/>
                    <a:pt x="3520886" y="3490719"/>
                  </a:cubicBezTo>
                  <a:cubicBezTo>
                    <a:pt x="3522658" y="3485401"/>
                    <a:pt x="3521392" y="3477298"/>
                    <a:pt x="3512276" y="3476285"/>
                  </a:cubicBezTo>
                  <a:close/>
                  <a:moveTo>
                    <a:pt x="3459352" y="3473752"/>
                  </a:moveTo>
                  <a:cubicBezTo>
                    <a:pt x="3447957" y="3473752"/>
                    <a:pt x="3440867" y="3486414"/>
                    <a:pt x="3444918" y="3494010"/>
                  </a:cubicBezTo>
                  <a:cubicBezTo>
                    <a:pt x="3449729" y="3503127"/>
                    <a:pt x="3464163" y="3499328"/>
                    <a:pt x="3467962" y="3488186"/>
                  </a:cubicBezTo>
                  <a:cubicBezTo>
                    <a:pt x="3469734" y="3483375"/>
                    <a:pt x="3468975" y="3474765"/>
                    <a:pt x="3459352" y="3473752"/>
                  </a:cubicBezTo>
                  <a:close/>
                  <a:moveTo>
                    <a:pt x="3414784" y="3485907"/>
                  </a:moveTo>
                  <a:cubicBezTo>
                    <a:pt x="3416557" y="3480843"/>
                    <a:pt x="3415544" y="3472233"/>
                    <a:pt x="3405668" y="3471473"/>
                  </a:cubicBezTo>
                  <a:cubicBezTo>
                    <a:pt x="3394020" y="3471473"/>
                    <a:pt x="3386929" y="3484135"/>
                    <a:pt x="3391487" y="3491731"/>
                  </a:cubicBezTo>
                  <a:cubicBezTo>
                    <a:pt x="3396552" y="3500848"/>
                    <a:pt x="3410986" y="3497049"/>
                    <a:pt x="3414784" y="3485907"/>
                  </a:cubicBezTo>
                  <a:close/>
                  <a:moveTo>
                    <a:pt x="3360594" y="3483628"/>
                  </a:moveTo>
                  <a:cubicBezTo>
                    <a:pt x="3362113" y="3478564"/>
                    <a:pt x="3361100" y="3469954"/>
                    <a:pt x="3350971" y="3469194"/>
                  </a:cubicBezTo>
                  <a:cubicBezTo>
                    <a:pt x="3339323" y="3469194"/>
                    <a:pt x="3332486" y="3481856"/>
                    <a:pt x="3336791" y="3489452"/>
                  </a:cubicBezTo>
                  <a:cubicBezTo>
                    <a:pt x="3342108" y="3498315"/>
                    <a:pt x="3357302" y="3494770"/>
                    <a:pt x="3360594" y="3483628"/>
                  </a:cubicBezTo>
                  <a:close/>
                  <a:moveTo>
                    <a:pt x="3305897" y="3481349"/>
                  </a:moveTo>
                  <a:cubicBezTo>
                    <a:pt x="3307670" y="3475778"/>
                    <a:pt x="3305644" y="3467675"/>
                    <a:pt x="3296021" y="3466915"/>
                  </a:cubicBezTo>
                  <a:cubicBezTo>
                    <a:pt x="3283613" y="3466915"/>
                    <a:pt x="3278296" y="3479070"/>
                    <a:pt x="3281587" y="3486414"/>
                  </a:cubicBezTo>
                  <a:cubicBezTo>
                    <a:pt x="3286146" y="3496290"/>
                    <a:pt x="3302352" y="3492998"/>
                    <a:pt x="3305897" y="3481349"/>
                  </a:cubicBezTo>
                  <a:close/>
                  <a:moveTo>
                    <a:pt x="3250441" y="3479323"/>
                  </a:moveTo>
                  <a:cubicBezTo>
                    <a:pt x="3251960" y="3474259"/>
                    <a:pt x="3250694" y="3465649"/>
                    <a:pt x="3240312" y="3464890"/>
                  </a:cubicBezTo>
                  <a:cubicBezTo>
                    <a:pt x="3227650" y="3465143"/>
                    <a:pt x="3222586" y="3477044"/>
                    <a:pt x="3225878" y="3484388"/>
                  </a:cubicBezTo>
                  <a:cubicBezTo>
                    <a:pt x="3230689" y="3494010"/>
                    <a:pt x="3246896" y="3490719"/>
                    <a:pt x="3250441" y="3479323"/>
                  </a:cubicBezTo>
                  <a:close/>
                  <a:moveTo>
                    <a:pt x="3194224" y="3477044"/>
                  </a:moveTo>
                  <a:cubicBezTo>
                    <a:pt x="3195744" y="3471980"/>
                    <a:pt x="3194224" y="3463370"/>
                    <a:pt x="3183842" y="3462611"/>
                  </a:cubicBezTo>
                  <a:cubicBezTo>
                    <a:pt x="3172194" y="3462864"/>
                    <a:pt x="3165357" y="3474006"/>
                    <a:pt x="3169408" y="3482109"/>
                  </a:cubicBezTo>
                  <a:cubicBezTo>
                    <a:pt x="3174726" y="3492238"/>
                    <a:pt x="3190933" y="3488946"/>
                    <a:pt x="3194224" y="3477044"/>
                  </a:cubicBezTo>
                  <a:close/>
                  <a:moveTo>
                    <a:pt x="3137502" y="3475018"/>
                  </a:moveTo>
                  <a:cubicBezTo>
                    <a:pt x="3139021" y="3469447"/>
                    <a:pt x="3136742" y="3461344"/>
                    <a:pt x="3126613" y="3460585"/>
                  </a:cubicBezTo>
                  <a:cubicBezTo>
                    <a:pt x="3113699" y="3460838"/>
                    <a:pt x="3108887" y="3472739"/>
                    <a:pt x="3112433" y="3480083"/>
                  </a:cubicBezTo>
                  <a:cubicBezTo>
                    <a:pt x="3117750" y="3489959"/>
                    <a:pt x="3134463" y="3486667"/>
                    <a:pt x="3137502" y="3475018"/>
                  </a:cubicBezTo>
                  <a:close/>
                  <a:moveTo>
                    <a:pt x="3080020" y="3472993"/>
                  </a:moveTo>
                  <a:cubicBezTo>
                    <a:pt x="3081286" y="3467928"/>
                    <a:pt x="3079513" y="3459319"/>
                    <a:pt x="3069131" y="3458559"/>
                  </a:cubicBezTo>
                  <a:cubicBezTo>
                    <a:pt x="3056216" y="3458812"/>
                    <a:pt x="3051405" y="3470714"/>
                    <a:pt x="3055204" y="3478057"/>
                  </a:cubicBezTo>
                  <a:cubicBezTo>
                    <a:pt x="3060521" y="3487933"/>
                    <a:pt x="3076981" y="3484641"/>
                    <a:pt x="3080020" y="3472993"/>
                  </a:cubicBezTo>
                  <a:close/>
                  <a:moveTo>
                    <a:pt x="3022284" y="3470967"/>
                  </a:moveTo>
                  <a:cubicBezTo>
                    <a:pt x="3023550" y="3465902"/>
                    <a:pt x="3021524" y="3457293"/>
                    <a:pt x="3010889" y="3456533"/>
                  </a:cubicBezTo>
                  <a:cubicBezTo>
                    <a:pt x="2998987" y="3456786"/>
                    <a:pt x="2992403" y="3468182"/>
                    <a:pt x="2996962" y="3476032"/>
                  </a:cubicBezTo>
                  <a:cubicBezTo>
                    <a:pt x="3002786" y="3486160"/>
                    <a:pt x="3019246" y="3482868"/>
                    <a:pt x="3022284" y="3470967"/>
                  </a:cubicBezTo>
                  <a:close/>
                  <a:moveTo>
                    <a:pt x="2963789" y="3469194"/>
                  </a:moveTo>
                  <a:cubicBezTo>
                    <a:pt x="2965055" y="3464130"/>
                    <a:pt x="2963029" y="3455520"/>
                    <a:pt x="2952141" y="3454760"/>
                  </a:cubicBezTo>
                  <a:cubicBezTo>
                    <a:pt x="2938973" y="3455014"/>
                    <a:pt x="2934415" y="3467168"/>
                    <a:pt x="2938466" y="3474259"/>
                  </a:cubicBezTo>
                  <a:cubicBezTo>
                    <a:pt x="2944290" y="3484135"/>
                    <a:pt x="2961003" y="3480843"/>
                    <a:pt x="2963789" y="3469194"/>
                  </a:cubicBezTo>
                  <a:close/>
                  <a:moveTo>
                    <a:pt x="2905041" y="3467422"/>
                  </a:moveTo>
                  <a:cubicBezTo>
                    <a:pt x="2906307" y="3461851"/>
                    <a:pt x="2903268" y="3453748"/>
                    <a:pt x="2892886" y="3452988"/>
                  </a:cubicBezTo>
                  <a:cubicBezTo>
                    <a:pt x="2879718" y="3453241"/>
                    <a:pt x="2875160" y="3465396"/>
                    <a:pt x="2879465" y="3472486"/>
                  </a:cubicBezTo>
                  <a:cubicBezTo>
                    <a:pt x="2885289" y="3482362"/>
                    <a:pt x="2902255" y="3479070"/>
                    <a:pt x="2905041" y="3467422"/>
                  </a:cubicBezTo>
                  <a:close/>
                  <a:moveTo>
                    <a:pt x="2845533" y="3465649"/>
                  </a:moveTo>
                  <a:cubicBezTo>
                    <a:pt x="2846545" y="3460585"/>
                    <a:pt x="2844266" y="3451975"/>
                    <a:pt x="2833378" y="3451215"/>
                  </a:cubicBezTo>
                  <a:cubicBezTo>
                    <a:pt x="2819957" y="3451469"/>
                    <a:pt x="2815652" y="3463623"/>
                    <a:pt x="2819957" y="3470714"/>
                  </a:cubicBezTo>
                  <a:cubicBezTo>
                    <a:pt x="2826034" y="3480589"/>
                    <a:pt x="2843000" y="3477298"/>
                    <a:pt x="2845533" y="3465649"/>
                  </a:cubicBezTo>
                  <a:close/>
                  <a:moveTo>
                    <a:pt x="2759942" y="3469194"/>
                  </a:moveTo>
                  <a:cubicBezTo>
                    <a:pt x="2766526" y="3479323"/>
                    <a:pt x="2783239" y="3476032"/>
                    <a:pt x="2785518" y="3464130"/>
                  </a:cubicBezTo>
                  <a:cubicBezTo>
                    <a:pt x="2786531" y="3459065"/>
                    <a:pt x="2783999" y="3450455"/>
                    <a:pt x="2773110" y="3449696"/>
                  </a:cubicBezTo>
                  <a:cubicBezTo>
                    <a:pt x="2760955" y="3449696"/>
                    <a:pt x="2754878" y="3461091"/>
                    <a:pt x="2759942" y="3469194"/>
                  </a:cubicBezTo>
                  <a:close/>
                  <a:moveTo>
                    <a:pt x="2699421" y="3467422"/>
                  </a:moveTo>
                  <a:cubicBezTo>
                    <a:pt x="2706005" y="3477298"/>
                    <a:pt x="2722971" y="3474006"/>
                    <a:pt x="2725250" y="3462357"/>
                  </a:cubicBezTo>
                  <a:cubicBezTo>
                    <a:pt x="2726263" y="3456786"/>
                    <a:pt x="2722971" y="3448683"/>
                    <a:pt x="2712336" y="3447923"/>
                  </a:cubicBezTo>
                  <a:cubicBezTo>
                    <a:pt x="2698915" y="3448177"/>
                    <a:pt x="2694863" y="3460331"/>
                    <a:pt x="2699421" y="3467422"/>
                  </a:cubicBezTo>
                  <a:close/>
                  <a:moveTo>
                    <a:pt x="2651561" y="3446404"/>
                  </a:moveTo>
                  <a:cubicBezTo>
                    <a:pt x="2637887" y="3446657"/>
                    <a:pt x="2634089" y="3458812"/>
                    <a:pt x="2638900" y="3465902"/>
                  </a:cubicBezTo>
                  <a:cubicBezTo>
                    <a:pt x="2645484" y="3475778"/>
                    <a:pt x="2662703" y="3472486"/>
                    <a:pt x="2664729" y="3460585"/>
                  </a:cubicBezTo>
                  <a:cubicBezTo>
                    <a:pt x="2665489" y="3455773"/>
                    <a:pt x="2662703" y="3447164"/>
                    <a:pt x="2651561" y="3446404"/>
                  </a:cubicBezTo>
                  <a:close/>
                  <a:moveTo>
                    <a:pt x="2577620" y="3464636"/>
                  </a:moveTo>
                  <a:cubicBezTo>
                    <a:pt x="2584710" y="3474765"/>
                    <a:pt x="2601676" y="3471220"/>
                    <a:pt x="2603449" y="3459319"/>
                  </a:cubicBezTo>
                  <a:cubicBezTo>
                    <a:pt x="2604208" y="3454254"/>
                    <a:pt x="2601423" y="3445645"/>
                    <a:pt x="2590281" y="3444884"/>
                  </a:cubicBezTo>
                  <a:cubicBezTo>
                    <a:pt x="2577620" y="3445391"/>
                    <a:pt x="2572049" y="3456786"/>
                    <a:pt x="2577620" y="3464636"/>
                  </a:cubicBezTo>
                  <a:close/>
                  <a:moveTo>
                    <a:pt x="2528747" y="3443619"/>
                  </a:moveTo>
                  <a:cubicBezTo>
                    <a:pt x="2514819" y="3443872"/>
                    <a:pt x="2511274" y="3456026"/>
                    <a:pt x="2516086" y="3463370"/>
                  </a:cubicBezTo>
                  <a:cubicBezTo>
                    <a:pt x="2523176" y="3473246"/>
                    <a:pt x="2540395" y="3469701"/>
                    <a:pt x="2542168" y="3458052"/>
                  </a:cubicBezTo>
                  <a:cubicBezTo>
                    <a:pt x="2542928" y="3452988"/>
                    <a:pt x="2539889" y="3444378"/>
                    <a:pt x="2528747" y="3443619"/>
                  </a:cubicBezTo>
                  <a:close/>
                  <a:moveTo>
                    <a:pt x="2466453" y="3442352"/>
                  </a:moveTo>
                  <a:cubicBezTo>
                    <a:pt x="2453539" y="3442606"/>
                    <a:pt x="2448474" y="3454001"/>
                    <a:pt x="2454298" y="3462104"/>
                  </a:cubicBezTo>
                  <a:cubicBezTo>
                    <a:pt x="2461389" y="3471980"/>
                    <a:pt x="2478861" y="3468435"/>
                    <a:pt x="2480381" y="3456786"/>
                  </a:cubicBezTo>
                  <a:cubicBezTo>
                    <a:pt x="2481141" y="3451215"/>
                    <a:pt x="2477342" y="3443112"/>
                    <a:pt x="2466453" y="3442352"/>
                  </a:cubicBezTo>
                  <a:close/>
                  <a:moveTo>
                    <a:pt x="2404413" y="3441339"/>
                  </a:moveTo>
                  <a:cubicBezTo>
                    <a:pt x="2390486" y="3441593"/>
                    <a:pt x="2387194" y="3454001"/>
                    <a:pt x="2392512" y="3461091"/>
                  </a:cubicBezTo>
                  <a:cubicBezTo>
                    <a:pt x="2399855" y="3470967"/>
                    <a:pt x="2417074" y="3467422"/>
                    <a:pt x="2418594" y="3455773"/>
                  </a:cubicBezTo>
                  <a:cubicBezTo>
                    <a:pt x="2419100" y="3450455"/>
                    <a:pt x="2415808" y="3441846"/>
                    <a:pt x="2404413" y="3441339"/>
                  </a:cubicBezTo>
                  <a:close/>
                  <a:moveTo>
                    <a:pt x="2356047" y="3454507"/>
                  </a:moveTo>
                  <a:cubicBezTo>
                    <a:pt x="2356553" y="3449443"/>
                    <a:pt x="2353261" y="3440833"/>
                    <a:pt x="2341866" y="3440074"/>
                  </a:cubicBezTo>
                  <a:cubicBezTo>
                    <a:pt x="2329205" y="3440327"/>
                    <a:pt x="2324140" y="3451975"/>
                    <a:pt x="2329965" y="3459825"/>
                  </a:cubicBezTo>
                  <a:cubicBezTo>
                    <a:pt x="2337815" y="3469954"/>
                    <a:pt x="2354781" y="3466409"/>
                    <a:pt x="2356047" y="3454507"/>
                  </a:cubicBezTo>
                  <a:close/>
                  <a:moveTo>
                    <a:pt x="2293753" y="3453494"/>
                  </a:moveTo>
                  <a:cubicBezTo>
                    <a:pt x="2294260" y="3447923"/>
                    <a:pt x="2290208" y="3439820"/>
                    <a:pt x="2279066" y="3439060"/>
                  </a:cubicBezTo>
                  <a:cubicBezTo>
                    <a:pt x="2265139" y="3439567"/>
                    <a:pt x="2262100" y="3451722"/>
                    <a:pt x="2267671" y="3458812"/>
                  </a:cubicBezTo>
                  <a:cubicBezTo>
                    <a:pt x="2275268" y="3468688"/>
                    <a:pt x="2292487" y="3465143"/>
                    <a:pt x="2293753" y="3453494"/>
                  </a:cubicBezTo>
                  <a:close/>
                  <a:moveTo>
                    <a:pt x="2230953" y="3452481"/>
                  </a:moveTo>
                  <a:cubicBezTo>
                    <a:pt x="2231460" y="3447417"/>
                    <a:pt x="2227661" y="3438807"/>
                    <a:pt x="2216266" y="3438301"/>
                  </a:cubicBezTo>
                  <a:cubicBezTo>
                    <a:pt x="2202339" y="3438807"/>
                    <a:pt x="2199300" y="3450962"/>
                    <a:pt x="2205124" y="3458052"/>
                  </a:cubicBezTo>
                  <a:cubicBezTo>
                    <a:pt x="2212721" y="3467928"/>
                    <a:pt x="2229940" y="3464130"/>
                    <a:pt x="2230953" y="3452481"/>
                  </a:cubicBezTo>
                  <a:close/>
                  <a:moveTo>
                    <a:pt x="2168153" y="3451722"/>
                  </a:moveTo>
                  <a:cubicBezTo>
                    <a:pt x="2168660" y="3446151"/>
                    <a:pt x="2164102" y="3438048"/>
                    <a:pt x="2153213" y="3437541"/>
                  </a:cubicBezTo>
                  <a:cubicBezTo>
                    <a:pt x="2140298" y="3438048"/>
                    <a:pt x="2135740" y="3449443"/>
                    <a:pt x="2142071" y="3457293"/>
                  </a:cubicBezTo>
                  <a:cubicBezTo>
                    <a:pt x="2150174" y="3467168"/>
                    <a:pt x="2167394" y="3463623"/>
                    <a:pt x="2168153" y="3451722"/>
                  </a:cubicBezTo>
                  <a:close/>
                  <a:moveTo>
                    <a:pt x="2105100" y="3450962"/>
                  </a:moveTo>
                  <a:cubicBezTo>
                    <a:pt x="2105353" y="3445391"/>
                    <a:pt x="2100795" y="3437288"/>
                    <a:pt x="2089906" y="3436781"/>
                  </a:cubicBezTo>
                  <a:cubicBezTo>
                    <a:pt x="2075726" y="3437288"/>
                    <a:pt x="2073194" y="3449443"/>
                    <a:pt x="2079018" y="3456533"/>
                  </a:cubicBezTo>
                  <a:cubicBezTo>
                    <a:pt x="2087121" y="3466409"/>
                    <a:pt x="2104594" y="3462611"/>
                    <a:pt x="2105100" y="3450962"/>
                  </a:cubicBezTo>
                  <a:close/>
                  <a:moveTo>
                    <a:pt x="2026600" y="3436022"/>
                  </a:moveTo>
                  <a:cubicBezTo>
                    <a:pt x="2013432" y="3436528"/>
                    <a:pt x="2009634" y="3449190"/>
                    <a:pt x="2016977" y="3456786"/>
                  </a:cubicBezTo>
                  <a:cubicBezTo>
                    <a:pt x="2025840" y="3465649"/>
                    <a:pt x="2041540" y="3461597"/>
                    <a:pt x="2042047" y="3450202"/>
                  </a:cubicBezTo>
                  <a:cubicBezTo>
                    <a:pt x="2042300" y="3444631"/>
                    <a:pt x="2037742" y="3436528"/>
                    <a:pt x="2026600" y="3436022"/>
                  </a:cubicBezTo>
                  <a:close/>
                  <a:moveTo>
                    <a:pt x="1964053" y="3435515"/>
                  </a:moveTo>
                  <a:cubicBezTo>
                    <a:pt x="1950885" y="3436022"/>
                    <a:pt x="1947340" y="3448683"/>
                    <a:pt x="1954937" y="3456280"/>
                  </a:cubicBezTo>
                  <a:cubicBezTo>
                    <a:pt x="1963800" y="3465143"/>
                    <a:pt x="1978994" y="3461091"/>
                    <a:pt x="1979247" y="3449696"/>
                  </a:cubicBezTo>
                  <a:cubicBezTo>
                    <a:pt x="1979753" y="3444125"/>
                    <a:pt x="1974942" y="3436022"/>
                    <a:pt x="1964053" y="3435515"/>
                  </a:cubicBezTo>
                  <a:close/>
                  <a:moveTo>
                    <a:pt x="1902519" y="3435009"/>
                  </a:moveTo>
                  <a:cubicBezTo>
                    <a:pt x="1889352" y="3435515"/>
                    <a:pt x="1886060" y="3448177"/>
                    <a:pt x="1893656" y="3455773"/>
                  </a:cubicBezTo>
                  <a:cubicBezTo>
                    <a:pt x="1902519" y="3464636"/>
                    <a:pt x="1917713" y="3460331"/>
                    <a:pt x="1917713" y="3449190"/>
                  </a:cubicBezTo>
                  <a:cubicBezTo>
                    <a:pt x="1917713" y="3443619"/>
                    <a:pt x="1913155" y="3435515"/>
                    <a:pt x="1902519" y="3435009"/>
                  </a:cubicBezTo>
                  <a:close/>
                  <a:moveTo>
                    <a:pt x="1721716" y="3434249"/>
                  </a:moveTo>
                  <a:cubicBezTo>
                    <a:pt x="1709308" y="3434756"/>
                    <a:pt x="1706522" y="3447670"/>
                    <a:pt x="1714119" y="3455267"/>
                  </a:cubicBezTo>
                  <a:cubicBezTo>
                    <a:pt x="1722982" y="3463876"/>
                    <a:pt x="1737416" y="3459825"/>
                    <a:pt x="1736909" y="3448430"/>
                  </a:cubicBezTo>
                  <a:cubicBezTo>
                    <a:pt x="1736909" y="3442859"/>
                    <a:pt x="1732098" y="3434756"/>
                    <a:pt x="1721716" y="3434249"/>
                  </a:cubicBezTo>
                  <a:close/>
                  <a:moveTo>
                    <a:pt x="1678668" y="3448430"/>
                  </a:moveTo>
                  <a:cubicBezTo>
                    <a:pt x="1678414" y="3442859"/>
                    <a:pt x="1673603" y="3434756"/>
                    <a:pt x="1663474" y="3434249"/>
                  </a:cubicBezTo>
                  <a:cubicBezTo>
                    <a:pt x="1650053" y="3435009"/>
                    <a:pt x="1649293" y="3448177"/>
                    <a:pt x="1656384" y="3455267"/>
                  </a:cubicBezTo>
                  <a:cubicBezTo>
                    <a:pt x="1665247" y="3463876"/>
                    <a:pt x="1679174" y="3459572"/>
                    <a:pt x="1678668" y="3448430"/>
                  </a:cubicBezTo>
                  <a:close/>
                  <a:moveTo>
                    <a:pt x="1621185" y="3448430"/>
                  </a:moveTo>
                  <a:cubicBezTo>
                    <a:pt x="1620932" y="3442859"/>
                    <a:pt x="1615868" y="3434756"/>
                    <a:pt x="1605739" y="3434249"/>
                  </a:cubicBezTo>
                  <a:cubicBezTo>
                    <a:pt x="1605232" y="3434249"/>
                    <a:pt x="1604726" y="3434249"/>
                    <a:pt x="1604472" y="3434249"/>
                  </a:cubicBezTo>
                  <a:cubicBezTo>
                    <a:pt x="1593584" y="3435262"/>
                    <a:pt x="1591052" y="3448430"/>
                    <a:pt x="1600168" y="3456026"/>
                  </a:cubicBezTo>
                  <a:cubicBezTo>
                    <a:pt x="1609031" y="3463623"/>
                    <a:pt x="1621692" y="3459065"/>
                    <a:pt x="1621185" y="3448430"/>
                  </a:cubicBezTo>
                  <a:close/>
                  <a:moveTo>
                    <a:pt x="1564210" y="3448430"/>
                  </a:moveTo>
                  <a:cubicBezTo>
                    <a:pt x="1563703" y="3442859"/>
                    <a:pt x="1558892" y="3434756"/>
                    <a:pt x="1549016" y="3434249"/>
                  </a:cubicBezTo>
                  <a:cubicBezTo>
                    <a:pt x="1548510" y="3434249"/>
                    <a:pt x="1548003" y="3434249"/>
                    <a:pt x="1547750" y="3434249"/>
                  </a:cubicBezTo>
                  <a:cubicBezTo>
                    <a:pt x="1537114" y="3435262"/>
                    <a:pt x="1534835" y="3448430"/>
                    <a:pt x="1543952" y="3456026"/>
                  </a:cubicBezTo>
                  <a:cubicBezTo>
                    <a:pt x="1552814" y="3463876"/>
                    <a:pt x="1564969" y="3459065"/>
                    <a:pt x="1564210" y="3448430"/>
                  </a:cubicBezTo>
                  <a:close/>
                  <a:moveTo>
                    <a:pt x="1493053" y="3434756"/>
                  </a:moveTo>
                  <a:cubicBezTo>
                    <a:pt x="1492800" y="3434756"/>
                    <a:pt x="1492040" y="3434756"/>
                    <a:pt x="1491787" y="3434756"/>
                  </a:cubicBezTo>
                  <a:cubicBezTo>
                    <a:pt x="1481151" y="3436022"/>
                    <a:pt x="1479126" y="3448936"/>
                    <a:pt x="1488242" y="3456533"/>
                  </a:cubicBezTo>
                  <a:cubicBezTo>
                    <a:pt x="1497358" y="3464130"/>
                    <a:pt x="1509259" y="3459319"/>
                    <a:pt x="1508247" y="3448683"/>
                  </a:cubicBezTo>
                  <a:cubicBezTo>
                    <a:pt x="1507740" y="3443112"/>
                    <a:pt x="1502676" y="3435009"/>
                    <a:pt x="1493053" y="3434756"/>
                  </a:cubicBezTo>
                  <a:close/>
                  <a:moveTo>
                    <a:pt x="1453297" y="3448936"/>
                  </a:moveTo>
                  <a:cubicBezTo>
                    <a:pt x="1452790" y="3443365"/>
                    <a:pt x="1447726" y="3435262"/>
                    <a:pt x="1437850" y="3435009"/>
                  </a:cubicBezTo>
                  <a:cubicBezTo>
                    <a:pt x="1437343" y="3435009"/>
                    <a:pt x="1436837" y="3435009"/>
                    <a:pt x="1436584" y="3435009"/>
                  </a:cubicBezTo>
                  <a:cubicBezTo>
                    <a:pt x="1426455" y="3436275"/>
                    <a:pt x="1424429" y="3449190"/>
                    <a:pt x="1433545" y="3456786"/>
                  </a:cubicBezTo>
                  <a:cubicBezTo>
                    <a:pt x="1442661" y="3464383"/>
                    <a:pt x="1454563" y="3459825"/>
                    <a:pt x="1453297" y="3448936"/>
                  </a:cubicBezTo>
                  <a:close/>
                  <a:moveTo>
                    <a:pt x="1399359" y="3449443"/>
                  </a:moveTo>
                  <a:cubicBezTo>
                    <a:pt x="1398600" y="3443872"/>
                    <a:pt x="1393535" y="3435768"/>
                    <a:pt x="1384166" y="3435515"/>
                  </a:cubicBezTo>
                  <a:cubicBezTo>
                    <a:pt x="1383913" y="3435515"/>
                    <a:pt x="1383406" y="3435515"/>
                    <a:pt x="1382900" y="3435515"/>
                  </a:cubicBezTo>
                  <a:cubicBezTo>
                    <a:pt x="1372771" y="3436781"/>
                    <a:pt x="1371251" y="3449696"/>
                    <a:pt x="1380114" y="3457293"/>
                  </a:cubicBezTo>
                  <a:cubicBezTo>
                    <a:pt x="1388977" y="3464890"/>
                    <a:pt x="1400626" y="3460078"/>
                    <a:pt x="1399359" y="3449443"/>
                  </a:cubicBezTo>
                  <a:close/>
                  <a:moveTo>
                    <a:pt x="286179" y="3515282"/>
                  </a:moveTo>
                  <a:cubicBezTo>
                    <a:pt x="288458" y="3516294"/>
                    <a:pt x="287698" y="3510976"/>
                    <a:pt x="284406" y="3503380"/>
                  </a:cubicBezTo>
                  <a:cubicBezTo>
                    <a:pt x="281874" y="3497809"/>
                    <a:pt x="277569" y="3489959"/>
                    <a:pt x="275037" y="3489959"/>
                  </a:cubicBezTo>
                  <a:cubicBezTo>
                    <a:pt x="271491" y="3491985"/>
                    <a:pt x="282380" y="3513509"/>
                    <a:pt x="286179" y="3515282"/>
                  </a:cubicBezTo>
                  <a:close/>
                  <a:moveTo>
                    <a:pt x="274530" y="3518067"/>
                  </a:moveTo>
                  <a:cubicBezTo>
                    <a:pt x="276556" y="3519080"/>
                    <a:pt x="275796" y="3513762"/>
                    <a:pt x="272504" y="3506165"/>
                  </a:cubicBezTo>
                  <a:cubicBezTo>
                    <a:pt x="269972" y="3500594"/>
                    <a:pt x="265667" y="3492744"/>
                    <a:pt x="263641" y="3492998"/>
                  </a:cubicBezTo>
                  <a:cubicBezTo>
                    <a:pt x="260349" y="3494770"/>
                    <a:pt x="271238" y="3516294"/>
                    <a:pt x="274530" y="3518067"/>
                  </a:cubicBezTo>
                  <a:close/>
                  <a:moveTo>
                    <a:pt x="264908" y="3520852"/>
                  </a:moveTo>
                  <a:cubicBezTo>
                    <a:pt x="266427" y="3521106"/>
                    <a:pt x="265161" y="3515788"/>
                    <a:pt x="262122" y="3508951"/>
                  </a:cubicBezTo>
                  <a:cubicBezTo>
                    <a:pt x="259590" y="3503380"/>
                    <a:pt x="255285" y="3495783"/>
                    <a:pt x="253512" y="3495783"/>
                  </a:cubicBezTo>
                  <a:cubicBezTo>
                    <a:pt x="250220" y="3498062"/>
                    <a:pt x="262629" y="3520599"/>
                    <a:pt x="264908" y="3520852"/>
                  </a:cubicBezTo>
                  <a:close/>
                  <a:moveTo>
                    <a:pt x="256551" y="3523891"/>
                  </a:moveTo>
                  <a:cubicBezTo>
                    <a:pt x="257817" y="3524144"/>
                    <a:pt x="256298" y="3518827"/>
                    <a:pt x="253259" y="3511990"/>
                  </a:cubicBezTo>
                  <a:cubicBezTo>
                    <a:pt x="250727" y="3506419"/>
                    <a:pt x="246675" y="3498822"/>
                    <a:pt x="244903" y="3498822"/>
                  </a:cubicBezTo>
                  <a:cubicBezTo>
                    <a:pt x="242370" y="3500848"/>
                    <a:pt x="254525" y="3523385"/>
                    <a:pt x="256551" y="3523891"/>
                  </a:cubicBezTo>
                  <a:close/>
                  <a:moveTo>
                    <a:pt x="238066" y="3501607"/>
                  </a:moveTo>
                  <a:cubicBezTo>
                    <a:pt x="236800" y="3503380"/>
                    <a:pt x="247688" y="3526930"/>
                    <a:pt x="249967" y="3526677"/>
                  </a:cubicBezTo>
                  <a:cubicBezTo>
                    <a:pt x="250727" y="3525664"/>
                    <a:pt x="247941" y="3518827"/>
                    <a:pt x="245916" y="3514775"/>
                  </a:cubicBezTo>
                  <a:cubicBezTo>
                    <a:pt x="243637" y="3509457"/>
                    <a:pt x="239332" y="3501607"/>
                    <a:pt x="238066" y="3501607"/>
                  </a:cubicBezTo>
                  <a:close/>
                  <a:moveTo>
                    <a:pt x="233001" y="3504646"/>
                  </a:moveTo>
                  <a:cubicBezTo>
                    <a:pt x="231988" y="3506419"/>
                    <a:pt x="243130" y="3529968"/>
                    <a:pt x="244903" y="3529715"/>
                  </a:cubicBezTo>
                  <a:cubicBezTo>
                    <a:pt x="245409" y="3528703"/>
                    <a:pt x="242370" y="3521865"/>
                    <a:pt x="240598" y="3517814"/>
                  </a:cubicBezTo>
                  <a:cubicBezTo>
                    <a:pt x="238066" y="3512243"/>
                    <a:pt x="234014" y="3504646"/>
                    <a:pt x="233001" y="3504646"/>
                  </a:cubicBezTo>
                  <a:close/>
                  <a:moveTo>
                    <a:pt x="229709" y="3507685"/>
                  </a:moveTo>
                  <a:cubicBezTo>
                    <a:pt x="229456" y="3508951"/>
                    <a:pt x="239585" y="3531741"/>
                    <a:pt x="241611" y="3532754"/>
                  </a:cubicBezTo>
                  <a:cubicBezTo>
                    <a:pt x="241864" y="3531741"/>
                    <a:pt x="238825" y="3524651"/>
                    <a:pt x="236800" y="3520852"/>
                  </a:cubicBezTo>
                  <a:cubicBezTo>
                    <a:pt x="236800" y="3520852"/>
                    <a:pt x="230975" y="3508444"/>
                    <a:pt x="229709" y="3507685"/>
                  </a:cubicBezTo>
                  <a:close/>
                  <a:moveTo>
                    <a:pt x="234774" y="3523891"/>
                  </a:moveTo>
                  <a:cubicBezTo>
                    <a:pt x="234520" y="3523385"/>
                    <a:pt x="228949" y="3511230"/>
                    <a:pt x="227937" y="3510723"/>
                  </a:cubicBezTo>
                  <a:cubicBezTo>
                    <a:pt x="227937" y="3511990"/>
                    <a:pt x="238319" y="3534780"/>
                    <a:pt x="239838" y="3535793"/>
                  </a:cubicBezTo>
                  <a:cubicBezTo>
                    <a:pt x="239838" y="3535033"/>
                    <a:pt x="236546" y="3527943"/>
                    <a:pt x="234774" y="3523891"/>
                  </a:cubicBezTo>
                  <a:close/>
                  <a:moveTo>
                    <a:pt x="227937" y="3514015"/>
                  </a:moveTo>
                  <a:cubicBezTo>
                    <a:pt x="228443" y="3515282"/>
                    <a:pt x="239079" y="3538072"/>
                    <a:pt x="239838" y="3539085"/>
                  </a:cubicBezTo>
                  <a:cubicBezTo>
                    <a:pt x="239585" y="3538072"/>
                    <a:pt x="236040" y="3530728"/>
                    <a:pt x="234267" y="3527183"/>
                  </a:cubicBezTo>
                  <a:cubicBezTo>
                    <a:pt x="234267" y="3526930"/>
                    <a:pt x="228443" y="3514522"/>
                    <a:pt x="227937" y="3514015"/>
                  </a:cubicBezTo>
                  <a:close/>
                  <a:moveTo>
                    <a:pt x="4663188" y="3548454"/>
                  </a:moveTo>
                  <a:cubicBezTo>
                    <a:pt x="4663947" y="3550480"/>
                    <a:pt x="4667746" y="3545669"/>
                    <a:pt x="4671544" y="3538325"/>
                  </a:cubicBezTo>
                  <a:cubicBezTo>
                    <a:pt x="4674330" y="3533007"/>
                    <a:pt x="4677369" y="3524651"/>
                    <a:pt x="4675596" y="3523638"/>
                  </a:cubicBezTo>
                  <a:cubicBezTo>
                    <a:pt x="4671544" y="3523638"/>
                    <a:pt x="4661922" y="3545415"/>
                    <a:pt x="4663188" y="3548454"/>
                  </a:cubicBezTo>
                  <a:close/>
                  <a:moveTo>
                    <a:pt x="3578622" y="3422854"/>
                  </a:moveTo>
                  <a:cubicBezTo>
                    <a:pt x="3567226" y="3422854"/>
                    <a:pt x="3560136" y="3435515"/>
                    <a:pt x="3564188" y="3443365"/>
                  </a:cubicBezTo>
                  <a:cubicBezTo>
                    <a:pt x="3568745" y="3452481"/>
                    <a:pt x="3583179" y="3448683"/>
                    <a:pt x="3586978" y="3437541"/>
                  </a:cubicBezTo>
                  <a:cubicBezTo>
                    <a:pt x="3588750" y="3432477"/>
                    <a:pt x="3587991" y="3423867"/>
                    <a:pt x="3578622" y="3422854"/>
                  </a:cubicBezTo>
                  <a:close/>
                  <a:moveTo>
                    <a:pt x="3525697" y="3420322"/>
                  </a:moveTo>
                  <a:cubicBezTo>
                    <a:pt x="3514302" y="3420322"/>
                    <a:pt x="3507212" y="3432983"/>
                    <a:pt x="3511263" y="3440833"/>
                  </a:cubicBezTo>
                  <a:cubicBezTo>
                    <a:pt x="3516075" y="3449949"/>
                    <a:pt x="3530508" y="3446404"/>
                    <a:pt x="3534560" y="3435009"/>
                  </a:cubicBezTo>
                  <a:cubicBezTo>
                    <a:pt x="3536333" y="3429438"/>
                    <a:pt x="3534813" y="3421335"/>
                    <a:pt x="3525697" y="3420322"/>
                  </a:cubicBezTo>
                  <a:close/>
                  <a:moveTo>
                    <a:pt x="3472266" y="3417790"/>
                  </a:moveTo>
                  <a:cubicBezTo>
                    <a:pt x="3460618" y="3417790"/>
                    <a:pt x="3453781" y="3430451"/>
                    <a:pt x="3458086" y="3438301"/>
                  </a:cubicBezTo>
                  <a:cubicBezTo>
                    <a:pt x="3463150" y="3447417"/>
                    <a:pt x="3477584" y="3443872"/>
                    <a:pt x="3481383" y="3432477"/>
                  </a:cubicBezTo>
                  <a:cubicBezTo>
                    <a:pt x="3482902" y="3427412"/>
                    <a:pt x="3481889" y="3418802"/>
                    <a:pt x="3472266" y="3417790"/>
                  </a:cubicBezTo>
                  <a:close/>
                  <a:moveTo>
                    <a:pt x="3427192" y="3430198"/>
                  </a:moveTo>
                  <a:cubicBezTo>
                    <a:pt x="3428712" y="3425133"/>
                    <a:pt x="3427699" y="3416523"/>
                    <a:pt x="3417823" y="3415511"/>
                  </a:cubicBezTo>
                  <a:cubicBezTo>
                    <a:pt x="3405921" y="3415511"/>
                    <a:pt x="3399084" y="3428172"/>
                    <a:pt x="3403642" y="3436022"/>
                  </a:cubicBezTo>
                  <a:cubicBezTo>
                    <a:pt x="3408960" y="3445138"/>
                    <a:pt x="3423647" y="3441339"/>
                    <a:pt x="3427192" y="3430198"/>
                  </a:cubicBezTo>
                  <a:close/>
                  <a:moveTo>
                    <a:pt x="3372495" y="3427665"/>
                  </a:moveTo>
                  <a:cubicBezTo>
                    <a:pt x="3374015" y="3422601"/>
                    <a:pt x="3372749" y="3413991"/>
                    <a:pt x="3362620" y="3412978"/>
                  </a:cubicBezTo>
                  <a:cubicBezTo>
                    <a:pt x="3350718" y="3412978"/>
                    <a:pt x="3343881" y="3425639"/>
                    <a:pt x="3348692" y="3433489"/>
                  </a:cubicBezTo>
                  <a:cubicBezTo>
                    <a:pt x="3354010" y="3442606"/>
                    <a:pt x="3369204" y="3438807"/>
                    <a:pt x="3372495" y="3427665"/>
                  </a:cubicBezTo>
                  <a:close/>
                  <a:moveTo>
                    <a:pt x="3317039" y="3425386"/>
                  </a:moveTo>
                  <a:cubicBezTo>
                    <a:pt x="3318812" y="3419815"/>
                    <a:pt x="3316533" y="3411459"/>
                    <a:pt x="3306910" y="3410699"/>
                  </a:cubicBezTo>
                  <a:cubicBezTo>
                    <a:pt x="3295008" y="3410699"/>
                    <a:pt x="3288171" y="3423361"/>
                    <a:pt x="3292982" y="3431464"/>
                  </a:cubicBezTo>
                  <a:cubicBezTo>
                    <a:pt x="3298807" y="3440580"/>
                    <a:pt x="3313747" y="3436781"/>
                    <a:pt x="3317039" y="3425386"/>
                  </a:cubicBezTo>
                  <a:close/>
                  <a:moveTo>
                    <a:pt x="3260823" y="3423107"/>
                  </a:moveTo>
                  <a:cubicBezTo>
                    <a:pt x="3262342" y="3418043"/>
                    <a:pt x="3260823" y="3409433"/>
                    <a:pt x="3250441" y="3408420"/>
                  </a:cubicBezTo>
                  <a:cubicBezTo>
                    <a:pt x="3237779" y="3408673"/>
                    <a:pt x="3232462" y="3420828"/>
                    <a:pt x="3236007" y="3428172"/>
                  </a:cubicBezTo>
                  <a:cubicBezTo>
                    <a:pt x="3241071" y="3438301"/>
                    <a:pt x="3257531" y="3435009"/>
                    <a:pt x="3260823" y="3423107"/>
                  </a:cubicBezTo>
                  <a:close/>
                  <a:moveTo>
                    <a:pt x="3193465" y="3406394"/>
                  </a:moveTo>
                  <a:cubicBezTo>
                    <a:pt x="3181563" y="3406648"/>
                    <a:pt x="3174979" y="3418043"/>
                    <a:pt x="3179031" y="3426146"/>
                  </a:cubicBezTo>
                  <a:cubicBezTo>
                    <a:pt x="3184349" y="3436528"/>
                    <a:pt x="3200808" y="3433236"/>
                    <a:pt x="3204100" y="3421082"/>
                  </a:cubicBezTo>
                  <a:cubicBezTo>
                    <a:pt x="3205620" y="3415764"/>
                    <a:pt x="3203847" y="3407407"/>
                    <a:pt x="3193465" y="3406394"/>
                  </a:cubicBezTo>
                  <a:close/>
                  <a:moveTo>
                    <a:pt x="3146871" y="3419056"/>
                  </a:moveTo>
                  <a:cubicBezTo>
                    <a:pt x="3148391" y="3413485"/>
                    <a:pt x="3145858" y="3405128"/>
                    <a:pt x="3135729" y="3404369"/>
                  </a:cubicBezTo>
                  <a:cubicBezTo>
                    <a:pt x="3122815" y="3404622"/>
                    <a:pt x="3117750" y="3416776"/>
                    <a:pt x="3121549" y="3424120"/>
                  </a:cubicBezTo>
                  <a:cubicBezTo>
                    <a:pt x="3126867" y="3433996"/>
                    <a:pt x="3143579" y="3430704"/>
                    <a:pt x="3146871" y="3419056"/>
                  </a:cubicBezTo>
                  <a:close/>
                  <a:moveTo>
                    <a:pt x="3088629" y="3416776"/>
                  </a:moveTo>
                  <a:cubicBezTo>
                    <a:pt x="3089895" y="3411459"/>
                    <a:pt x="3088123" y="3403102"/>
                    <a:pt x="3077487" y="3402090"/>
                  </a:cubicBezTo>
                  <a:cubicBezTo>
                    <a:pt x="3064320" y="3402343"/>
                    <a:pt x="3059508" y="3414497"/>
                    <a:pt x="3063560" y="3421841"/>
                  </a:cubicBezTo>
                  <a:cubicBezTo>
                    <a:pt x="3068878" y="3431970"/>
                    <a:pt x="3085591" y="3428678"/>
                    <a:pt x="3088629" y="3416776"/>
                  </a:cubicBezTo>
                  <a:close/>
                  <a:moveTo>
                    <a:pt x="3030134" y="3415004"/>
                  </a:moveTo>
                  <a:cubicBezTo>
                    <a:pt x="3031400" y="3409686"/>
                    <a:pt x="3029374" y="3401330"/>
                    <a:pt x="3018739" y="3400317"/>
                  </a:cubicBezTo>
                  <a:cubicBezTo>
                    <a:pt x="3006584" y="3400570"/>
                    <a:pt x="3000254" y="3411965"/>
                    <a:pt x="3004812" y="3420068"/>
                  </a:cubicBezTo>
                  <a:cubicBezTo>
                    <a:pt x="3010636" y="3430198"/>
                    <a:pt x="3027095" y="3426906"/>
                    <a:pt x="3030134" y="3415004"/>
                  </a:cubicBezTo>
                  <a:close/>
                  <a:moveTo>
                    <a:pt x="2971133" y="3412978"/>
                  </a:moveTo>
                  <a:cubicBezTo>
                    <a:pt x="2972399" y="3407661"/>
                    <a:pt x="2970120" y="3399304"/>
                    <a:pt x="2959231" y="3398291"/>
                  </a:cubicBezTo>
                  <a:cubicBezTo>
                    <a:pt x="2946063" y="3398544"/>
                    <a:pt x="2941252" y="3410699"/>
                    <a:pt x="2945557" y="3418043"/>
                  </a:cubicBezTo>
                  <a:cubicBezTo>
                    <a:pt x="2951128" y="3428172"/>
                    <a:pt x="2968347" y="3424880"/>
                    <a:pt x="2971133" y="3412978"/>
                  </a:cubicBezTo>
                  <a:close/>
                  <a:moveTo>
                    <a:pt x="2911371" y="3411206"/>
                  </a:moveTo>
                  <a:cubicBezTo>
                    <a:pt x="2912637" y="3405635"/>
                    <a:pt x="2909599" y="3397278"/>
                    <a:pt x="2899216" y="3396519"/>
                  </a:cubicBezTo>
                  <a:cubicBezTo>
                    <a:pt x="2885795" y="3396772"/>
                    <a:pt x="2881237" y="3408926"/>
                    <a:pt x="2885542" y="3416270"/>
                  </a:cubicBezTo>
                  <a:cubicBezTo>
                    <a:pt x="2891620" y="3426399"/>
                    <a:pt x="2908839" y="3423107"/>
                    <a:pt x="2911371" y="3411206"/>
                  </a:cubicBezTo>
                  <a:close/>
                  <a:moveTo>
                    <a:pt x="2851103" y="3409433"/>
                  </a:moveTo>
                  <a:cubicBezTo>
                    <a:pt x="2852116" y="3404115"/>
                    <a:pt x="2849837" y="3395759"/>
                    <a:pt x="2838695" y="3394746"/>
                  </a:cubicBezTo>
                  <a:cubicBezTo>
                    <a:pt x="2825274" y="3394999"/>
                    <a:pt x="2820716" y="3407154"/>
                    <a:pt x="2825274" y="3414497"/>
                  </a:cubicBezTo>
                  <a:cubicBezTo>
                    <a:pt x="2831605" y="3424627"/>
                    <a:pt x="2848824" y="3421335"/>
                    <a:pt x="2851103" y="3409433"/>
                  </a:cubicBezTo>
                  <a:close/>
                  <a:moveTo>
                    <a:pt x="2790582" y="3407661"/>
                  </a:moveTo>
                  <a:cubicBezTo>
                    <a:pt x="2791595" y="3402343"/>
                    <a:pt x="2789063" y="3393986"/>
                    <a:pt x="2777921" y="3392973"/>
                  </a:cubicBezTo>
                  <a:cubicBezTo>
                    <a:pt x="2765513" y="3393227"/>
                    <a:pt x="2759436" y="3404875"/>
                    <a:pt x="2764500" y="3412725"/>
                  </a:cubicBezTo>
                  <a:cubicBezTo>
                    <a:pt x="2771337" y="3423107"/>
                    <a:pt x="2788303" y="3419815"/>
                    <a:pt x="2790582" y="3407661"/>
                  </a:cubicBezTo>
                  <a:close/>
                  <a:moveTo>
                    <a:pt x="2703473" y="3411459"/>
                  </a:moveTo>
                  <a:cubicBezTo>
                    <a:pt x="2710057" y="3421588"/>
                    <a:pt x="2727276" y="3418043"/>
                    <a:pt x="2729555" y="3406141"/>
                  </a:cubicBezTo>
                  <a:cubicBezTo>
                    <a:pt x="2730568" y="3400570"/>
                    <a:pt x="2727276" y="3392214"/>
                    <a:pt x="2716387" y="3391454"/>
                  </a:cubicBezTo>
                  <a:cubicBezTo>
                    <a:pt x="2702966" y="3391960"/>
                    <a:pt x="2698661" y="3404115"/>
                    <a:pt x="2703473" y="3411459"/>
                  </a:cubicBezTo>
                  <a:close/>
                  <a:moveTo>
                    <a:pt x="2654853" y="3389935"/>
                  </a:moveTo>
                  <a:cubicBezTo>
                    <a:pt x="2641179" y="3390188"/>
                    <a:pt x="2637128" y="3402596"/>
                    <a:pt x="2641939" y="3409686"/>
                  </a:cubicBezTo>
                  <a:cubicBezTo>
                    <a:pt x="2648776" y="3419815"/>
                    <a:pt x="2665995" y="3416270"/>
                    <a:pt x="2668021" y="3404369"/>
                  </a:cubicBezTo>
                  <a:cubicBezTo>
                    <a:pt x="2669034" y="3399304"/>
                    <a:pt x="2666249" y="3390948"/>
                    <a:pt x="2654853" y="3389935"/>
                  </a:cubicBezTo>
                  <a:close/>
                  <a:moveTo>
                    <a:pt x="2580152" y="3408420"/>
                  </a:moveTo>
                  <a:cubicBezTo>
                    <a:pt x="2587242" y="3418549"/>
                    <a:pt x="2604461" y="3415257"/>
                    <a:pt x="2606487" y="3403102"/>
                  </a:cubicBezTo>
                  <a:cubicBezTo>
                    <a:pt x="2607247" y="3397784"/>
                    <a:pt x="2604461" y="3389428"/>
                    <a:pt x="2593066" y="3388415"/>
                  </a:cubicBezTo>
                  <a:cubicBezTo>
                    <a:pt x="2580152" y="3388922"/>
                    <a:pt x="2574581" y="3400570"/>
                    <a:pt x="2580152" y="3408420"/>
                  </a:cubicBezTo>
                  <a:close/>
                  <a:moveTo>
                    <a:pt x="2530520" y="3387149"/>
                  </a:moveTo>
                  <a:cubicBezTo>
                    <a:pt x="2516592" y="3387402"/>
                    <a:pt x="2512794" y="3399810"/>
                    <a:pt x="2517858" y="3407154"/>
                  </a:cubicBezTo>
                  <a:cubicBezTo>
                    <a:pt x="2524949" y="3417283"/>
                    <a:pt x="2542421" y="3413738"/>
                    <a:pt x="2544194" y="3401836"/>
                  </a:cubicBezTo>
                  <a:cubicBezTo>
                    <a:pt x="2544953" y="3396519"/>
                    <a:pt x="2541915" y="3387909"/>
                    <a:pt x="2530520" y="3387149"/>
                  </a:cubicBezTo>
                  <a:close/>
                  <a:moveTo>
                    <a:pt x="2467719" y="3385883"/>
                  </a:moveTo>
                  <a:cubicBezTo>
                    <a:pt x="2454805" y="3386136"/>
                    <a:pt x="2449740" y="3397784"/>
                    <a:pt x="2455311" y="3405888"/>
                  </a:cubicBezTo>
                  <a:cubicBezTo>
                    <a:pt x="2462655" y="3416017"/>
                    <a:pt x="2480128" y="3412472"/>
                    <a:pt x="2481647" y="3400570"/>
                  </a:cubicBezTo>
                  <a:cubicBezTo>
                    <a:pt x="2482660" y="3394999"/>
                    <a:pt x="2478861" y="3386643"/>
                    <a:pt x="2467719" y="3385883"/>
                  </a:cubicBezTo>
                  <a:close/>
                  <a:moveTo>
                    <a:pt x="2404920" y="3384870"/>
                  </a:moveTo>
                  <a:cubicBezTo>
                    <a:pt x="2390992" y="3385123"/>
                    <a:pt x="2387447" y="3397531"/>
                    <a:pt x="2392765" y="3404875"/>
                  </a:cubicBezTo>
                  <a:cubicBezTo>
                    <a:pt x="2400108" y="3415004"/>
                    <a:pt x="2417581" y="3411206"/>
                    <a:pt x="2419100" y="3399557"/>
                  </a:cubicBezTo>
                  <a:cubicBezTo>
                    <a:pt x="2419607" y="3393986"/>
                    <a:pt x="2416315" y="3385630"/>
                    <a:pt x="2404920" y="3384870"/>
                  </a:cubicBezTo>
                  <a:close/>
                  <a:moveTo>
                    <a:pt x="2356047" y="3398291"/>
                  </a:moveTo>
                  <a:cubicBezTo>
                    <a:pt x="2356553" y="3392973"/>
                    <a:pt x="2353261" y="3384617"/>
                    <a:pt x="2341613" y="3383857"/>
                  </a:cubicBezTo>
                  <a:cubicBezTo>
                    <a:pt x="2328698" y="3384110"/>
                    <a:pt x="2323634" y="3395759"/>
                    <a:pt x="2329711" y="3403862"/>
                  </a:cubicBezTo>
                  <a:cubicBezTo>
                    <a:pt x="2337561" y="3413738"/>
                    <a:pt x="2354781" y="3410193"/>
                    <a:pt x="2356047" y="3398291"/>
                  </a:cubicBezTo>
                  <a:close/>
                  <a:moveTo>
                    <a:pt x="2292994" y="3397025"/>
                  </a:moveTo>
                  <a:cubicBezTo>
                    <a:pt x="2293500" y="3391454"/>
                    <a:pt x="2289449" y="3383098"/>
                    <a:pt x="2278307" y="3382591"/>
                  </a:cubicBezTo>
                  <a:cubicBezTo>
                    <a:pt x="2264126" y="3383098"/>
                    <a:pt x="2261087" y="3395252"/>
                    <a:pt x="2266658" y="3402596"/>
                  </a:cubicBezTo>
                  <a:cubicBezTo>
                    <a:pt x="2274002" y="3412725"/>
                    <a:pt x="2291728" y="3408926"/>
                    <a:pt x="2292994" y="3397025"/>
                  </a:cubicBezTo>
                  <a:close/>
                  <a:moveTo>
                    <a:pt x="2229434" y="3396265"/>
                  </a:moveTo>
                  <a:cubicBezTo>
                    <a:pt x="2229940" y="3390948"/>
                    <a:pt x="2226142" y="3382591"/>
                    <a:pt x="2214494" y="3381831"/>
                  </a:cubicBezTo>
                  <a:cubicBezTo>
                    <a:pt x="2200313" y="3382338"/>
                    <a:pt x="2197527" y="3394493"/>
                    <a:pt x="2203098" y="3401836"/>
                  </a:cubicBezTo>
                  <a:cubicBezTo>
                    <a:pt x="2210948" y="3411712"/>
                    <a:pt x="2228421" y="3408167"/>
                    <a:pt x="2229434" y="3396265"/>
                  </a:cubicBezTo>
                  <a:close/>
                  <a:moveTo>
                    <a:pt x="2150681" y="3380818"/>
                  </a:moveTo>
                  <a:cubicBezTo>
                    <a:pt x="2137766" y="3381325"/>
                    <a:pt x="2132955" y="3392973"/>
                    <a:pt x="2139286" y="3400823"/>
                  </a:cubicBezTo>
                  <a:cubicBezTo>
                    <a:pt x="2147642" y="3410952"/>
                    <a:pt x="2164861" y="3407407"/>
                    <a:pt x="2165621" y="3395252"/>
                  </a:cubicBezTo>
                  <a:cubicBezTo>
                    <a:pt x="2166128" y="3389681"/>
                    <a:pt x="2161823" y="3381578"/>
                    <a:pt x="2150681" y="3380818"/>
                  </a:cubicBezTo>
                  <a:close/>
                  <a:moveTo>
                    <a:pt x="2102061" y="3394493"/>
                  </a:moveTo>
                  <a:cubicBezTo>
                    <a:pt x="2102314" y="3388922"/>
                    <a:pt x="2098010" y="3380565"/>
                    <a:pt x="2086868" y="3380059"/>
                  </a:cubicBezTo>
                  <a:cubicBezTo>
                    <a:pt x="2072687" y="3380565"/>
                    <a:pt x="2069902" y="3392973"/>
                    <a:pt x="2075726" y="3400064"/>
                  </a:cubicBezTo>
                  <a:cubicBezTo>
                    <a:pt x="2083829" y="3410193"/>
                    <a:pt x="2101302" y="3406394"/>
                    <a:pt x="2102061" y="3394493"/>
                  </a:cubicBezTo>
                  <a:close/>
                  <a:moveTo>
                    <a:pt x="2038248" y="3393986"/>
                  </a:moveTo>
                  <a:cubicBezTo>
                    <a:pt x="2038502" y="3388415"/>
                    <a:pt x="2033944" y="3380059"/>
                    <a:pt x="2022548" y="3379553"/>
                  </a:cubicBezTo>
                  <a:cubicBezTo>
                    <a:pt x="2009127" y="3380059"/>
                    <a:pt x="2005076" y="3392973"/>
                    <a:pt x="2012926" y="3400570"/>
                  </a:cubicBezTo>
                  <a:cubicBezTo>
                    <a:pt x="2021789" y="3409686"/>
                    <a:pt x="2037742" y="3405381"/>
                    <a:pt x="2038248" y="3393986"/>
                  </a:cubicBezTo>
                  <a:close/>
                  <a:moveTo>
                    <a:pt x="1974942" y="3393227"/>
                  </a:moveTo>
                  <a:cubicBezTo>
                    <a:pt x="1975195" y="3387656"/>
                    <a:pt x="1970384" y="3379299"/>
                    <a:pt x="1959495" y="3378793"/>
                  </a:cubicBezTo>
                  <a:cubicBezTo>
                    <a:pt x="1946327" y="3379299"/>
                    <a:pt x="1942529" y="3392214"/>
                    <a:pt x="1950126" y="3399810"/>
                  </a:cubicBezTo>
                  <a:cubicBezTo>
                    <a:pt x="1958989" y="3408926"/>
                    <a:pt x="1974435" y="3404875"/>
                    <a:pt x="1974942" y="3393227"/>
                  </a:cubicBezTo>
                  <a:close/>
                  <a:moveTo>
                    <a:pt x="1912395" y="3392973"/>
                  </a:moveTo>
                  <a:cubicBezTo>
                    <a:pt x="1912395" y="3387402"/>
                    <a:pt x="1907837" y="3379046"/>
                    <a:pt x="1896948" y="3378539"/>
                  </a:cubicBezTo>
                  <a:cubicBezTo>
                    <a:pt x="1883781" y="3379046"/>
                    <a:pt x="1880235" y="3391960"/>
                    <a:pt x="1887832" y="3399557"/>
                  </a:cubicBezTo>
                  <a:cubicBezTo>
                    <a:pt x="1896948" y="3408420"/>
                    <a:pt x="1912142" y="3404115"/>
                    <a:pt x="1912395" y="3392973"/>
                  </a:cubicBezTo>
                  <a:close/>
                  <a:moveTo>
                    <a:pt x="1850608" y="3392467"/>
                  </a:moveTo>
                  <a:cubicBezTo>
                    <a:pt x="1850608" y="3386896"/>
                    <a:pt x="1845797" y="3378793"/>
                    <a:pt x="1834908" y="3378033"/>
                  </a:cubicBezTo>
                  <a:cubicBezTo>
                    <a:pt x="1821993" y="3378539"/>
                    <a:pt x="1818702" y="3391454"/>
                    <a:pt x="1826298" y="3399051"/>
                  </a:cubicBezTo>
                  <a:cubicBezTo>
                    <a:pt x="1835668" y="3408167"/>
                    <a:pt x="1850608" y="3404115"/>
                    <a:pt x="1850608" y="3392467"/>
                  </a:cubicBezTo>
                  <a:close/>
                  <a:moveTo>
                    <a:pt x="1789581" y="3392214"/>
                  </a:moveTo>
                  <a:cubicBezTo>
                    <a:pt x="1789581" y="3386643"/>
                    <a:pt x="1784769" y="3378539"/>
                    <a:pt x="1774134" y="3377780"/>
                  </a:cubicBezTo>
                  <a:cubicBezTo>
                    <a:pt x="1761472" y="3378286"/>
                    <a:pt x="1758434" y="3391201"/>
                    <a:pt x="1766031" y="3398798"/>
                  </a:cubicBezTo>
                  <a:cubicBezTo>
                    <a:pt x="1775147" y="3407914"/>
                    <a:pt x="1789834" y="3403609"/>
                    <a:pt x="1789581" y="3392214"/>
                  </a:cubicBezTo>
                  <a:close/>
                  <a:moveTo>
                    <a:pt x="1729566" y="3391960"/>
                  </a:moveTo>
                  <a:cubicBezTo>
                    <a:pt x="1729566" y="3386389"/>
                    <a:pt x="1724501" y="3378286"/>
                    <a:pt x="1714119" y="3377780"/>
                  </a:cubicBezTo>
                  <a:cubicBezTo>
                    <a:pt x="1701458" y="3378286"/>
                    <a:pt x="1698673" y="3391201"/>
                    <a:pt x="1706269" y="3399051"/>
                  </a:cubicBezTo>
                  <a:cubicBezTo>
                    <a:pt x="1715385" y="3407661"/>
                    <a:pt x="1729819" y="3403355"/>
                    <a:pt x="1729566" y="3391960"/>
                  </a:cubicBezTo>
                  <a:close/>
                  <a:moveTo>
                    <a:pt x="1670564" y="3391960"/>
                  </a:moveTo>
                  <a:cubicBezTo>
                    <a:pt x="1670311" y="3386389"/>
                    <a:pt x="1665500" y="3378286"/>
                    <a:pt x="1655118" y="3377780"/>
                  </a:cubicBezTo>
                  <a:cubicBezTo>
                    <a:pt x="1641443" y="3378539"/>
                    <a:pt x="1640430" y="3391960"/>
                    <a:pt x="1647774" y="3399051"/>
                  </a:cubicBezTo>
                  <a:cubicBezTo>
                    <a:pt x="1656637" y="3407661"/>
                    <a:pt x="1670818" y="3403355"/>
                    <a:pt x="1670564" y="3391960"/>
                  </a:cubicBezTo>
                  <a:close/>
                  <a:moveTo>
                    <a:pt x="1612069" y="3391960"/>
                  </a:moveTo>
                  <a:cubicBezTo>
                    <a:pt x="1611816" y="3386389"/>
                    <a:pt x="1606752" y="3378286"/>
                    <a:pt x="1596622" y="3377780"/>
                  </a:cubicBezTo>
                  <a:cubicBezTo>
                    <a:pt x="1596116" y="3377780"/>
                    <a:pt x="1595610" y="3377780"/>
                    <a:pt x="1595356" y="3377780"/>
                  </a:cubicBezTo>
                  <a:cubicBezTo>
                    <a:pt x="1584468" y="3378793"/>
                    <a:pt x="1581682" y="3391960"/>
                    <a:pt x="1590798" y="3399810"/>
                  </a:cubicBezTo>
                  <a:cubicBezTo>
                    <a:pt x="1599914" y="3407661"/>
                    <a:pt x="1612576" y="3402849"/>
                    <a:pt x="1612069" y="3391960"/>
                  </a:cubicBezTo>
                  <a:close/>
                  <a:moveTo>
                    <a:pt x="1554587" y="3392214"/>
                  </a:moveTo>
                  <a:cubicBezTo>
                    <a:pt x="1554334" y="3386643"/>
                    <a:pt x="1549269" y="3378539"/>
                    <a:pt x="1539393" y="3378033"/>
                  </a:cubicBezTo>
                  <a:cubicBezTo>
                    <a:pt x="1538887" y="3378033"/>
                    <a:pt x="1538381" y="3378033"/>
                    <a:pt x="1538127" y="3378033"/>
                  </a:cubicBezTo>
                  <a:cubicBezTo>
                    <a:pt x="1527492" y="3379046"/>
                    <a:pt x="1524960" y="3392467"/>
                    <a:pt x="1534076" y="3400064"/>
                  </a:cubicBezTo>
                  <a:cubicBezTo>
                    <a:pt x="1542939" y="3407661"/>
                    <a:pt x="1555347" y="3402849"/>
                    <a:pt x="1554587" y="3392214"/>
                  </a:cubicBezTo>
                  <a:close/>
                  <a:moveTo>
                    <a:pt x="1498118" y="3392214"/>
                  </a:moveTo>
                  <a:cubicBezTo>
                    <a:pt x="1497611" y="3386643"/>
                    <a:pt x="1492800" y="3378539"/>
                    <a:pt x="1482924" y="3378033"/>
                  </a:cubicBezTo>
                  <a:cubicBezTo>
                    <a:pt x="1482418" y="3378033"/>
                    <a:pt x="1481911" y="3378033"/>
                    <a:pt x="1481658" y="3378033"/>
                  </a:cubicBezTo>
                  <a:cubicBezTo>
                    <a:pt x="1471022" y="3379299"/>
                    <a:pt x="1468743" y="3392467"/>
                    <a:pt x="1477860" y="3400064"/>
                  </a:cubicBezTo>
                  <a:cubicBezTo>
                    <a:pt x="1486722" y="3407914"/>
                    <a:pt x="1498877" y="3403102"/>
                    <a:pt x="1498118" y="3392214"/>
                  </a:cubicBezTo>
                  <a:close/>
                  <a:moveTo>
                    <a:pt x="1442408" y="3392720"/>
                  </a:moveTo>
                  <a:cubicBezTo>
                    <a:pt x="1441901" y="3387149"/>
                    <a:pt x="1436837" y="3379046"/>
                    <a:pt x="1426961" y="3378539"/>
                  </a:cubicBezTo>
                  <a:cubicBezTo>
                    <a:pt x="1426455" y="3378539"/>
                    <a:pt x="1425948" y="3378539"/>
                    <a:pt x="1425695" y="3378539"/>
                  </a:cubicBezTo>
                  <a:cubicBezTo>
                    <a:pt x="1415313" y="3379806"/>
                    <a:pt x="1413287" y="3392973"/>
                    <a:pt x="1422150" y="3400570"/>
                  </a:cubicBezTo>
                  <a:cubicBezTo>
                    <a:pt x="1431519" y="3408167"/>
                    <a:pt x="1443421" y="3403609"/>
                    <a:pt x="1442408" y="3392720"/>
                  </a:cubicBezTo>
                  <a:close/>
                  <a:moveTo>
                    <a:pt x="1387711" y="3392973"/>
                  </a:moveTo>
                  <a:cubicBezTo>
                    <a:pt x="1387205" y="3387402"/>
                    <a:pt x="1382140" y="3379299"/>
                    <a:pt x="1372518" y="3378793"/>
                  </a:cubicBezTo>
                  <a:cubicBezTo>
                    <a:pt x="1372011" y="3378793"/>
                    <a:pt x="1371758" y="3378793"/>
                    <a:pt x="1371251" y="3378793"/>
                  </a:cubicBezTo>
                  <a:cubicBezTo>
                    <a:pt x="1361122" y="3380059"/>
                    <a:pt x="1359350" y="3393227"/>
                    <a:pt x="1368213" y="3400823"/>
                  </a:cubicBezTo>
                  <a:cubicBezTo>
                    <a:pt x="1377329" y="3408673"/>
                    <a:pt x="1388977" y="3403862"/>
                    <a:pt x="1387711" y="3392973"/>
                  </a:cubicBezTo>
                  <a:close/>
                  <a:moveTo>
                    <a:pt x="1334027" y="3393480"/>
                  </a:moveTo>
                  <a:cubicBezTo>
                    <a:pt x="1333268" y="3387909"/>
                    <a:pt x="1328203" y="3379806"/>
                    <a:pt x="1319087" y="3379299"/>
                  </a:cubicBezTo>
                  <a:cubicBezTo>
                    <a:pt x="1318834" y="3379299"/>
                    <a:pt x="1318327" y="3379299"/>
                    <a:pt x="1317821" y="3379299"/>
                  </a:cubicBezTo>
                  <a:cubicBezTo>
                    <a:pt x="1307692" y="3380565"/>
                    <a:pt x="1306172" y="3393733"/>
                    <a:pt x="1315035" y="3401330"/>
                  </a:cubicBezTo>
                  <a:cubicBezTo>
                    <a:pt x="1323898" y="3409180"/>
                    <a:pt x="1335293" y="3404369"/>
                    <a:pt x="1334027" y="3393480"/>
                  </a:cubicBezTo>
                  <a:close/>
                  <a:moveTo>
                    <a:pt x="1281356" y="3393986"/>
                  </a:moveTo>
                  <a:cubicBezTo>
                    <a:pt x="1280597" y="3388415"/>
                    <a:pt x="1275532" y="3380312"/>
                    <a:pt x="1266416" y="3379806"/>
                  </a:cubicBezTo>
                  <a:cubicBezTo>
                    <a:pt x="1266163" y="3379806"/>
                    <a:pt x="1265656" y="3379806"/>
                    <a:pt x="1265150" y="3379806"/>
                  </a:cubicBezTo>
                  <a:cubicBezTo>
                    <a:pt x="1254768" y="3381072"/>
                    <a:pt x="1253755" y="3395506"/>
                    <a:pt x="1263884" y="3402849"/>
                  </a:cubicBezTo>
                  <a:cubicBezTo>
                    <a:pt x="1272747" y="3409433"/>
                    <a:pt x="1282622" y="3404369"/>
                    <a:pt x="1281356" y="3393986"/>
                  </a:cubicBezTo>
                  <a:close/>
                  <a:moveTo>
                    <a:pt x="260856" y="3459572"/>
                  </a:moveTo>
                  <a:cubicBezTo>
                    <a:pt x="263135" y="3460585"/>
                    <a:pt x="262629" y="3455267"/>
                    <a:pt x="259590" y="3447670"/>
                  </a:cubicBezTo>
                  <a:cubicBezTo>
                    <a:pt x="257311" y="3442099"/>
                    <a:pt x="253006" y="3434249"/>
                    <a:pt x="250727" y="3434249"/>
                  </a:cubicBezTo>
                  <a:cubicBezTo>
                    <a:pt x="246675" y="3436022"/>
                    <a:pt x="257311" y="3457799"/>
                    <a:pt x="260856" y="3459572"/>
                  </a:cubicBezTo>
                  <a:close/>
                  <a:moveTo>
                    <a:pt x="249208" y="3462357"/>
                  </a:moveTo>
                  <a:cubicBezTo>
                    <a:pt x="251233" y="3463370"/>
                    <a:pt x="250474" y="3458052"/>
                    <a:pt x="247435" y="3450455"/>
                  </a:cubicBezTo>
                  <a:cubicBezTo>
                    <a:pt x="245156" y="3444884"/>
                    <a:pt x="240851" y="3437035"/>
                    <a:pt x="238825" y="3437035"/>
                  </a:cubicBezTo>
                  <a:cubicBezTo>
                    <a:pt x="235533" y="3439060"/>
                    <a:pt x="245916" y="3460838"/>
                    <a:pt x="249208" y="3462357"/>
                  </a:cubicBezTo>
                  <a:close/>
                  <a:moveTo>
                    <a:pt x="239585" y="3465396"/>
                  </a:moveTo>
                  <a:cubicBezTo>
                    <a:pt x="241104" y="3465649"/>
                    <a:pt x="239838" y="3460331"/>
                    <a:pt x="237053" y="3453241"/>
                  </a:cubicBezTo>
                  <a:cubicBezTo>
                    <a:pt x="234774" y="3447670"/>
                    <a:pt x="230722" y="3439820"/>
                    <a:pt x="228696" y="3439820"/>
                  </a:cubicBezTo>
                  <a:cubicBezTo>
                    <a:pt x="225404" y="3442099"/>
                    <a:pt x="237306" y="3465143"/>
                    <a:pt x="239585" y="3465396"/>
                  </a:cubicBezTo>
                  <a:close/>
                  <a:moveTo>
                    <a:pt x="230975" y="3468435"/>
                  </a:moveTo>
                  <a:cubicBezTo>
                    <a:pt x="232241" y="3468688"/>
                    <a:pt x="230975" y="3463370"/>
                    <a:pt x="227937" y="3456280"/>
                  </a:cubicBezTo>
                  <a:cubicBezTo>
                    <a:pt x="225658" y="3450709"/>
                    <a:pt x="221606" y="3442859"/>
                    <a:pt x="220087" y="3442859"/>
                  </a:cubicBezTo>
                  <a:cubicBezTo>
                    <a:pt x="217554" y="3445138"/>
                    <a:pt x="229203" y="3467928"/>
                    <a:pt x="230975" y="3468435"/>
                  </a:cubicBezTo>
                  <a:close/>
                  <a:moveTo>
                    <a:pt x="213249" y="3445898"/>
                  </a:moveTo>
                  <a:cubicBezTo>
                    <a:pt x="211730" y="3447670"/>
                    <a:pt x="222366" y="3471473"/>
                    <a:pt x="224391" y="3471473"/>
                  </a:cubicBezTo>
                  <a:cubicBezTo>
                    <a:pt x="225151" y="3470461"/>
                    <a:pt x="222366" y="3463370"/>
                    <a:pt x="220846" y="3459319"/>
                  </a:cubicBezTo>
                  <a:cubicBezTo>
                    <a:pt x="218314" y="3453748"/>
                    <a:pt x="214516" y="3445898"/>
                    <a:pt x="213249" y="3445898"/>
                  </a:cubicBezTo>
                  <a:close/>
                  <a:moveTo>
                    <a:pt x="207932" y="3448936"/>
                  </a:moveTo>
                  <a:cubicBezTo>
                    <a:pt x="206919" y="3450709"/>
                    <a:pt x="217554" y="3474512"/>
                    <a:pt x="219074" y="3474512"/>
                  </a:cubicBezTo>
                  <a:cubicBezTo>
                    <a:pt x="219580" y="3473499"/>
                    <a:pt x="216795" y="3466409"/>
                    <a:pt x="215022" y="3462357"/>
                  </a:cubicBezTo>
                  <a:cubicBezTo>
                    <a:pt x="212743" y="3456786"/>
                    <a:pt x="208945" y="3448936"/>
                    <a:pt x="207932" y="3448936"/>
                  </a:cubicBezTo>
                  <a:close/>
                  <a:moveTo>
                    <a:pt x="204640" y="3451975"/>
                  </a:moveTo>
                  <a:cubicBezTo>
                    <a:pt x="204387" y="3453241"/>
                    <a:pt x="213756" y="3476538"/>
                    <a:pt x="215782" y="3477551"/>
                  </a:cubicBezTo>
                  <a:cubicBezTo>
                    <a:pt x="216035" y="3476538"/>
                    <a:pt x="212996" y="3469194"/>
                    <a:pt x="211224" y="3465396"/>
                  </a:cubicBezTo>
                  <a:cubicBezTo>
                    <a:pt x="211477" y="3465396"/>
                    <a:pt x="205906" y="3452735"/>
                    <a:pt x="204640" y="3451975"/>
                  </a:cubicBezTo>
                  <a:close/>
                  <a:moveTo>
                    <a:pt x="209198" y="3468435"/>
                  </a:moveTo>
                  <a:cubicBezTo>
                    <a:pt x="208945" y="3467928"/>
                    <a:pt x="203627" y="3455773"/>
                    <a:pt x="202867" y="3455014"/>
                  </a:cubicBezTo>
                  <a:cubicBezTo>
                    <a:pt x="202867" y="3456280"/>
                    <a:pt x="212743" y="3479577"/>
                    <a:pt x="214009" y="3480589"/>
                  </a:cubicBezTo>
                  <a:cubicBezTo>
                    <a:pt x="214009" y="3479577"/>
                    <a:pt x="210970" y="3472486"/>
                    <a:pt x="209198" y="3468435"/>
                  </a:cubicBezTo>
                  <a:close/>
                  <a:moveTo>
                    <a:pt x="208945" y="3471727"/>
                  </a:moveTo>
                  <a:cubicBezTo>
                    <a:pt x="208945" y="3471727"/>
                    <a:pt x="203374" y="3459065"/>
                    <a:pt x="202867" y="3458306"/>
                  </a:cubicBezTo>
                  <a:cubicBezTo>
                    <a:pt x="203374" y="3459319"/>
                    <a:pt x="213503" y="3482868"/>
                    <a:pt x="214262" y="3483628"/>
                  </a:cubicBezTo>
                  <a:cubicBezTo>
                    <a:pt x="212743" y="3479830"/>
                    <a:pt x="210717" y="3475778"/>
                    <a:pt x="208945" y="3471727"/>
                  </a:cubicBezTo>
                  <a:lnTo>
                    <a:pt x="208945" y="3471727"/>
                  </a:lnTo>
                  <a:close/>
                  <a:moveTo>
                    <a:pt x="4732065" y="3481856"/>
                  </a:moveTo>
                  <a:cubicBezTo>
                    <a:pt x="4730546" y="3481603"/>
                    <a:pt x="4720164" y="3503886"/>
                    <a:pt x="4720417" y="3507178"/>
                  </a:cubicBezTo>
                  <a:cubicBezTo>
                    <a:pt x="4720417" y="3507178"/>
                    <a:pt x="4720670" y="3507178"/>
                    <a:pt x="4720670" y="3507431"/>
                  </a:cubicBezTo>
                  <a:cubicBezTo>
                    <a:pt x="4721936" y="3506419"/>
                    <a:pt x="4725988" y="3498315"/>
                    <a:pt x="4726748" y="3496796"/>
                  </a:cubicBezTo>
                  <a:cubicBezTo>
                    <a:pt x="4729027" y="3491225"/>
                    <a:pt x="4732572" y="3482868"/>
                    <a:pt x="4732065" y="3481856"/>
                  </a:cubicBezTo>
                  <a:close/>
                  <a:moveTo>
                    <a:pt x="4383627" y="3434756"/>
                  </a:moveTo>
                  <a:cubicBezTo>
                    <a:pt x="4386159" y="3429185"/>
                    <a:pt x="4387172" y="3420828"/>
                    <a:pt x="4381601" y="3419562"/>
                  </a:cubicBezTo>
                  <a:cubicBezTo>
                    <a:pt x="4373498" y="3419562"/>
                    <a:pt x="4365394" y="3434503"/>
                    <a:pt x="4367927" y="3442099"/>
                  </a:cubicBezTo>
                  <a:cubicBezTo>
                    <a:pt x="4370206" y="3449190"/>
                    <a:pt x="4379068" y="3444884"/>
                    <a:pt x="4383627" y="3434756"/>
                  </a:cubicBezTo>
                  <a:close/>
                  <a:moveTo>
                    <a:pt x="3592043" y="3365878"/>
                  </a:moveTo>
                  <a:cubicBezTo>
                    <a:pt x="3580394" y="3365878"/>
                    <a:pt x="3573304" y="3378793"/>
                    <a:pt x="3577608" y="3386896"/>
                  </a:cubicBezTo>
                  <a:cubicBezTo>
                    <a:pt x="3582420" y="3396012"/>
                    <a:pt x="3596853" y="3392467"/>
                    <a:pt x="3600652" y="3381072"/>
                  </a:cubicBezTo>
                  <a:cubicBezTo>
                    <a:pt x="3602424" y="3375247"/>
                    <a:pt x="3601159" y="3366891"/>
                    <a:pt x="3592043" y="3365878"/>
                  </a:cubicBezTo>
                  <a:close/>
                  <a:moveTo>
                    <a:pt x="3538612" y="3363346"/>
                  </a:moveTo>
                  <a:cubicBezTo>
                    <a:pt x="3526963" y="3363346"/>
                    <a:pt x="3520126" y="3376260"/>
                    <a:pt x="3524431" y="3384364"/>
                  </a:cubicBezTo>
                  <a:cubicBezTo>
                    <a:pt x="3529496" y="3393733"/>
                    <a:pt x="3543929" y="3389935"/>
                    <a:pt x="3547728" y="3378539"/>
                  </a:cubicBezTo>
                  <a:cubicBezTo>
                    <a:pt x="3549500" y="3372715"/>
                    <a:pt x="3547981" y="3364359"/>
                    <a:pt x="3538612" y="3363346"/>
                  </a:cubicBezTo>
                  <a:close/>
                  <a:moveTo>
                    <a:pt x="3493791" y="3376007"/>
                  </a:moveTo>
                  <a:cubicBezTo>
                    <a:pt x="3495563" y="3370436"/>
                    <a:pt x="3493791" y="3361826"/>
                    <a:pt x="3484422" y="3361067"/>
                  </a:cubicBezTo>
                  <a:cubicBezTo>
                    <a:pt x="3472773" y="3361067"/>
                    <a:pt x="3465683" y="3373982"/>
                    <a:pt x="3470241" y="3382085"/>
                  </a:cubicBezTo>
                  <a:cubicBezTo>
                    <a:pt x="3475558" y="3391201"/>
                    <a:pt x="3490246" y="3387402"/>
                    <a:pt x="3493791" y="3376007"/>
                  </a:cubicBezTo>
                  <a:close/>
                  <a:moveTo>
                    <a:pt x="3439094" y="3373475"/>
                  </a:moveTo>
                  <a:cubicBezTo>
                    <a:pt x="3440867" y="3367904"/>
                    <a:pt x="3439094" y="3359294"/>
                    <a:pt x="3429471" y="3358535"/>
                  </a:cubicBezTo>
                  <a:cubicBezTo>
                    <a:pt x="3417570" y="3358535"/>
                    <a:pt x="3410479" y="3371449"/>
                    <a:pt x="3415291" y="3379553"/>
                  </a:cubicBezTo>
                  <a:cubicBezTo>
                    <a:pt x="3420862" y="3388669"/>
                    <a:pt x="3435802" y="3384870"/>
                    <a:pt x="3439094" y="3373475"/>
                  </a:cubicBezTo>
                  <a:close/>
                  <a:moveTo>
                    <a:pt x="3383891" y="3371196"/>
                  </a:moveTo>
                  <a:cubicBezTo>
                    <a:pt x="3385663" y="3365372"/>
                    <a:pt x="3383637" y="3357015"/>
                    <a:pt x="3373762" y="3356255"/>
                  </a:cubicBezTo>
                  <a:cubicBezTo>
                    <a:pt x="3361860" y="3356509"/>
                    <a:pt x="3355023" y="3369170"/>
                    <a:pt x="3359834" y="3377273"/>
                  </a:cubicBezTo>
                  <a:cubicBezTo>
                    <a:pt x="3365405" y="3386136"/>
                    <a:pt x="3380599" y="3382338"/>
                    <a:pt x="3383891" y="3371196"/>
                  </a:cubicBezTo>
                  <a:close/>
                  <a:moveTo>
                    <a:pt x="3327928" y="3368917"/>
                  </a:moveTo>
                  <a:cubicBezTo>
                    <a:pt x="3329447" y="3363346"/>
                    <a:pt x="3327421" y="3354736"/>
                    <a:pt x="3317545" y="3353976"/>
                  </a:cubicBezTo>
                  <a:cubicBezTo>
                    <a:pt x="3305391" y="3354230"/>
                    <a:pt x="3298807" y="3367144"/>
                    <a:pt x="3303618" y="3374994"/>
                  </a:cubicBezTo>
                  <a:cubicBezTo>
                    <a:pt x="3309442" y="3384110"/>
                    <a:pt x="3324636" y="3380312"/>
                    <a:pt x="3327928" y="3368917"/>
                  </a:cubicBezTo>
                  <a:close/>
                  <a:moveTo>
                    <a:pt x="3260570" y="3351444"/>
                  </a:moveTo>
                  <a:cubicBezTo>
                    <a:pt x="3248415" y="3351698"/>
                    <a:pt x="3241578" y="3364612"/>
                    <a:pt x="3246896" y="3372462"/>
                  </a:cubicBezTo>
                  <a:cubicBezTo>
                    <a:pt x="3252720" y="3381578"/>
                    <a:pt x="3267913" y="3378033"/>
                    <a:pt x="3271205" y="3366385"/>
                  </a:cubicBezTo>
                  <a:cubicBezTo>
                    <a:pt x="3272471" y="3360814"/>
                    <a:pt x="3270192" y="3352457"/>
                    <a:pt x="3260570" y="3351444"/>
                  </a:cubicBezTo>
                  <a:close/>
                  <a:moveTo>
                    <a:pt x="3213723" y="3364359"/>
                  </a:moveTo>
                  <a:cubicBezTo>
                    <a:pt x="3215242" y="3358535"/>
                    <a:pt x="3212963" y="3350178"/>
                    <a:pt x="3202834" y="3349419"/>
                  </a:cubicBezTo>
                  <a:cubicBezTo>
                    <a:pt x="3190933" y="3349672"/>
                    <a:pt x="3184095" y="3361320"/>
                    <a:pt x="3188400" y="3369423"/>
                  </a:cubicBezTo>
                  <a:cubicBezTo>
                    <a:pt x="3193971" y="3379806"/>
                    <a:pt x="3210431" y="3376514"/>
                    <a:pt x="3213723" y="3364359"/>
                  </a:cubicBezTo>
                  <a:close/>
                  <a:moveTo>
                    <a:pt x="3155481" y="3362333"/>
                  </a:moveTo>
                  <a:cubicBezTo>
                    <a:pt x="3157000" y="3356509"/>
                    <a:pt x="3154468" y="3348152"/>
                    <a:pt x="3144086" y="3347393"/>
                  </a:cubicBezTo>
                  <a:cubicBezTo>
                    <a:pt x="3132184" y="3347646"/>
                    <a:pt x="3125600" y="3359294"/>
                    <a:pt x="3129905" y="3367397"/>
                  </a:cubicBezTo>
                  <a:cubicBezTo>
                    <a:pt x="3135729" y="3377527"/>
                    <a:pt x="3152442" y="3374235"/>
                    <a:pt x="3155481" y="3362333"/>
                  </a:cubicBezTo>
                  <a:close/>
                  <a:moveTo>
                    <a:pt x="3096733" y="3360054"/>
                  </a:moveTo>
                  <a:cubicBezTo>
                    <a:pt x="3098252" y="3354230"/>
                    <a:pt x="3095466" y="3345873"/>
                    <a:pt x="3085337" y="3345114"/>
                  </a:cubicBezTo>
                  <a:cubicBezTo>
                    <a:pt x="3073436" y="3345367"/>
                    <a:pt x="3066852" y="3357015"/>
                    <a:pt x="3071410" y="3365118"/>
                  </a:cubicBezTo>
                  <a:cubicBezTo>
                    <a:pt x="3076981" y="3375501"/>
                    <a:pt x="3093947" y="3372209"/>
                    <a:pt x="3096733" y="3360054"/>
                  </a:cubicBezTo>
                  <a:close/>
                  <a:moveTo>
                    <a:pt x="3037731" y="3358281"/>
                  </a:moveTo>
                  <a:cubicBezTo>
                    <a:pt x="3038997" y="3352457"/>
                    <a:pt x="3036212" y="3344101"/>
                    <a:pt x="3026083" y="3343341"/>
                  </a:cubicBezTo>
                  <a:cubicBezTo>
                    <a:pt x="3013675" y="3343594"/>
                    <a:pt x="3007344" y="3355243"/>
                    <a:pt x="3012155" y="3363346"/>
                  </a:cubicBezTo>
                  <a:cubicBezTo>
                    <a:pt x="3017979" y="3373728"/>
                    <a:pt x="3034692" y="3370436"/>
                    <a:pt x="3037731" y="3358281"/>
                  </a:cubicBezTo>
                  <a:close/>
                  <a:moveTo>
                    <a:pt x="2977970" y="3356255"/>
                  </a:moveTo>
                  <a:cubicBezTo>
                    <a:pt x="2979236" y="3350431"/>
                    <a:pt x="2976197" y="3342075"/>
                    <a:pt x="2965815" y="3341315"/>
                  </a:cubicBezTo>
                  <a:cubicBezTo>
                    <a:pt x="2953660" y="3341569"/>
                    <a:pt x="2947329" y="3353217"/>
                    <a:pt x="2952141" y="3361573"/>
                  </a:cubicBezTo>
                  <a:cubicBezTo>
                    <a:pt x="2957965" y="3371702"/>
                    <a:pt x="2975184" y="3368157"/>
                    <a:pt x="2977970" y="3356255"/>
                  </a:cubicBezTo>
                  <a:close/>
                  <a:moveTo>
                    <a:pt x="2917702" y="3354483"/>
                  </a:moveTo>
                  <a:cubicBezTo>
                    <a:pt x="2918968" y="3348659"/>
                    <a:pt x="2915929" y="3340302"/>
                    <a:pt x="2905294" y="3339543"/>
                  </a:cubicBezTo>
                  <a:cubicBezTo>
                    <a:pt x="2892886" y="3339796"/>
                    <a:pt x="2886808" y="3351698"/>
                    <a:pt x="2891620" y="3359801"/>
                  </a:cubicBezTo>
                  <a:cubicBezTo>
                    <a:pt x="2897697" y="3369930"/>
                    <a:pt x="2914916" y="3366385"/>
                    <a:pt x="2917702" y="3354483"/>
                  </a:cubicBezTo>
                  <a:close/>
                  <a:moveTo>
                    <a:pt x="2856674" y="3352710"/>
                  </a:moveTo>
                  <a:cubicBezTo>
                    <a:pt x="2857941" y="3346886"/>
                    <a:pt x="2854649" y="3338530"/>
                    <a:pt x="2844013" y="3337770"/>
                  </a:cubicBezTo>
                  <a:cubicBezTo>
                    <a:pt x="2831605" y="3338024"/>
                    <a:pt x="2825528" y="3349925"/>
                    <a:pt x="2830592" y="3358028"/>
                  </a:cubicBezTo>
                  <a:cubicBezTo>
                    <a:pt x="2836923" y="3368157"/>
                    <a:pt x="2854142" y="3364612"/>
                    <a:pt x="2856674" y="3352710"/>
                  </a:cubicBezTo>
                  <a:close/>
                  <a:moveTo>
                    <a:pt x="2769058" y="3356255"/>
                  </a:moveTo>
                  <a:cubicBezTo>
                    <a:pt x="2775895" y="3366638"/>
                    <a:pt x="2792862" y="3363093"/>
                    <a:pt x="2795394" y="3350938"/>
                  </a:cubicBezTo>
                  <a:cubicBezTo>
                    <a:pt x="2796407" y="3345114"/>
                    <a:pt x="2793115" y="3336757"/>
                    <a:pt x="2782479" y="3335998"/>
                  </a:cubicBezTo>
                  <a:cubicBezTo>
                    <a:pt x="2769818" y="3336251"/>
                    <a:pt x="2763994" y="3348152"/>
                    <a:pt x="2769058" y="3356255"/>
                  </a:cubicBezTo>
                  <a:close/>
                  <a:moveTo>
                    <a:pt x="2733860" y="3349165"/>
                  </a:moveTo>
                  <a:cubicBezTo>
                    <a:pt x="2734873" y="3343341"/>
                    <a:pt x="2731581" y="3334985"/>
                    <a:pt x="2720692" y="3334225"/>
                  </a:cubicBezTo>
                  <a:cubicBezTo>
                    <a:pt x="2708031" y="3334478"/>
                    <a:pt x="2702207" y="3346380"/>
                    <a:pt x="2707524" y="3354483"/>
                  </a:cubicBezTo>
                  <a:cubicBezTo>
                    <a:pt x="2714108" y="3364865"/>
                    <a:pt x="2731581" y="3361320"/>
                    <a:pt x="2733860" y="3349165"/>
                  </a:cubicBezTo>
                  <a:close/>
                  <a:moveTo>
                    <a:pt x="2658145" y="3332706"/>
                  </a:moveTo>
                  <a:cubicBezTo>
                    <a:pt x="2645484" y="3332959"/>
                    <a:pt x="2639660" y="3344860"/>
                    <a:pt x="2645231" y="3352964"/>
                  </a:cubicBezTo>
                  <a:cubicBezTo>
                    <a:pt x="2652068" y="3363093"/>
                    <a:pt x="2669540" y="3359547"/>
                    <a:pt x="2671566" y="3347646"/>
                  </a:cubicBezTo>
                  <a:cubicBezTo>
                    <a:pt x="2672579" y="3342075"/>
                    <a:pt x="2669034" y="3333465"/>
                    <a:pt x="2658145" y="3332706"/>
                  </a:cubicBezTo>
                  <a:close/>
                  <a:moveTo>
                    <a:pt x="2609020" y="3346380"/>
                  </a:moveTo>
                  <a:cubicBezTo>
                    <a:pt x="2610032" y="3340556"/>
                    <a:pt x="2606234" y="3332199"/>
                    <a:pt x="2595345" y="3331439"/>
                  </a:cubicBezTo>
                  <a:cubicBezTo>
                    <a:pt x="2582431" y="3331693"/>
                    <a:pt x="2576607" y="3343594"/>
                    <a:pt x="2582431" y="3351698"/>
                  </a:cubicBezTo>
                  <a:cubicBezTo>
                    <a:pt x="2589774" y="3362080"/>
                    <a:pt x="2607247" y="3358535"/>
                    <a:pt x="2609020" y="3346380"/>
                  </a:cubicBezTo>
                  <a:close/>
                  <a:moveTo>
                    <a:pt x="2532545" y="3329920"/>
                  </a:moveTo>
                  <a:cubicBezTo>
                    <a:pt x="2518871" y="3330173"/>
                    <a:pt x="2514566" y="3342834"/>
                    <a:pt x="2519631" y="3350178"/>
                  </a:cubicBezTo>
                  <a:cubicBezTo>
                    <a:pt x="2526721" y="3360307"/>
                    <a:pt x="2544447" y="3356762"/>
                    <a:pt x="2546220" y="3344860"/>
                  </a:cubicBezTo>
                  <a:cubicBezTo>
                    <a:pt x="2547232" y="3339036"/>
                    <a:pt x="2543434" y="3330680"/>
                    <a:pt x="2532545" y="3329920"/>
                  </a:cubicBezTo>
                  <a:close/>
                  <a:moveTo>
                    <a:pt x="2468986" y="3328654"/>
                  </a:moveTo>
                  <a:cubicBezTo>
                    <a:pt x="2456071" y="3328907"/>
                    <a:pt x="2450753" y="3340809"/>
                    <a:pt x="2456578" y="3348912"/>
                  </a:cubicBezTo>
                  <a:cubicBezTo>
                    <a:pt x="2463921" y="3359041"/>
                    <a:pt x="2481647" y="3355496"/>
                    <a:pt x="2483166" y="3343341"/>
                  </a:cubicBezTo>
                  <a:cubicBezTo>
                    <a:pt x="2483926" y="3337770"/>
                    <a:pt x="2480128" y="3329414"/>
                    <a:pt x="2468986" y="3328654"/>
                  </a:cubicBezTo>
                  <a:close/>
                  <a:moveTo>
                    <a:pt x="2405426" y="3327388"/>
                  </a:moveTo>
                  <a:cubicBezTo>
                    <a:pt x="2392512" y="3327641"/>
                    <a:pt x="2387194" y="3339543"/>
                    <a:pt x="2393271" y="3347646"/>
                  </a:cubicBezTo>
                  <a:cubicBezTo>
                    <a:pt x="2400615" y="3357775"/>
                    <a:pt x="2418340" y="3354230"/>
                    <a:pt x="2419860" y="3342075"/>
                  </a:cubicBezTo>
                  <a:cubicBezTo>
                    <a:pt x="2420366" y="3336504"/>
                    <a:pt x="2416315" y="3328147"/>
                    <a:pt x="2405426" y="3327388"/>
                  </a:cubicBezTo>
                  <a:close/>
                  <a:moveTo>
                    <a:pt x="2356047" y="3341315"/>
                  </a:moveTo>
                  <a:cubicBezTo>
                    <a:pt x="2356807" y="3335491"/>
                    <a:pt x="2352502" y="3327135"/>
                    <a:pt x="2341613" y="3326375"/>
                  </a:cubicBezTo>
                  <a:cubicBezTo>
                    <a:pt x="2328445" y="3326882"/>
                    <a:pt x="2323381" y="3338530"/>
                    <a:pt x="2329458" y="3346633"/>
                  </a:cubicBezTo>
                  <a:cubicBezTo>
                    <a:pt x="2337055" y="3357015"/>
                    <a:pt x="2354528" y="3353470"/>
                    <a:pt x="2356047" y="3341315"/>
                  </a:cubicBezTo>
                  <a:close/>
                  <a:moveTo>
                    <a:pt x="2292234" y="3340049"/>
                  </a:moveTo>
                  <a:lnTo>
                    <a:pt x="2292234" y="3340049"/>
                  </a:lnTo>
                  <a:cubicBezTo>
                    <a:pt x="2292740" y="3334225"/>
                    <a:pt x="2288689" y="3325868"/>
                    <a:pt x="2277294" y="3325109"/>
                  </a:cubicBezTo>
                  <a:cubicBezTo>
                    <a:pt x="2264379" y="3325615"/>
                    <a:pt x="2259315" y="3337517"/>
                    <a:pt x="2265392" y="3345367"/>
                  </a:cubicBezTo>
                  <a:cubicBezTo>
                    <a:pt x="2272989" y="3356002"/>
                    <a:pt x="2290968" y="3352204"/>
                    <a:pt x="2292234" y="3340049"/>
                  </a:cubicBezTo>
                  <a:close/>
                  <a:moveTo>
                    <a:pt x="2227915" y="3339289"/>
                  </a:moveTo>
                  <a:cubicBezTo>
                    <a:pt x="2228421" y="3333465"/>
                    <a:pt x="2224116" y="3325109"/>
                    <a:pt x="2212974" y="3324602"/>
                  </a:cubicBezTo>
                  <a:cubicBezTo>
                    <a:pt x="2200060" y="3325109"/>
                    <a:pt x="2194995" y="3337010"/>
                    <a:pt x="2201326" y="3345114"/>
                  </a:cubicBezTo>
                  <a:cubicBezTo>
                    <a:pt x="2209176" y="3354990"/>
                    <a:pt x="2226902" y="3351191"/>
                    <a:pt x="2227915" y="3339289"/>
                  </a:cubicBezTo>
                  <a:close/>
                  <a:moveTo>
                    <a:pt x="2163595" y="3338277"/>
                  </a:moveTo>
                  <a:cubicBezTo>
                    <a:pt x="2164102" y="3332453"/>
                    <a:pt x="2159544" y="3324096"/>
                    <a:pt x="2148402" y="3323589"/>
                  </a:cubicBezTo>
                  <a:cubicBezTo>
                    <a:pt x="2135234" y="3324096"/>
                    <a:pt x="2130423" y="3335998"/>
                    <a:pt x="2136753" y="3344101"/>
                  </a:cubicBezTo>
                  <a:cubicBezTo>
                    <a:pt x="2145110" y="3354230"/>
                    <a:pt x="2162582" y="3350685"/>
                    <a:pt x="2163595" y="3338277"/>
                  </a:cubicBezTo>
                  <a:close/>
                  <a:moveTo>
                    <a:pt x="2099276" y="3337517"/>
                  </a:moveTo>
                  <a:cubicBezTo>
                    <a:pt x="2099782" y="3331693"/>
                    <a:pt x="2095224" y="3323336"/>
                    <a:pt x="2083829" y="3322830"/>
                  </a:cubicBezTo>
                  <a:cubicBezTo>
                    <a:pt x="2069902" y="3323336"/>
                    <a:pt x="2066610" y="3335998"/>
                    <a:pt x="2072434" y="3343341"/>
                  </a:cubicBezTo>
                  <a:cubicBezTo>
                    <a:pt x="2080537" y="3353470"/>
                    <a:pt x="2098516" y="3349672"/>
                    <a:pt x="2099276" y="3337517"/>
                  </a:cubicBezTo>
                  <a:close/>
                  <a:moveTo>
                    <a:pt x="2034703" y="3337010"/>
                  </a:moveTo>
                  <a:cubicBezTo>
                    <a:pt x="2034956" y="3331186"/>
                    <a:pt x="2030398" y="3322830"/>
                    <a:pt x="2019003" y="3322323"/>
                  </a:cubicBezTo>
                  <a:cubicBezTo>
                    <a:pt x="2006089" y="3322830"/>
                    <a:pt x="2001531" y="3334731"/>
                    <a:pt x="2008115" y="3342834"/>
                  </a:cubicBezTo>
                  <a:cubicBezTo>
                    <a:pt x="2016471" y="3352710"/>
                    <a:pt x="2033944" y="3348912"/>
                    <a:pt x="2034703" y="3337010"/>
                  </a:cubicBezTo>
                  <a:close/>
                  <a:moveTo>
                    <a:pt x="1970637" y="3336251"/>
                  </a:moveTo>
                  <a:cubicBezTo>
                    <a:pt x="1970890" y="3330427"/>
                    <a:pt x="1966079" y="3322070"/>
                    <a:pt x="1955190" y="3321564"/>
                  </a:cubicBezTo>
                  <a:cubicBezTo>
                    <a:pt x="1941769" y="3322070"/>
                    <a:pt x="1937971" y="3335238"/>
                    <a:pt x="1945568" y="3343088"/>
                  </a:cubicBezTo>
                  <a:cubicBezTo>
                    <a:pt x="1954431" y="3352204"/>
                    <a:pt x="1970131" y="3347899"/>
                    <a:pt x="1970637" y="3336251"/>
                  </a:cubicBezTo>
                  <a:close/>
                  <a:moveTo>
                    <a:pt x="1907331" y="3335744"/>
                  </a:moveTo>
                  <a:cubicBezTo>
                    <a:pt x="1907584" y="3329920"/>
                    <a:pt x="1902773" y="3321564"/>
                    <a:pt x="1891884" y="3321057"/>
                  </a:cubicBezTo>
                  <a:cubicBezTo>
                    <a:pt x="1878463" y="3321564"/>
                    <a:pt x="1874918" y="3334731"/>
                    <a:pt x="1882514" y="3342581"/>
                  </a:cubicBezTo>
                  <a:cubicBezTo>
                    <a:pt x="1891631" y="3351698"/>
                    <a:pt x="1907077" y="3347393"/>
                    <a:pt x="1907331" y="3335744"/>
                  </a:cubicBezTo>
                  <a:close/>
                  <a:moveTo>
                    <a:pt x="1845037" y="3335491"/>
                  </a:moveTo>
                  <a:cubicBezTo>
                    <a:pt x="1845037" y="3329667"/>
                    <a:pt x="1840226" y="3321311"/>
                    <a:pt x="1829337" y="3320804"/>
                  </a:cubicBezTo>
                  <a:cubicBezTo>
                    <a:pt x="1816169" y="3321311"/>
                    <a:pt x="1812877" y="3334478"/>
                    <a:pt x="1820474" y="3342328"/>
                  </a:cubicBezTo>
                  <a:cubicBezTo>
                    <a:pt x="1829590" y="3351444"/>
                    <a:pt x="1844784" y="3347139"/>
                    <a:pt x="1845037" y="3335491"/>
                  </a:cubicBezTo>
                  <a:close/>
                  <a:moveTo>
                    <a:pt x="1783250" y="3335238"/>
                  </a:moveTo>
                  <a:cubicBezTo>
                    <a:pt x="1783250" y="3329414"/>
                    <a:pt x="1778439" y="3321057"/>
                    <a:pt x="1767803" y="3320551"/>
                  </a:cubicBezTo>
                  <a:cubicBezTo>
                    <a:pt x="1754889" y="3321057"/>
                    <a:pt x="1751850" y="3334225"/>
                    <a:pt x="1759447" y="3342075"/>
                  </a:cubicBezTo>
                  <a:cubicBezTo>
                    <a:pt x="1768310" y="3351191"/>
                    <a:pt x="1783250" y="3346886"/>
                    <a:pt x="1783250" y="3335238"/>
                  </a:cubicBezTo>
                  <a:close/>
                  <a:moveTo>
                    <a:pt x="1722729" y="3334985"/>
                  </a:moveTo>
                  <a:cubicBezTo>
                    <a:pt x="1722729" y="3329160"/>
                    <a:pt x="1717918" y="3320804"/>
                    <a:pt x="1707282" y="3320297"/>
                  </a:cubicBezTo>
                  <a:cubicBezTo>
                    <a:pt x="1694368" y="3320804"/>
                    <a:pt x="1691329" y="3333972"/>
                    <a:pt x="1699179" y="3341822"/>
                  </a:cubicBezTo>
                  <a:cubicBezTo>
                    <a:pt x="1708042" y="3350938"/>
                    <a:pt x="1722729" y="3346633"/>
                    <a:pt x="1722729" y="3334985"/>
                  </a:cubicBezTo>
                  <a:close/>
                  <a:moveTo>
                    <a:pt x="1639671" y="3341822"/>
                  </a:moveTo>
                  <a:cubicBezTo>
                    <a:pt x="1648534" y="3350938"/>
                    <a:pt x="1663221" y="3346380"/>
                    <a:pt x="1662714" y="3334731"/>
                  </a:cubicBezTo>
                  <a:cubicBezTo>
                    <a:pt x="1662461" y="3328907"/>
                    <a:pt x="1657650" y="3320551"/>
                    <a:pt x="1647268" y="3320044"/>
                  </a:cubicBezTo>
                  <a:cubicBezTo>
                    <a:pt x="1634859" y="3321057"/>
                    <a:pt x="1631821" y="3334225"/>
                    <a:pt x="1639671" y="3341822"/>
                  </a:cubicBezTo>
                  <a:close/>
                  <a:moveTo>
                    <a:pt x="1603713" y="3334985"/>
                  </a:moveTo>
                  <a:cubicBezTo>
                    <a:pt x="1603460" y="3329160"/>
                    <a:pt x="1598648" y="3320804"/>
                    <a:pt x="1588266" y="3320297"/>
                  </a:cubicBezTo>
                  <a:cubicBezTo>
                    <a:pt x="1587760" y="3320297"/>
                    <a:pt x="1587253" y="3320297"/>
                    <a:pt x="1587000" y="3320297"/>
                  </a:cubicBezTo>
                  <a:cubicBezTo>
                    <a:pt x="1576111" y="3321311"/>
                    <a:pt x="1573326" y="3334985"/>
                    <a:pt x="1582189" y="3342834"/>
                  </a:cubicBezTo>
                  <a:cubicBezTo>
                    <a:pt x="1591305" y="3350685"/>
                    <a:pt x="1604219" y="3345873"/>
                    <a:pt x="1603713" y="3334985"/>
                  </a:cubicBezTo>
                  <a:close/>
                  <a:moveTo>
                    <a:pt x="1545724" y="3334985"/>
                  </a:moveTo>
                  <a:cubicBezTo>
                    <a:pt x="1545471" y="3329160"/>
                    <a:pt x="1540406" y="3320804"/>
                    <a:pt x="1530530" y="3320297"/>
                  </a:cubicBezTo>
                  <a:cubicBezTo>
                    <a:pt x="1530024" y="3320297"/>
                    <a:pt x="1529518" y="3320297"/>
                    <a:pt x="1529264" y="3320297"/>
                  </a:cubicBezTo>
                  <a:cubicBezTo>
                    <a:pt x="1518629" y="3321564"/>
                    <a:pt x="1515843" y="3334985"/>
                    <a:pt x="1524706" y="3342834"/>
                  </a:cubicBezTo>
                  <a:cubicBezTo>
                    <a:pt x="1533569" y="3350938"/>
                    <a:pt x="1546231" y="3346127"/>
                    <a:pt x="1545724" y="3334985"/>
                  </a:cubicBezTo>
                  <a:close/>
                  <a:moveTo>
                    <a:pt x="1488495" y="3335238"/>
                  </a:moveTo>
                  <a:cubicBezTo>
                    <a:pt x="1488242" y="3329414"/>
                    <a:pt x="1483177" y="3321057"/>
                    <a:pt x="1473301" y="3320804"/>
                  </a:cubicBezTo>
                  <a:cubicBezTo>
                    <a:pt x="1472795" y="3320804"/>
                    <a:pt x="1472289" y="3320804"/>
                    <a:pt x="1472035" y="3320804"/>
                  </a:cubicBezTo>
                  <a:cubicBezTo>
                    <a:pt x="1461400" y="3322070"/>
                    <a:pt x="1458868" y="3335744"/>
                    <a:pt x="1467984" y="3343341"/>
                  </a:cubicBezTo>
                  <a:cubicBezTo>
                    <a:pt x="1476847" y="3350938"/>
                    <a:pt x="1489255" y="3346127"/>
                    <a:pt x="1488495" y="3335238"/>
                  </a:cubicBezTo>
                  <a:close/>
                  <a:moveTo>
                    <a:pt x="1432279" y="3335491"/>
                  </a:moveTo>
                  <a:cubicBezTo>
                    <a:pt x="1431772" y="3329667"/>
                    <a:pt x="1426708" y="3321311"/>
                    <a:pt x="1416832" y="3321057"/>
                  </a:cubicBezTo>
                  <a:cubicBezTo>
                    <a:pt x="1416326" y="3321057"/>
                    <a:pt x="1415819" y="3321057"/>
                    <a:pt x="1415566" y="3321057"/>
                  </a:cubicBezTo>
                  <a:cubicBezTo>
                    <a:pt x="1405184" y="3322323"/>
                    <a:pt x="1402905" y="3335998"/>
                    <a:pt x="1411768" y="3343594"/>
                  </a:cubicBezTo>
                  <a:cubicBezTo>
                    <a:pt x="1420884" y="3351444"/>
                    <a:pt x="1433039" y="3346633"/>
                    <a:pt x="1432279" y="3335491"/>
                  </a:cubicBezTo>
                  <a:close/>
                  <a:moveTo>
                    <a:pt x="1376822" y="3335998"/>
                  </a:moveTo>
                  <a:cubicBezTo>
                    <a:pt x="1376316" y="3330173"/>
                    <a:pt x="1371251" y="3321817"/>
                    <a:pt x="1361629" y="3321564"/>
                  </a:cubicBezTo>
                  <a:cubicBezTo>
                    <a:pt x="1361122" y="3321564"/>
                    <a:pt x="1360616" y="3321564"/>
                    <a:pt x="1360363" y="3321564"/>
                  </a:cubicBezTo>
                  <a:cubicBezTo>
                    <a:pt x="1350234" y="3322830"/>
                    <a:pt x="1348208" y="3336504"/>
                    <a:pt x="1357071" y="3344101"/>
                  </a:cubicBezTo>
                  <a:cubicBezTo>
                    <a:pt x="1365934" y="3351951"/>
                    <a:pt x="1377835" y="3346886"/>
                    <a:pt x="1376822" y="3335998"/>
                  </a:cubicBezTo>
                  <a:close/>
                  <a:moveTo>
                    <a:pt x="1322632" y="3336504"/>
                  </a:moveTo>
                  <a:cubicBezTo>
                    <a:pt x="1322126" y="3330680"/>
                    <a:pt x="1317061" y="3322323"/>
                    <a:pt x="1307692" y="3322070"/>
                  </a:cubicBezTo>
                  <a:cubicBezTo>
                    <a:pt x="1307439" y="3322070"/>
                    <a:pt x="1306932" y="3322070"/>
                    <a:pt x="1306426" y="3322070"/>
                  </a:cubicBezTo>
                  <a:cubicBezTo>
                    <a:pt x="1296297" y="3323336"/>
                    <a:pt x="1294524" y="3337010"/>
                    <a:pt x="1303387" y="3344607"/>
                  </a:cubicBezTo>
                  <a:cubicBezTo>
                    <a:pt x="1312250" y="3352204"/>
                    <a:pt x="1323645" y="3347393"/>
                    <a:pt x="1322632" y="3336504"/>
                  </a:cubicBezTo>
                  <a:close/>
                  <a:moveTo>
                    <a:pt x="1269455" y="3337010"/>
                  </a:moveTo>
                  <a:cubicBezTo>
                    <a:pt x="1268695" y="3331186"/>
                    <a:pt x="1263630" y="3322830"/>
                    <a:pt x="1254514" y="3322577"/>
                  </a:cubicBezTo>
                  <a:cubicBezTo>
                    <a:pt x="1254261" y="3322577"/>
                    <a:pt x="1253755" y="3322577"/>
                    <a:pt x="1253248" y="3322577"/>
                  </a:cubicBezTo>
                  <a:cubicBezTo>
                    <a:pt x="1243372" y="3323843"/>
                    <a:pt x="1241853" y="3337517"/>
                    <a:pt x="1250463" y="3345114"/>
                  </a:cubicBezTo>
                  <a:cubicBezTo>
                    <a:pt x="1259326" y="3352964"/>
                    <a:pt x="1270721" y="3347899"/>
                    <a:pt x="1269455" y="3337010"/>
                  </a:cubicBezTo>
                  <a:close/>
                  <a:moveTo>
                    <a:pt x="184382" y="3392467"/>
                  </a:moveTo>
                  <a:cubicBezTo>
                    <a:pt x="183369" y="3394239"/>
                    <a:pt x="193498" y="3418549"/>
                    <a:pt x="195017" y="3418549"/>
                  </a:cubicBezTo>
                  <a:cubicBezTo>
                    <a:pt x="195524" y="3417536"/>
                    <a:pt x="192991" y="3410446"/>
                    <a:pt x="191219" y="3406394"/>
                  </a:cubicBezTo>
                  <a:cubicBezTo>
                    <a:pt x="188940" y="3400317"/>
                    <a:pt x="185395" y="3392467"/>
                    <a:pt x="184382" y="3392467"/>
                  </a:cubicBezTo>
                  <a:close/>
                  <a:moveTo>
                    <a:pt x="180837" y="3395506"/>
                  </a:moveTo>
                  <a:cubicBezTo>
                    <a:pt x="180583" y="3396772"/>
                    <a:pt x="189446" y="3420575"/>
                    <a:pt x="191472" y="3421588"/>
                  </a:cubicBezTo>
                  <a:cubicBezTo>
                    <a:pt x="191725" y="3420575"/>
                    <a:pt x="188940" y="3413231"/>
                    <a:pt x="187420" y="3409180"/>
                  </a:cubicBezTo>
                  <a:cubicBezTo>
                    <a:pt x="187420" y="3409180"/>
                    <a:pt x="182103" y="3396265"/>
                    <a:pt x="180837" y="3395506"/>
                  </a:cubicBezTo>
                  <a:close/>
                  <a:moveTo>
                    <a:pt x="185141" y="3412472"/>
                  </a:moveTo>
                  <a:cubicBezTo>
                    <a:pt x="185141" y="3412219"/>
                    <a:pt x="179824" y="3399557"/>
                    <a:pt x="179064" y="3398798"/>
                  </a:cubicBezTo>
                  <a:cubicBezTo>
                    <a:pt x="179064" y="3400064"/>
                    <a:pt x="188433" y="3423867"/>
                    <a:pt x="189699" y="3424627"/>
                  </a:cubicBezTo>
                  <a:cubicBezTo>
                    <a:pt x="189699" y="3423614"/>
                    <a:pt x="186914" y="3416523"/>
                    <a:pt x="185141" y="3412472"/>
                  </a:cubicBezTo>
                  <a:close/>
                  <a:moveTo>
                    <a:pt x="179064" y="3402090"/>
                  </a:moveTo>
                  <a:cubicBezTo>
                    <a:pt x="179317" y="3403102"/>
                    <a:pt x="188687" y="3425893"/>
                    <a:pt x="189699" y="3427918"/>
                  </a:cubicBezTo>
                  <a:cubicBezTo>
                    <a:pt x="188180" y="3423614"/>
                    <a:pt x="186408" y="3419815"/>
                    <a:pt x="184635" y="3415511"/>
                  </a:cubicBezTo>
                  <a:cubicBezTo>
                    <a:pt x="183369" y="3411965"/>
                    <a:pt x="179317" y="3402596"/>
                    <a:pt x="179064" y="3402090"/>
                  </a:cubicBezTo>
                  <a:close/>
                  <a:moveTo>
                    <a:pt x="4759667" y="3428932"/>
                  </a:moveTo>
                  <a:cubicBezTo>
                    <a:pt x="4759667" y="3428932"/>
                    <a:pt x="4759667" y="3428932"/>
                    <a:pt x="4759667" y="3428932"/>
                  </a:cubicBezTo>
                  <a:cubicBezTo>
                    <a:pt x="4758401" y="3429944"/>
                    <a:pt x="4747765" y="3453494"/>
                    <a:pt x="4748778" y="3454760"/>
                  </a:cubicBezTo>
                  <a:cubicBezTo>
                    <a:pt x="4749791" y="3453748"/>
                    <a:pt x="4753336" y="3445645"/>
                    <a:pt x="4754096" y="3444125"/>
                  </a:cubicBezTo>
                  <a:cubicBezTo>
                    <a:pt x="4756375" y="3438554"/>
                    <a:pt x="4759920" y="3429944"/>
                    <a:pt x="4759667" y="3428932"/>
                  </a:cubicBezTo>
                  <a:close/>
                  <a:moveTo>
                    <a:pt x="4756628" y="3425639"/>
                  </a:moveTo>
                  <a:cubicBezTo>
                    <a:pt x="4755109" y="3425386"/>
                    <a:pt x="4745486" y="3447923"/>
                    <a:pt x="4745486" y="3451469"/>
                  </a:cubicBezTo>
                  <a:cubicBezTo>
                    <a:pt x="4745486" y="3451469"/>
                    <a:pt x="4745486" y="3451469"/>
                    <a:pt x="4745740" y="3451722"/>
                  </a:cubicBezTo>
                  <a:cubicBezTo>
                    <a:pt x="4747006" y="3450709"/>
                    <a:pt x="4750804" y="3442606"/>
                    <a:pt x="4751564" y="3441086"/>
                  </a:cubicBezTo>
                  <a:cubicBezTo>
                    <a:pt x="4753843" y="3435009"/>
                    <a:pt x="4757135" y="3426653"/>
                    <a:pt x="4756628" y="3425639"/>
                  </a:cubicBezTo>
                  <a:close/>
                  <a:moveTo>
                    <a:pt x="4751564" y="3422094"/>
                  </a:moveTo>
                  <a:cubicBezTo>
                    <a:pt x="4749538" y="3421841"/>
                    <a:pt x="4739155" y="3446151"/>
                    <a:pt x="4740422" y="3447923"/>
                  </a:cubicBezTo>
                  <a:cubicBezTo>
                    <a:pt x="4741688" y="3447923"/>
                    <a:pt x="4744980" y="3441339"/>
                    <a:pt x="4746752" y="3437288"/>
                  </a:cubicBezTo>
                  <a:cubicBezTo>
                    <a:pt x="4749285" y="3431717"/>
                    <a:pt x="4752323" y="3423361"/>
                    <a:pt x="4751564" y="3422094"/>
                  </a:cubicBezTo>
                  <a:close/>
                  <a:moveTo>
                    <a:pt x="4721936" y="3426906"/>
                  </a:moveTo>
                  <a:cubicBezTo>
                    <a:pt x="4724469" y="3421335"/>
                    <a:pt x="4727254" y="3412725"/>
                    <a:pt x="4725481" y="3411712"/>
                  </a:cubicBezTo>
                  <a:cubicBezTo>
                    <a:pt x="4721177" y="3411459"/>
                    <a:pt x="4712567" y="3434249"/>
                    <a:pt x="4714086" y="3437288"/>
                  </a:cubicBezTo>
                  <a:cubicBezTo>
                    <a:pt x="4715099" y="3439060"/>
                    <a:pt x="4718644" y="3434503"/>
                    <a:pt x="4721936" y="3426906"/>
                  </a:cubicBezTo>
                  <a:close/>
                  <a:moveTo>
                    <a:pt x="4437310" y="3381578"/>
                  </a:moveTo>
                  <a:cubicBezTo>
                    <a:pt x="4439843" y="3376007"/>
                    <a:pt x="4440855" y="3367397"/>
                    <a:pt x="4435284" y="3366385"/>
                  </a:cubicBezTo>
                  <a:cubicBezTo>
                    <a:pt x="4426928" y="3366385"/>
                    <a:pt x="4419331" y="3382844"/>
                    <a:pt x="4422370" y="3389935"/>
                  </a:cubicBezTo>
                  <a:cubicBezTo>
                    <a:pt x="4425156" y="3395759"/>
                    <a:pt x="4433259" y="3391201"/>
                    <a:pt x="4437310" y="3381578"/>
                  </a:cubicBezTo>
                  <a:close/>
                  <a:moveTo>
                    <a:pt x="4404897" y="3378286"/>
                  </a:moveTo>
                  <a:cubicBezTo>
                    <a:pt x="4407430" y="3372715"/>
                    <a:pt x="4408189" y="3364106"/>
                    <a:pt x="4402618" y="3363093"/>
                  </a:cubicBezTo>
                  <a:cubicBezTo>
                    <a:pt x="4394262" y="3363093"/>
                    <a:pt x="4386665" y="3378033"/>
                    <a:pt x="4389451" y="3385883"/>
                  </a:cubicBezTo>
                  <a:cubicBezTo>
                    <a:pt x="4391730" y="3392720"/>
                    <a:pt x="4400593" y="3388415"/>
                    <a:pt x="4404897" y="3378286"/>
                  </a:cubicBezTo>
                  <a:close/>
                  <a:moveTo>
                    <a:pt x="3327421" y="3296241"/>
                  </a:moveTo>
                  <a:cubicBezTo>
                    <a:pt x="3315266" y="3296494"/>
                    <a:pt x="3308429" y="3309409"/>
                    <a:pt x="3313747" y="3317512"/>
                  </a:cubicBezTo>
                  <a:cubicBezTo>
                    <a:pt x="3319571" y="3326882"/>
                    <a:pt x="3335018" y="3323083"/>
                    <a:pt x="3338057" y="3311435"/>
                  </a:cubicBezTo>
                  <a:cubicBezTo>
                    <a:pt x="3339576" y="3305610"/>
                    <a:pt x="3337297" y="3297254"/>
                    <a:pt x="3327421" y="3296241"/>
                  </a:cubicBezTo>
                  <a:close/>
                  <a:moveTo>
                    <a:pt x="3280575" y="3309155"/>
                  </a:moveTo>
                  <a:cubicBezTo>
                    <a:pt x="3282094" y="3303331"/>
                    <a:pt x="3279815" y="3294975"/>
                    <a:pt x="3269686" y="3293962"/>
                  </a:cubicBezTo>
                  <a:cubicBezTo>
                    <a:pt x="3257278" y="3294215"/>
                    <a:pt x="3250694" y="3307130"/>
                    <a:pt x="3256012" y="3315233"/>
                  </a:cubicBezTo>
                  <a:cubicBezTo>
                    <a:pt x="3262089" y="3324602"/>
                    <a:pt x="3277536" y="3320804"/>
                    <a:pt x="3280575" y="3309155"/>
                  </a:cubicBezTo>
                  <a:close/>
                  <a:moveTo>
                    <a:pt x="3222586" y="3306876"/>
                  </a:moveTo>
                  <a:cubicBezTo>
                    <a:pt x="3224105" y="3301052"/>
                    <a:pt x="3221573" y="3292696"/>
                    <a:pt x="3211444" y="3291683"/>
                  </a:cubicBezTo>
                  <a:cubicBezTo>
                    <a:pt x="3199289" y="3291936"/>
                    <a:pt x="3192705" y="3303838"/>
                    <a:pt x="3197263" y="3311941"/>
                  </a:cubicBezTo>
                  <a:cubicBezTo>
                    <a:pt x="3202834" y="3322577"/>
                    <a:pt x="3219547" y="3319285"/>
                    <a:pt x="3222586" y="3306876"/>
                  </a:cubicBezTo>
                  <a:close/>
                  <a:moveTo>
                    <a:pt x="3164091" y="3304851"/>
                  </a:moveTo>
                  <a:cubicBezTo>
                    <a:pt x="3165610" y="3299027"/>
                    <a:pt x="3162825" y="3290670"/>
                    <a:pt x="3152442" y="3289657"/>
                  </a:cubicBezTo>
                  <a:cubicBezTo>
                    <a:pt x="3140541" y="3289910"/>
                    <a:pt x="3133957" y="3301812"/>
                    <a:pt x="3138262" y="3309915"/>
                  </a:cubicBezTo>
                  <a:cubicBezTo>
                    <a:pt x="3144086" y="3320297"/>
                    <a:pt x="3161052" y="3317006"/>
                    <a:pt x="3164091" y="3304851"/>
                  </a:cubicBezTo>
                  <a:close/>
                  <a:moveTo>
                    <a:pt x="3104583" y="3302825"/>
                  </a:moveTo>
                  <a:cubicBezTo>
                    <a:pt x="3105849" y="3297001"/>
                    <a:pt x="3103317" y="3288644"/>
                    <a:pt x="3092934" y="3287631"/>
                  </a:cubicBezTo>
                  <a:cubicBezTo>
                    <a:pt x="3080779" y="3287885"/>
                    <a:pt x="3074449" y="3299786"/>
                    <a:pt x="3079007" y="3307890"/>
                  </a:cubicBezTo>
                  <a:cubicBezTo>
                    <a:pt x="3084831" y="3318272"/>
                    <a:pt x="3101797" y="3314726"/>
                    <a:pt x="3104583" y="3302825"/>
                  </a:cubicBezTo>
                  <a:close/>
                  <a:moveTo>
                    <a:pt x="3044821" y="3300799"/>
                  </a:moveTo>
                  <a:cubicBezTo>
                    <a:pt x="3046087" y="3294975"/>
                    <a:pt x="3043302" y="3286618"/>
                    <a:pt x="3032920" y="3285606"/>
                  </a:cubicBezTo>
                  <a:cubicBezTo>
                    <a:pt x="3020512" y="3285859"/>
                    <a:pt x="3014181" y="3297760"/>
                    <a:pt x="3018992" y="3305864"/>
                  </a:cubicBezTo>
                  <a:cubicBezTo>
                    <a:pt x="3025070" y="3316499"/>
                    <a:pt x="3042036" y="3312954"/>
                    <a:pt x="3044821" y="3300799"/>
                  </a:cubicBezTo>
                  <a:close/>
                  <a:moveTo>
                    <a:pt x="2984300" y="3298773"/>
                  </a:moveTo>
                  <a:cubicBezTo>
                    <a:pt x="2985566" y="3292949"/>
                    <a:pt x="2982528" y="3284593"/>
                    <a:pt x="2971892" y="3283580"/>
                  </a:cubicBezTo>
                  <a:cubicBezTo>
                    <a:pt x="2959484" y="3283833"/>
                    <a:pt x="2953154" y="3295734"/>
                    <a:pt x="2958218" y="3303838"/>
                  </a:cubicBezTo>
                  <a:cubicBezTo>
                    <a:pt x="2964295" y="3314473"/>
                    <a:pt x="2981768" y="3310928"/>
                    <a:pt x="2984300" y="3298773"/>
                  </a:cubicBezTo>
                  <a:close/>
                  <a:moveTo>
                    <a:pt x="2923526" y="3297001"/>
                  </a:moveTo>
                  <a:cubicBezTo>
                    <a:pt x="2924792" y="3291177"/>
                    <a:pt x="2921500" y="3282820"/>
                    <a:pt x="2910865" y="3281807"/>
                  </a:cubicBezTo>
                  <a:cubicBezTo>
                    <a:pt x="2898457" y="3282060"/>
                    <a:pt x="2892126" y="3293962"/>
                    <a:pt x="2897191" y="3302319"/>
                  </a:cubicBezTo>
                  <a:cubicBezTo>
                    <a:pt x="2903521" y="3312447"/>
                    <a:pt x="2920994" y="3309155"/>
                    <a:pt x="2923526" y="3297001"/>
                  </a:cubicBezTo>
                  <a:close/>
                  <a:moveTo>
                    <a:pt x="2861992" y="3295228"/>
                  </a:moveTo>
                  <a:cubicBezTo>
                    <a:pt x="2863258" y="3289404"/>
                    <a:pt x="2859966" y="3281048"/>
                    <a:pt x="2849331" y="3280035"/>
                  </a:cubicBezTo>
                  <a:cubicBezTo>
                    <a:pt x="2836923" y="3280288"/>
                    <a:pt x="2830592" y="3292189"/>
                    <a:pt x="2835910" y="3300546"/>
                  </a:cubicBezTo>
                  <a:cubicBezTo>
                    <a:pt x="2841987" y="3310675"/>
                    <a:pt x="2859460" y="3307130"/>
                    <a:pt x="2861992" y="3295228"/>
                  </a:cubicBezTo>
                  <a:close/>
                  <a:moveTo>
                    <a:pt x="2799952" y="3293456"/>
                  </a:moveTo>
                  <a:cubicBezTo>
                    <a:pt x="2800965" y="3287631"/>
                    <a:pt x="2797673" y="3279275"/>
                    <a:pt x="2787037" y="3278262"/>
                  </a:cubicBezTo>
                  <a:cubicBezTo>
                    <a:pt x="2774123" y="3278515"/>
                    <a:pt x="2768299" y="3290417"/>
                    <a:pt x="2773616" y="3298773"/>
                  </a:cubicBezTo>
                  <a:cubicBezTo>
                    <a:pt x="2780454" y="3309155"/>
                    <a:pt x="2797673" y="3305610"/>
                    <a:pt x="2799952" y="3293456"/>
                  </a:cubicBezTo>
                  <a:close/>
                  <a:moveTo>
                    <a:pt x="2724237" y="3276743"/>
                  </a:moveTo>
                  <a:cubicBezTo>
                    <a:pt x="2711576" y="3276996"/>
                    <a:pt x="2705498" y="3288898"/>
                    <a:pt x="2711069" y="3297254"/>
                  </a:cubicBezTo>
                  <a:cubicBezTo>
                    <a:pt x="2717907" y="3307636"/>
                    <a:pt x="2735632" y="3304091"/>
                    <a:pt x="2737658" y="3291936"/>
                  </a:cubicBezTo>
                  <a:cubicBezTo>
                    <a:pt x="2738924" y="3285859"/>
                    <a:pt x="2735379" y="3277502"/>
                    <a:pt x="2724237" y="3276743"/>
                  </a:cubicBezTo>
                  <a:close/>
                  <a:moveTo>
                    <a:pt x="2648270" y="3295481"/>
                  </a:moveTo>
                  <a:cubicBezTo>
                    <a:pt x="2655107" y="3305864"/>
                    <a:pt x="2672833" y="3302319"/>
                    <a:pt x="2674858" y="3290163"/>
                  </a:cubicBezTo>
                  <a:cubicBezTo>
                    <a:pt x="2675871" y="3284339"/>
                    <a:pt x="2672326" y="3275983"/>
                    <a:pt x="2661437" y="3274970"/>
                  </a:cubicBezTo>
                  <a:cubicBezTo>
                    <a:pt x="2648523" y="3275477"/>
                    <a:pt x="2642699" y="3287378"/>
                    <a:pt x="2648270" y="3295481"/>
                  </a:cubicBezTo>
                  <a:close/>
                  <a:moveTo>
                    <a:pt x="2584963" y="3294215"/>
                  </a:moveTo>
                  <a:cubicBezTo>
                    <a:pt x="2592307" y="3304598"/>
                    <a:pt x="2609779" y="3301052"/>
                    <a:pt x="2611805" y="3288898"/>
                  </a:cubicBezTo>
                  <a:cubicBezTo>
                    <a:pt x="2612818" y="3283073"/>
                    <a:pt x="2609020" y="3274717"/>
                    <a:pt x="2598131" y="3273957"/>
                  </a:cubicBezTo>
                  <a:cubicBezTo>
                    <a:pt x="2584963" y="3273957"/>
                    <a:pt x="2579139" y="3285859"/>
                    <a:pt x="2584963" y="3294215"/>
                  </a:cubicBezTo>
                  <a:close/>
                  <a:moveTo>
                    <a:pt x="2534318" y="3272185"/>
                  </a:moveTo>
                  <a:cubicBezTo>
                    <a:pt x="2520390" y="3272438"/>
                    <a:pt x="2516086" y="3285353"/>
                    <a:pt x="2521403" y="3292696"/>
                  </a:cubicBezTo>
                  <a:cubicBezTo>
                    <a:pt x="2528747" y="3303078"/>
                    <a:pt x="2546473" y="3299280"/>
                    <a:pt x="2548245" y="3287125"/>
                  </a:cubicBezTo>
                  <a:cubicBezTo>
                    <a:pt x="2549258" y="3281554"/>
                    <a:pt x="2545460" y="3272944"/>
                    <a:pt x="2534318" y="3272185"/>
                  </a:cubicBezTo>
                  <a:close/>
                  <a:moveTo>
                    <a:pt x="2470252" y="3270918"/>
                  </a:moveTo>
                  <a:cubicBezTo>
                    <a:pt x="2457337" y="3271172"/>
                    <a:pt x="2451766" y="3283327"/>
                    <a:pt x="2457591" y="3291430"/>
                  </a:cubicBezTo>
                  <a:cubicBezTo>
                    <a:pt x="2464934" y="3301812"/>
                    <a:pt x="2482913" y="3298014"/>
                    <a:pt x="2484686" y="3285859"/>
                  </a:cubicBezTo>
                  <a:cubicBezTo>
                    <a:pt x="2485445" y="3280288"/>
                    <a:pt x="2481394" y="3271678"/>
                    <a:pt x="2470252" y="3270918"/>
                  </a:cubicBezTo>
                  <a:close/>
                  <a:moveTo>
                    <a:pt x="2405932" y="3269652"/>
                  </a:moveTo>
                  <a:cubicBezTo>
                    <a:pt x="2393018" y="3269906"/>
                    <a:pt x="2387447" y="3282060"/>
                    <a:pt x="2393524" y="3290163"/>
                  </a:cubicBezTo>
                  <a:cubicBezTo>
                    <a:pt x="2401121" y="3300546"/>
                    <a:pt x="2418847" y="3296748"/>
                    <a:pt x="2420366" y="3284593"/>
                  </a:cubicBezTo>
                  <a:cubicBezTo>
                    <a:pt x="2421126" y="3279022"/>
                    <a:pt x="2417074" y="3270412"/>
                    <a:pt x="2405932" y="3269652"/>
                  </a:cubicBezTo>
                  <a:close/>
                  <a:moveTo>
                    <a:pt x="2356047" y="3283580"/>
                  </a:moveTo>
                  <a:cubicBezTo>
                    <a:pt x="2356807" y="3277756"/>
                    <a:pt x="2352502" y="3269399"/>
                    <a:pt x="2341360" y="3268640"/>
                  </a:cubicBezTo>
                  <a:cubicBezTo>
                    <a:pt x="2328192" y="3269146"/>
                    <a:pt x="2322874" y="3281048"/>
                    <a:pt x="2328952" y="3289151"/>
                  </a:cubicBezTo>
                  <a:cubicBezTo>
                    <a:pt x="2337055" y="3299533"/>
                    <a:pt x="2354528" y="3295988"/>
                    <a:pt x="2356047" y="3283580"/>
                  </a:cubicBezTo>
                  <a:close/>
                  <a:moveTo>
                    <a:pt x="2291474" y="3282567"/>
                  </a:moveTo>
                  <a:cubicBezTo>
                    <a:pt x="2291981" y="3276743"/>
                    <a:pt x="2287929" y="3268386"/>
                    <a:pt x="2276534" y="3267626"/>
                  </a:cubicBezTo>
                  <a:cubicBezTo>
                    <a:pt x="2263366" y="3268133"/>
                    <a:pt x="2258302" y="3280035"/>
                    <a:pt x="2264632" y="3288138"/>
                  </a:cubicBezTo>
                  <a:cubicBezTo>
                    <a:pt x="2272229" y="3298520"/>
                    <a:pt x="2290208" y="3294722"/>
                    <a:pt x="2291474" y="3282567"/>
                  </a:cubicBezTo>
                  <a:close/>
                  <a:moveTo>
                    <a:pt x="2226648" y="3281554"/>
                  </a:moveTo>
                  <a:cubicBezTo>
                    <a:pt x="2227155" y="3275730"/>
                    <a:pt x="2222850" y="3267373"/>
                    <a:pt x="2211455" y="3266614"/>
                  </a:cubicBezTo>
                  <a:cubicBezTo>
                    <a:pt x="2198287" y="3267120"/>
                    <a:pt x="2193223" y="3279022"/>
                    <a:pt x="2199553" y="3287125"/>
                  </a:cubicBezTo>
                  <a:cubicBezTo>
                    <a:pt x="2207657" y="3297507"/>
                    <a:pt x="2225382" y="3293709"/>
                    <a:pt x="2226648" y="3281554"/>
                  </a:cubicBezTo>
                  <a:close/>
                  <a:moveTo>
                    <a:pt x="2161569" y="3280794"/>
                  </a:moveTo>
                  <a:cubicBezTo>
                    <a:pt x="2162076" y="3274970"/>
                    <a:pt x="2157518" y="3266614"/>
                    <a:pt x="2146376" y="3265854"/>
                  </a:cubicBezTo>
                  <a:cubicBezTo>
                    <a:pt x="2132955" y="3266361"/>
                    <a:pt x="2128144" y="3278262"/>
                    <a:pt x="2134728" y="3286618"/>
                  </a:cubicBezTo>
                  <a:cubicBezTo>
                    <a:pt x="2142831" y="3296748"/>
                    <a:pt x="2160557" y="3292949"/>
                    <a:pt x="2161569" y="3280794"/>
                  </a:cubicBezTo>
                  <a:close/>
                  <a:moveTo>
                    <a:pt x="2096490" y="3280035"/>
                  </a:moveTo>
                  <a:cubicBezTo>
                    <a:pt x="2096997" y="3274211"/>
                    <a:pt x="2092439" y="3265854"/>
                    <a:pt x="2081044" y="3265094"/>
                  </a:cubicBezTo>
                  <a:cubicBezTo>
                    <a:pt x="2066863" y="3265601"/>
                    <a:pt x="2063571" y="3278262"/>
                    <a:pt x="2069395" y="3285859"/>
                  </a:cubicBezTo>
                  <a:cubicBezTo>
                    <a:pt x="2077752" y="3295988"/>
                    <a:pt x="2095731" y="3292189"/>
                    <a:pt x="2096490" y="3280035"/>
                  </a:cubicBezTo>
                  <a:close/>
                  <a:moveTo>
                    <a:pt x="2031411" y="3279275"/>
                  </a:moveTo>
                  <a:cubicBezTo>
                    <a:pt x="2031665" y="3273451"/>
                    <a:pt x="2027107" y="3265094"/>
                    <a:pt x="2015711" y="3264335"/>
                  </a:cubicBezTo>
                  <a:cubicBezTo>
                    <a:pt x="2002544" y="3264841"/>
                    <a:pt x="1997985" y="3276996"/>
                    <a:pt x="2004569" y="3285099"/>
                  </a:cubicBezTo>
                  <a:cubicBezTo>
                    <a:pt x="2012926" y="3295228"/>
                    <a:pt x="2030652" y="3291430"/>
                    <a:pt x="2031411" y="3279275"/>
                  </a:cubicBezTo>
                  <a:close/>
                  <a:moveTo>
                    <a:pt x="1966586" y="3278768"/>
                  </a:moveTo>
                  <a:lnTo>
                    <a:pt x="1966586" y="3278768"/>
                  </a:lnTo>
                  <a:cubicBezTo>
                    <a:pt x="1966839" y="3272944"/>
                    <a:pt x="1962281" y="3264588"/>
                    <a:pt x="1950885" y="3263828"/>
                  </a:cubicBezTo>
                  <a:cubicBezTo>
                    <a:pt x="1937211" y="3264335"/>
                    <a:pt x="1933413" y="3277502"/>
                    <a:pt x="1941010" y="3285606"/>
                  </a:cubicBezTo>
                  <a:cubicBezTo>
                    <a:pt x="1950126" y="3294722"/>
                    <a:pt x="1966079" y="3290417"/>
                    <a:pt x="1966586" y="3278768"/>
                  </a:cubicBezTo>
                  <a:close/>
                  <a:moveTo>
                    <a:pt x="1902773" y="3278262"/>
                  </a:moveTo>
                  <a:cubicBezTo>
                    <a:pt x="1903026" y="3272438"/>
                    <a:pt x="1898214" y="3264081"/>
                    <a:pt x="1887072" y="3263322"/>
                  </a:cubicBezTo>
                  <a:cubicBezTo>
                    <a:pt x="1873398" y="3263828"/>
                    <a:pt x="1869600" y="3277249"/>
                    <a:pt x="1877450" y="3285099"/>
                  </a:cubicBezTo>
                  <a:cubicBezTo>
                    <a:pt x="1886566" y="3294215"/>
                    <a:pt x="1902266" y="3289910"/>
                    <a:pt x="1902773" y="3278262"/>
                  </a:cubicBezTo>
                  <a:close/>
                  <a:moveTo>
                    <a:pt x="1839719" y="3277756"/>
                  </a:moveTo>
                  <a:lnTo>
                    <a:pt x="1839719" y="3277756"/>
                  </a:lnTo>
                  <a:cubicBezTo>
                    <a:pt x="1839719" y="3271932"/>
                    <a:pt x="1835161" y="3263575"/>
                    <a:pt x="1824019" y="3262815"/>
                  </a:cubicBezTo>
                  <a:cubicBezTo>
                    <a:pt x="1810852" y="3263322"/>
                    <a:pt x="1807306" y="3276743"/>
                    <a:pt x="1814903" y="3284593"/>
                  </a:cubicBezTo>
                  <a:cubicBezTo>
                    <a:pt x="1824019" y="3293962"/>
                    <a:pt x="1839466" y="3289657"/>
                    <a:pt x="1839719" y="3277756"/>
                  </a:cubicBezTo>
                  <a:close/>
                  <a:moveTo>
                    <a:pt x="1777426" y="3277502"/>
                  </a:moveTo>
                  <a:cubicBezTo>
                    <a:pt x="1777426" y="3271678"/>
                    <a:pt x="1772614" y="3263322"/>
                    <a:pt x="1761979" y="3262815"/>
                  </a:cubicBezTo>
                  <a:cubicBezTo>
                    <a:pt x="1749064" y="3263322"/>
                    <a:pt x="1745519" y="3276743"/>
                    <a:pt x="1753369" y="3284593"/>
                  </a:cubicBezTo>
                  <a:cubicBezTo>
                    <a:pt x="1762232" y="3293709"/>
                    <a:pt x="1777173" y="3289151"/>
                    <a:pt x="1777426" y="3277502"/>
                  </a:cubicBezTo>
                  <a:close/>
                  <a:moveTo>
                    <a:pt x="1716145" y="3277249"/>
                  </a:moveTo>
                  <a:cubicBezTo>
                    <a:pt x="1716145" y="3271425"/>
                    <a:pt x="1711334" y="3263069"/>
                    <a:pt x="1700698" y="3262562"/>
                  </a:cubicBezTo>
                  <a:cubicBezTo>
                    <a:pt x="1687784" y="3263069"/>
                    <a:pt x="1684492" y="3276489"/>
                    <a:pt x="1692342" y="3284339"/>
                  </a:cubicBezTo>
                  <a:cubicBezTo>
                    <a:pt x="1701205" y="3293456"/>
                    <a:pt x="1716145" y="3288898"/>
                    <a:pt x="1716145" y="3277249"/>
                  </a:cubicBezTo>
                  <a:close/>
                  <a:moveTo>
                    <a:pt x="1655624" y="3277249"/>
                  </a:moveTo>
                  <a:cubicBezTo>
                    <a:pt x="1655624" y="3271425"/>
                    <a:pt x="1650813" y="3263069"/>
                    <a:pt x="1640177" y="3262562"/>
                  </a:cubicBezTo>
                  <a:cubicBezTo>
                    <a:pt x="1627516" y="3263069"/>
                    <a:pt x="1624477" y="3276489"/>
                    <a:pt x="1632074" y="3284339"/>
                  </a:cubicBezTo>
                  <a:cubicBezTo>
                    <a:pt x="1640937" y="3293456"/>
                    <a:pt x="1655624" y="3288898"/>
                    <a:pt x="1655624" y="3277249"/>
                  </a:cubicBezTo>
                  <a:close/>
                  <a:moveTo>
                    <a:pt x="1595863" y="3277249"/>
                  </a:moveTo>
                  <a:cubicBezTo>
                    <a:pt x="1595610" y="3271425"/>
                    <a:pt x="1590798" y="3263069"/>
                    <a:pt x="1580416" y="3262562"/>
                  </a:cubicBezTo>
                  <a:cubicBezTo>
                    <a:pt x="1568008" y="3263322"/>
                    <a:pt x="1565222" y="3276489"/>
                    <a:pt x="1572819" y="3284339"/>
                  </a:cubicBezTo>
                  <a:cubicBezTo>
                    <a:pt x="1581935" y="3293456"/>
                    <a:pt x="1596369" y="3289151"/>
                    <a:pt x="1595863" y="3277249"/>
                  </a:cubicBezTo>
                  <a:close/>
                  <a:moveTo>
                    <a:pt x="1520401" y="3262815"/>
                  </a:moveTo>
                  <a:cubicBezTo>
                    <a:pt x="1509513" y="3264081"/>
                    <a:pt x="1506727" y="3277756"/>
                    <a:pt x="1515590" y="3285606"/>
                  </a:cubicBezTo>
                  <a:cubicBezTo>
                    <a:pt x="1524706" y="3293456"/>
                    <a:pt x="1537368" y="3288644"/>
                    <a:pt x="1537114" y="3277502"/>
                  </a:cubicBezTo>
                  <a:cubicBezTo>
                    <a:pt x="1536861" y="3271678"/>
                    <a:pt x="1532050" y="3263322"/>
                    <a:pt x="1521921" y="3262815"/>
                  </a:cubicBezTo>
                  <a:cubicBezTo>
                    <a:pt x="1521414" y="3262815"/>
                    <a:pt x="1520908" y="3262815"/>
                    <a:pt x="1520401" y="3262815"/>
                  </a:cubicBezTo>
                  <a:close/>
                  <a:moveTo>
                    <a:pt x="1479379" y="3277756"/>
                  </a:moveTo>
                  <a:cubicBezTo>
                    <a:pt x="1479126" y="3271932"/>
                    <a:pt x="1474061" y="3263575"/>
                    <a:pt x="1464185" y="3263069"/>
                  </a:cubicBezTo>
                  <a:cubicBezTo>
                    <a:pt x="1463679" y="3263069"/>
                    <a:pt x="1463172" y="3263069"/>
                    <a:pt x="1462919" y="3263069"/>
                  </a:cubicBezTo>
                  <a:cubicBezTo>
                    <a:pt x="1452284" y="3264335"/>
                    <a:pt x="1449498" y="3278009"/>
                    <a:pt x="1458361" y="3285859"/>
                  </a:cubicBezTo>
                  <a:cubicBezTo>
                    <a:pt x="1467477" y="3293456"/>
                    <a:pt x="1479885" y="3288644"/>
                    <a:pt x="1479379" y="3277756"/>
                  </a:cubicBezTo>
                  <a:close/>
                  <a:moveTo>
                    <a:pt x="1422656" y="3278009"/>
                  </a:moveTo>
                  <a:cubicBezTo>
                    <a:pt x="1422403" y="3272185"/>
                    <a:pt x="1417339" y="3263828"/>
                    <a:pt x="1407209" y="3263322"/>
                  </a:cubicBezTo>
                  <a:cubicBezTo>
                    <a:pt x="1406703" y="3263322"/>
                    <a:pt x="1406197" y="3263322"/>
                    <a:pt x="1405943" y="3263322"/>
                  </a:cubicBezTo>
                  <a:cubicBezTo>
                    <a:pt x="1395561" y="3264588"/>
                    <a:pt x="1393029" y="3278262"/>
                    <a:pt x="1401892" y="3286112"/>
                  </a:cubicBezTo>
                  <a:cubicBezTo>
                    <a:pt x="1411008" y="3293962"/>
                    <a:pt x="1423416" y="3289151"/>
                    <a:pt x="1422656" y="3278009"/>
                  </a:cubicBezTo>
                  <a:close/>
                  <a:moveTo>
                    <a:pt x="1366693" y="3278262"/>
                  </a:moveTo>
                  <a:cubicBezTo>
                    <a:pt x="1366187" y="3272438"/>
                    <a:pt x="1361376" y="3264081"/>
                    <a:pt x="1351500" y="3263575"/>
                  </a:cubicBezTo>
                  <a:cubicBezTo>
                    <a:pt x="1350993" y="3263575"/>
                    <a:pt x="1350487" y="3263575"/>
                    <a:pt x="1350234" y="3263575"/>
                  </a:cubicBezTo>
                  <a:cubicBezTo>
                    <a:pt x="1340105" y="3264841"/>
                    <a:pt x="1337826" y="3278515"/>
                    <a:pt x="1346435" y="3286365"/>
                  </a:cubicBezTo>
                  <a:cubicBezTo>
                    <a:pt x="1355551" y="3294215"/>
                    <a:pt x="1367453" y="3289404"/>
                    <a:pt x="1366693" y="3278262"/>
                  </a:cubicBezTo>
                  <a:close/>
                  <a:moveTo>
                    <a:pt x="1311743" y="3278768"/>
                  </a:moveTo>
                  <a:cubicBezTo>
                    <a:pt x="1311237" y="3272944"/>
                    <a:pt x="1306172" y="3264588"/>
                    <a:pt x="1296803" y="3264081"/>
                  </a:cubicBezTo>
                  <a:cubicBezTo>
                    <a:pt x="1296550" y="3264081"/>
                    <a:pt x="1296043" y="3264081"/>
                    <a:pt x="1295537" y="3264081"/>
                  </a:cubicBezTo>
                  <a:cubicBezTo>
                    <a:pt x="1285408" y="3265347"/>
                    <a:pt x="1283382" y="3279275"/>
                    <a:pt x="1291992" y="3286872"/>
                  </a:cubicBezTo>
                  <a:cubicBezTo>
                    <a:pt x="1301108" y="3294722"/>
                    <a:pt x="1312756" y="3289910"/>
                    <a:pt x="1311743" y="3278768"/>
                  </a:cubicBezTo>
                  <a:close/>
                  <a:moveTo>
                    <a:pt x="1258059" y="3279528"/>
                  </a:moveTo>
                  <a:cubicBezTo>
                    <a:pt x="1257553" y="3273704"/>
                    <a:pt x="1252488" y="3265347"/>
                    <a:pt x="1243119" y="3264841"/>
                  </a:cubicBezTo>
                  <a:cubicBezTo>
                    <a:pt x="1231217" y="3265601"/>
                    <a:pt x="1230205" y="3280035"/>
                    <a:pt x="1238814" y="3287631"/>
                  </a:cubicBezTo>
                  <a:cubicBezTo>
                    <a:pt x="1247677" y="3295481"/>
                    <a:pt x="1259072" y="3290417"/>
                    <a:pt x="1258059" y="3279528"/>
                  </a:cubicBezTo>
                  <a:close/>
                  <a:moveTo>
                    <a:pt x="1205388" y="3280035"/>
                  </a:moveTo>
                  <a:cubicBezTo>
                    <a:pt x="1204882" y="3274211"/>
                    <a:pt x="1199818" y="3265854"/>
                    <a:pt x="1190448" y="3265347"/>
                  </a:cubicBezTo>
                  <a:cubicBezTo>
                    <a:pt x="1190195" y="3265347"/>
                    <a:pt x="1189688" y="3265347"/>
                    <a:pt x="1189182" y="3265347"/>
                  </a:cubicBezTo>
                  <a:cubicBezTo>
                    <a:pt x="1179053" y="3266614"/>
                    <a:pt x="1178040" y="3281807"/>
                    <a:pt x="1187663" y="3288898"/>
                  </a:cubicBezTo>
                  <a:cubicBezTo>
                    <a:pt x="1196272" y="3295988"/>
                    <a:pt x="1206401" y="3290670"/>
                    <a:pt x="1205388" y="3280035"/>
                  </a:cubicBezTo>
                  <a:close/>
                  <a:moveTo>
                    <a:pt x="1153477" y="3280794"/>
                  </a:moveTo>
                  <a:cubicBezTo>
                    <a:pt x="1152718" y="3274970"/>
                    <a:pt x="1147653" y="3266614"/>
                    <a:pt x="1138790" y="3266107"/>
                  </a:cubicBezTo>
                  <a:cubicBezTo>
                    <a:pt x="1138537" y="3266107"/>
                    <a:pt x="1138030" y="3266107"/>
                    <a:pt x="1137524" y="3266107"/>
                  </a:cubicBezTo>
                  <a:cubicBezTo>
                    <a:pt x="1127648" y="3267373"/>
                    <a:pt x="1126888" y="3282567"/>
                    <a:pt x="1136258" y="3289657"/>
                  </a:cubicBezTo>
                  <a:cubicBezTo>
                    <a:pt x="1144867" y="3296748"/>
                    <a:pt x="1154743" y="3291430"/>
                    <a:pt x="1153477" y="3280794"/>
                  </a:cubicBezTo>
                  <a:close/>
                  <a:moveTo>
                    <a:pt x="4773594" y="3401583"/>
                  </a:moveTo>
                  <a:cubicBezTo>
                    <a:pt x="4774354" y="3400570"/>
                    <a:pt x="4777646" y="3392214"/>
                    <a:pt x="4778406" y="3390441"/>
                  </a:cubicBezTo>
                  <a:cubicBezTo>
                    <a:pt x="4780431" y="3385123"/>
                    <a:pt x="4783977" y="3376514"/>
                    <a:pt x="4783977" y="3375247"/>
                  </a:cubicBezTo>
                  <a:cubicBezTo>
                    <a:pt x="4783977" y="3375247"/>
                    <a:pt x="4783977" y="3375247"/>
                    <a:pt x="4783977" y="3375247"/>
                  </a:cubicBezTo>
                  <a:cubicBezTo>
                    <a:pt x="4783217" y="3376514"/>
                    <a:pt x="4773594" y="3400317"/>
                    <a:pt x="4773594" y="3401583"/>
                  </a:cubicBezTo>
                  <a:close/>
                  <a:moveTo>
                    <a:pt x="4782964" y="3372209"/>
                  </a:moveTo>
                  <a:cubicBezTo>
                    <a:pt x="4782964" y="3372209"/>
                    <a:pt x="4782710" y="3372209"/>
                    <a:pt x="4782964" y="3372209"/>
                  </a:cubicBezTo>
                  <a:cubicBezTo>
                    <a:pt x="4781698" y="3373222"/>
                    <a:pt x="4771568" y="3397025"/>
                    <a:pt x="4772581" y="3398291"/>
                  </a:cubicBezTo>
                  <a:cubicBezTo>
                    <a:pt x="4773594" y="3397278"/>
                    <a:pt x="4777139" y="3388922"/>
                    <a:pt x="4777646" y="3387149"/>
                  </a:cubicBezTo>
                  <a:cubicBezTo>
                    <a:pt x="4779672" y="3382085"/>
                    <a:pt x="4782964" y="3373222"/>
                    <a:pt x="4782964" y="3372209"/>
                  </a:cubicBezTo>
                  <a:close/>
                  <a:moveTo>
                    <a:pt x="4779672" y="3368664"/>
                  </a:moveTo>
                  <a:cubicBezTo>
                    <a:pt x="4778152" y="3368411"/>
                    <a:pt x="4769036" y="3391201"/>
                    <a:pt x="4769036" y="3394746"/>
                  </a:cubicBezTo>
                  <a:cubicBezTo>
                    <a:pt x="4769036" y="3394746"/>
                    <a:pt x="4769289" y="3394746"/>
                    <a:pt x="4769289" y="3394999"/>
                  </a:cubicBezTo>
                  <a:cubicBezTo>
                    <a:pt x="4770556" y="3393986"/>
                    <a:pt x="4774101" y="3385630"/>
                    <a:pt x="4774860" y="3383857"/>
                  </a:cubicBezTo>
                  <a:cubicBezTo>
                    <a:pt x="4777139" y="3378539"/>
                    <a:pt x="4780178" y="3369930"/>
                    <a:pt x="4779672" y="3368664"/>
                  </a:cubicBezTo>
                  <a:close/>
                  <a:moveTo>
                    <a:pt x="4770303" y="3380565"/>
                  </a:moveTo>
                  <a:cubicBezTo>
                    <a:pt x="4772581" y="3375247"/>
                    <a:pt x="4775620" y="3366638"/>
                    <a:pt x="4774607" y="3365372"/>
                  </a:cubicBezTo>
                  <a:cubicBezTo>
                    <a:pt x="4772581" y="3365118"/>
                    <a:pt x="4762706" y="3389681"/>
                    <a:pt x="4764225" y="3391454"/>
                  </a:cubicBezTo>
                  <a:cubicBezTo>
                    <a:pt x="4765491" y="3391454"/>
                    <a:pt x="4768530" y="3384617"/>
                    <a:pt x="4770303" y="3380565"/>
                  </a:cubicBezTo>
                  <a:lnTo>
                    <a:pt x="4770303" y="3380565"/>
                  </a:lnTo>
                  <a:close/>
                  <a:moveTo>
                    <a:pt x="4767770" y="3361826"/>
                  </a:moveTo>
                  <a:cubicBezTo>
                    <a:pt x="4764225" y="3361573"/>
                    <a:pt x="4756122" y="3386136"/>
                    <a:pt x="4757135" y="3387909"/>
                  </a:cubicBezTo>
                  <a:cubicBezTo>
                    <a:pt x="4757894" y="3388922"/>
                    <a:pt x="4760680" y="3384364"/>
                    <a:pt x="4763718" y="3377020"/>
                  </a:cubicBezTo>
                  <a:cubicBezTo>
                    <a:pt x="4766251" y="3371449"/>
                    <a:pt x="4769036" y="3362840"/>
                    <a:pt x="4767770" y="3361826"/>
                  </a:cubicBezTo>
                  <a:close/>
                  <a:moveTo>
                    <a:pt x="4755615" y="3373475"/>
                  </a:moveTo>
                  <a:cubicBezTo>
                    <a:pt x="4758401" y="3366891"/>
                    <a:pt x="4760427" y="3359294"/>
                    <a:pt x="4759161" y="3358281"/>
                  </a:cubicBezTo>
                  <a:cubicBezTo>
                    <a:pt x="4755362" y="3358028"/>
                    <a:pt x="4747259" y="3381072"/>
                    <a:pt x="4748525" y="3384110"/>
                  </a:cubicBezTo>
                  <a:cubicBezTo>
                    <a:pt x="4749031" y="3386136"/>
                    <a:pt x="4752323" y="3381325"/>
                    <a:pt x="4755615" y="3373475"/>
                  </a:cubicBezTo>
                  <a:close/>
                  <a:moveTo>
                    <a:pt x="4457822" y="3324096"/>
                  </a:moveTo>
                  <a:cubicBezTo>
                    <a:pt x="4460607" y="3317512"/>
                    <a:pt x="4460607" y="3309915"/>
                    <a:pt x="4455543" y="3308902"/>
                  </a:cubicBezTo>
                  <a:cubicBezTo>
                    <a:pt x="4447186" y="3308649"/>
                    <a:pt x="4439843" y="3325362"/>
                    <a:pt x="4443135" y="3332706"/>
                  </a:cubicBezTo>
                  <a:cubicBezTo>
                    <a:pt x="4445667" y="3338530"/>
                    <a:pt x="4454023" y="3333972"/>
                    <a:pt x="4457822" y="3324096"/>
                  </a:cubicBezTo>
                  <a:close/>
                  <a:moveTo>
                    <a:pt x="4425156" y="3320804"/>
                  </a:moveTo>
                  <a:cubicBezTo>
                    <a:pt x="4427688" y="3314220"/>
                    <a:pt x="4427688" y="3306623"/>
                    <a:pt x="4422370" y="3305610"/>
                  </a:cubicBezTo>
                  <a:cubicBezTo>
                    <a:pt x="4413760" y="3305610"/>
                    <a:pt x="4406164" y="3322070"/>
                    <a:pt x="4409962" y="3329414"/>
                  </a:cubicBezTo>
                  <a:cubicBezTo>
                    <a:pt x="4412747" y="3335238"/>
                    <a:pt x="4421104" y="3330680"/>
                    <a:pt x="4425156" y="3320804"/>
                  </a:cubicBezTo>
                  <a:close/>
                  <a:moveTo>
                    <a:pt x="4390970" y="3317512"/>
                  </a:moveTo>
                  <a:cubicBezTo>
                    <a:pt x="4393249" y="3311688"/>
                    <a:pt x="4393755" y="3303331"/>
                    <a:pt x="4387678" y="3302065"/>
                  </a:cubicBezTo>
                  <a:cubicBezTo>
                    <a:pt x="4379068" y="3302065"/>
                    <a:pt x="4371725" y="3317259"/>
                    <a:pt x="4374763" y="3325109"/>
                  </a:cubicBezTo>
                  <a:cubicBezTo>
                    <a:pt x="4377549" y="3332199"/>
                    <a:pt x="4386665" y="3327894"/>
                    <a:pt x="4390970" y="3317512"/>
                  </a:cubicBezTo>
                  <a:close/>
                  <a:moveTo>
                    <a:pt x="3461378" y="3258257"/>
                  </a:moveTo>
                  <a:cubicBezTo>
                    <a:pt x="3463150" y="3251420"/>
                    <a:pt x="3460365" y="3243823"/>
                    <a:pt x="3451249" y="3243064"/>
                  </a:cubicBezTo>
                  <a:cubicBezTo>
                    <a:pt x="3438841" y="3243064"/>
                    <a:pt x="3432257" y="3256231"/>
                    <a:pt x="3437321" y="3264588"/>
                  </a:cubicBezTo>
                  <a:cubicBezTo>
                    <a:pt x="3443146" y="3273957"/>
                    <a:pt x="3458086" y="3269906"/>
                    <a:pt x="3461378" y="3258257"/>
                  </a:cubicBezTo>
                  <a:close/>
                  <a:moveTo>
                    <a:pt x="3289691" y="3251167"/>
                  </a:moveTo>
                  <a:cubicBezTo>
                    <a:pt x="3291463" y="3244330"/>
                    <a:pt x="3288171" y="3236733"/>
                    <a:pt x="3278549" y="3235973"/>
                  </a:cubicBezTo>
                  <a:cubicBezTo>
                    <a:pt x="3264874" y="3236227"/>
                    <a:pt x="3260063" y="3249901"/>
                    <a:pt x="3264874" y="3257498"/>
                  </a:cubicBezTo>
                  <a:cubicBezTo>
                    <a:pt x="3271205" y="3266867"/>
                    <a:pt x="3286652" y="3263069"/>
                    <a:pt x="3289691" y="3251167"/>
                  </a:cubicBezTo>
                  <a:close/>
                  <a:moveTo>
                    <a:pt x="3231195" y="3248888"/>
                  </a:moveTo>
                  <a:cubicBezTo>
                    <a:pt x="3232968" y="3242051"/>
                    <a:pt x="3229423" y="3234454"/>
                    <a:pt x="3219800" y="3233694"/>
                  </a:cubicBezTo>
                  <a:cubicBezTo>
                    <a:pt x="3207392" y="3233947"/>
                    <a:pt x="3201062" y="3245849"/>
                    <a:pt x="3205620" y="3254205"/>
                  </a:cubicBezTo>
                  <a:cubicBezTo>
                    <a:pt x="3211444" y="3264841"/>
                    <a:pt x="3228157" y="3261296"/>
                    <a:pt x="3231195" y="3248888"/>
                  </a:cubicBezTo>
                  <a:close/>
                  <a:moveTo>
                    <a:pt x="3171941" y="3246609"/>
                  </a:moveTo>
                  <a:cubicBezTo>
                    <a:pt x="3173460" y="3239772"/>
                    <a:pt x="3169915" y="3232175"/>
                    <a:pt x="3160039" y="3231415"/>
                  </a:cubicBezTo>
                  <a:cubicBezTo>
                    <a:pt x="3146112" y="3231669"/>
                    <a:pt x="3141300" y="3245343"/>
                    <a:pt x="3146618" y="3252940"/>
                  </a:cubicBezTo>
                  <a:cubicBezTo>
                    <a:pt x="3153202" y="3262309"/>
                    <a:pt x="3169155" y="3258257"/>
                    <a:pt x="3171941" y="3246609"/>
                  </a:cubicBezTo>
                  <a:close/>
                  <a:moveTo>
                    <a:pt x="3111926" y="3244583"/>
                  </a:moveTo>
                  <a:cubicBezTo>
                    <a:pt x="3113445" y="3237746"/>
                    <a:pt x="3109900" y="3230149"/>
                    <a:pt x="3100024" y="3229389"/>
                  </a:cubicBezTo>
                  <a:cubicBezTo>
                    <a:pt x="3086097" y="3229643"/>
                    <a:pt x="3081286" y="3243317"/>
                    <a:pt x="3086604" y="3250914"/>
                  </a:cubicBezTo>
                  <a:cubicBezTo>
                    <a:pt x="3093441" y="3260536"/>
                    <a:pt x="3109394" y="3256485"/>
                    <a:pt x="3111926" y="3244583"/>
                  </a:cubicBezTo>
                  <a:close/>
                  <a:moveTo>
                    <a:pt x="3051658" y="3242557"/>
                  </a:moveTo>
                  <a:cubicBezTo>
                    <a:pt x="3053178" y="3235720"/>
                    <a:pt x="3049379" y="3228123"/>
                    <a:pt x="3039503" y="3227364"/>
                  </a:cubicBezTo>
                  <a:cubicBezTo>
                    <a:pt x="3026589" y="3227617"/>
                    <a:pt x="3020512" y="3239518"/>
                    <a:pt x="3025576" y="3247875"/>
                  </a:cubicBezTo>
                  <a:cubicBezTo>
                    <a:pt x="3031654" y="3258510"/>
                    <a:pt x="3048873" y="3255219"/>
                    <a:pt x="3051658" y="3242557"/>
                  </a:cubicBezTo>
                  <a:close/>
                  <a:moveTo>
                    <a:pt x="2990631" y="3240531"/>
                  </a:moveTo>
                  <a:cubicBezTo>
                    <a:pt x="2991644" y="3235214"/>
                    <a:pt x="2989365" y="3226351"/>
                    <a:pt x="2977970" y="3225338"/>
                  </a:cubicBezTo>
                  <a:cubicBezTo>
                    <a:pt x="2964295" y="3225591"/>
                    <a:pt x="2959737" y="3238252"/>
                    <a:pt x="2964295" y="3245849"/>
                  </a:cubicBezTo>
                  <a:cubicBezTo>
                    <a:pt x="2970626" y="3256485"/>
                    <a:pt x="2988099" y="3252940"/>
                    <a:pt x="2990631" y="3240531"/>
                  </a:cubicBezTo>
                  <a:close/>
                  <a:moveTo>
                    <a:pt x="2929097" y="3238759"/>
                  </a:moveTo>
                  <a:cubicBezTo>
                    <a:pt x="2930363" y="3231922"/>
                    <a:pt x="2926311" y="3224325"/>
                    <a:pt x="2916183" y="3223565"/>
                  </a:cubicBezTo>
                  <a:cubicBezTo>
                    <a:pt x="2902508" y="3223818"/>
                    <a:pt x="2897950" y="3236480"/>
                    <a:pt x="2902508" y="3244077"/>
                  </a:cubicBezTo>
                  <a:cubicBezTo>
                    <a:pt x="2909092" y="3254712"/>
                    <a:pt x="2926565" y="3251167"/>
                    <a:pt x="2929097" y="3238759"/>
                  </a:cubicBezTo>
                  <a:close/>
                  <a:moveTo>
                    <a:pt x="2867057" y="3236986"/>
                  </a:moveTo>
                  <a:cubicBezTo>
                    <a:pt x="2868323" y="3230149"/>
                    <a:pt x="2864271" y="3222552"/>
                    <a:pt x="2854142" y="3221793"/>
                  </a:cubicBezTo>
                  <a:cubicBezTo>
                    <a:pt x="2840215" y="3222046"/>
                    <a:pt x="2835910" y="3234707"/>
                    <a:pt x="2840721" y="3242304"/>
                  </a:cubicBezTo>
                  <a:cubicBezTo>
                    <a:pt x="2847052" y="3252940"/>
                    <a:pt x="2864525" y="3249141"/>
                    <a:pt x="2867057" y="3236986"/>
                  </a:cubicBezTo>
                  <a:close/>
                  <a:moveTo>
                    <a:pt x="2791342" y="3220020"/>
                  </a:moveTo>
                  <a:cubicBezTo>
                    <a:pt x="2778174" y="3220273"/>
                    <a:pt x="2772350" y="3232175"/>
                    <a:pt x="2777921" y="3240531"/>
                  </a:cubicBezTo>
                  <a:cubicBezTo>
                    <a:pt x="2785012" y="3251167"/>
                    <a:pt x="2802484" y="3247622"/>
                    <a:pt x="2804763" y="3234960"/>
                  </a:cubicBezTo>
                  <a:cubicBezTo>
                    <a:pt x="2805776" y="3228376"/>
                    <a:pt x="2801471" y="3220780"/>
                    <a:pt x="2791342" y="3220020"/>
                  </a:cubicBezTo>
                  <a:close/>
                  <a:moveTo>
                    <a:pt x="2714615" y="3239012"/>
                  </a:moveTo>
                  <a:cubicBezTo>
                    <a:pt x="2721452" y="3249648"/>
                    <a:pt x="2739431" y="3245849"/>
                    <a:pt x="2741457" y="3233441"/>
                  </a:cubicBezTo>
                  <a:cubicBezTo>
                    <a:pt x="2742723" y="3226604"/>
                    <a:pt x="2738165" y="3219007"/>
                    <a:pt x="2727782" y="3218247"/>
                  </a:cubicBezTo>
                  <a:cubicBezTo>
                    <a:pt x="2713855" y="3218754"/>
                    <a:pt x="2709803" y="3231415"/>
                    <a:pt x="2714615" y="3239012"/>
                  </a:cubicBezTo>
                  <a:close/>
                  <a:moveTo>
                    <a:pt x="2651308" y="3237493"/>
                  </a:moveTo>
                  <a:cubicBezTo>
                    <a:pt x="2658399" y="3248128"/>
                    <a:pt x="2676124" y="3244330"/>
                    <a:pt x="2678150" y="3231922"/>
                  </a:cubicBezTo>
                  <a:cubicBezTo>
                    <a:pt x="2679163" y="3225085"/>
                    <a:pt x="2674858" y="3217488"/>
                    <a:pt x="2664476" y="3216728"/>
                  </a:cubicBezTo>
                  <a:cubicBezTo>
                    <a:pt x="2650295" y="3216981"/>
                    <a:pt x="2646244" y="3229896"/>
                    <a:pt x="2651308" y="3237493"/>
                  </a:cubicBezTo>
                  <a:close/>
                  <a:moveTo>
                    <a:pt x="2587242" y="3235973"/>
                  </a:moveTo>
                  <a:cubicBezTo>
                    <a:pt x="2594586" y="3246609"/>
                    <a:pt x="2612312" y="3243064"/>
                    <a:pt x="2614337" y="3230402"/>
                  </a:cubicBezTo>
                  <a:cubicBezTo>
                    <a:pt x="2615350" y="3223565"/>
                    <a:pt x="2610792" y="3215968"/>
                    <a:pt x="2600410" y="3215209"/>
                  </a:cubicBezTo>
                  <a:cubicBezTo>
                    <a:pt x="2586989" y="3215715"/>
                    <a:pt x="2581418" y="3227617"/>
                    <a:pt x="2587242" y="3235973"/>
                  </a:cubicBezTo>
                  <a:close/>
                  <a:moveTo>
                    <a:pt x="2536091" y="3213943"/>
                  </a:moveTo>
                  <a:cubicBezTo>
                    <a:pt x="2521657" y="3214196"/>
                    <a:pt x="2517858" y="3227110"/>
                    <a:pt x="2523176" y="3234707"/>
                  </a:cubicBezTo>
                  <a:cubicBezTo>
                    <a:pt x="2530520" y="3245343"/>
                    <a:pt x="2548499" y="3241544"/>
                    <a:pt x="2550271" y="3229136"/>
                  </a:cubicBezTo>
                  <a:cubicBezTo>
                    <a:pt x="2551284" y="3222299"/>
                    <a:pt x="2546726" y="3214702"/>
                    <a:pt x="2536091" y="3213943"/>
                  </a:cubicBezTo>
                  <a:close/>
                  <a:moveTo>
                    <a:pt x="2471518" y="3212677"/>
                  </a:moveTo>
                  <a:cubicBezTo>
                    <a:pt x="2457084" y="3212930"/>
                    <a:pt x="2453539" y="3225844"/>
                    <a:pt x="2458857" y="3233441"/>
                  </a:cubicBezTo>
                  <a:cubicBezTo>
                    <a:pt x="2466453" y="3244077"/>
                    <a:pt x="2484432" y="3240278"/>
                    <a:pt x="2486205" y="3227870"/>
                  </a:cubicBezTo>
                  <a:cubicBezTo>
                    <a:pt x="2486711" y="3221793"/>
                    <a:pt x="2482660" y="3213436"/>
                    <a:pt x="2471518" y="3212677"/>
                  </a:cubicBezTo>
                  <a:close/>
                  <a:moveTo>
                    <a:pt x="2406439" y="3211410"/>
                  </a:moveTo>
                  <a:cubicBezTo>
                    <a:pt x="2392005" y="3211917"/>
                    <a:pt x="2388460" y="3224578"/>
                    <a:pt x="2394031" y="3232175"/>
                  </a:cubicBezTo>
                  <a:cubicBezTo>
                    <a:pt x="2401627" y="3242557"/>
                    <a:pt x="2419607" y="3239012"/>
                    <a:pt x="2421126" y="3226351"/>
                  </a:cubicBezTo>
                  <a:cubicBezTo>
                    <a:pt x="2421886" y="3219514"/>
                    <a:pt x="2417074" y="3211917"/>
                    <a:pt x="2406439" y="3211410"/>
                  </a:cubicBezTo>
                  <a:close/>
                  <a:moveTo>
                    <a:pt x="2356047" y="3225338"/>
                  </a:moveTo>
                  <a:cubicBezTo>
                    <a:pt x="2356807" y="3218501"/>
                    <a:pt x="2351995" y="3210904"/>
                    <a:pt x="2341360" y="3210397"/>
                  </a:cubicBezTo>
                  <a:cubicBezTo>
                    <a:pt x="2327686" y="3210904"/>
                    <a:pt x="2322621" y="3222805"/>
                    <a:pt x="2328952" y="3231162"/>
                  </a:cubicBezTo>
                  <a:cubicBezTo>
                    <a:pt x="2336802" y="3241544"/>
                    <a:pt x="2354781" y="3237999"/>
                    <a:pt x="2356047" y="3225338"/>
                  </a:cubicBezTo>
                  <a:close/>
                  <a:moveTo>
                    <a:pt x="2290968" y="3224072"/>
                  </a:moveTo>
                  <a:cubicBezTo>
                    <a:pt x="2291474" y="3218247"/>
                    <a:pt x="2287169" y="3209638"/>
                    <a:pt x="2275774" y="3209131"/>
                  </a:cubicBezTo>
                  <a:cubicBezTo>
                    <a:pt x="2261340" y="3209638"/>
                    <a:pt x="2258048" y="3222299"/>
                    <a:pt x="2263619" y="3229896"/>
                  </a:cubicBezTo>
                  <a:cubicBezTo>
                    <a:pt x="2271469" y="3240531"/>
                    <a:pt x="2289702" y="3236733"/>
                    <a:pt x="2290968" y="3224072"/>
                  </a:cubicBezTo>
                  <a:close/>
                  <a:moveTo>
                    <a:pt x="2225382" y="3223312"/>
                  </a:moveTo>
                  <a:cubicBezTo>
                    <a:pt x="2225889" y="3216475"/>
                    <a:pt x="2220824" y="3208878"/>
                    <a:pt x="2210189" y="3208372"/>
                  </a:cubicBezTo>
                  <a:cubicBezTo>
                    <a:pt x="2195755" y="3208878"/>
                    <a:pt x="2192463" y="3221539"/>
                    <a:pt x="2198287" y="3229136"/>
                  </a:cubicBezTo>
                  <a:cubicBezTo>
                    <a:pt x="2206137" y="3239518"/>
                    <a:pt x="2224369" y="3235720"/>
                    <a:pt x="2225382" y="3223312"/>
                  </a:cubicBezTo>
                  <a:close/>
                  <a:moveTo>
                    <a:pt x="2159797" y="3222299"/>
                  </a:moveTo>
                  <a:cubicBezTo>
                    <a:pt x="2160303" y="3215462"/>
                    <a:pt x="2155239" y="3207865"/>
                    <a:pt x="2144350" y="3207359"/>
                  </a:cubicBezTo>
                  <a:cubicBezTo>
                    <a:pt x="2130676" y="3207865"/>
                    <a:pt x="2125865" y="3219767"/>
                    <a:pt x="2132448" y="3228123"/>
                  </a:cubicBezTo>
                  <a:cubicBezTo>
                    <a:pt x="2140805" y="3238759"/>
                    <a:pt x="2158784" y="3234960"/>
                    <a:pt x="2159797" y="3222299"/>
                  </a:cubicBezTo>
                  <a:close/>
                  <a:moveTo>
                    <a:pt x="2094211" y="3221539"/>
                  </a:moveTo>
                  <a:cubicBezTo>
                    <a:pt x="2094718" y="3214702"/>
                    <a:pt x="2089400" y="3207106"/>
                    <a:pt x="2078511" y="3206599"/>
                  </a:cubicBezTo>
                  <a:cubicBezTo>
                    <a:pt x="2063824" y="3207106"/>
                    <a:pt x="2060785" y="3220020"/>
                    <a:pt x="2066863" y="3227364"/>
                  </a:cubicBezTo>
                  <a:cubicBezTo>
                    <a:pt x="2074966" y="3237999"/>
                    <a:pt x="2093198" y="3233947"/>
                    <a:pt x="2094211" y="3221539"/>
                  </a:cubicBezTo>
                  <a:close/>
                  <a:moveTo>
                    <a:pt x="2028373" y="3220780"/>
                  </a:moveTo>
                  <a:cubicBezTo>
                    <a:pt x="2028626" y="3214956"/>
                    <a:pt x="2024068" y="3206599"/>
                    <a:pt x="2012419" y="3205839"/>
                  </a:cubicBezTo>
                  <a:cubicBezTo>
                    <a:pt x="1997226" y="3206346"/>
                    <a:pt x="1994947" y="3220273"/>
                    <a:pt x="2002037" y="3227870"/>
                  </a:cubicBezTo>
                  <a:cubicBezTo>
                    <a:pt x="2010900" y="3236986"/>
                    <a:pt x="2027613" y="3232681"/>
                    <a:pt x="2028373" y="3220780"/>
                  </a:cubicBezTo>
                  <a:close/>
                  <a:moveTo>
                    <a:pt x="1962787" y="3220273"/>
                  </a:moveTo>
                  <a:cubicBezTo>
                    <a:pt x="1963040" y="3213436"/>
                    <a:pt x="1957722" y="3205839"/>
                    <a:pt x="1947087" y="3205333"/>
                  </a:cubicBezTo>
                  <a:cubicBezTo>
                    <a:pt x="1932147" y="3205839"/>
                    <a:pt x="1929868" y="3219767"/>
                    <a:pt x="1936958" y="3227364"/>
                  </a:cubicBezTo>
                  <a:cubicBezTo>
                    <a:pt x="1946327" y="3236733"/>
                    <a:pt x="1962281" y="3232175"/>
                    <a:pt x="1962787" y="3220273"/>
                  </a:cubicBezTo>
                  <a:close/>
                  <a:moveTo>
                    <a:pt x="1898468" y="3219767"/>
                  </a:moveTo>
                  <a:cubicBezTo>
                    <a:pt x="1898721" y="3212930"/>
                    <a:pt x="1893403" y="3205333"/>
                    <a:pt x="1882768" y="3204826"/>
                  </a:cubicBezTo>
                  <a:cubicBezTo>
                    <a:pt x="1868840" y="3205333"/>
                    <a:pt x="1865042" y="3218501"/>
                    <a:pt x="1872892" y="3226857"/>
                  </a:cubicBezTo>
                  <a:cubicBezTo>
                    <a:pt x="1882008" y="3235973"/>
                    <a:pt x="1897961" y="3231669"/>
                    <a:pt x="1898468" y="3219767"/>
                  </a:cubicBezTo>
                  <a:close/>
                  <a:moveTo>
                    <a:pt x="1834655" y="3219260"/>
                  </a:moveTo>
                  <a:cubicBezTo>
                    <a:pt x="1834908" y="3213436"/>
                    <a:pt x="1830097" y="3205080"/>
                    <a:pt x="1818955" y="3204320"/>
                  </a:cubicBezTo>
                  <a:cubicBezTo>
                    <a:pt x="1804521" y="3204826"/>
                    <a:pt x="1802495" y="3218754"/>
                    <a:pt x="1809585" y="3226351"/>
                  </a:cubicBezTo>
                  <a:cubicBezTo>
                    <a:pt x="1818448" y="3235720"/>
                    <a:pt x="1834402" y="3231162"/>
                    <a:pt x="1834655" y="3219260"/>
                  </a:cubicBezTo>
                  <a:close/>
                  <a:moveTo>
                    <a:pt x="1747292" y="3226351"/>
                  </a:moveTo>
                  <a:cubicBezTo>
                    <a:pt x="1756155" y="3235720"/>
                    <a:pt x="1771602" y="3231162"/>
                    <a:pt x="1771855" y="3219260"/>
                  </a:cubicBezTo>
                  <a:cubicBezTo>
                    <a:pt x="1771855" y="3212423"/>
                    <a:pt x="1766537" y="3204826"/>
                    <a:pt x="1756408" y="3204320"/>
                  </a:cubicBezTo>
                  <a:cubicBezTo>
                    <a:pt x="1741974" y="3204826"/>
                    <a:pt x="1740202" y="3218754"/>
                    <a:pt x="1747292" y="3226351"/>
                  </a:cubicBezTo>
                  <a:close/>
                  <a:moveTo>
                    <a:pt x="1709814" y="3219007"/>
                  </a:moveTo>
                  <a:cubicBezTo>
                    <a:pt x="1709814" y="3212170"/>
                    <a:pt x="1704497" y="3204573"/>
                    <a:pt x="1694368" y="3204320"/>
                  </a:cubicBezTo>
                  <a:cubicBezTo>
                    <a:pt x="1680947" y="3204826"/>
                    <a:pt x="1677655" y="3218247"/>
                    <a:pt x="1685758" y="3226351"/>
                  </a:cubicBezTo>
                  <a:cubicBezTo>
                    <a:pt x="1694621" y="3235214"/>
                    <a:pt x="1709814" y="3230909"/>
                    <a:pt x="1709814" y="3219007"/>
                  </a:cubicBezTo>
                  <a:close/>
                  <a:moveTo>
                    <a:pt x="1648787" y="3218754"/>
                  </a:moveTo>
                  <a:cubicBezTo>
                    <a:pt x="1648787" y="3211917"/>
                    <a:pt x="1643216" y="3204573"/>
                    <a:pt x="1633340" y="3204067"/>
                  </a:cubicBezTo>
                  <a:cubicBezTo>
                    <a:pt x="1619413" y="3204826"/>
                    <a:pt x="1617893" y="3218754"/>
                    <a:pt x="1624984" y="3226098"/>
                  </a:cubicBezTo>
                  <a:cubicBezTo>
                    <a:pt x="1634100" y="3235467"/>
                    <a:pt x="1648787" y="3230909"/>
                    <a:pt x="1648787" y="3218754"/>
                  </a:cubicBezTo>
                  <a:close/>
                  <a:moveTo>
                    <a:pt x="1588519" y="3218754"/>
                  </a:moveTo>
                  <a:cubicBezTo>
                    <a:pt x="1588519" y="3212930"/>
                    <a:pt x="1583455" y="3204573"/>
                    <a:pt x="1573072" y="3204067"/>
                  </a:cubicBezTo>
                  <a:cubicBezTo>
                    <a:pt x="1559398" y="3204826"/>
                    <a:pt x="1558132" y="3218754"/>
                    <a:pt x="1565222" y="3226098"/>
                  </a:cubicBezTo>
                  <a:cubicBezTo>
                    <a:pt x="1574085" y="3235214"/>
                    <a:pt x="1588772" y="3230656"/>
                    <a:pt x="1588519" y="3218754"/>
                  </a:cubicBezTo>
                  <a:close/>
                  <a:moveTo>
                    <a:pt x="1529264" y="3219007"/>
                  </a:moveTo>
                  <a:cubicBezTo>
                    <a:pt x="1529011" y="3212170"/>
                    <a:pt x="1523693" y="3204826"/>
                    <a:pt x="1514071" y="3204320"/>
                  </a:cubicBezTo>
                  <a:cubicBezTo>
                    <a:pt x="1513564" y="3204320"/>
                    <a:pt x="1513058" y="3204320"/>
                    <a:pt x="1512805" y="3204320"/>
                  </a:cubicBezTo>
                  <a:cubicBezTo>
                    <a:pt x="1501663" y="3205586"/>
                    <a:pt x="1498624" y="3219260"/>
                    <a:pt x="1507740" y="3227364"/>
                  </a:cubicBezTo>
                  <a:cubicBezTo>
                    <a:pt x="1516603" y="3235214"/>
                    <a:pt x="1529518" y="3230402"/>
                    <a:pt x="1529264" y="3219007"/>
                  </a:cubicBezTo>
                  <a:close/>
                  <a:moveTo>
                    <a:pt x="1471022" y="3219260"/>
                  </a:moveTo>
                  <a:cubicBezTo>
                    <a:pt x="1470769" y="3212423"/>
                    <a:pt x="1465198" y="3205080"/>
                    <a:pt x="1455829" y="3204573"/>
                  </a:cubicBezTo>
                  <a:cubicBezTo>
                    <a:pt x="1455322" y="3204573"/>
                    <a:pt x="1454816" y="3204573"/>
                    <a:pt x="1454563" y="3204573"/>
                  </a:cubicBezTo>
                  <a:cubicBezTo>
                    <a:pt x="1443421" y="3205839"/>
                    <a:pt x="1440635" y="3219514"/>
                    <a:pt x="1449751" y="3227617"/>
                  </a:cubicBezTo>
                  <a:cubicBezTo>
                    <a:pt x="1458614" y="3235467"/>
                    <a:pt x="1471529" y="3230402"/>
                    <a:pt x="1471022" y="3219260"/>
                  </a:cubicBezTo>
                  <a:close/>
                  <a:moveTo>
                    <a:pt x="1413540" y="3219514"/>
                  </a:moveTo>
                  <a:cubicBezTo>
                    <a:pt x="1413287" y="3213690"/>
                    <a:pt x="1408222" y="3205333"/>
                    <a:pt x="1398347" y="3204826"/>
                  </a:cubicBezTo>
                  <a:cubicBezTo>
                    <a:pt x="1385939" y="3205586"/>
                    <a:pt x="1383913" y="3220273"/>
                    <a:pt x="1392776" y="3227870"/>
                  </a:cubicBezTo>
                  <a:cubicBezTo>
                    <a:pt x="1401638" y="3235973"/>
                    <a:pt x="1414047" y="3230909"/>
                    <a:pt x="1413540" y="3219514"/>
                  </a:cubicBezTo>
                  <a:close/>
                  <a:moveTo>
                    <a:pt x="1357071" y="3220020"/>
                  </a:moveTo>
                  <a:cubicBezTo>
                    <a:pt x="1356564" y="3213183"/>
                    <a:pt x="1351247" y="3205839"/>
                    <a:pt x="1342130" y="3205333"/>
                  </a:cubicBezTo>
                  <a:cubicBezTo>
                    <a:pt x="1329976" y="3206093"/>
                    <a:pt x="1328203" y="3220780"/>
                    <a:pt x="1336813" y="3228376"/>
                  </a:cubicBezTo>
                  <a:cubicBezTo>
                    <a:pt x="1345676" y="3236227"/>
                    <a:pt x="1357830" y="3231162"/>
                    <a:pt x="1357071" y="3220020"/>
                  </a:cubicBezTo>
                  <a:close/>
                  <a:moveTo>
                    <a:pt x="1301614" y="3220527"/>
                  </a:moveTo>
                  <a:cubicBezTo>
                    <a:pt x="1301108" y="3213690"/>
                    <a:pt x="1295790" y="3206346"/>
                    <a:pt x="1286674" y="3205839"/>
                  </a:cubicBezTo>
                  <a:cubicBezTo>
                    <a:pt x="1274519" y="3206599"/>
                    <a:pt x="1273000" y="3221286"/>
                    <a:pt x="1281609" y="3228883"/>
                  </a:cubicBezTo>
                  <a:cubicBezTo>
                    <a:pt x="1290726" y="3236733"/>
                    <a:pt x="1302627" y="3231669"/>
                    <a:pt x="1301614" y="3220527"/>
                  </a:cubicBezTo>
                  <a:close/>
                  <a:moveTo>
                    <a:pt x="1247424" y="3221033"/>
                  </a:moveTo>
                  <a:cubicBezTo>
                    <a:pt x="1246918" y="3214196"/>
                    <a:pt x="1241600" y="3206852"/>
                    <a:pt x="1232737" y="3206346"/>
                  </a:cubicBezTo>
                  <a:cubicBezTo>
                    <a:pt x="1220835" y="3207106"/>
                    <a:pt x="1219569" y="3221793"/>
                    <a:pt x="1227926" y="3229389"/>
                  </a:cubicBezTo>
                  <a:cubicBezTo>
                    <a:pt x="1236788" y="3237239"/>
                    <a:pt x="1248437" y="3232175"/>
                    <a:pt x="1247424" y="3221033"/>
                  </a:cubicBezTo>
                  <a:close/>
                  <a:moveTo>
                    <a:pt x="1193993" y="3221793"/>
                  </a:moveTo>
                  <a:cubicBezTo>
                    <a:pt x="1193487" y="3215968"/>
                    <a:pt x="1188422" y="3207612"/>
                    <a:pt x="1179053" y="3207106"/>
                  </a:cubicBezTo>
                  <a:cubicBezTo>
                    <a:pt x="1178800" y="3207106"/>
                    <a:pt x="1178293" y="3207106"/>
                    <a:pt x="1177787" y="3207106"/>
                  </a:cubicBezTo>
                  <a:cubicBezTo>
                    <a:pt x="1167405" y="3208372"/>
                    <a:pt x="1166138" y="3223312"/>
                    <a:pt x="1175761" y="3230909"/>
                  </a:cubicBezTo>
                  <a:cubicBezTo>
                    <a:pt x="1184877" y="3237746"/>
                    <a:pt x="1195006" y="3232428"/>
                    <a:pt x="1193993" y="3221793"/>
                  </a:cubicBezTo>
                  <a:close/>
                  <a:moveTo>
                    <a:pt x="1141829" y="3222552"/>
                  </a:moveTo>
                  <a:cubicBezTo>
                    <a:pt x="1141069" y="3215715"/>
                    <a:pt x="1135751" y="3208372"/>
                    <a:pt x="1127142" y="3207865"/>
                  </a:cubicBezTo>
                  <a:cubicBezTo>
                    <a:pt x="1126888" y="3207865"/>
                    <a:pt x="1126382" y="3207865"/>
                    <a:pt x="1125876" y="3207865"/>
                  </a:cubicBezTo>
                  <a:cubicBezTo>
                    <a:pt x="1115493" y="3209131"/>
                    <a:pt x="1114480" y="3224072"/>
                    <a:pt x="1124103" y="3231669"/>
                  </a:cubicBezTo>
                  <a:cubicBezTo>
                    <a:pt x="1132966" y="3238506"/>
                    <a:pt x="1142842" y="3233188"/>
                    <a:pt x="1141829" y="3222552"/>
                  </a:cubicBezTo>
                  <a:close/>
                  <a:moveTo>
                    <a:pt x="4804741" y="3314473"/>
                  </a:moveTo>
                  <a:lnTo>
                    <a:pt x="4804741" y="3314473"/>
                  </a:lnTo>
                  <a:cubicBezTo>
                    <a:pt x="4803475" y="3315486"/>
                    <a:pt x="4794106" y="3339543"/>
                    <a:pt x="4794865" y="3341062"/>
                  </a:cubicBezTo>
                  <a:cubicBezTo>
                    <a:pt x="4795878" y="3340049"/>
                    <a:pt x="4799170" y="3331439"/>
                    <a:pt x="4799676" y="3329920"/>
                  </a:cubicBezTo>
                  <a:cubicBezTo>
                    <a:pt x="4801702" y="3324602"/>
                    <a:pt x="4804994" y="3315740"/>
                    <a:pt x="4804741" y="3314473"/>
                  </a:cubicBezTo>
                  <a:close/>
                  <a:moveTo>
                    <a:pt x="4801449" y="3311181"/>
                  </a:moveTo>
                  <a:cubicBezTo>
                    <a:pt x="4799930" y="3310928"/>
                    <a:pt x="4791320" y="3333972"/>
                    <a:pt x="4791573" y="3337517"/>
                  </a:cubicBezTo>
                  <a:cubicBezTo>
                    <a:pt x="4791573" y="3337517"/>
                    <a:pt x="4791827" y="3337517"/>
                    <a:pt x="4791827" y="3337770"/>
                  </a:cubicBezTo>
                  <a:cubicBezTo>
                    <a:pt x="4793093" y="3336757"/>
                    <a:pt x="4796385" y="3328401"/>
                    <a:pt x="4797144" y="3326628"/>
                  </a:cubicBezTo>
                  <a:cubicBezTo>
                    <a:pt x="4799170" y="3321057"/>
                    <a:pt x="4801956" y="3312194"/>
                    <a:pt x="4801449" y="3311181"/>
                  </a:cubicBezTo>
                  <a:close/>
                  <a:moveTo>
                    <a:pt x="4796385" y="3307636"/>
                  </a:moveTo>
                  <a:cubicBezTo>
                    <a:pt x="4794359" y="3307383"/>
                    <a:pt x="4785243" y="3332199"/>
                    <a:pt x="4786509" y="3334225"/>
                  </a:cubicBezTo>
                  <a:cubicBezTo>
                    <a:pt x="4787775" y="3334225"/>
                    <a:pt x="4790560" y="3327135"/>
                    <a:pt x="4792333" y="3323083"/>
                  </a:cubicBezTo>
                  <a:cubicBezTo>
                    <a:pt x="4794612" y="3317259"/>
                    <a:pt x="4797398" y="3308649"/>
                    <a:pt x="4796385" y="3307636"/>
                  </a:cubicBezTo>
                  <a:close/>
                  <a:moveTo>
                    <a:pt x="4789548" y="3304091"/>
                  </a:moveTo>
                  <a:cubicBezTo>
                    <a:pt x="4786002" y="3303838"/>
                    <a:pt x="4778406" y="3328654"/>
                    <a:pt x="4779672" y="3330427"/>
                  </a:cubicBezTo>
                  <a:cubicBezTo>
                    <a:pt x="4780431" y="3331439"/>
                    <a:pt x="4783217" y="3326628"/>
                    <a:pt x="4786002" y="3319538"/>
                  </a:cubicBezTo>
                  <a:cubicBezTo>
                    <a:pt x="4788028" y="3313714"/>
                    <a:pt x="4790814" y="3305357"/>
                    <a:pt x="4789548" y="3304091"/>
                  </a:cubicBezTo>
                  <a:close/>
                  <a:moveTo>
                    <a:pt x="4777646" y="3315993"/>
                  </a:moveTo>
                  <a:cubicBezTo>
                    <a:pt x="4779925" y="3310169"/>
                    <a:pt x="4782204" y="3301812"/>
                    <a:pt x="4780685" y="3300546"/>
                  </a:cubicBezTo>
                  <a:cubicBezTo>
                    <a:pt x="4777139" y="3300293"/>
                    <a:pt x="4769543" y="3323589"/>
                    <a:pt x="4770556" y="3326628"/>
                  </a:cubicBezTo>
                  <a:cubicBezTo>
                    <a:pt x="4771315" y="3328654"/>
                    <a:pt x="4774607" y="3323843"/>
                    <a:pt x="4777646" y="3315993"/>
                  </a:cubicBezTo>
                  <a:close/>
                  <a:moveTo>
                    <a:pt x="4767264" y="3312447"/>
                  </a:moveTo>
                  <a:cubicBezTo>
                    <a:pt x="4769543" y="3306623"/>
                    <a:pt x="4771822" y="3298267"/>
                    <a:pt x="4770049" y="3297001"/>
                  </a:cubicBezTo>
                  <a:cubicBezTo>
                    <a:pt x="4765744" y="3296748"/>
                    <a:pt x="4758401" y="3320044"/>
                    <a:pt x="4759920" y="3323083"/>
                  </a:cubicBezTo>
                  <a:cubicBezTo>
                    <a:pt x="4760680" y="3325109"/>
                    <a:pt x="4764225" y="3320297"/>
                    <a:pt x="4767264" y="3312447"/>
                  </a:cubicBezTo>
                  <a:close/>
                  <a:moveTo>
                    <a:pt x="4477067" y="3266107"/>
                  </a:moveTo>
                  <a:cubicBezTo>
                    <a:pt x="4479346" y="3260283"/>
                    <a:pt x="4479852" y="3251673"/>
                    <a:pt x="4474281" y="3250660"/>
                  </a:cubicBezTo>
                  <a:cubicBezTo>
                    <a:pt x="4465925" y="3250407"/>
                    <a:pt x="4458835" y="3267120"/>
                    <a:pt x="4462380" y="3274717"/>
                  </a:cubicBezTo>
                  <a:cubicBezTo>
                    <a:pt x="4465165" y="3280794"/>
                    <a:pt x="4473522" y="3276236"/>
                    <a:pt x="4477067" y="3266107"/>
                  </a:cubicBezTo>
                  <a:close/>
                  <a:moveTo>
                    <a:pt x="4444148" y="3262815"/>
                  </a:moveTo>
                  <a:cubicBezTo>
                    <a:pt x="4446426" y="3256991"/>
                    <a:pt x="4446680" y="3248381"/>
                    <a:pt x="4441109" y="3247369"/>
                  </a:cubicBezTo>
                  <a:cubicBezTo>
                    <a:pt x="4432246" y="3247369"/>
                    <a:pt x="4425156" y="3263828"/>
                    <a:pt x="4428954" y="3271425"/>
                  </a:cubicBezTo>
                  <a:cubicBezTo>
                    <a:pt x="4431993" y="3277502"/>
                    <a:pt x="4440349" y="3272944"/>
                    <a:pt x="4444148" y="3262815"/>
                  </a:cubicBezTo>
                  <a:close/>
                  <a:moveTo>
                    <a:pt x="4405911" y="3243823"/>
                  </a:moveTo>
                  <a:cubicBezTo>
                    <a:pt x="4397301" y="3243823"/>
                    <a:pt x="4390464" y="3259017"/>
                    <a:pt x="4393502" y="3267120"/>
                  </a:cubicBezTo>
                  <a:cubicBezTo>
                    <a:pt x="4396288" y="3274464"/>
                    <a:pt x="4405657" y="3269906"/>
                    <a:pt x="4409709" y="3259523"/>
                  </a:cubicBezTo>
                  <a:cubicBezTo>
                    <a:pt x="4411735" y="3253699"/>
                    <a:pt x="4411988" y="3245089"/>
                    <a:pt x="4405911" y="3243823"/>
                  </a:cubicBezTo>
                  <a:close/>
                  <a:moveTo>
                    <a:pt x="4373751" y="3255978"/>
                  </a:moveTo>
                  <a:cubicBezTo>
                    <a:pt x="4375777" y="3250154"/>
                    <a:pt x="4376030" y="3241544"/>
                    <a:pt x="4369699" y="3240531"/>
                  </a:cubicBezTo>
                  <a:cubicBezTo>
                    <a:pt x="4360836" y="3240531"/>
                    <a:pt x="4353746" y="3255978"/>
                    <a:pt x="4357291" y="3263828"/>
                  </a:cubicBezTo>
                  <a:cubicBezTo>
                    <a:pt x="4360330" y="3270918"/>
                    <a:pt x="4369953" y="3266614"/>
                    <a:pt x="4373751" y="3255978"/>
                  </a:cubicBezTo>
                  <a:close/>
                  <a:moveTo>
                    <a:pt x="3682191" y="3194698"/>
                  </a:moveTo>
                  <a:cubicBezTo>
                    <a:pt x="3670542" y="3194698"/>
                    <a:pt x="3663959" y="3207865"/>
                    <a:pt x="3668516" y="3216222"/>
                  </a:cubicBezTo>
                  <a:cubicBezTo>
                    <a:pt x="3673581" y="3225844"/>
                    <a:pt x="3688015" y="3222046"/>
                    <a:pt x="3691560" y="3210144"/>
                  </a:cubicBezTo>
                  <a:cubicBezTo>
                    <a:pt x="3693079" y="3204573"/>
                    <a:pt x="3692067" y="3195710"/>
                    <a:pt x="3682191" y="3194698"/>
                  </a:cubicBezTo>
                  <a:close/>
                  <a:moveTo>
                    <a:pt x="3637876" y="3207359"/>
                  </a:moveTo>
                  <a:cubicBezTo>
                    <a:pt x="3639396" y="3202041"/>
                    <a:pt x="3638129" y="3192925"/>
                    <a:pt x="3628254" y="3191912"/>
                  </a:cubicBezTo>
                  <a:cubicBezTo>
                    <a:pt x="3616352" y="3191912"/>
                    <a:pt x="3609768" y="3205080"/>
                    <a:pt x="3614326" y="3213436"/>
                  </a:cubicBezTo>
                  <a:cubicBezTo>
                    <a:pt x="3619897" y="3223059"/>
                    <a:pt x="3634331" y="3219260"/>
                    <a:pt x="3637876" y="3207359"/>
                  </a:cubicBezTo>
                  <a:close/>
                  <a:moveTo>
                    <a:pt x="3583433" y="3204826"/>
                  </a:moveTo>
                  <a:cubicBezTo>
                    <a:pt x="3585205" y="3199002"/>
                    <a:pt x="3583179" y="3190393"/>
                    <a:pt x="3573557" y="3189380"/>
                  </a:cubicBezTo>
                  <a:cubicBezTo>
                    <a:pt x="3561655" y="3189380"/>
                    <a:pt x="3555071" y="3202548"/>
                    <a:pt x="3559883" y="3210904"/>
                  </a:cubicBezTo>
                  <a:cubicBezTo>
                    <a:pt x="3564947" y="3220527"/>
                    <a:pt x="3579887" y="3216728"/>
                    <a:pt x="3583433" y="3204826"/>
                  </a:cubicBezTo>
                  <a:close/>
                  <a:moveTo>
                    <a:pt x="3527723" y="3202041"/>
                  </a:moveTo>
                  <a:cubicBezTo>
                    <a:pt x="3529242" y="3196723"/>
                    <a:pt x="3527723" y="3187607"/>
                    <a:pt x="3517594" y="3186594"/>
                  </a:cubicBezTo>
                  <a:cubicBezTo>
                    <a:pt x="3505439" y="3186594"/>
                    <a:pt x="3498855" y="3199762"/>
                    <a:pt x="3503920" y="3208119"/>
                  </a:cubicBezTo>
                  <a:cubicBezTo>
                    <a:pt x="3509491" y="3217994"/>
                    <a:pt x="3524431" y="3214196"/>
                    <a:pt x="3527723" y="3202041"/>
                  </a:cubicBezTo>
                  <a:close/>
                  <a:moveTo>
                    <a:pt x="3471507" y="3199509"/>
                  </a:moveTo>
                  <a:cubicBezTo>
                    <a:pt x="3473026" y="3194191"/>
                    <a:pt x="3471507" y="3185075"/>
                    <a:pt x="3461124" y="3184062"/>
                  </a:cubicBezTo>
                  <a:cubicBezTo>
                    <a:pt x="3448717" y="3184062"/>
                    <a:pt x="3442132" y="3197230"/>
                    <a:pt x="3447450" y="3205586"/>
                  </a:cubicBezTo>
                  <a:cubicBezTo>
                    <a:pt x="3453274" y="3215462"/>
                    <a:pt x="3468468" y="3211410"/>
                    <a:pt x="3471507" y="3199509"/>
                  </a:cubicBezTo>
                  <a:close/>
                  <a:moveTo>
                    <a:pt x="3214229" y="3196470"/>
                  </a:moveTo>
                  <a:cubicBezTo>
                    <a:pt x="3220813" y="3206093"/>
                    <a:pt x="3236513" y="3202041"/>
                    <a:pt x="3239299" y="3190140"/>
                  </a:cubicBezTo>
                  <a:cubicBezTo>
                    <a:pt x="3240565" y="3184822"/>
                    <a:pt x="3238539" y="3175706"/>
                    <a:pt x="3227650" y="3174693"/>
                  </a:cubicBezTo>
                  <a:cubicBezTo>
                    <a:pt x="3214736" y="3174946"/>
                    <a:pt x="3208405" y="3188114"/>
                    <a:pt x="3214229" y="3196470"/>
                  </a:cubicBezTo>
                  <a:close/>
                  <a:moveTo>
                    <a:pt x="3167636" y="3172667"/>
                  </a:moveTo>
                  <a:cubicBezTo>
                    <a:pt x="3154721" y="3172920"/>
                    <a:pt x="3148391" y="3185835"/>
                    <a:pt x="3154215" y="3194444"/>
                  </a:cubicBezTo>
                  <a:cubicBezTo>
                    <a:pt x="3160799" y="3204067"/>
                    <a:pt x="3176752" y="3200268"/>
                    <a:pt x="3179537" y="3188114"/>
                  </a:cubicBezTo>
                  <a:cubicBezTo>
                    <a:pt x="3181057" y="3182289"/>
                    <a:pt x="3178018" y="3173427"/>
                    <a:pt x="3167636" y="3172667"/>
                  </a:cubicBezTo>
                  <a:close/>
                  <a:moveTo>
                    <a:pt x="3119016" y="3185835"/>
                  </a:moveTo>
                  <a:cubicBezTo>
                    <a:pt x="3120283" y="3180517"/>
                    <a:pt x="3118003" y="3171401"/>
                    <a:pt x="3106862" y="3170388"/>
                  </a:cubicBezTo>
                  <a:cubicBezTo>
                    <a:pt x="3093694" y="3170641"/>
                    <a:pt x="3087616" y="3183809"/>
                    <a:pt x="3093694" y="3192165"/>
                  </a:cubicBezTo>
                  <a:cubicBezTo>
                    <a:pt x="3100531" y="3202041"/>
                    <a:pt x="3116484" y="3197989"/>
                    <a:pt x="3119016" y="3185835"/>
                  </a:cubicBezTo>
                  <a:close/>
                  <a:moveTo>
                    <a:pt x="3058242" y="3183809"/>
                  </a:moveTo>
                  <a:cubicBezTo>
                    <a:pt x="3059508" y="3178491"/>
                    <a:pt x="3056976" y="3169375"/>
                    <a:pt x="3045834" y="3168615"/>
                  </a:cubicBezTo>
                  <a:cubicBezTo>
                    <a:pt x="3032920" y="3168868"/>
                    <a:pt x="3026842" y="3180770"/>
                    <a:pt x="3031907" y="3189380"/>
                  </a:cubicBezTo>
                  <a:cubicBezTo>
                    <a:pt x="3038237" y="3200015"/>
                    <a:pt x="3055457" y="3196470"/>
                    <a:pt x="3058242" y="3183809"/>
                  </a:cubicBezTo>
                  <a:close/>
                  <a:moveTo>
                    <a:pt x="2996708" y="3181783"/>
                  </a:moveTo>
                  <a:cubicBezTo>
                    <a:pt x="2997721" y="3176465"/>
                    <a:pt x="2995189" y="3167349"/>
                    <a:pt x="2983794" y="3166590"/>
                  </a:cubicBezTo>
                  <a:cubicBezTo>
                    <a:pt x="2971133" y="3166843"/>
                    <a:pt x="2965055" y="3178744"/>
                    <a:pt x="2970120" y="3187354"/>
                  </a:cubicBezTo>
                  <a:cubicBezTo>
                    <a:pt x="2976450" y="3197989"/>
                    <a:pt x="2993923" y="3194444"/>
                    <a:pt x="2996708" y="3181783"/>
                  </a:cubicBezTo>
                  <a:close/>
                  <a:moveTo>
                    <a:pt x="2934668" y="3180010"/>
                  </a:moveTo>
                  <a:cubicBezTo>
                    <a:pt x="2935934" y="3174186"/>
                    <a:pt x="2932642" y="3165577"/>
                    <a:pt x="2921500" y="3164817"/>
                  </a:cubicBezTo>
                  <a:cubicBezTo>
                    <a:pt x="2908586" y="3165070"/>
                    <a:pt x="2902761" y="3176972"/>
                    <a:pt x="2907826" y="3185581"/>
                  </a:cubicBezTo>
                  <a:cubicBezTo>
                    <a:pt x="2914410" y="3195964"/>
                    <a:pt x="2932136" y="3192418"/>
                    <a:pt x="2934668" y="3180010"/>
                  </a:cubicBezTo>
                  <a:close/>
                  <a:moveTo>
                    <a:pt x="2871868" y="3177985"/>
                  </a:moveTo>
                  <a:cubicBezTo>
                    <a:pt x="2872881" y="3172667"/>
                    <a:pt x="2870095" y="3163551"/>
                    <a:pt x="2858700" y="3162791"/>
                  </a:cubicBezTo>
                  <a:cubicBezTo>
                    <a:pt x="2845786" y="3163044"/>
                    <a:pt x="2839962" y="3174946"/>
                    <a:pt x="2845026" y="3183556"/>
                  </a:cubicBezTo>
                  <a:cubicBezTo>
                    <a:pt x="2851863" y="3194191"/>
                    <a:pt x="2869589" y="3190646"/>
                    <a:pt x="2871868" y="3177985"/>
                  </a:cubicBezTo>
                  <a:close/>
                  <a:moveTo>
                    <a:pt x="2781720" y="3181783"/>
                  </a:moveTo>
                  <a:cubicBezTo>
                    <a:pt x="2788810" y="3192672"/>
                    <a:pt x="2806536" y="3189127"/>
                    <a:pt x="2808562" y="3176212"/>
                  </a:cubicBezTo>
                  <a:cubicBezTo>
                    <a:pt x="2809574" y="3170641"/>
                    <a:pt x="2806789" y="3161778"/>
                    <a:pt x="2795140" y="3161019"/>
                  </a:cubicBezTo>
                  <a:cubicBezTo>
                    <a:pt x="2782226" y="3161272"/>
                    <a:pt x="2776402" y="3173427"/>
                    <a:pt x="2781720" y="3181783"/>
                  </a:cubicBezTo>
                  <a:close/>
                  <a:moveTo>
                    <a:pt x="2718160" y="3180264"/>
                  </a:moveTo>
                  <a:cubicBezTo>
                    <a:pt x="2724997" y="3190899"/>
                    <a:pt x="2743229" y="3187354"/>
                    <a:pt x="2745255" y="3174693"/>
                  </a:cubicBezTo>
                  <a:cubicBezTo>
                    <a:pt x="2746268" y="3168868"/>
                    <a:pt x="2742723" y="3160259"/>
                    <a:pt x="2731581" y="3159499"/>
                  </a:cubicBezTo>
                  <a:cubicBezTo>
                    <a:pt x="2718413" y="3159752"/>
                    <a:pt x="2712589" y="3171654"/>
                    <a:pt x="2718160" y="3180264"/>
                  </a:cubicBezTo>
                  <a:close/>
                  <a:moveTo>
                    <a:pt x="2654094" y="3178744"/>
                  </a:moveTo>
                  <a:cubicBezTo>
                    <a:pt x="2661184" y="3189380"/>
                    <a:pt x="2679163" y="3185581"/>
                    <a:pt x="2681189" y="3173173"/>
                  </a:cubicBezTo>
                  <a:cubicBezTo>
                    <a:pt x="2682202" y="3167602"/>
                    <a:pt x="2679163" y="3158739"/>
                    <a:pt x="2667262" y="3157980"/>
                  </a:cubicBezTo>
                  <a:cubicBezTo>
                    <a:pt x="2654094" y="3158233"/>
                    <a:pt x="2648523" y="3170135"/>
                    <a:pt x="2654094" y="3178744"/>
                  </a:cubicBezTo>
                  <a:close/>
                  <a:moveTo>
                    <a:pt x="2589774" y="3177225"/>
                  </a:moveTo>
                  <a:cubicBezTo>
                    <a:pt x="2597371" y="3188114"/>
                    <a:pt x="2615097" y="3184315"/>
                    <a:pt x="2617123" y="3171654"/>
                  </a:cubicBezTo>
                  <a:cubicBezTo>
                    <a:pt x="2617882" y="3166083"/>
                    <a:pt x="2614844" y="3157220"/>
                    <a:pt x="2602942" y="3156460"/>
                  </a:cubicBezTo>
                  <a:cubicBezTo>
                    <a:pt x="2589268" y="3156714"/>
                    <a:pt x="2583697" y="3168615"/>
                    <a:pt x="2589774" y="3177225"/>
                  </a:cubicBezTo>
                  <a:close/>
                  <a:moveTo>
                    <a:pt x="2538116" y="3154941"/>
                  </a:moveTo>
                  <a:cubicBezTo>
                    <a:pt x="2523683" y="3155194"/>
                    <a:pt x="2519631" y="3168109"/>
                    <a:pt x="2524949" y="3175706"/>
                  </a:cubicBezTo>
                  <a:cubicBezTo>
                    <a:pt x="2532292" y="3186341"/>
                    <a:pt x="2550524" y="3182543"/>
                    <a:pt x="2552297" y="3170135"/>
                  </a:cubicBezTo>
                  <a:cubicBezTo>
                    <a:pt x="2553057" y="3164564"/>
                    <a:pt x="2550018" y="3155701"/>
                    <a:pt x="2538116" y="3154941"/>
                  </a:cubicBezTo>
                  <a:close/>
                  <a:moveTo>
                    <a:pt x="2487218" y="3168868"/>
                  </a:moveTo>
                  <a:cubicBezTo>
                    <a:pt x="2487978" y="3163044"/>
                    <a:pt x="2483926" y="3154435"/>
                    <a:pt x="2472531" y="3153675"/>
                  </a:cubicBezTo>
                  <a:cubicBezTo>
                    <a:pt x="2459110" y="3153928"/>
                    <a:pt x="2453792" y="3166083"/>
                    <a:pt x="2459869" y="3174439"/>
                  </a:cubicBezTo>
                  <a:cubicBezTo>
                    <a:pt x="2467466" y="3185075"/>
                    <a:pt x="2485699" y="3181276"/>
                    <a:pt x="2487218" y="3168868"/>
                  </a:cubicBezTo>
                  <a:close/>
                  <a:moveTo>
                    <a:pt x="2407198" y="3152409"/>
                  </a:moveTo>
                  <a:cubicBezTo>
                    <a:pt x="2393778" y="3152662"/>
                    <a:pt x="2388460" y="3164817"/>
                    <a:pt x="2394537" y="3173173"/>
                  </a:cubicBezTo>
                  <a:cubicBezTo>
                    <a:pt x="2402134" y="3183809"/>
                    <a:pt x="2420366" y="3180010"/>
                    <a:pt x="2421886" y="3167349"/>
                  </a:cubicBezTo>
                  <a:cubicBezTo>
                    <a:pt x="2422645" y="3162031"/>
                    <a:pt x="2419100" y="3153168"/>
                    <a:pt x="2407198" y="3152409"/>
                  </a:cubicBezTo>
                  <a:close/>
                  <a:moveTo>
                    <a:pt x="2356300" y="3166336"/>
                  </a:moveTo>
                  <a:cubicBezTo>
                    <a:pt x="2356807" y="3160765"/>
                    <a:pt x="2353515" y="3151902"/>
                    <a:pt x="2341360" y="3151143"/>
                  </a:cubicBezTo>
                  <a:cubicBezTo>
                    <a:pt x="2327686" y="3151649"/>
                    <a:pt x="2322368" y="3163551"/>
                    <a:pt x="2328698" y="3172160"/>
                  </a:cubicBezTo>
                  <a:cubicBezTo>
                    <a:pt x="2336802" y="3182796"/>
                    <a:pt x="2354781" y="3179251"/>
                    <a:pt x="2356300" y="3166336"/>
                  </a:cubicBezTo>
                  <a:close/>
                  <a:moveTo>
                    <a:pt x="2290461" y="3165323"/>
                  </a:moveTo>
                  <a:cubicBezTo>
                    <a:pt x="2291221" y="3159499"/>
                    <a:pt x="2286663" y="3150889"/>
                    <a:pt x="2275268" y="3150130"/>
                  </a:cubicBezTo>
                  <a:cubicBezTo>
                    <a:pt x="2261594" y="3150636"/>
                    <a:pt x="2256529" y="3162538"/>
                    <a:pt x="2262860" y="3171148"/>
                  </a:cubicBezTo>
                  <a:cubicBezTo>
                    <a:pt x="2270963" y="3181783"/>
                    <a:pt x="2289195" y="3177731"/>
                    <a:pt x="2290461" y="3165323"/>
                  </a:cubicBezTo>
                  <a:close/>
                  <a:moveTo>
                    <a:pt x="2224369" y="3164310"/>
                  </a:moveTo>
                  <a:cubicBezTo>
                    <a:pt x="2224876" y="3158739"/>
                    <a:pt x="2221331" y="3149877"/>
                    <a:pt x="2209176" y="3149117"/>
                  </a:cubicBezTo>
                  <a:cubicBezTo>
                    <a:pt x="2195502" y="3149623"/>
                    <a:pt x="2190690" y="3161525"/>
                    <a:pt x="2197021" y="3170135"/>
                  </a:cubicBezTo>
                  <a:cubicBezTo>
                    <a:pt x="2204871" y="3180770"/>
                    <a:pt x="2223103" y="3176972"/>
                    <a:pt x="2224369" y="3164310"/>
                  </a:cubicBezTo>
                  <a:close/>
                  <a:moveTo>
                    <a:pt x="2158278" y="3163297"/>
                  </a:moveTo>
                  <a:cubicBezTo>
                    <a:pt x="2158784" y="3157726"/>
                    <a:pt x="2154986" y="3148864"/>
                    <a:pt x="2142831" y="3148104"/>
                  </a:cubicBezTo>
                  <a:cubicBezTo>
                    <a:pt x="2128903" y="3148610"/>
                    <a:pt x="2124092" y="3160765"/>
                    <a:pt x="2130676" y="3169122"/>
                  </a:cubicBezTo>
                  <a:cubicBezTo>
                    <a:pt x="2139032" y="3180010"/>
                    <a:pt x="2157011" y="3176212"/>
                    <a:pt x="2158278" y="3163297"/>
                  </a:cubicBezTo>
                  <a:close/>
                  <a:moveTo>
                    <a:pt x="2091932" y="3162538"/>
                  </a:moveTo>
                  <a:cubicBezTo>
                    <a:pt x="2092439" y="3156967"/>
                    <a:pt x="2088387" y="3148104"/>
                    <a:pt x="2076232" y="3147598"/>
                  </a:cubicBezTo>
                  <a:cubicBezTo>
                    <a:pt x="2061545" y="3148104"/>
                    <a:pt x="2058253" y="3161019"/>
                    <a:pt x="2064331" y="3168615"/>
                  </a:cubicBezTo>
                  <a:cubicBezTo>
                    <a:pt x="2072687" y="3178998"/>
                    <a:pt x="2090919" y="3175199"/>
                    <a:pt x="2091932" y="3162538"/>
                  </a:cubicBezTo>
                  <a:close/>
                  <a:moveTo>
                    <a:pt x="2025587" y="3162031"/>
                  </a:moveTo>
                  <a:cubicBezTo>
                    <a:pt x="2026094" y="3156207"/>
                    <a:pt x="2021282" y="3147598"/>
                    <a:pt x="2009634" y="3147091"/>
                  </a:cubicBezTo>
                  <a:cubicBezTo>
                    <a:pt x="1995453" y="3147598"/>
                    <a:pt x="1991148" y="3160765"/>
                    <a:pt x="1998998" y="3169122"/>
                  </a:cubicBezTo>
                  <a:cubicBezTo>
                    <a:pt x="2007861" y="3178238"/>
                    <a:pt x="2024574" y="3173680"/>
                    <a:pt x="2025587" y="3162031"/>
                  </a:cubicBezTo>
                  <a:close/>
                  <a:moveTo>
                    <a:pt x="1959495" y="3161272"/>
                  </a:moveTo>
                  <a:cubicBezTo>
                    <a:pt x="1959748" y="3155448"/>
                    <a:pt x="1955190" y="3146838"/>
                    <a:pt x="1943795" y="3146331"/>
                  </a:cubicBezTo>
                  <a:cubicBezTo>
                    <a:pt x="1929868" y="3146838"/>
                    <a:pt x="1925816" y="3160259"/>
                    <a:pt x="1933666" y="3168362"/>
                  </a:cubicBezTo>
                  <a:cubicBezTo>
                    <a:pt x="1942529" y="3177985"/>
                    <a:pt x="1958735" y="3173427"/>
                    <a:pt x="1959495" y="3161272"/>
                  </a:cubicBezTo>
                  <a:close/>
                  <a:moveTo>
                    <a:pt x="1894416" y="3160765"/>
                  </a:moveTo>
                  <a:cubicBezTo>
                    <a:pt x="1894669" y="3154941"/>
                    <a:pt x="1890111" y="3146331"/>
                    <a:pt x="1878716" y="3145825"/>
                  </a:cubicBezTo>
                  <a:cubicBezTo>
                    <a:pt x="1864789" y="3146331"/>
                    <a:pt x="1860737" y="3159752"/>
                    <a:pt x="1868840" y="3167856"/>
                  </a:cubicBezTo>
                  <a:cubicBezTo>
                    <a:pt x="1877956" y="3177225"/>
                    <a:pt x="1893910" y="3172920"/>
                    <a:pt x="1894416" y="3160765"/>
                  </a:cubicBezTo>
                  <a:close/>
                  <a:moveTo>
                    <a:pt x="1805027" y="3167602"/>
                  </a:moveTo>
                  <a:cubicBezTo>
                    <a:pt x="1814143" y="3177225"/>
                    <a:pt x="1829844" y="3172667"/>
                    <a:pt x="1830350" y="3160512"/>
                  </a:cubicBezTo>
                  <a:cubicBezTo>
                    <a:pt x="1830603" y="3154688"/>
                    <a:pt x="1825792" y="3146078"/>
                    <a:pt x="1814650" y="3145572"/>
                  </a:cubicBezTo>
                  <a:cubicBezTo>
                    <a:pt x="1800976" y="3146078"/>
                    <a:pt x="1797177" y="3159246"/>
                    <a:pt x="1805027" y="3167602"/>
                  </a:cubicBezTo>
                  <a:close/>
                  <a:moveTo>
                    <a:pt x="1766790" y="3160259"/>
                  </a:moveTo>
                  <a:cubicBezTo>
                    <a:pt x="1767043" y="3154435"/>
                    <a:pt x="1762232" y="3145825"/>
                    <a:pt x="1751344" y="3145318"/>
                  </a:cubicBezTo>
                  <a:cubicBezTo>
                    <a:pt x="1737922" y="3145825"/>
                    <a:pt x="1734377" y="3159246"/>
                    <a:pt x="1742227" y="3167349"/>
                  </a:cubicBezTo>
                  <a:cubicBezTo>
                    <a:pt x="1750837" y="3176718"/>
                    <a:pt x="1766284" y="3172414"/>
                    <a:pt x="1766790" y="3160259"/>
                  </a:cubicBezTo>
                  <a:close/>
                  <a:moveTo>
                    <a:pt x="1704244" y="3160006"/>
                  </a:moveTo>
                  <a:cubicBezTo>
                    <a:pt x="1704244" y="3154181"/>
                    <a:pt x="1699685" y="3145572"/>
                    <a:pt x="1688797" y="3145065"/>
                  </a:cubicBezTo>
                  <a:cubicBezTo>
                    <a:pt x="1675376" y="3145572"/>
                    <a:pt x="1672084" y="3158993"/>
                    <a:pt x="1679934" y="3167349"/>
                  </a:cubicBezTo>
                  <a:cubicBezTo>
                    <a:pt x="1688797" y="3176465"/>
                    <a:pt x="1703990" y="3171907"/>
                    <a:pt x="1704244" y="3160006"/>
                  </a:cubicBezTo>
                  <a:close/>
                  <a:moveTo>
                    <a:pt x="1642456" y="3160006"/>
                  </a:moveTo>
                  <a:cubicBezTo>
                    <a:pt x="1642456" y="3154181"/>
                    <a:pt x="1637645" y="3145572"/>
                    <a:pt x="1627010" y="3145065"/>
                  </a:cubicBezTo>
                  <a:cubicBezTo>
                    <a:pt x="1612829" y="3145825"/>
                    <a:pt x="1611310" y="3159752"/>
                    <a:pt x="1618400" y="3167349"/>
                  </a:cubicBezTo>
                  <a:cubicBezTo>
                    <a:pt x="1627516" y="3176718"/>
                    <a:pt x="1642456" y="3172160"/>
                    <a:pt x="1642456" y="3160006"/>
                  </a:cubicBezTo>
                  <a:close/>
                  <a:moveTo>
                    <a:pt x="1581935" y="3160006"/>
                  </a:moveTo>
                  <a:cubicBezTo>
                    <a:pt x="1581935" y="3154181"/>
                    <a:pt x="1577124" y="3145572"/>
                    <a:pt x="1566489" y="3145065"/>
                  </a:cubicBezTo>
                  <a:cubicBezTo>
                    <a:pt x="1553574" y="3145825"/>
                    <a:pt x="1550789" y="3158993"/>
                    <a:pt x="1558385" y="3167349"/>
                  </a:cubicBezTo>
                  <a:cubicBezTo>
                    <a:pt x="1567248" y="3176718"/>
                    <a:pt x="1581935" y="3172160"/>
                    <a:pt x="1581935" y="3160006"/>
                  </a:cubicBezTo>
                  <a:close/>
                  <a:moveTo>
                    <a:pt x="1521921" y="3160006"/>
                  </a:moveTo>
                  <a:cubicBezTo>
                    <a:pt x="1521921" y="3154181"/>
                    <a:pt x="1517110" y="3145572"/>
                    <a:pt x="1506727" y="3145065"/>
                  </a:cubicBezTo>
                  <a:cubicBezTo>
                    <a:pt x="1493560" y="3145825"/>
                    <a:pt x="1491027" y="3160259"/>
                    <a:pt x="1499890" y="3168362"/>
                  </a:cubicBezTo>
                  <a:cubicBezTo>
                    <a:pt x="1509006" y="3176465"/>
                    <a:pt x="1522174" y="3171654"/>
                    <a:pt x="1521921" y="3160006"/>
                  </a:cubicBezTo>
                  <a:close/>
                  <a:moveTo>
                    <a:pt x="1463172" y="3160259"/>
                  </a:moveTo>
                  <a:cubicBezTo>
                    <a:pt x="1462919" y="3154435"/>
                    <a:pt x="1458108" y="3145825"/>
                    <a:pt x="1447979" y="3145318"/>
                  </a:cubicBezTo>
                  <a:cubicBezTo>
                    <a:pt x="1447472" y="3145318"/>
                    <a:pt x="1446966" y="3145318"/>
                    <a:pt x="1446713" y="3145318"/>
                  </a:cubicBezTo>
                  <a:cubicBezTo>
                    <a:pt x="1435571" y="3146585"/>
                    <a:pt x="1432532" y="3160259"/>
                    <a:pt x="1441648" y="3168362"/>
                  </a:cubicBezTo>
                  <a:cubicBezTo>
                    <a:pt x="1450511" y="3176718"/>
                    <a:pt x="1463426" y="3171654"/>
                    <a:pt x="1463172" y="3160259"/>
                  </a:cubicBezTo>
                  <a:close/>
                  <a:moveTo>
                    <a:pt x="1405184" y="3160512"/>
                  </a:moveTo>
                  <a:cubicBezTo>
                    <a:pt x="1404930" y="3154688"/>
                    <a:pt x="1400119" y="3146078"/>
                    <a:pt x="1389990" y="3145572"/>
                  </a:cubicBezTo>
                  <a:cubicBezTo>
                    <a:pt x="1377329" y="3146331"/>
                    <a:pt x="1375303" y="3160765"/>
                    <a:pt x="1383913" y="3168868"/>
                  </a:cubicBezTo>
                  <a:cubicBezTo>
                    <a:pt x="1393029" y="3177225"/>
                    <a:pt x="1405690" y="3172160"/>
                    <a:pt x="1405184" y="3160512"/>
                  </a:cubicBezTo>
                  <a:close/>
                  <a:moveTo>
                    <a:pt x="1348208" y="3161019"/>
                  </a:moveTo>
                  <a:cubicBezTo>
                    <a:pt x="1347955" y="3155194"/>
                    <a:pt x="1343143" y="3146585"/>
                    <a:pt x="1333268" y="3146331"/>
                  </a:cubicBezTo>
                  <a:cubicBezTo>
                    <a:pt x="1320606" y="3147091"/>
                    <a:pt x="1318834" y="3161525"/>
                    <a:pt x="1327697" y="3169628"/>
                  </a:cubicBezTo>
                  <a:cubicBezTo>
                    <a:pt x="1336306" y="3177478"/>
                    <a:pt x="1348714" y="3172414"/>
                    <a:pt x="1348208" y="3161019"/>
                  </a:cubicBezTo>
                  <a:close/>
                  <a:moveTo>
                    <a:pt x="1292245" y="3161525"/>
                  </a:moveTo>
                  <a:cubicBezTo>
                    <a:pt x="1291992" y="3155701"/>
                    <a:pt x="1287180" y="3147091"/>
                    <a:pt x="1277305" y="3146838"/>
                  </a:cubicBezTo>
                  <a:cubicBezTo>
                    <a:pt x="1264897" y="3147598"/>
                    <a:pt x="1263124" y="3162031"/>
                    <a:pt x="1271987" y="3170135"/>
                  </a:cubicBezTo>
                  <a:cubicBezTo>
                    <a:pt x="1280850" y="3177985"/>
                    <a:pt x="1293005" y="3172920"/>
                    <a:pt x="1292245" y="3161525"/>
                  </a:cubicBezTo>
                  <a:close/>
                  <a:moveTo>
                    <a:pt x="1237548" y="3162031"/>
                  </a:moveTo>
                  <a:cubicBezTo>
                    <a:pt x="1237042" y="3156207"/>
                    <a:pt x="1232230" y="3147598"/>
                    <a:pt x="1222861" y="3147344"/>
                  </a:cubicBezTo>
                  <a:cubicBezTo>
                    <a:pt x="1210706" y="3148104"/>
                    <a:pt x="1209187" y="3162791"/>
                    <a:pt x="1217797" y="3170641"/>
                  </a:cubicBezTo>
                  <a:cubicBezTo>
                    <a:pt x="1226406" y="3178491"/>
                    <a:pt x="1238308" y="3173427"/>
                    <a:pt x="1237548" y="3162031"/>
                  </a:cubicBezTo>
                  <a:close/>
                  <a:moveTo>
                    <a:pt x="1183864" y="3162791"/>
                  </a:moveTo>
                  <a:cubicBezTo>
                    <a:pt x="1183358" y="3156967"/>
                    <a:pt x="1178547" y="3148357"/>
                    <a:pt x="1169177" y="3148104"/>
                  </a:cubicBezTo>
                  <a:cubicBezTo>
                    <a:pt x="1168924" y="3148104"/>
                    <a:pt x="1168417" y="3148104"/>
                    <a:pt x="1167911" y="3148104"/>
                  </a:cubicBezTo>
                  <a:cubicBezTo>
                    <a:pt x="1157276" y="3149370"/>
                    <a:pt x="1156009" y="3164564"/>
                    <a:pt x="1165632" y="3172160"/>
                  </a:cubicBezTo>
                  <a:cubicBezTo>
                    <a:pt x="1173988" y="3178998"/>
                    <a:pt x="1184624" y="3173427"/>
                    <a:pt x="1183864" y="3162791"/>
                  </a:cubicBezTo>
                  <a:close/>
                  <a:moveTo>
                    <a:pt x="1130940" y="3163551"/>
                  </a:moveTo>
                  <a:cubicBezTo>
                    <a:pt x="1130434" y="3157726"/>
                    <a:pt x="1125622" y="3149117"/>
                    <a:pt x="1116506" y="3148864"/>
                  </a:cubicBezTo>
                  <a:cubicBezTo>
                    <a:pt x="1116253" y="3148864"/>
                    <a:pt x="1115747" y="3148864"/>
                    <a:pt x="1115240" y="3148864"/>
                  </a:cubicBezTo>
                  <a:cubicBezTo>
                    <a:pt x="1104858" y="3150130"/>
                    <a:pt x="1103592" y="3165323"/>
                    <a:pt x="1113214" y="3172920"/>
                  </a:cubicBezTo>
                  <a:cubicBezTo>
                    <a:pt x="1121824" y="3179757"/>
                    <a:pt x="1131953" y="3174439"/>
                    <a:pt x="1130940" y="3163551"/>
                  </a:cubicBezTo>
                  <a:close/>
                  <a:moveTo>
                    <a:pt x="4821960" y="3252940"/>
                  </a:moveTo>
                  <a:cubicBezTo>
                    <a:pt x="4820441" y="3252686"/>
                    <a:pt x="4812338" y="3275983"/>
                    <a:pt x="4812591" y="3279528"/>
                  </a:cubicBezTo>
                  <a:cubicBezTo>
                    <a:pt x="4812591" y="3279528"/>
                    <a:pt x="4812844" y="3279528"/>
                    <a:pt x="4812844" y="3279782"/>
                  </a:cubicBezTo>
                  <a:cubicBezTo>
                    <a:pt x="4814111" y="3278768"/>
                    <a:pt x="4817149" y="3270159"/>
                    <a:pt x="4817909" y="3268386"/>
                  </a:cubicBezTo>
                  <a:cubicBezTo>
                    <a:pt x="4819682" y="3263069"/>
                    <a:pt x="4822467" y="3253952"/>
                    <a:pt x="4821960" y="3252940"/>
                  </a:cubicBezTo>
                  <a:close/>
                  <a:moveTo>
                    <a:pt x="4816896" y="3249394"/>
                  </a:moveTo>
                  <a:cubicBezTo>
                    <a:pt x="4814870" y="3249141"/>
                    <a:pt x="4806261" y="3274211"/>
                    <a:pt x="4807780" y="3276236"/>
                  </a:cubicBezTo>
                  <a:cubicBezTo>
                    <a:pt x="4809046" y="3276236"/>
                    <a:pt x="4811832" y="3269146"/>
                    <a:pt x="4813351" y="3264841"/>
                  </a:cubicBezTo>
                  <a:cubicBezTo>
                    <a:pt x="4815123" y="3259523"/>
                    <a:pt x="4817656" y="3250660"/>
                    <a:pt x="4816896" y="3249394"/>
                  </a:cubicBezTo>
                  <a:close/>
                  <a:moveTo>
                    <a:pt x="4809806" y="3245849"/>
                  </a:moveTo>
                  <a:cubicBezTo>
                    <a:pt x="4806261" y="3245596"/>
                    <a:pt x="4799423" y="3270918"/>
                    <a:pt x="4800436" y="3272438"/>
                  </a:cubicBezTo>
                  <a:cubicBezTo>
                    <a:pt x="4801196" y="3273704"/>
                    <a:pt x="4803982" y="3268640"/>
                    <a:pt x="4806514" y="3261296"/>
                  </a:cubicBezTo>
                  <a:cubicBezTo>
                    <a:pt x="4808540" y="3255472"/>
                    <a:pt x="4811072" y="3246862"/>
                    <a:pt x="4809806" y="3245849"/>
                  </a:cubicBezTo>
                  <a:close/>
                  <a:moveTo>
                    <a:pt x="4798157" y="3257751"/>
                  </a:moveTo>
                  <a:cubicBezTo>
                    <a:pt x="4800183" y="3251927"/>
                    <a:pt x="4802462" y="3243317"/>
                    <a:pt x="4800943" y="3242304"/>
                  </a:cubicBezTo>
                  <a:cubicBezTo>
                    <a:pt x="4797398" y="3242051"/>
                    <a:pt x="4790307" y="3265601"/>
                    <a:pt x="4791573" y="3268640"/>
                  </a:cubicBezTo>
                  <a:cubicBezTo>
                    <a:pt x="4792080" y="3270665"/>
                    <a:pt x="4795372" y="3265601"/>
                    <a:pt x="4798157" y="3257751"/>
                  </a:cubicBezTo>
                  <a:close/>
                  <a:moveTo>
                    <a:pt x="4787775" y="3254205"/>
                  </a:moveTo>
                  <a:cubicBezTo>
                    <a:pt x="4789801" y="3248381"/>
                    <a:pt x="4791827" y="3239772"/>
                    <a:pt x="4790054" y="3238759"/>
                  </a:cubicBezTo>
                  <a:cubicBezTo>
                    <a:pt x="4785749" y="3238506"/>
                    <a:pt x="4778912" y="3262056"/>
                    <a:pt x="4780431" y="3265094"/>
                  </a:cubicBezTo>
                  <a:cubicBezTo>
                    <a:pt x="4781445" y="3267120"/>
                    <a:pt x="4784736" y="3262056"/>
                    <a:pt x="4787775" y="3254205"/>
                  </a:cubicBezTo>
                  <a:close/>
                  <a:moveTo>
                    <a:pt x="4775367" y="3250407"/>
                  </a:moveTo>
                  <a:cubicBezTo>
                    <a:pt x="4777393" y="3244583"/>
                    <a:pt x="4779419" y="3235973"/>
                    <a:pt x="4777139" y="3234707"/>
                  </a:cubicBezTo>
                  <a:cubicBezTo>
                    <a:pt x="4772328" y="3234454"/>
                    <a:pt x="4765491" y="3258004"/>
                    <a:pt x="4767517" y="3261043"/>
                  </a:cubicBezTo>
                  <a:cubicBezTo>
                    <a:pt x="4768783" y="3263322"/>
                    <a:pt x="4772581" y="3258257"/>
                    <a:pt x="4775367" y="3250407"/>
                  </a:cubicBezTo>
                  <a:close/>
                  <a:moveTo>
                    <a:pt x="4762453" y="3231162"/>
                  </a:moveTo>
                  <a:cubicBezTo>
                    <a:pt x="4757388" y="3230909"/>
                    <a:pt x="4750551" y="3252433"/>
                    <a:pt x="4752576" y="3257244"/>
                  </a:cubicBezTo>
                  <a:cubicBezTo>
                    <a:pt x="4753843" y="3260283"/>
                    <a:pt x="4757894" y="3255219"/>
                    <a:pt x="4760933" y="3246862"/>
                  </a:cubicBezTo>
                  <a:cubicBezTo>
                    <a:pt x="4763212" y="3241038"/>
                    <a:pt x="4764985" y="3232428"/>
                    <a:pt x="4762453" y="3231162"/>
                  </a:cubicBezTo>
                  <a:close/>
                  <a:moveTo>
                    <a:pt x="4527206" y="3211157"/>
                  </a:moveTo>
                  <a:cubicBezTo>
                    <a:pt x="4529231" y="3205333"/>
                    <a:pt x="4529738" y="3196723"/>
                    <a:pt x="4524420" y="3195457"/>
                  </a:cubicBezTo>
                  <a:cubicBezTo>
                    <a:pt x="4516317" y="3195204"/>
                    <a:pt x="4509480" y="3212170"/>
                    <a:pt x="4513025" y="3219767"/>
                  </a:cubicBezTo>
                  <a:cubicBezTo>
                    <a:pt x="4515810" y="3225844"/>
                    <a:pt x="4523660" y="3221033"/>
                    <a:pt x="4527206" y="3211157"/>
                  </a:cubicBezTo>
                  <a:close/>
                  <a:moveTo>
                    <a:pt x="4495299" y="3207612"/>
                  </a:moveTo>
                  <a:cubicBezTo>
                    <a:pt x="4497325" y="3201788"/>
                    <a:pt x="4497831" y="3193178"/>
                    <a:pt x="4492260" y="3191912"/>
                  </a:cubicBezTo>
                  <a:cubicBezTo>
                    <a:pt x="4483904" y="3191912"/>
                    <a:pt x="4477067" y="3208625"/>
                    <a:pt x="4480865" y="3216222"/>
                  </a:cubicBezTo>
                  <a:cubicBezTo>
                    <a:pt x="4483651" y="3222299"/>
                    <a:pt x="4491754" y="3217741"/>
                    <a:pt x="4495299" y="3207612"/>
                  </a:cubicBezTo>
                  <a:close/>
                  <a:moveTo>
                    <a:pt x="4458328" y="3188620"/>
                  </a:moveTo>
                  <a:cubicBezTo>
                    <a:pt x="4449465" y="3188620"/>
                    <a:pt x="4442628" y="3205333"/>
                    <a:pt x="4446680" y="3212930"/>
                  </a:cubicBezTo>
                  <a:cubicBezTo>
                    <a:pt x="4449972" y="3219260"/>
                    <a:pt x="4458075" y="3214449"/>
                    <a:pt x="4461873" y="3204320"/>
                  </a:cubicBezTo>
                  <a:cubicBezTo>
                    <a:pt x="4463899" y="3198243"/>
                    <a:pt x="4464152" y="3189633"/>
                    <a:pt x="4458328" y="3188620"/>
                  </a:cubicBezTo>
                  <a:close/>
                  <a:moveTo>
                    <a:pt x="4427181" y="3200775"/>
                  </a:moveTo>
                  <a:cubicBezTo>
                    <a:pt x="4429207" y="3194951"/>
                    <a:pt x="4429207" y="3186341"/>
                    <a:pt x="4423130" y="3185075"/>
                  </a:cubicBezTo>
                  <a:cubicBezTo>
                    <a:pt x="4414014" y="3185075"/>
                    <a:pt x="4407176" y="3201788"/>
                    <a:pt x="4411482" y="3209385"/>
                  </a:cubicBezTo>
                  <a:cubicBezTo>
                    <a:pt x="4415027" y="3215715"/>
                    <a:pt x="4423636" y="3210904"/>
                    <a:pt x="4427181" y="3200775"/>
                  </a:cubicBezTo>
                  <a:close/>
                  <a:moveTo>
                    <a:pt x="4390970" y="3197230"/>
                  </a:moveTo>
                  <a:cubicBezTo>
                    <a:pt x="4392996" y="3191406"/>
                    <a:pt x="4392996" y="3182796"/>
                    <a:pt x="4386665" y="3181530"/>
                  </a:cubicBezTo>
                  <a:cubicBezTo>
                    <a:pt x="4377802" y="3181530"/>
                    <a:pt x="4370965" y="3196977"/>
                    <a:pt x="4374510" y="3205080"/>
                  </a:cubicBezTo>
                  <a:cubicBezTo>
                    <a:pt x="4377549" y="3212423"/>
                    <a:pt x="4387172" y="3207865"/>
                    <a:pt x="4390970" y="3197230"/>
                  </a:cubicBezTo>
                  <a:close/>
                  <a:moveTo>
                    <a:pt x="3756386" y="3153675"/>
                  </a:moveTo>
                  <a:cubicBezTo>
                    <a:pt x="3758159" y="3147851"/>
                    <a:pt x="3756386" y="3138988"/>
                    <a:pt x="3747017" y="3137975"/>
                  </a:cubicBezTo>
                  <a:cubicBezTo>
                    <a:pt x="3735622" y="3137975"/>
                    <a:pt x="3729037" y="3151143"/>
                    <a:pt x="3733342" y="3159752"/>
                  </a:cubicBezTo>
                  <a:cubicBezTo>
                    <a:pt x="3738407" y="3169628"/>
                    <a:pt x="3752841" y="3165830"/>
                    <a:pt x="3756386" y="3153675"/>
                  </a:cubicBezTo>
                  <a:close/>
                  <a:moveTo>
                    <a:pt x="3693586" y="3135443"/>
                  </a:moveTo>
                  <a:cubicBezTo>
                    <a:pt x="3681937" y="3135443"/>
                    <a:pt x="3675354" y="3148610"/>
                    <a:pt x="3679912" y="3157220"/>
                  </a:cubicBezTo>
                  <a:cubicBezTo>
                    <a:pt x="3685229" y="3167096"/>
                    <a:pt x="3699663" y="3163044"/>
                    <a:pt x="3702955" y="3151143"/>
                  </a:cubicBezTo>
                  <a:cubicBezTo>
                    <a:pt x="3704474" y="3145572"/>
                    <a:pt x="3703209" y="3136456"/>
                    <a:pt x="3693586" y="3135443"/>
                  </a:cubicBezTo>
                  <a:close/>
                  <a:moveTo>
                    <a:pt x="3648765" y="3148357"/>
                  </a:moveTo>
                  <a:cubicBezTo>
                    <a:pt x="3650284" y="3142786"/>
                    <a:pt x="3649018" y="3133923"/>
                    <a:pt x="3638889" y="3132910"/>
                  </a:cubicBezTo>
                  <a:cubicBezTo>
                    <a:pt x="3626734" y="3132910"/>
                    <a:pt x="3620404" y="3146078"/>
                    <a:pt x="3625215" y="3154688"/>
                  </a:cubicBezTo>
                  <a:cubicBezTo>
                    <a:pt x="3630786" y="3164057"/>
                    <a:pt x="3645473" y="3160259"/>
                    <a:pt x="3648765" y="3148357"/>
                  </a:cubicBezTo>
                  <a:close/>
                  <a:moveTo>
                    <a:pt x="3593815" y="3145572"/>
                  </a:moveTo>
                  <a:cubicBezTo>
                    <a:pt x="3595334" y="3139747"/>
                    <a:pt x="3593308" y="3130885"/>
                    <a:pt x="3583433" y="3130125"/>
                  </a:cubicBezTo>
                  <a:cubicBezTo>
                    <a:pt x="3571278" y="3130125"/>
                    <a:pt x="3564947" y="3143293"/>
                    <a:pt x="3569759" y="3151902"/>
                  </a:cubicBezTo>
                  <a:cubicBezTo>
                    <a:pt x="3575583" y="3161778"/>
                    <a:pt x="3590523" y="3157726"/>
                    <a:pt x="3593815" y="3145572"/>
                  </a:cubicBezTo>
                  <a:close/>
                  <a:moveTo>
                    <a:pt x="3537852" y="3143040"/>
                  </a:moveTo>
                  <a:cubicBezTo>
                    <a:pt x="3539371" y="3137469"/>
                    <a:pt x="3537599" y="3128606"/>
                    <a:pt x="3527470" y="3127593"/>
                  </a:cubicBezTo>
                  <a:cubicBezTo>
                    <a:pt x="3515315" y="3127593"/>
                    <a:pt x="3508731" y="3140760"/>
                    <a:pt x="3513795" y="3149370"/>
                  </a:cubicBezTo>
                  <a:cubicBezTo>
                    <a:pt x="3519620" y="3158993"/>
                    <a:pt x="3534813" y="3155194"/>
                    <a:pt x="3537852" y="3143040"/>
                  </a:cubicBezTo>
                  <a:close/>
                  <a:moveTo>
                    <a:pt x="3481129" y="3140507"/>
                  </a:moveTo>
                  <a:cubicBezTo>
                    <a:pt x="3482396" y="3134936"/>
                    <a:pt x="3480876" y="3126073"/>
                    <a:pt x="3470494" y="3125060"/>
                  </a:cubicBezTo>
                  <a:cubicBezTo>
                    <a:pt x="3457833" y="3125060"/>
                    <a:pt x="3451502" y="3138481"/>
                    <a:pt x="3456820" y="3146838"/>
                  </a:cubicBezTo>
                  <a:cubicBezTo>
                    <a:pt x="3462897" y="3156460"/>
                    <a:pt x="3478091" y="3152409"/>
                    <a:pt x="3481129" y="3140507"/>
                  </a:cubicBezTo>
                  <a:close/>
                  <a:moveTo>
                    <a:pt x="3423901" y="3137975"/>
                  </a:moveTo>
                  <a:cubicBezTo>
                    <a:pt x="3425166" y="3132404"/>
                    <a:pt x="3423394" y="3123541"/>
                    <a:pt x="3412759" y="3122528"/>
                  </a:cubicBezTo>
                  <a:cubicBezTo>
                    <a:pt x="3400097" y="3122528"/>
                    <a:pt x="3394020" y="3135949"/>
                    <a:pt x="3399338" y="3144306"/>
                  </a:cubicBezTo>
                  <a:cubicBezTo>
                    <a:pt x="3405415" y="3154181"/>
                    <a:pt x="3420862" y="3150130"/>
                    <a:pt x="3423901" y="3137975"/>
                  </a:cubicBezTo>
                  <a:close/>
                  <a:moveTo>
                    <a:pt x="3186881" y="3128859"/>
                  </a:moveTo>
                  <a:cubicBezTo>
                    <a:pt x="3188147" y="3123035"/>
                    <a:pt x="3185362" y="3114172"/>
                    <a:pt x="3174726" y="3113412"/>
                  </a:cubicBezTo>
                  <a:cubicBezTo>
                    <a:pt x="3161558" y="3113665"/>
                    <a:pt x="3155481" y="3126833"/>
                    <a:pt x="3161558" y="3135443"/>
                  </a:cubicBezTo>
                  <a:cubicBezTo>
                    <a:pt x="3168142" y="3145065"/>
                    <a:pt x="3184095" y="3141014"/>
                    <a:pt x="3186881" y="3128859"/>
                  </a:cubicBezTo>
                  <a:close/>
                  <a:moveTo>
                    <a:pt x="3125854" y="3126580"/>
                  </a:moveTo>
                  <a:cubicBezTo>
                    <a:pt x="3127120" y="3121009"/>
                    <a:pt x="3124587" y="3112146"/>
                    <a:pt x="3113445" y="3111133"/>
                  </a:cubicBezTo>
                  <a:cubicBezTo>
                    <a:pt x="3100278" y="3111386"/>
                    <a:pt x="3094200" y="3124554"/>
                    <a:pt x="3100278" y="3133164"/>
                  </a:cubicBezTo>
                  <a:cubicBezTo>
                    <a:pt x="3107115" y="3142786"/>
                    <a:pt x="3123068" y="3138735"/>
                    <a:pt x="3125854" y="3126580"/>
                  </a:cubicBezTo>
                  <a:close/>
                  <a:moveTo>
                    <a:pt x="3064320" y="3124554"/>
                  </a:moveTo>
                  <a:cubicBezTo>
                    <a:pt x="3065333" y="3118983"/>
                    <a:pt x="3063053" y="3110120"/>
                    <a:pt x="3051658" y="3109107"/>
                  </a:cubicBezTo>
                  <a:cubicBezTo>
                    <a:pt x="3038744" y="3109360"/>
                    <a:pt x="3032666" y="3121515"/>
                    <a:pt x="3037731" y="3129872"/>
                  </a:cubicBezTo>
                  <a:cubicBezTo>
                    <a:pt x="3044315" y="3141014"/>
                    <a:pt x="3061534" y="3137469"/>
                    <a:pt x="3064320" y="3124554"/>
                  </a:cubicBezTo>
                  <a:close/>
                  <a:moveTo>
                    <a:pt x="3002279" y="3122528"/>
                  </a:moveTo>
                  <a:cubicBezTo>
                    <a:pt x="3003292" y="3116957"/>
                    <a:pt x="3000760" y="3108094"/>
                    <a:pt x="2989365" y="3107081"/>
                  </a:cubicBezTo>
                  <a:cubicBezTo>
                    <a:pt x="2975944" y="3107335"/>
                    <a:pt x="2970120" y="3120502"/>
                    <a:pt x="2976450" y="3129112"/>
                  </a:cubicBezTo>
                  <a:cubicBezTo>
                    <a:pt x="2983541" y="3138988"/>
                    <a:pt x="2999747" y="3134683"/>
                    <a:pt x="3002279" y="3122528"/>
                  </a:cubicBezTo>
                  <a:close/>
                  <a:moveTo>
                    <a:pt x="2939732" y="3120502"/>
                  </a:moveTo>
                  <a:cubicBezTo>
                    <a:pt x="2940745" y="3114678"/>
                    <a:pt x="2937453" y="3105815"/>
                    <a:pt x="2926565" y="3105056"/>
                  </a:cubicBezTo>
                  <a:cubicBezTo>
                    <a:pt x="2913650" y="3105309"/>
                    <a:pt x="2907573" y="3117464"/>
                    <a:pt x="2912891" y="3126073"/>
                  </a:cubicBezTo>
                  <a:cubicBezTo>
                    <a:pt x="2919474" y="3136962"/>
                    <a:pt x="2937200" y="3133164"/>
                    <a:pt x="2939732" y="3120502"/>
                  </a:cubicBezTo>
                  <a:close/>
                  <a:moveTo>
                    <a:pt x="2876426" y="3118730"/>
                  </a:moveTo>
                  <a:cubicBezTo>
                    <a:pt x="2877439" y="3113159"/>
                    <a:pt x="2874653" y="3104296"/>
                    <a:pt x="2863005" y="3103283"/>
                  </a:cubicBezTo>
                  <a:cubicBezTo>
                    <a:pt x="2849837" y="3103536"/>
                    <a:pt x="2844013" y="3115691"/>
                    <a:pt x="2849331" y="3124301"/>
                  </a:cubicBezTo>
                  <a:cubicBezTo>
                    <a:pt x="2856168" y="3134936"/>
                    <a:pt x="2874147" y="3131391"/>
                    <a:pt x="2876426" y="3118730"/>
                  </a:cubicBezTo>
                  <a:close/>
                  <a:moveTo>
                    <a:pt x="2785771" y="3122528"/>
                  </a:moveTo>
                  <a:cubicBezTo>
                    <a:pt x="2792862" y="3133417"/>
                    <a:pt x="2810587" y="3129872"/>
                    <a:pt x="2812866" y="3116957"/>
                  </a:cubicBezTo>
                  <a:cubicBezTo>
                    <a:pt x="2813879" y="3111386"/>
                    <a:pt x="2811094" y="3102523"/>
                    <a:pt x="2799192" y="3101510"/>
                  </a:cubicBezTo>
                  <a:cubicBezTo>
                    <a:pt x="2786024" y="3101764"/>
                    <a:pt x="2780200" y="3113918"/>
                    <a:pt x="2785771" y="3122528"/>
                  </a:cubicBezTo>
                  <a:close/>
                  <a:moveTo>
                    <a:pt x="2721452" y="3121009"/>
                  </a:moveTo>
                  <a:cubicBezTo>
                    <a:pt x="2728542" y="3131898"/>
                    <a:pt x="2746774" y="3128099"/>
                    <a:pt x="2748800" y="3115438"/>
                  </a:cubicBezTo>
                  <a:cubicBezTo>
                    <a:pt x="2749813" y="3109614"/>
                    <a:pt x="2746015" y="3100751"/>
                    <a:pt x="2734873" y="3099991"/>
                  </a:cubicBezTo>
                  <a:cubicBezTo>
                    <a:pt x="2721705" y="3100244"/>
                    <a:pt x="2715881" y="3112399"/>
                    <a:pt x="2721452" y="3121009"/>
                  </a:cubicBezTo>
                  <a:close/>
                  <a:moveTo>
                    <a:pt x="2656879" y="3119236"/>
                  </a:moveTo>
                  <a:cubicBezTo>
                    <a:pt x="2663969" y="3130125"/>
                    <a:pt x="2682202" y="3126327"/>
                    <a:pt x="2684228" y="3113665"/>
                  </a:cubicBezTo>
                  <a:cubicBezTo>
                    <a:pt x="2684987" y="3108094"/>
                    <a:pt x="2681949" y="3099231"/>
                    <a:pt x="2670300" y="3098218"/>
                  </a:cubicBezTo>
                  <a:cubicBezTo>
                    <a:pt x="2656879" y="3098725"/>
                    <a:pt x="2651308" y="3110880"/>
                    <a:pt x="2656879" y="3119236"/>
                  </a:cubicBezTo>
                  <a:close/>
                  <a:moveTo>
                    <a:pt x="2591800" y="3117717"/>
                  </a:moveTo>
                  <a:cubicBezTo>
                    <a:pt x="2599397" y="3128606"/>
                    <a:pt x="2617376" y="3124807"/>
                    <a:pt x="2619402" y="3112146"/>
                  </a:cubicBezTo>
                  <a:cubicBezTo>
                    <a:pt x="2620162" y="3106575"/>
                    <a:pt x="2617123" y="3097712"/>
                    <a:pt x="2605221" y="3096699"/>
                  </a:cubicBezTo>
                  <a:cubicBezTo>
                    <a:pt x="2591547" y="3097205"/>
                    <a:pt x="2585976" y="3109360"/>
                    <a:pt x="2591800" y="3117717"/>
                  </a:cubicBezTo>
                  <a:close/>
                  <a:moveTo>
                    <a:pt x="2526468" y="3116451"/>
                  </a:moveTo>
                  <a:cubicBezTo>
                    <a:pt x="2534065" y="3127086"/>
                    <a:pt x="2552297" y="3123541"/>
                    <a:pt x="2554070" y="3110626"/>
                  </a:cubicBezTo>
                  <a:cubicBezTo>
                    <a:pt x="2554829" y="3105056"/>
                    <a:pt x="2551537" y="3096193"/>
                    <a:pt x="2539636" y="3095180"/>
                  </a:cubicBezTo>
                  <a:cubicBezTo>
                    <a:pt x="2525202" y="3095686"/>
                    <a:pt x="2521150" y="3108854"/>
                    <a:pt x="2526468" y="3116451"/>
                  </a:cubicBezTo>
                  <a:close/>
                  <a:moveTo>
                    <a:pt x="2473797" y="3094167"/>
                  </a:moveTo>
                  <a:cubicBezTo>
                    <a:pt x="2460376" y="3094420"/>
                    <a:pt x="2454805" y="3106828"/>
                    <a:pt x="2460882" y="3115185"/>
                  </a:cubicBezTo>
                  <a:cubicBezTo>
                    <a:pt x="2468479" y="3126073"/>
                    <a:pt x="2486965" y="3122022"/>
                    <a:pt x="2488484" y="3109360"/>
                  </a:cubicBezTo>
                  <a:cubicBezTo>
                    <a:pt x="2489497" y="3103536"/>
                    <a:pt x="2485445" y="3094927"/>
                    <a:pt x="2473797" y="3094167"/>
                  </a:cubicBezTo>
                  <a:close/>
                  <a:moveTo>
                    <a:pt x="2407958" y="3092901"/>
                  </a:moveTo>
                  <a:cubicBezTo>
                    <a:pt x="2394284" y="3093154"/>
                    <a:pt x="2388966" y="3105562"/>
                    <a:pt x="2395297" y="3113918"/>
                  </a:cubicBezTo>
                  <a:cubicBezTo>
                    <a:pt x="2402894" y="3124554"/>
                    <a:pt x="2421379" y="3120756"/>
                    <a:pt x="2422899" y="3108094"/>
                  </a:cubicBezTo>
                  <a:cubicBezTo>
                    <a:pt x="2423405" y="3102523"/>
                    <a:pt x="2419860" y="3093660"/>
                    <a:pt x="2407958" y="3092901"/>
                  </a:cubicBezTo>
                  <a:close/>
                  <a:moveTo>
                    <a:pt x="2328952" y="3112652"/>
                  </a:moveTo>
                  <a:cubicBezTo>
                    <a:pt x="2337055" y="3123541"/>
                    <a:pt x="2355287" y="3119743"/>
                    <a:pt x="2356807" y="3106828"/>
                  </a:cubicBezTo>
                  <a:cubicBezTo>
                    <a:pt x="2357566" y="3101257"/>
                    <a:pt x="2354021" y="3092394"/>
                    <a:pt x="2341866" y="3091634"/>
                  </a:cubicBezTo>
                  <a:cubicBezTo>
                    <a:pt x="2327686" y="3092141"/>
                    <a:pt x="2322621" y="3104296"/>
                    <a:pt x="2328952" y="3112652"/>
                  </a:cubicBezTo>
                  <a:close/>
                  <a:moveTo>
                    <a:pt x="2290208" y="3105815"/>
                  </a:moveTo>
                  <a:cubicBezTo>
                    <a:pt x="2290968" y="3099991"/>
                    <a:pt x="2286410" y="3091128"/>
                    <a:pt x="2274761" y="3090622"/>
                  </a:cubicBezTo>
                  <a:cubicBezTo>
                    <a:pt x="2261087" y="3091128"/>
                    <a:pt x="2256023" y="3103283"/>
                    <a:pt x="2262353" y="3111639"/>
                  </a:cubicBezTo>
                  <a:cubicBezTo>
                    <a:pt x="2270457" y="3122528"/>
                    <a:pt x="2288942" y="3118477"/>
                    <a:pt x="2290208" y="3105815"/>
                  </a:cubicBezTo>
                  <a:close/>
                  <a:moveTo>
                    <a:pt x="2223610" y="3104802"/>
                  </a:moveTo>
                  <a:cubicBezTo>
                    <a:pt x="2224116" y="3099231"/>
                    <a:pt x="2220571" y="3090368"/>
                    <a:pt x="2208163" y="3089609"/>
                  </a:cubicBezTo>
                  <a:cubicBezTo>
                    <a:pt x="2194489" y="3090115"/>
                    <a:pt x="2189424" y="3102270"/>
                    <a:pt x="2195755" y="3110626"/>
                  </a:cubicBezTo>
                  <a:cubicBezTo>
                    <a:pt x="2203858" y="3121515"/>
                    <a:pt x="2222344" y="3117464"/>
                    <a:pt x="2223610" y="3104802"/>
                  </a:cubicBezTo>
                  <a:close/>
                  <a:moveTo>
                    <a:pt x="2156758" y="3104043"/>
                  </a:moveTo>
                  <a:cubicBezTo>
                    <a:pt x="2157265" y="3098472"/>
                    <a:pt x="2153466" y="3089609"/>
                    <a:pt x="2141311" y="3088849"/>
                  </a:cubicBezTo>
                  <a:cubicBezTo>
                    <a:pt x="2127384" y="3089356"/>
                    <a:pt x="2122319" y="3101510"/>
                    <a:pt x="2128903" y="3110120"/>
                  </a:cubicBezTo>
                  <a:cubicBezTo>
                    <a:pt x="2137513" y="3120756"/>
                    <a:pt x="2155745" y="3116957"/>
                    <a:pt x="2156758" y="3104043"/>
                  </a:cubicBezTo>
                  <a:close/>
                  <a:moveTo>
                    <a:pt x="2089906" y="3103030"/>
                  </a:moveTo>
                  <a:cubicBezTo>
                    <a:pt x="2090413" y="3097459"/>
                    <a:pt x="2086615" y="3088596"/>
                    <a:pt x="2074207" y="3087836"/>
                  </a:cubicBezTo>
                  <a:cubicBezTo>
                    <a:pt x="2059266" y="3088343"/>
                    <a:pt x="2055974" y="3101510"/>
                    <a:pt x="2062052" y="3109107"/>
                  </a:cubicBezTo>
                  <a:cubicBezTo>
                    <a:pt x="2070408" y="3119743"/>
                    <a:pt x="2088893" y="3115944"/>
                    <a:pt x="2089906" y="3103030"/>
                  </a:cubicBezTo>
                  <a:close/>
                  <a:moveTo>
                    <a:pt x="2023055" y="3102523"/>
                  </a:moveTo>
                  <a:cubicBezTo>
                    <a:pt x="2023561" y="3096699"/>
                    <a:pt x="2018750" y="3088089"/>
                    <a:pt x="2007102" y="3087330"/>
                  </a:cubicBezTo>
                  <a:cubicBezTo>
                    <a:pt x="1992921" y="3087836"/>
                    <a:pt x="1988363" y="3101257"/>
                    <a:pt x="1996213" y="3109614"/>
                  </a:cubicBezTo>
                  <a:cubicBezTo>
                    <a:pt x="2005076" y="3118983"/>
                    <a:pt x="2022042" y="3114425"/>
                    <a:pt x="2023055" y="3102523"/>
                  </a:cubicBezTo>
                  <a:close/>
                  <a:moveTo>
                    <a:pt x="1956456" y="3101764"/>
                  </a:moveTo>
                  <a:cubicBezTo>
                    <a:pt x="1956710" y="3096193"/>
                    <a:pt x="1952911" y="3087330"/>
                    <a:pt x="1940756" y="3086570"/>
                  </a:cubicBezTo>
                  <a:cubicBezTo>
                    <a:pt x="1926576" y="3087077"/>
                    <a:pt x="1922524" y="3100498"/>
                    <a:pt x="1930374" y="3108854"/>
                  </a:cubicBezTo>
                  <a:cubicBezTo>
                    <a:pt x="1939237" y="3118477"/>
                    <a:pt x="1955697" y="3114172"/>
                    <a:pt x="1956456" y="3101764"/>
                  </a:cubicBezTo>
                  <a:close/>
                  <a:moveTo>
                    <a:pt x="1864789" y="3108601"/>
                  </a:moveTo>
                  <a:cubicBezTo>
                    <a:pt x="1873905" y="3117970"/>
                    <a:pt x="1890111" y="3113665"/>
                    <a:pt x="1890618" y="3101510"/>
                  </a:cubicBezTo>
                  <a:cubicBezTo>
                    <a:pt x="1890871" y="3095939"/>
                    <a:pt x="1886819" y="3087077"/>
                    <a:pt x="1874918" y="3086317"/>
                  </a:cubicBezTo>
                  <a:cubicBezTo>
                    <a:pt x="1860990" y="3086823"/>
                    <a:pt x="1856939" y="3100244"/>
                    <a:pt x="1864789" y="3108601"/>
                  </a:cubicBezTo>
                  <a:close/>
                  <a:moveTo>
                    <a:pt x="1826045" y="3101004"/>
                  </a:moveTo>
                  <a:cubicBezTo>
                    <a:pt x="1826298" y="3095180"/>
                    <a:pt x="1821487" y="3086570"/>
                    <a:pt x="1810345" y="3085810"/>
                  </a:cubicBezTo>
                  <a:cubicBezTo>
                    <a:pt x="1796671" y="3086317"/>
                    <a:pt x="1792619" y="3099738"/>
                    <a:pt x="1800469" y="3108094"/>
                  </a:cubicBezTo>
                  <a:cubicBezTo>
                    <a:pt x="1809585" y="3117717"/>
                    <a:pt x="1825539" y="3113159"/>
                    <a:pt x="1826045" y="3101004"/>
                  </a:cubicBezTo>
                  <a:close/>
                  <a:moveTo>
                    <a:pt x="1761979" y="3100751"/>
                  </a:moveTo>
                  <a:cubicBezTo>
                    <a:pt x="1762232" y="3095180"/>
                    <a:pt x="1758181" y="3086317"/>
                    <a:pt x="1746532" y="3085557"/>
                  </a:cubicBezTo>
                  <a:cubicBezTo>
                    <a:pt x="1733111" y="3086064"/>
                    <a:pt x="1729313" y="3099485"/>
                    <a:pt x="1737163" y="3107841"/>
                  </a:cubicBezTo>
                  <a:cubicBezTo>
                    <a:pt x="1746026" y="3117464"/>
                    <a:pt x="1761472" y="3112906"/>
                    <a:pt x="1761979" y="3100751"/>
                  </a:cubicBezTo>
                  <a:close/>
                  <a:moveTo>
                    <a:pt x="1698926" y="3100498"/>
                  </a:moveTo>
                  <a:cubicBezTo>
                    <a:pt x="1698926" y="3094927"/>
                    <a:pt x="1694874" y="3086064"/>
                    <a:pt x="1683479" y="3085557"/>
                  </a:cubicBezTo>
                  <a:cubicBezTo>
                    <a:pt x="1670058" y="3086064"/>
                    <a:pt x="1666513" y="3099738"/>
                    <a:pt x="1674363" y="3107841"/>
                  </a:cubicBezTo>
                  <a:cubicBezTo>
                    <a:pt x="1683226" y="3117210"/>
                    <a:pt x="1698673" y="3112652"/>
                    <a:pt x="1698926" y="3100498"/>
                  </a:cubicBezTo>
                  <a:close/>
                  <a:moveTo>
                    <a:pt x="1636885" y="3100498"/>
                  </a:moveTo>
                  <a:cubicBezTo>
                    <a:pt x="1636885" y="3094673"/>
                    <a:pt x="1632327" y="3086064"/>
                    <a:pt x="1621439" y="3085557"/>
                  </a:cubicBezTo>
                  <a:cubicBezTo>
                    <a:pt x="1607258" y="3086317"/>
                    <a:pt x="1605485" y="3100498"/>
                    <a:pt x="1612576" y="3107841"/>
                  </a:cubicBezTo>
                  <a:cubicBezTo>
                    <a:pt x="1621439" y="3117210"/>
                    <a:pt x="1636632" y="3112652"/>
                    <a:pt x="1636885" y="3100498"/>
                  </a:cubicBezTo>
                  <a:close/>
                  <a:moveTo>
                    <a:pt x="1575605" y="3100498"/>
                  </a:moveTo>
                  <a:cubicBezTo>
                    <a:pt x="1575605" y="3094673"/>
                    <a:pt x="1570793" y="3086064"/>
                    <a:pt x="1560158" y="3085557"/>
                  </a:cubicBezTo>
                  <a:cubicBezTo>
                    <a:pt x="1547243" y="3086317"/>
                    <a:pt x="1543952" y="3099738"/>
                    <a:pt x="1551801" y="3107841"/>
                  </a:cubicBezTo>
                  <a:cubicBezTo>
                    <a:pt x="1560664" y="3117464"/>
                    <a:pt x="1575605" y="3112652"/>
                    <a:pt x="1575605" y="3100498"/>
                  </a:cubicBezTo>
                  <a:close/>
                  <a:moveTo>
                    <a:pt x="1515084" y="3100498"/>
                  </a:moveTo>
                  <a:cubicBezTo>
                    <a:pt x="1515084" y="3094673"/>
                    <a:pt x="1510272" y="3086064"/>
                    <a:pt x="1499890" y="3085557"/>
                  </a:cubicBezTo>
                  <a:cubicBezTo>
                    <a:pt x="1486469" y="3086317"/>
                    <a:pt x="1483937" y="3101004"/>
                    <a:pt x="1492800" y="3108854"/>
                  </a:cubicBezTo>
                  <a:cubicBezTo>
                    <a:pt x="1501916" y="3117210"/>
                    <a:pt x="1515337" y="3112146"/>
                    <a:pt x="1515084" y="3100498"/>
                  </a:cubicBezTo>
                  <a:close/>
                  <a:moveTo>
                    <a:pt x="1455829" y="3100751"/>
                  </a:moveTo>
                  <a:cubicBezTo>
                    <a:pt x="1455829" y="3094927"/>
                    <a:pt x="1451018" y="3086317"/>
                    <a:pt x="1440635" y="3085810"/>
                  </a:cubicBezTo>
                  <a:cubicBezTo>
                    <a:pt x="1427214" y="3086570"/>
                    <a:pt x="1424935" y="3101257"/>
                    <a:pt x="1433798" y="3109107"/>
                  </a:cubicBezTo>
                  <a:cubicBezTo>
                    <a:pt x="1442914" y="3117464"/>
                    <a:pt x="1456082" y="3112399"/>
                    <a:pt x="1455829" y="3100751"/>
                  </a:cubicBezTo>
                  <a:close/>
                  <a:moveTo>
                    <a:pt x="1397587" y="3101004"/>
                  </a:moveTo>
                  <a:cubicBezTo>
                    <a:pt x="1397334" y="3095180"/>
                    <a:pt x="1392522" y="3086570"/>
                    <a:pt x="1382393" y="3086064"/>
                  </a:cubicBezTo>
                  <a:cubicBezTo>
                    <a:pt x="1369479" y="3086823"/>
                    <a:pt x="1367200" y="3101510"/>
                    <a:pt x="1376063" y="3109614"/>
                  </a:cubicBezTo>
                  <a:cubicBezTo>
                    <a:pt x="1384926" y="3117717"/>
                    <a:pt x="1397840" y="3112652"/>
                    <a:pt x="1397587" y="3101004"/>
                  </a:cubicBezTo>
                  <a:close/>
                  <a:moveTo>
                    <a:pt x="1340105" y="3101510"/>
                  </a:moveTo>
                  <a:cubicBezTo>
                    <a:pt x="1339851" y="3095686"/>
                    <a:pt x="1335040" y="3087077"/>
                    <a:pt x="1325164" y="3086570"/>
                  </a:cubicBezTo>
                  <a:cubicBezTo>
                    <a:pt x="1312503" y="3087330"/>
                    <a:pt x="1310477" y="3102017"/>
                    <a:pt x="1319087" y="3110120"/>
                  </a:cubicBezTo>
                  <a:cubicBezTo>
                    <a:pt x="1327950" y="3118223"/>
                    <a:pt x="1340358" y="3113159"/>
                    <a:pt x="1340105" y="3101510"/>
                  </a:cubicBezTo>
                  <a:close/>
                  <a:moveTo>
                    <a:pt x="1283635" y="3102017"/>
                  </a:moveTo>
                  <a:cubicBezTo>
                    <a:pt x="1283382" y="3096193"/>
                    <a:pt x="1278571" y="3087583"/>
                    <a:pt x="1268948" y="3087077"/>
                  </a:cubicBezTo>
                  <a:cubicBezTo>
                    <a:pt x="1256287" y="3087836"/>
                    <a:pt x="1254514" y="3102523"/>
                    <a:pt x="1263124" y="3110626"/>
                  </a:cubicBezTo>
                  <a:cubicBezTo>
                    <a:pt x="1271987" y="3118730"/>
                    <a:pt x="1284142" y="3113665"/>
                    <a:pt x="1283635" y="3102017"/>
                  </a:cubicBezTo>
                  <a:close/>
                  <a:moveTo>
                    <a:pt x="1228432" y="3102523"/>
                  </a:moveTo>
                  <a:cubicBezTo>
                    <a:pt x="1228179" y="3096699"/>
                    <a:pt x="1223368" y="3088089"/>
                    <a:pt x="1213745" y="3087583"/>
                  </a:cubicBezTo>
                  <a:cubicBezTo>
                    <a:pt x="1201337" y="3088343"/>
                    <a:pt x="1199818" y="3103030"/>
                    <a:pt x="1208427" y="3111133"/>
                  </a:cubicBezTo>
                  <a:cubicBezTo>
                    <a:pt x="1217037" y="3119236"/>
                    <a:pt x="1228938" y="3114172"/>
                    <a:pt x="1228432" y="3102523"/>
                  </a:cubicBezTo>
                  <a:close/>
                  <a:moveTo>
                    <a:pt x="1174242" y="3103283"/>
                  </a:moveTo>
                  <a:cubicBezTo>
                    <a:pt x="1173988" y="3097459"/>
                    <a:pt x="1169177" y="3088849"/>
                    <a:pt x="1159555" y="3088343"/>
                  </a:cubicBezTo>
                  <a:cubicBezTo>
                    <a:pt x="1147653" y="3089102"/>
                    <a:pt x="1146134" y="3103789"/>
                    <a:pt x="1154490" y="3111893"/>
                  </a:cubicBezTo>
                  <a:cubicBezTo>
                    <a:pt x="1163100" y="3120249"/>
                    <a:pt x="1174748" y="3114931"/>
                    <a:pt x="1174242" y="3103283"/>
                  </a:cubicBezTo>
                  <a:close/>
                  <a:moveTo>
                    <a:pt x="1120811" y="3104043"/>
                  </a:moveTo>
                  <a:cubicBezTo>
                    <a:pt x="1120305" y="3098218"/>
                    <a:pt x="1115747" y="3089609"/>
                    <a:pt x="1106377" y="3089102"/>
                  </a:cubicBezTo>
                  <a:cubicBezTo>
                    <a:pt x="1106124" y="3089102"/>
                    <a:pt x="1105617" y="3089102"/>
                    <a:pt x="1105111" y="3089102"/>
                  </a:cubicBezTo>
                  <a:cubicBezTo>
                    <a:pt x="1094729" y="3090368"/>
                    <a:pt x="1093209" y="3105815"/>
                    <a:pt x="1102579" y="3113412"/>
                  </a:cubicBezTo>
                  <a:cubicBezTo>
                    <a:pt x="1111442" y="3120502"/>
                    <a:pt x="1121571" y="3115185"/>
                    <a:pt x="1120811" y="3104043"/>
                  </a:cubicBezTo>
                  <a:close/>
                  <a:moveTo>
                    <a:pt x="4835635" y="3190393"/>
                  </a:moveTo>
                  <a:cubicBezTo>
                    <a:pt x="4833609" y="3190140"/>
                    <a:pt x="4825759" y="3215462"/>
                    <a:pt x="4827278" y="3217235"/>
                  </a:cubicBezTo>
                  <a:cubicBezTo>
                    <a:pt x="4828291" y="3217235"/>
                    <a:pt x="4831077" y="3210144"/>
                    <a:pt x="4832343" y="3205839"/>
                  </a:cubicBezTo>
                  <a:cubicBezTo>
                    <a:pt x="4834369" y="3200268"/>
                    <a:pt x="4836648" y="3191659"/>
                    <a:pt x="4835635" y="3190393"/>
                  </a:cubicBezTo>
                  <a:close/>
                  <a:moveTo>
                    <a:pt x="4828544" y="3186847"/>
                  </a:moveTo>
                  <a:cubicBezTo>
                    <a:pt x="4824999" y="3186594"/>
                    <a:pt x="4818668" y="3211917"/>
                    <a:pt x="4819935" y="3213690"/>
                  </a:cubicBezTo>
                  <a:cubicBezTo>
                    <a:pt x="4820694" y="3214956"/>
                    <a:pt x="4823227" y="3209891"/>
                    <a:pt x="4825759" y="3202548"/>
                  </a:cubicBezTo>
                  <a:cubicBezTo>
                    <a:pt x="4827785" y="3196723"/>
                    <a:pt x="4829810" y="3188114"/>
                    <a:pt x="4828544" y="3186847"/>
                  </a:cubicBezTo>
                  <a:close/>
                  <a:moveTo>
                    <a:pt x="4817403" y="3199002"/>
                  </a:moveTo>
                  <a:cubicBezTo>
                    <a:pt x="4819428" y="3193178"/>
                    <a:pt x="4821454" y="3184315"/>
                    <a:pt x="4819682" y="3183302"/>
                  </a:cubicBezTo>
                  <a:cubicBezTo>
                    <a:pt x="4815883" y="3183049"/>
                    <a:pt x="4809552" y="3206599"/>
                    <a:pt x="4810818" y="3209891"/>
                  </a:cubicBezTo>
                  <a:cubicBezTo>
                    <a:pt x="4811832" y="3211917"/>
                    <a:pt x="4814617" y="3206852"/>
                    <a:pt x="4817403" y="3199002"/>
                  </a:cubicBezTo>
                  <a:close/>
                  <a:moveTo>
                    <a:pt x="4808793" y="3179504"/>
                  </a:moveTo>
                  <a:cubicBezTo>
                    <a:pt x="4804488" y="3179251"/>
                    <a:pt x="4798157" y="3202801"/>
                    <a:pt x="4799930" y="3206093"/>
                  </a:cubicBezTo>
                  <a:cubicBezTo>
                    <a:pt x="4800943" y="3208119"/>
                    <a:pt x="4804235" y="3203054"/>
                    <a:pt x="4806767" y="3195204"/>
                  </a:cubicBezTo>
                  <a:cubicBezTo>
                    <a:pt x="4808793" y="3189380"/>
                    <a:pt x="4810565" y="3180770"/>
                    <a:pt x="4808793" y="3179504"/>
                  </a:cubicBezTo>
                  <a:close/>
                  <a:moveTo>
                    <a:pt x="4795878" y="3175959"/>
                  </a:moveTo>
                  <a:cubicBezTo>
                    <a:pt x="4790814" y="3175706"/>
                    <a:pt x="4784990" y="3199255"/>
                    <a:pt x="4787015" y="3202548"/>
                  </a:cubicBezTo>
                  <a:cubicBezTo>
                    <a:pt x="4788281" y="3204573"/>
                    <a:pt x="4791827" y="3199509"/>
                    <a:pt x="4794359" y="3191659"/>
                  </a:cubicBezTo>
                  <a:cubicBezTo>
                    <a:pt x="4796385" y="3185835"/>
                    <a:pt x="4798157" y="3176972"/>
                    <a:pt x="4795878" y="3175959"/>
                  </a:cubicBezTo>
                  <a:close/>
                  <a:moveTo>
                    <a:pt x="4781191" y="3172160"/>
                  </a:moveTo>
                  <a:cubicBezTo>
                    <a:pt x="4776380" y="3171907"/>
                    <a:pt x="4770049" y="3193685"/>
                    <a:pt x="4772075" y="3198243"/>
                  </a:cubicBezTo>
                  <a:cubicBezTo>
                    <a:pt x="4773341" y="3201281"/>
                    <a:pt x="4777393" y="3196217"/>
                    <a:pt x="4780178" y="3187860"/>
                  </a:cubicBezTo>
                  <a:cubicBezTo>
                    <a:pt x="4781951" y="3182036"/>
                    <a:pt x="4783723" y="3173427"/>
                    <a:pt x="4781191" y="3172160"/>
                  </a:cubicBezTo>
                  <a:close/>
                  <a:moveTo>
                    <a:pt x="4763972" y="3184315"/>
                  </a:moveTo>
                  <a:cubicBezTo>
                    <a:pt x="4765998" y="3178491"/>
                    <a:pt x="4767517" y="3169628"/>
                    <a:pt x="4764478" y="3168615"/>
                  </a:cubicBezTo>
                  <a:cubicBezTo>
                    <a:pt x="4759161" y="3168362"/>
                    <a:pt x="4752830" y="3190140"/>
                    <a:pt x="4755362" y="3194698"/>
                  </a:cubicBezTo>
                  <a:cubicBezTo>
                    <a:pt x="4757135" y="3197736"/>
                    <a:pt x="4761186" y="3192672"/>
                    <a:pt x="4763972" y="3184315"/>
                  </a:cubicBezTo>
                  <a:close/>
                  <a:moveTo>
                    <a:pt x="4604186" y="3158993"/>
                  </a:moveTo>
                  <a:cubicBezTo>
                    <a:pt x="4606212" y="3153168"/>
                    <a:pt x="4606718" y="3144306"/>
                    <a:pt x="4601907" y="3143293"/>
                  </a:cubicBezTo>
                  <a:cubicBezTo>
                    <a:pt x="4594057" y="3143040"/>
                    <a:pt x="4587727" y="3161778"/>
                    <a:pt x="4591525" y="3168362"/>
                  </a:cubicBezTo>
                  <a:cubicBezTo>
                    <a:pt x="4594310" y="3173427"/>
                    <a:pt x="4601147" y="3168615"/>
                    <a:pt x="4604186" y="3158993"/>
                  </a:cubicBezTo>
                  <a:close/>
                  <a:moveTo>
                    <a:pt x="4575065" y="3155448"/>
                  </a:moveTo>
                  <a:cubicBezTo>
                    <a:pt x="4577091" y="3149623"/>
                    <a:pt x="4577598" y="3140760"/>
                    <a:pt x="4572280" y="3139747"/>
                  </a:cubicBezTo>
                  <a:cubicBezTo>
                    <a:pt x="4564430" y="3139494"/>
                    <a:pt x="4558099" y="3156714"/>
                    <a:pt x="4561391" y="3164057"/>
                  </a:cubicBezTo>
                  <a:cubicBezTo>
                    <a:pt x="4564430" y="3170135"/>
                    <a:pt x="4571773" y="3165577"/>
                    <a:pt x="4575065" y="3155448"/>
                  </a:cubicBezTo>
                  <a:close/>
                  <a:moveTo>
                    <a:pt x="4544425" y="3151902"/>
                  </a:moveTo>
                  <a:cubicBezTo>
                    <a:pt x="4546451" y="3146078"/>
                    <a:pt x="4546704" y="3137215"/>
                    <a:pt x="4541133" y="3136202"/>
                  </a:cubicBezTo>
                  <a:cubicBezTo>
                    <a:pt x="4533030" y="3135949"/>
                    <a:pt x="4526699" y="3153168"/>
                    <a:pt x="4530244" y="3160512"/>
                  </a:cubicBezTo>
                  <a:cubicBezTo>
                    <a:pt x="4533283" y="3166590"/>
                    <a:pt x="4540880" y="3162031"/>
                    <a:pt x="4544425" y="3151902"/>
                  </a:cubicBezTo>
                  <a:close/>
                  <a:moveTo>
                    <a:pt x="4512012" y="3148357"/>
                  </a:moveTo>
                  <a:cubicBezTo>
                    <a:pt x="4514038" y="3142533"/>
                    <a:pt x="4514038" y="3133670"/>
                    <a:pt x="4508467" y="3132657"/>
                  </a:cubicBezTo>
                  <a:cubicBezTo>
                    <a:pt x="4500111" y="3132657"/>
                    <a:pt x="4493526" y="3149623"/>
                    <a:pt x="4497578" y="3156967"/>
                  </a:cubicBezTo>
                  <a:cubicBezTo>
                    <a:pt x="4500870" y="3163044"/>
                    <a:pt x="4508720" y="3158486"/>
                    <a:pt x="4512012" y="3148357"/>
                  </a:cubicBezTo>
                  <a:close/>
                  <a:moveTo>
                    <a:pt x="4478333" y="3144812"/>
                  </a:moveTo>
                  <a:cubicBezTo>
                    <a:pt x="4480359" y="3138988"/>
                    <a:pt x="4480359" y="3130125"/>
                    <a:pt x="4474535" y="3129112"/>
                  </a:cubicBezTo>
                  <a:cubicBezTo>
                    <a:pt x="4465672" y="3129112"/>
                    <a:pt x="4459341" y="3146078"/>
                    <a:pt x="4463393" y="3153422"/>
                  </a:cubicBezTo>
                  <a:cubicBezTo>
                    <a:pt x="4466938" y="3159752"/>
                    <a:pt x="4475041" y="3154941"/>
                    <a:pt x="4478333" y="3144812"/>
                  </a:cubicBezTo>
                  <a:close/>
                  <a:moveTo>
                    <a:pt x="4443388" y="3141520"/>
                  </a:moveTo>
                  <a:cubicBezTo>
                    <a:pt x="4445414" y="3135696"/>
                    <a:pt x="4445160" y="3126833"/>
                    <a:pt x="4439083" y="3125820"/>
                  </a:cubicBezTo>
                  <a:cubicBezTo>
                    <a:pt x="4430473" y="3125820"/>
                    <a:pt x="4423889" y="3141520"/>
                    <a:pt x="4427435" y="3149370"/>
                  </a:cubicBezTo>
                  <a:cubicBezTo>
                    <a:pt x="4430727" y="3156714"/>
                    <a:pt x="4439843" y="3152156"/>
                    <a:pt x="4443388" y="3141520"/>
                  </a:cubicBezTo>
                  <a:close/>
                  <a:moveTo>
                    <a:pt x="4406923" y="3137975"/>
                  </a:moveTo>
                  <a:cubicBezTo>
                    <a:pt x="4408949" y="3132151"/>
                    <a:pt x="4408696" y="3123288"/>
                    <a:pt x="4402112" y="3122275"/>
                  </a:cubicBezTo>
                  <a:cubicBezTo>
                    <a:pt x="4392996" y="3122275"/>
                    <a:pt x="4386665" y="3137975"/>
                    <a:pt x="4390464" y="3145825"/>
                  </a:cubicBezTo>
                  <a:cubicBezTo>
                    <a:pt x="4394009" y="3153168"/>
                    <a:pt x="4403378" y="3148864"/>
                    <a:pt x="4406923" y="3137975"/>
                  </a:cubicBezTo>
                  <a:close/>
                  <a:moveTo>
                    <a:pt x="3862994" y="3084038"/>
                  </a:moveTo>
                  <a:cubicBezTo>
                    <a:pt x="3851852" y="3084038"/>
                    <a:pt x="3845268" y="3097459"/>
                    <a:pt x="3849573" y="3105815"/>
                  </a:cubicBezTo>
                  <a:cubicBezTo>
                    <a:pt x="3854638" y="3115438"/>
                    <a:pt x="3868565" y="3111639"/>
                    <a:pt x="3871857" y="3099738"/>
                  </a:cubicBezTo>
                  <a:lnTo>
                    <a:pt x="3871857" y="3099738"/>
                  </a:lnTo>
                  <a:cubicBezTo>
                    <a:pt x="3873630" y="3093914"/>
                    <a:pt x="3871857" y="3085051"/>
                    <a:pt x="3862994" y="3084038"/>
                  </a:cubicBezTo>
                  <a:close/>
                  <a:moveTo>
                    <a:pt x="3810830" y="3081252"/>
                  </a:moveTo>
                  <a:cubicBezTo>
                    <a:pt x="3799688" y="3081252"/>
                    <a:pt x="3793104" y="3094673"/>
                    <a:pt x="3797409" y="3103030"/>
                  </a:cubicBezTo>
                  <a:cubicBezTo>
                    <a:pt x="3802473" y="3112906"/>
                    <a:pt x="3816654" y="3109107"/>
                    <a:pt x="3820199" y="3096952"/>
                  </a:cubicBezTo>
                  <a:cubicBezTo>
                    <a:pt x="3821718" y="3091128"/>
                    <a:pt x="3819946" y="3082265"/>
                    <a:pt x="3810830" y="3081252"/>
                  </a:cubicBezTo>
                  <a:close/>
                  <a:moveTo>
                    <a:pt x="3767528" y="3094167"/>
                  </a:moveTo>
                  <a:cubicBezTo>
                    <a:pt x="3769047" y="3088343"/>
                    <a:pt x="3767275" y="3079480"/>
                    <a:pt x="3757905" y="3078467"/>
                  </a:cubicBezTo>
                  <a:cubicBezTo>
                    <a:pt x="3746510" y="3078467"/>
                    <a:pt x="3739926" y="3091888"/>
                    <a:pt x="3744484" y="3100244"/>
                  </a:cubicBezTo>
                  <a:cubicBezTo>
                    <a:pt x="3749549" y="3109867"/>
                    <a:pt x="3764236" y="3105815"/>
                    <a:pt x="3767528" y="3094167"/>
                  </a:cubicBezTo>
                  <a:close/>
                  <a:moveTo>
                    <a:pt x="3703968" y="3075681"/>
                  </a:moveTo>
                  <a:cubicBezTo>
                    <a:pt x="3692320" y="3075681"/>
                    <a:pt x="3685989" y="3089102"/>
                    <a:pt x="3690547" y="3097712"/>
                  </a:cubicBezTo>
                  <a:cubicBezTo>
                    <a:pt x="3696118" y="3107588"/>
                    <a:pt x="3710552" y="3103536"/>
                    <a:pt x="3713844" y="3091634"/>
                  </a:cubicBezTo>
                  <a:cubicBezTo>
                    <a:pt x="3715363" y="3085304"/>
                    <a:pt x="3713338" y="3076694"/>
                    <a:pt x="3703968" y="3075681"/>
                  </a:cubicBezTo>
                  <a:close/>
                  <a:moveTo>
                    <a:pt x="3659147" y="3088596"/>
                  </a:moveTo>
                  <a:cubicBezTo>
                    <a:pt x="3660666" y="3082772"/>
                    <a:pt x="3658641" y="3073909"/>
                    <a:pt x="3649018" y="3072896"/>
                  </a:cubicBezTo>
                  <a:cubicBezTo>
                    <a:pt x="3637117" y="3072896"/>
                    <a:pt x="3630533" y="3086317"/>
                    <a:pt x="3635597" y="3094927"/>
                  </a:cubicBezTo>
                  <a:cubicBezTo>
                    <a:pt x="3641421" y="3104549"/>
                    <a:pt x="3656109" y="3100498"/>
                    <a:pt x="3659147" y="3088596"/>
                  </a:cubicBezTo>
                  <a:close/>
                  <a:moveTo>
                    <a:pt x="3603691" y="3085810"/>
                  </a:moveTo>
                  <a:cubicBezTo>
                    <a:pt x="3605210" y="3079986"/>
                    <a:pt x="3602931" y="3071123"/>
                    <a:pt x="3593055" y="3070110"/>
                  </a:cubicBezTo>
                  <a:cubicBezTo>
                    <a:pt x="3581154" y="3070110"/>
                    <a:pt x="3574570" y="3083531"/>
                    <a:pt x="3579634" y="3092141"/>
                  </a:cubicBezTo>
                  <a:cubicBezTo>
                    <a:pt x="3585458" y="3101764"/>
                    <a:pt x="3600652" y="3097712"/>
                    <a:pt x="3603691" y="3085810"/>
                  </a:cubicBezTo>
                  <a:close/>
                  <a:moveTo>
                    <a:pt x="3547221" y="3083278"/>
                  </a:moveTo>
                  <a:cubicBezTo>
                    <a:pt x="3548488" y="3077707"/>
                    <a:pt x="3546968" y="3068591"/>
                    <a:pt x="3536586" y="3067578"/>
                  </a:cubicBezTo>
                  <a:cubicBezTo>
                    <a:pt x="3524431" y="3067578"/>
                    <a:pt x="3518100" y="3081252"/>
                    <a:pt x="3523165" y="3089609"/>
                  </a:cubicBezTo>
                  <a:cubicBezTo>
                    <a:pt x="3529242" y="3099231"/>
                    <a:pt x="3544436" y="3095433"/>
                    <a:pt x="3547221" y="3083278"/>
                  </a:cubicBezTo>
                  <a:close/>
                  <a:moveTo>
                    <a:pt x="3490246" y="3080746"/>
                  </a:moveTo>
                  <a:cubicBezTo>
                    <a:pt x="3491512" y="3075175"/>
                    <a:pt x="3489739" y="3066059"/>
                    <a:pt x="3479357" y="3065046"/>
                  </a:cubicBezTo>
                  <a:cubicBezTo>
                    <a:pt x="3466949" y="3065046"/>
                    <a:pt x="3460365" y="3078720"/>
                    <a:pt x="3465936" y="3087077"/>
                  </a:cubicBezTo>
                  <a:cubicBezTo>
                    <a:pt x="3472013" y="3096699"/>
                    <a:pt x="3487460" y="3092647"/>
                    <a:pt x="3490246" y="3080746"/>
                  </a:cubicBezTo>
                  <a:close/>
                  <a:moveTo>
                    <a:pt x="3432510" y="3078214"/>
                  </a:moveTo>
                  <a:cubicBezTo>
                    <a:pt x="3433776" y="3072643"/>
                    <a:pt x="3432004" y="3063527"/>
                    <a:pt x="3421115" y="3062514"/>
                  </a:cubicBezTo>
                  <a:cubicBezTo>
                    <a:pt x="3408707" y="3062514"/>
                    <a:pt x="3402376" y="3076188"/>
                    <a:pt x="3407694" y="3084544"/>
                  </a:cubicBezTo>
                  <a:cubicBezTo>
                    <a:pt x="3413771" y="3094167"/>
                    <a:pt x="3429471" y="3090115"/>
                    <a:pt x="3432510" y="3078214"/>
                  </a:cubicBezTo>
                  <a:close/>
                  <a:moveTo>
                    <a:pt x="3181057" y="3053398"/>
                  </a:moveTo>
                  <a:cubicBezTo>
                    <a:pt x="3168142" y="3053651"/>
                    <a:pt x="3161812" y="3067072"/>
                    <a:pt x="3167889" y="3075428"/>
                  </a:cubicBezTo>
                  <a:cubicBezTo>
                    <a:pt x="3174726" y="3085051"/>
                    <a:pt x="3190933" y="3080746"/>
                    <a:pt x="3193465" y="3069097"/>
                  </a:cubicBezTo>
                  <a:lnTo>
                    <a:pt x="3193465" y="3069097"/>
                  </a:lnTo>
                  <a:cubicBezTo>
                    <a:pt x="3194731" y="3063020"/>
                    <a:pt x="3191692" y="3054157"/>
                    <a:pt x="3181057" y="3053398"/>
                  </a:cubicBezTo>
                  <a:close/>
                  <a:moveTo>
                    <a:pt x="3131931" y="3066818"/>
                  </a:moveTo>
                  <a:cubicBezTo>
                    <a:pt x="3132944" y="3061247"/>
                    <a:pt x="3130665" y="3052131"/>
                    <a:pt x="3119270" y="3051118"/>
                  </a:cubicBezTo>
                  <a:cubicBezTo>
                    <a:pt x="3106102" y="3051372"/>
                    <a:pt x="3100024" y="3064793"/>
                    <a:pt x="3106102" y="3073149"/>
                  </a:cubicBezTo>
                  <a:cubicBezTo>
                    <a:pt x="3113445" y="3083025"/>
                    <a:pt x="3129652" y="3078973"/>
                    <a:pt x="3131931" y="3066818"/>
                  </a:cubicBezTo>
                  <a:close/>
                  <a:moveTo>
                    <a:pt x="3043302" y="3070110"/>
                  </a:moveTo>
                  <a:cubicBezTo>
                    <a:pt x="3049886" y="3080999"/>
                    <a:pt x="3067358" y="3077454"/>
                    <a:pt x="3069891" y="3064793"/>
                  </a:cubicBezTo>
                  <a:cubicBezTo>
                    <a:pt x="3070903" y="3059222"/>
                    <a:pt x="3068371" y="3050105"/>
                    <a:pt x="3056976" y="3049093"/>
                  </a:cubicBezTo>
                  <a:cubicBezTo>
                    <a:pt x="3044568" y="3049346"/>
                    <a:pt x="3038237" y="3061501"/>
                    <a:pt x="3043302" y="3070110"/>
                  </a:cubicBezTo>
                  <a:close/>
                  <a:moveTo>
                    <a:pt x="2980755" y="3068085"/>
                  </a:moveTo>
                  <a:cubicBezTo>
                    <a:pt x="2987339" y="3078973"/>
                    <a:pt x="3005318" y="3075428"/>
                    <a:pt x="3007597" y="3062514"/>
                  </a:cubicBezTo>
                  <a:cubicBezTo>
                    <a:pt x="3008610" y="3056943"/>
                    <a:pt x="3006078" y="3047827"/>
                    <a:pt x="2994429" y="3046814"/>
                  </a:cubicBezTo>
                  <a:cubicBezTo>
                    <a:pt x="2980249" y="3047320"/>
                    <a:pt x="2975944" y="3060235"/>
                    <a:pt x="2980755" y="3068085"/>
                  </a:cubicBezTo>
                  <a:close/>
                  <a:moveTo>
                    <a:pt x="2944544" y="3060741"/>
                  </a:moveTo>
                  <a:cubicBezTo>
                    <a:pt x="2945557" y="3054664"/>
                    <a:pt x="2942265" y="3046054"/>
                    <a:pt x="2931123" y="3045041"/>
                  </a:cubicBezTo>
                  <a:cubicBezTo>
                    <a:pt x="2916942" y="3045294"/>
                    <a:pt x="2912637" y="3058462"/>
                    <a:pt x="2917449" y="3066059"/>
                  </a:cubicBezTo>
                  <a:cubicBezTo>
                    <a:pt x="2924033" y="3076948"/>
                    <a:pt x="2942012" y="3073402"/>
                    <a:pt x="2944544" y="3060741"/>
                  </a:cubicBezTo>
                  <a:close/>
                  <a:moveTo>
                    <a:pt x="2880731" y="3058969"/>
                  </a:moveTo>
                  <a:cubicBezTo>
                    <a:pt x="2881744" y="3053398"/>
                    <a:pt x="2878958" y="3044281"/>
                    <a:pt x="2867310" y="3043522"/>
                  </a:cubicBezTo>
                  <a:cubicBezTo>
                    <a:pt x="2853129" y="3043775"/>
                    <a:pt x="2848824" y="3056943"/>
                    <a:pt x="2853636" y="3064539"/>
                  </a:cubicBezTo>
                  <a:cubicBezTo>
                    <a:pt x="2860473" y="3075175"/>
                    <a:pt x="2878452" y="3071377"/>
                    <a:pt x="2880731" y="3058969"/>
                  </a:cubicBezTo>
                  <a:close/>
                  <a:moveTo>
                    <a:pt x="2789316" y="3062514"/>
                  </a:moveTo>
                  <a:cubicBezTo>
                    <a:pt x="2796660" y="3073402"/>
                    <a:pt x="2814386" y="3069857"/>
                    <a:pt x="2816665" y="3056943"/>
                  </a:cubicBezTo>
                  <a:cubicBezTo>
                    <a:pt x="2817678" y="3051372"/>
                    <a:pt x="2814639" y="3042256"/>
                    <a:pt x="2802991" y="3041496"/>
                  </a:cubicBezTo>
                  <a:cubicBezTo>
                    <a:pt x="2789823" y="3041749"/>
                    <a:pt x="2783745" y="3054157"/>
                    <a:pt x="2789316" y="3062514"/>
                  </a:cubicBezTo>
                  <a:close/>
                  <a:moveTo>
                    <a:pt x="2724744" y="3060994"/>
                  </a:moveTo>
                  <a:cubicBezTo>
                    <a:pt x="2731834" y="3071883"/>
                    <a:pt x="2750066" y="3068085"/>
                    <a:pt x="2752345" y="3055423"/>
                  </a:cubicBezTo>
                  <a:cubicBezTo>
                    <a:pt x="2753358" y="3049346"/>
                    <a:pt x="2749560" y="3040736"/>
                    <a:pt x="2738165" y="3039977"/>
                  </a:cubicBezTo>
                  <a:cubicBezTo>
                    <a:pt x="2723731" y="3040230"/>
                    <a:pt x="2719426" y="3053144"/>
                    <a:pt x="2724744" y="3060994"/>
                  </a:cubicBezTo>
                  <a:close/>
                  <a:moveTo>
                    <a:pt x="2659665" y="3059475"/>
                  </a:moveTo>
                  <a:cubicBezTo>
                    <a:pt x="2667008" y="3070110"/>
                    <a:pt x="2685241" y="3066565"/>
                    <a:pt x="2687013" y="3053904"/>
                  </a:cubicBezTo>
                  <a:cubicBezTo>
                    <a:pt x="2687773" y="3048333"/>
                    <a:pt x="2684734" y="3039217"/>
                    <a:pt x="2672833" y="3038457"/>
                  </a:cubicBezTo>
                  <a:cubicBezTo>
                    <a:pt x="2658399" y="3038457"/>
                    <a:pt x="2654347" y="3051625"/>
                    <a:pt x="2659665" y="3059475"/>
                  </a:cubicBezTo>
                  <a:close/>
                  <a:moveTo>
                    <a:pt x="2594079" y="3057956"/>
                  </a:moveTo>
                  <a:cubicBezTo>
                    <a:pt x="2601676" y="3068844"/>
                    <a:pt x="2619908" y="3065046"/>
                    <a:pt x="2621681" y="3052385"/>
                  </a:cubicBezTo>
                  <a:cubicBezTo>
                    <a:pt x="2622440" y="3046814"/>
                    <a:pt x="2619402" y="3037697"/>
                    <a:pt x="2607247" y="3036938"/>
                  </a:cubicBezTo>
                  <a:cubicBezTo>
                    <a:pt x="2594079" y="3036938"/>
                    <a:pt x="2588002" y="3049346"/>
                    <a:pt x="2594079" y="3057956"/>
                  </a:cubicBezTo>
                  <a:close/>
                  <a:moveTo>
                    <a:pt x="2528240" y="3056436"/>
                  </a:moveTo>
                  <a:cubicBezTo>
                    <a:pt x="2535837" y="3067072"/>
                    <a:pt x="2554323" y="3063273"/>
                    <a:pt x="2556095" y="3050865"/>
                  </a:cubicBezTo>
                  <a:cubicBezTo>
                    <a:pt x="2556855" y="3045294"/>
                    <a:pt x="2553563" y="3036178"/>
                    <a:pt x="2541662" y="3035419"/>
                  </a:cubicBezTo>
                  <a:cubicBezTo>
                    <a:pt x="2526721" y="3035672"/>
                    <a:pt x="2522670" y="3048839"/>
                    <a:pt x="2528240" y="3056436"/>
                  </a:cubicBezTo>
                  <a:close/>
                  <a:moveTo>
                    <a:pt x="2475063" y="3033899"/>
                  </a:moveTo>
                  <a:cubicBezTo>
                    <a:pt x="2461389" y="3034152"/>
                    <a:pt x="2455818" y="3046560"/>
                    <a:pt x="2462149" y="3055170"/>
                  </a:cubicBezTo>
                  <a:cubicBezTo>
                    <a:pt x="2469745" y="3065806"/>
                    <a:pt x="2488231" y="3062007"/>
                    <a:pt x="2490003" y="3049346"/>
                  </a:cubicBezTo>
                  <a:cubicBezTo>
                    <a:pt x="2490763" y="3043522"/>
                    <a:pt x="2486711" y="3034659"/>
                    <a:pt x="2475063" y="3033899"/>
                  </a:cubicBezTo>
                  <a:close/>
                  <a:moveTo>
                    <a:pt x="2408718" y="3032633"/>
                  </a:moveTo>
                  <a:cubicBezTo>
                    <a:pt x="2394031" y="3033139"/>
                    <a:pt x="2390232" y="3046054"/>
                    <a:pt x="2395803" y="3053904"/>
                  </a:cubicBezTo>
                  <a:cubicBezTo>
                    <a:pt x="2403653" y="3064539"/>
                    <a:pt x="2422139" y="3060741"/>
                    <a:pt x="2423658" y="3048080"/>
                  </a:cubicBezTo>
                  <a:cubicBezTo>
                    <a:pt x="2424165" y="3042509"/>
                    <a:pt x="2420873" y="3033393"/>
                    <a:pt x="2408718" y="3032633"/>
                  </a:cubicBezTo>
                  <a:close/>
                  <a:moveTo>
                    <a:pt x="2341866" y="3031620"/>
                  </a:moveTo>
                  <a:cubicBezTo>
                    <a:pt x="2328192" y="3032126"/>
                    <a:pt x="2322621" y="3044535"/>
                    <a:pt x="2328952" y="3052891"/>
                  </a:cubicBezTo>
                  <a:cubicBezTo>
                    <a:pt x="2337055" y="3063780"/>
                    <a:pt x="2355540" y="3059981"/>
                    <a:pt x="2357060" y="3047067"/>
                  </a:cubicBezTo>
                  <a:cubicBezTo>
                    <a:pt x="2357566" y="3041496"/>
                    <a:pt x="2354021" y="3032380"/>
                    <a:pt x="2341866" y="3031620"/>
                  </a:cubicBezTo>
                  <a:close/>
                  <a:moveTo>
                    <a:pt x="2290208" y="3045801"/>
                  </a:moveTo>
                  <a:cubicBezTo>
                    <a:pt x="2290968" y="3039723"/>
                    <a:pt x="2286410" y="3031114"/>
                    <a:pt x="2274761" y="3030354"/>
                  </a:cubicBezTo>
                  <a:cubicBezTo>
                    <a:pt x="2259821" y="3030860"/>
                    <a:pt x="2256276" y="3044028"/>
                    <a:pt x="2262100" y="3051625"/>
                  </a:cubicBezTo>
                  <a:cubicBezTo>
                    <a:pt x="2269950" y="3062514"/>
                    <a:pt x="2288689" y="3058462"/>
                    <a:pt x="2290208" y="3045801"/>
                  </a:cubicBezTo>
                  <a:close/>
                  <a:moveTo>
                    <a:pt x="2222850" y="3044788"/>
                  </a:moveTo>
                  <a:cubicBezTo>
                    <a:pt x="2223357" y="3039217"/>
                    <a:pt x="2219811" y="3030101"/>
                    <a:pt x="2207403" y="3029341"/>
                  </a:cubicBezTo>
                  <a:cubicBezTo>
                    <a:pt x="2192463" y="3029848"/>
                    <a:pt x="2189171" y="3043015"/>
                    <a:pt x="2194995" y="3050612"/>
                  </a:cubicBezTo>
                  <a:cubicBezTo>
                    <a:pt x="2203098" y="3061501"/>
                    <a:pt x="2221584" y="3057449"/>
                    <a:pt x="2222850" y="3044788"/>
                  </a:cubicBezTo>
                  <a:close/>
                  <a:moveTo>
                    <a:pt x="2155745" y="3044028"/>
                  </a:moveTo>
                  <a:cubicBezTo>
                    <a:pt x="2156252" y="3038457"/>
                    <a:pt x="2152453" y="3029341"/>
                    <a:pt x="2140045" y="3028581"/>
                  </a:cubicBezTo>
                  <a:cubicBezTo>
                    <a:pt x="2126371" y="3029088"/>
                    <a:pt x="2121053" y="3041496"/>
                    <a:pt x="2127637" y="3049852"/>
                  </a:cubicBezTo>
                  <a:cubicBezTo>
                    <a:pt x="2135994" y="3060741"/>
                    <a:pt x="2154479" y="3056689"/>
                    <a:pt x="2155745" y="3044028"/>
                  </a:cubicBezTo>
                  <a:close/>
                  <a:moveTo>
                    <a:pt x="2088134" y="3043015"/>
                  </a:moveTo>
                  <a:cubicBezTo>
                    <a:pt x="2088640" y="3036938"/>
                    <a:pt x="2084082" y="3028328"/>
                    <a:pt x="2072434" y="3027568"/>
                  </a:cubicBezTo>
                  <a:cubicBezTo>
                    <a:pt x="2057240" y="3028075"/>
                    <a:pt x="2053948" y="3041243"/>
                    <a:pt x="2060026" y="3048839"/>
                  </a:cubicBezTo>
                  <a:cubicBezTo>
                    <a:pt x="2068382" y="3059728"/>
                    <a:pt x="2087121" y="3055676"/>
                    <a:pt x="2088134" y="3043015"/>
                  </a:cubicBezTo>
                  <a:close/>
                  <a:moveTo>
                    <a:pt x="2020776" y="3042509"/>
                  </a:moveTo>
                  <a:cubicBezTo>
                    <a:pt x="2021282" y="3036431"/>
                    <a:pt x="2016724" y="3027822"/>
                    <a:pt x="2004823" y="3027062"/>
                  </a:cubicBezTo>
                  <a:cubicBezTo>
                    <a:pt x="1989882" y="3027568"/>
                    <a:pt x="1986843" y="3040736"/>
                    <a:pt x="1992921" y="3048333"/>
                  </a:cubicBezTo>
                  <a:cubicBezTo>
                    <a:pt x="2001277" y="3059222"/>
                    <a:pt x="2019763" y="3055170"/>
                    <a:pt x="2020776" y="3042509"/>
                  </a:cubicBezTo>
                  <a:close/>
                  <a:moveTo>
                    <a:pt x="1953671" y="3041749"/>
                  </a:moveTo>
                  <a:cubicBezTo>
                    <a:pt x="1954177" y="3035672"/>
                    <a:pt x="1949366" y="3027062"/>
                    <a:pt x="1937971" y="3026555"/>
                  </a:cubicBezTo>
                  <a:cubicBezTo>
                    <a:pt x="1924044" y="3027062"/>
                    <a:pt x="1919486" y="3040736"/>
                    <a:pt x="1927335" y="3049093"/>
                  </a:cubicBezTo>
                  <a:cubicBezTo>
                    <a:pt x="1936198" y="3058462"/>
                    <a:pt x="1952911" y="3054157"/>
                    <a:pt x="1953671" y="3041749"/>
                  </a:cubicBezTo>
                  <a:close/>
                  <a:moveTo>
                    <a:pt x="1887579" y="3041243"/>
                  </a:moveTo>
                  <a:cubicBezTo>
                    <a:pt x="1887832" y="3035165"/>
                    <a:pt x="1883274" y="3026555"/>
                    <a:pt x="1871879" y="3026049"/>
                  </a:cubicBezTo>
                  <a:cubicBezTo>
                    <a:pt x="1857952" y="3026555"/>
                    <a:pt x="1853647" y="3040230"/>
                    <a:pt x="1861497" y="3048586"/>
                  </a:cubicBezTo>
                  <a:cubicBezTo>
                    <a:pt x="1870360" y="3057956"/>
                    <a:pt x="1886819" y="3053398"/>
                    <a:pt x="1887579" y="3041243"/>
                  </a:cubicBezTo>
                  <a:close/>
                  <a:moveTo>
                    <a:pt x="1822247" y="3040989"/>
                  </a:moveTo>
                  <a:cubicBezTo>
                    <a:pt x="1822500" y="3034912"/>
                    <a:pt x="1817942" y="3026302"/>
                    <a:pt x="1806547" y="3025796"/>
                  </a:cubicBezTo>
                  <a:cubicBezTo>
                    <a:pt x="1792873" y="3026302"/>
                    <a:pt x="1788821" y="3039977"/>
                    <a:pt x="1796418" y="3048333"/>
                  </a:cubicBezTo>
                  <a:cubicBezTo>
                    <a:pt x="1805281" y="3057449"/>
                    <a:pt x="1821740" y="3052891"/>
                    <a:pt x="1822247" y="3040989"/>
                  </a:cubicBezTo>
                  <a:close/>
                  <a:moveTo>
                    <a:pt x="1757674" y="3040736"/>
                  </a:moveTo>
                  <a:cubicBezTo>
                    <a:pt x="1757927" y="3034659"/>
                    <a:pt x="1753369" y="3026049"/>
                    <a:pt x="1742227" y="3025543"/>
                  </a:cubicBezTo>
                  <a:cubicBezTo>
                    <a:pt x="1728806" y="3026049"/>
                    <a:pt x="1724755" y="3039977"/>
                    <a:pt x="1732605" y="3048080"/>
                  </a:cubicBezTo>
                  <a:cubicBezTo>
                    <a:pt x="1741468" y="3057449"/>
                    <a:pt x="1757168" y="3052891"/>
                    <a:pt x="1757674" y="3040736"/>
                  </a:cubicBezTo>
                  <a:close/>
                  <a:moveTo>
                    <a:pt x="1694114" y="3040483"/>
                  </a:moveTo>
                  <a:cubicBezTo>
                    <a:pt x="1694368" y="3034406"/>
                    <a:pt x="1689556" y="3025796"/>
                    <a:pt x="1678668" y="3025289"/>
                  </a:cubicBezTo>
                  <a:cubicBezTo>
                    <a:pt x="1665247" y="3025796"/>
                    <a:pt x="1661448" y="3039723"/>
                    <a:pt x="1669298" y="3047827"/>
                  </a:cubicBezTo>
                  <a:cubicBezTo>
                    <a:pt x="1678161" y="3057196"/>
                    <a:pt x="1693861" y="3052638"/>
                    <a:pt x="1694114" y="3040483"/>
                  </a:cubicBezTo>
                  <a:close/>
                  <a:moveTo>
                    <a:pt x="1631568" y="3040483"/>
                  </a:moveTo>
                  <a:cubicBezTo>
                    <a:pt x="1631821" y="3034406"/>
                    <a:pt x="1627010" y="3025796"/>
                    <a:pt x="1616121" y="3025289"/>
                  </a:cubicBezTo>
                  <a:cubicBezTo>
                    <a:pt x="1601687" y="3026049"/>
                    <a:pt x="1599914" y="3040230"/>
                    <a:pt x="1607005" y="3047827"/>
                  </a:cubicBezTo>
                  <a:cubicBezTo>
                    <a:pt x="1615868" y="3057196"/>
                    <a:pt x="1631314" y="3052638"/>
                    <a:pt x="1631568" y="3040483"/>
                  </a:cubicBezTo>
                  <a:close/>
                  <a:moveTo>
                    <a:pt x="1570034" y="3040483"/>
                  </a:moveTo>
                  <a:cubicBezTo>
                    <a:pt x="1570034" y="3034406"/>
                    <a:pt x="1565476" y="3025796"/>
                    <a:pt x="1554587" y="3025289"/>
                  </a:cubicBezTo>
                  <a:cubicBezTo>
                    <a:pt x="1541672" y="3026049"/>
                    <a:pt x="1538381" y="3039723"/>
                    <a:pt x="1545977" y="3047827"/>
                  </a:cubicBezTo>
                  <a:cubicBezTo>
                    <a:pt x="1554334" y="3056943"/>
                    <a:pt x="1569781" y="3052385"/>
                    <a:pt x="1570034" y="3040483"/>
                  </a:cubicBezTo>
                  <a:close/>
                  <a:moveTo>
                    <a:pt x="1509006" y="3040483"/>
                  </a:moveTo>
                  <a:cubicBezTo>
                    <a:pt x="1509006" y="3034406"/>
                    <a:pt x="1504448" y="3025796"/>
                    <a:pt x="1493813" y="3025289"/>
                  </a:cubicBezTo>
                  <a:cubicBezTo>
                    <a:pt x="1481151" y="3026049"/>
                    <a:pt x="1477860" y="3039723"/>
                    <a:pt x="1485456" y="3047827"/>
                  </a:cubicBezTo>
                  <a:cubicBezTo>
                    <a:pt x="1494319" y="3057449"/>
                    <a:pt x="1509006" y="3052638"/>
                    <a:pt x="1509006" y="3040483"/>
                  </a:cubicBezTo>
                  <a:close/>
                  <a:moveTo>
                    <a:pt x="1449245" y="3040736"/>
                  </a:moveTo>
                  <a:cubicBezTo>
                    <a:pt x="1449245" y="3034659"/>
                    <a:pt x="1444434" y="3026049"/>
                    <a:pt x="1434305" y="3025543"/>
                  </a:cubicBezTo>
                  <a:cubicBezTo>
                    <a:pt x="1421643" y="3026302"/>
                    <a:pt x="1418605" y="3039977"/>
                    <a:pt x="1426201" y="3048080"/>
                  </a:cubicBezTo>
                  <a:cubicBezTo>
                    <a:pt x="1434811" y="3057449"/>
                    <a:pt x="1449245" y="3052891"/>
                    <a:pt x="1449245" y="3040736"/>
                  </a:cubicBezTo>
                  <a:close/>
                  <a:moveTo>
                    <a:pt x="1390497" y="3040989"/>
                  </a:moveTo>
                  <a:cubicBezTo>
                    <a:pt x="1390497" y="3034912"/>
                    <a:pt x="1385685" y="3026302"/>
                    <a:pt x="1375303" y="3025796"/>
                  </a:cubicBezTo>
                  <a:cubicBezTo>
                    <a:pt x="1362389" y="3026555"/>
                    <a:pt x="1360109" y="3041496"/>
                    <a:pt x="1368466" y="3049346"/>
                  </a:cubicBezTo>
                  <a:cubicBezTo>
                    <a:pt x="1377582" y="3057702"/>
                    <a:pt x="1390497" y="3052638"/>
                    <a:pt x="1390497" y="3040989"/>
                  </a:cubicBezTo>
                  <a:close/>
                  <a:moveTo>
                    <a:pt x="1332508" y="3041496"/>
                  </a:moveTo>
                  <a:cubicBezTo>
                    <a:pt x="1332255" y="3035419"/>
                    <a:pt x="1327697" y="3026809"/>
                    <a:pt x="1317821" y="3026302"/>
                  </a:cubicBezTo>
                  <a:cubicBezTo>
                    <a:pt x="1305160" y="3027062"/>
                    <a:pt x="1302880" y="3042002"/>
                    <a:pt x="1311490" y="3049852"/>
                  </a:cubicBezTo>
                  <a:cubicBezTo>
                    <a:pt x="1320100" y="3058209"/>
                    <a:pt x="1332761" y="3053144"/>
                    <a:pt x="1332508" y="3041496"/>
                  </a:cubicBezTo>
                  <a:close/>
                  <a:moveTo>
                    <a:pt x="1275785" y="3042002"/>
                  </a:moveTo>
                  <a:cubicBezTo>
                    <a:pt x="1275532" y="3035925"/>
                    <a:pt x="1270974" y="3027315"/>
                    <a:pt x="1261098" y="3027062"/>
                  </a:cubicBezTo>
                  <a:cubicBezTo>
                    <a:pt x="1248690" y="3027822"/>
                    <a:pt x="1246411" y="3042762"/>
                    <a:pt x="1255021" y="3050612"/>
                  </a:cubicBezTo>
                  <a:cubicBezTo>
                    <a:pt x="1263630" y="3058462"/>
                    <a:pt x="1276038" y="3053398"/>
                    <a:pt x="1275785" y="3042002"/>
                  </a:cubicBezTo>
                  <a:close/>
                  <a:moveTo>
                    <a:pt x="1220076" y="3042509"/>
                  </a:moveTo>
                  <a:cubicBezTo>
                    <a:pt x="1219822" y="3036431"/>
                    <a:pt x="1215264" y="3027822"/>
                    <a:pt x="1205642" y="3027568"/>
                  </a:cubicBezTo>
                  <a:cubicBezTo>
                    <a:pt x="1193487" y="3028328"/>
                    <a:pt x="1191461" y="3043268"/>
                    <a:pt x="1199818" y="3051118"/>
                  </a:cubicBezTo>
                  <a:cubicBezTo>
                    <a:pt x="1208427" y="3059222"/>
                    <a:pt x="1220582" y="3054157"/>
                    <a:pt x="1220076" y="3042509"/>
                  </a:cubicBezTo>
                  <a:close/>
                  <a:moveTo>
                    <a:pt x="1165379" y="3043268"/>
                  </a:moveTo>
                  <a:cubicBezTo>
                    <a:pt x="1165126" y="3037191"/>
                    <a:pt x="1160314" y="3028581"/>
                    <a:pt x="1150945" y="3028328"/>
                  </a:cubicBezTo>
                  <a:cubicBezTo>
                    <a:pt x="1139043" y="3029088"/>
                    <a:pt x="1137271" y="3044028"/>
                    <a:pt x="1145627" y="3051878"/>
                  </a:cubicBezTo>
                  <a:cubicBezTo>
                    <a:pt x="1153984" y="3059981"/>
                    <a:pt x="1165885" y="3054917"/>
                    <a:pt x="1165379" y="3043268"/>
                  </a:cubicBezTo>
                  <a:close/>
                  <a:moveTo>
                    <a:pt x="1111695" y="3044028"/>
                  </a:moveTo>
                  <a:cubicBezTo>
                    <a:pt x="1111442" y="3037951"/>
                    <a:pt x="1106630" y="3029341"/>
                    <a:pt x="1097514" y="3029088"/>
                  </a:cubicBezTo>
                  <a:cubicBezTo>
                    <a:pt x="1085866" y="3029848"/>
                    <a:pt x="1084347" y="3044788"/>
                    <a:pt x="1092450" y="3052638"/>
                  </a:cubicBezTo>
                  <a:cubicBezTo>
                    <a:pt x="1100806" y="3060741"/>
                    <a:pt x="1112455" y="3055676"/>
                    <a:pt x="1111695" y="3044028"/>
                  </a:cubicBezTo>
                  <a:close/>
                  <a:moveTo>
                    <a:pt x="85624" y="3121515"/>
                  </a:moveTo>
                  <a:cubicBezTo>
                    <a:pt x="85624" y="3121262"/>
                    <a:pt x="81825" y="3107841"/>
                    <a:pt x="81319" y="3107335"/>
                  </a:cubicBezTo>
                  <a:cubicBezTo>
                    <a:pt x="81319" y="3108601"/>
                    <a:pt x="87649" y="3133417"/>
                    <a:pt x="88662" y="3134683"/>
                  </a:cubicBezTo>
                  <a:cubicBezTo>
                    <a:pt x="88916" y="3133417"/>
                    <a:pt x="86890" y="3125820"/>
                    <a:pt x="85624" y="3121515"/>
                  </a:cubicBezTo>
                  <a:close/>
                  <a:moveTo>
                    <a:pt x="4858425" y="3134430"/>
                  </a:moveTo>
                  <a:cubicBezTo>
                    <a:pt x="4858425" y="3134430"/>
                    <a:pt x="4858172" y="3134430"/>
                    <a:pt x="4858425" y="3134430"/>
                  </a:cubicBezTo>
                  <a:cubicBezTo>
                    <a:pt x="4856906" y="3135443"/>
                    <a:pt x="4849056" y="3160259"/>
                    <a:pt x="4850828" y="3161778"/>
                  </a:cubicBezTo>
                  <a:cubicBezTo>
                    <a:pt x="4852094" y="3160765"/>
                    <a:pt x="4854627" y="3152156"/>
                    <a:pt x="4855133" y="3150383"/>
                  </a:cubicBezTo>
                  <a:cubicBezTo>
                    <a:pt x="4856652" y="3144812"/>
                    <a:pt x="4858932" y="3135696"/>
                    <a:pt x="4858425" y="3134430"/>
                  </a:cubicBezTo>
                  <a:close/>
                  <a:moveTo>
                    <a:pt x="4853107" y="3130885"/>
                  </a:moveTo>
                  <a:cubicBezTo>
                    <a:pt x="4851082" y="3130631"/>
                    <a:pt x="4843738" y="3156207"/>
                    <a:pt x="4845257" y="3158233"/>
                  </a:cubicBezTo>
                  <a:cubicBezTo>
                    <a:pt x="4846270" y="3158233"/>
                    <a:pt x="4848802" y="3151143"/>
                    <a:pt x="4850069" y="3146838"/>
                  </a:cubicBezTo>
                  <a:cubicBezTo>
                    <a:pt x="4852094" y="3140760"/>
                    <a:pt x="4854120" y="3131898"/>
                    <a:pt x="4853107" y="3130885"/>
                  </a:cubicBezTo>
                  <a:close/>
                  <a:moveTo>
                    <a:pt x="4843738" y="3143040"/>
                  </a:moveTo>
                  <a:cubicBezTo>
                    <a:pt x="4845511" y="3137215"/>
                    <a:pt x="4847536" y="3128352"/>
                    <a:pt x="4846270" y="3127086"/>
                  </a:cubicBezTo>
                  <a:cubicBezTo>
                    <a:pt x="4842725" y="3126833"/>
                    <a:pt x="4837154" y="3152409"/>
                    <a:pt x="4838420" y="3154181"/>
                  </a:cubicBezTo>
                  <a:cubicBezTo>
                    <a:pt x="4838927" y="3155448"/>
                    <a:pt x="4841459" y="3150636"/>
                    <a:pt x="4843738" y="3143040"/>
                  </a:cubicBezTo>
                  <a:close/>
                  <a:moveTo>
                    <a:pt x="4835128" y="3139494"/>
                  </a:moveTo>
                  <a:cubicBezTo>
                    <a:pt x="4836901" y="3133670"/>
                    <a:pt x="4838673" y="3124807"/>
                    <a:pt x="4837154" y="3123541"/>
                  </a:cubicBezTo>
                  <a:cubicBezTo>
                    <a:pt x="4833356" y="3123288"/>
                    <a:pt x="4827531" y="3147091"/>
                    <a:pt x="4829051" y="3150383"/>
                  </a:cubicBezTo>
                  <a:cubicBezTo>
                    <a:pt x="4829810" y="3152409"/>
                    <a:pt x="4832596" y="3147598"/>
                    <a:pt x="4835128" y="3139494"/>
                  </a:cubicBezTo>
                  <a:close/>
                  <a:moveTo>
                    <a:pt x="4826012" y="3119996"/>
                  </a:moveTo>
                  <a:cubicBezTo>
                    <a:pt x="4821707" y="3119743"/>
                    <a:pt x="4815883" y="3143546"/>
                    <a:pt x="4817909" y="3146838"/>
                  </a:cubicBezTo>
                  <a:cubicBezTo>
                    <a:pt x="4819175" y="3148864"/>
                    <a:pt x="4822214" y="3143799"/>
                    <a:pt x="4824493" y="3135949"/>
                  </a:cubicBezTo>
                  <a:cubicBezTo>
                    <a:pt x="4826265" y="3129872"/>
                    <a:pt x="4828038" y="3121009"/>
                    <a:pt x="4826012" y="3119996"/>
                  </a:cubicBezTo>
                  <a:close/>
                  <a:moveTo>
                    <a:pt x="4813098" y="3116197"/>
                  </a:moveTo>
                  <a:cubicBezTo>
                    <a:pt x="4808033" y="3115944"/>
                    <a:pt x="4802715" y="3139747"/>
                    <a:pt x="4804741" y="3143040"/>
                  </a:cubicBezTo>
                  <a:cubicBezTo>
                    <a:pt x="4806261" y="3145065"/>
                    <a:pt x="4809552" y="3140001"/>
                    <a:pt x="4811832" y="3132151"/>
                  </a:cubicBezTo>
                  <a:cubicBezTo>
                    <a:pt x="4813857" y="3126327"/>
                    <a:pt x="4815377" y="3117464"/>
                    <a:pt x="4813098" y="3116197"/>
                  </a:cubicBezTo>
                  <a:close/>
                  <a:moveTo>
                    <a:pt x="4797651" y="3128352"/>
                  </a:moveTo>
                  <a:cubicBezTo>
                    <a:pt x="4799423" y="3122528"/>
                    <a:pt x="4800943" y="3113665"/>
                    <a:pt x="4798157" y="3112399"/>
                  </a:cubicBezTo>
                  <a:cubicBezTo>
                    <a:pt x="4793346" y="3112146"/>
                    <a:pt x="4787522" y="3134176"/>
                    <a:pt x="4789548" y="3138735"/>
                  </a:cubicBezTo>
                  <a:cubicBezTo>
                    <a:pt x="4791067" y="3142027"/>
                    <a:pt x="4794865" y="3136962"/>
                    <a:pt x="4797651" y="3128352"/>
                  </a:cubicBezTo>
                  <a:close/>
                  <a:moveTo>
                    <a:pt x="4781698" y="3108854"/>
                  </a:moveTo>
                  <a:cubicBezTo>
                    <a:pt x="4776380" y="3108601"/>
                    <a:pt x="4770556" y="3130631"/>
                    <a:pt x="4773088" y="3135189"/>
                  </a:cubicBezTo>
                  <a:cubicBezTo>
                    <a:pt x="4774860" y="3138228"/>
                    <a:pt x="4778912" y="3133164"/>
                    <a:pt x="4781445" y="3124554"/>
                  </a:cubicBezTo>
                  <a:cubicBezTo>
                    <a:pt x="4783217" y="3118730"/>
                    <a:pt x="4784483" y="3109867"/>
                    <a:pt x="4781698" y="3108854"/>
                  </a:cubicBezTo>
                  <a:close/>
                  <a:moveTo>
                    <a:pt x="4648248" y="3102776"/>
                  </a:moveTo>
                  <a:cubicBezTo>
                    <a:pt x="4650020" y="3096952"/>
                    <a:pt x="4650526" y="3088089"/>
                    <a:pt x="4645969" y="3086823"/>
                  </a:cubicBezTo>
                  <a:cubicBezTo>
                    <a:pt x="4638625" y="3086570"/>
                    <a:pt x="4632548" y="3105309"/>
                    <a:pt x="4636346" y="3112146"/>
                  </a:cubicBezTo>
                  <a:cubicBezTo>
                    <a:pt x="4639131" y="3117464"/>
                    <a:pt x="4645462" y="3112399"/>
                    <a:pt x="4648248" y="3102776"/>
                  </a:cubicBezTo>
                  <a:close/>
                  <a:moveTo>
                    <a:pt x="4617860" y="3083278"/>
                  </a:moveTo>
                  <a:cubicBezTo>
                    <a:pt x="4610011" y="3083025"/>
                    <a:pt x="4604186" y="3101764"/>
                    <a:pt x="4607985" y="3108601"/>
                  </a:cubicBezTo>
                  <a:cubicBezTo>
                    <a:pt x="4611023" y="3113665"/>
                    <a:pt x="4617607" y="3108854"/>
                    <a:pt x="4620393" y="3099231"/>
                  </a:cubicBezTo>
                  <a:cubicBezTo>
                    <a:pt x="4622418" y="3093154"/>
                    <a:pt x="4622672" y="3084291"/>
                    <a:pt x="4617860" y="3083278"/>
                  </a:cubicBezTo>
                  <a:close/>
                  <a:moveTo>
                    <a:pt x="4591019" y="3095686"/>
                  </a:moveTo>
                  <a:cubicBezTo>
                    <a:pt x="4592791" y="3089862"/>
                    <a:pt x="4593044" y="3080999"/>
                    <a:pt x="4587980" y="3079733"/>
                  </a:cubicBezTo>
                  <a:cubicBezTo>
                    <a:pt x="4580130" y="3079480"/>
                    <a:pt x="4574053" y="3096952"/>
                    <a:pt x="4577598" y="3104296"/>
                  </a:cubicBezTo>
                  <a:cubicBezTo>
                    <a:pt x="4580636" y="3110626"/>
                    <a:pt x="4587980" y="3105815"/>
                    <a:pt x="4591019" y="3095686"/>
                  </a:cubicBezTo>
                  <a:close/>
                  <a:moveTo>
                    <a:pt x="4560125" y="3092141"/>
                  </a:moveTo>
                  <a:cubicBezTo>
                    <a:pt x="4561897" y="3086317"/>
                    <a:pt x="4562151" y="3077454"/>
                    <a:pt x="4556580" y="3076188"/>
                  </a:cubicBezTo>
                  <a:cubicBezTo>
                    <a:pt x="4548476" y="3075935"/>
                    <a:pt x="4542399" y="3093407"/>
                    <a:pt x="4546198" y="3100751"/>
                  </a:cubicBezTo>
                  <a:cubicBezTo>
                    <a:pt x="4549236" y="3107081"/>
                    <a:pt x="4557086" y="3102270"/>
                    <a:pt x="4560125" y="3092141"/>
                  </a:cubicBezTo>
                  <a:close/>
                  <a:moveTo>
                    <a:pt x="4527712" y="3088596"/>
                  </a:moveTo>
                  <a:cubicBezTo>
                    <a:pt x="4529485" y="3082772"/>
                    <a:pt x="4529485" y="3073909"/>
                    <a:pt x="4523914" y="3072643"/>
                  </a:cubicBezTo>
                  <a:cubicBezTo>
                    <a:pt x="4515304" y="3072643"/>
                    <a:pt x="4509480" y="3089862"/>
                    <a:pt x="4513532" y="3097205"/>
                  </a:cubicBezTo>
                  <a:cubicBezTo>
                    <a:pt x="4516570" y="3103536"/>
                    <a:pt x="4524673" y="3098725"/>
                    <a:pt x="4527712" y="3088596"/>
                  </a:cubicBezTo>
                  <a:close/>
                  <a:moveTo>
                    <a:pt x="4493780" y="3085051"/>
                  </a:moveTo>
                  <a:cubicBezTo>
                    <a:pt x="4495552" y="3079226"/>
                    <a:pt x="4495552" y="3070364"/>
                    <a:pt x="4489475" y="3069097"/>
                  </a:cubicBezTo>
                  <a:cubicBezTo>
                    <a:pt x="4480612" y="3069097"/>
                    <a:pt x="4474535" y="3086317"/>
                    <a:pt x="4478839" y="3093660"/>
                  </a:cubicBezTo>
                  <a:cubicBezTo>
                    <a:pt x="4482638" y="3099991"/>
                    <a:pt x="4490741" y="3095433"/>
                    <a:pt x="4493780" y="3085051"/>
                  </a:cubicBezTo>
                  <a:close/>
                  <a:moveTo>
                    <a:pt x="4458582" y="3081506"/>
                  </a:moveTo>
                  <a:cubicBezTo>
                    <a:pt x="4460354" y="3075681"/>
                    <a:pt x="4460101" y="3066818"/>
                    <a:pt x="4453770" y="3065552"/>
                  </a:cubicBezTo>
                  <a:cubicBezTo>
                    <a:pt x="4444654" y="3065552"/>
                    <a:pt x="4438577" y="3082772"/>
                    <a:pt x="4443135" y="3090115"/>
                  </a:cubicBezTo>
                  <a:cubicBezTo>
                    <a:pt x="4446933" y="3096446"/>
                    <a:pt x="4455290" y="3091634"/>
                    <a:pt x="4458582" y="3081506"/>
                  </a:cubicBezTo>
                  <a:close/>
                  <a:moveTo>
                    <a:pt x="4421864" y="3078214"/>
                  </a:moveTo>
                  <a:cubicBezTo>
                    <a:pt x="4423636" y="3072389"/>
                    <a:pt x="4423383" y="3063527"/>
                    <a:pt x="4416799" y="3062260"/>
                  </a:cubicBezTo>
                  <a:cubicBezTo>
                    <a:pt x="4407683" y="3062260"/>
                    <a:pt x="4401606" y="3077960"/>
                    <a:pt x="4405657" y="3086064"/>
                  </a:cubicBezTo>
                  <a:cubicBezTo>
                    <a:pt x="4409202" y="3093407"/>
                    <a:pt x="4418572" y="3088849"/>
                    <a:pt x="4421864" y="3078214"/>
                  </a:cubicBezTo>
                  <a:close/>
                  <a:moveTo>
                    <a:pt x="3925287" y="3026809"/>
                  </a:moveTo>
                  <a:cubicBezTo>
                    <a:pt x="3913892" y="3026809"/>
                    <a:pt x="3907562" y="3041496"/>
                    <a:pt x="3912880" y="3049852"/>
                  </a:cubicBezTo>
                  <a:cubicBezTo>
                    <a:pt x="3918451" y="3058462"/>
                    <a:pt x="3931112" y="3054157"/>
                    <a:pt x="3934151" y="3042762"/>
                  </a:cubicBezTo>
                  <a:cubicBezTo>
                    <a:pt x="3935670" y="3036685"/>
                    <a:pt x="3934151" y="3027822"/>
                    <a:pt x="3925287" y="3026809"/>
                  </a:cubicBezTo>
                  <a:close/>
                  <a:moveTo>
                    <a:pt x="3873883" y="3023770"/>
                  </a:moveTo>
                  <a:cubicBezTo>
                    <a:pt x="3862741" y="3023770"/>
                    <a:pt x="3856157" y="3037444"/>
                    <a:pt x="3860715" y="3045801"/>
                  </a:cubicBezTo>
                  <a:cubicBezTo>
                    <a:pt x="3865780" y="3055676"/>
                    <a:pt x="3879960" y="3051625"/>
                    <a:pt x="3882999" y="3039723"/>
                  </a:cubicBezTo>
                  <a:cubicBezTo>
                    <a:pt x="3884518" y="3033646"/>
                    <a:pt x="3882746" y="3024783"/>
                    <a:pt x="3873883" y="3023770"/>
                  </a:cubicBezTo>
                  <a:close/>
                  <a:moveTo>
                    <a:pt x="3821465" y="3020985"/>
                  </a:moveTo>
                  <a:cubicBezTo>
                    <a:pt x="3810070" y="3020985"/>
                    <a:pt x="3803739" y="3034659"/>
                    <a:pt x="3808297" y="3043015"/>
                  </a:cubicBezTo>
                  <a:cubicBezTo>
                    <a:pt x="3813615" y="3052891"/>
                    <a:pt x="3827796" y="3049093"/>
                    <a:pt x="3831087" y="3036938"/>
                  </a:cubicBezTo>
                  <a:cubicBezTo>
                    <a:pt x="3832607" y="3030860"/>
                    <a:pt x="3830581" y="3021997"/>
                    <a:pt x="3821465" y="3020985"/>
                  </a:cubicBezTo>
                  <a:close/>
                  <a:moveTo>
                    <a:pt x="3777910" y="3033899"/>
                  </a:moveTo>
                  <a:cubicBezTo>
                    <a:pt x="3779429" y="3027822"/>
                    <a:pt x="3777404" y="3018959"/>
                    <a:pt x="3768034" y="3017946"/>
                  </a:cubicBezTo>
                  <a:cubicBezTo>
                    <a:pt x="3756639" y="3017946"/>
                    <a:pt x="3750055" y="3031620"/>
                    <a:pt x="3754867" y="3039977"/>
                  </a:cubicBezTo>
                  <a:cubicBezTo>
                    <a:pt x="3760184" y="3049852"/>
                    <a:pt x="3774872" y="3045801"/>
                    <a:pt x="3777910" y="3033899"/>
                  </a:cubicBezTo>
                  <a:close/>
                  <a:moveTo>
                    <a:pt x="3713591" y="3015160"/>
                  </a:moveTo>
                  <a:cubicBezTo>
                    <a:pt x="3701942" y="3015160"/>
                    <a:pt x="3695612" y="3028835"/>
                    <a:pt x="3700423" y="3037191"/>
                  </a:cubicBezTo>
                  <a:cubicBezTo>
                    <a:pt x="3705994" y="3047067"/>
                    <a:pt x="3720681" y="3043268"/>
                    <a:pt x="3723720" y="3030860"/>
                  </a:cubicBezTo>
                  <a:cubicBezTo>
                    <a:pt x="3725239" y="3025036"/>
                    <a:pt x="3722960" y="3016173"/>
                    <a:pt x="3713591" y="3015160"/>
                  </a:cubicBezTo>
                  <a:close/>
                  <a:moveTo>
                    <a:pt x="3658388" y="3012375"/>
                  </a:moveTo>
                  <a:cubicBezTo>
                    <a:pt x="3646233" y="3012375"/>
                    <a:pt x="3639902" y="3026049"/>
                    <a:pt x="3644967" y="3034406"/>
                  </a:cubicBezTo>
                  <a:cubicBezTo>
                    <a:pt x="3650791" y="3044281"/>
                    <a:pt x="3665731" y="3040230"/>
                    <a:pt x="3668516" y="3028075"/>
                  </a:cubicBezTo>
                  <a:lnTo>
                    <a:pt x="3668516" y="3028075"/>
                  </a:lnTo>
                  <a:cubicBezTo>
                    <a:pt x="3670289" y="3022251"/>
                    <a:pt x="3668010" y="3013388"/>
                    <a:pt x="3658388" y="3012375"/>
                  </a:cubicBezTo>
                  <a:close/>
                  <a:moveTo>
                    <a:pt x="3613060" y="3025543"/>
                  </a:moveTo>
                  <a:cubicBezTo>
                    <a:pt x="3614580" y="3019465"/>
                    <a:pt x="3612047" y="3010602"/>
                    <a:pt x="3602171" y="3009589"/>
                  </a:cubicBezTo>
                  <a:cubicBezTo>
                    <a:pt x="3590017" y="3009589"/>
                    <a:pt x="3583686" y="3023264"/>
                    <a:pt x="3589004" y="3031620"/>
                  </a:cubicBezTo>
                  <a:cubicBezTo>
                    <a:pt x="3594828" y="3041496"/>
                    <a:pt x="3610021" y="3037697"/>
                    <a:pt x="3613060" y="3025543"/>
                  </a:cubicBezTo>
                  <a:close/>
                  <a:moveTo>
                    <a:pt x="3556084" y="3023010"/>
                  </a:moveTo>
                  <a:cubicBezTo>
                    <a:pt x="3557350" y="3017440"/>
                    <a:pt x="3555578" y="3008323"/>
                    <a:pt x="3545196" y="3007057"/>
                  </a:cubicBezTo>
                  <a:cubicBezTo>
                    <a:pt x="3533041" y="3007057"/>
                    <a:pt x="3526710" y="3020731"/>
                    <a:pt x="3532028" y="3029341"/>
                  </a:cubicBezTo>
                  <a:cubicBezTo>
                    <a:pt x="3538105" y="3039217"/>
                    <a:pt x="3553299" y="3035165"/>
                    <a:pt x="3556084" y="3023010"/>
                  </a:cubicBezTo>
                  <a:close/>
                  <a:moveTo>
                    <a:pt x="3498602" y="3020478"/>
                  </a:moveTo>
                  <a:cubicBezTo>
                    <a:pt x="3499868" y="3014907"/>
                    <a:pt x="3498096" y="3005791"/>
                    <a:pt x="3487460" y="3004778"/>
                  </a:cubicBezTo>
                  <a:cubicBezTo>
                    <a:pt x="3474799" y="3004778"/>
                    <a:pt x="3468721" y="3018452"/>
                    <a:pt x="3474039" y="3027062"/>
                  </a:cubicBezTo>
                  <a:cubicBezTo>
                    <a:pt x="3480623" y="3036431"/>
                    <a:pt x="3495817" y="3032633"/>
                    <a:pt x="3498602" y="3020478"/>
                  </a:cubicBezTo>
                  <a:close/>
                  <a:moveTo>
                    <a:pt x="3440360" y="3017946"/>
                  </a:moveTo>
                  <a:cubicBezTo>
                    <a:pt x="3441626" y="3012375"/>
                    <a:pt x="3439600" y="3003005"/>
                    <a:pt x="3428712" y="3002246"/>
                  </a:cubicBezTo>
                  <a:cubicBezTo>
                    <a:pt x="3416050" y="3002246"/>
                    <a:pt x="3409973" y="3015920"/>
                    <a:pt x="3415544" y="3024530"/>
                  </a:cubicBezTo>
                  <a:cubicBezTo>
                    <a:pt x="3421875" y="3033899"/>
                    <a:pt x="3437575" y="3029848"/>
                    <a:pt x="3440360" y="3017946"/>
                  </a:cubicBezTo>
                  <a:close/>
                  <a:moveTo>
                    <a:pt x="3381358" y="3015414"/>
                  </a:moveTo>
                  <a:cubicBezTo>
                    <a:pt x="3382625" y="3009336"/>
                    <a:pt x="3379839" y="3000473"/>
                    <a:pt x="3369457" y="2999714"/>
                  </a:cubicBezTo>
                  <a:cubicBezTo>
                    <a:pt x="3356795" y="2999967"/>
                    <a:pt x="3350465" y="3013388"/>
                    <a:pt x="3356289" y="3021997"/>
                  </a:cubicBezTo>
                  <a:cubicBezTo>
                    <a:pt x="3362620" y="3031620"/>
                    <a:pt x="3378573" y="3027315"/>
                    <a:pt x="3381358" y="3015414"/>
                  </a:cubicBezTo>
                  <a:close/>
                  <a:moveTo>
                    <a:pt x="3199795" y="3008576"/>
                  </a:moveTo>
                  <a:cubicBezTo>
                    <a:pt x="3201062" y="3002499"/>
                    <a:pt x="3198023" y="2993636"/>
                    <a:pt x="3187134" y="2992877"/>
                  </a:cubicBezTo>
                  <a:cubicBezTo>
                    <a:pt x="3173966" y="2993130"/>
                    <a:pt x="3167889" y="3006804"/>
                    <a:pt x="3173966" y="3015160"/>
                  </a:cubicBezTo>
                  <a:cubicBezTo>
                    <a:pt x="3181057" y="3024530"/>
                    <a:pt x="3197263" y="3020478"/>
                    <a:pt x="3199795" y="3008576"/>
                  </a:cubicBezTo>
                  <a:close/>
                  <a:moveTo>
                    <a:pt x="3112179" y="3012881"/>
                  </a:moveTo>
                  <a:cubicBezTo>
                    <a:pt x="3119523" y="3022757"/>
                    <a:pt x="3135476" y="3018706"/>
                    <a:pt x="3138008" y="3006298"/>
                  </a:cubicBezTo>
                  <a:cubicBezTo>
                    <a:pt x="3139021" y="3000727"/>
                    <a:pt x="3136742" y="2991610"/>
                    <a:pt x="3125347" y="2990597"/>
                  </a:cubicBezTo>
                  <a:cubicBezTo>
                    <a:pt x="3111926" y="2990851"/>
                    <a:pt x="3105849" y="3004525"/>
                    <a:pt x="3112179" y="3012881"/>
                  </a:cubicBezTo>
                  <a:close/>
                  <a:moveTo>
                    <a:pt x="3048620" y="3009843"/>
                  </a:moveTo>
                  <a:cubicBezTo>
                    <a:pt x="3055457" y="3020985"/>
                    <a:pt x="3072929" y="3017440"/>
                    <a:pt x="3075462" y="3004272"/>
                  </a:cubicBezTo>
                  <a:cubicBezTo>
                    <a:pt x="3076474" y="2998701"/>
                    <a:pt x="3073942" y="2989585"/>
                    <a:pt x="3062547" y="2988572"/>
                  </a:cubicBezTo>
                  <a:cubicBezTo>
                    <a:pt x="3049633" y="2988825"/>
                    <a:pt x="3043302" y="3001233"/>
                    <a:pt x="3048620" y="3009843"/>
                  </a:cubicBezTo>
                  <a:close/>
                  <a:moveTo>
                    <a:pt x="2985566" y="3007817"/>
                  </a:moveTo>
                  <a:cubicBezTo>
                    <a:pt x="2992403" y="3018706"/>
                    <a:pt x="3010382" y="3015160"/>
                    <a:pt x="3012662" y="3002246"/>
                  </a:cubicBezTo>
                  <a:cubicBezTo>
                    <a:pt x="3013675" y="2996675"/>
                    <a:pt x="3010889" y="2987306"/>
                    <a:pt x="2999241" y="2986546"/>
                  </a:cubicBezTo>
                  <a:cubicBezTo>
                    <a:pt x="2985060" y="2986799"/>
                    <a:pt x="2980755" y="2999967"/>
                    <a:pt x="2985566" y="3007817"/>
                  </a:cubicBezTo>
                  <a:close/>
                  <a:moveTo>
                    <a:pt x="2949102" y="3000220"/>
                  </a:moveTo>
                  <a:cubicBezTo>
                    <a:pt x="2950115" y="2994143"/>
                    <a:pt x="2946570" y="2985280"/>
                    <a:pt x="2935428" y="2984520"/>
                  </a:cubicBezTo>
                  <a:cubicBezTo>
                    <a:pt x="2921247" y="2984773"/>
                    <a:pt x="2916942" y="2997941"/>
                    <a:pt x="2921753" y="3005791"/>
                  </a:cubicBezTo>
                  <a:cubicBezTo>
                    <a:pt x="2928591" y="3016680"/>
                    <a:pt x="2946823" y="3013135"/>
                    <a:pt x="2949102" y="3000220"/>
                  </a:cubicBezTo>
                  <a:close/>
                  <a:moveTo>
                    <a:pt x="2871108" y="2982747"/>
                  </a:moveTo>
                  <a:cubicBezTo>
                    <a:pt x="2856674" y="2983001"/>
                    <a:pt x="2852623" y="2996168"/>
                    <a:pt x="2857434" y="3004018"/>
                  </a:cubicBezTo>
                  <a:cubicBezTo>
                    <a:pt x="2864271" y="3014907"/>
                    <a:pt x="2882504" y="3011109"/>
                    <a:pt x="2884782" y="2998448"/>
                  </a:cubicBezTo>
                  <a:cubicBezTo>
                    <a:pt x="2885795" y="2992877"/>
                    <a:pt x="2883010" y="2983507"/>
                    <a:pt x="2871108" y="2982747"/>
                  </a:cubicBezTo>
                  <a:close/>
                  <a:moveTo>
                    <a:pt x="2792862" y="3002246"/>
                  </a:moveTo>
                  <a:cubicBezTo>
                    <a:pt x="2800205" y="3013388"/>
                    <a:pt x="2818184" y="3009589"/>
                    <a:pt x="2820463" y="2996675"/>
                  </a:cubicBezTo>
                  <a:cubicBezTo>
                    <a:pt x="2821476" y="2991104"/>
                    <a:pt x="2818437" y="2981988"/>
                    <a:pt x="2806536" y="2980975"/>
                  </a:cubicBezTo>
                  <a:cubicBezTo>
                    <a:pt x="2793115" y="2981228"/>
                    <a:pt x="2787037" y="2993636"/>
                    <a:pt x="2792862" y="3002246"/>
                  </a:cubicBezTo>
                  <a:close/>
                  <a:moveTo>
                    <a:pt x="2727782" y="3000473"/>
                  </a:moveTo>
                  <a:cubicBezTo>
                    <a:pt x="2735126" y="3011362"/>
                    <a:pt x="2753358" y="3007564"/>
                    <a:pt x="2755384" y="2994902"/>
                  </a:cubicBezTo>
                  <a:cubicBezTo>
                    <a:pt x="2756397" y="2988825"/>
                    <a:pt x="2752599" y="2979962"/>
                    <a:pt x="2741203" y="2979202"/>
                  </a:cubicBezTo>
                  <a:cubicBezTo>
                    <a:pt x="2726516" y="2979456"/>
                    <a:pt x="2722465" y="2992623"/>
                    <a:pt x="2727782" y="3000473"/>
                  </a:cubicBezTo>
                  <a:close/>
                  <a:moveTo>
                    <a:pt x="2662197" y="2998954"/>
                  </a:moveTo>
                  <a:cubicBezTo>
                    <a:pt x="2669540" y="3009843"/>
                    <a:pt x="2687773" y="3006044"/>
                    <a:pt x="2689799" y="2993383"/>
                  </a:cubicBezTo>
                  <a:cubicBezTo>
                    <a:pt x="2690558" y="2987812"/>
                    <a:pt x="2687519" y="2978696"/>
                    <a:pt x="2675618" y="2977683"/>
                  </a:cubicBezTo>
                  <a:cubicBezTo>
                    <a:pt x="2660931" y="2977936"/>
                    <a:pt x="2656879" y="2991104"/>
                    <a:pt x="2662197" y="2998954"/>
                  </a:cubicBezTo>
                  <a:close/>
                  <a:moveTo>
                    <a:pt x="2609526" y="2976164"/>
                  </a:moveTo>
                  <a:cubicBezTo>
                    <a:pt x="2596105" y="2976417"/>
                    <a:pt x="2590028" y="2989078"/>
                    <a:pt x="2596105" y="2997435"/>
                  </a:cubicBezTo>
                  <a:cubicBezTo>
                    <a:pt x="2603955" y="3008323"/>
                    <a:pt x="2622187" y="3004778"/>
                    <a:pt x="2623960" y="2991610"/>
                  </a:cubicBezTo>
                  <a:cubicBezTo>
                    <a:pt x="2624973" y="2986039"/>
                    <a:pt x="2621681" y="2976923"/>
                    <a:pt x="2609526" y="2976164"/>
                  </a:cubicBezTo>
                  <a:close/>
                  <a:moveTo>
                    <a:pt x="2557868" y="2990344"/>
                  </a:moveTo>
                  <a:cubicBezTo>
                    <a:pt x="2558628" y="2984773"/>
                    <a:pt x="2555336" y="2975657"/>
                    <a:pt x="2543181" y="2974644"/>
                  </a:cubicBezTo>
                  <a:cubicBezTo>
                    <a:pt x="2528240" y="2974898"/>
                    <a:pt x="2524189" y="2988318"/>
                    <a:pt x="2529760" y="2995915"/>
                  </a:cubicBezTo>
                  <a:cubicBezTo>
                    <a:pt x="2537610" y="3006804"/>
                    <a:pt x="2556095" y="3003005"/>
                    <a:pt x="2557868" y="2990344"/>
                  </a:cubicBezTo>
                  <a:close/>
                  <a:moveTo>
                    <a:pt x="2476329" y="2973378"/>
                  </a:moveTo>
                  <a:cubicBezTo>
                    <a:pt x="2462655" y="2973631"/>
                    <a:pt x="2457084" y="2986039"/>
                    <a:pt x="2463161" y="2994649"/>
                  </a:cubicBezTo>
                  <a:cubicBezTo>
                    <a:pt x="2471011" y="3005538"/>
                    <a:pt x="2489497" y="3001739"/>
                    <a:pt x="2491269" y="2988825"/>
                  </a:cubicBezTo>
                  <a:cubicBezTo>
                    <a:pt x="2492282" y="2982747"/>
                    <a:pt x="2487978" y="2974138"/>
                    <a:pt x="2476329" y="2973378"/>
                  </a:cubicBezTo>
                  <a:close/>
                  <a:moveTo>
                    <a:pt x="2409478" y="2972112"/>
                  </a:moveTo>
                  <a:cubicBezTo>
                    <a:pt x="2394537" y="2972618"/>
                    <a:pt x="2390739" y="2985786"/>
                    <a:pt x="2396563" y="2993636"/>
                  </a:cubicBezTo>
                  <a:cubicBezTo>
                    <a:pt x="2404413" y="3004525"/>
                    <a:pt x="2422899" y="3000473"/>
                    <a:pt x="2424671" y="2987812"/>
                  </a:cubicBezTo>
                  <a:cubicBezTo>
                    <a:pt x="2425177" y="2981988"/>
                    <a:pt x="2421632" y="2972872"/>
                    <a:pt x="2409478" y="2972112"/>
                  </a:cubicBezTo>
                  <a:close/>
                  <a:moveTo>
                    <a:pt x="2342119" y="2970846"/>
                  </a:moveTo>
                  <a:cubicBezTo>
                    <a:pt x="2328445" y="2971352"/>
                    <a:pt x="2322621" y="2983760"/>
                    <a:pt x="2329205" y="2992370"/>
                  </a:cubicBezTo>
                  <a:cubicBezTo>
                    <a:pt x="2337308" y="3003259"/>
                    <a:pt x="2355794" y="2999460"/>
                    <a:pt x="2357313" y="2986546"/>
                  </a:cubicBezTo>
                  <a:cubicBezTo>
                    <a:pt x="2358073" y="2980722"/>
                    <a:pt x="2354528" y="2971605"/>
                    <a:pt x="2342119" y="2970846"/>
                  </a:cubicBezTo>
                  <a:close/>
                  <a:moveTo>
                    <a:pt x="2289955" y="2985280"/>
                  </a:moveTo>
                  <a:cubicBezTo>
                    <a:pt x="2290715" y="2979202"/>
                    <a:pt x="2286157" y="2970339"/>
                    <a:pt x="2274508" y="2969833"/>
                  </a:cubicBezTo>
                  <a:cubicBezTo>
                    <a:pt x="2259568" y="2970339"/>
                    <a:pt x="2256023" y="2983507"/>
                    <a:pt x="2261847" y="2991357"/>
                  </a:cubicBezTo>
                  <a:cubicBezTo>
                    <a:pt x="2269697" y="3001993"/>
                    <a:pt x="2288689" y="2998194"/>
                    <a:pt x="2289955" y="2985280"/>
                  </a:cubicBezTo>
                  <a:close/>
                  <a:moveTo>
                    <a:pt x="2222344" y="2984267"/>
                  </a:moveTo>
                  <a:cubicBezTo>
                    <a:pt x="2222850" y="2978696"/>
                    <a:pt x="2219305" y="2969580"/>
                    <a:pt x="2206897" y="2968820"/>
                  </a:cubicBezTo>
                  <a:cubicBezTo>
                    <a:pt x="2192969" y="2969327"/>
                    <a:pt x="2187652" y="2981735"/>
                    <a:pt x="2194236" y="2990344"/>
                  </a:cubicBezTo>
                  <a:cubicBezTo>
                    <a:pt x="2202339" y="3000980"/>
                    <a:pt x="2221077" y="2997181"/>
                    <a:pt x="2222344" y="2984267"/>
                  </a:cubicBezTo>
                  <a:close/>
                  <a:moveTo>
                    <a:pt x="2154732" y="2983254"/>
                  </a:moveTo>
                  <a:cubicBezTo>
                    <a:pt x="2155239" y="2977683"/>
                    <a:pt x="2151440" y="2968567"/>
                    <a:pt x="2139032" y="2967807"/>
                  </a:cubicBezTo>
                  <a:cubicBezTo>
                    <a:pt x="2125105" y="2968314"/>
                    <a:pt x="2119787" y="2980722"/>
                    <a:pt x="2126371" y="2989331"/>
                  </a:cubicBezTo>
                  <a:cubicBezTo>
                    <a:pt x="2134728" y="3000220"/>
                    <a:pt x="2153466" y="2996422"/>
                    <a:pt x="2154732" y="2983254"/>
                  </a:cubicBezTo>
                  <a:close/>
                  <a:moveTo>
                    <a:pt x="2086868" y="2982494"/>
                  </a:moveTo>
                  <a:cubicBezTo>
                    <a:pt x="2087374" y="2976923"/>
                    <a:pt x="2083576" y="2967807"/>
                    <a:pt x="2071168" y="2967047"/>
                  </a:cubicBezTo>
                  <a:cubicBezTo>
                    <a:pt x="2055974" y="2967554"/>
                    <a:pt x="2052682" y="2980722"/>
                    <a:pt x="2058506" y="2988572"/>
                  </a:cubicBezTo>
                  <a:cubicBezTo>
                    <a:pt x="2066863" y="2999460"/>
                    <a:pt x="2085602" y="2995409"/>
                    <a:pt x="2086868" y="2982494"/>
                  </a:cubicBezTo>
                  <a:close/>
                  <a:moveTo>
                    <a:pt x="2018750" y="2981735"/>
                  </a:moveTo>
                  <a:cubicBezTo>
                    <a:pt x="2019256" y="2975657"/>
                    <a:pt x="2014698" y="2967047"/>
                    <a:pt x="2002797" y="2966288"/>
                  </a:cubicBezTo>
                  <a:cubicBezTo>
                    <a:pt x="1987856" y="2966794"/>
                    <a:pt x="1984565" y="2980215"/>
                    <a:pt x="1990642" y="2987812"/>
                  </a:cubicBezTo>
                  <a:cubicBezTo>
                    <a:pt x="1998998" y="2998701"/>
                    <a:pt x="2017737" y="2994649"/>
                    <a:pt x="2018750" y="2981735"/>
                  </a:cubicBezTo>
                  <a:close/>
                  <a:moveTo>
                    <a:pt x="1951139" y="2981228"/>
                  </a:moveTo>
                  <a:cubicBezTo>
                    <a:pt x="1951645" y="2975151"/>
                    <a:pt x="1947087" y="2966541"/>
                    <a:pt x="1935439" y="2965781"/>
                  </a:cubicBezTo>
                  <a:cubicBezTo>
                    <a:pt x="1921258" y="2966288"/>
                    <a:pt x="1916700" y="2980215"/>
                    <a:pt x="1924550" y="2988318"/>
                  </a:cubicBezTo>
                  <a:cubicBezTo>
                    <a:pt x="1933666" y="2998194"/>
                    <a:pt x="1950379" y="2993636"/>
                    <a:pt x="1951139" y="2981228"/>
                  </a:cubicBezTo>
                  <a:close/>
                  <a:moveTo>
                    <a:pt x="1884793" y="2980722"/>
                  </a:moveTo>
                  <a:cubicBezTo>
                    <a:pt x="1885300" y="2974644"/>
                    <a:pt x="1880489" y="2966034"/>
                    <a:pt x="1869093" y="2965275"/>
                  </a:cubicBezTo>
                  <a:cubicBezTo>
                    <a:pt x="1854913" y="2965781"/>
                    <a:pt x="1850608" y="2979709"/>
                    <a:pt x="1858458" y="2987812"/>
                  </a:cubicBezTo>
                  <a:cubicBezTo>
                    <a:pt x="1867321" y="2997435"/>
                    <a:pt x="1883781" y="2992877"/>
                    <a:pt x="1884793" y="2980722"/>
                  </a:cubicBezTo>
                  <a:close/>
                  <a:moveTo>
                    <a:pt x="1818955" y="2980468"/>
                  </a:moveTo>
                  <a:cubicBezTo>
                    <a:pt x="1819208" y="2974391"/>
                    <a:pt x="1814650" y="2965781"/>
                    <a:pt x="1803255" y="2965022"/>
                  </a:cubicBezTo>
                  <a:cubicBezTo>
                    <a:pt x="1789581" y="2965528"/>
                    <a:pt x="1785276" y="2979456"/>
                    <a:pt x="1792873" y="2987812"/>
                  </a:cubicBezTo>
                  <a:cubicBezTo>
                    <a:pt x="1801735" y="2996928"/>
                    <a:pt x="1818195" y="2992370"/>
                    <a:pt x="1818955" y="2980468"/>
                  </a:cubicBezTo>
                  <a:close/>
                  <a:moveTo>
                    <a:pt x="1753876" y="2979962"/>
                  </a:moveTo>
                  <a:cubicBezTo>
                    <a:pt x="1754129" y="2973885"/>
                    <a:pt x="1749571" y="2965275"/>
                    <a:pt x="1738429" y="2964515"/>
                  </a:cubicBezTo>
                  <a:cubicBezTo>
                    <a:pt x="1724755" y="2965022"/>
                    <a:pt x="1720703" y="2978949"/>
                    <a:pt x="1728553" y="2987306"/>
                  </a:cubicBezTo>
                  <a:cubicBezTo>
                    <a:pt x="1737416" y="2996928"/>
                    <a:pt x="1753369" y="2992370"/>
                    <a:pt x="1753876" y="2979962"/>
                  </a:cubicBezTo>
                  <a:close/>
                  <a:moveTo>
                    <a:pt x="1690063" y="2979962"/>
                  </a:moveTo>
                  <a:cubicBezTo>
                    <a:pt x="1690316" y="2973885"/>
                    <a:pt x="1685758" y="2965275"/>
                    <a:pt x="1674616" y="2964515"/>
                  </a:cubicBezTo>
                  <a:cubicBezTo>
                    <a:pt x="1661195" y="2965022"/>
                    <a:pt x="1657143" y="2978949"/>
                    <a:pt x="1664993" y="2987306"/>
                  </a:cubicBezTo>
                  <a:cubicBezTo>
                    <a:pt x="1673856" y="2996675"/>
                    <a:pt x="1689556" y="2992117"/>
                    <a:pt x="1690063" y="2979962"/>
                  </a:cubicBezTo>
                  <a:close/>
                  <a:moveTo>
                    <a:pt x="1627010" y="2979709"/>
                  </a:moveTo>
                  <a:cubicBezTo>
                    <a:pt x="1627263" y="2973631"/>
                    <a:pt x="1622451" y="2965022"/>
                    <a:pt x="1611563" y="2964262"/>
                  </a:cubicBezTo>
                  <a:cubicBezTo>
                    <a:pt x="1597129" y="2965022"/>
                    <a:pt x="1595103" y="2979456"/>
                    <a:pt x="1602193" y="2987052"/>
                  </a:cubicBezTo>
                  <a:cubicBezTo>
                    <a:pt x="1611056" y="2996675"/>
                    <a:pt x="1626503" y="2992117"/>
                    <a:pt x="1627010" y="2979709"/>
                  </a:cubicBezTo>
                  <a:close/>
                  <a:moveTo>
                    <a:pt x="1564716" y="2979709"/>
                  </a:moveTo>
                  <a:cubicBezTo>
                    <a:pt x="1564969" y="2973631"/>
                    <a:pt x="1560158" y="2965022"/>
                    <a:pt x="1549269" y="2964515"/>
                  </a:cubicBezTo>
                  <a:cubicBezTo>
                    <a:pt x="1536355" y="2965275"/>
                    <a:pt x="1532810" y="2978949"/>
                    <a:pt x="1540406" y="2987306"/>
                  </a:cubicBezTo>
                  <a:cubicBezTo>
                    <a:pt x="1549016" y="2996675"/>
                    <a:pt x="1564463" y="2991864"/>
                    <a:pt x="1564716" y="2979709"/>
                  </a:cubicBezTo>
                  <a:close/>
                  <a:moveTo>
                    <a:pt x="1503435" y="2979962"/>
                  </a:moveTo>
                  <a:cubicBezTo>
                    <a:pt x="1503435" y="2973885"/>
                    <a:pt x="1498877" y="2965275"/>
                    <a:pt x="1488242" y="2964768"/>
                  </a:cubicBezTo>
                  <a:cubicBezTo>
                    <a:pt x="1475580" y="2965528"/>
                    <a:pt x="1472035" y="2979202"/>
                    <a:pt x="1479632" y="2987559"/>
                  </a:cubicBezTo>
                  <a:cubicBezTo>
                    <a:pt x="1488495" y="2996928"/>
                    <a:pt x="1503182" y="2992370"/>
                    <a:pt x="1503435" y="2979962"/>
                  </a:cubicBezTo>
                  <a:close/>
                  <a:moveTo>
                    <a:pt x="1443168" y="2980215"/>
                  </a:moveTo>
                  <a:cubicBezTo>
                    <a:pt x="1443168" y="2974138"/>
                    <a:pt x="1438610" y="2965528"/>
                    <a:pt x="1428227" y="2965022"/>
                  </a:cubicBezTo>
                  <a:cubicBezTo>
                    <a:pt x="1415566" y="2965781"/>
                    <a:pt x="1412274" y="2979709"/>
                    <a:pt x="1419871" y="2987812"/>
                  </a:cubicBezTo>
                  <a:cubicBezTo>
                    <a:pt x="1428480" y="2997181"/>
                    <a:pt x="1443168" y="2992370"/>
                    <a:pt x="1443168" y="2980215"/>
                  </a:cubicBezTo>
                  <a:close/>
                  <a:moveTo>
                    <a:pt x="1384166" y="2980468"/>
                  </a:moveTo>
                  <a:cubicBezTo>
                    <a:pt x="1384166" y="2974391"/>
                    <a:pt x="1379608" y="2965781"/>
                    <a:pt x="1369226" y="2965275"/>
                  </a:cubicBezTo>
                  <a:cubicBezTo>
                    <a:pt x="1356311" y="2966034"/>
                    <a:pt x="1353779" y="2980975"/>
                    <a:pt x="1362135" y="2989078"/>
                  </a:cubicBezTo>
                  <a:cubicBezTo>
                    <a:pt x="1370745" y="2997181"/>
                    <a:pt x="1384166" y="2992117"/>
                    <a:pt x="1384166" y="2980468"/>
                  </a:cubicBezTo>
                  <a:close/>
                  <a:moveTo>
                    <a:pt x="1325671" y="2980975"/>
                  </a:moveTo>
                  <a:cubicBezTo>
                    <a:pt x="1325671" y="2974898"/>
                    <a:pt x="1321113" y="2966288"/>
                    <a:pt x="1310984" y="2965781"/>
                  </a:cubicBezTo>
                  <a:cubicBezTo>
                    <a:pt x="1298322" y="2966541"/>
                    <a:pt x="1295790" y="2981735"/>
                    <a:pt x="1304147" y="2989585"/>
                  </a:cubicBezTo>
                  <a:cubicBezTo>
                    <a:pt x="1313009" y="2997688"/>
                    <a:pt x="1325924" y="2992623"/>
                    <a:pt x="1325671" y="2980975"/>
                  </a:cubicBezTo>
                  <a:close/>
                  <a:moveTo>
                    <a:pt x="1268442" y="2981481"/>
                  </a:moveTo>
                  <a:cubicBezTo>
                    <a:pt x="1268442" y="2975404"/>
                    <a:pt x="1263630" y="2966794"/>
                    <a:pt x="1253755" y="2966288"/>
                  </a:cubicBezTo>
                  <a:cubicBezTo>
                    <a:pt x="1241093" y="2967047"/>
                    <a:pt x="1238814" y="2982241"/>
                    <a:pt x="1247171" y="2990091"/>
                  </a:cubicBezTo>
                  <a:cubicBezTo>
                    <a:pt x="1256034" y="2998194"/>
                    <a:pt x="1268695" y="2992877"/>
                    <a:pt x="1268442" y="2981481"/>
                  </a:cubicBezTo>
                  <a:close/>
                  <a:moveTo>
                    <a:pt x="1212479" y="2981988"/>
                  </a:moveTo>
                  <a:cubicBezTo>
                    <a:pt x="1212226" y="2975910"/>
                    <a:pt x="1207667" y="2967301"/>
                    <a:pt x="1198045" y="2966794"/>
                  </a:cubicBezTo>
                  <a:cubicBezTo>
                    <a:pt x="1185637" y="2967554"/>
                    <a:pt x="1183611" y="2982747"/>
                    <a:pt x="1191968" y="2990597"/>
                  </a:cubicBezTo>
                  <a:cubicBezTo>
                    <a:pt x="1200324" y="2998701"/>
                    <a:pt x="1212732" y="2993636"/>
                    <a:pt x="1212479" y="2981988"/>
                  </a:cubicBezTo>
                  <a:close/>
                  <a:moveTo>
                    <a:pt x="1157276" y="2982747"/>
                  </a:moveTo>
                  <a:cubicBezTo>
                    <a:pt x="1157022" y="2976670"/>
                    <a:pt x="1152464" y="2968060"/>
                    <a:pt x="1142842" y="2967554"/>
                  </a:cubicBezTo>
                  <a:cubicBezTo>
                    <a:pt x="1130940" y="2968314"/>
                    <a:pt x="1128914" y="2983507"/>
                    <a:pt x="1137018" y="2991357"/>
                  </a:cubicBezTo>
                  <a:cubicBezTo>
                    <a:pt x="1145627" y="2999714"/>
                    <a:pt x="1157782" y="2994396"/>
                    <a:pt x="1157276" y="2982747"/>
                  </a:cubicBezTo>
                  <a:close/>
                  <a:moveTo>
                    <a:pt x="1103338" y="2983507"/>
                  </a:moveTo>
                  <a:cubicBezTo>
                    <a:pt x="1103085" y="2977430"/>
                    <a:pt x="1098527" y="2968820"/>
                    <a:pt x="1089158" y="2968314"/>
                  </a:cubicBezTo>
                  <a:cubicBezTo>
                    <a:pt x="1077509" y="2969073"/>
                    <a:pt x="1075737" y="2984267"/>
                    <a:pt x="1083587" y="2992117"/>
                  </a:cubicBezTo>
                  <a:cubicBezTo>
                    <a:pt x="1092197" y="3000473"/>
                    <a:pt x="1103845" y="2995156"/>
                    <a:pt x="1103338" y="2983507"/>
                  </a:cubicBezTo>
                  <a:close/>
                  <a:moveTo>
                    <a:pt x="4871846" y="3108601"/>
                  </a:moveTo>
                  <a:cubicBezTo>
                    <a:pt x="4872353" y="3107588"/>
                    <a:pt x="4874631" y="3098725"/>
                    <a:pt x="4875138" y="3096952"/>
                  </a:cubicBezTo>
                  <a:cubicBezTo>
                    <a:pt x="4876657" y="3091381"/>
                    <a:pt x="4878936" y="3082012"/>
                    <a:pt x="4878936" y="3080746"/>
                  </a:cubicBezTo>
                  <a:lnTo>
                    <a:pt x="4878936" y="3080746"/>
                  </a:lnTo>
                  <a:cubicBezTo>
                    <a:pt x="4878430" y="3082265"/>
                    <a:pt x="4871846" y="3107335"/>
                    <a:pt x="4871846" y="3108601"/>
                  </a:cubicBezTo>
                  <a:close/>
                  <a:moveTo>
                    <a:pt x="4877670" y="3077454"/>
                  </a:moveTo>
                  <a:cubicBezTo>
                    <a:pt x="4877670" y="3077454"/>
                    <a:pt x="4877670" y="3077454"/>
                    <a:pt x="4877670" y="3077454"/>
                  </a:cubicBezTo>
                  <a:cubicBezTo>
                    <a:pt x="4876657" y="3078467"/>
                    <a:pt x="4869567" y="3103789"/>
                    <a:pt x="4870580" y="3105056"/>
                  </a:cubicBezTo>
                  <a:cubicBezTo>
                    <a:pt x="4871339" y="3104043"/>
                    <a:pt x="4873872" y="3095180"/>
                    <a:pt x="4874125" y="3093407"/>
                  </a:cubicBezTo>
                  <a:cubicBezTo>
                    <a:pt x="4875898" y="3087583"/>
                    <a:pt x="4877924" y="3078720"/>
                    <a:pt x="4877670" y="3077454"/>
                  </a:cubicBezTo>
                  <a:close/>
                  <a:moveTo>
                    <a:pt x="4874378" y="3074162"/>
                  </a:moveTo>
                  <a:cubicBezTo>
                    <a:pt x="4874378" y="3074162"/>
                    <a:pt x="4874378" y="3074162"/>
                    <a:pt x="4874378" y="3074162"/>
                  </a:cubicBezTo>
                  <a:cubicBezTo>
                    <a:pt x="4872859" y="3075175"/>
                    <a:pt x="4865515" y="3100498"/>
                    <a:pt x="4867288" y="3101764"/>
                  </a:cubicBezTo>
                  <a:cubicBezTo>
                    <a:pt x="4868554" y="3100751"/>
                    <a:pt x="4870833" y="3091888"/>
                    <a:pt x="4871339" y="3090115"/>
                  </a:cubicBezTo>
                  <a:cubicBezTo>
                    <a:pt x="4873112" y="3084291"/>
                    <a:pt x="4875138" y="3075175"/>
                    <a:pt x="4874378" y="3074162"/>
                  </a:cubicBezTo>
                  <a:close/>
                  <a:moveTo>
                    <a:pt x="4869314" y="3070364"/>
                  </a:moveTo>
                  <a:cubicBezTo>
                    <a:pt x="4867288" y="3070110"/>
                    <a:pt x="4860451" y="3096193"/>
                    <a:pt x="4862223" y="3097965"/>
                  </a:cubicBezTo>
                  <a:cubicBezTo>
                    <a:pt x="4863236" y="3097965"/>
                    <a:pt x="4865515" y="3090875"/>
                    <a:pt x="4866782" y="3086570"/>
                  </a:cubicBezTo>
                  <a:cubicBezTo>
                    <a:pt x="4868301" y="3080746"/>
                    <a:pt x="4870327" y="3071630"/>
                    <a:pt x="4869314" y="3070364"/>
                  </a:cubicBezTo>
                  <a:close/>
                  <a:moveTo>
                    <a:pt x="4859944" y="3083025"/>
                  </a:moveTo>
                  <a:cubicBezTo>
                    <a:pt x="4861717" y="3076948"/>
                    <a:pt x="4863236" y="3068085"/>
                    <a:pt x="4861970" y="3066818"/>
                  </a:cubicBezTo>
                  <a:cubicBezTo>
                    <a:pt x="4858425" y="3066565"/>
                    <a:pt x="4853361" y="3092647"/>
                    <a:pt x="4854627" y="3094420"/>
                  </a:cubicBezTo>
                  <a:cubicBezTo>
                    <a:pt x="4855640" y="3095686"/>
                    <a:pt x="4857918" y="3090622"/>
                    <a:pt x="4859944" y="3083025"/>
                  </a:cubicBezTo>
                  <a:close/>
                  <a:moveTo>
                    <a:pt x="4853107" y="3063273"/>
                  </a:moveTo>
                  <a:cubicBezTo>
                    <a:pt x="4849309" y="3063020"/>
                    <a:pt x="4843991" y="3087330"/>
                    <a:pt x="4845511" y="3090622"/>
                  </a:cubicBezTo>
                  <a:cubicBezTo>
                    <a:pt x="4846523" y="3092647"/>
                    <a:pt x="4849056" y="3087583"/>
                    <a:pt x="4851335" y="3079480"/>
                  </a:cubicBezTo>
                  <a:lnTo>
                    <a:pt x="4851335" y="3079480"/>
                  </a:lnTo>
                  <a:cubicBezTo>
                    <a:pt x="4853107" y="3073402"/>
                    <a:pt x="4854627" y="3064286"/>
                    <a:pt x="4853107" y="3063273"/>
                  </a:cubicBezTo>
                  <a:close/>
                  <a:moveTo>
                    <a:pt x="4841966" y="3059475"/>
                  </a:moveTo>
                  <a:cubicBezTo>
                    <a:pt x="4837660" y="3059222"/>
                    <a:pt x="4832596" y="3083531"/>
                    <a:pt x="4834369" y="3086823"/>
                  </a:cubicBezTo>
                  <a:cubicBezTo>
                    <a:pt x="4835635" y="3088849"/>
                    <a:pt x="4838420" y="3083785"/>
                    <a:pt x="4840699" y="3075681"/>
                  </a:cubicBezTo>
                  <a:cubicBezTo>
                    <a:pt x="4842472" y="3069604"/>
                    <a:pt x="4843991" y="3060741"/>
                    <a:pt x="4841966" y="3059475"/>
                  </a:cubicBezTo>
                  <a:close/>
                  <a:moveTo>
                    <a:pt x="4828798" y="3055676"/>
                  </a:moveTo>
                  <a:cubicBezTo>
                    <a:pt x="4823733" y="3055423"/>
                    <a:pt x="4818922" y="3079733"/>
                    <a:pt x="4821201" y="3083025"/>
                  </a:cubicBezTo>
                  <a:cubicBezTo>
                    <a:pt x="4822720" y="3085051"/>
                    <a:pt x="4826012" y="3079986"/>
                    <a:pt x="4828038" y="3071883"/>
                  </a:cubicBezTo>
                  <a:cubicBezTo>
                    <a:pt x="4829810" y="3066059"/>
                    <a:pt x="4831077" y="3056943"/>
                    <a:pt x="4828798" y="3055676"/>
                  </a:cubicBezTo>
                  <a:close/>
                  <a:moveTo>
                    <a:pt x="4813604" y="3068338"/>
                  </a:moveTo>
                  <a:cubicBezTo>
                    <a:pt x="4815377" y="3062260"/>
                    <a:pt x="4816389" y="3053398"/>
                    <a:pt x="4813857" y="3052131"/>
                  </a:cubicBezTo>
                  <a:cubicBezTo>
                    <a:pt x="4809046" y="3051878"/>
                    <a:pt x="4803475" y="3074415"/>
                    <a:pt x="4806007" y="3078973"/>
                  </a:cubicBezTo>
                  <a:cubicBezTo>
                    <a:pt x="4807527" y="3082012"/>
                    <a:pt x="4811325" y="3076694"/>
                    <a:pt x="4813604" y="3068338"/>
                  </a:cubicBezTo>
                  <a:close/>
                  <a:moveTo>
                    <a:pt x="4797398" y="3064539"/>
                  </a:moveTo>
                  <a:cubicBezTo>
                    <a:pt x="4799170" y="3058462"/>
                    <a:pt x="4800183" y="3049599"/>
                    <a:pt x="4797398" y="3048333"/>
                  </a:cubicBezTo>
                  <a:cubicBezTo>
                    <a:pt x="4792080" y="3048080"/>
                    <a:pt x="4786762" y="3070617"/>
                    <a:pt x="4789294" y="3075175"/>
                  </a:cubicBezTo>
                  <a:cubicBezTo>
                    <a:pt x="4791067" y="3078214"/>
                    <a:pt x="4794865" y="3073149"/>
                    <a:pt x="4797398" y="3064539"/>
                  </a:cubicBezTo>
                  <a:close/>
                  <a:moveTo>
                    <a:pt x="4770556" y="3071377"/>
                  </a:moveTo>
                  <a:cubicBezTo>
                    <a:pt x="4772581" y="3074415"/>
                    <a:pt x="4776633" y="3069351"/>
                    <a:pt x="4779165" y="3060741"/>
                  </a:cubicBezTo>
                  <a:cubicBezTo>
                    <a:pt x="4780938" y="3054664"/>
                    <a:pt x="4781951" y="3045801"/>
                    <a:pt x="4778659" y="3044535"/>
                  </a:cubicBezTo>
                  <a:cubicBezTo>
                    <a:pt x="4772581" y="3044281"/>
                    <a:pt x="4767517" y="3066565"/>
                    <a:pt x="4770556" y="3071377"/>
                  </a:cubicBezTo>
                  <a:close/>
                  <a:moveTo>
                    <a:pt x="4759414" y="3057196"/>
                  </a:moveTo>
                  <a:cubicBezTo>
                    <a:pt x="4761186" y="3051118"/>
                    <a:pt x="4761946" y="3042256"/>
                    <a:pt x="4758401" y="3040989"/>
                  </a:cubicBezTo>
                  <a:cubicBezTo>
                    <a:pt x="4752323" y="3040736"/>
                    <a:pt x="4747006" y="3061501"/>
                    <a:pt x="4750044" y="3067325"/>
                  </a:cubicBezTo>
                  <a:cubicBezTo>
                    <a:pt x="4752070" y="3071377"/>
                    <a:pt x="4756882" y="3066312"/>
                    <a:pt x="4759414" y="3057196"/>
                  </a:cubicBezTo>
                  <a:close/>
                  <a:moveTo>
                    <a:pt x="4737890" y="3053398"/>
                  </a:moveTo>
                  <a:cubicBezTo>
                    <a:pt x="4739662" y="3047320"/>
                    <a:pt x="4740422" y="3038204"/>
                    <a:pt x="4736623" y="3037191"/>
                  </a:cubicBezTo>
                  <a:cubicBezTo>
                    <a:pt x="4730293" y="3036938"/>
                    <a:pt x="4724722" y="3057702"/>
                    <a:pt x="4728014" y="3063527"/>
                  </a:cubicBezTo>
                  <a:cubicBezTo>
                    <a:pt x="4730293" y="3067578"/>
                    <a:pt x="4735357" y="3062514"/>
                    <a:pt x="4737890" y="3053398"/>
                  </a:cubicBezTo>
                  <a:close/>
                  <a:moveTo>
                    <a:pt x="4714846" y="3049852"/>
                  </a:moveTo>
                  <a:cubicBezTo>
                    <a:pt x="4716618" y="3043775"/>
                    <a:pt x="4717125" y="3034659"/>
                    <a:pt x="4713073" y="3033646"/>
                  </a:cubicBezTo>
                  <a:cubicBezTo>
                    <a:pt x="4706236" y="3033393"/>
                    <a:pt x="4700665" y="3054157"/>
                    <a:pt x="4704464" y="3059981"/>
                  </a:cubicBezTo>
                  <a:cubicBezTo>
                    <a:pt x="4706996" y="3064033"/>
                    <a:pt x="4712061" y="3058969"/>
                    <a:pt x="4714846" y="3049852"/>
                  </a:cubicBezTo>
                  <a:close/>
                  <a:moveTo>
                    <a:pt x="4687751" y="3029848"/>
                  </a:moveTo>
                  <a:cubicBezTo>
                    <a:pt x="4680660" y="3029594"/>
                    <a:pt x="4675089" y="3048586"/>
                    <a:pt x="4678635" y="3055676"/>
                  </a:cubicBezTo>
                  <a:cubicBezTo>
                    <a:pt x="4681167" y="3060994"/>
                    <a:pt x="4687245" y="3055930"/>
                    <a:pt x="4690030" y="3046307"/>
                  </a:cubicBezTo>
                  <a:cubicBezTo>
                    <a:pt x="4691802" y="3039977"/>
                    <a:pt x="4692055" y="3031114"/>
                    <a:pt x="4687751" y="3029848"/>
                  </a:cubicBezTo>
                  <a:close/>
                  <a:moveTo>
                    <a:pt x="4660909" y="3026302"/>
                  </a:moveTo>
                  <a:cubicBezTo>
                    <a:pt x="4653565" y="3026049"/>
                    <a:pt x="4647994" y="3045041"/>
                    <a:pt x="4651793" y="3052131"/>
                  </a:cubicBezTo>
                  <a:cubicBezTo>
                    <a:pt x="4654578" y="3057449"/>
                    <a:pt x="4660909" y="3052385"/>
                    <a:pt x="4663694" y="3042509"/>
                  </a:cubicBezTo>
                  <a:cubicBezTo>
                    <a:pt x="4665214" y="3036431"/>
                    <a:pt x="4665467" y="3027315"/>
                    <a:pt x="4660909" y="3026302"/>
                  </a:cubicBezTo>
                  <a:close/>
                  <a:moveTo>
                    <a:pt x="4635333" y="3038964"/>
                  </a:moveTo>
                  <a:cubicBezTo>
                    <a:pt x="4637106" y="3032886"/>
                    <a:pt x="4637359" y="3023770"/>
                    <a:pt x="4632294" y="3022757"/>
                  </a:cubicBezTo>
                  <a:cubicBezTo>
                    <a:pt x="4624444" y="3022504"/>
                    <a:pt x="4618873" y="3041749"/>
                    <a:pt x="4622925" y="3048586"/>
                  </a:cubicBezTo>
                  <a:cubicBezTo>
                    <a:pt x="4626217" y="3053651"/>
                    <a:pt x="4632548" y="3048586"/>
                    <a:pt x="4635333" y="3038964"/>
                  </a:cubicBezTo>
                  <a:close/>
                  <a:moveTo>
                    <a:pt x="4602414" y="3018959"/>
                  </a:moveTo>
                  <a:cubicBezTo>
                    <a:pt x="4594564" y="3018959"/>
                    <a:pt x="4588740" y="3036431"/>
                    <a:pt x="4592538" y="3044028"/>
                  </a:cubicBezTo>
                  <a:cubicBezTo>
                    <a:pt x="4595576" y="3050359"/>
                    <a:pt x="4602920" y="3045547"/>
                    <a:pt x="4605706" y="3035165"/>
                  </a:cubicBezTo>
                  <a:cubicBezTo>
                    <a:pt x="4607478" y="3029341"/>
                    <a:pt x="4607732" y="3020225"/>
                    <a:pt x="4602414" y="3018959"/>
                  </a:cubicBezTo>
                  <a:close/>
                  <a:moveTo>
                    <a:pt x="4574812" y="3031620"/>
                  </a:moveTo>
                  <a:cubicBezTo>
                    <a:pt x="4576585" y="3025543"/>
                    <a:pt x="4576585" y="3016427"/>
                    <a:pt x="4571014" y="3015414"/>
                  </a:cubicBezTo>
                  <a:cubicBezTo>
                    <a:pt x="4562911" y="3015414"/>
                    <a:pt x="4557086" y="3032886"/>
                    <a:pt x="4561138" y="3040483"/>
                  </a:cubicBezTo>
                  <a:cubicBezTo>
                    <a:pt x="4564177" y="3046814"/>
                    <a:pt x="4571773" y="3042002"/>
                    <a:pt x="4574812" y="3031620"/>
                  </a:cubicBezTo>
                  <a:close/>
                  <a:moveTo>
                    <a:pt x="4542146" y="3028075"/>
                  </a:moveTo>
                  <a:cubicBezTo>
                    <a:pt x="4543919" y="3021997"/>
                    <a:pt x="4543665" y="3012881"/>
                    <a:pt x="4537841" y="3011869"/>
                  </a:cubicBezTo>
                  <a:cubicBezTo>
                    <a:pt x="4529231" y="3011869"/>
                    <a:pt x="4523660" y="3029341"/>
                    <a:pt x="4527712" y="3036938"/>
                  </a:cubicBezTo>
                  <a:cubicBezTo>
                    <a:pt x="4531257" y="3043268"/>
                    <a:pt x="4539107" y="3038457"/>
                    <a:pt x="4542146" y="3028075"/>
                  </a:cubicBezTo>
                  <a:close/>
                  <a:moveTo>
                    <a:pt x="4507961" y="3024530"/>
                  </a:moveTo>
                  <a:cubicBezTo>
                    <a:pt x="4509733" y="3018452"/>
                    <a:pt x="4509480" y="3009336"/>
                    <a:pt x="4503402" y="3008323"/>
                  </a:cubicBezTo>
                  <a:cubicBezTo>
                    <a:pt x="4494286" y="3008323"/>
                    <a:pt x="4488715" y="3025796"/>
                    <a:pt x="4493273" y="3033393"/>
                  </a:cubicBezTo>
                  <a:cubicBezTo>
                    <a:pt x="4497072" y="3039723"/>
                    <a:pt x="4504922" y="3034912"/>
                    <a:pt x="4507961" y="3024530"/>
                  </a:cubicBezTo>
                  <a:close/>
                  <a:moveTo>
                    <a:pt x="4472509" y="3021238"/>
                  </a:moveTo>
                  <a:cubicBezTo>
                    <a:pt x="4474281" y="3015160"/>
                    <a:pt x="4473775" y="3006044"/>
                    <a:pt x="4467444" y="3005031"/>
                  </a:cubicBezTo>
                  <a:cubicBezTo>
                    <a:pt x="4458075" y="3005031"/>
                    <a:pt x="4452504" y="3022504"/>
                    <a:pt x="4457315" y="3030101"/>
                  </a:cubicBezTo>
                  <a:cubicBezTo>
                    <a:pt x="4461114" y="3036178"/>
                    <a:pt x="4469470" y="3031367"/>
                    <a:pt x="4472509" y="3021238"/>
                  </a:cubicBezTo>
                  <a:close/>
                  <a:moveTo>
                    <a:pt x="4435538" y="3017693"/>
                  </a:moveTo>
                  <a:cubicBezTo>
                    <a:pt x="4437310" y="3011615"/>
                    <a:pt x="4436551" y="3002499"/>
                    <a:pt x="4430220" y="3001486"/>
                  </a:cubicBezTo>
                  <a:cubicBezTo>
                    <a:pt x="4421104" y="3001486"/>
                    <a:pt x="4415280" y="3017440"/>
                    <a:pt x="4419331" y="3025796"/>
                  </a:cubicBezTo>
                  <a:cubicBezTo>
                    <a:pt x="4423130" y="3033139"/>
                    <a:pt x="4432499" y="3028328"/>
                    <a:pt x="4435538" y="3017693"/>
                  </a:cubicBezTo>
                  <a:close/>
                  <a:moveTo>
                    <a:pt x="4397047" y="3014147"/>
                  </a:moveTo>
                  <a:cubicBezTo>
                    <a:pt x="4398820" y="3008070"/>
                    <a:pt x="4398060" y="2998954"/>
                    <a:pt x="4391476" y="2997941"/>
                  </a:cubicBezTo>
                  <a:cubicBezTo>
                    <a:pt x="4382107" y="2997941"/>
                    <a:pt x="4376030" y="3013894"/>
                    <a:pt x="4380588" y="3022251"/>
                  </a:cubicBezTo>
                  <a:cubicBezTo>
                    <a:pt x="4384639" y="3029848"/>
                    <a:pt x="4394009" y="3025289"/>
                    <a:pt x="4397047" y="3014147"/>
                  </a:cubicBezTo>
                  <a:close/>
                  <a:moveTo>
                    <a:pt x="4357544" y="3010856"/>
                  </a:moveTo>
                  <a:cubicBezTo>
                    <a:pt x="4359317" y="3004778"/>
                    <a:pt x="4358557" y="2995662"/>
                    <a:pt x="4351467" y="2994649"/>
                  </a:cubicBezTo>
                  <a:cubicBezTo>
                    <a:pt x="4341591" y="2994649"/>
                    <a:pt x="4335767" y="3010602"/>
                    <a:pt x="4340325" y="3018959"/>
                  </a:cubicBezTo>
                  <a:cubicBezTo>
                    <a:pt x="4344630" y="3026302"/>
                    <a:pt x="4354506" y="3021744"/>
                    <a:pt x="4357544" y="3010856"/>
                  </a:cubicBezTo>
                  <a:close/>
                  <a:moveTo>
                    <a:pt x="4309938" y="2991104"/>
                  </a:moveTo>
                  <a:cubicBezTo>
                    <a:pt x="4299809" y="2991104"/>
                    <a:pt x="4293985" y="3007310"/>
                    <a:pt x="4298796" y="3015414"/>
                  </a:cubicBezTo>
                  <a:cubicBezTo>
                    <a:pt x="4303354" y="3022757"/>
                    <a:pt x="4313483" y="3018199"/>
                    <a:pt x="4316522" y="3007310"/>
                  </a:cubicBezTo>
                  <a:cubicBezTo>
                    <a:pt x="4318041" y="3001486"/>
                    <a:pt x="4317281" y="2992370"/>
                    <a:pt x="4309938" y="2991104"/>
                  </a:cubicBezTo>
                  <a:close/>
                  <a:moveTo>
                    <a:pt x="3935670" y="2965781"/>
                  </a:moveTo>
                  <a:cubicBezTo>
                    <a:pt x="3924022" y="2965781"/>
                    <a:pt x="3917944" y="2980722"/>
                    <a:pt x="3923515" y="2989331"/>
                  </a:cubicBezTo>
                  <a:cubicBezTo>
                    <a:pt x="3929086" y="2997941"/>
                    <a:pt x="3942000" y="2993636"/>
                    <a:pt x="3944786" y="2981988"/>
                  </a:cubicBezTo>
                  <a:cubicBezTo>
                    <a:pt x="3946305" y="2975910"/>
                    <a:pt x="3944533" y="2966794"/>
                    <a:pt x="3935670" y="2965781"/>
                  </a:cubicBezTo>
                  <a:close/>
                  <a:moveTo>
                    <a:pt x="3883758" y="2962743"/>
                  </a:moveTo>
                  <a:cubicBezTo>
                    <a:pt x="3872363" y="2962743"/>
                    <a:pt x="3866033" y="2976670"/>
                    <a:pt x="3870844" y="2985280"/>
                  </a:cubicBezTo>
                  <a:cubicBezTo>
                    <a:pt x="3876162" y="2995156"/>
                    <a:pt x="3890089" y="2991357"/>
                    <a:pt x="3893128" y="2978949"/>
                  </a:cubicBezTo>
                  <a:cubicBezTo>
                    <a:pt x="3894900" y="2972872"/>
                    <a:pt x="3892875" y="2963756"/>
                    <a:pt x="3883758" y="2962743"/>
                  </a:cubicBezTo>
                  <a:close/>
                  <a:moveTo>
                    <a:pt x="3840710" y="2975910"/>
                  </a:moveTo>
                  <a:cubicBezTo>
                    <a:pt x="3842229" y="2969833"/>
                    <a:pt x="3840204" y="2960717"/>
                    <a:pt x="3830834" y="2959704"/>
                  </a:cubicBezTo>
                  <a:cubicBezTo>
                    <a:pt x="3819439" y="2959704"/>
                    <a:pt x="3813109" y="2973631"/>
                    <a:pt x="3817920" y="2982241"/>
                  </a:cubicBezTo>
                  <a:cubicBezTo>
                    <a:pt x="3823491" y="2992117"/>
                    <a:pt x="3837925" y="2988065"/>
                    <a:pt x="3840710" y="2975910"/>
                  </a:cubicBezTo>
                  <a:close/>
                  <a:moveTo>
                    <a:pt x="3787533" y="2973125"/>
                  </a:moveTo>
                  <a:cubicBezTo>
                    <a:pt x="3789052" y="2967047"/>
                    <a:pt x="3786773" y="2957931"/>
                    <a:pt x="3777404" y="2956918"/>
                  </a:cubicBezTo>
                  <a:cubicBezTo>
                    <a:pt x="3765755" y="2956918"/>
                    <a:pt x="3759678" y="2970846"/>
                    <a:pt x="3764489" y="2979456"/>
                  </a:cubicBezTo>
                  <a:cubicBezTo>
                    <a:pt x="3769807" y="2989078"/>
                    <a:pt x="3784494" y="2985280"/>
                    <a:pt x="3787533" y="2973125"/>
                  </a:cubicBezTo>
                  <a:close/>
                  <a:moveTo>
                    <a:pt x="3732836" y="2970339"/>
                  </a:moveTo>
                  <a:cubicBezTo>
                    <a:pt x="3734355" y="2964262"/>
                    <a:pt x="3732076" y="2955146"/>
                    <a:pt x="3722454" y="2954133"/>
                  </a:cubicBezTo>
                  <a:cubicBezTo>
                    <a:pt x="3710552" y="2954133"/>
                    <a:pt x="3704474" y="2968060"/>
                    <a:pt x="3709539" y="2976670"/>
                  </a:cubicBezTo>
                  <a:cubicBezTo>
                    <a:pt x="3715363" y="2986546"/>
                    <a:pt x="3730051" y="2982494"/>
                    <a:pt x="3732836" y="2970339"/>
                  </a:cubicBezTo>
                  <a:close/>
                  <a:moveTo>
                    <a:pt x="3677633" y="2967554"/>
                  </a:moveTo>
                  <a:cubicBezTo>
                    <a:pt x="3679152" y="2961476"/>
                    <a:pt x="3676620" y="2952360"/>
                    <a:pt x="3666997" y="2951348"/>
                  </a:cubicBezTo>
                  <a:cubicBezTo>
                    <a:pt x="3654842" y="2951348"/>
                    <a:pt x="3648512" y="2965275"/>
                    <a:pt x="3653829" y="2973885"/>
                  </a:cubicBezTo>
                  <a:cubicBezTo>
                    <a:pt x="3659907" y="2983760"/>
                    <a:pt x="3674847" y="2979709"/>
                    <a:pt x="3677633" y="2967554"/>
                  </a:cubicBezTo>
                  <a:close/>
                  <a:moveTo>
                    <a:pt x="3621416" y="2964768"/>
                  </a:moveTo>
                  <a:cubicBezTo>
                    <a:pt x="3622936" y="2958691"/>
                    <a:pt x="3620404" y="2949575"/>
                    <a:pt x="3610275" y="2948562"/>
                  </a:cubicBezTo>
                  <a:cubicBezTo>
                    <a:pt x="3598120" y="2948562"/>
                    <a:pt x="3591789" y="2962489"/>
                    <a:pt x="3597107" y="2971099"/>
                  </a:cubicBezTo>
                  <a:cubicBezTo>
                    <a:pt x="3603438" y="2980975"/>
                    <a:pt x="3618631" y="2976923"/>
                    <a:pt x="3621416" y="2964768"/>
                  </a:cubicBezTo>
                  <a:close/>
                  <a:moveTo>
                    <a:pt x="3564188" y="2962236"/>
                  </a:moveTo>
                  <a:cubicBezTo>
                    <a:pt x="3565454" y="2956159"/>
                    <a:pt x="3562921" y="2947043"/>
                    <a:pt x="3553046" y="2946030"/>
                  </a:cubicBezTo>
                  <a:cubicBezTo>
                    <a:pt x="3540638" y="2946030"/>
                    <a:pt x="3534560" y="2959957"/>
                    <a:pt x="3539878" y="2968567"/>
                  </a:cubicBezTo>
                  <a:cubicBezTo>
                    <a:pt x="3546462" y="2978443"/>
                    <a:pt x="3561402" y="2974391"/>
                    <a:pt x="3564188" y="2962236"/>
                  </a:cubicBezTo>
                  <a:close/>
                  <a:moveTo>
                    <a:pt x="3506452" y="2959704"/>
                  </a:moveTo>
                  <a:cubicBezTo>
                    <a:pt x="3507718" y="2953626"/>
                    <a:pt x="3505186" y="2944510"/>
                    <a:pt x="3495057" y="2943497"/>
                  </a:cubicBezTo>
                  <a:cubicBezTo>
                    <a:pt x="3482396" y="2943751"/>
                    <a:pt x="3476065" y="2957425"/>
                    <a:pt x="3481889" y="2966034"/>
                  </a:cubicBezTo>
                  <a:cubicBezTo>
                    <a:pt x="3488473" y="2975910"/>
                    <a:pt x="3503667" y="2971859"/>
                    <a:pt x="3506452" y="2959704"/>
                  </a:cubicBezTo>
                  <a:close/>
                  <a:moveTo>
                    <a:pt x="3447703" y="2957172"/>
                  </a:moveTo>
                  <a:cubicBezTo>
                    <a:pt x="3448970" y="2951094"/>
                    <a:pt x="3446184" y="2941978"/>
                    <a:pt x="3435802" y="2940965"/>
                  </a:cubicBezTo>
                  <a:cubicBezTo>
                    <a:pt x="3423141" y="2941218"/>
                    <a:pt x="3417063" y="2954893"/>
                    <a:pt x="3422634" y="2963502"/>
                  </a:cubicBezTo>
                  <a:cubicBezTo>
                    <a:pt x="3429471" y="2973125"/>
                    <a:pt x="3445171" y="2969073"/>
                    <a:pt x="3447703" y="2957172"/>
                  </a:cubicBezTo>
                  <a:close/>
                  <a:moveTo>
                    <a:pt x="3388449" y="2954639"/>
                  </a:moveTo>
                  <a:cubicBezTo>
                    <a:pt x="3389715" y="2948562"/>
                    <a:pt x="3386929" y="2939446"/>
                    <a:pt x="3376294" y="2938433"/>
                  </a:cubicBezTo>
                  <a:cubicBezTo>
                    <a:pt x="3363380" y="2938686"/>
                    <a:pt x="3357302" y="2952360"/>
                    <a:pt x="3363126" y="2960970"/>
                  </a:cubicBezTo>
                  <a:cubicBezTo>
                    <a:pt x="3369710" y="2970846"/>
                    <a:pt x="3385917" y="2966541"/>
                    <a:pt x="3388449" y="2954639"/>
                  </a:cubicBezTo>
                  <a:close/>
                  <a:moveTo>
                    <a:pt x="3328181" y="2952107"/>
                  </a:moveTo>
                  <a:cubicBezTo>
                    <a:pt x="3329447" y="2946030"/>
                    <a:pt x="3326408" y="2936914"/>
                    <a:pt x="3316026" y="2935901"/>
                  </a:cubicBezTo>
                  <a:cubicBezTo>
                    <a:pt x="3303112" y="2936154"/>
                    <a:pt x="3297034" y="2949828"/>
                    <a:pt x="3302858" y="2958438"/>
                  </a:cubicBezTo>
                  <a:cubicBezTo>
                    <a:pt x="3309695" y="2968567"/>
                    <a:pt x="3325649" y="2964515"/>
                    <a:pt x="3328181" y="2952107"/>
                  </a:cubicBezTo>
                  <a:close/>
                  <a:moveTo>
                    <a:pt x="3267154" y="2949828"/>
                  </a:moveTo>
                  <a:cubicBezTo>
                    <a:pt x="3268420" y="2943751"/>
                    <a:pt x="3265381" y="2934635"/>
                    <a:pt x="3254745" y="2933622"/>
                  </a:cubicBezTo>
                  <a:cubicBezTo>
                    <a:pt x="3241578" y="2933875"/>
                    <a:pt x="3235500" y="2947549"/>
                    <a:pt x="3241578" y="2956159"/>
                  </a:cubicBezTo>
                  <a:cubicBezTo>
                    <a:pt x="3248668" y="2966288"/>
                    <a:pt x="3264874" y="2962236"/>
                    <a:pt x="3267154" y="2949828"/>
                  </a:cubicBezTo>
                  <a:close/>
                  <a:moveTo>
                    <a:pt x="3205620" y="2947549"/>
                  </a:moveTo>
                  <a:cubicBezTo>
                    <a:pt x="3206886" y="2941472"/>
                    <a:pt x="3203594" y="2932356"/>
                    <a:pt x="3192705" y="2931343"/>
                  </a:cubicBezTo>
                  <a:cubicBezTo>
                    <a:pt x="3179537" y="2931596"/>
                    <a:pt x="3173460" y="2945523"/>
                    <a:pt x="3179791" y="2953880"/>
                  </a:cubicBezTo>
                  <a:cubicBezTo>
                    <a:pt x="3186881" y="2963756"/>
                    <a:pt x="3203341" y="2959704"/>
                    <a:pt x="3205620" y="2947549"/>
                  </a:cubicBezTo>
                  <a:close/>
                  <a:moveTo>
                    <a:pt x="3117497" y="2952107"/>
                  </a:moveTo>
                  <a:cubicBezTo>
                    <a:pt x="3124841" y="2961983"/>
                    <a:pt x="3141047" y="2957931"/>
                    <a:pt x="3143326" y="2945523"/>
                  </a:cubicBezTo>
                  <a:cubicBezTo>
                    <a:pt x="3144592" y="2939446"/>
                    <a:pt x="3141300" y="2930330"/>
                    <a:pt x="3130412" y="2929570"/>
                  </a:cubicBezTo>
                  <a:cubicBezTo>
                    <a:pt x="3116991" y="2929570"/>
                    <a:pt x="3111166" y="2943497"/>
                    <a:pt x="3117497" y="2952107"/>
                  </a:cubicBezTo>
                  <a:close/>
                  <a:moveTo>
                    <a:pt x="3053684" y="2948815"/>
                  </a:moveTo>
                  <a:cubicBezTo>
                    <a:pt x="3060521" y="2959957"/>
                    <a:pt x="3078247" y="2956412"/>
                    <a:pt x="3080779" y="2943244"/>
                  </a:cubicBezTo>
                  <a:cubicBezTo>
                    <a:pt x="3081792" y="2937167"/>
                    <a:pt x="3078500" y="2928051"/>
                    <a:pt x="3067612" y="2927291"/>
                  </a:cubicBezTo>
                  <a:cubicBezTo>
                    <a:pt x="3054444" y="2927544"/>
                    <a:pt x="3048113" y="2940206"/>
                    <a:pt x="3053684" y="2948815"/>
                  </a:cubicBezTo>
                  <a:close/>
                  <a:moveTo>
                    <a:pt x="2990884" y="2947802"/>
                  </a:moveTo>
                  <a:cubicBezTo>
                    <a:pt x="2998228" y="2957425"/>
                    <a:pt x="3015194" y="2953373"/>
                    <a:pt x="3017220" y="2941218"/>
                  </a:cubicBezTo>
                  <a:cubicBezTo>
                    <a:pt x="3018233" y="2935141"/>
                    <a:pt x="3014941" y="2926025"/>
                    <a:pt x="3003545" y="2925265"/>
                  </a:cubicBezTo>
                  <a:cubicBezTo>
                    <a:pt x="2990125" y="2925518"/>
                    <a:pt x="2984300" y="2939446"/>
                    <a:pt x="2990884" y="2947802"/>
                  </a:cubicBezTo>
                  <a:close/>
                  <a:moveTo>
                    <a:pt x="2953407" y="2939193"/>
                  </a:moveTo>
                  <a:cubicBezTo>
                    <a:pt x="2954420" y="2933115"/>
                    <a:pt x="2950874" y="2923999"/>
                    <a:pt x="2939732" y="2923239"/>
                  </a:cubicBezTo>
                  <a:cubicBezTo>
                    <a:pt x="2926818" y="2923493"/>
                    <a:pt x="2920487" y="2936154"/>
                    <a:pt x="2926058" y="2944764"/>
                  </a:cubicBezTo>
                  <a:cubicBezTo>
                    <a:pt x="2932895" y="2955906"/>
                    <a:pt x="2951128" y="2952107"/>
                    <a:pt x="2953407" y="2939193"/>
                  </a:cubicBezTo>
                  <a:close/>
                  <a:moveTo>
                    <a:pt x="2874907" y="2921467"/>
                  </a:moveTo>
                  <a:cubicBezTo>
                    <a:pt x="2861739" y="2921720"/>
                    <a:pt x="2855661" y="2934381"/>
                    <a:pt x="2861232" y="2942991"/>
                  </a:cubicBezTo>
                  <a:cubicBezTo>
                    <a:pt x="2868323" y="2953880"/>
                    <a:pt x="2886555" y="2950335"/>
                    <a:pt x="2888581" y="2937420"/>
                  </a:cubicBezTo>
                  <a:cubicBezTo>
                    <a:pt x="2889847" y="2931343"/>
                    <a:pt x="2886049" y="2922227"/>
                    <a:pt x="2874907" y="2921467"/>
                  </a:cubicBezTo>
                  <a:close/>
                  <a:moveTo>
                    <a:pt x="2809828" y="2919694"/>
                  </a:moveTo>
                  <a:cubicBezTo>
                    <a:pt x="2796407" y="2919947"/>
                    <a:pt x="2790329" y="2932609"/>
                    <a:pt x="2796153" y="2941218"/>
                  </a:cubicBezTo>
                  <a:cubicBezTo>
                    <a:pt x="2803497" y="2952360"/>
                    <a:pt x="2821729" y="2948562"/>
                    <a:pt x="2823755" y="2935647"/>
                  </a:cubicBezTo>
                  <a:cubicBezTo>
                    <a:pt x="2824768" y="2929570"/>
                    <a:pt x="2821223" y="2920454"/>
                    <a:pt x="2809828" y="2919694"/>
                  </a:cubicBezTo>
                  <a:close/>
                  <a:moveTo>
                    <a:pt x="2730568" y="2939699"/>
                  </a:moveTo>
                  <a:cubicBezTo>
                    <a:pt x="2737912" y="2950588"/>
                    <a:pt x="2756397" y="2946789"/>
                    <a:pt x="2758423" y="2934128"/>
                  </a:cubicBezTo>
                  <a:cubicBezTo>
                    <a:pt x="2759436" y="2928051"/>
                    <a:pt x="2755637" y="2918934"/>
                    <a:pt x="2743989" y="2918175"/>
                  </a:cubicBezTo>
                  <a:cubicBezTo>
                    <a:pt x="2730821" y="2918175"/>
                    <a:pt x="2724744" y="2930836"/>
                    <a:pt x="2730568" y="2939699"/>
                  </a:cubicBezTo>
                  <a:close/>
                  <a:moveTo>
                    <a:pt x="2664729" y="2937926"/>
                  </a:moveTo>
                  <a:cubicBezTo>
                    <a:pt x="2672073" y="2948815"/>
                    <a:pt x="2690558" y="2945017"/>
                    <a:pt x="2692584" y="2932102"/>
                  </a:cubicBezTo>
                  <a:cubicBezTo>
                    <a:pt x="2693597" y="2926025"/>
                    <a:pt x="2689545" y="2916909"/>
                    <a:pt x="2678150" y="2916149"/>
                  </a:cubicBezTo>
                  <a:cubicBezTo>
                    <a:pt x="2664729" y="2916656"/>
                    <a:pt x="2658652" y="2929317"/>
                    <a:pt x="2664729" y="2937926"/>
                  </a:cubicBezTo>
                  <a:close/>
                  <a:moveTo>
                    <a:pt x="2598131" y="2936407"/>
                  </a:moveTo>
                  <a:cubicBezTo>
                    <a:pt x="2605981" y="2947549"/>
                    <a:pt x="2624213" y="2943751"/>
                    <a:pt x="2626239" y="2930583"/>
                  </a:cubicBezTo>
                  <a:cubicBezTo>
                    <a:pt x="2627252" y="2924505"/>
                    <a:pt x="2623200" y="2915389"/>
                    <a:pt x="2611552" y="2914630"/>
                  </a:cubicBezTo>
                  <a:cubicBezTo>
                    <a:pt x="2597878" y="2915136"/>
                    <a:pt x="2592053" y="2927798"/>
                    <a:pt x="2598131" y="2936407"/>
                  </a:cubicBezTo>
                  <a:close/>
                  <a:moveTo>
                    <a:pt x="2531532" y="2934888"/>
                  </a:moveTo>
                  <a:cubicBezTo>
                    <a:pt x="2539129" y="2945777"/>
                    <a:pt x="2557868" y="2941978"/>
                    <a:pt x="2559641" y="2929064"/>
                  </a:cubicBezTo>
                  <a:cubicBezTo>
                    <a:pt x="2560400" y="2922986"/>
                    <a:pt x="2556348" y="2913870"/>
                    <a:pt x="2544953" y="2913110"/>
                  </a:cubicBezTo>
                  <a:cubicBezTo>
                    <a:pt x="2530266" y="2913617"/>
                    <a:pt x="2525961" y="2927038"/>
                    <a:pt x="2531532" y="2934888"/>
                  </a:cubicBezTo>
                  <a:close/>
                  <a:moveTo>
                    <a:pt x="2477595" y="2911844"/>
                  </a:moveTo>
                  <a:cubicBezTo>
                    <a:pt x="2463921" y="2912097"/>
                    <a:pt x="2458350" y="2925012"/>
                    <a:pt x="2464428" y="2933622"/>
                  </a:cubicBezTo>
                  <a:cubicBezTo>
                    <a:pt x="2472277" y="2944510"/>
                    <a:pt x="2491016" y="2940712"/>
                    <a:pt x="2492789" y="2927798"/>
                  </a:cubicBezTo>
                  <a:cubicBezTo>
                    <a:pt x="2493549" y="2921720"/>
                    <a:pt x="2489497" y="2912604"/>
                    <a:pt x="2477595" y="2911844"/>
                  </a:cubicBezTo>
                  <a:close/>
                  <a:moveTo>
                    <a:pt x="2410237" y="2910578"/>
                  </a:moveTo>
                  <a:cubicBezTo>
                    <a:pt x="2396563" y="2911085"/>
                    <a:pt x="2390992" y="2923746"/>
                    <a:pt x="2397070" y="2932356"/>
                  </a:cubicBezTo>
                  <a:cubicBezTo>
                    <a:pt x="2404920" y="2943244"/>
                    <a:pt x="2423658" y="2939446"/>
                    <a:pt x="2425177" y="2926531"/>
                  </a:cubicBezTo>
                  <a:cubicBezTo>
                    <a:pt x="2426190" y="2920454"/>
                    <a:pt x="2421886" y="2911338"/>
                    <a:pt x="2410237" y="2910578"/>
                  </a:cubicBezTo>
                  <a:close/>
                  <a:moveTo>
                    <a:pt x="2342626" y="2909565"/>
                  </a:moveTo>
                  <a:cubicBezTo>
                    <a:pt x="2328698" y="2910072"/>
                    <a:pt x="2323127" y="2922733"/>
                    <a:pt x="2329458" y="2931343"/>
                  </a:cubicBezTo>
                  <a:cubicBezTo>
                    <a:pt x="2337815" y="2942484"/>
                    <a:pt x="2356300" y="2938433"/>
                    <a:pt x="2357819" y="2925518"/>
                  </a:cubicBezTo>
                  <a:cubicBezTo>
                    <a:pt x="2358579" y="2919188"/>
                    <a:pt x="2354274" y="2910325"/>
                    <a:pt x="2342626" y="2909565"/>
                  </a:cubicBezTo>
                  <a:close/>
                  <a:moveTo>
                    <a:pt x="2290208" y="2924252"/>
                  </a:moveTo>
                  <a:cubicBezTo>
                    <a:pt x="2290968" y="2918175"/>
                    <a:pt x="2286663" y="2909059"/>
                    <a:pt x="2274508" y="2908299"/>
                  </a:cubicBezTo>
                  <a:cubicBezTo>
                    <a:pt x="2260834" y="2908806"/>
                    <a:pt x="2255263" y="2921467"/>
                    <a:pt x="2261594" y="2930076"/>
                  </a:cubicBezTo>
                  <a:cubicBezTo>
                    <a:pt x="2269697" y="2940965"/>
                    <a:pt x="2288689" y="2937167"/>
                    <a:pt x="2290208" y="2924252"/>
                  </a:cubicBezTo>
                  <a:close/>
                  <a:moveTo>
                    <a:pt x="2222090" y="2923239"/>
                  </a:moveTo>
                  <a:cubicBezTo>
                    <a:pt x="2222850" y="2917162"/>
                    <a:pt x="2218292" y="2908046"/>
                    <a:pt x="2206644" y="2907539"/>
                  </a:cubicBezTo>
                  <a:cubicBezTo>
                    <a:pt x="2192969" y="2908046"/>
                    <a:pt x="2187398" y="2920707"/>
                    <a:pt x="2193982" y="2929317"/>
                  </a:cubicBezTo>
                  <a:cubicBezTo>
                    <a:pt x="2201832" y="2939952"/>
                    <a:pt x="2220571" y="2936154"/>
                    <a:pt x="2222090" y="2923239"/>
                  </a:cubicBezTo>
                  <a:close/>
                  <a:moveTo>
                    <a:pt x="2153720" y="2922227"/>
                  </a:moveTo>
                  <a:cubicBezTo>
                    <a:pt x="2154226" y="2916149"/>
                    <a:pt x="2149921" y="2907033"/>
                    <a:pt x="2138019" y="2906526"/>
                  </a:cubicBezTo>
                  <a:cubicBezTo>
                    <a:pt x="2124092" y="2907033"/>
                    <a:pt x="2118521" y="2919694"/>
                    <a:pt x="2125105" y="2928304"/>
                  </a:cubicBezTo>
                  <a:cubicBezTo>
                    <a:pt x="2133968" y="2939446"/>
                    <a:pt x="2152453" y="2935394"/>
                    <a:pt x="2153720" y="2922227"/>
                  </a:cubicBezTo>
                  <a:close/>
                  <a:moveTo>
                    <a:pt x="2085602" y="2921467"/>
                  </a:moveTo>
                  <a:cubicBezTo>
                    <a:pt x="2086108" y="2915389"/>
                    <a:pt x="2081550" y="2906273"/>
                    <a:pt x="2069648" y="2905767"/>
                  </a:cubicBezTo>
                  <a:cubicBezTo>
                    <a:pt x="2054708" y="2906273"/>
                    <a:pt x="2050910" y="2919694"/>
                    <a:pt x="2056987" y="2927544"/>
                  </a:cubicBezTo>
                  <a:cubicBezTo>
                    <a:pt x="2065343" y="2938433"/>
                    <a:pt x="2084335" y="2934381"/>
                    <a:pt x="2085602" y="2921467"/>
                  </a:cubicBezTo>
                  <a:close/>
                  <a:moveTo>
                    <a:pt x="2017231" y="2920707"/>
                  </a:moveTo>
                  <a:cubicBezTo>
                    <a:pt x="2017737" y="2914630"/>
                    <a:pt x="2013179" y="2905514"/>
                    <a:pt x="2001024" y="2905007"/>
                  </a:cubicBezTo>
                  <a:cubicBezTo>
                    <a:pt x="1987350" y="2905514"/>
                    <a:pt x="1982032" y="2918175"/>
                    <a:pt x="1988616" y="2926785"/>
                  </a:cubicBezTo>
                  <a:cubicBezTo>
                    <a:pt x="1997226" y="2937673"/>
                    <a:pt x="2015965" y="2933622"/>
                    <a:pt x="2017231" y="2920707"/>
                  </a:cubicBezTo>
                  <a:close/>
                  <a:moveTo>
                    <a:pt x="1949113" y="2920201"/>
                  </a:moveTo>
                  <a:cubicBezTo>
                    <a:pt x="1949619" y="2914123"/>
                    <a:pt x="1945061" y="2905007"/>
                    <a:pt x="1933413" y="2904501"/>
                  </a:cubicBezTo>
                  <a:cubicBezTo>
                    <a:pt x="1919232" y="2905007"/>
                    <a:pt x="1914421" y="2919188"/>
                    <a:pt x="1922271" y="2927544"/>
                  </a:cubicBezTo>
                  <a:cubicBezTo>
                    <a:pt x="1931387" y="2937167"/>
                    <a:pt x="1948100" y="2932609"/>
                    <a:pt x="1949113" y="2920201"/>
                  </a:cubicBezTo>
                  <a:close/>
                  <a:moveTo>
                    <a:pt x="1882261" y="2919694"/>
                  </a:moveTo>
                  <a:cubicBezTo>
                    <a:pt x="1882768" y="2913617"/>
                    <a:pt x="1878210" y="2904501"/>
                    <a:pt x="1866561" y="2903994"/>
                  </a:cubicBezTo>
                  <a:cubicBezTo>
                    <a:pt x="1852381" y="2904501"/>
                    <a:pt x="1847823" y="2918681"/>
                    <a:pt x="1855672" y="2927038"/>
                  </a:cubicBezTo>
                  <a:cubicBezTo>
                    <a:pt x="1864535" y="2936660"/>
                    <a:pt x="1881248" y="2931849"/>
                    <a:pt x="1882261" y="2919694"/>
                  </a:cubicBezTo>
                  <a:close/>
                  <a:moveTo>
                    <a:pt x="1815916" y="2919188"/>
                  </a:moveTo>
                  <a:cubicBezTo>
                    <a:pt x="1816423" y="2913110"/>
                    <a:pt x="1811611" y="2903994"/>
                    <a:pt x="1800216" y="2903488"/>
                  </a:cubicBezTo>
                  <a:cubicBezTo>
                    <a:pt x="1786289" y="2903994"/>
                    <a:pt x="1781984" y="2918175"/>
                    <a:pt x="1789834" y="2926531"/>
                  </a:cubicBezTo>
                  <a:cubicBezTo>
                    <a:pt x="1798443" y="2936154"/>
                    <a:pt x="1815156" y="2931343"/>
                    <a:pt x="1815916" y="2919188"/>
                  </a:cubicBezTo>
                  <a:close/>
                  <a:moveTo>
                    <a:pt x="1750584" y="2918934"/>
                  </a:moveTo>
                  <a:cubicBezTo>
                    <a:pt x="1750837" y="2912857"/>
                    <a:pt x="1746279" y="2903741"/>
                    <a:pt x="1735137" y="2903235"/>
                  </a:cubicBezTo>
                  <a:cubicBezTo>
                    <a:pt x="1721463" y="2903741"/>
                    <a:pt x="1717158" y="2917922"/>
                    <a:pt x="1725008" y="2926278"/>
                  </a:cubicBezTo>
                  <a:cubicBezTo>
                    <a:pt x="1733871" y="2935901"/>
                    <a:pt x="1749824" y="2931343"/>
                    <a:pt x="1750584" y="2918934"/>
                  </a:cubicBezTo>
                  <a:close/>
                  <a:moveTo>
                    <a:pt x="1686264" y="2918681"/>
                  </a:moveTo>
                  <a:cubicBezTo>
                    <a:pt x="1686518" y="2912604"/>
                    <a:pt x="1681960" y="2903488"/>
                    <a:pt x="1670818" y="2902981"/>
                  </a:cubicBezTo>
                  <a:cubicBezTo>
                    <a:pt x="1657143" y="2903741"/>
                    <a:pt x="1653092" y="2917668"/>
                    <a:pt x="1660942" y="2926025"/>
                  </a:cubicBezTo>
                  <a:cubicBezTo>
                    <a:pt x="1669805" y="2935647"/>
                    <a:pt x="1685505" y="2931089"/>
                    <a:pt x="1686264" y="2918681"/>
                  </a:cubicBezTo>
                  <a:close/>
                  <a:moveTo>
                    <a:pt x="1622705" y="2918681"/>
                  </a:moveTo>
                  <a:cubicBezTo>
                    <a:pt x="1622958" y="2912604"/>
                    <a:pt x="1618400" y="2903488"/>
                    <a:pt x="1607511" y="2902981"/>
                  </a:cubicBezTo>
                  <a:cubicBezTo>
                    <a:pt x="1594090" y="2903741"/>
                    <a:pt x="1590039" y="2917668"/>
                    <a:pt x="1597889" y="2926025"/>
                  </a:cubicBezTo>
                  <a:cubicBezTo>
                    <a:pt x="1606498" y="2935901"/>
                    <a:pt x="1622198" y="2931089"/>
                    <a:pt x="1622705" y="2918681"/>
                  </a:cubicBezTo>
                  <a:close/>
                  <a:moveTo>
                    <a:pt x="1535595" y="2926278"/>
                  </a:moveTo>
                  <a:cubicBezTo>
                    <a:pt x="1544205" y="2935647"/>
                    <a:pt x="1559905" y="2930836"/>
                    <a:pt x="1560158" y="2918681"/>
                  </a:cubicBezTo>
                  <a:cubicBezTo>
                    <a:pt x="1560411" y="2912604"/>
                    <a:pt x="1555853" y="2903741"/>
                    <a:pt x="1544711" y="2902981"/>
                  </a:cubicBezTo>
                  <a:cubicBezTo>
                    <a:pt x="1531797" y="2903741"/>
                    <a:pt x="1527998" y="2917922"/>
                    <a:pt x="1535595" y="2926278"/>
                  </a:cubicBezTo>
                  <a:close/>
                  <a:moveTo>
                    <a:pt x="1498371" y="2918934"/>
                  </a:moveTo>
                  <a:cubicBezTo>
                    <a:pt x="1498624" y="2912857"/>
                    <a:pt x="1494066" y="2903994"/>
                    <a:pt x="1483431" y="2903488"/>
                  </a:cubicBezTo>
                  <a:cubicBezTo>
                    <a:pt x="1470516" y="2904248"/>
                    <a:pt x="1466971" y="2918175"/>
                    <a:pt x="1474568" y="2926531"/>
                  </a:cubicBezTo>
                  <a:cubicBezTo>
                    <a:pt x="1483177" y="2935901"/>
                    <a:pt x="1498118" y="2931343"/>
                    <a:pt x="1498371" y="2918934"/>
                  </a:cubicBezTo>
                  <a:close/>
                  <a:moveTo>
                    <a:pt x="1437850" y="2919188"/>
                  </a:moveTo>
                  <a:cubicBezTo>
                    <a:pt x="1437850" y="2913110"/>
                    <a:pt x="1433292" y="2904248"/>
                    <a:pt x="1422909" y="2903741"/>
                  </a:cubicBezTo>
                  <a:cubicBezTo>
                    <a:pt x="1409995" y="2904501"/>
                    <a:pt x="1406703" y="2918681"/>
                    <a:pt x="1414047" y="2926785"/>
                  </a:cubicBezTo>
                  <a:cubicBezTo>
                    <a:pt x="1422909" y="2936154"/>
                    <a:pt x="1437597" y="2931343"/>
                    <a:pt x="1437850" y="2919188"/>
                  </a:cubicBezTo>
                  <a:close/>
                  <a:moveTo>
                    <a:pt x="1378342" y="2919441"/>
                  </a:moveTo>
                  <a:cubicBezTo>
                    <a:pt x="1378342" y="2913364"/>
                    <a:pt x="1373784" y="2904501"/>
                    <a:pt x="1363401" y="2903994"/>
                  </a:cubicBezTo>
                  <a:cubicBezTo>
                    <a:pt x="1350234" y="2904754"/>
                    <a:pt x="1347448" y="2919947"/>
                    <a:pt x="1356058" y="2928051"/>
                  </a:cubicBezTo>
                  <a:cubicBezTo>
                    <a:pt x="1364668" y="2936154"/>
                    <a:pt x="1378088" y="2930836"/>
                    <a:pt x="1378342" y="2919441"/>
                  </a:cubicBezTo>
                  <a:close/>
                  <a:moveTo>
                    <a:pt x="1319593" y="2919694"/>
                  </a:moveTo>
                  <a:cubicBezTo>
                    <a:pt x="1319593" y="2913617"/>
                    <a:pt x="1315035" y="2904754"/>
                    <a:pt x="1304906" y="2904248"/>
                  </a:cubicBezTo>
                  <a:cubicBezTo>
                    <a:pt x="1291992" y="2905007"/>
                    <a:pt x="1289459" y="2920454"/>
                    <a:pt x="1297816" y="2928304"/>
                  </a:cubicBezTo>
                  <a:cubicBezTo>
                    <a:pt x="1306679" y="2936660"/>
                    <a:pt x="1319593" y="2931596"/>
                    <a:pt x="1319593" y="2919694"/>
                  </a:cubicBezTo>
                  <a:close/>
                  <a:moveTo>
                    <a:pt x="1262111" y="2920454"/>
                  </a:moveTo>
                  <a:cubicBezTo>
                    <a:pt x="1262111" y="2914376"/>
                    <a:pt x="1257553" y="2905514"/>
                    <a:pt x="1247677" y="2905007"/>
                  </a:cubicBezTo>
                  <a:cubicBezTo>
                    <a:pt x="1235016" y="2905767"/>
                    <a:pt x="1232484" y="2921214"/>
                    <a:pt x="1240840" y="2929064"/>
                  </a:cubicBezTo>
                  <a:cubicBezTo>
                    <a:pt x="1249450" y="2937167"/>
                    <a:pt x="1262111" y="2932102"/>
                    <a:pt x="1262111" y="2920454"/>
                  </a:cubicBezTo>
                  <a:close/>
                  <a:moveTo>
                    <a:pt x="1205642" y="2920960"/>
                  </a:moveTo>
                  <a:cubicBezTo>
                    <a:pt x="1205642" y="2914883"/>
                    <a:pt x="1201084" y="2906020"/>
                    <a:pt x="1191208" y="2905514"/>
                  </a:cubicBezTo>
                  <a:cubicBezTo>
                    <a:pt x="1178800" y="2906273"/>
                    <a:pt x="1176268" y="2921720"/>
                    <a:pt x="1184624" y="2929570"/>
                  </a:cubicBezTo>
                  <a:cubicBezTo>
                    <a:pt x="1193234" y="2937926"/>
                    <a:pt x="1205642" y="2932609"/>
                    <a:pt x="1205642" y="2920960"/>
                  </a:cubicBezTo>
                  <a:close/>
                  <a:moveTo>
                    <a:pt x="1150185" y="2921720"/>
                  </a:moveTo>
                  <a:cubicBezTo>
                    <a:pt x="1150185" y="2915643"/>
                    <a:pt x="1145627" y="2906780"/>
                    <a:pt x="1136005" y="2906273"/>
                  </a:cubicBezTo>
                  <a:cubicBezTo>
                    <a:pt x="1123850" y="2907033"/>
                    <a:pt x="1121824" y="2922480"/>
                    <a:pt x="1129927" y="2930583"/>
                  </a:cubicBezTo>
                  <a:cubicBezTo>
                    <a:pt x="1138284" y="2938686"/>
                    <a:pt x="1150438" y="2933368"/>
                    <a:pt x="1150185" y="2921720"/>
                  </a:cubicBezTo>
                  <a:close/>
                  <a:moveTo>
                    <a:pt x="1095742" y="2922480"/>
                  </a:moveTo>
                  <a:cubicBezTo>
                    <a:pt x="1095488" y="2916402"/>
                    <a:pt x="1091184" y="2907539"/>
                    <a:pt x="1081814" y="2907033"/>
                  </a:cubicBezTo>
                  <a:cubicBezTo>
                    <a:pt x="1069913" y="2908046"/>
                    <a:pt x="1067887" y="2923239"/>
                    <a:pt x="1075990" y="2931343"/>
                  </a:cubicBezTo>
                  <a:cubicBezTo>
                    <a:pt x="1084347" y="2939446"/>
                    <a:pt x="1095995" y="2934128"/>
                    <a:pt x="1095742" y="2922480"/>
                  </a:cubicBezTo>
                  <a:close/>
                  <a:moveTo>
                    <a:pt x="4887293" y="3048333"/>
                  </a:moveTo>
                  <a:cubicBezTo>
                    <a:pt x="4887799" y="3047320"/>
                    <a:pt x="4889825" y="3038457"/>
                    <a:pt x="4890331" y="3036685"/>
                  </a:cubicBezTo>
                  <a:cubicBezTo>
                    <a:pt x="4891598" y="3031114"/>
                    <a:pt x="4893877" y="3021491"/>
                    <a:pt x="4893877" y="3020478"/>
                  </a:cubicBezTo>
                  <a:lnTo>
                    <a:pt x="4893877" y="3020478"/>
                  </a:lnTo>
                  <a:cubicBezTo>
                    <a:pt x="4893117" y="3021491"/>
                    <a:pt x="4887040" y="3046814"/>
                    <a:pt x="4887293" y="3048333"/>
                  </a:cubicBezTo>
                  <a:close/>
                  <a:moveTo>
                    <a:pt x="4892357" y="3016933"/>
                  </a:moveTo>
                  <a:cubicBezTo>
                    <a:pt x="4892357" y="3016933"/>
                    <a:pt x="4892357" y="3016933"/>
                    <a:pt x="4892357" y="3016933"/>
                  </a:cubicBezTo>
                  <a:cubicBezTo>
                    <a:pt x="4891344" y="3018199"/>
                    <a:pt x="4885014" y="3043522"/>
                    <a:pt x="4886027" y="3044788"/>
                  </a:cubicBezTo>
                  <a:cubicBezTo>
                    <a:pt x="4886786" y="3043775"/>
                    <a:pt x="4889066" y="3034912"/>
                    <a:pt x="4889319" y="3033139"/>
                  </a:cubicBezTo>
                  <a:cubicBezTo>
                    <a:pt x="4890585" y="3027062"/>
                    <a:pt x="4892611" y="3017946"/>
                    <a:pt x="4892357" y="3016933"/>
                  </a:cubicBezTo>
                  <a:close/>
                  <a:moveTo>
                    <a:pt x="4889066" y="3013388"/>
                  </a:moveTo>
                  <a:cubicBezTo>
                    <a:pt x="4889066" y="3013388"/>
                    <a:pt x="4889066" y="3013388"/>
                    <a:pt x="4889066" y="3013388"/>
                  </a:cubicBezTo>
                  <a:cubicBezTo>
                    <a:pt x="4887799" y="3014654"/>
                    <a:pt x="4880962" y="3039977"/>
                    <a:pt x="4882735" y="3041243"/>
                  </a:cubicBezTo>
                  <a:cubicBezTo>
                    <a:pt x="4883748" y="3040230"/>
                    <a:pt x="4886027" y="3031367"/>
                    <a:pt x="4886533" y="3029594"/>
                  </a:cubicBezTo>
                  <a:cubicBezTo>
                    <a:pt x="4887799" y="3023517"/>
                    <a:pt x="4889572" y="3014401"/>
                    <a:pt x="4889066" y="3013388"/>
                  </a:cubicBezTo>
                  <a:close/>
                  <a:moveTo>
                    <a:pt x="4883748" y="3009589"/>
                  </a:moveTo>
                  <a:cubicBezTo>
                    <a:pt x="4881722" y="3009336"/>
                    <a:pt x="4875644" y="3035672"/>
                    <a:pt x="4877164" y="3037444"/>
                  </a:cubicBezTo>
                  <a:cubicBezTo>
                    <a:pt x="4878177" y="3037444"/>
                    <a:pt x="4880456" y="3030101"/>
                    <a:pt x="4881469" y="3025796"/>
                  </a:cubicBezTo>
                  <a:cubicBezTo>
                    <a:pt x="4882988" y="3019972"/>
                    <a:pt x="4884760" y="3010856"/>
                    <a:pt x="4883748" y="3009589"/>
                  </a:cubicBezTo>
                  <a:close/>
                  <a:moveTo>
                    <a:pt x="4874885" y="3022504"/>
                  </a:moveTo>
                  <a:cubicBezTo>
                    <a:pt x="4876404" y="3016427"/>
                    <a:pt x="4877924" y="3007310"/>
                    <a:pt x="4876657" y="3006044"/>
                  </a:cubicBezTo>
                  <a:cubicBezTo>
                    <a:pt x="4873112" y="3005791"/>
                    <a:pt x="4868554" y="3032126"/>
                    <a:pt x="4870074" y="3033899"/>
                  </a:cubicBezTo>
                  <a:cubicBezTo>
                    <a:pt x="4870833" y="3035165"/>
                    <a:pt x="4873112" y="3030101"/>
                    <a:pt x="4874885" y="3022504"/>
                  </a:cubicBezTo>
                  <a:close/>
                  <a:moveTo>
                    <a:pt x="4867541" y="3002499"/>
                  </a:moveTo>
                  <a:cubicBezTo>
                    <a:pt x="4863743" y="3002246"/>
                    <a:pt x="4859185" y="3026809"/>
                    <a:pt x="4860704" y="3030101"/>
                  </a:cubicBezTo>
                  <a:cubicBezTo>
                    <a:pt x="4861717" y="3032126"/>
                    <a:pt x="4864249" y="3027062"/>
                    <a:pt x="4866275" y="3018959"/>
                  </a:cubicBezTo>
                  <a:cubicBezTo>
                    <a:pt x="4867794" y="3012628"/>
                    <a:pt x="4869060" y="3003512"/>
                    <a:pt x="4867541" y="3002499"/>
                  </a:cubicBezTo>
                  <a:close/>
                  <a:moveTo>
                    <a:pt x="4855386" y="3014907"/>
                  </a:moveTo>
                  <a:cubicBezTo>
                    <a:pt x="4856906" y="3008830"/>
                    <a:pt x="4858172" y="2999714"/>
                    <a:pt x="4856146" y="2998448"/>
                  </a:cubicBezTo>
                  <a:cubicBezTo>
                    <a:pt x="4851841" y="2998194"/>
                    <a:pt x="4847283" y="3022757"/>
                    <a:pt x="4849309" y="3026049"/>
                  </a:cubicBezTo>
                  <a:cubicBezTo>
                    <a:pt x="4850575" y="3028328"/>
                    <a:pt x="4853361" y="3023264"/>
                    <a:pt x="4855386" y="3014907"/>
                  </a:cubicBezTo>
                  <a:lnTo>
                    <a:pt x="4855386" y="3014907"/>
                  </a:lnTo>
                  <a:close/>
                  <a:moveTo>
                    <a:pt x="4842725" y="3011362"/>
                  </a:moveTo>
                  <a:cubicBezTo>
                    <a:pt x="4844244" y="3005285"/>
                    <a:pt x="4845257" y="2996168"/>
                    <a:pt x="4842978" y="2994902"/>
                  </a:cubicBezTo>
                  <a:cubicBezTo>
                    <a:pt x="4837914" y="2994649"/>
                    <a:pt x="4833609" y="3019212"/>
                    <a:pt x="4835888" y="3022504"/>
                  </a:cubicBezTo>
                  <a:cubicBezTo>
                    <a:pt x="4837660" y="3024530"/>
                    <a:pt x="4840699" y="3019212"/>
                    <a:pt x="4842725" y="3011362"/>
                  </a:cubicBezTo>
                  <a:close/>
                  <a:moveTo>
                    <a:pt x="4828291" y="3007564"/>
                  </a:moveTo>
                  <a:cubicBezTo>
                    <a:pt x="4829810" y="3001486"/>
                    <a:pt x="4830824" y="2992370"/>
                    <a:pt x="4828291" y="2991104"/>
                  </a:cubicBezTo>
                  <a:cubicBezTo>
                    <a:pt x="4823480" y="2990851"/>
                    <a:pt x="4818415" y="3013641"/>
                    <a:pt x="4820948" y="3018199"/>
                  </a:cubicBezTo>
                  <a:cubicBezTo>
                    <a:pt x="4822467" y="3021238"/>
                    <a:pt x="4826012" y="3016173"/>
                    <a:pt x="4828291" y="3007564"/>
                  </a:cubicBezTo>
                  <a:close/>
                  <a:moveTo>
                    <a:pt x="4811832" y="3003765"/>
                  </a:moveTo>
                  <a:cubicBezTo>
                    <a:pt x="4813351" y="2997688"/>
                    <a:pt x="4814364" y="2988572"/>
                    <a:pt x="4811325" y="2987306"/>
                  </a:cubicBezTo>
                  <a:cubicBezTo>
                    <a:pt x="4806007" y="2987052"/>
                    <a:pt x="4801196" y="3009843"/>
                    <a:pt x="4803982" y="3014401"/>
                  </a:cubicBezTo>
                  <a:cubicBezTo>
                    <a:pt x="4805754" y="3017693"/>
                    <a:pt x="4809552" y="3012628"/>
                    <a:pt x="4811832" y="3003765"/>
                  </a:cubicBezTo>
                  <a:close/>
                  <a:moveTo>
                    <a:pt x="4793852" y="2999967"/>
                  </a:moveTo>
                  <a:cubicBezTo>
                    <a:pt x="4795372" y="2993889"/>
                    <a:pt x="4796131" y="2984773"/>
                    <a:pt x="4792840" y="2983507"/>
                  </a:cubicBezTo>
                  <a:cubicBezTo>
                    <a:pt x="4786509" y="2983254"/>
                    <a:pt x="4781951" y="3005791"/>
                    <a:pt x="4785496" y="3010602"/>
                  </a:cubicBezTo>
                  <a:cubicBezTo>
                    <a:pt x="4787522" y="3013894"/>
                    <a:pt x="4791573" y="3008830"/>
                    <a:pt x="4793852" y="2999967"/>
                  </a:cubicBezTo>
                  <a:close/>
                  <a:moveTo>
                    <a:pt x="4773848" y="2996422"/>
                  </a:moveTo>
                  <a:cubicBezTo>
                    <a:pt x="4775367" y="2990344"/>
                    <a:pt x="4776127" y="2981228"/>
                    <a:pt x="4772328" y="2979962"/>
                  </a:cubicBezTo>
                  <a:cubicBezTo>
                    <a:pt x="4766251" y="2979709"/>
                    <a:pt x="4761439" y="3000727"/>
                    <a:pt x="4764478" y="3006551"/>
                  </a:cubicBezTo>
                  <a:cubicBezTo>
                    <a:pt x="4766757" y="3010602"/>
                    <a:pt x="4771568" y="3005538"/>
                    <a:pt x="4773848" y="2996422"/>
                  </a:cubicBezTo>
                  <a:close/>
                  <a:moveTo>
                    <a:pt x="4750297" y="2976164"/>
                  </a:moveTo>
                  <a:cubicBezTo>
                    <a:pt x="4743967" y="2975910"/>
                    <a:pt x="4738902" y="2996928"/>
                    <a:pt x="4742448" y="3002752"/>
                  </a:cubicBezTo>
                  <a:cubicBezTo>
                    <a:pt x="4744980" y="3006804"/>
                    <a:pt x="4749791" y="3001739"/>
                    <a:pt x="4752070" y="2992623"/>
                  </a:cubicBezTo>
                  <a:cubicBezTo>
                    <a:pt x="4753843" y="2986546"/>
                    <a:pt x="4754349" y="2977430"/>
                    <a:pt x="4750297" y="2976164"/>
                  </a:cubicBezTo>
                  <a:close/>
                  <a:moveTo>
                    <a:pt x="4728774" y="2988825"/>
                  </a:moveTo>
                  <a:cubicBezTo>
                    <a:pt x="4730293" y="2982747"/>
                    <a:pt x="4730799" y="2973631"/>
                    <a:pt x="4726494" y="2972365"/>
                  </a:cubicBezTo>
                  <a:cubicBezTo>
                    <a:pt x="4719657" y="2972112"/>
                    <a:pt x="4714593" y="2993130"/>
                    <a:pt x="4718391" y="2998954"/>
                  </a:cubicBezTo>
                  <a:cubicBezTo>
                    <a:pt x="4721430" y="3003259"/>
                    <a:pt x="4726494" y="2998194"/>
                    <a:pt x="4728774" y="2988825"/>
                  </a:cubicBezTo>
                  <a:close/>
                  <a:moveTo>
                    <a:pt x="4703957" y="2985280"/>
                  </a:moveTo>
                  <a:cubicBezTo>
                    <a:pt x="4705477" y="2979202"/>
                    <a:pt x="4705730" y="2970086"/>
                    <a:pt x="4701172" y="2968820"/>
                  </a:cubicBezTo>
                  <a:cubicBezTo>
                    <a:pt x="4694081" y="2968567"/>
                    <a:pt x="4689017" y="2987812"/>
                    <a:pt x="4692562" y="2994902"/>
                  </a:cubicBezTo>
                  <a:cubicBezTo>
                    <a:pt x="4695601" y="3000220"/>
                    <a:pt x="4701425" y="2995156"/>
                    <a:pt x="4703957" y="2985280"/>
                  </a:cubicBezTo>
                  <a:close/>
                  <a:moveTo>
                    <a:pt x="4674330" y="2965275"/>
                  </a:moveTo>
                  <a:cubicBezTo>
                    <a:pt x="4666986" y="2965022"/>
                    <a:pt x="4661668" y="2984267"/>
                    <a:pt x="4665720" y="2991357"/>
                  </a:cubicBezTo>
                  <a:cubicBezTo>
                    <a:pt x="4668759" y="2996675"/>
                    <a:pt x="4674836" y="2991610"/>
                    <a:pt x="4677369" y="2981735"/>
                  </a:cubicBezTo>
                  <a:cubicBezTo>
                    <a:pt x="4678888" y="2975404"/>
                    <a:pt x="4678888" y="2966288"/>
                    <a:pt x="4674330" y="2965275"/>
                  </a:cubicBezTo>
                  <a:close/>
                  <a:moveTo>
                    <a:pt x="4645715" y="2961476"/>
                  </a:moveTo>
                  <a:cubicBezTo>
                    <a:pt x="4637865" y="2961476"/>
                    <a:pt x="4632801" y="2980468"/>
                    <a:pt x="4636852" y="2987559"/>
                  </a:cubicBezTo>
                  <a:cubicBezTo>
                    <a:pt x="4640144" y="2992877"/>
                    <a:pt x="4646475" y="2987812"/>
                    <a:pt x="4649007" y="2977936"/>
                  </a:cubicBezTo>
                  <a:cubicBezTo>
                    <a:pt x="4650526" y="2971859"/>
                    <a:pt x="4650526" y="2962743"/>
                    <a:pt x="4645715" y="2961476"/>
                  </a:cubicBezTo>
                  <a:close/>
                  <a:moveTo>
                    <a:pt x="4619380" y="2974391"/>
                  </a:moveTo>
                  <a:cubicBezTo>
                    <a:pt x="4620899" y="2968314"/>
                    <a:pt x="4620899" y="2959197"/>
                    <a:pt x="4615582" y="2957931"/>
                  </a:cubicBezTo>
                  <a:cubicBezTo>
                    <a:pt x="4607225" y="2957931"/>
                    <a:pt x="4602161" y="2976923"/>
                    <a:pt x="4606718" y="2984014"/>
                  </a:cubicBezTo>
                  <a:cubicBezTo>
                    <a:pt x="4610011" y="2989078"/>
                    <a:pt x="4616848" y="2984014"/>
                    <a:pt x="4619380" y="2974391"/>
                  </a:cubicBezTo>
                  <a:close/>
                  <a:moveTo>
                    <a:pt x="4587980" y="2970846"/>
                  </a:moveTo>
                  <a:cubicBezTo>
                    <a:pt x="4589499" y="2964768"/>
                    <a:pt x="4589246" y="2955652"/>
                    <a:pt x="4583675" y="2954386"/>
                  </a:cubicBezTo>
                  <a:cubicBezTo>
                    <a:pt x="4575572" y="2954386"/>
                    <a:pt x="4570254" y="2972112"/>
                    <a:pt x="4574306" y="2979709"/>
                  </a:cubicBezTo>
                  <a:cubicBezTo>
                    <a:pt x="4577851" y="2986039"/>
                    <a:pt x="4585195" y="2980975"/>
                    <a:pt x="4587980" y="2970846"/>
                  </a:cubicBezTo>
                  <a:close/>
                  <a:moveTo>
                    <a:pt x="4555061" y="2967047"/>
                  </a:moveTo>
                  <a:cubicBezTo>
                    <a:pt x="4556580" y="2960970"/>
                    <a:pt x="4556326" y="2951854"/>
                    <a:pt x="4550502" y="2950588"/>
                  </a:cubicBezTo>
                  <a:cubicBezTo>
                    <a:pt x="4541893" y="2950588"/>
                    <a:pt x="4536575" y="2968314"/>
                    <a:pt x="4540880" y="2975910"/>
                  </a:cubicBezTo>
                  <a:cubicBezTo>
                    <a:pt x="4544678" y="2982494"/>
                    <a:pt x="4552528" y="2977430"/>
                    <a:pt x="4555061" y="2967047"/>
                  </a:cubicBezTo>
                  <a:close/>
                  <a:moveTo>
                    <a:pt x="4520875" y="2963502"/>
                  </a:moveTo>
                  <a:cubicBezTo>
                    <a:pt x="4522394" y="2957425"/>
                    <a:pt x="4521888" y="2948309"/>
                    <a:pt x="4516064" y="2947043"/>
                  </a:cubicBezTo>
                  <a:cubicBezTo>
                    <a:pt x="4506947" y="2947043"/>
                    <a:pt x="4501630" y="2964768"/>
                    <a:pt x="4506441" y="2972365"/>
                  </a:cubicBezTo>
                  <a:cubicBezTo>
                    <a:pt x="4510239" y="2978949"/>
                    <a:pt x="4518089" y="2974138"/>
                    <a:pt x="4520875" y="2963502"/>
                  </a:cubicBezTo>
                  <a:close/>
                  <a:moveTo>
                    <a:pt x="4485170" y="2960210"/>
                  </a:moveTo>
                  <a:cubicBezTo>
                    <a:pt x="4486689" y="2954133"/>
                    <a:pt x="4486183" y="2945017"/>
                    <a:pt x="4479852" y="2943751"/>
                  </a:cubicBezTo>
                  <a:cubicBezTo>
                    <a:pt x="4470483" y="2943751"/>
                    <a:pt x="4465165" y="2961476"/>
                    <a:pt x="4470230" y="2969073"/>
                  </a:cubicBezTo>
                  <a:cubicBezTo>
                    <a:pt x="4474028" y="2975404"/>
                    <a:pt x="4482384" y="2970339"/>
                    <a:pt x="4485170" y="2960210"/>
                  </a:cubicBezTo>
                  <a:close/>
                  <a:moveTo>
                    <a:pt x="4447946" y="2956665"/>
                  </a:moveTo>
                  <a:cubicBezTo>
                    <a:pt x="4449465" y="2950588"/>
                    <a:pt x="4448705" y="2941472"/>
                    <a:pt x="4442122" y="2940206"/>
                  </a:cubicBezTo>
                  <a:cubicBezTo>
                    <a:pt x="4433006" y="2940206"/>
                    <a:pt x="4427435" y="2956412"/>
                    <a:pt x="4431739" y="2964768"/>
                  </a:cubicBezTo>
                  <a:cubicBezTo>
                    <a:pt x="4435791" y="2972112"/>
                    <a:pt x="4445160" y="2967554"/>
                    <a:pt x="4447946" y="2956665"/>
                  </a:cubicBezTo>
                  <a:close/>
                  <a:moveTo>
                    <a:pt x="4409202" y="2953120"/>
                  </a:moveTo>
                  <a:cubicBezTo>
                    <a:pt x="4410722" y="2947043"/>
                    <a:pt x="4409962" y="2937926"/>
                    <a:pt x="4403125" y="2936660"/>
                  </a:cubicBezTo>
                  <a:cubicBezTo>
                    <a:pt x="4393502" y="2936660"/>
                    <a:pt x="4387931" y="2952867"/>
                    <a:pt x="4392743" y="2961223"/>
                  </a:cubicBezTo>
                  <a:cubicBezTo>
                    <a:pt x="4397047" y="2968820"/>
                    <a:pt x="4406417" y="2964262"/>
                    <a:pt x="4409202" y="2953120"/>
                  </a:cubicBezTo>
                  <a:close/>
                  <a:moveTo>
                    <a:pt x="4369446" y="2949828"/>
                  </a:moveTo>
                  <a:cubicBezTo>
                    <a:pt x="4370965" y="2943751"/>
                    <a:pt x="4369953" y="2934635"/>
                    <a:pt x="4363115" y="2933368"/>
                  </a:cubicBezTo>
                  <a:cubicBezTo>
                    <a:pt x="4353240" y="2933368"/>
                    <a:pt x="4347669" y="2949575"/>
                    <a:pt x="4352480" y="2957931"/>
                  </a:cubicBezTo>
                  <a:cubicBezTo>
                    <a:pt x="4357038" y="2965275"/>
                    <a:pt x="4366660" y="2960717"/>
                    <a:pt x="4369446" y="2949828"/>
                  </a:cubicBezTo>
                  <a:close/>
                  <a:moveTo>
                    <a:pt x="4328170" y="2946283"/>
                  </a:moveTo>
                  <a:cubicBezTo>
                    <a:pt x="4329689" y="2940206"/>
                    <a:pt x="4328677" y="2931089"/>
                    <a:pt x="4321333" y="2929823"/>
                  </a:cubicBezTo>
                  <a:cubicBezTo>
                    <a:pt x="4311204" y="2929823"/>
                    <a:pt x="4305633" y="2946030"/>
                    <a:pt x="4310697" y="2954386"/>
                  </a:cubicBezTo>
                  <a:cubicBezTo>
                    <a:pt x="4315256" y="2961983"/>
                    <a:pt x="4325385" y="2957172"/>
                    <a:pt x="4328170" y="2946283"/>
                  </a:cubicBezTo>
                  <a:close/>
                  <a:moveTo>
                    <a:pt x="4278538" y="2926531"/>
                  </a:moveTo>
                  <a:cubicBezTo>
                    <a:pt x="4268156" y="2926531"/>
                    <a:pt x="4262585" y="2942738"/>
                    <a:pt x="4267902" y="2951094"/>
                  </a:cubicBezTo>
                  <a:cubicBezTo>
                    <a:pt x="4272713" y="2958691"/>
                    <a:pt x="4283096" y="2954133"/>
                    <a:pt x="4285881" y="2942991"/>
                  </a:cubicBezTo>
                  <a:cubicBezTo>
                    <a:pt x="4287148" y="2936914"/>
                    <a:pt x="4285881" y="2927798"/>
                    <a:pt x="4278538" y="2926531"/>
                  </a:cubicBezTo>
                  <a:close/>
                  <a:moveTo>
                    <a:pt x="3685736" y="2906273"/>
                  </a:moveTo>
                  <a:cubicBezTo>
                    <a:pt x="3687002" y="2900196"/>
                    <a:pt x="3684723" y="2891080"/>
                    <a:pt x="3674847" y="2890067"/>
                  </a:cubicBezTo>
                  <a:cubicBezTo>
                    <a:pt x="3662692" y="2890067"/>
                    <a:pt x="3656615" y="2903994"/>
                    <a:pt x="3661933" y="2912857"/>
                  </a:cubicBezTo>
                  <a:cubicBezTo>
                    <a:pt x="3668263" y="2922480"/>
                    <a:pt x="3682950" y="2918428"/>
                    <a:pt x="3685736" y="2906273"/>
                  </a:cubicBezTo>
                  <a:close/>
                  <a:moveTo>
                    <a:pt x="3629267" y="2903488"/>
                  </a:moveTo>
                  <a:cubicBezTo>
                    <a:pt x="3630533" y="2897410"/>
                    <a:pt x="3628001" y="2888294"/>
                    <a:pt x="3617871" y="2887281"/>
                  </a:cubicBezTo>
                  <a:cubicBezTo>
                    <a:pt x="3605717" y="2887281"/>
                    <a:pt x="3599639" y="2901209"/>
                    <a:pt x="3604957" y="2910072"/>
                  </a:cubicBezTo>
                  <a:cubicBezTo>
                    <a:pt x="3611288" y="2919694"/>
                    <a:pt x="3626734" y="2915643"/>
                    <a:pt x="3629267" y="2903488"/>
                  </a:cubicBezTo>
                  <a:close/>
                  <a:moveTo>
                    <a:pt x="3571784" y="2900702"/>
                  </a:moveTo>
                  <a:cubicBezTo>
                    <a:pt x="3573051" y="2894625"/>
                    <a:pt x="3570518" y="2885509"/>
                    <a:pt x="3560389" y="2884496"/>
                  </a:cubicBezTo>
                  <a:cubicBezTo>
                    <a:pt x="3547981" y="2884496"/>
                    <a:pt x="3541904" y="2898423"/>
                    <a:pt x="3547475" y="2907286"/>
                  </a:cubicBezTo>
                  <a:cubicBezTo>
                    <a:pt x="3554059" y="2917415"/>
                    <a:pt x="3569252" y="2913364"/>
                    <a:pt x="3571784" y="2900702"/>
                  </a:cubicBezTo>
                  <a:close/>
                  <a:moveTo>
                    <a:pt x="3513542" y="2898170"/>
                  </a:moveTo>
                  <a:cubicBezTo>
                    <a:pt x="3514809" y="2892093"/>
                    <a:pt x="3512023" y="2882976"/>
                    <a:pt x="3501894" y="2881964"/>
                  </a:cubicBezTo>
                  <a:cubicBezTo>
                    <a:pt x="3489232" y="2882217"/>
                    <a:pt x="3483155" y="2896144"/>
                    <a:pt x="3488979" y="2904754"/>
                  </a:cubicBezTo>
                  <a:cubicBezTo>
                    <a:pt x="3495563" y="2914630"/>
                    <a:pt x="3511010" y="2910578"/>
                    <a:pt x="3513542" y="2898170"/>
                  </a:cubicBezTo>
                  <a:close/>
                  <a:moveTo>
                    <a:pt x="3454541" y="2895638"/>
                  </a:moveTo>
                  <a:cubicBezTo>
                    <a:pt x="3455807" y="2889560"/>
                    <a:pt x="3452768" y="2880444"/>
                    <a:pt x="3442386" y="2879431"/>
                  </a:cubicBezTo>
                  <a:cubicBezTo>
                    <a:pt x="3429725" y="2879685"/>
                    <a:pt x="3423647" y="2893612"/>
                    <a:pt x="3429471" y="2902222"/>
                  </a:cubicBezTo>
                  <a:cubicBezTo>
                    <a:pt x="3436308" y="2912097"/>
                    <a:pt x="3452009" y="2907793"/>
                    <a:pt x="3454541" y="2895638"/>
                  </a:cubicBezTo>
                  <a:close/>
                  <a:moveTo>
                    <a:pt x="3394779" y="2893106"/>
                  </a:moveTo>
                  <a:cubicBezTo>
                    <a:pt x="3396046" y="2887028"/>
                    <a:pt x="3393007" y="2877912"/>
                    <a:pt x="3382372" y="2876899"/>
                  </a:cubicBezTo>
                  <a:cubicBezTo>
                    <a:pt x="3369457" y="2877152"/>
                    <a:pt x="3363380" y="2891080"/>
                    <a:pt x="3369457" y="2899689"/>
                  </a:cubicBezTo>
                  <a:cubicBezTo>
                    <a:pt x="3376294" y="2909565"/>
                    <a:pt x="3392500" y="2905260"/>
                    <a:pt x="3394779" y="2893106"/>
                  </a:cubicBezTo>
                  <a:close/>
                  <a:moveTo>
                    <a:pt x="3334258" y="2890827"/>
                  </a:moveTo>
                  <a:cubicBezTo>
                    <a:pt x="3335525" y="2884749"/>
                    <a:pt x="3332486" y="2875633"/>
                    <a:pt x="3321850" y="2874620"/>
                  </a:cubicBezTo>
                  <a:cubicBezTo>
                    <a:pt x="3308936" y="2874873"/>
                    <a:pt x="3302858" y="2888801"/>
                    <a:pt x="3308936" y="2897410"/>
                  </a:cubicBezTo>
                  <a:cubicBezTo>
                    <a:pt x="3315773" y="2907286"/>
                    <a:pt x="3331726" y="2903235"/>
                    <a:pt x="3334258" y="2890827"/>
                  </a:cubicBezTo>
                  <a:close/>
                  <a:moveTo>
                    <a:pt x="3272978" y="2888547"/>
                  </a:moveTo>
                  <a:cubicBezTo>
                    <a:pt x="3274244" y="2882470"/>
                    <a:pt x="3270952" y="2873354"/>
                    <a:pt x="3260316" y="2872341"/>
                  </a:cubicBezTo>
                  <a:cubicBezTo>
                    <a:pt x="3246896" y="2872594"/>
                    <a:pt x="3241071" y="2886522"/>
                    <a:pt x="3247149" y="2895131"/>
                  </a:cubicBezTo>
                  <a:cubicBezTo>
                    <a:pt x="3254492" y="2905007"/>
                    <a:pt x="3270699" y="2900702"/>
                    <a:pt x="3272978" y="2888547"/>
                  </a:cubicBezTo>
                  <a:close/>
                  <a:moveTo>
                    <a:pt x="3059002" y="2888547"/>
                  </a:moveTo>
                  <a:cubicBezTo>
                    <a:pt x="3066599" y="2898423"/>
                    <a:pt x="3083058" y="2894118"/>
                    <a:pt x="3085337" y="2881964"/>
                  </a:cubicBezTo>
                  <a:cubicBezTo>
                    <a:pt x="3086350" y="2875886"/>
                    <a:pt x="3083058" y="2866770"/>
                    <a:pt x="3071916" y="2865757"/>
                  </a:cubicBezTo>
                  <a:cubicBezTo>
                    <a:pt x="3058242" y="2866010"/>
                    <a:pt x="3052418" y="2879938"/>
                    <a:pt x="3059002" y="2888547"/>
                  </a:cubicBezTo>
                  <a:close/>
                  <a:moveTo>
                    <a:pt x="2994936" y="2886522"/>
                  </a:moveTo>
                  <a:cubicBezTo>
                    <a:pt x="3002533" y="2896397"/>
                    <a:pt x="3019499" y="2892093"/>
                    <a:pt x="3021524" y="2879938"/>
                  </a:cubicBezTo>
                  <a:cubicBezTo>
                    <a:pt x="3022537" y="2873860"/>
                    <a:pt x="3018992" y="2864744"/>
                    <a:pt x="3007850" y="2863731"/>
                  </a:cubicBezTo>
                  <a:cubicBezTo>
                    <a:pt x="2994176" y="2863985"/>
                    <a:pt x="2988352" y="2877912"/>
                    <a:pt x="2994936" y="2886522"/>
                  </a:cubicBezTo>
                  <a:close/>
                  <a:moveTo>
                    <a:pt x="2943278" y="2861706"/>
                  </a:moveTo>
                  <a:cubicBezTo>
                    <a:pt x="2930110" y="2861959"/>
                    <a:pt x="2924033" y="2874620"/>
                    <a:pt x="2929604" y="2883483"/>
                  </a:cubicBezTo>
                  <a:cubicBezTo>
                    <a:pt x="2936694" y="2894625"/>
                    <a:pt x="2954926" y="2890827"/>
                    <a:pt x="2957205" y="2877912"/>
                  </a:cubicBezTo>
                  <a:cubicBezTo>
                    <a:pt x="2958471" y="2871581"/>
                    <a:pt x="2954673" y="2862465"/>
                    <a:pt x="2943278" y="2861706"/>
                  </a:cubicBezTo>
                  <a:close/>
                  <a:moveTo>
                    <a:pt x="2878452" y="2859680"/>
                  </a:moveTo>
                  <a:cubicBezTo>
                    <a:pt x="2865284" y="2859933"/>
                    <a:pt x="2859207" y="2872594"/>
                    <a:pt x="2864778" y="2881457"/>
                  </a:cubicBezTo>
                  <a:cubicBezTo>
                    <a:pt x="2871868" y="2892599"/>
                    <a:pt x="2890100" y="2888801"/>
                    <a:pt x="2892379" y="2875886"/>
                  </a:cubicBezTo>
                  <a:cubicBezTo>
                    <a:pt x="2893392" y="2869809"/>
                    <a:pt x="2889594" y="2860693"/>
                    <a:pt x="2878452" y="2859680"/>
                  </a:cubicBezTo>
                  <a:close/>
                  <a:moveTo>
                    <a:pt x="2812866" y="2857907"/>
                  </a:moveTo>
                  <a:cubicBezTo>
                    <a:pt x="2799445" y="2858160"/>
                    <a:pt x="2793368" y="2871075"/>
                    <a:pt x="2799192" y="2879685"/>
                  </a:cubicBezTo>
                  <a:cubicBezTo>
                    <a:pt x="2806789" y="2890827"/>
                    <a:pt x="2825021" y="2887281"/>
                    <a:pt x="2827047" y="2873860"/>
                  </a:cubicBezTo>
                  <a:cubicBezTo>
                    <a:pt x="2828060" y="2868036"/>
                    <a:pt x="2824261" y="2858920"/>
                    <a:pt x="2812866" y="2857907"/>
                  </a:cubicBezTo>
                  <a:close/>
                  <a:moveTo>
                    <a:pt x="2733353" y="2878165"/>
                  </a:moveTo>
                  <a:cubicBezTo>
                    <a:pt x="2740697" y="2889307"/>
                    <a:pt x="2759436" y="2885509"/>
                    <a:pt x="2761462" y="2872341"/>
                  </a:cubicBezTo>
                  <a:cubicBezTo>
                    <a:pt x="2762474" y="2866264"/>
                    <a:pt x="2758676" y="2857147"/>
                    <a:pt x="2747028" y="2856135"/>
                  </a:cubicBezTo>
                  <a:cubicBezTo>
                    <a:pt x="2733353" y="2856641"/>
                    <a:pt x="2727529" y="2869302"/>
                    <a:pt x="2733353" y="2878165"/>
                  </a:cubicBezTo>
                  <a:close/>
                  <a:moveTo>
                    <a:pt x="2667008" y="2876393"/>
                  </a:moveTo>
                  <a:cubicBezTo>
                    <a:pt x="2674605" y="2887535"/>
                    <a:pt x="2693090" y="2883483"/>
                    <a:pt x="2694863" y="2870568"/>
                  </a:cubicBezTo>
                  <a:cubicBezTo>
                    <a:pt x="2695876" y="2864491"/>
                    <a:pt x="2691824" y="2855375"/>
                    <a:pt x="2680429" y="2854615"/>
                  </a:cubicBezTo>
                  <a:cubicBezTo>
                    <a:pt x="2667008" y="2854868"/>
                    <a:pt x="2660931" y="2867783"/>
                    <a:pt x="2667008" y="2876393"/>
                  </a:cubicBezTo>
                  <a:close/>
                  <a:moveTo>
                    <a:pt x="2600157" y="2874873"/>
                  </a:moveTo>
                  <a:cubicBezTo>
                    <a:pt x="2608007" y="2886015"/>
                    <a:pt x="2626492" y="2882217"/>
                    <a:pt x="2628265" y="2869049"/>
                  </a:cubicBezTo>
                  <a:cubicBezTo>
                    <a:pt x="2629024" y="2862972"/>
                    <a:pt x="2625226" y="2853855"/>
                    <a:pt x="2613578" y="2853096"/>
                  </a:cubicBezTo>
                  <a:cubicBezTo>
                    <a:pt x="2599903" y="2853349"/>
                    <a:pt x="2594079" y="2866264"/>
                    <a:pt x="2600157" y="2874873"/>
                  </a:cubicBezTo>
                  <a:close/>
                  <a:moveTo>
                    <a:pt x="2546473" y="2851576"/>
                  </a:moveTo>
                  <a:cubicBezTo>
                    <a:pt x="2531786" y="2851830"/>
                    <a:pt x="2527481" y="2865504"/>
                    <a:pt x="2533052" y="2873354"/>
                  </a:cubicBezTo>
                  <a:cubicBezTo>
                    <a:pt x="2540902" y="2884496"/>
                    <a:pt x="2559641" y="2880444"/>
                    <a:pt x="2561413" y="2867530"/>
                  </a:cubicBezTo>
                  <a:cubicBezTo>
                    <a:pt x="2562173" y="2861452"/>
                    <a:pt x="2558121" y="2852336"/>
                    <a:pt x="2546473" y="2851576"/>
                  </a:cubicBezTo>
                  <a:close/>
                  <a:moveTo>
                    <a:pt x="2478861" y="2850310"/>
                  </a:moveTo>
                  <a:cubicBezTo>
                    <a:pt x="2465187" y="2850564"/>
                    <a:pt x="2459363" y="2863478"/>
                    <a:pt x="2465694" y="2872341"/>
                  </a:cubicBezTo>
                  <a:cubicBezTo>
                    <a:pt x="2473544" y="2883483"/>
                    <a:pt x="2492282" y="2879431"/>
                    <a:pt x="2494055" y="2866517"/>
                  </a:cubicBezTo>
                  <a:cubicBezTo>
                    <a:pt x="2494815" y="2860186"/>
                    <a:pt x="2490763" y="2851070"/>
                    <a:pt x="2478861" y="2850310"/>
                  </a:cubicBezTo>
                  <a:close/>
                  <a:moveTo>
                    <a:pt x="2410997" y="2849044"/>
                  </a:moveTo>
                  <a:cubicBezTo>
                    <a:pt x="2397323" y="2849551"/>
                    <a:pt x="2391499" y="2862212"/>
                    <a:pt x="2397829" y="2871075"/>
                  </a:cubicBezTo>
                  <a:cubicBezTo>
                    <a:pt x="2405679" y="2881964"/>
                    <a:pt x="2424671" y="2878165"/>
                    <a:pt x="2426190" y="2865251"/>
                  </a:cubicBezTo>
                  <a:cubicBezTo>
                    <a:pt x="2427203" y="2858920"/>
                    <a:pt x="2422899" y="2849804"/>
                    <a:pt x="2410997" y="2849044"/>
                  </a:cubicBezTo>
                  <a:close/>
                  <a:moveTo>
                    <a:pt x="2343132" y="2847778"/>
                  </a:moveTo>
                  <a:cubicBezTo>
                    <a:pt x="2329205" y="2848285"/>
                    <a:pt x="2323381" y="2860946"/>
                    <a:pt x="2329965" y="2869809"/>
                  </a:cubicBezTo>
                  <a:cubicBezTo>
                    <a:pt x="2338321" y="2880951"/>
                    <a:pt x="2356807" y="2877152"/>
                    <a:pt x="2358579" y="2863731"/>
                  </a:cubicBezTo>
                  <a:cubicBezTo>
                    <a:pt x="2359086" y="2857654"/>
                    <a:pt x="2355034" y="2848538"/>
                    <a:pt x="2343132" y="2847778"/>
                  </a:cubicBezTo>
                  <a:close/>
                  <a:moveTo>
                    <a:pt x="2261594" y="2868796"/>
                  </a:moveTo>
                  <a:cubicBezTo>
                    <a:pt x="2269697" y="2879685"/>
                    <a:pt x="2288689" y="2875886"/>
                    <a:pt x="2290208" y="2862718"/>
                  </a:cubicBezTo>
                  <a:cubicBezTo>
                    <a:pt x="2290968" y="2856641"/>
                    <a:pt x="2286663" y="2847525"/>
                    <a:pt x="2274508" y="2846765"/>
                  </a:cubicBezTo>
                  <a:cubicBezTo>
                    <a:pt x="2260834" y="2847018"/>
                    <a:pt x="2255263" y="2859933"/>
                    <a:pt x="2261594" y="2868796"/>
                  </a:cubicBezTo>
                  <a:close/>
                  <a:moveTo>
                    <a:pt x="2221837" y="2861706"/>
                  </a:moveTo>
                  <a:cubicBezTo>
                    <a:pt x="2222597" y="2855628"/>
                    <a:pt x="2218039" y="2846512"/>
                    <a:pt x="2206137" y="2845752"/>
                  </a:cubicBezTo>
                  <a:cubicBezTo>
                    <a:pt x="2192210" y="2846259"/>
                    <a:pt x="2186639" y="2858920"/>
                    <a:pt x="2193223" y="2867783"/>
                  </a:cubicBezTo>
                  <a:cubicBezTo>
                    <a:pt x="2201326" y="2878672"/>
                    <a:pt x="2220318" y="2874620"/>
                    <a:pt x="2221837" y="2861706"/>
                  </a:cubicBezTo>
                  <a:close/>
                  <a:moveTo>
                    <a:pt x="2153213" y="2860693"/>
                  </a:moveTo>
                  <a:cubicBezTo>
                    <a:pt x="2153973" y="2854615"/>
                    <a:pt x="2149415" y="2845499"/>
                    <a:pt x="2137513" y="2844739"/>
                  </a:cubicBezTo>
                  <a:cubicBezTo>
                    <a:pt x="2123586" y="2845246"/>
                    <a:pt x="2118015" y="2858160"/>
                    <a:pt x="2124598" y="2866770"/>
                  </a:cubicBezTo>
                  <a:cubicBezTo>
                    <a:pt x="2132955" y="2877912"/>
                    <a:pt x="2151947" y="2873860"/>
                    <a:pt x="2153213" y="2860693"/>
                  </a:cubicBezTo>
                  <a:close/>
                  <a:moveTo>
                    <a:pt x="2084589" y="2859933"/>
                  </a:moveTo>
                  <a:cubicBezTo>
                    <a:pt x="2085095" y="2853855"/>
                    <a:pt x="2080790" y="2844739"/>
                    <a:pt x="2068636" y="2843980"/>
                  </a:cubicBezTo>
                  <a:cubicBezTo>
                    <a:pt x="2053695" y="2844486"/>
                    <a:pt x="2049644" y="2858160"/>
                    <a:pt x="2055721" y="2866010"/>
                  </a:cubicBezTo>
                  <a:cubicBezTo>
                    <a:pt x="2064077" y="2876899"/>
                    <a:pt x="2083322" y="2872847"/>
                    <a:pt x="2084589" y="2859933"/>
                  </a:cubicBezTo>
                  <a:close/>
                  <a:moveTo>
                    <a:pt x="2015711" y="2859173"/>
                  </a:moveTo>
                  <a:cubicBezTo>
                    <a:pt x="2016218" y="2853096"/>
                    <a:pt x="2011660" y="2843980"/>
                    <a:pt x="1999505" y="2843220"/>
                  </a:cubicBezTo>
                  <a:cubicBezTo>
                    <a:pt x="1985831" y="2843727"/>
                    <a:pt x="1980260" y="2856641"/>
                    <a:pt x="1987097" y="2865251"/>
                  </a:cubicBezTo>
                  <a:cubicBezTo>
                    <a:pt x="1995453" y="2876393"/>
                    <a:pt x="2014445" y="2872341"/>
                    <a:pt x="2015711" y="2859173"/>
                  </a:cubicBezTo>
                  <a:close/>
                  <a:moveTo>
                    <a:pt x="1947340" y="2858667"/>
                  </a:moveTo>
                  <a:cubicBezTo>
                    <a:pt x="1947847" y="2852589"/>
                    <a:pt x="1943289" y="2843473"/>
                    <a:pt x="1931640" y="2842714"/>
                  </a:cubicBezTo>
                  <a:cubicBezTo>
                    <a:pt x="1917206" y="2843220"/>
                    <a:pt x="1912648" y="2857401"/>
                    <a:pt x="1920245" y="2865757"/>
                  </a:cubicBezTo>
                  <a:cubicBezTo>
                    <a:pt x="1929361" y="2875633"/>
                    <a:pt x="1946327" y="2871075"/>
                    <a:pt x="1947340" y="2858667"/>
                  </a:cubicBezTo>
                  <a:close/>
                  <a:moveTo>
                    <a:pt x="1879982" y="2858160"/>
                  </a:moveTo>
                  <a:cubicBezTo>
                    <a:pt x="1880489" y="2852083"/>
                    <a:pt x="1875931" y="2842967"/>
                    <a:pt x="1864282" y="2842460"/>
                  </a:cubicBezTo>
                  <a:cubicBezTo>
                    <a:pt x="1849848" y="2842967"/>
                    <a:pt x="1845290" y="2857147"/>
                    <a:pt x="1853140" y="2865757"/>
                  </a:cubicBezTo>
                  <a:cubicBezTo>
                    <a:pt x="1862256" y="2875127"/>
                    <a:pt x="1878969" y="2870568"/>
                    <a:pt x="1879982" y="2858160"/>
                  </a:cubicBezTo>
                  <a:close/>
                  <a:moveTo>
                    <a:pt x="1813384" y="2857654"/>
                  </a:moveTo>
                  <a:cubicBezTo>
                    <a:pt x="1813890" y="2851576"/>
                    <a:pt x="1809332" y="2842460"/>
                    <a:pt x="1797684" y="2841954"/>
                  </a:cubicBezTo>
                  <a:cubicBezTo>
                    <a:pt x="1783756" y="2842460"/>
                    <a:pt x="1779198" y="2856641"/>
                    <a:pt x="1787048" y="2865251"/>
                  </a:cubicBezTo>
                  <a:cubicBezTo>
                    <a:pt x="1795658" y="2874620"/>
                    <a:pt x="1812624" y="2869809"/>
                    <a:pt x="1813384" y="2857654"/>
                  </a:cubicBezTo>
                  <a:close/>
                  <a:moveTo>
                    <a:pt x="1747798" y="2857401"/>
                  </a:moveTo>
                  <a:cubicBezTo>
                    <a:pt x="1748305" y="2851323"/>
                    <a:pt x="1743747" y="2842207"/>
                    <a:pt x="1732352" y="2841701"/>
                  </a:cubicBezTo>
                  <a:cubicBezTo>
                    <a:pt x="1718677" y="2842207"/>
                    <a:pt x="1714372" y="2856388"/>
                    <a:pt x="1721969" y="2864997"/>
                  </a:cubicBezTo>
                  <a:cubicBezTo>
                    <a:pt x="1730579" y="2874620"/>
                    <a:pt x="1746785" y="2869809"/>
                    <a:pt x="1747798" y="2857401"/>
                  </a:cubicBezTo>
                  <a:close/>
                  <a:moveTo>
                    <a:pt x="1682972" y="2857147"/>
                  </a:moveTo>
                  <a:cubicBezTo>
                    <a:pt x="1683226" y="2851070"/>
                    <a:pt x="1678668" y="2841954"/>
                    <a:pt x="1667526" y="2841447"/>
                  </a:cubicBezTo>
                  <a:cubicBezTo>
                    <a:pt x="1653851" y="2842207"/>
                    <a:pt x="1649547" y="2856388"/>
                    <a:pt x="1657397" y="2864744"/>
                  </a:cubicBezTo>
                  <a:cubicBezTo>
                    <a:pt x="1666260" y="2874367"/>
                    <a:pt x="1682213" y="2869556"/>
                    <a:pt x="1682972" y="2857147"/>
                  </a:cubicBezTo>
                  <a:close/>
                  <a:moveTo>
                    <a:pt x="1619160" y="2857147"/>
                  </a:moveTo>
                  <a:cubicBezTo>
                    <a:pt x="1619413" y="2851070"/>
                    <a:pt x="1614855" y="2841954"/>
                    <a:pt x="1603966" y="2841447"/>
                  </a:cubicBezTo>
                  <a:cubicBezTo>
                    <a:pt x="1590545" y="2842207"/>
                    <a:pt x="1586240" y="2856388"/>
                    <a:pt x="1593837" y="2864744"/>
                  </a:cubicBezTo>
                  <a:cubicBezTo>
                    <a:pt x="1602700" y="2874367"/>
                    <a:pt x="1618400" y="2869556"/>
                    <a:pt x="1619160" y="2857147"/>
                  </a:cubicBezTo>
                  <a:close/>
                  <a:moveTo>
                    <a:pt x="1556360" y="2857147"/>
                  </a:moveTo>
                  <a:cubicBezTo>
                    <a:pt x="1556613" y="2851070"/>
                    <a:pt x="1552055" y="2841954"/>
                    <a:pt x="1541166" y="2841447"/>
                  </a:cubicBezTo>
                  <a:cubicBezTo>
                    <a:pt x="1527998" y="2842207"/>
                    <a:pt x="1524200" y="2856388"/>
                    <a:pt x="1531543" y="2864744"/>
                  </a:cubicBezTo>
                  <a:cubicBezTo>
                    <a:pt x="1539900" y="2874114"/>
                    <a:pt x="1555600" y="2869302"/>
                    <a:pt x="1556360" y="2857147"/>
                  </a:cubicBezTo>
                  <a:close/>
                  <a:moveTo>
                    <a:pt x="1494066" y="2857147"/>
                  </a:moveTo>
                  <a:cubicBezTo>
                    <a:pt x="1494319" y="2851070"/>
                    <a:pt x="1489761" y="2841954"/>
                    <a:pt x="1479126" y="2841447"/>
                  </a:cubicBezTo>
                  <a:cubicBezTo>
                    <a:pt x="1466211" y="2842207"/>
                    <a:pt x="1462413" y="2856388"/>
                    <a:pt x="1469756" y="2864744"/>
                  </a:cubicBezTo>
                  <a:cubicBezTo>
                    <a:pt x="1478619" y="2874620"/>
                    <a:pt x="1493813" y="2869809"/>
                    <a:pt x="1494066" y="2857147"/>
                  </a:cubicBezTo>
                  <a:close/>
                  <a:moveTo>
                    <a:pt x="1433292" y="2857401"/>
                  </a:moveTo>
                  <a:cubicBezTo>
                    <a:pt x="1433545" y="2851323"/>
                    <a:pt x="1428987" y="2842207"/>
                    <a:pt x="1418351" y="2841701"/>
                  </a:cubicBezTo>
                  <a:cubicBezTo>
                    <a:pt x="1405437" y="2842460"/>
                    <a:pt x="1401892" y="2856641"/>
                    <a:pt x="1409235" y="2864997"/>
                  </a:cubicBezTo>
                  <a:cubicBezTo>
                    <a:pt x="1417845" y="2874620"/>
                    <a:pt x="1432785" y="2869809"/>
                    <a:pt x="1433292" y="2857401"/>
                  </a:cubicBezTo>
                  <a:close/>
                  <a:moveTo>
                    <a:pt x="1373277" y="2857907"/>
                  </a:moveTo>
                  <a:cubicBezTo>
                    <a:pt x="1373531" y="2851830"/>
                    <a:pt x="1368972" y="2842714"/>
                    <a:pt x="1358337" y="2842207"/>
                  </a:cubicBezTo>
                  <a:cubicBezTo>
                    <a:pt x="1345929" y="2842967"/>
                    <a:pt x="1342384" y="2857147"/>
                    <a:pt x="1349727" y="2865504"/>
                  </a:cubicBezTo>
                  <a:cubicBezTo>
                    <a:pt x="1358084" y="2874873"/>
                    <a:pt x="1373024" y="2870062"/>
                    <a:pt x="1373277" y="2857907"/>
                  </a:cubicBezTo>
                  <a:close/>
                  <a:moveTo>
                    <a:pt x="1314276" y="2858160"/>
                  </a:moveTo>
                  <a:cubicBezTo>
                    <a:pt x="1314276" y="2852083"/>
                    <a:pt x="1309971" y="2842967"/>
                    <a:pt x="1299842" y="2842460"/>
                  </a:cubicBezTo>
                  <a:cubicBezTo>
                    <a:pt x="1286927" y="2843220"/>
                    <a:pt x="1284142" y="2858667"/>
                    <a:pt x="1292498" y="2866770"/>
                  </a:cubicBezTo>
                  <a:cubicBezTo>
                    <a:pt x="1300855" y="2875380"/>
                    <a:pt x="1314022" y="2870062"/>
                    <a:pt x="1314276" y="2858160"/>
                  </a:cubicBezTo>
                  <a:close/>
                  <a:moveTo>
                    <a:pt x="1256287" y="2858667"/>
                  </a:moveTo>
                  <a:cubicBezTo>
                    <a:pt x="1256287" y="2852589"/>
                    <a:pt x="1251982" y="2843473"/>
                    <a:pt x="1241853" y="2842967"/>
                  </a:cubicBezTo>
                  <a:cubicBezTo>
                    <a:pt x="1228938" y="2843727"/>
                    <a:pt x="1226153" y="2859173"/>
                    <a:pt x="1234763" y="2867277"/>
                  </a:cubicBezTo>
                  <a:cubicBezTo>
                    <a:pt x="1243372" y="2875886"/>
                    <a:pt x="1256287" y="2870568"/>
                    <a:pt x="1256287" y="2858667"/>
                  </a:cubicBezTo>
                  <a:close/>
                  <a:moveTo>
                    <a:pt x="1199564" y="2859426"/>
                  </a:moveTo>
                  <a:cubicBezTo>
                    <a:pt x="1199564" y="2853096"/>
                    <a:pt x="1195259" y="2844233"/>
                    <a:pt x="1185384" y="2843980"/>
                  </a:cubicBezTo>
                  <a:cubicBezTo>
                    <a:pt x="1172722" y="2844739"/>
                    <a:pt x="1170190" y="2860186"/>
                    <a:pt x="1178547" y="2868289"/>
                  </a:cubicBezTo>
                  <a:cubicBezTo>
                    <a:pt x="1186903" y="2876393"/>
                    <a:pt x="1199564" y="2871075"/>
                    <a:pt x="1199564" y="2859426"/>
                  </a:cubicBezTo>
                  <a:close/>
                  <a:moveTo>
                    <a:pt x="1143855" y="2860186"/>
                  </a:moveTo>
                  <a:cubicBezTo>
                    <a:pt x="1143855" y="2854109"/>
                    <a:pt x="1139550" y="2844993"/>
                    <a:pt x="1129674" y="2844739"/>
                  </a:cubicBezTo>
                  <a:cubicBezTo>
                    <a:pt x="1117519" y="2845499"/>
                    <a:pt x="1114987" y="2860946"/>
                    <a:pt x="1123090" y="2869049"/>
                  </a:cubicBezTo>
                  <a:cubicBezTo>
                    <a:pt x="1131447" y="2877152"/>
                    <a:pt x="1143855" y="2872088"/>
                    <a:pt x="1143855" y="2860186"/>
                  </a:cubicBezTo>
                  <a:close/>
                  <a:moveTo>
                    <a:pt x="4900967" y="2987306"/>
                  </a:moveTo>
                  <a:cubicBezTo>
                    <a:pt x="4901473" y="2986293"/>
                    <a:pt x="4903246" y="2977176"/>
                    <a:pt x="4903752" y="2975404"/>
                  </a:cubicBezTo>
                  <a:cubicBezTo>
                    <a:pt x="4905019" y="2969833"/>
                    <a:pt x="4906791" y="2960210"/>
                    <a:pt x="4906791" y="2959197"/>
                  </a:cubicBezTo>
                  <a:lnTo>
                    <a:pt x="4906791" y="2959197"/>
                  </a:lnTo>
                  <a:cubicBezTo>
                    <a:pt x="4906285" y="2960210"/>
                    <a:pt x="4900714" y="2985786"/>
                    <a:pt x="4900967" y="2987306"/>
                  </a:cubicBezTo>
                  <a:close/>
                  <a:moveTo>
                    <a:pt x="4905525" y="2955399"/>
                  </a:moveTo>
                  <a:cubicBezTo>
                    <a:pt x="4905272" y="2955399"/>
                    <a:pt x="4905272" y="2955399"/>
                    <a:pt x="4905525" y="2955399"/>
                  </a:cubicBezTo>
                  <a:cubicBezTo>
                    <a:pt x="4904512" y="2956665"/>
                    <a:pt x="4898941" y="2982241"/>
                    <a:pt x="4899701" y="2983507"/>
                  </a:cubicBezTo>
                  <a:cubicBezTo>
                    <a:pt x="4900461" y="2982494"/>
                    <a:pt x="4902486" y="2973378"/>
                    <a:pt x="4902740" y="2971605"/>
                  </a:cubicBezTo>
                  <a:cubicBezTo>
                    <a:pt x="4904006" y="2966034"/>
                    <a:pt x="4905778" y="2956665"/>
                    <a:pt x="4905525" y="2955399"/>
                  </a:cubicBezTo>
                  <a:close/>
                  <a:moveTo>
                    <a:pt x="4902233" y="2951854"/>
                  </a:moveTo>
                  <a:cubicBezTo>
                    <a:pt x="4901980" y="2951854"/>
                    <a:pt x="4901980" y="2951854"/>
                    <a:pt x="4902233" y="2951854"/>
                  </a:cubicBezTo>
                  <a:cubicBezTo>
                    <a:pt x="4900967" y="2952867"/>
                    <a:pt x="4894890" y="2978696"/>
                    <a:pt x="4896662" y="2979962"/>
                  </a:cubicBezTo>
                  <a:cubicBezTo>
                    <a:pt x="4897675" y="2978949"/>
                    <a:pt x="4899701" y="2969833"/>
                    <a:pt x="4900207" y="2968060"/>
                  </a:cubicBezTo>
                  <a:cubicBezTo>
                    <a:pt x="4900967" y="2962489"/>
                    <a:pt x="4902740" y="2953120"/>
                    <a:pt x="4902233" y="2951854"/>
                  </a:cubicBezTo>
                  <a:close/>
                  <a:moveTo>
                    <a:pt x="4896915" y="2948309"/>
                  </a:moveTo>
                  <a:cubicBezTo>
                    <a:pt x="4894890" y="2948055"/>
                    <a:pt x="4889572" y="2974391"/>
                    <a:pt x="4891091" y="2976417"/>
                  </a:cubicBezTo>
                  <a:cubicBezTo>
                    <a:pt x="4892104" y="2976417"/>
                    <a:pt x="4894130" y="2969073"/>
                    <a:pt x="4895143" y="2964515"/>
                  </a:cubicBezTo>
                  <a:cubicBezTo>
                    <a:pt x="4896409" y="2958944"/>
                    <a:pt x="4897928" y="2949575"/>
                    <a:pt x="4896915" y="2948309"/>
                  </a:cubicBezTo>
                  <a:close/>
                  <a:moveTo>
                    <a:pt x="4888306" y="2960970"/>
                  </a:moveTo>
                  <a:cubicBezTo>
                    <a:pt x="4889572" y="2954893"/>
                    <a:pt x="4890838" y="2945777"/>
                    <a:pt x="4889572" y="2944510"/>
                  </a:cubicBezTo>
                  <a:cubicBezTo>
                    <a:pt x="4886027" y="2944257"/>
                    <a:pt x="4882228" y="2970846"/>
                    <a:pt x="4883495" y="2972618"/>
                  </a:cubicBezTo>
                  <a:cubicBezTo>
                    <a:pt x="4884507" y="2973885"/>
                    <a:pt x="4886533" y="2968820"/>
                    <a:pt x="4888306" y="2960970"/>
                  </a:cubicBezTo>
                  <a:close/>
                  <a:moveTo>
                    <a:pt x="4880456" y="2940965"/>
                  </a:moveTo>
                  <a:cubicBezTo>
                    <a:pt x="4876657" y="2940712"/>
                    <a:pt x="4872606" y="2965528"/>
                    <a:pt x="4874378" y="2968820"/>
                  </a:cubicBezTo>
                  <a:cubicBezTo>
                    <a:pt x="4875391" y="2970846"/>
                    <a:pt x="4877924" y="2965781"/>
                    <a:pt x="4879696" y="2957425"/>
                  </a:cubicBezTo>
                  <a:cubicBezTo>
                    <a:pt x="4880962" y="2951601"/>
                    <a:pt x="4882228" y="2942231"/>
                    <a:pt x="4880456" y="2940965"/>
                  </a:cubicBezTo>
                  <a:close/>
                  <a:moveTo>
                    <a:pt x="4869314" y="2937167"/>
                  </a:moveTo>
                  <a:cubicBezTo>
                    <a:pt x="4865009" y="2936914"/>
                    <a:pt x="4860957" y="2961730"/>
                    <a:pt x="4862983" y="2965022"/>
                  </a:cubicBezTo>
                  <a:cubicBezTo>
                    <a:pt x="4864249" y="2967047"/>
                    <a:pt x="4867035" y="2961983"/>
                    <a:pt x="4868807" y="2953626"/>
                  </a:cubicBezTo>
                  <a:cubicBezTo>
                    <a:pt x="4870074" y="2948055"/>
                    <a:pt x="4871339" y="2938433"/>
                    <a:pt x="4869314" y="2937167"/>
                  </a:cubicBezTo>
                  <a:close/>
                  <a:moveTo>
                    <a:pt x="4856146" y="2949828"/>
                  </a:moveTo>
                  <a:cubicBezTo>
                    <a:pt x="4857412" y="2943751"/>
                    <a:pt x="4858425" y="2934635"/>
                    <a:pt x="4856146" y="2933368"/>
                  </a:cubicBezTo>
                  <a:cubicBezTo>
                    <a:pt x="4851082" y="2933115"/>
                    <a:pt x="4847283" y="2957931"/>
                    <a:pt x="4849815" y="2961223"/>
                  </a:cubicBezTo>
                  <a:cubicBezTo>
                    <a:pt x="4851335" y="2963502"/>
                    <a:pt x="4854120" y="2958185"/>
                    <a:pt x="4856146" y="2949828"/>
                  </a:cubicBezTo>
                  <a:close/>
                  <a:moveTo>
                    <a:pt x="4841459" y="2946030"/>
                  </a:moveTo>
                  <a:cubicBezTo>
                    <a:pt x="4842978" y="2939952"/>
                    <a:pt x="4843485" y="2930836"/>
                    <a:pt x="4840952" y="2929570"/>
                  </a:cubicBezTo>
                  <a:cubicBezTo>
                    <a:pt x="4836141" y="2929317"/>
                    <a:pt x="4831836" y="2952107"/>
                    <a:pt x="4834369" y="2956918"/>
                  </a:cubicBezTo>
                  <a:cubicBezTo>
                    <a:pt x="4835888" y="2960210"/>
                    <a:pt x="4839433" y="2954893"/>
                    <a:pt x="4841459" y="2946030"/>
                  </a:cubicBezTo>
                  <a:close/>
                  <a:moveTo>
                    <a:pt x="4824999" y="2942231"/>
                  </a:moveTo>
                  <a:cubicBezTo>
                    <a:pt x="4826265" y="2936660"/>
                    <a:pt x="4827278" y="2927038"/>
                    <a:pt x="4823986" y="2925772"/>
                  </a:cubicBezTo>
                  <a:cubicBezTo>
                    <a:pt x="4818668" y="2925518"/>
                    <a:pt x="4814364" y="2948309"/>
                    <a:pt x="4817149" y="2953120"/>
                  </a:cubicBezTo>
                  <a:cubicBezTo>
                    <a:pt x="4819175" y="2956412"/>
                    <a:pt x="4822974" y="2951348"/>
                    <a:pt x="4824999" y="2942231"/>
                  </a:cubicBezTo>
                  <a:close/>
                  <a:moveTo>
                    <a:pt x="4806767" y="2938686"/>
                  </a:moveTo>
                  <a:cubicBezTo>
                    <a:pt x="4808033" y="2933115"/>
                    <a:pt x="4808793" y="2923493"/>
                    <a:pt x="4805501" y="2922227"/>
                  </a:cubicBezTo>
                  <a:cubicBezTo>
                    <a:pt x="4799170" y="2921973"/>
                    <a:pt x="4795119" y="2944510"/>
                    <a:pt x="4798664" y="2949575"/>
                  </a:cubicBezTo>
                  <a:cubicBezTo>
                    <a:pt x="4800690" y="2952614"/>
                    <a:pt x="4804741" y="2947549"/>
                    <a:pt x="4806767" y="2938686"/>
                  </a:cubicBezTo>
                  <a:close/>
                  <a:moveTo>
                    <a:pt x="4784990" y="2918428"/>
                  </a:moveTo>
                  <a:cubicBezTo>
                    <a:pt x="4778912" y="2918175"/>
                    <a:pt x="4774354" y="2939193"/>
                    <a:pt x="4777646" y="2945270"/>
                  </a:cubicBezTo>
                  <a:cubicBezTo>
                    <a:pt x="4779925" y="2949575"/>
                    <a:pt x="4784483" y="2944257"/>
                    <a:pt x="4786762" y="2934888"/>
                  </a:cubicBezTo>
                  <a:cubicBezTo>
                    <a:pt x="4788281" y="2928810"/>
                    <a:pt x="4788535" y="2919694"/>
                    <a:pt x="4784990" y="2918428"/>
                  </a:cubicBezTo>
                  <a:close/>
                  <a:moveTo>
                    <a:pt x="4764985" y="2931089"/>
                  </a:moveTo>
                  <a:cubicBezTo>
                    <a:pt x="4766757" y="2923999"/>
                    <a:pt x="4766504" y="2915896"/>
                    <a:pt x="4762706" y="2914630"/>
                  </a:cubicBezTo>
                  <a:cubicBezTo>
                    <a:pt x="4756375" y="2914376"/>
                    <a:pt x="4751817" y="2935647"/>
                    <a:pt x="4755362" y="2941472"/>
                  </a:cubicBezTo>
                  <a:cubicBezTo>
                    <a:pt x="4758147" y="2945777"/>
                    <a:pt x="4762706" y="2940712"/>
                    <a:pt x="4764985" y="2931089"/>
                  </a:cubicBezTo>
                  <a:close/>
                  <a:moveTo>
                    <a:pt x="4741688" y="2927291"/>
                  </a:moveTo>
                  <a:cubicBezTo>
                    <a:pt x="4743461" y="2920201"/>
                    <a:pt x="4742954" y="2912097"/>
                    <a:pt x="4739155" y="2910831"/>
                  </a:cubicBezTo>
                  <a:cubicBezTo>
                    <a:pt x="4731812" y="2910578"/>
                    <a:pt x="4727507" y="2931596"/>
                    <a:pt x="4731812" y="2937673"/>
                  </a:cubicBezTo>
                  <a:cubicBezTo>
                    <a:pt x="4734345" y="2941978"/>
                    <a:pt x="4739409" y="2936914"/>
                    <a:pt x="4741688" y="2927291"/>
                  </a:cubicBezTo>
                  <a:close/>
                  <a:moveTo>
                    <a:pt x="4716365" y="2923746"/>
                  </a:moveTo>
                  <a:cubicBezTo>
                    <a:pt x="4717632" y="2918175"/>
                    <a:pt x="4718138" y="2908552"/>
                    <a:pt x="4713327" y="2907286"/>
                  </a:cubicBezTo>
                  <a:cubicBezTo>
                    <a:pt x="4706236" y="2907033"/>
                    <a:pt x="4701678" y="2926531"/>
                    <a:pt x="4705477" y="2933622"/>
                  </a:cubicBezTo>
                  <a:cubicBezTo>
                    <a:pt x="4708262" y="2938939"/>
                    <a:pt x="4714086" y="2933622"/>
                    <a:pt x="4716365" y="2923746"/>
                  </a:cubicBezTo>
                  <a:close/>
                  <a:moveTo>
                    <a:pt x="4689777" y="2919947"/>
                  </a:moveTo>
                  <a:cubicBezTo>
                    <a:pt x="4691043" y="2914376"/>
                    <a:pt x="4691296" y="2904754"/>
                    <a:pt x="4686485" y="2903488"/>
                  </a:cubicBezTo>
                  <a:cubicBezTo>
                    <a:pt x="4679141" y="2903235"/>
                    <a:pt x="4674330" y="2922733"/>
                    <a:pt x="4678381" y="2929823"/>
                  </a:cubicBezTo>
                  <a:cubicBezTo>
                    <a:pt x="4681420" y="2935141"/>
                    <a:pt x="4687245" y="2930076"/>
                    <a:pt x="4689777" y="2919947"/>
                  </a:cubicBezTo>
                  <a:close/>
                  <a:moveTo>
                    <a:pt x="4661415" y="2916402"/>
                  </a:moveTo>
                  <a:cubicBezTo>
                    <a:pt x="4663188" y="2909312"/>
                    <a:pt x="4662428" y="2901209"/>
                    <a:pt x="4657617" y="2899943"/>
                  </a:cubicBezTo>
                  <a:cubicBezTo>
                    <a:pt x="4649767" y="2899689"/>
                    <a:pt x="4644955" y="2919188"/>
                    <a:pt x="4649514" y="2926278"/>
                  </a:cubicBezTo>
                  <a:cubicBezTo>
                    <a:pt x="4652806" y="2931596"/>
                    <a:pt x="4658883" y="2926278"/>
                    <a:pt x="4661415" y="2916402"/>
                  </a:cubicBezTo>
                  <a:close/>
                  <a:moveTo>
                    <a:pt x="4631535" y="2912604"/>
                  </a:moveTo>
                  <a:cubicBezTo>
                    <a:pt x="4633307" y="2905514"/>
                    <a:pt x="4632294" y="2897410"/>
                    <a:pt x="4627230" y="2896144"/>
                  </a:cubicBezTo>
                  <a:cubicBezTo>
                    <a:pt x="4618873" y="2895891"/>
                    <a:pt x="4614062" y="2915389"/>
                    <a:pt x="4618873" y="2922480"/>
                  </a:cubicBezTo>
                  <a:cubicBezTo>
                    <a:pt x="4622418" y="2927798"/>
                    <a:pt x="4629002" y="2922733"/>
                    <a:pt x="4631535" y="2912604"/>
                  </a:cubicBezTo>
                  <a:close/>
                  <a:moveTo>
                    <a:pt x="4599881" y="2909059"/>
                  </a:moveTo>
                  <a:cubicBezTo>
                    <a:pt x="4601401" y="2902981"/>
                    <a:pt x="4600894" y="2893865"/>
                    <a:pt x="4595323" y="2892599"/>
                  </a:cubicBezTo>
                  <a:cubicBezTo>
                    <a:pt x="4587220" y="2892346"/>
                    <a:pt x="4582156" y="2910325"/>
                    <a:pt x="4586460" y="2918175"/>
                  </a:cubicBezTo>
                  <a:cubicBezTo>
                    <a:pt x="4590005" y="2924759"/>
                    <a:pt x="4597349" y="2919694"/>
                    <a:pt x="4599881" y="2909059"/>
                  </a:cubicBezTo>
                  <a:close/>
                  <a:moveTo>
                    <a:pt x="4566962" y="2905514"/>
                  </a:moveTo>
                  <a:cubicBezTo>
                    <a:pt x="4568735" y="2898423"/>
                    <a:pt x="4567468" y="2890320"/>
                    <a:pt x="4561897" y="2889054"/>
                  </a:cubicBezTo>
                  <a:cubicBezTo>
                    <a:pt x="4553288" y="2889054"/>
                    <a:pt x="4548476" y="2906780"/>
                    <a:pt x="4552781" y="2914630"/>
                  </a:cubicBezTo>
                  <a:cubicBezTo>
                    <a:pt x="4556833" y="2920960"/>
                    <a:pt x="4564430" y="2916149"/>
                    <a:pt x="4566962" y="2905514"/>
                  </a:cubicBezTo>
                  <a:close/>
                  <a:moveTo>
                    <a:pt x="4527206" y="2885509"/>
                  </a:moveTo>
                  <a:cubicBezTo>
                    <a:pt x="4518089" y="2885509"/>
                    <a:pt x="4513278" y="2903235"/>
                    <a:pt x="4518089" y="2911085"/>
                  </a:cubicBezTo>
                  <a:cubicBezTo>
                    <a:pt x="4522141" y="2917668"/>
                    <a:pt x="4529991" y="2912604"/>
                    <a:pt x="4532523" y="2901968"/>
                  </a:cubicBezTo>
                  <a:cubicBezTo>
                    <a:pt x="4534043" y="2894878"/>
                    <a:pt x="4532777" y="2886775"/>
                    <a:pt x="4527206" y="2885509"/>
                  </a:cubicBezTo>
                  <a:close/>
                  <a:moveTo>
                    <a:pt x="4496565" y="2898423"/>
                  </a:moveTo>
                  <a:cubicBezTo>
                    <a:pt x="4498085" y="2892346"/>
                    <a:pt x="4497072" y="2883230"/>
                    <a:pt x="4490741" y="2881964"/>
                  </a:cubicBezTo>
                  <a:cubicBezTo>
                    <a:pt x="4481372" y="2881964"/>
                    <a:pt x="4476560" y="2899689"/>
                    <a:pt x="4481625" y="2907539"/>
                  </a:cubicBezTo>
                  <a:cubicBezTo>
                    <a:pt x="4485677" y="2914123"/>
                    <a:pt x="4494033" y="2909059"/>
                    <a:pt x="4496565" y="2898423"/>
                  </a:cubicBezTo>
                  <a:close/>
                  <a:moveTo>
                    <a:pt x="4459088" y="2894878"/>
                  </a:moveTo>
                  <a:cubicBezTo>
                    <a:pt x="4460607" y="2888801"/>
                    <a:pt x="4459594" y="2879685"/>
                    <a:pt x="4453011" y="2878418"/>
                  </a:cubicBezTo>
                  <a:cubicBezTo>
                    <a:pt x="4443388" y="2878418"/>
                    <a:pt x="4438323" y="2896144"/>
                    <a:pt x="4443641" y="2903994"/>
                  </a:cubicBezTo>
                  <a:cubicBezTo>
                    <a:pt x="4448199" y="2910578"/>
                    <a:pt x="4456809" y="2905514"/>
                    <a:pt x="4459088" y="2894878"/>
                  </a:cubicBezTo>
                  <a:close/>
                  <a:moveTo>
                    <a:pt x="4420344" y="2891333"/>
                  </a:moveTo>
                  <a:cubicBezTo>
                    <a:pt x="4422117" y="2884243"/>
                    <a:pt x="4420344" y="2876139"/>
                    <a:pt x="4414014" y="2874873"/>
                  </a:cubicBezTo>
                  <a:cubicBezTo>
                    <a:pt x="4404391" y="2874873"/>
                    <a:pt x="4399326" y="2891080"/>
                    <a:pt x="4404138" y="2899436"/>
                  </a:cubicBezTo>
                  <a:cubicBezTo>
                    <a:pt x="4408443" y="2907539"/>
                    <a:pt x="4417812" y="2902728"/>
                    <a:pt x="4420344" y="2891333"/>
                  </a:cubicBezTo>
                  <a:close/>
                  <a:moveTo>
                    <a:pt x="4380334" y="2888041"/>
                  </a:moveTo>
                  <a:cubicBezTo>
                    <a:pt x="4382107" y="2880951"/>
                    <a:pt x="4380081" y="2872847"/>
                    <a:pt x="4373498" y="2871581"/>
                  </a:cubicBezTo>
                  <a:cubicBezTo>
                    <a:pt x="4363622" y="2871581"/>
                    <a:pt x="4358304" y="2887788"/>
                    <a:pt x="4363368" y="2896144"/>
                  </a:cubicBezTo>
                  <a:cubicBezTo>
                    <a:pt x="4368180" y="2903994"/>
                    <a:pt x="4377802" y="2899183"/>
                    <a:pt x="4380334" y="2888041"/>
                  </a:cubicBezTo>
                  <a:close/>
                  <a:moveTo>
                    <a:pt x="4338805" y="2884496"/>
                  </a:moveTo>
                  <a:cubicBezTo>
                    <a:pt x="4340325" y="2878418"/>
                    <a:pt x="4338805" y="2869302"/>
                    <a:pt x="4331462" y="2868036"/>
                  </a:cubicBezTo>
                  <a:cubicBezTo>
                    <a:pt x="4321333" y="2868036"/>
                    <a:pt x="4316015" y="2884496"/>
                    <a:pt x="4321333" y="2892599"/>
                  </a:cubicBezTo>
                  <a:cubicBezTo>
                    <a:pt x="4326144" y="2900449"/>
                    <a:pt x="4336273" y="2895638"/>
                    <a:pt x="4338805" y="2884496"/>
                  </a:cubicBezTo>
                  <a:close/>
                  <a:moveTo>
                    <a:pt x="4296010" y="2881204"/>
                  </a:moveTo>
                  <a:cubicBezTo>
                    <a:pt x="4297530" y="2874114"/>
                    <a:pt x="4295504" y="2866010"/>
                    <a:pt x="4288667" y="2864744"/>
                  </a:cubicBezTo>
                  <a:cubicBezTo>
                    <a:pt x="4278284" y="2864744"/>
                    <a:pt x="4272967" y="2881204"/>
                    <a:pt x="4278284" y="2889560"/>
                  </a:cubicBezTo>
                  <a:cubicBezTo>
                    <a:pt x="4283349" y="2897157"/>
                    <a:pt x="4293478" y="2892599"/>
                    <a:pt x="4296010" y="2881204"/>
                  </a:cubicBezTo>
                  <a:close/>
                  <a:moveTo>
                    <a:pt x="4244352" y="2861452"/>
                  </a:moveTo>
                  <a:cubicBezTo>
                    <a:pt x="4233463" y="2861452"/>
                    <a:pt x="4228146" y="2877912"/>
                    <a:pt x="4233970" y="2886269"/>
                  </a:cubicBezTo>
                  <a:cubicBezTo>
                    <a:pt x="4239288" y="2893865"/>
                    <a:pt x="4249670" y="2889054"/>
                    <a:pt x="4252202" y="2877912"/>
                  </a:cubicBezTo>
                  <a:cubicBezTo>
                    <a:pt x="4253722" y="2870822"/>
                    <a:pt x="4251443" y="2862465"/>
                    <a:pt x="4244352" y="2861452"/>
                  </a:cubicBezTo>
                  <a:close/>
                  <a:moveTo>
                    <a:pt x="4198519" y="2858160"/>
                  </a:moveTo>
                  <a:cubicBezTo>
                    <a:pt x="4187629" y="2858160"/>
                    <a:pt x="4182058" y="2874620"/>
                    <a:pt x="4187883" y="2882976"/>
                  </a:cubicBezTo>
                  <a:cubicBezTo>
                    <a:pt x="4193200" y="2890573"/>
                    <a:pt x="4204090" y="2885762"/>
                    <a:pt x="4206622" y="2874620"/>
                  </a:cubicBezTo>
                  <a:cubicBezTo>
                    <a:pt x="4208141" y="2868796"/>
                    <a:pt x="4207128" y="2859426"/>
                    <a:pt x="4198519" y="2858160"/>
                  </a:cubicBezTo>
                  <a:close/>
                  <a:moveTo>
                    <a:pt x="4151925" y="2855122"/>
                  </a:moveTo>
                  <a:cubicBezTo>
                    <a:pt x="4141289" y="2855122"/>
                    <a:pt x="4135718" y="2870315"/>
                    <a:pt x="4140783" y="2878925"/>
                  </a:cubicBezTo>
                  <a:cubicBezTo>
                    <a:pt x="4146100" y="2887788"/>
                    <a:pt x="4157749" y="2883483"/>
                    <a:pt x="4160534" y="2871581"/>
                  </a:cubicBezTo>
                  <a:cubicBezTo>
                    <a:pt x="4161801" y="2865251"/>
                    <a:pt x="4160028" y="2856135"/>
                    <a:pt x="4151925" y="2855122"/>
                  </a:cubicBezTo>
                  <a:close/>
                  <a:moveTo>
                    <a:pt x="4104065" y="2851830"/>
                  </a:moveTo>
                  <a:cubicBezTo>
                    <a:pt x="4093176" y="2851830"/>
                    <a:pt x="4087605" y="2867023"/>
                    <a:pt x="4092670" y="2875633"/>
                  </a:cubicBezTo>
                  <a:cubicBezTo>
                    <a:pt x="4097988" y="2884496"/>
                    <a:pt x="4110142" y="2880191"/>
                    <a:pt x="4112675" y="2868289"/>
                  </a:cubicBezTo>
                  <a:cubicBezTo>
                    <a:pt x="4114447" y="2860946"/>
                    <a:pt x="4111915" y="2852843"/>
                    <a:pt x="4104065" y="2851830"/>
                  </a:cubicBezTo>
                  <a:close/>
                  <a:moveTo>
                    <a:pt x="4054939" y="2848538"/>
                  </a:moveTo>
                  <a:cubicBezTo>
                    <a:pt x="4043797" y="2848538"/>
                    <a:pt x="4037973" y="2863731"/>
                    <a:pt x="4043544" y="2872341"/>
                  </a:cubicBezTo>
                  <a:cubicBezTo>
                    <a:pt x="4049115" y="2881204"/>
                    <a:pt x="4061523" y="2876646"/>
                    <a:pt x="4064056" y="2864997"/>
                  </a:cubicBezTo>
                  <a:cubicBezTo>
                    <a:pt x="4065575" y="2857907"/>
                    <a:pt x="4063042" y="2849804"/>
                    <a:pt x="4054939" y="2848538"/>
                  </a:cubicBezTo>
                  <a:close/>
                  <a:moveTo>
                    <a:pt x="4004547" y="2845499"/>
                  </a:moveTo>
                  <a:cubicBezTo>
                    <a:pt x="3993152" y="2845499"/>
                    <a:pt x="3987581" y="2860693"/>
                    <a:pt x="3993152" y="2869302"/>
                  </a:cubicBezTo>
                  <a:cubicBezTo>
                    <a:pt x="3998976" y="2878165"/>
                    <a:pt x="4011638" y="2873860"/>
                    <a:pt x="4014170" y="2861959"/>
                  </a:cubicBezTo>
                  <a:cubicBezTo>
                    <a:pt x="4015436" y="2855628"/>
                    <a:pt x="4013410" y="2846512"/>
                    <a:pt x="4004547" y="2845499"/>
                  </a:cubicBezTo>
                  <a:close/>
                  <a:moveTo>
                    <a:pt x="3693079" y="2844233"/>
                  </a:moveTo>
                  <a:cubicBezTo>
                    <a:pt x="3694599" y="2837143"/>
                    <a:pt x="3691054" y="2829039"/>
                    <a:pt x="3681937" y="2828026"/>
                  </a:cubicBezTo>
                  <a:cubicBezTo>
                    <a:pt x="3669530" y="2828026"/>
                    <a:pt x="3663705" y="2841954"/>
                    <a:pt x="3669276" y="2850817"/>
                  </a:cubicBezTo>
                  <a:cubicBezTo>
                    <a:pt x="3675607" y="2860946"/>
                    <a:pt x="3690547" y="2856894"/>
                    <a:pt x="3693079" y="2844233"/>
                  </a:cubicBezTo>
                  <a:close/>
                  <a:moveTo>
                    <a:pt x="3636357" y="2841447"/>
                  </a:moveTo>
                  <a:cubicBezTo>
                    <a:pt x="3637623" y="2835370"/>
                    <a:pt x="3634837" y="2826254"/>
                    <a:pt x="3624708" y="2825241"/>
                  </a:cubicBezTo>
                  <a:cubicBezTo>
                    <a:pt x="3611288" y="2825241"/>
                    <a:pt x="3606983" y="2839928"/>
                    <a:pt x="3612047" y="2848031"/>
                  </a:cubicBezTo>
                  <a:cubicBezTo>
                    <a:pt x="3618378" y="2858160"/>
                    <a:pt x="3633825" y="2853855"/>
                    <a:pt x="3636357" y="2841447"/>
                  </a:cubicBezTo>
                  <a:close/>
                  <a:moveTo>
                    <a:pt x="3578622" y="2838915"/>
                  </a:moveTo>
                  <a:cubicBezTo>
                    <a:pt x="3580141" y="2831825"/>
                    <a:pt x="3576342" y="2823722"/>
                    <a:pt x="3566973" y="2822709"/>
                  </a:cubicBezTo>
                  <a:cubicBezTo>
                    <a:pt x="3553552" y="2822709"/>
                    <a:pt x="3548994" y="2837396"/>
                    <a:pt x="3554312" y="2845499"/>
                  </a:cubicBezTo>
                  <a:cubicBezTo>
                    <a:pt x="3560895" y="2855628"/>
                    <a:pt x="3576089" y="2851576"/>
                    <a:pt x="3578622" y="2838915"/>
                  </a:cubicBezTo>
                  <a:close/>
                  <a:moveTo>
                    <a:pt x="3520126" y="2836130"/>
                  </a:moveTo>
                  <a:cubicBezTo>
                    <a:pt x="3521392" y="2829039"/>
                    <a:pt x="3517847" y="2820936"/>
                    <a:pt x="3508224" y="2819923"/>
                  </a:cubicBezTo>
                  <a:cubicBezTo>
                    <a:pt x="3495310" y="2819923"/>
                    <a:pt x="3489486" y="2833851"/>
                    <a:pt x="3495310" y="2842714"/>
                  </a:cubicBezTo>
                  <a:cubicBezTo>
                    <a:pt x="3502147" y="2852843"/>
                    <a:pt x="3517594" y="2848791"/>
                    <a:pt x="3520126" y="2836130"/>
                  </a:cubicBezTo>
                  <a:close/>
                  <a:moveTo>
                    <a:pt x="3460871" y="2833597"/>
                  </a:moveTo>
                  <a:cubicBezTo>
                    <a:pt x="3461884" y="2827773"/>
                    <a:pt x="3459605" y="2818404"/>
                    <a:pt x="3448463" y="2817391"/>
                  </a:cubicBezTo>
                  <a:cubicBezTo>
                    <a:pt x="3434536" y="2817644"/>
                    <a:pt x="3430231" y="2832078"/>
                    <a:pt x="3435802" y="2840181"/>
                  </a:cubicBezTo>
                  <a:cubicBezTo>
                    <a:pt x="3442639" y="2850310"/>
                    <a:pt x="3458339" y="2846005"/>
                    <a:pt x="3460871" y="2833597"/>
                  </a:cubicBezTo>
                  <a:close/>
                  <a:moveTo>
                    <a:pt x="3400857" y="2831065"/>
                  </a:moveTo>
                  <a:cubicBezTo>
                    <a:pt x="3402123" y="2823975"/>
                    <a:pt x="3398324" y="2815872"/>
                    <a:pt x="3388196" y="2814859"/>
                  </a:cubicBezTo>
                  <a:cubicBezTo>
                    <a:pt x="3374015" y="2815112"/>
                    <a:pt x="3369710" y="2829546"/>
                    <a:pt x="3375534" y="2837649"/>
                  </a:cubicBezTo>
                  <a:cubicBezTo>
                    <a:pt x="3382372" y="2847778"/>
                    <a:pt x="3398324" y="2843727"/>
                    <a:pt x="3400857" y="2831065"/>
                  </a:cubicBezTo>
                  <a:close/>
                  <a:moveTo>
                    <a:pt x="3339829" y="2828786"/>
                  </a:moveTo>
                  <a:cubicBezTo>
                    <a:pt x="3341096" y="2821696"/>
                    <a:pt x="3337297" y="2813593"/>
                    <a:pt x="3327168" y="2812580"/>
                  </a:cubicBezTo>
                  <a:cubicBezTo>
                    <a:pt x="3312987" y="2812833"/>
                    <a:pt x="3308683" y="2827520"/>
                    <a:pt x="3314254" y="2835623"/>
                  </a:cubicBezTo>
                  <a:cubicBezTo>
                    <a:pt x="3321597" y="2845752"/>
                    <a:pt x="3337550" y="2841447"/>
                    <a:pt x="3339829" y="2828786"/>
                  </a:cubicBezTo>
                  <a:close/>
                  <a:moveTo>
                    <a:pt x="3278296" y="2826507"/>
                  </a:moveTo>
                  <a:cubicBezTo>
                    <a:pt x="3279561" y="2819417"/>
                    <a:pt x="3275510" y="2811313"/>
                    <a:pt x="3265381" y="2810301"/>
                  </a:cubicBezTo>
                  <a:cubicBezTo>
                    <a:pt x="3251707" y="2810554"/>
                    <a:pt x="3245882" y="2824228"/>
                    <a:pt x="3252467" y="2833344"/>
                  </a:cubicBezTo>
                  <a:cubicBezTo>
                    <a:pt x="3259810" y="2843220"/>
                    <a:pt x="3276016" y="2838915"/>
                    <a:pt x="3278296" y="2826507"/>
                  </a:cubicBezTo>
                  <a:close/>
                  <a:moveTo>
                    <a:pt x="3063307" y="2826507"/>
                  </a:moveTo>
                  <a:cubicBezTo>
                    <a:pt x="3071157" y="2836636"/>
                    <a:pt x="3087616" y="2832331"/>
                    <a:pt x="3089642" y="2819670"/>
                  </a:cubicBezTo>
                  <a:cubicBezTo>
                    <a:pt x="3090908" y="2812580"/>
                    <a:pt x="3086604" y="2804476"/>
                    <a:pt x="3076221" y="2803464"/>
                  </a:cubicBezTo>
                  <a:cubicBezTo>
                    <a:pt x="3062041" y="2803970"/>
                    <a:pt x="3056470" y="2817644"/>
                    <a:pt x="3063307" y="2826507"/>
                  </a:cubicBezTo>
                  <a:close/>
                  <a:moveTo>
                    <a:pt x="3011649" y="2801691"/>
                  </a:moveTo>
                  <a:cubicBezTo>
                    <a:pt x="2996708" y="2801944"/>
                    <a:pt x="2992657" y="2816631"/>
                    <a:pt x="2998987" y="2824735"/>
                  </a:cubicBezTo>
                  <a:cubicBezTo>
                    <a:pt x="3006584" y="2834610"/>
                    <a:pt x="3023550" y="2830305"/>
                    <a:pt x="3025576" y="2817897"/>
                  </a:cubicBezTo>
                  <a:cubicBezTo>
                    <a:pt x="3026589" y="2812073"/>
                    <a:pt x="3023550" y="2802451"/>
                    <a:pt x="3011649" y="2801691"/>
                  </a:cubicBezTo>
                  <a:close/>
                  <a:moveTo>
                    <a:pt x="2946823" y="2799665"/>
                  </a:moveTo>
                  <a:cubicBezTo>
                    <a:pt x="2931882" y="2799918"/>
                    <a:pt x="2927831" y="2814606"/>
                    <a:pt x="2934162" y="2822709"/>
                  </a:cubicBezTo>
                  <a:cubicBezTo>
                    <a:pt x="2942012" y="2832585"/>
                    <a:pt x="2958978" y="2828280"/>
                    <a:pt x="2961003" y="2815872"/>
                  </a:cubicBezTo>
                  <a:cubicBezTo>
                    <a:pt x="2962270" y="2808528"/>
                    <a:pt x="2957712" y="2800425"/>
                    <a:pt x="2946823" y="2799665"/>
                  </a:cubicBezTo>
                  <a:close/>
                  <a:moveTo>
                    <a:pt x="2881491" y="2797639"/>
                  </a:moveTo>
                  <a:cubicBezTo>
                    <a:pt x="2866297" y="2797893"/>
                    <a:pt x="2862245" y="2812580"/>
                    <a:pt x="2868829" y="2820683"/>
                  </a:cubicBezTo>
                  <a:cubicBezTo>
                    <a:pt x="2876933" y="2830812"/>
                    <a:pt x="2893645" y="2826507"/>
                    <a:pt x="2895671" y="2813846"/>
                  </a:cubicBezTo>
                  <a:cubicBezTo>
                    <a:pt x="2896937" y="2806502"/>
                    <a:pt x="2892379" y="2798652"/>
                    <a:pt x="2881491" y="2797639"/>
                  </a:cubicBezTo>
                  <a:close/>
                  <a:moveTo>
                    <a:pt x="2815905" y="2795867"/>
                  </a:moveTo>
                  <a:cubicBezTo>
                    <a:pt x="2801978" y="2796120"/>
                    <a:pt x="2796407" y="2808781"/>
                    <a:pt x="2802231" y="2817897"/>
                  </a:cubicBezTo>
                  <a:cubicBezTo>
                    <a:pt x="2809574" y="2829039"/>
                    <a:pt x="2828060" y="2825241"/>
                    <a:pt x="2830086" y="2812073"/>
                  </a:cubicBezTo>
                  <a:cubicBezTo>
                    <a:pt x="2831099" y="2804730"/>
                    <a:pt x="2826541" y="2796627"/>
                    <a:pt x="2815905" y="2795867"/>
                  </a:cubicBezTo>
                  <a:close/>
                  <a:moveTo>
                    <a:pt x="2736645" y="2817138"/>
                  </a:moveTo>
                  <a:cubicBezTo>
                    <a:pt x="2744749" y="2827014"/>
                    <a:pt x="2761968" y="2822709"/>
                    <a:pt x="2763994" y="2810047"/>
                  </a:cubicBezTo>
                  <a:cubicBezTo>
                    <a:pt x="2765007" y="2802957"/>
                    <a:pt x="2760195" y="2794854"/>
                    <a:pt x="2749307" y="2794094"/>
                  </a:cubicBezTo>
                  <a:cubicBezTo>
                    <a:pt x="2733860" y="2794601"/>
                    <a:pt x="2730061" y="2809288"/>
                    <a:pt x="2736645" y="2817138"/>
                  </a:cubicBezTo>
                  <a:close/>
                  <a:moveTo>
                    <a:pt x="2670047" y="2815618"/>
                  </a:moveTo>
                  <a:cubicBezTo>
                    <a:pt x="2678403" y="2825747"/>
                    <a:pt x="2695370" y="2821443"/>
                    <a:pt x="2697395" y="2808528"/>
                  </a:cubicBezTo>
                  <a:cubicBezTo>
                    <a:pt x="2698408" y="2801438"/>
                    <a:pt x="2693597" y="2793334"/>
                    <a:pt x="2682708" y="2792575"/>
                  </a:cubicBezTo>
                  <a:cubicBezTo>
                    <a:pt x="2667262" y="2792828"/>
                    <a:pt x="2663463" y="2807515"/>
                    <a:pt x="2670047" y="2815618"/>
                  </a:cubicBezTo>
                  <a:close/>
                  <a:moveTo>
                    <a:pt x="2601929" y="2813086"/>
                  </a:moveTo>
                  <a:cubicBezTo>
                    <a:pt x="2609779" y="2824228"/>
                    <a:pt x="2628518" y="2820177"/>
                    <a:pt x="2630291" y="2807262"/>
                  </a:cubicBezTo>
                  <a:cubicBezTo>
                    <a:pt x="2631304" y="2800172"/>
                    <a:pt x="2626492" y="2792068"/>
                    <a:pt x="2615603" y="2791309"/>
                  </a:cubicBezTo>
                  <a:cubicBezTo>
                    <a:pt x="2601423" y="2791309"/>
                    <a:pt x="2595852" y="2803970"/>
                    <a:pt x="2601929" y="2813086"/>
                  </a:cubicBezTo>
                  <a:close/>
                  <a:moveTo>
                    <a:pt x="2563186" y="2805489"/>
                  </a:moveTo>
                  <a:cubicBezTo>
                    <a:pt x="2564199" y="2798399"/>
                    <a:pt x="2559134" y="2790296"/>
                    <a:pt x="2548245" y="2789536"/>
                  </a:cubicBezTo>
                  <a:cubicBezTo>
                    <a:pt x="2533052" y="2789789"/>
                    <a:pt x="2529000" y="2803464"/>
                    <a:pt x="2534571" y="2811567"/>
                  </a:cubicBezTo>
                  <a:cubicBezTo>
                    <a:pt x="2542421" y="2822709"/>
                    <a:pt x="2561160" y="2818910"/>
                    <a:pt x="2563186" y="2805489"/>
                  </a:cubicBezTo>
                  <a:close/>
                  <a:moveTo>
                    <a:pt x="2480128" y="2788017"/>
                  </a:moveTo>
                  <a:cubicBezTo>
                    <a:pt x="2465187" y="2788523"/>
                    <a:pt x="2461136" y="2801944"/>
                    <a:pt x="2466707" y="2810047"/>
                  </a:cubicBezTo>
                  <a:cubicBezTo>
                    <a:pt x="2474557" y="2821189"/>
                    <a:pt x="2493549" y="2817391"/>
                    <a:pt x="2495321" y="2803970"/>
                  </a:cubicBezTo>
                  <a:cubicBezTo>
                    <a:pt x="2496334" y="2797893"/>
                    <a:pt x="2492029" y="2789030"/>
                    <a:pt x="2480128" y="2788017"/>
                  </a:cubicBezTo>
                  <a:close/>
                  <a:moveTo>
                    <a:pt x="2412010" y="2786751"/>
                  </a:moveTo>
                  <a:cubicBezTo>
                    <a:pt x="2396816" y="2787257"/>
                    <a:pt x="2393018" y="2800678"/>
                    <a:pt x="2398842" y="2808781"/>
                  </a:cubicBezTo>
                  <a:cubicBezTo>
                    <a:pt x="2406692" y="2819923"/>
                    <a:pt x="2425684" y="2815872"/>
                    <a:pt x="2427457" y="2802704"/>
                  </a:cubicBezTo>
                  <a:cubicBezTo>
                    <a:pt x="2428216" y="2795614"/>
                    <a:pt x="2423152" y="2787510"/>
                    <a:pt x="2412010" y="2786751"/>
                  </a:cubicBezTo>
                  <a:close/>
                  <a:moveTo>
                    <a:pt x="2343639" y="2785738"/>
                  </a:moveTo>
                  <a:cubicBezTo>
                    <a:pt x="2329205" y="2786244"/>
                    <a:pt x="2323887" y="2798905"/>
                    <a:pt x="2330218" y="2807768"/>
                  </a:cubicBezTo>
                  <a:cubicBezTo>
                    <a:pt x="2338321" y="2818910"/>
                    <a:pt x="2357313" y="2814859"/>
                    <a:pt x="2358832" y="2801691"/>
                  </a:cubicBezTo>
                  <a:cubicBezTo>
                    <a:pt x="2359845" y="2794347"/>
                    <a:pt x="2354781" y="2786244"/>
                    <a:pt x="2343639" y="2785738"/>
                  </a:cubicBezTo>
                  <a:close/>
                  <a:moveTo>
                    <a:pt x="2274761" y="2784472"/>
                  </a:moveTo>
                  <a:cubicBezTo>
                    <a:pt x="2259568" y="2784978"/>
                    <a:pt x="2255769" y="2798652"/>
                    <a:pt x="2261594" y="2806502"/>
                  </a:cubicBezTo>
                  <a:cubicBezTo>
                    <a:pt x="2269697" y="2817644"/>
                    <a:pt x="2288942" y="2813593"/>
                    <a:pt x="2290461" y="2800425"/>
                  </a:cubicBezTo>
                  <a:cubicBezTo>
                    <a:pt x="2291221" y="2794347"/>
                    <a:pt x="2286916" y="2785231"/>
                    <a:pt x="2274761" y="2784472"/>
                  </a:cubicBezTo>
                  <a:close/>
                  <a:moveTo>
                    <a:pt x="2221837" y="2799412"/>
                  </a:moveTo>
                  <a:cubicBezTo>
                    <a:pt x="2222597" y="2792068"/>
                    <a:pt x="2217532" y="2784218"/>
                    <a:pt x="2206137" y="2783459"/>
                  </a:cubicBezTo>
                  <a:cubicBezTo>
                    <a:pt x="2190944" y="2783965"/>
                    <a:pt x="2187145" y="2797639"/>
                    <a:pt x="2192969" y="2805489"/>
                  </a:cubicBezTo>
                  <a:cubicBezTo>
                    <a:pt x="2201326" y="2816884"/>
                    <a:pt x="2220318" y="2812833"/>
                    <a:pt x="2221837" y="2799412"/>
                  </a:cubicBezTo>
                  <a:close/>
                  <a:moveTo>
                    <a:pt x="2152960" y="2798652"/>
                  </a:moveTo>
                  <a:cubicBezTo>
                    <a:pt x="2153720" y="2791309"/>
                    <a:pt x="2148402" y="2783459"/>
                    <a:pt x="2137260" y="2782699"/>
                  </a:cubicBezTo>
                  <a:cubicBezTo>
                    <a:pt x="2122826" y="2783206"/>
                    <a:pt x="2117508" y="2795867"/>
                    <a:pt x="2124092" y="2804730"/>
                  </a:cubicBezTo>
                  <a:cubicBezTo>
                    <a:pt x="2132195" y="2815872"/>
                    <a:pt x="2151440" y="2811567"/>
                    <a:pt x="2152960" y="2798652"/>
                  </a:cubicBezTo>
                  <a:close/>
                  <a:moveTo>
                    <a:pt x="2083829" y="2797639"/>
                  </a:moveTo>
                  <a:cubicBezTo>
                    <a:pt x="2084589" y="2790296"/>
                    <a:pt x="2079271" y="2782446"/>
                    <a:pt x="2067876" y="2781686"/>
                  </a:cubicBezTo>
                  <a:cubicBezTo>
                    <a:pt x="2052429" y="2782193"/>
                    <a:pt x="2048884" y="2795867"/>
                    <a:pt x="2054708" y="2803717"/>
                  </a:cubicBezTo>
                  <a:cubicBezTo>
                    <a:pt x="2063318" y="2815112"/>
                    <a:pt x="2082563" y="2811060"/>
                    <a:pt x="2083829" y="2797639"/>
                  </a:cubicBezTo>
                  <a:close/>
                  <a:moveTo>
                    <a:pt x="2014698" y="2796880"/>
                  </a:moveTo>
                  <a:cubicBezTo>
                    <a:pt x="2015205" y="2790802"/>
                    <a:pt x="2010647" y="2781686"/>
                    <a:pt x="1998492" y="2780926"/>
                  </a:cubicBezTo>
                  <a:cubicBezTo>
                    <a:pt x="1983298" y="2781433"/>
                    <a:pt x="1979753" y="2795107"/>
                    <a:pt x="1985831" y="2803210"/>
                  </a:cubicBezTo>
                  <a:cubicBezTo>
                    <a:pt x="1994187" y="2814606"/>
                    <a:pt x="2013432" y="2810301"/>
                    <a:pt x="2014698" y="2796880"/>
                  </a:cubicBezTo>
                  <a:close/>
                  <a:moveTo>
                    <a:pt x="1945821" y="2796373"/>
                  </a:moveTo>
                  <a:cubicBezTo>
                    <a:pt x="1946327" y="2789030"/>
                    <a:pt x="1941010" y="2781180"/>
                    <a:pt x="1930121" y="2780420"/>
                  </a:cubicBezTo>
                  <a:cubicBezTo>
                    <a:pt x="1914421" y="2780926"/>
                    <a:pt x="1911382" y="2795867"/>
                    <a:pt x="1918726" y="2803717"/>
                  </a:cubicBezTo>
                  <a:cubicBezTo>
                    <a:pt x="1927842" y="2813846"/>
                    <a:pt x="1944808" y="2809035"/>
                    <a:pt x="1945821" y="2796373"/>
                  </a:cubicBezTo>
                  <a:close/>
                  <a:moveTo>
                    <a:pt x="1878210" y="2795867"/>
                  </a:moveTo>
                  <a:cubicBezTo>
                    <a:pt x="1878716" y="2788523"/>
                    <a:pt x="1873398" y="2780673"/>
                    <a:pt x="1862510" y="2780167"/>
                  </a:cubicBezTo>
                  <a:cubicBezTo>
                    <a:pt x="1847823" y="2780673"/>
                    <a:pt x="1843264" y="2794854"/>
                    <a:pt x="1851114" y="2803464"/>
                  </a:cubicBezTo>
                  <a:cubicBezTo>
                    <a:pt x="1860231" y="2813339"/>
                    <a:pt x="1877197" y="2808528"/>
                    <a:pt x="1878210" y="2795867"/>
                  </a:cubicBezTo>
                  <a:close/>
                  <a:moveTo>
                    <a:pt x="1811358" y="2795360"/>
                  </a:moveTo>
                  <a:cubicBezTo>
                    <a:pt x="1811865" y="2789283"/>
                    <a:pt x="1807306" y="2780167"/>
                    <a:pt x="1795658" y="2779660"/>
                  </a:cubicBezTo>
                  <a:cubicBezTo>
                    <a:pt x="1780464" y="2780420"/>
                    <a:pt x="1777679" y="2795107"/>
                    <a:pt x="1784769" y="2802957"/>
                  </a:cubicBezTo>
                  <a:cubicBezTo>
                    <a:pt x="1793379" y="2812833"/>
                    <a:pt x="1810345" y="2808022"/>
                    <a:pt x="1811358" y="2795360"/>
                  </a:cubicBezTo>
                  <a:close/>
                  <a:moveTo>
                    <a:pt x="1745266" y="2795107"/>
                  </a:moveTo>
                  <a:cubicBezTo>
                    <a:pt x="1745773" y="2787763"/>
                    <a:pt x="1740455" y="2779914"/>
                    <a:pt x="1729819" y="2779407"/>
                  </a:cubicBezTo>
                  <a:cubicBezTo>
                    <a:pt x="1714879" y="2780167"/>
                    <a:pt x="1712093" y="2794854"/>
                    <a:pt x="1719184" y="2802704"/>
                  </a:cubicBezTo>
                  <a:cubicBezTo>
                    <a:pt x="1728047" y="2812833"/>
                    <a:pt x="1744253" y="2808022"/>
                    <a:pt x="1745266" y="2795107"/>
                  </a:cubicBezTo>
                  <a:close/>
                  <a:moveTo>
                    <a:pt x="1680187" y="2794854"/>
                  </a:moveTo>
                  <a:cubicBezTo>
                    <a:pt x="1680694" y="2787510"/>
                    <a:pt x="1675376" y="2779660"/>
                    <a:pt x="1664993" y="2779154"/>
                  </a:cubicBezTo>
                  <a:cubicBezTo>
                    <a:pt x="1650813" y="2779914"/>
                    <a:pt x="1646761" y="2793841"/>
                    <a:pt x="1654611" y="2802451"/>
                  </a:cubicBezTo>
                  <a:cubicBezTo>
                    <a:pt x="1663221" y="2812326"/>
                    <a:pt x="1679427" y="2807768"/>
                    <a:pt x="1680187" y="2794854"/>
                  </a:cubicBezTo>
                  <a:close/>
                  <a:moveTo>
                    <a:pt x="1616121" y="2794854"/>
                  </a:moveTo>
                  <a:cubicBezTo>
                    <a:pt x="1616627" y="2787510"/>
                    <a:pt x="1611310" y="2779660"/>
                    <a:pt x="1600927" y="2779154"/>
                  </a:cubicBezTo>
                  <a:cubicBezTo>
                    <a:pt x="1586240" y="2779914"/>
                    <a:pt x="1583708" y="2794601"/>
                    <a:pt x="1590545" y="2802451"/>
                  </a:cubicBezTo>
                  <a:cubicBezTo>
                    <a:pt x="1599408" y="2812580"/>
                    <a:pt x="1615361" y="2807768"/>
                    <a:pt x="1616121" y="2794854"/>
                  </a:cubicBezTo>
                  <a:close/>
                  <a:moveTo>
                    <a:pt x="1552814" y="2794854"/>
                  </a:moveTo>
                  <a:cubicBezTo>
                    <a:pt x="1553068" y="2788776"/>
                    <a:pt x="1548763" y="2779660"/>
                    <a:pt x="1537621" y="2779154"/>
                  </a:cubicBezTo>
                  <a:cubicBezTo>
                    <a:pt x="1523187" y="2779914"/>
                    <a:pt x="1520908" y="2794601"/>
                    <a:pt x="1527745" y="2802451"/>
                  </a:cubicBezTo>
                  <a:cubicBezTo>
                    <a:pt x="1536355" y="2812326"/>
                    <a:pt x="1552055" y="2807515"/>
                    <a:pt x="1552814" y="2794854"/>
                  </a:cubicBezTo>
                  <a:close/>
                  <a:moveTo>
                    <a:pt x="1490521" y="2795107"/>
                  </a:moveTo>
                  <a:cubicBezTo>
                    <a:pt x="1490774" y="2787763"/>
                    <a:pt x="1485709" y="2779914"/>
                    <a:pt x="1475580" y="2779407"/>
                  </a:cubicBezTo>
                  <a:cubicBezTo>
                    <a:pt x="1461400" y="2780167"/>
                    <a:pt x="1459121" y="2795107"/>
                    <a:pt x="1465958" y="2802957"/>
                  </a:cubicBezTo>
                  <a:cubicBezTo>
                    <a:pt x="1474568" y="2812833"/>
                    <a:pt x="1489761" y="2807768"/>
                    <a:pt x="1490521" y="2795107"/>
                  </a:cubicBezTo>
                  <a:close/>
                  <a:moveTo>
                    <a:pt x="1429240" y="2795360"/>
                  </a:moveTo>
                  <a:cubicBezTo>
                    <a:pt x="1429493" y="2788017"/>
                    <a:pt x="1424429" y="2780167"/>
                    <a:pt x="1414553" y="2779660"/>
                  </a:cubicBezTo>
                  <a:cubicBezTo>
                    <a:pt x="1401385" y="2780420"/>
                    <a:pt x="1397587" y="2794601"/>
                    <a:pt x="1405184" y="2803210"/>
                  </a:cubicBezTo>
                  <a:cubicBezTo>
                    <a:pt x="1413540" y="2812833"/>
                    <a:pt x="1428734" y="2808022"/>
                    <a:pt x="1429240" y="2795360"/>
                  </a:cubicBezTo>
                  <a:close/>
                  <a:moveTo>
                    <a:pt x="1368972" y="2795614"/>
                  </a:moveTo>
                  <a:cubicBezTo>
                    <a:pt x="1369226" y="2789536"/>
                    <a:pt x="1364668" y="2780420"/>
                    <a:pt x="1354285" y="2779914"/>
                  </a:cubicBezTo>
                  <a:cubicBezTo>
                    <a:pt x="1341118" y="2780673"/>
                    <a:pt x="1337826" y="2796120"/>
                    <a:pt x="1346182" y="2804476"/>
                  </a:cubicBezTo>
                  <a:cubicBezTo>
                    <a:pt x="1354792" y="2812833"/>
                    <a:pt x="1368466" y="2807515"/>
                    <a:pt x="1368972" y="2795614"/>
                  </a:cubicBezTo>
                  <a:close/>
                  <a:moveTo>
                    <a:pt x="1309464" y="2796120"/>
                  </a:moveTo>
                  <a:cubicBezTo>
                    <a:pt x="1309718" y="2788776"/>
                    <a:pt x="1304653" y="2780926"/>
                    <a:pt x="1295030" y="2780420"/>
                  </a:cubicBezTo>
                  <a:cubicBezTo>
                    <a:pt x="1282116" y="2781180"/>
                    <a:pt x="1279077" y="2796627"/>
                    <a:pt x="1287180" y="2804983"/>
                  </a:cubicBezTo>
                  <a:cubicBezTo>
                    <a:pt x="1296043" y="2813339"/>
                    <a:pt x="1309211" y="2808022"/>
                    <a:pt x="1309464" y="2796120"/>
                  </a:cubicBezTo>
                  <a:close/>
                  <a:moveTo>
                    <a:pt x="1251476" y="2796627"/>
                  </a:moveTo>
                  <a:cubicBezTo>
                    <a:pt x="1251729" y="2789283"/>
                    <a:pt x="1246664" y="2781433"/>
                    <a:pt x="1237295" y="2781180"/>
                  </a:cubicBezTo>
                  <a:cubicBezTo>
                    <a:pt x="1224380" y="2781939"/>
                    <a:pt x="1221342" y="2797639"/>
                    <a:pt x="1229698" y="2805743"/>
                  </a:cubicBezTo>
                  <a:cubicBezTo>
                    <a:pt x="1238055" y="2813846"/>
                    <a:pt x="1251222" y="2808528"/>
                    <a:pt x="1251476" y="2796627"/>
                  </a:cubicBezTo>
                  <a:close/>
                  <a:moveTo>
                    <a:pt x="1194247" y="2797133"/>
                  </a:moveTo>
                  <a:cubicBezTo>
                    <a:pt x="1194247" y="2789789"/>
                    <a:pt x="1189435" y="2781939"/>
                    <a:pt x="1180319" y="2781686"/>
                  </a:cubicBezTo>
                  <a:cubicBezTo>
                    <a:pt x="1167658" y="2782446"/>
                    <a:pt x="1164872" y="2798146"/>
                    <a:pt x="1172976" y="2806249"/>
                  </a:cubicBezTo>
                  <a:cubicBezTo>
                    <a:pt x="1181332" y="2814606"/>
                    <a:pt x="1194247" y="2809288"/>
                    <a:pt x="1194247" y="2797133"/>
                  </a:cubicBezTo>
                  <a:close/>
                  <a:moveTo>
                    <a:pt x="4913122" y="2925518"/>
                  </a:moveTo>
                  <a:cubicBezTo>
                    <a:pt x="4913375" y="2924505"/>
                    <a:pt x="4915148" y="2915389"/>
                    <a:pt x="4915401" y="2913364"/>
                  </a:cubicBezTo>
                  <a:cubicBezTo>
                    <a:pt x="4916414" y="2907539"/>
                    <a:pt x="4918186" y="2898170"/>
                    <a:pt x="4918186" y="2896904"/>
                  </a:cubicBezTo>
                  <a:cubicBezTo>
                    <a:pt x="4918186" y="2896904"/>
                    <a:pt x="4918186" y="2896904"/>
                    <a:pt x="4918186" y="2896904"/>
                  </a:cubicBezTo>
                  <a:cubicBezTo>
                    <a:pt x="4917933" y="2898423"/>
                    <a:pt x="4913122" y="2924252"/>
                    <a:pt x="4913122" y="2925518"/>
                  </a:cubicBezTo>
                  <a:close/>
                  <a:moveTo>
                    <a:pt x="4916920" y="2893612"/>
                  </a:moveTo>
                  <a:lnTo>
                    <a:pt x="4916920" y="2893612"/>
                  </a:lnTo>
                  <a:cubicBezTo>
                    <a:pt x="4916161" y="2894878"/>
                    <a:pt x="4910843" y="2920707"/>
                    <a:pt x="4911856" y="2921973"/>
                  </a:cubicBezTo>
                  <a:cubicBezTo>
                    <a:pt x="4912615" y="2920960"/>
                    <a:pt x="4914388" y="2911844"/>
                    <a:pt x="4914641" y="2909819"/>
                  </a:cubicBezTo>
                  <a:cubicBezTo>
                    <a:pt x="4915654" y="2904248"/>
                    <a:pt x="4917173" y="2894878"/>
                    <a:pt x="4916920" y="2893612"/>
                  </a:cubicBezTo>
                  <a:close/>
                  <a:moveTo>
                    <a:pt x="4913628" y="2890067"/>
                  </a:moveTo>
                  <a:cubicBezTo>
                    <a:pt x="4913628" y="2890067"/>
                    <a:pt x="4913628" y="2890067"/>
                    <a:pt x="4913628" y="2890067"/>
                  </a:cubicBezTo>
                  <a:cubicBezTo>
                    <a:pt x="4912362" y="2891333"/>
                    <a:pt x="4906791" y="2917162"/>
                    <a:pt x="4908564" y="2918428"/>
                  </a:cubicBezTo>
                  <a:cubicBezTo>
                    <a:pt x="4909577" y="2917415"/>
                    <a:pt x="4911349" y="2908299"/>
                    <a:pt x="4911603" y="2906273"/>
                  </a:cubicBezTo>
                  <a:cubicBezTo>
                    <a:pt x="4912868" y="2900702"/>
                    <a:pt x="4914388" y="2891333"/>
                    <a:pt x="4913628" y="2890067"/>
                  </a:cubicBezTo>
                  <a:close/>
                  <a:moveTo>
                    <a:pt x="4908311" y="2886522"/>
                  </a:moveTo>
                  <a:cubicBezTo>
                    <a:pt x="4906285" y="2886269"/>
                    <a:pt x="4901473" y="2912857"/>
                    <a:pt x="4903246" y="2914883"/>
                  </a:cubicBezTo>
                  <a:cubicBezTo>
                    <a:pt x="4904259" y="2914883"/>
                    <a:pt x="4906032" y="2907286"/>
                    <a:pt x="4907044" y="2902728"/>
                  </a:cubicBezTo>
                  <a:lnTo>
                    <a:pt x="4907044" y="2902728"/>
                  </a:lnTo>
                  <a:cubicBezTo>
                    <a:pt x="4908057" y="2897157"/>
                    <a:pt x="4909323" y="2887788"/>
                    <a:pt x="4908311" y="2886522"/>
                  </a:cubicBezTo>
                  <a:close/>
                  <a:moveTo>
                    <a:pt x="4900207" y="2899183"/>
                  </a:moveTo>
                  <a:cubicBezTo>
                    <a:pt x="4901473" y="2893106"/>
                    <a:pt x="4902486" y="2883989"/>
                    <a:pt x="4901220" y="2882723"/>
                  </a:cubicBezTo>
                  <a:cubicBezTo>
                    <a:pt x="4897675" y="2882470"/>
                    <a:pt x="4894636" y="2909312"/>
                    <a:pt x="4895902" y="2911085"/>
                  </a:cubicBezTo>
                  <a:cubicBezTo>
                    <a:pt x="4896662" y="2912351"/>
                    <a:pt x="4898688" y="2907033"/>
                    <a:pt x="4900207" y="2899183"/>
                  </a:cubicBezTo>
                  <a:close/>
                  <a:moveTo>
                    <a:pt x="4891851" y="2879178"/>
                  </a:moveTo>
                  <a:cubicBezTo>
                    <a:pt x="4891851" y="2878925"/>
                    <a:pt x="4891598" y="2878925"/>
                    <a:pt x="4891851" y="2879178"/>
                  </a:cubicBezTo>
                  <a:cubicBezTo>
                    <a:pt x="4888559" y="2879685"/>
                    <a:pt x="4884001" y="2905007"/>
                    <a:pt x="4886533" y="2907539"/>
                  </a:cubicBezTo>
                  <a:cubicBezTo>
                    <a:pt x="4887799" y="2908806"/>
                    <a:pt x="4889825" y="2903488"/>
                    <a:pt x="4891344" y="2895638"/>
                  </a:cubicBezTo>
                  <a:cubicBezTo>
                    <a:pt x="4892611" y="2889307"/>
                    <a:pt x="4893623" y="2880191"/>
                    <a:pt x="4891851" y="2879178"/>
                  </a:cubicBezTo>
                  <a:close/>
                  <a:moveTo>
                    <a:pt x="4880709" y="2875380"/>
                  </a:moveTo>
                  <a:cubicBezTo>
                    <a:pt x="4876404" y="2875127"/>
                    <a:pt x="4873112" y="2899943"/>
                    <a:pt x="4875138" y="2903488"/>
                  </a:cubicBezTo>
                  <a:cubicBezTo>
                    <a:pt x="4876404" y="2905767"/>
                    <a:pt x="4878936" y="2900449"/>
                    <a:pt x="4880709" y="2891839"/>
                  </a:cubicBezTo>
                  <a:cubicBezTo>
                    <a:pt x="4881722" y="2885762"/>
                    <a:pt x="4882735" y="2876393"/>
                    <a:pt x="4880709" y="2875380"/>
                  </a:cubicBezTo>
                  <a:close/>
                  <a:moveTo>
                    <a:pt x="4867794" y="2888041"/>
                  </a:moveTo>
                  <a:cubicBezTo>
                    <a:pt x="4869060" y="2881964"/>
                    <a:pt x="4869567" y="2872847"/>
                    <a:pt x="4867288" y="2871581"/>
                  </a:cubicBezTo>
                  <a:cubicBezTo>
                    <a:pt x="4862477" y="2871328"/>
                    <a:pt x="4859185" y="2896144"/>
                    <a:pt x="4861717" y="2899689"/>
                  </a:cubicBezTo>
                  <a:cubicBezTo>
                    <a:pt x="4863236" y="2901715"/>
                    <a:pt x="4866022" y="2896397"/>
                    <a:pt x="4867794" y="2888041"/>
                  </a:cubicBezTo>
                  <a:close/>
                  <a:moveTo>
                    <a:pt x="4853107" y="2884243"/>
                  </a:moveTo>
                  <a:cubicBezTo>
                    <a:pt x="4854373" y="2878165"/>
                    <a:pt x="4854880" y="2869049"/>
                    <a:pt x="4852094" y="2867783"/>
                  </a:cubicBezTo>
                  <a:cubicBezTo>
                    <a:pt x="4846523" y="2867530"/>
                    <a:pt x="4843485" y="2892346"/>
                    <a:pt x="4846523" y="2895891"/>
                  </a:cubicBezTo>
                  <a:cubicBezTo>
                    <a:pt x="4848296" y="2897917"/>
                    <a:pt x="4851335" y="2892599"/>
                    <a:pt x="4853107" y="2884243"/>
                  </a:cubicBezTo>
                  <a:close/>
                  <a:moveTo>
                    <a:pt x="4836648" y="2880444"/>
                  </a:moveTo>
                  <a:cubicBezTo>
                    <a:pt x="4837914" y="2874367"/>
                    <a:pt x="4838420" y="2865251"/>
                    <a:pt x="4835381" y="2863985"/>
                  </a:cubicBezTo>
                  <a:cubicBezTo>
                    <a:pt x="4829810" y="2863731"/>
                    <a:pt x="4826265" y="2886522"/>
                    <a:pt x="4829304" y="2891586"/>
                  </a:cubicBezTo>
                  <a:cubicBezTo>
                    <a:pt x="4831077" y="2894625"/>
                    <a:pt x="4834875" y="2889307"/>
                    <a:pt x="4836648" y="2880444"/>
                  </a:cubicBezTo>
                  <a:close/>
                  <a:moveTo>
                    <a:pt x="4816643" y="2860186"/>
                  </a:moveTo>
                  <a:cubicBezTo>
                    <a:pt x="4810565" y="2859933"/>
                    <a:pt x="4807020" y="2882723"/>
                    <a:pt x="4810565" y="2887788"/>
                  </a:cubicBezTo>
                  <a:cubicBezTo>
                    <a:pt x="4812844" y="2891080"/>
                    <a:pt x="4816643" y="2885762"/>
                    <a:pt x="4818415" y="2876646"/>
                  </a:cubicBezTo>
                  <a:cubicBezTo>
                    <a:pt x="4819428" y="2870568"/>
                    <a:pt x="4819935" y="2861452"/>
                    <a:pt x="4816643" y="2860186"/>
                  </a:cubicBezTo>
                  <a:close/>
                  <a:moveTo>
                    <a:pt x="4798157" y="2872847"/>
                  </a:moveTo>
                  <a:cubicBezTo>
                    <a:pt x="4799423" y="2866770"/>
                    <a:pt x="4799676" y="2857654"/>
                    <a:pt x="4795878" y="2856388"/>
                  </a:cubicBezTo>
                  <a:cubicBezTo>
                    <a:pt x="4789294" y="2856135"/>
                    <a:pt x="4785749" y="2878925"/>
                    <a:pt x="4789548" y="2883989"/>
                  </a:cubicBezTo>
                  <a:cubicBezTo>
                    <a:pt x="4792333" y="2887281"/>
                    <a:pt x="4796385" y="2881710"/>
                    <a:pt x="4798157" y="2872847"/>
                  </a:cubicBezTo>
                  <a:close/>
                  <a:moveTo>
                    <a:pt x="4773848" y="2852589"/>
                  </a:moveTo>
                  <a:cubicBezTo>
                    <a:pt x="4767264" y="2852336"/>
                    <a:pt x="4763212" y="2873354"/>
                    <a:pt x="4767264" y="2879685"/>
                  </a:cubicBezTo>
                  <a:cubicBezTo>
                    <a:pt x="4769796" y="2883989"/>
                    <a:pt x="4774607" y="2878672"/>
                    <a:pt x="4776633" y="2869049"/>
                  </a:cubicBezTo>
                  <a:cubicBezTo>
                    <a:pt x="4777646" y="2862972"/>
                    <a:pt x="4777646" y="2853855"/>
                    <a:pt x="4773848" y="2852589"/>
                  </a:cubicBezTo>
                  <a:close/>
                  <a:moveTo>
                    <a:pt x="4749791" y="2849044"/>
                  </a:moveTo>
                  <a:cubicBezTo>
                    <a:pt x="4742701" y="2848791"/>
                    <a:pt x="4738649" y="2869809"/>
                    <a:pt x="4742954" y="2876139"/>
                  </a:cubicBezTo>
                  <a:cubicBezTo>
                    <a:pt x="4745740" y="2880444"/>
                    <a:pt x="4750804" y="2875127"/>
                    <a:pt x="4752830" y="2865504"/>
                  </a:cubicBezTo>
                  <a:cubicBezTo>
                    <a:pt x="4754096" y="2859173"/>
                    <a:pt x="4754096" y="2850057"/>
                    <a:pt x="4749791" y="2849044"/>
                  </a:cubicBezTo>
                  <a:close/>
                  <a:moveTo>
                    <a:pt x="4727507" y="2861706"/>
                  </a:moveTo>
                  <a:cubicBezTo>
                    <a:pt x="4728774" y="2855881"/>
                    <a:pt x="4728774" y="2846512"/>
                    <a:pt x="4723962" y="2845246"/>
                  </a:cubicBezTo>
                  <a:cubicBezTo>
                    <a:pt x="4716365" y="2844993"/>
                    <a:pt x="4712567" y="2866010"/>
                    <a:pt x="4717125" y="2872341"/>
                  </a:cubicBezTo>
                  <a:cubicBezTo>
                    <a:pt x="4720417" y="2876646"/>
                    <a:pt x="4725481" y="2871328"/>
                    <a:pt x="4727507" y="2861706"/>
                  </a:cubicBezTo>
                  <a:close/>
                  <a:moveTo>
                    <a:pt x="4700665" y="2857907"/>
                  </a:moveTo>
                  <a:cubicBezTo>
                    <a:pt x="4701931" y="2851830"/>
                    <a:pt x="4701678" y="2842714"/>
                    <a:pt x="4696867" y="2841447"/>
                  </a:cubicBezTo>
                  <a:cubicBezTo>
                    <a:pt x="4689523" y="2841194"/>
                    <a:pt x="4685219" y="2860693"/>
                    <a:pt x="4689523" y="2867783"/>
                  </a:cubicBezTo>
                  <a:cubicBezTo>
                    <a:pt x="4692562" y="2873354"/>
                    <a:pt x="4698640" y="2868289"/>
                    <a:pt x="4700665" y="2857907"/>
                  </a:cubicBezTo>
                  <a:close/>
                  <a:moveTo>
                    <a:pt x="4672304" y="2854362"/>
                  </a:moveTo>
                  <a:cubicBezTo>
                    <a:pt x="4673570" y="2848285"/>
                    <a:pt x="4673064" y="2839168"/>
                    <a:pt x="4668253" y="2837902"/>
                  </a:cubicBezTo>
                  <a:cubicBezTo>
                    <a:pt x="4660402" y="2837649"/>
                    <a:pt x="4656097" y="2857147"/>
                    <a:pt x="4660656" y="2864238"/>
                  </a:cubicBezTo>
                  <a:cubicBezTo>
                    <a:pt x="4663947" y="2869809"/>
                    <a:pt x="4670025" y="2864491"/>
                    <a:pt x="4672304" y="2854362"/>
                  </a:cubicBezTo>
                  <a:close/>
                  <a:moveTo>
                    <a:pt x="4642170" y="2850817"/>
                  </a:moveTo>
                  <a:cubicBezTo>
                    <a:pt x="4643436" y="2844739"/>
                    <a:pt x="4642930" y="2835623"/>
                    <a:pt x="4637612" y="2834357"/>
                  </a:cubicBezTo>
                  <a:cubicBezTo>
                    <a:pt x="4629256" y="2834104"/>
                    <a:pt x="4624951" y="2853602"/>
                    <a:pt x="4629762" y="2860693"/>
                  </a:cubicBezTo>
                  <a:cubicBezTo>
                    <a:pt x="4633560" y="2866010"/>
                    <a:pt x="4639891" y="2860946"/>
                    <a:pt x="4642170" y="2850817"/>
                  </a:cubicBezTo>
                  <a:close/>
                  <a:moveTo>
                    <a:pt x="4610517" y="2847018"/>
                  </a:moveTo>
                  <a:cubicBezTo>
                    <a:pt x="4611783" y="2840941"/>
                    <a:pt x="4611023" y="2831825"/>
                    <a:pt x="4605452" y="2830559"/>
                  </a:cubicBezTo>
                  <a:cubicBezTo>
                    <a:pt x="4596843" y="2830305"/>
                    <a:pt x="4592538" y="2849804"/>
                    <a:pt x="4597602" y="2856894"/>
                  </a:cubicBezTo>
                  <a:cubicBezTo>
                    <a:pt x="4601654" y="2862465"/>
                    <a:pt x="4608491" y="2857147"/>
                    <a:pt x="4610517" y="2847018"/>
                  </a:cubicBezTo>
                  <a:close/>
                  <a:moveTo>
                    <a:pt x="4572027" y="2827014"/>
                  </a:moveTo>
                  <a:cubicBezTo>
                    <a:pt x="4563417" y="2827014"/>
                    <a:pt x="4558859" y="2844739"/>
                    <a:pt x="4563670" y="2852589"/>
                  </a:cubicBezTo>
                  <a:cubicBezTo>
                    <a:pt x="4567468" y="2859173"/>
                    <a:pt x="4575065" y="2854109"/>
                    <a:pt x="4577344" y="2843473"/>
                  </a:cubicBezTo>
                  <a:cubicBezTo>
                    <a:pt x="4578610" y="2837396"/>
                    <a:pt x="4577851" y="2828026"/>
                    <a:pt x="4572027" y="2827014"/>
                  </a:cubicBezTo>
                  <a:close/>
                  <a:moveTo>
                    <a:pt x="4542652" y="2839928"/>
                  </a:moveTo>
                  <a:cubicBezTo>
                    <a:pt x="4543919" y="2833851"/>
                    <a:pt x="4543159" y="2824481"/>
                    <a:pt x="4536828" y="2823468"/>
                  </a:cubicBezTo>
                  <a:cubicBezTo>
                    <a:pt x="4527712" y="2823468"/>
                    <a:pt x="4523154" y="2841194"/>
                    <a:pt x="4528219" y="2849044"/>
                  </a:cubicBezTo>
                  <a:cubicBezTo>
                    <a:pt x="4532777" y="2855628"/>
                    <a:pt x="4540373" y="2850817"/>
                    <a:pt x="4542652" y="2839928"/>
                  </a:cubicBezTo>
                  <a:close/>
                  <a:moveTo>
                    <a:pt x="4506694" y="2836383"/>
                  </a:moveTo>
                  <a:cubicBezTo>
                    <a:pt x="4507961" y="2830305"/>
                    <a:pt x="4506947" y="2820936"/>
                    <a:pt x="4500617" y="2819923"/>
                  </a:cubicBezTo>
                  <a:cubicBezTo>
                    <a:pt x="4491248" y="2819923"/>
                    <a:pt x="4486689" y="2837649"/>
                    <a:pt x="4492007" y="2845499"/>
                  </a:cubicBezTo>
                  <a:cubicBezTo>
                    <a:pt x="4496312" y="2852083"/>
                    <a:pt x="4504415" y="2847018"/>
                    <a:pt x="4506694" y="2836383"/>
                  </a:cubicBezTo>
                  <a:close/>
                  <a:moveTo>
                    <a:pt x="4469217" y="2832838"/>
                  </a:moveTo>
                  <a:cubicBezTo>
                    <a:pt x="4470483" y="2826760"/>
                    <a:pt x="4469470" y="2817391"/>
                    <a:pt x="4462633" y="2816378"/>
                  </a:cubicBezTo>
                  <a:cubicBezTo>
                    <a:pt x="4453011" y="2816378"/>
                    <a:pt x="4448199" y="2834104"/>
                    <a:pt x="4453770" y="2841954"/>
                  </a:cubicBezTo>
                  <a:cubicBezTo>
                    <a:pt x="4458328" y="2848538"/>
                    <a:pt x="4466938" y="2843473"/>
                    <a:pt x="4469217" y="2832838"/>
                  </a:cubicBezTo>
                  <a:close/>
                  <a:moveTo>
                    <a:pt x="4423383" y="2812833"/>
                  </a:moveTo>
                  <a:cubicBezTo>
                    <a:pt x="4414014" y="2812833"/>
                    <a:pt x="4408949" y="2829293"/>
                    <a:pt x="4413760" y="2837649"/>
                  </a:cubicBezTo>
                  <a:cubicBezTo>
                    <a:pt x="4418318" y="2845499"/>
                    <a:pt x="4427688" y="2840688"/>
                    <a:pt x="4429967" y="2829293"/>
                  </a:cubicBezTo>
                  <a:lnTo>
                    <a:pt x="4429967" y="2829293"/>
                  </a:lnTo>
                  <a:cubicBezTo>
                    <a:pt x="4431486" y="2823215"/>
                    <a:pt x="4430220" y="2814099"/>
                    <a:pt x="4423383" y="2812833"/>
                  </a:cubicBezTo>
                  <a:close/>
                  <a:moveTo>
                    <a:pt x="4389957" y="2825747"/>
                  </a:moveTo>
                  <a:cubicBezTo>
                    <a:pt x="4391223" y="2819670"/>
                    <a:pt x="4389957" y="2810301"/>
                    <a:pt x="4382867" y="2809288"/>
                  </a:cubicBezTo>
                  <a:cubicBezTo>
                    <a:pt x="4372991" y="2809288"/>
                    <a:pt x="4367927" y="2825747"/>
                    <a:pt x="4373244" y="2834104"/>
                  </a:cubicBezTo>
                  <a:cubicBezTo>
                    <a:pt x="4378056" y="2841954"/>
                    <a:pt x="4387425" y="2837143"/>
                    <a:pt x="4389957" y="2825747"/>
                  </a:cubicBezTo>
                  <a:close/>
                  <a:moveTo>
                    <a:pt x="4348428" y="2822455"/>
                  </a:moveTo>
                  <a:cubicBezTo>
                    <a:pt x="4349694" y="2816378"/>
                    <a:pt x="4348175" y="2807009"/>
                    <a:pt x="4340831" y="2805996"/>
                  </a:cubicBezTo>
                  <a:cubicBezTo>
                    <a:pt x="4330702" y="2805996"/>
                    <a:pt x="4325638" y="2822455"/>
                    <a:pt x="4330956" y="2830812"/>
                  </a:cubicBezTo>
                  <a:cubicBezTo>
                    <a:pt x="4336020" y="2838409"/>
                    <a:pt x="4345896" y="2833597"/>
                    <a:pt x="4348428" y="2822455"/>
                  </a:cubicBezTo>
                  <a:close/>
                  <a:moveTo>
                    <a:pt x="4305380" y="2819164"/>
                  </a:moveTo>
                  <a:cubicBezTo>
                    <a:pt x="4306646" y="2813086"/>
                    <a:pt x="4305126" y="2803717"/>
                    <a:pt x="4297530" y="2802704"/>
                  </a:cubicBezTo>
                  <a:cubicBezTo>
                    <a:pt x="4287148" y="2802704"/>
                    <a:pt x="4282083" y="2819164"/>
                    <a:pt x="4287654" y="2827520"/>
                  </a:cubicBezTo>
                  <a:cubicBezTo>
                    <a:pt x="4292972" y="2835370"/>
                    <a:pt x="4302847" y="2830559"/>
                    <a:pt x="4305380" y="2819164"/>
                  </a:cubicBezTo>
                  <a:close/>
                  <a:moveTo>
                    <a:pt x="4261065" y="2815618"/>
                  </a:moveTo>
                  <a:cubicBezTo>
                    <a:pt x="4262332" y="2809541"/>
                    <a:pt x="4260559" y="2800172"/>
                    <a:pt x="4252962" y="2799159"/>
                  </a:cubicBezTo>
                  <a:cubicBezTo>
                    <a:pt x="4242073" y="2799159"/>
                    <a:pt x="4237009" y="2815618"/>
                    <a:pt x="4242833" y="2823975"/>
                  </a:cubicBezTo>
                  <a:cubicBezTo>
                    <a:pt x="4248404" y="2831825"/>
                    <a:pt x="4258786" y="2827014"/>
                    <a:pt x="4261065" y="2815618"/>
                  </a:cubicBezTo>
                  <a:close/>
                  <a:moveTo>
                    <a:pt x="4207128" y="2795867"/>
                  </a:moveTo>
                  <a:cubicBezTo>
                    <a:pt x="4196240" y="2795867"/>
                    <a:pt x="4191175" y="2812326"/>
                    <a:pt x="4196999" y="2820683"/>
                  </a:cubicBezTo>
                  <a:cubicBezTo>
                    <a:pt x="4202570" y="2828533"/>
                    <a:pt x="4213206" y="2823468"/>
                    <a:pt x="4215738" y="2812326"/>
                  </a:cubicBezTo>
                  <a:cubicBezTo>
                    <a:pt x="4217004" y="2806755"/>
                    <a:pt x="4215738" y="2797133"/>
                    <a:pt x="4207128" y="2795867"/>
                  </a:cubicBezTo>
                  <a:close/>
                  <a:moveTo>
                    <a:pt x="4160281" y="2792828"/>
                  </a:moveTo>
                  <a:cubicBezTo>
                    <a:pt x="4149392" y="2792828"/>
                    <a:pt x="4144075" y="2807768"/>
                    <a:pt x="4149392" y="2816631"/>
                  </a:cubicBezTo>
                  <a:cubicBezTo>
                    <a:pt x="4154710" y="2825747"/>
                    <a:pt x="4166612" y="2821189"/>
                    <a:pt x="4169144" y="2809288"/>
                  </a:cubicBezTo>
                  <a:cubicBezTo>
                    <a:pt x="4170410" y="2802957"/>
                    <a:pt x="4168638" y="2793841"/>
                    <a:pt x="4160281" y="2792828"/>
                  </a:cubicBezTo>
                  <a:close/>
                  <a:moveTo>
                    <a:pt x="4112168" y="2789536"/>
                  </a:moveTo>
                  <a:cubicBezTo>
                    <a:pt x="4101026" y="2789536"/>
                    <a:pt x="4095709" y="2804476"/>
                    <a:pt x="4101280" y="2813339"/>
                  </a:cubicBezTo>
                  <a:cubicBezTo>
                    <a:pt x="4106850" y="2822455"/>
                    <a:pt x="4118752" y="2817897"/>
                    <a:pt x="4121284" y="2805996"/>
                  </a:cubicBezTo>
                  <a:cubicBezTo>
                    <a:pt x="4122551" y="2799665"/>
                    <a:pt x="4120525" y="2790549"/>
                    <a:pt x="4112168" y="2789536"/>
                  </a:cubicBezTo>
                  <a:close/>
                  <a:moveTo>
                    <a:pt x="4062789" y="2786244"/>
                  </a:moveTo>
                  <a:cubicBezTo>
                    <a:pt x="4051394" y="2786244"/>
                    <a:pt x="4045823" y="2801185"/>
                    <a:pt x="4051647" y="2810047"/>
                  </a:cubicBezTo>
                  <a:cubicBezTo>
                    <a:pt x="4057471" y="2818910"/>
                    <a:pt x="4069627" y="2814606"/>
                    <a:pt x="4072159" y="2802451"/>
                  </a:cubicBezTo>
                  <a:cubicBezTo>
                    <a:pt x="4073425" y="2796627"/>
                    <a:pt x="4071399" y="2787510"/>
                    <a:pt x="4062789" y="2786244"/>
                  </a:cubicBezTo>
                  <a:close/>
                  <a:moveTo>
                    <a:pt x="4012397" y="2783206"/>
                  </a:moveTo>
                  <a:cubicBezTo>
                    <a:pt x="4000749" y="2783206"/>
                    <a:pt x="3995431" y="2798146"/>
                    <a:pt x="4001255" y="2807009"/>
                  </a:cubicBezTo>
                  <a:cubicBezTo>
                    <a:pt x="4007080" y="2816125"/>
                    <a:pt x="4019741" y="2811567"/>
                    <a:pt x="4022273" y="2799412"/>
                  </a:cubicBezTo>
                  <a:cubicBezTo>
                    <a:pt x="4023539" y="2793588"/>
                    <a:pt x="4021260" y="2784218"/>
                    <a:pt x="4012397" y="2783206"/>
                  </a:cubicBezTo>
                  <a:close/>
                  <a:moveTo>
                    <a:pt x="3970868" y="2796627"/>
                  </a:moveTo>
                  <a:cubicBezTo>
                    <a:pt x="3972134" y="2790549"/>
                    <a:pt x="3969855" y="2781180"/>
                    <a:pt x="3960992" y="2780167"/>
                  </a:cubicBezTo>
                  <a:cubicBezTo>
                    <a:pt x="3949091" y="2780167"/>
                    <a:pt x="3943773" y="2795360"/>
                    <a:pt x="3949850" y="2803970"/>
                  </a:cubicBezTo>
                  <a:cubicBezTo>
                    <a:pt x="3955675" y="2813086"/>
                    <a:pt x="3968589" y="2808528"/>
                    <a:pt x="3970868" y="2796627"/>
                  </a:cubicBezTo>
                  <a:close/>
                  <a:moveTo>
                    <a:pt x="3918704" y="2793588"/>
                  </a:moveTo>
                  <a:cubicBezTo>
                    <a:pt x="3919970" y="2787510"/>
                    <a:pt x="3917438" y="2778141"/>
                    <a:pt x="3908321" y="2777128"/>
                  </a:cubicBezTo>
                  <a:cubicBezTo>
                    <a:pt x="3896167" y="2777128"/>
                    <a:pt x="3890596" y="2792322"/>
                    <a:pt x="3896926" y="2801185"/>
                  </a:cubicBezTo>
                  <a:cubicBezTo>
                    <a:pt x="3903257" y="2810047"/>
                    <a:pt x="3916171" y="2805489"/>
                    <a:pt x="3918704" y="2793588"/>
                  </a:cubicBezTo>
                  <a:close/>
                  <a:moveTo>
                    <a:pt x="3865526" y="2790549"/>
                  </a:moveTo>
                  <a:cubicBezTo>
                    <a:pt x="3866792" y="2784472"/>
                    <a:pt x="3864260" y="2775102"/>
                    <a:pt x="3854891" y="2774089"/>
                  </a:cubicBezTo>
                  <a:cubicBezTo>
                    <a:pt x="3842736" y="2774089"/>
                    <a:pt x="3837165" y="2789283"/>
                    <a:pt x="3843496" y="2798146"/>
                  </a:cubicBezTo>
                  <a:cubicBezTo>
                    <a:pt x="3849826" y="2807262"/>
                    <a:pt x="3862994" y="2802704"/>
                    <a:pt x="3865526" y="2790549"/>
                  </a:cubicBezTo>
                  <a:close/>
                  <a:moveTo>
                    <a:pt x="3811336" y="2787510"/>
                  </a:moveTo>
                  <a:cubicBezTo>
                    <a:pt x="3812602" y="2781433"/>
                    <a:pt x="3810070" y="2772064"/>
                    <a:pt x="3800447" y="2771051"/>
                  </a:cubicBezTo>
                  <a:cubicBezTo>
                    <a:pt x="3788039" y="2771051"/>
                    <a:pt x="3782468" y="2786244"/>
                    <a:pt x="3789052" y="2795107"/>
                  </a:cubicBezTo>
                  <a:cubicBezTo>
                    <a:pt x="3795383" y="2804223"/>
                    <a:pt x="3808804" y="2799665"/>
                    <a:pt x="3811336" y="2787510"/>
                  </a:cubicBezTo>
                  <a:close/>
                  <a:moveTo>
                    <a:pt x="3631039" y="2762947"/>
                  </a:moveTo>
                  <a:cubicBezTo>
                    <a:pt x="3618631" y="2762947"/>
                    <a:pt x="3613060" y="2776875"/>
                    <a:pt x="3618631" y="2785991"/>
                  </a:cubicBezTo>
                  <a:cubicBezTo>
                    <a:pt x="3625215" y="2796373"/>
                    <a:pt x="3640408" y="2792322"/>
                    <a:pt x="3642941" y="2779407"/>
                  </a:cubicBezTo>
                  <a:lnTo>
                    <a:pt x="3642941" y="2779407"/>
                  </a:lnTo>
                  <a:cubicBezTo>
                    <a:pt x="3643953" y="2773077"/>
                    <a:pt x="3641168" y="2763960"/>
                    <a:pt x="3631039" y="2762947"/>
                  </a:cubicBezTo>
                  <a:close/>
                  <a:moveTo>
                    <a:pt x="3584699" y="2776368"/>
                  </a:moveTo>
                  <a:cubicBezTo>
                    <a:pt x="3585712" y="2770544"/>
                    <a:pt x="3583433" y="2761175"/>
                    <a:pt x="3572797" y="2759909"/>
                  </a:cubicBezTo>
                  <a:cubicBezTo>
                    <a:pt x="3560136" y="2759909"/>
                    <a:pt x="3554565" y="2773836"/>
                    <a:pt x="3560389" y="2782952"/>
                  </a:cubicBezTo>
                  <a:cubicBezTo>
                    <a:pt x="3566973" y="2793334"/>
                    <a:pt x="3582167" y="2789283"/>
                    <a:pt x="3584699" y="2776368"/>
                  </a:cubicBezTo>
                  <a:close/>
                  <a:moveTo>
                    <a:pt x="3525951" y="2773836"/>
                  </a:moveTo>
                  <a:cubicBezTo>
                    <a:pt x="3526963" y="2768012"/>
                    <a:pt x="3524684" y="2758643"/>
                    <a:pt x="3513795" y="2757630"/>
                  </a:cubicBezTo>
                  <a:cubicBezTo>
                    <a:pt x="3500881" y="2757630"/>
                    <a:pt x="3495057" y="2771557"/>
                    <a:pt x="3501134" y="2780673"/>
                  </a:cubicBezTo>
                  <a:cubicBezTo>
                    <a:pt x="3508224" y="2790802"/>
                    <a:pt x="3523671" y="2786497"/>
                    <a:pt x="3525951" y="2773836"/>
                  </a:cubicBezTo>
                  <a:close/>
                  <a:moveTo>
                    <a:pt x="3466442" y="2771304"/>
                  </a:moveTo>
                  <a:cubicBezTo>
                    <a:pt x="3467455" y="2765480"/>
                    <a:pt x="3464923" y="2756110"/>
                    <a:pt x="3454034" y="2755098"/>
                  </a:cubicBezTo>
                  <a:cubicBezTo>
                    <a:pt x="3441120" y="2755351"/>
                    <a:pt x="3435296" y="2769025"/>
                    <a:pt x="3441373" y="2778141"/>
                  </a:cubicBezTo>
                  <a:cubicBezTo>
                    <a:pt x="3448210" y="2788017"/>
                    <a:pt x="3464163" y="2783965"/>
                    <a:pt x="3466442" y="2771304"/>
                  </a:cubicBezTo>
                  <a:close/>
                  <a:moveTo>
                    <a:pt x="3406174" y="2768772"/>
                  </a:moveTo>
                  <a:cubicBezTo>
                    <a:pt x="3407188" y="2762694"/>
                    <a:pt x="3404149" y="2753325"/>
                    <a:pt x="3393513" y="2752565"/>
                  </a:cubicBezTo>
                  <a:cubicBezTo>
                    <a:pt x="3380346" y="2752818"/>
                    <a:pt x="3374775" y="2766493"/>
                    <a:pt x="3380852" y="2775609"/>
                  </a:cubicBezTo>
                  <a:cubicBezTo>
                    <a:pt x="3387942" y="2785738"/>
                    <a:pt x="3403642" y="2781686"/>
                    <a:pt x="3406174" y="2768772"/>
                  </a:cubicBezTo>
                  <a:close/>
                  <a:moveTo>
                    <a:pt x="3344894" y="2766239"/>
                  </a:moveTo>
                  <a:cubicBezTo>
                    <a:pt x="3345907" y="2760415"/>
                    <a:pt x="3343375" y="2751046"/>
                    <a:pt x="3331979" y="2750033"/>
                  </a:cubicBezTo>
                  <a:cubicBezTo>
                    <a:pt x="3318812" y="2750286"/>
                    <a:pt x="3312987" y="2764214"/>
                    <a:pt x="3319318" y="2773077"/>
                  </a:cubicBezTo>
                  <a:cubicBezTo>
                    <a:pt x="3326662" y="2783459"/>
                    <a:pt x="3342615" y="2779154"/>
                    <a:pt x="3344894" y="2766239"/>
                  </a:cubicBezTo>
                  <a:close/>
                  <a:moveTo>
                    <a:pt x="3283107" y="2763960"/>
                  </a:moveTo>
                  <a:cubicBezTo>
                    <a:pt x="3284120" y="2758136"/>
                    <a:pt x="3281334" y="2748767"/>
                    <a:pt x="3270192" y="2747754"/>
                  </a:cubicBezTo>
                  <a:cubicBezTo>
                    <a:pt x="3256518" y="2748007"/>
                    <a:pt x="3250947" y="2761935"/>
                    <a:pt x="3257531" y="2770797"/>
                  </a:cubicBezTo>
                  <a:cubicBezTo>
                    <a:pt x="3264621" y="2780926"/>
                    <a:pt x="3280828" y="2776622"/>
                    <a:pt x="3283107" y="2763960"/>
                  </a:cubicBezTo>
                  <a:close/>
                  <a:moveTo>
                    <a:pt x="3194478" y="2768518"/>
                  </a:moveTo>
                  <a:cubicBezTo>
                    <a:pt x="3202074" y="2778901"/>
                    <a:pt x="3218281" y="2774596"/>
                    <a:pt x="3220560" y="2761681"/>
                  </a:cubicBezTo>
                  <a:cubicBezTo>
                    <a:pt x="3221573" y="2755604"/>
                    <a:pt x="3218281" y="2746234"/>
                    <a:pt x="3207139" y="2745475"/>
                  </a:cubicBezTo>
                  <a:cubicBezTo>
                    <a:pt x="3193718" y="2745728"/>
                    <a:pt x="3187894" y="2759656"/>
                    <a:pt x="3194478" y="2768518"/>
                  </a:cubicBezTo>
                  <a:close/>
                  <a:moveTo>
                    <a:pt x="3067105" y="2764214"/>
                  </a:moveTo>
                  <a:cubicBezTo>
                    <a:pt x="3074955" y="2774343"/>
                    <a:pt x="3091415" y="2770038"/>
                    <a:pt x="3093694" y="2757376"/>
                  </a:cubicBezTo>
                  <a:cubicBezTo>
                    <a:pt x="3094707" y="2751552"/>
                    <a:pt x="3091668" y="2742183"/>
                    <a:pt x="3080020" y="2741170"/>
                  </a:cubicBezTo>
                  <a:cubicBezTo>
                    <a:pt x="3065839" y="2741423"/>
                    <a:pt x="3060268" y="2755351"/>
                    <a:pt x="3067105" y="2764214"/>
                  </a:cubicBezTo>
                  <a:close/>
                  <a:moveTo>
                    <a:pt x="3015194" y="2739144"/>
                  </a:moveTo>
                  <a:cubicBezTo>
                    <a:pt x="3001266" y="2739397"/>
                    <a:pt x="2995696" y="2753325"/>
                    <a:pt x="3002533" y="2762188"/>
                  </a:cubicBezTo>
                  <a:cubicBezTo>
                    <a:pt x="3010382" y="2772317"/>
                    <a:pt x="3027349" y="2767759"/>
                    <a:pt x="3029374" y="2755351"/>
                  </a:cubicBezTo>
                  <a:cubicBezTo>
                    <a:pt x="3030134" y="2749527"/>
                    <a:pt x="3027095" y="2739904"/>
                    <a:pt x="3015194" y="2739144"/>
                  </a:cubicBezTo>
                  <a:close/>
                  <a:moveTo>
                    <a:pt x="2950115" y="2737118"/>
                  </a:moveTo>
                  <a:cubicBezTo>
                    <a:pt x="2936187" y="2737372"/>
                    <a:pt x="2930363" y="2751299"/>
                    <a:pt x="2937453" y="2760162"/>
                  </a:cubicBezTo>
                  <a:cubicBezTo>
                    <a:pt x="2945557" y="2770544"/>
                    <a:pt x="2962270" y="2766239"/>
                    <a:pt x="2964295" y="2753325"/>
                  </a:cubicBezTo>
                  <a:cubicBezTo>
                    <a:pt x="2965308" y="2746994"/>
                    <a:pt x="2961510" y="2737878"/>
                    <a:pt x="2950115" y="2737118"/>
                  </a:cubicBezTo>
                  <a:close/>
                  <a:moveTo>
                    <a:pt x="2884529" y="2735093"/>
                  </a:moveTo>
                  <a:cubicBezTo>
                    <a:pt x="2870349" y="2735346"/>
                    <a:pt x="2864778" y="2749273"/>
                    <a:pt x="2871868" y="2758136"/>
                  </a:cubicBezTo>
                  <a:cubicBezTo>
                    <a:pt x="2879971" y="2768265"/>
                    <a:pt x="2896937" y="2763960"/>
                    <a:pt x="2898710" y="2751299"/>
                  </a:cubicBezTo>
                  <a:cubicBezTo>
                    <a:pt x="2899723" y="2745475"/>
                    <a:pt x="2896684" y="2736106"/>
                    <a:pt x="2884529" y="2735093"/>
                  </a:cubicBezTo>
                  <a:close/>
                  <a:moveTo>
                    <a:pt x="2818437" y="2733320"/>
                  </a:moveTo>
                  <a:cubicBezTo>
                    <a:pt x="2804004" y="2733573"/>
                    <a:pt x="2798433" y="2747501"/>
                    <a:pt x="2805776" y="2756364"/>
                  </a:cubicBezTo>
                  <a:cubicBezTo>
                    <a:pt x="2814132" y="2766493"/>
                    <a:pt x="2831099" y="2762188"/>
                    <a:pt x="2832871" y="2749273"/>
                  </a:cubicBezTo>
                  <a:cubicBezTo>
                    <a:pt x="2833631" y="2743702"/>
                    <a:pt x="2830592" y="2734333"/>
                    <a:pt x="2818437" y="2733320"/>
                  </a:cubicBezTo>
                  <a:close/>
                  <a:moveTo>
                    <a:pt x="2739178" y="2754844"/>
                  </a:moveTo>
                  <a:cubicBezTo>
                    <a:pt x="2747534" y="2765226"/>
                    <a:pt x="2764753" y="2760668"/>
                    <a:pt x="2766526" y="2747754"/>
                  </a:cubicBezTo>
                  <a:cubicBezTo>
                    <a:pt x="2767539" y="2741676"/>
                    <a:pt x="2763487" y="2732560"/>
                    <a:pt x="2751839" y="2731547"/>
                  </a:cubicBezTo>
                  <a:cubicBezTo>
                    <a:pt x="2737405" y="2732054"/>
                    <a:pt x="2731834" y="2745981"/>
                    <a:pt x="2739178" y="2754844"/>
                  </a:cubicBezTo>
                  <a:close/>
                  <a:moveTo>
                    <a:pt x="2684734" y="2730028"/>
                  </a:moveTo>
                  <a:cubicBezTo>
                    <a:pt x="2670300" y="2730281"/>
                    <a:pt x="2664729" y="2744462"/>
                    <a:pt x="2672073" y="2753325"/>
                  </a:cubicBezTo>
                  <a:cubicBezTo>
                    <a:pt x="2680429" y="2763454"/>
                    <a:pt x="2697649" y="2759149"/>
                    <a:pt x="2699421" y="2746234"/>
                  </a:cubicBezTo>
                  <a:cubicBezTo>
                    <a:pt x="2700434" y="2740410"/>
                    <a:pt x="2697142" y="2730788"/>
                    <a:pt x="2684734" y="2730028"/>
                  </a:cubicBezTo>
                  <a:close/>
                  <a:moveTo>
                    <a:pt x="2603702" y="2750539"/>
                  </a:moveTo>
                  <a:cubicBezTo>
                    <a:pt x="2611552" y="2761935"/>
                    <a:pt x="2630291" y="2758136"/>
                    <a:pt x="2632063" y="2744462"/>
                  </a:cubicBezTo>
                  <a:cubicBezTo>
                    <a:pt x="2632823" y="2738638"/>
                    <a:pt x="2629531" y="2729268"/>
                    <a:pt x="2617123" y="2728255"/>
                  </a:cubicBezTo>
                  <a:cubicBezTo>
                    <a:pt x="2603195" y="2728762"/>
                    <a:pt x="2597624" y="2741423"/>
                    <a:pt x="2603702" y="2750539"/>
                  </a:cubicBezTo>
                  <a:close/>
                  <a:moveTo>
                    <a:pt x="2564705" y="2742943"/>
                  </a:moveTo>
                  <a:cubicBezTo>
                    <a:pt x="2565465" y="2737118"/>
                    <a:pt x="2562173" y="2727749"/>
                    <a:pt x="2549765" y="2726736"/>
                  </a:cubicBezTo>
                  <a:cubicBezTo>
                    <a:pt x="2534571" y="2726989"/>
                    <a:pt x="2530520" y="2740664"/>
                    <a:pt x="2536091" y="2748767"/>
                  </a:cubicBezTo>
                  <a:cubicBezTo>
                    <a:pt x="2543940" y="2760415"/>
                    <a:pt x="2562932" y="2756364"/>
                    <a:pt x="2564705" y="2742943"/>
                  </a:cubicBezTo>
                  <a:close/>
                  <a:moveTo>
                    <a:pt x="2481394" y="2725470"/>
                  </a:moveTo>
                  <a:cubicBezTo>
                    <a:pt x="2467466" y="2725723"/>
                    <a:pt x="2461895" y="2738638"/>
                    <a:pt x="2467973" y="2747501"/>
                  </a:cubicBezTo>
                  <a:cubicBezTo>
                    <a:pt x="2475823" y="2758896"/>
                    <a:pt x="2494815" y="2754844"/>
                    <a:pt x="2496840" y="2741423"/>
                  </a:cubicBezTo>
                  <a:cubicBezTo>
                    <a:pt x="2497600" y="2735346"/>
                    <a:pt x="2493295" y="2726230"/>
                    <a:pt x="2481394" y="2725470"/>
                  </a:cubicBezTo>
                  <a:close/>
                  <a:moveTo>
                    <a:pt x="2413023" y="2724204"/>
                  </a:moveTo>
                  <a:cubicBezTo>
                    <a:pt x="2398842" y="2724710"/>
                    <a:pt x="2393271" y="2737372"/>
                    <a:pt x="2399602" y="2746234"/>
                  </a:cubicBezTo>
                  <a:cubicBezTo>
                    <a:pt x="2407452" y="2757630"/>
                    <a:pt x="2426444" y="2753578"/>
                    <a:pt x="2428216" y="2740157"/>
                  </a:cubicBezTo>
                  <a:cubicBezTo>
                    <a:pt x="2428976" y="2734586"/>
                    <a:pt x="2425431" y="2724964"/>
                    <a:pt x="2413023" y="2724204"/>
                  </a:cubicBezTo>
                  <a:close/>
                  <a:moveTo>
                    <a:pt x="2344399" y="2722938"/>
                  </a:moveTo>
                  <a:cubicBezTo>
                    <a:pt x="2329965" y="2723444"/>
                    <a:pt x="2324394" y="2736106"/>
                    <a:pt x="2330978" y="2744968"/>
                  </a:cubicBezTo>
                  <a:cubicBezTo>
                    <a:pt x="2339334" y="2756364"/>
                    <a:pt x="2358073" y="2752312"/>
                    <a:pt x="2359845" y="2738891"/>
                  </a:cubicBezTo>
                  <a:cubicBezTo>
                    <a:pt x="2360605" y="2733320"/>
                    <a:pt x="2357060" y="2723951"/>
                    <a:pt x="2344399" y="2722938"/>
                  </a:cubicBezTo>
                  <a:close/>
                  <a:moveTo>
                    <a:pt x="2275268" y="2721925"/>
                  </a:moveTo>
                  <a:cubicBezTo>
                    <a:pt x="2261087" y="2722431"/>
                    <a:pt x="2255516" y="2735093"/>
                    <a:pt x="2262100" y="2744209"/>
                  </a:cubicBezTo>
                  <a:cubicBezTo>
                    <a:pt x="2270203" y="2755604"/>
                    <a:pt x="2289449" y="2751299"/>
                    <a:pt x="2290968" y="2738131"/>
                  </a:cubicBezTo>
                  <a:cubicBezTo>
                    <a:pt x="2291728" y="2731801"/>
                    <a:pt x="2287423" y="2722684"/>
                    <a:pt x="2275268" y="2721925"/>
                  </a:cubicBezTo>
                  <a:close/>
                  <a:moveTo>
                    <a:pt x="2221837" y="2736865"/>
                  </a:moveTo>
                  <a:cubicBezTo>
                    <a:pt x="2222597" y="2731041"/>
                    <a:pt x="2218799" y="2721672"/>
                    <a:pt x="2206137" y="2720912"/>
                  </a:cubicBezTo>
                  <a:cubicBezTo>
                    <a:pt x="2191956" y="2721418"/>
                    <a:pt x="2186385" y="2734080"/>
                    <a:pt x="2192969" y="2743196"/>
                  </a:cubicBezTo>
                  <a:cubicBezTo>
                    <a:pt x="2201073" y="2754338"/>
                    <a:pt x="2220318" y="2750286"/>
                    <a:pt x="2221837" y="2736865"/>
                  </a:cubicBezTo>
                  <a:close/>
                  <a:moveTo>
                    <a:pt x="2152707" y="2736106"/>
                  </a:moveTo>
                  <a:cubicBezTo>
                    <a:pt x="2153466" y="2730281"/>
                    <a:pt x="2149668" y="2720912"/>
                    <a:pt x="2137007" y="2720152"/>
                  </a:cubicBezTo>
                  <a:cubicBezTo>
                    <a:pt x="2122573" y="2720659"/>
                    <a:pt x="2117255" y="2733573"/>
                    <a:pt x="2123839" y="2742436"/>
                  </a:cubicBezTo>
                  <a:cubicBezTo>
                    <a:pt x="2132195" y="2753578"/>
                    <a:pt x="2151187" y="2749527"/>
                    <a:pt x="2152707" y="2736106"/>
                  </a:cubicBezTo>
                  <a:close/>
                  <a:moveTo>
                    <a:pt x="2083322" y="2735093"/>
                  </a:moveTo>
                  <a:cubicBezTo>
                    <a:pt x="2083829" y="2729268"/>
                    <a:pt x="2080284" y="2719899"/>
                    <a:pt x="2067369" y="2719139"/>
                  </a:cubicBezTo>
                  <a:cubicBezTo>
                    <a:pt x="2051923" y="2719646"/>
                    <a:pt x="2048124" y="2733320"/>
                    <a:pt x="2054202" y="2741423"/>
                  </a:cubicBezTo>
                  <a:cubicBezTo>
                    <a:pt x="2062558" y="2752818"/>
                    <a:pt x="2081803" y="2748514"/>
                    <a:pt x="2083322" y="2735093"/>
                  </a:cubicBezTo>
                  <a:close/>
                  <a:moveTo>
                    <a:pt x="2013939" y="2734333"/>
                  </a:moveTo>
                  <a:cubicBezTo>
                    <a:pt x="2014698" y="2728002"/>
                    <a:pt x="2009887" y="2719139"/>
                    <a:pt x="1997732" y="2718380"/>
                  </a:cubicBezTo>
                  <a:cubicBezTo>
                    <a:pt x="1983552" y="2718886"/>
                    <a:pt x="1978234" y="2731801"/>
                    <a:pt x="1984818" y="2740664"/>
                  </a:cubicBezTo>
                  <a:cubicBezTo>
                    <a:pt x="1993174" y="2752059"/>
                    <a:pt x="2012419" y="2747754"/>
                    <a:pt x="2013939" y="2734333"/>
                  </a:cubicBezTo>
                  <a:close/>
                  <a:moveTo>
                    <a:pt x="1944808" y="2733826"/>
                  </a:moveTo>
                  <a:cubicBezTo>
                    <a:pt x="1945314" y="2728002"/>
                    <a:pt x="1941516" y="2718633"/>
                    <a:pt x="1929108" y="2717873"/>
                  </a:cubicBezTo>
                  <a:cubicBezTo>
                    <a:pt x="1914421" y="2718380"/>
                    <a:pt x="1909610" y="2732560"/>
                    <a:pt x="1917460" y="2741170"/>
                  </a:cubicBezTo>
                  <a:cubicBezTo>
                    <a:pt x="1926323" y="2751299"/>
                    <a:pt x="1943542" y="2746741"/>
                    <a:pt x="1944808" y="2733826"/>
                  </a:cubicBezTo>
                  <a:close/>
                  <a:moveTo>
                    <a:pt x="1876944" y="2733320"/>
                  </a:moveTo>
                  <a:cubicBezTo>
                    <a:pt x="1877450" y="2727496"/>
                    <a:pt x="1873651" y="2718126"/>
                    <a:pt x="1861243" y="2717367"/>
                  </a:cubicBezTo>
                  <a:cubicBezTo>
                    <a:pt x="1846556" y="2717873"/>
                    <a:pt x="1841745" y="2732054"/>
                    <a:pt x="1849848" y="2740664"/>
                  </a:cubicBezTo>
                  <a:cubicBezTo>
                    <a:pt x="1858711" y="2750793"/>
                    <a:pt x="1875677" y="2745981"/>
                    <a:pt x="1876944" y="2733320"/>
                  </a:cubicBezTo>
                  <a:close/>
                  <a:moveTo>
                    <a:pt x="1809585" y="2732814"/>
                  </a:moveTo>
                  <a:cubicBezTo>
                    <a:pt x="1810092" y="2726483"/>
                    <a:pt x="1805534" y="2717620"/>
                    <a:pt x="1793885" y="2716860"/>
                  </a:cubicBezTo>
                  <a:cubicBezTo>
                    <a:pt x="1779705" y="2717367"/>
                    <a:pt x="1774893" y="2731547"/>
                    <a:pt x="1782744" y="2740410"/>
                  </a:cubicBezTo>
                  <a:cubicBezTo>
                    <a:pt x="1791606" y="2750286"/>
                    <a:pt x="1808572" y="2745475"/>
                    <a:pt x="1809585" y="2732814"/>
                  </a:cubicBezTo>
                  <a:close/>
                  <a:moveTo>
                    <a:pt x="1743240" y="2732560"/>
                  </a:moveTo>
                  <a:cubicBezTo>
                    <a:pt x="1743747" y="2726736"/>
                    <a:pt x="1739948" y="2717367"/>
                    <a:pt x="1727794" y="2716607"/>
                  </a:cubicBezTo>
                  <a:cubicBezTo>
                    <a:pt x="1713866" y="2717114"/>
                    <a:pt x="1709308" y="2731294"/>
                    <a:pt x="1716905" y="2740157"/>
                  </a:cubicBezTo>
                  <a:cubicBezTo>
                    <a:pt x="1725768" y="2750286"/>
                    <a:pt x="1742227" y="2745475"/>
                    <a:pt x="1743240" y="2732560"/>
                  </a:cubicBezTo>
                  <a:close/>
                  <a:moveTo>
                    <a:pt x="1677908" y="2732307"/>
                  </a:moveTo>
                  <a:cubicBezTo>
                    <a:pt x="1678414" y="2726483"/>
                    <a:pt x="1674616" y="2717114"/>
                    <a:pt x="1662714" y="2716607"/>
                  </a:cubicBezTo>
                  <a:cubicBezTo>
                    <a:pt x="1648787" y="2717367"/>
                    <a:pt x="1644229" y="2731294"/>
                    <a:pt x="1652079" y="2740157"/>
                  </a:cubicBezTo>
                  <a:cubicBezTo>
                    <a:pt x="1660689" y="2750033"/>
                    <a:pt x="1676895" y="2745222"/>
                    <a:pt x="1677908" y="2732307"/>
                  </a:cubicBezTo>
                  <a:close/>
                  <a:moveTo>
                    <a:pt x="1613335" y="2732307"/>
                  </a:moveTo>
                  <a:cubicBezTo>
                    <a:pt x="1613842" y="2726483"/>
                    <a:pt x="1610043" y="2717114"/>
                    <a:pt x="1598142" y="2716607"/>
                  </a:cubicBezTo>
                  <a:cubicBezTo>
                    <a:pt x="1583455" y="2717367"/>
                    <a:pt x="1580669" y="2732307"/>
                    <a:pt x="1587506" y="2740157"/>
                  </a:cubicBezTo>
                  <a:cubicBezTo>
                    <a:pt x="1596622" y="2750033"/>
                    <a:pt x="1612576" y="2745222"/>
                    <a:pt x="1613335" y="2732307"/>
                  </a:cubicBezTo>
                  <a:close/>
                  <a:moveTo>
                    <a:pt x="1550029" y="2732307"/>
                  </a:moveTo>
                  <a:cubicBezTo>
                    <a:pt x="1550535" y="2725976"/>
                    <a:pt x="1545977" y="2717114"/>
                    <a:pt x="1534835" y="2716607"/>
                  </a:cubicBezTo>
                  <a:cubicBezTo>
                    <a:pt x="1521414" y="2717367"/>
                    <a:pt x="1517363" y="2731547"/>
                    <a:pt x="1524706" y="2740157"/>
                  </a:cubicBezTo>
                  <a:cubicBezTo>
                    <a:pt x="1533063" y="2750033"/>
                    <a:pt x="1549269" y="2744968"/>
                    <a:pt x="1550029" y="2732307"/>
                  </a:cubicBezTo>
                  <a:close/>
                  <a:moveTo>
                    <a:pt x="1487229" y="2732560"/>
                  </a:moveTo>
                  <a:cubicBezTo>
                    <a:pt x="1487482" y="2726230"/>
                    <a:pt x="1483177" y="2717367"/>
                    <a:pt x="1472542" y="2716860"/>
                  </a:cubicBezTo>
                  <a:cubicBezTo>
                    <a:pt x="1459374" y="2717620"/>
                    <a:pt x="1455322" y="2731801"/>
                    <a:pt x="1462666" y="2740410"/>
                  </a:cubicBezTo>
                  <a:cubicBezTo>
                    <a:pt x="1471276" y="2750286"/>
                    <a:pt x="1486469" y="2745475"/>
                    <a:pt x="1487229" y="2732560"/>
                  </a:cubicBezTo>
                  <a:close/>
                  <a:moveTo>
                    <a:pt x="1425695" y="2732814"/>
                  </a:moveTo>
                  <a:cubicBezTo>
                    <a:pt x="1425948" y="2726483"/>
                    <a:pt x="1421643" y="2717620"/>
                    <a:pt x="1411008" y="2717114"/>
                  </a:cubicBezTo>
                  <a:cubicBezTo>
                    <a:pt x="1397840" y="2717873"/>
                    <a:pt x="1394042" y="2732054"/>
                    <a:pt x="1401385" y="2740664"/>
                  </a:cubicBezTo>
                  <a:cubicBezTo>
                    <a:pt x="1409995" y="2750539"/>
                    <a:pt x="1425189" y="2745475"/>
                    <a:pt x="1425695" y="2732814"/>
                  </a:cubicBezTo>
                  <a:close/>
                  <a:moveTo>
                    <a:pt x="1365174" y="2733067"/>
                  </a:moveTo>
                  <a:cubicBezTo>
                    <a:pt x="1365427" y="2726736"/>
                    <a:pt x="1361122" y="2717873"/>
                    <a:pt x="1350487" y="2717367"/>
                  </a:cubicBezTo>
                  <a:cubicBezTo>
                    <a:pt x="1337826" y="2718126"/>
                    <a:pt x="1334027" y="2732307"/>
                    <a:pt x="1341118" y="2740917"/>
                  </a:cubicBezTo>
                  <a:cubicBezTo>
                    <a:pt x="1349474" y="2750793"/>
                    <a:pt x="1364668" y="2745728"/>
                    <a:pt x="1365174" y="2733067"/>
                  </a:cubicBezTo>
                  <a:close/>
                  <a:moveTo>
                    <a:pt x="1305666" y="2733573"/>
                  </a:moveTo>
                  <a:cubicBezTo>
                    <a:pt x="1305919" y="2727243"/>
                    <a:pt x="1301614" y="2718380"/>
                    <a:pt x="1291485" y="2717873"/>
                  </a:cubicBezTo>
                  <a:cubicBezTo>
                    <a:pt x="1278318" y="2718633"/>
                    <a:pt x="1275026" y="2734080"/>
                    <a:pt x="1283382" y="2742436"/>
                  </a:cubicBezTo>
                  <a:cubicBezTo>
                    <a:pt x="1291738" y="2751046"/>
                    <a:pt x="1305160" y="2745728"/>
                    <a:pt x="1305666" y="2733573"/>
                  </a:cubicBezTo>
                  <a:close/>
                  <a:moveTo>
                    <a:pt x="1247171" y="2734080"/>
                  </a:moveTo>
                  <a:cubicBezTo>
                    <a:pt x="1247424" y="2727749"/>
                    <a:pt x="1243119" y="2718886"/>
                    <a:pt x="1232990" y="2718380"/>
                  </a:cubicBezTo>
                  <a:cubicBezTo>
                    <a:pt x="1219822" y="2719139"/>
                    <a:pt x="1216784" y="2734586"/>
                    <a:pt x="1225140" y="2742943"/>
                  </a:cubicBezTo>
                  <a:cubicBezTo>
                    <a:pt x="1233750" y="2751552"/>
                    <a:pt x="1246918" y="2746234"/>
                    <a:pt x="1247171" y="2734080"/>
                  </a:cubicBezTo>
                  <a:close/>
                  <a:moveTo>
                    <a:pt x="4926036" y="2851323"/>
                  </a:moveTo>
                  <a:cubicBezTo>
                    <a:pt x="4927049" y="2845246"/>
                    <a:pt x="4928315" y="2835876"/>
                    <a:pt x="4928315" y="2834863"/>
                  </a:cubicBezTo>
                  <a:cubicBezTo>
                    <a:pt x="4928315" y="2835117"/>
                    <a:pt x="4923757" y="2861199"/>
                    <a:pt x="4924010" y="2863225"/>
                  </a:cubicBezTo>
                  <a:cubicBezTo>
                    <a:pt x="4924517" y="2861452"/>
                    <a:pt x="4925530" y="2854362"/>
                    <a:pt x="4926036" y="2851323"/>
                  </a:cubicBezTo>
                  <a:close/>
                  <a:moveTo>
                    <a:pt x="4927049" y="2831318"/>
                  </a:moveTo>
                  <a:cubicBezTo>
                    <a:pt x="4927049" y="2831318"/>
                    <a:pt x="4927049" y="2831318"/>
                    <a:pt x="4927049" y="2831318"/>
                  </a:cubicBezTo>
                  <a:cubicBezTo>
                    <a:pt x="4926289" y="2832585"/>
                    <a:pt x="4921732" y="2858414"/>
                    <a:pt x="4922744" y="2859933"/>
                  </a:cubicBezTo>
                  <a:cubicBezTo>
                    <a:pt x="4923504" y="2858920"/>
                    <a:pt x="4924770" y="2849804"/>
                    <a:pt x="4925277" y="2848031"/>
                  </a:cubicBezTo>
                  <a:cubicBezTo>
                    <a:pt x="4926036" y="2841954"/>
                    <a:pt x="4927303" y="2832331"/>
                    <a:pt x="4927049" y="2831318"/>
                  </a:cubicBezTo>
                  <a:close/>
                  <a:moveTo>
                    <a:pt x="4923757" y="2827520"/>
                  </a:moveTo>
                  <a:cubicBezTo>
                    <a:pt x="4923504" y="2827520"/>
                    <a:pt x="4923504" y="2827520"/>
                    <a:pt x="4923757" y="2827520"/>
                  </a:cubicBezTo>
                  <a:cubicBezTo>
                    <a:pt x="4922491" y="2828786"/>
                    <a:pt x="4917680" y="2854615"/>
                    <a:pt x="4919453" y="2856135"/>
                  </a:cubicBezTo>
                  <a:cubicBezTo>
                    <a:pt x="4920465" y="2855122"/>
                    <a:pt x="4921985" y="2846005"/>
                    <a:pt x="4922238" y="2844233"/>
                  </a:cubicBezTo>
                  <a:cubicBezTo>
                    <a:pt x="4923251" y="2837902"/>
                    <a:pt x="4924264" y="2828786"/>
                    <a:pt x="4923757" y="2827520"/>
                  </a:cubicBezTo>
                  <a:close/>
                  <a:moveTo>
                    <a:pt x="4913882" y="2852336"/>
                  </a:moveTo>
                  <a:cubicBezTo>
                    <a:pt x="4914641" y="2853602"/>
                    <a:pt x="4916161" y="2848285"/>
                    <a:pt x="4917427" y="2840434"/>
                  </a:cubicBezTo>
                  <a:lnTo>
                    <a:pt x="4917427" y="2840434"/>
                  </a:lnTo>
                  <a:cubicBezTo>
                    <a:pt x="4918439" y="2834357"/>
                    <a:pt x="4919453" y="2824988"/>
                    <a:pt x="4918439" y="2823975"/>
                  </a:cubicBezTo>
                  <a:cubicBezTo>
                    <a:pt x="4915654" y="2823722"/>
                    <a:pt x="4912868" y="2850564"/>
                    <a:pt x="4913882" y="2852336"/>
                  </a:cubicBezTo>
                  <a:close/>
                  <a:moveTo>
                    <a:pt x="4910590" y="2836889"/>
                  </a:moveTo>
                  <a:cubicBezTo>
                    <a:pt x="4911603" y="2830812"/>
                    <a:pt x="4912362" y="2821443"/>
                    <a:pt x="4911096" y="2820177"/>
                  </a:cubicBezTo>
                  <a:cubicBezTo>
                    <a:pt x="4907551" y="2819923"/>
                    <a:pt x="4905019" y="2846765"/>
                    <a:pt x="4906538" y="2848538"/>
                  </a:cubicBezTo>
                  <a:cubicBezTo>
                    <a:pt x="4907551" y="2849804"/>
                    <a:pt x="4909323" y="2844739"/>
                    <a:pt x="4910590" y="2836889"/>
                  </a:cubicBezTo>
                  <a:close/>
                  <a:moveTo>
                    <a:pt x="4901727" y="2816631"/>
                  </a:moveTo>
                  <a:cubicBezTo>
                    <a:pt x="4901727" y="2816631"/>
                    <a:pt x="4901473" y="2816631"/>
                    <a:pt x="4901473" y="2816631"/>
                  </a:cubicBezTo>
                  <a:cubicBezTo>
                    <a:pt x="4898435" y="2817138"/>
                    <a:pt x="4894636" y="2842460"/>
                    <a:pt x="4897169" y="2844993"/>
                  </a:cubicBezTo>
                  <a:cubicBezTo>
                    <a:pt x="4898435" y="2846259"/>
                    <a:pt x="4900461" y="2840941"/>
                    <a:pt x="4901727" y="2833091"/>
                  </a:cubicBezTo>
                  <a:cubicBezTo>
                    <a:pt x="4902740" y="2827014"/>
                    <a:pt x="4903499" y="2817644"/>
                    <a:pt x="4901727" y="2816631"/>
                  </a:cubicBezTo>
                  <a:close/>
                  <a:moveTo>
                    <a:pt x="4885520" y="2840941"/>
                  </a:moveTo>
                  <a:cubicBezTo>
                    <a:pt x="4887040" y="2842967"/>
                    <a:pt x="4889319" y="2837902"/>
                    <a:pt x="4890838" y="2829546"/>
                  </a:cubicBezTo>
                  <a:cubicBezTo>
                    <a:pt x="4891851" y="2823468"/>
                    <a:pt x="4892357" y="2814099"/>
                    <a:pt x="4890331" y="2812833"/>
                  </a:cubicBezTo>
                  <a:cubicBezTo>
                    <a:pt x="4886027" y="2812580"/>
                    <a:pt x="4883495" y="2837649"/>
                    <a:pt x="4885520" y="2840941"/>
                  </a:cubicBezTo>
                  <a:close/>
                  <a:moveTo>
                    <a:pt x="4878177" y="2825747"/>
                  </a:moveTo>
                  <a:cubicBezTo>
                    <a:pt x="4879189" y="2819670"/>
                    <a:pt x="4879696" y="2810301"/>
                    <a:pt x="4877164" y="2809035"/>
                  </a:cubicBezTo>
                  <a:cubicBezTo>
                    <a:pt x="4872099" y="2808781"/>
                    <a:pt x="4869567" y="2833851"/>
                    <a:pt x="4872353" y="2837143"/>
                  </a:cubicBezTo>
                  <a:cubicBezTo>
                    <a:pt x="4873872" y="2839168"/>
                    <a:pt x="4876657" y="2833851"/>
                    <a:pt x="4878177" y="2825747"/>
                  </a:cubicBezTo>
                  <a:close/>
                  <a:moveTo>
                    <a:pt x="4863236" y="2821949"/>
                  </a:moveTo>
                  <a:cubicBezTo>
                    <a:pt x="4864249" y="2815872"/>
                    <a:pt x="4864756" y="2806502"/>
                    <a:pt x="4861970" y="2805236"/>
                  </a:cubicBezTo>
                  <a:cubicBezTo>
                    <a:pt x="4856399" y="2804983"/>
                    <a:pt x="4854120" y="2830052"/>
                    <a:pt x="4856906" y="2833344"/>
                  </a:cubicBezTo>
                  <a:cubicBezTo>
                    <a:pt x="4858932" y="2835370"/>
                    <a:pt x="4861970" y="2830052"/>
                    <a:pt x="4863236" y="2821949"/>
                  </a:cubicBezTo>
                  <a:close/>
                  <a:moveTo>
                    <a:pt x="4845004" y="2801438"/>
                  </a:moveTo>
                  <a:cubicBezTo>
                    <a:pt x="4839686" y="2801185"/>
                    <a:pt x="4836395" y="2824228"/>
                    <a:pt x="4839686" y="2829039"/>
                  </a:cubicBezTo>
                  <a:cubicBezTo>
                    <a:pt x="4841712" y="2832331"/>
                    <a:pt x="4845257" y="2827014"/>
                    <a:pt x="4846776" y="2817897"/>
                  </a:cubicBezTo>
                  <a:cubicBezTo>
                    <a:pt x="4847790" y="2811820"/>
                    <a:pt x="4848043" y="2802704"/>
                    <a:pt x="4845004" y="2801438"/>
                  </a:cubicBezTo>
                  <a:close/>
                  <a:moveTo>
                    <a:pt x="4828291" y="2814352"/>
                  </a:moveTo>
                  <a:cubicBezTo>
                    <a:pt x="4829304" y="2808275"/>
                    <a:pt x="4829557" y="2798905"/>
                    <a:pt x="4826012" y="2797639"/>
                  </a:cubicBezTo>
                  <a:cubicBezTo>
                    <a:pt x="4819682" y="2797386"/>
                    <a:pt x="4816896" y="2820177"/>
                    <a:pt x="4820441" y="2825241"/>
                  </a:cubicBezTo>
                  <a:cubicBezTo>
                    <a:pt x="4822974" y="2828533"/>
                    <a:pt x="4826772" y="2823215"/>
                    <a:pt x="4828291" y="2814352"/>
                  </a:cubicBezTo>
                  <a:close/>
                  <a:moveTo>
                    <a:pt x="4808286" y="2810554"/>
                  </a:moveTo>
                  <a:cubicBezTo>
                    <a:pt x="4809299" y="2804476"/>
                    <a:pt x="4809299" y="2795107"/>
                    <a:pt x="4805754" y="2793841"/>
                  </a:cubicBezTo>
                  <a:cubicBezTo>
                    <a:pt x="4799423" y="2793588"/>
                    <a:pt x="4796385" y="2816631"/>
                    <a:pt x="4800183" y="2821443"/>
                  </a:cubicBezTo>
                  <a:cubicBezTo>
                    <a:pt x="4802462" y="2824735"/>
                    <a:pt x="4806514" y="2819417"/>
                    <a:pt x="4808286" y="2810554"/>
                  </a:cubicBezTo>
                  <a:close/>
                  <a:moveTo>
                    <a:pt x="4786256" y="2806755"/>
                  </a:moveTo>
                  <a:cubicBezTo>
                    <a:pt x="4787269" y="2800678"/>
                    <a:pt x="4787269" y="2791309"/>
                    <a:pt x="4783217" y="2790043"/>
                  </a:cubicBezTo>
                  <a:cubicBezTo>
                    <a:pt x="4776886" y="2789789"/>
                    <a:pt x="4773341" y="2811060"/>
                    <a:pt x="4777139" y="2817138"/>
                  </a:cubicBezTo>
                  <a:cubicBezTo>
                    <a:pt x="4779925" y="2821443"/>
                    <a:pt x="4784483" y="2816125"/>
                    <a:pt x="4786256" y="2806755"/>
                  </a:cubicBezTo>
                  <a:close/>
                  <a:moveTo>
                    <a:pt x="4762706" y="2802957"/>
                  </a:moveTo>
                  <a:cubicBezTo>
                    <a:pt x="4763972" y="2796880"/>
                    <a:pt x="4763465" y="2787510"/>
                    <a:pt x="4759414" y="2786244"/>
                  </a:cubicBezTo>
                  <a:cubicBezTo>
                    <a:pt x="4752070" y="2785991"/>
                    <a:pt x="4748778" y="2807262"/>
                    <a:pt x="4753336" y="2813339"/>
                  </a:cubicBezTo>
                  <a:cubicBezTo>
                    <a:pt x="4756122" y="2817897"/>
                    <a:pt x="4760933" y="2812580"/>
                    <a:pt x="4762706" y="2802957"/>
                  </a:cubicBezTo>
                  <a:close/>
                  <a:moveTo>
                    <a:pt x="4737383" y="2799159"/>
                  </a:moveTo>
                  <a:cubicBezTo>
                    <a:pt x="4738396" y="2793334"/>
                    <a:pt x="4738396" y="2783712"/>
                    <a:pt x="4733584" y="2782446"/>
                  </a:cubicBezTo>
                  <a:cubicBezTo>
                    <a:pt x="4726241" y="2782193"/>
                    <a:pt x="4722696" y="2803464"/>
                    <a:pt x="4727254" y="2809541"/>
                  </a:cubicBezTo>
                  <a:cubicBezTo>
                    <a:pt x="4730546" y="2814099"/>
                    <a:pt x="4735610" y="2808781"/>
                    <a:pt x="4737383" y="2799159"/>
                  </a:cubicBezTo>
                  <a:close/>
                  <a:moveTo>
                    <a:pt x="4710288" y="2795614"/>
                  </a:moveTo>
                  <a:cubicBezTo>
                    <a:pt x="4711554" y="2789536"/>
                    <a:pt x="4710794" y="2780167"/>
                    <a:pt x="4705983" y="2778901"/>
                  </a:cubicBezTo>
                  <a:cubicBezTo>
                    <a:pt x="4698640" y="2778648"/>
                    <a:pt x="4694588" y="2798399"/>
                    <a:pt x="4699146" y="2805489"/>
                  </a:cubicBezTo>
                  <a:cubicBezTo>
                    <a:pt x="4702691" y="2810807"/>
                    <a:pt x="4708262" y="2805743"/>
                    <a:pt x="4710288" y="2795614"/>
                  </a:cubicBezTo>
                  <a:close/>
                  <a:moveTo>
                    <a:pt x="4681674" y="2791815"/>
                  </a:moveTo>
                  <a:cubicBezTo>
                    <a:pt x="4682939" y="2785738"/>
                    <a:pt x="4682180" y="2776368"/>
                    <a:pt x="4677115" y="2775102"/>
                  </a:cubicBezTo>
                  <a:cubicBezTo>
                    <a:pt x="4669265" y="2774849"/>
                    <a:pt x="4665467" y="2794601"/>
                    <a:pt x="4670025" y="2801691"/>
                  </a:cubicBezTo>
                  <a:cubicBezTo>
                    <a:pt x="4673824" y="2807009"/>
                    <a:pt x="4679901" y="2801944"/>
                    <a:pt x="4681674" y="2791815"/>
                  </a:cubicBezTo>
                  <a:close/>
                  <a:moveTo>
                    <a:pt x="4651540" y="2788270"/>
                  </a:moveTo>
                  <a:cubicBezTo>
                    <a:pt x="4652806" y="2782193"/>
                    <a:pt x="4652046" y="2772823"/>
                    <a:pt x="4646728" y="2771557"/>
                  </a:cubicBezTo>
                  <a:cubicBezTo>
                    <a:pt x="4638372" y="2771304"/>
                    <a:pt x="4634573" y="2791056"/>
                    <a:pt x="4639638" y="2798146"/>
                  </a:cubicBezTo>
                  <a:cubicBezTo>
                    <a:pt x="4643436" y="2803464"/>
                    <a:pt x="4649767" y="2798146"/>
                    <a:pt x="4651540" y="2788270"/>
                  </a:cubicBezTo>
                  <a:close/>
                  <a:moveTo>
                    <a:pt x="4614315" y="2768012"/>
                  </a:moveTo>
                  <a:cubicBezTo>
                    <a:pt x="4605706" y="2768012"/>
                    <a:pt x="4601654" y="2787510"/>
                    <a:pt x="4606972" y="2794601"/>
                  </a:cubicBezTo>
                  <a:cubicBezTo>
                    <a:pt x="4611023" y="2799918"/>
                    <a:pt x="4617607" y="2794854"/>
                    <a:pt x="4619633" y="2784725"/>
                  </a:cubicBezTo>
                  <a:cubicBezTo>
                    <a:pt x="4620899" y="2778394"/>
                    <a:pt x="4620139" y="2769025"/>
                    <a:pt x="4614315" y="2768012"/>
                  </a:cubicBezTo>
                  <a:close/>
                  <a:moveTo>
                    <a:pt x="4586460" y="2780926"/>
                  </a:moveTo>
                  <a:cubicBezTo>
                    <a:pt x="4587727" y="2774849"/>
                    <a:pt x="4586714" y="2765480"/>
                    <a:pt x="4580636" y="2764214"/>
                  </a:cubicBezTo>
                  <a:cubicBezTo>
                    <a:pt x="4572027" y="2764214"/>
                    <a:pt x="4567722" y="2782193"/>
                    <a:pt x="4572786" y="2790043"/>
                  </a:cubicBezTo>
                  <a:cubicBezTo>
                    <a:pt x="4577091" y="2796627"/>
                    <a:pt x="4584434" y="2791562"/>
                    <a:pt x="4586460" y="2780926"/>
                  </a:cubicBezTo>
                  <a:close/>
                  <a:moveTo>
                    <a:pt x="4551769" y="2777381"/>
                  </a:moveTo>
                  <a:cubicBezTo>
                    <a:pt x="4553035" y="2771304"/>
                    <a:pt x="4551769" y="2761935"/>
                    <a:pt x="4545691" y="2760668"/>
                  </a:cubicBezTo>
                  <a:cubicBezTo>
                    <a:pt x="4536575" y="2760668"/>
                    <a:pt x="4532270" y="2778648"/>
                    <a:pt x="4537588" y="2786497"/>
                  </a:cubicBezTo>
                  <a:cubicBezTo>
                    <a:pt x="4542146" y="2793081"/>
                    <a:pt x="4549743" y="2788017"/>
                    <a:pt x="4551769" y="2777381"/>
                  </a:cubicBezTo>
                  <a:close/>
                  <a:moveTo>
                    <a:pt x="4515557" y="2773836"/>
                  </a:moveTo>
                  <a:cubicBezTo>
                    <a:pt x="4516823" y="2767759"/>
                    <a:pt x="4515557" y="2758389"/>
                    <a:pt x="4508973" y="2757123"/>
                  </a:cubicBezTo>
                  <a:cubicBezTo>
                    <a:pt x="4499604" y="2757123"/>
                    <a:pt x="4495299" y="2775102"/>
                    <a:pt x="4500870" y="2782952"/>
                  </a:cubicBezTo>
                  <a:cubicBezTo>
                    <a:pt x="4505428" y="2789536"/>
                    <a:pt x="4513532" y="2784472"/>
                    <a:pt x="4515557" y="2773836"/>
                  </a:cubicBezTo>
                  <a:close/>
                  <a:moveTo>
                    <a:pt x="4477827" y="2770291"/>
                  </a:moveTo>
                  <a:cubicBezTo>
                    <a:pt x="4479093" y="2764214"/>
                    <a:pt x="4477574" y="2754844"/>
                    <a:pt x="4470989" y="2753578"/>
                  </a:cubicBezTo>
                  <a:cubicBezTo>
                    <a:pt x="4461367" y="2753578"/>
                    <a:pt x="4457062" y="2771557"/>
                    <a:pt x="4462633" y="2779407"/>
                  </a:cubicBezTo>
                  <a:cubicBezTo>
                    <a:pt x="4467444" y="2785991"/>
                    <a:pt x="4475801" y="2780926"/>
                    <a:pt x="4477827" y="2770291"/>
                  </a:cubicBezTo>
                  <a:close/>
                  <a:moveTo>
                    <a:pt x="4438830" y="2766746"/>
                  </a:moveTo>
                  <a:cubicBezTo>
                    <a:pt x="4440096" y="2760668"/>
                    <a:pt x="4438577" y="2751299"/>
                    <a:pt x="4431739" y="2750033"/>
                  </a:cubicBezTo>
                  <a:cubicBezTo>
                    <a:pt x="4422117" y="2750033"/>
                    <a:pt x="4417559" y="2766493"/>
                    <a:pt x="4422623" y="2774849"/>
                  </a:cubicBezTo>
                  <a:cubicBezTo>
                    <a:pt x="4427435" y="2782952"/>
                    <a:pt x="4436551" y="2778141"/>
                    <a:pt x="4438830" y="2766746"/>
                  </a:cubicBezTo>
                  <a:close/>
                  <a:moveTo>
                    <a:pt x="4398314" y="2763201"/>
                  </a:moveTo>
                  <a:cubicBezTo>
                    <a:pt x="4399580" y="2757123"/>
                    <a:pt x="4398060" y="2747754"/>
                    <a:pt x="4390970" y="2746488"/>
                  </a:cubicBezTo>
                  <a:cubicBezTo>
                    <a:pt x="4380841" y="2746488"/>
                    <a:pt x="4376283" y="2762947"/>
                    <a:pt x="4381854" y="2771304"/>
                  </a:cubicBezTo>
                  <a:cubicBezTo>
                    <a:pt x="4386665" y="2779407"/>
                    <a:pt x="4396288" y="2774596"/>
                    <a:pt x="4398314" y="2763201"/>
                  </a:cubicBezTo>
                  <a:close/>
                  <a:moveTo>
                    <a:pt x="4356531" y="2759909"/>
                  </a:moveTo>
                  <a:lnTo>
                    <a:pt x="4356531" y="2759909"/>
                  </a:lnTo>
                  <a:cubicBezTo>
                    <a:pt x="4357797" y="2753831"/>
                    <a:pt x="4356025" y="2744462"/>
                    <a:pt x="4348681" y="2743196"/>
                  </a:cubicBezTo>
                  <a:cubicBezTo>
                    <a:pt x="4338552" y="2743196"/>
                    <a:pt x="4333741" y="2759656"/>
                    <a:pt x="4339312" y="2768012"/>
                  </a:cubicBezTo>
                  <a:cubicBezTo>
                    <a:pt x="4344630" y="2775862"/>
                    <a:pt x="4354506" y="2771051"/>
                    <a:pt x="4356531" y="2759909"/>
                  </a:cubicBezTo>
                  <a:close/>
                  <a:moveTo>
                    <a:pt x="4313483" y="2756364"/>
                  </a:moveTo>
                  <a:cubicBezTo>
                    <a:pt x="4314749" y="2750033"/>
                    <a:pt x="4312977" y="2740917"/>
                    <a:pt x="4305380" y="2739904"/>
                  </a:cubicBezTo>
                  <a:cubicBezTo>
                    <a:pt x="4294997" y="2739904"/>
                    <a:pt x="4290186" y="2756364"/>
                    <a:pt x="4296010" y="2764720"/>
                  </a:cubicBezTo>
                  <a:cubicBezTo>
                    <a:pt x="4301328" y="2772570"/>
                    <a:pt x="4311204" y="2767759"/>
                    <a:pt x="4313483" y="2756364"/>
                  </a:cubicBezTo>
                  <a:close/>
                  <a:moveTo>
                    <a:pt x="4269168" y="2753072"/>
                  </a:moveTo>
                  <a:cubicBezTo>
                    <a:pt x="4270435" y="2746741"/>
                    <a:pt x="4268409" y="2737625"/>
                    <a:pt x="4260812" y="2736612"/>
                  </a:cubicBezTo>
                  <a:cubicBezTo>
                    <a:pt x="4249923" y="2736612"/>
                    <a:pt x="4245112" y="2753072"/>
                    <a:pt x="4251190" y="2761428"/>
                  </a:cubicBezTo>
                  <a:cubicBezTo>
                    <a:pt x="4256761" y="2769025"/>
                    <a:pt x="4266889" y="2764467"/>
                    <a:pt x="4269168" y="2753072"/>
                  </a:cubicBezTo>
                  <a:close/>
                  <a:moveTo>
                    <a:pt x="4214725" y="2733067"/>
                  </a:moveTo>
                  <a:cubicBezTo>
                    <a:pt x="4203583" y="2733067"/>
                    <a:pt x="4198772" y="2749527"/>
                    <a:pt x="4205102" y="2758136"/>
                  </a:cubicBezTo>
                  <a:cubicBezTo>
                    <a:pt x="4210673" y="2765733"/>
                    <a:pt x="4221562" y="2760922"/>
                    <a:pt x="4223588" y="2749780"/>
                  </a:cubicBezTo>
                  <a:cubicBezTo>
                    <a:pt x="4224601" y="2743956"/>
                    <a:pt x="4223335" y="2734333"/>
                    <a:pt x="4214725" y="2733067"/>
                  </a:cubicBezTo>
                  <a:close/>
                  <a:moveTo>
                    <a:pt x="4167625" y="2730028"/>
                  </a:moveTo>
                  <a:cubicBezTo>
                    <a:pt x="4156989" y="2730028"/>
                    <a:pt x="4151925" y="2745222"/>
                    <a:pt x="4157242" y="2754085"/>
                  </a:cubicBezTo>
                  <a:cubicBezTo>
                    <a:pt x="4162813" y="2763201"/>
                    <a:pt x="4174715" y="2758643"/>
                    <a:pt x="4176994" y="2746741"/>
                  </a:cubicBezTo>
                  <a:cubicBezTo>
                    <a:pt x="4178007" y="2740410"/>
                    <a:pt x="4175981" y="2731041"/>
                    <a:pt x="4167625" y="2730028"/>
                  </a:cubicBezTo>
                  <a:close/>
                  <a:moveTo>
                    <a:pt x="4119259" y="2726736"/>
                  </a:moveTo>
                  <a:cubicBezTo>
                    <a:pt x="4108370" y="2726736"/>
                    <a:pt x="4103052" y="2741930"/>
                    <a:pt x="4108623" y="2750793"/>
                  </a:cubicBezTo>
                  <a:cubicBezTo>
                    <a:pt x="4114447" y="2759909"/>
                    <a:pt x="4126349" y="2755351"/>
                    <a:pt x="4128628" y="2743449"/>
                  </a:cubicBezTo>
                  <a:cubicBezTo>
                    <a:pt x="4129894" y="2737118"/>
                    <a:pt x="4127615" y="2727749"/>
                    <a:pt x="4119259" y="2726736"/>
                  </a:cubicBezTo>
                  <a:close/>
                  <a:moveTo>
                    <a:pt x="4069880" y="2723444"/>
                  </a:moveTo>
                  <a:cubicBezTo>
                    <a:pt x="4058485" y="2723444"/>
                    <a:pt x="4053420" y="2738638"/>
                    <a:pt x="4059244" y="2747501"/>
                  </a:cubicBezTo>
                  <a:cubicBezTo>
                    <a:pt x="4065321" y="2756364"/>
                    <a:pt x="4077476" y="2752059"/>
                    <a:pt x="4079755" y="2740157"/>
                  </a:cubicBezTo>
                  <a:cubicBezTo>
                    <a:pt x="4080768" y="2733826"/>
                    <a:pt x="4078489" y="2724710"/>
                    <a:pt x="4069880" y="2723444"/>
                  </a:cubicBezTo>
                  <a:close/>
                  <a:moveTo>
                    <a:pt x="4019234" y="2720405"/>
                  </a:moveTo>
                  <a:cubicBezTo>
                    <a:pt x="4007839" y="2720405"/>
                    <a:pt x="4002521" y="2735852"/>
                    <a:pt x="4008346" y="2744462"/>
                  </a:cubicBezTo>
                  <a:cubicBezTo>
                    <a:pt x="4014423" y="2753578"/>
                    <a:pt x="4027084" y="2749020"/>
                    <a:pt x="4029363" y="2737118"/>
                  </a:cubicBezTo>
                  <a:cubicBezTo>
                    <a:pt x="4030376" y="2730788"/>
                    <a:pt x="4028097" y="2721418"/>
                    <a:pt x="4019234" y="2720405"/>
                  </a:cubicBezTo>
                  <a:close/>
                  <a:moveTo>
                    <a:pt x="3977705" y="2733826"/>
                  </a:moveTo>
                  <a:cubicBezTo>
                    <a:pt x="3978972" y="2727496"/>
                    <a:pt x="3976439" y="2718380"/>
                    <a:pt x="3967323" y="2717367"/>
                  </a:cubicBezTo>
                  <a:cubicBezTo>
                    <a:pt x="3955675" y="2717367"/>
                    <a:pt x="3950357" y="2732814"/>
                    <a:pt x="3956435" y="2741423"/>
                  </a:cubicBezTo>
                  <a:cubicBezTo>
                    <a:pt x="3962765" y="2750286"/>
                    <a:pt x="3975426" y="2745728"/>
                    <a:pt x="3977705" y="2733826"/>
                  </a:cubicBezTo>
                  <a:close/>
                  <a:moveTo>
                    <a:pt x="3925287" y="2730788"/>
                  </a:moveTo>
                  <a:cubicBezTo>
                    <a:pt x="3926554" y="2724457"/>
                    <a:pt x="3924022" y="2715341"/>
                    <a:pt x="3914652" y="2714328"/>
                  </a:cubicBezTo>
                  <a:cubicBezTo>
                    <a:pt x="3902497" y="2714328"/>
                    <a:pt x="3897179" y="2729775"/>
                    <a:pt x="3903510" y="2738385"/>
                  </a:cubicBezTo>
                  <a:cubicBezTo>
                    <a:pt x="3910347" y="2747247"/>
                    <a:pt x="3923262" y="2742689"/>
                    <a:pt x="3925287" y="2730788"/>
                  </a:cubicBezTo>
                  <a:close/>
                  <a:moveTo>
                    <a:pt x="3871857" y="2727749"/>
                  </a:moveTo>
                  <a:cubicBezTo>
                    <a:pt x="3873123" y="2721418"/>
                    <a:pt x="3870337" y="2712302"/>
                    <a:pt x="3860968" y="2711289"/>
                  </a:cubicBezTo>
                  <a:cubicBezTo>
                    <a:pt x="3848814" y="2711289"/>
                    <a:pt x="3843496" y="2726736"/>
                    <a:pt x="3849826" y="2735346"/>
                  </a:cubicBezTo>
                  <a:cubicBezTo>
                    <a:pt x="3856410" y="2744462"/>
                    <a:pt x="3869578" y="2739904"/>
                    <a:pt x="3871857" y="2727749"/>
                  </a:cubicBezTo>
                  <a:close/>
                  <a:moveTo>
                    <a:pt x="3817413" y="2724964"/>
                  </a:moveTo>
                  <a:cubicBezTo>
                    <a:pt x="3818680" y="2718633"/>
                    <a:pt x="3815894" y="2709517"/>
                    <a:pt x="3806271" y="2708504"/>
                  </a:cubicBezTo>
                  <a:cubicBezTo>
                    <a:pt x="3793864" y="2708504"/>
                    <a:pt x="3788546" y="2723951"/>
                    <a:pt x="3795129" y="2732560"/>
                  </a:cubicBezTo>
                  <a:cubicBezTo>
                    <a:pt x="3801967" y="2741423"/>
                    <a:pt x="3815388" y="2736865"/>
                    <a:pt x="3817413" y="2724964"/>
                  </a:cubicBezTo>
                  <a:close/>
                  <a:moveTo>
                    <a:pt x="3648259" y="2716354"/>
                  </a:moveTo>
                  <a:cubicBezTo>
                    <a:pt x="3649271" y="2710023"/>
                    <a:pt x="3646486" y="2700907"/>
                    <a:pt x="3636357" y="2699894"/>
                  </a:cubicBezTo>
                  <a:cubicBezTo>
                    <a:pt x="3623949" y="2699894"/>
                    <a:pt x="3618378" y="2714075"/>
                    <a:pt x="3624202" y="2722938"/>
                  </a:cubicBezTo>
                  <a:cubicBezTo>
                    <a:pt x="3630786" y="2733067"/>
                    <a:pt x="3646233" y="2728762"/>
                    <a:pt x="3648259" y="2716354"/>
                  </a:cubicBezTo>
                  <a:close/>
                  <a:moveTo>
                    <a:pt x="3590017" y="2713822"/>
                  </a:moveTo>
                  <a:cubicBezTo>
                    <a:pt x="3591029" y="2707491"/>
                    <a:pt x="3587991" y="2698375"/>
                    <a:pt x="3577862" y="2697362"/>
                  </a:cubicBezTo>
                  <a:cubicBezTo>
                    <a:pt x="3565454" y="2697362"/>
                    <a:pt x="3559630" y="2711543"/>
                    <a:pt x="3565707" y="2720405"/>
                  </a:cubicBezTo>
                  <a:cubicBezTo>
                    <a:pt x="3572544" y="2730535"/>
                    <a:pt x="3587737" y="2726483"/>
                    <a:pt x="3590017" y="2713822"/>
                  </a:cubicBezTo>
                  <a:close/>
                  <a:moveTo>
                    <a:pt x="3531015" y="2711036"/>
                  </a:moveTo>
                  <a:cubicBezTo>
                    <a:pt x="3532028" y="2704705"/>
                    <a:pt x="3528989" y="2695589"/>
                    <a:pt x="3518607" y="2694577"/>
                  </a:cubicBezTo>
                  <a:cubicBezTo>
                    <a:pt x="3505692" y="2694577"/>
                    <a:pt x="3500121" y="2708757"/>
                    <a:pt x="3506199" y="2717620"/>
                  </a:cubicBezTo>
                  <a:cubicBezTo>
                    <a:pt x="3513542" y="2727749"/>
                    <a:pt x="3528989" y="2723697"/>
                    <a:pt x="3531015" y="2711036"/>
                  </a:cubicBezTo>
                  <a:close/>
                  <a:moveTo>
                    <a:pt x="3471254" y="2708504"/>
                  </a:moveTo>
                  <a:cubicBezTo>
                    <a:pt x="3472266" y="2702680"/>
                    <a:pt x="3469734" y="2693057"/>
                    <a:pt x="3458592" y="2692044"/>
                  </a:cubicBezTo>
                  <a:cubicBezTo>
                    <a:pt x="3445678" y="2692297"/>
                    <a:pt x="3440107" y="2706225"/>
                    <a:pt x="3446184" y="2715088"/>
                  </a:cubicBezTo>
                  <a:cubicBezTo>
                    <a:pt x="3453274" y="2725217"/>
                    <a:pt x="3469228" y="2720912"/>
                    <a:pt x="3471254" y="2708504"/>
                  </a:cubicBezTo>
                  <a:close/>
                  <a:moveTo>
                    <a:pt x="3410733" y="2705972"/>
                  </a:moveTo>
                  <a:cubicBezTo>
                    <a:pt x="3411745" y="2699641"/>
                    <a:pt x="3408454" y="2690525"/>
                    <a:pt x="3397818" y="2689512"/>
                  </a:cubicBezTo>
                  <a:cubicBezTo>
                    <a:pt x="3384904" y="2689765"/>
                    <a:pt x="3379079" y="2703946"/>
                    <a:pt x="3385410" y="2712556"/>
                  </a:cubicBezTo>
                  <a:cubicBezTo>
                    <a:pt x="3392500" y="2722684"/>
                    <a:pt x="3408707" y="2718380"/>
                    <a:pt x="3410733" y="2705972"/>
                  </a:cubicBezTo>
                  <a:close/>
                  <a:moveTo>
                    <a:pt x="3349452" y="2703439"/>
                  </a:moveTo>
                  <a:cubicBezTo>
                    <a:pt x="3350465" y="2697615"/>
                    <a:pt x="3347679" y="2687993"/>
                    <a:pt x="3336537" y="2686980"/>
                  </a:cubicBezTo>
                  <a:cubicBezTo>
                    <a:pt x="3323370" y="2687233"/>
                    <a:pt x="3317799" y="2701414"/>
                    <a:pt x="3324129" y="2710023"/>
                  </a:cubicBezTo>
                  <a:cubicBezTo>
                    <a:pt x="3331220" y="2720405"/>
                    <a:pt x="3347173" y="2716354"/>
                    <a:pt x="3349452" y="2703439"/>
                  </a:cubicBezTo>
                  <a:close/>
                  <a:moveTo>
                    <a:pt x="3274244" y="2684701"/>
                  </a:moveTo>
                  <a:cubicBezTo>
                    <a:pt x="3260823" y="2684954"/>
                    <a:pt x="3254999" y="2699134"/>
                    <a:pt x="3261583" y="2707744"/>
                  </a:cubicBezTo>
                  <a:cubicBezTo>
                    <a:pt x="3269180" y="2717873"/>
                    <a:pt x="3285386" y="2713568"/>
                    <a:pt x="3287412" y="2700907"/>
                  </a:cubicBezTo>
                  <a:cubicBezTo>
                    <a:pt x="3288425" y="2695336"/>
                    <a:pt x="3285639" y="2685713"/>
                    <a:pt x="3274244" y="2684701"/>
                  </a:cubicBezTo>
                  <a:close/>
                  <a:moveTo>
                    <a:pt x="3211191" y="2682422"/>
                  </a:moveTo>
                  <a:cubicBezTo>
                    <a:pt x="3197770" y="2682675"/>
                    <a:pt x="3192199" y="2696855"/>
                    <a:pt x="3198529" y="2705465"/>
                  </a:cubicBezTo>
                  <a:cubicBezTo>
                    <a:pt x="3206126" y="2715594"/>
                    <a:pt x="3222586" y="2711289"/>
                    <a:pt x="3224612" y="2698628"/>
                  </a:cubicBezTo>
                  <a:cubicBezTo>
                    <a:pt x="3225624" y="2692551"/>
                    <a:pt x="3222079" y="2683435"/>
                    <a:pt x="3211191" y="2682422"/>
                  </a:cubicBezTo>
                  <a:close/>
                  <a:moveTo>
                    <a:pt x="3134970" y="2703439"/>
                  </a:moveTo>
                  <a:cubicBezTo>
                    <a:pt x="3142820" y="2713568"/>
                    <a:pt x="3159026" y="2709517"/>
                    <a:pt x="3161305" y="2696602"/>
                  </a:cubicBezTo>
                  <a:cubicBezTo>
                    <a:pt x="3162318" y="2690778"/>
                    <a:pt x="3159279" y="2681155"/>
                    <a:pt x="3147631" y="2680142"/>
                  </a:cubicBezTo>
                  <a:cubicBezTo>
                    <a:pt x="3133957" y="2680396"/>
                    <a:pt x="3128386" y="2694577"/>
                    <a:pt x="3134970" y="2703439"/>
                  </a:cubicBezTo>
                  <a:close/>
                  <a:moveTo>
                    <a:pt x="3070650" y="2701414"/>
                  </a:moveTo>
                  <a:cubicBezTo>
                    <a:pt x="3078500" y="2711543"/>
                    <a:pt x="3095213" y="2707238"/>
                    <a:pt x="3097239" y="2694577"/>
                  </a:cubicBezTo>
                  <a:cubicBezTo>
                    <a:pt x="3098252" y="2688752"/>
                    <a:pt x="3095213" y="2679130"/>
                    <a:pt x="3083312" y="2678117"/>
                  </a:cubicBezTo>
                  <a:cubicBezTo>
                    <a:pt x="3069384" y="2678370"/>
                    <a:pt x="3063813" y="2692551"/>
                    <a:pt x="3070650" y="2701414"/>
                  </a:cubicBezTo>
                  <a:close/>
                  <a:moveTo>
                    <a:pt x="3018486" y="2676091"/>
                  </a:moveTo>
                  <a:cubicBezTo>
                    <a:pt x="3004812" y="2676344"/>
                    <a:pt x="2998987" y="2690525"/>
                    <a:pt x="3005824" y="2699388"/>
                  </a:cubicBezTo>
                  <a:cubicBezTo>
                    <a:pt x="3013675" y="2709517"/>
                    <a:pt x="3030641" y="2704959"/>
                    <a:pt x="3032666" y="2692551"/>
                  </a:cubicBezTo>
                  <a:cubicBezTo>
                    <a:pt x="3033426" y="2686473"/>
                    <a:pt x="3030387" y="2677104"/>
                    <a:pt x="3018486" y="2676091"/>
                  </a:cubicBezTo>
                  <a:close/>
                  <a:moveTo>
                    <a:pt x="2953154" y="2674065"/>
                  </a:moveTo>
                  <a:cubicBezTo>
                    <a:pt x="2939226" y="2674318"/>
                    <a:pt x="2933655" y="2688499"/>
                    <a:pt x="2940492" y="2697362"/>
                  </a:cubicBezTo>
                  <a:cubicBezTo>
                    <a:pt x="2948342" y="2707238"/>
                    <a:pt x="2965562" y="2702933"/>
                    <a:pt x="2967587" y="2690525"/>
                  </a:cubicBezTo>
                  <a:cubicBezTo>
                    <a:pt x="2968347" y="2684194"/>
                    <a:pt x="2964549" y="2675078"/>
                    <a:pt x="2953154" y="2674065"/>
                  </a:cubicBezTo>
                  <a:close/>
                  <a:moveTo>
                    <a:pt x="2887315" y="2672293"/>
                  </a:moveTo>
                  <a:cubicBezTo>
                    <a:pt x="2873387" y="2672546"/>
                    <a:pt x="2867563" y="2686726"/>
                    <a:pt x="2874653" y="2695589"/>
                  </a:cubicBezTo>
                  <a:cubicBezTo>
                    <a:pt x="2882757" y="2705718"/>
                    <a:pt x="2899723" y="2701414"/>
                    <a:pt x="2901749" y="2688752"/>
                  </a:cubicBezTo>
                  <a:cubicBezTo>
                    <a:pt x="2902508" y="2682675"/>
                    <a:pt x="2899470" y="2673052"/>
                    <a:pt x="2887315" y="2672293"/>
                  </a:cubicBezTo>
                  <a:close/>
                  <a:moveTo>
                    <a:pt x="2820970" y="2670267"/>
                  </a:moveTo>
                  <a:cubicBezTo>
                    <a:pt x="2807295" y="2670520"/>
                    <a:pt x="2801471" y="2683435"/>
                    <a:pt x="2807295" y="2692297"/>
                  </a:cubicBezTo>
                  <a:cubicBezTo>
                    <a:pt x="2815145" y="2703692"/>
                    <a:pt x="2833378" y="2699894"/>
                    <a:pt x="2835403" y="2686473"/>
                  </a:cubicBezTo>
                  <a:cubicBezTo>
                    <a:pt x="2836416" y="2680902"/>
                    <a:pt x="2833124" y="2671280"/>
                    <a:pt x="2820970" y="2670267"/>
                  </a:cubicBezTo>
                  <a:close/>
                  <a:moveTo>
                    <a:pt x="2740444" y="2690778"/>
                  </a:moveTo>
                  <a:cubicBezTo>
                    <a:pt x="2748040" y="2702173"/>
                    <a:pt x="2766779" y="2698122"/>
                    <a:pt x="2768805" y="2684954"/>
                  </a:cubicBezTo>
                  <a:cubicBezTo>
                    <a:pt x="2769818" y="2678623"/>
                    <a:pt x="2765766" y="2669507"/>
                    <a:pt x="2753865" y="2668747"/>
                  </a:cubicBezTo>
                  <a:cubicBezTo>
                    <a:pt x="2739178" y="2669001"/>
                    <a:pt x="2735126" y="2682675"/>
                    <a:pt x="2740444" y="2690778"/>
                  </a:cubicBezTo>
                  <a:close/>
                  <a:moveTo>
                    <a:pt x="2673339" y="2689006"/>
                  </a:moveTo>
                  <a:cubicBezTo>
                    <a:pt x="2680936" y="2700401"/>
                    <a:pt x="2699674" y="2696349"/>
                    <a:pt x="2701700" y="2683181"/>
                  </a:cubicBezTo>
                  <a:cubicBezTo>
                    <a:pt x="2702460" y="2677357"/>
                    <a:pt x="2699168" y="2667734"/>
                    <a:pt x="2686760" y="2666975"/>
                  </a:cubicBezTo>
                  <a:cubicBezTo>
                    <a:pt x="2671820" y="2667228"/>
                    <a:pt x="2667768" y="2680902"/>
                    <a:pt x="2673339" y="2689006"/>
                  </a:cubicBezTo>
                  <a:close/>
                  <a:moveTo>
                    <a:pt x="2605474" y="2687486"/>
                  </a:moveTo>
                  <a:cubicBezTo>
                    <a:pt x="2613578" y="2698881"/>
                    <a:pt x="2632316" y="2695083"/>
                    <a:pt x="2634089" y="2681662"/>
                  </a:cubicBezTo>
                  <a:cubicBezTo>
                    <a:pt x="2634849" y="2675838"/>
                    <a:pt x="2631557" y="2666215"/>
                    <a:pt x="2619149" y="2665456"/>
                  </a:cubicBezTo>
                  <a:cubicBezTo>
                    <a:pt x="2605221" y="2665709"/>
                    <a:pt x="2599397" y="2678623"/>
                    <a:pt x="2605474" y="2687486"/>
                  </a:cubicBezTo>
                  <a:close/>
                  <a:moveTo>
                    <a:pt x="2566224" y="2680142"/>
                  </a:moveTo>
                  <a:cubicBezTo>
                    <a:pt x="2566984" y="2674318"/>
                    <a:pt x="2563692" y="2664696"/>
                    <a:pt x="2551031" y="2663936"/>
                  </a:cubicBezTo>
                  <a:cubicBezTo>
                    <a:pt x="2535837" y="2664189"/>
                    <a:pt x="2531786" y="2678117"/>
                    <a:pt x="2537357" y="2686220"/>
                  </a:cubicBezTo>
                  <a:cubicBezTo>
                    <a:pt x="2545460" y="2697362"/>
                    <a:pt x="2564452" y="2693310"/>
                    <a:pt x="2566224" y="2680142"/>
                  </a:cubicBezTo>
                  <a:close/>
                  <a:moveTo>
                    <a:pt x="2482660" y="2662417"/>
                  </a:moveTo>
                  <a:cubicBezTo>
                    <a:pt x="2467973" y="2662923"/>
                    <a:pt x="2463668" y="2676597"/>
                    <a:pt x="2469239" y="2684701"/>
                  </a:cubicBezTo>
                  <a:cubicBezTo>
                    <a:pt x="2477089" y="2696096"/>
                    <a:pt x="2496334" y="2692044"/>
                    <a:pt x="2498107" y="2678623"/>
                  </a:cubicBezTo>
                  <a:cubicBezTo>
                    <a:pt x="2498866" y="2672546"/>
                    <a:pt x="2494561" y="2663430"/>
                    <a:pt x="2482660" y="2662417"/>
                  </a:cubicBezTo>
                  <a:close/>
                  <a:moveTo>
                    <a:pt x="2414036" y="2661151"/>
                  </a:moveTo>
                  <a:cubicBezTo>
                    <a:pt x="2399855" y="2661657"/>
                    <a:pt x="2394284" y="2674318"/>
                    <a:pt x="2400615" y="2683435"/>
                  </a:cubicBezTo>
                  <a:cubicBezTo>
                    <a:pt x="2408718" y="2694577"/>
                    <a:pt x="2427710" y="2690525"/>
                    <a:pt x="2429482" y="2677357"/>
                  </a:cubicBezTo>
                  <a:cubicBezTo>
                    <a:pt x="2430242" y="2671533"/>
                    <a:pt x="2426697" y="2662163"/>
                    <a:pt x="2414036" y="2661151"/>
                  </a:cubicBezTo>
                  <a:close/>
                  <a:moveTo>
                    <a:pt x="2345158" y="2660138"/>
                  </a:moveTo>
                  <a:cubicBezTo>
                    <a:pt x="2330978" y="2660644"/>
                    <a:pt x="2325153" y="2673559"/>
                    <a:pt x="2331737" y="2682422"/>
                  </a:cubicBezTo>
                  <a:cubicBezTo>
                    <a:pt x="2340094" y="2693817"/>
                    <a:pt x="2359086" y="2689765"/>
                    <a:pt x="2360605" y="2676344"/>
                  </a:cubicBezTo>
                  <a:cubicBezTo>
                    <a:pt x="2361365" y="2670267"/>
                    <a:pt x="2357819" y="2660897"/>
                    <a:pt x="2345158" y="2660138"/>
                  </a:cubicBezTo>
                  <a:close/>
                  <a:moveTo>
                    <a:pt x="2275774" y="2658872"/>
                  </a:moveTo>
                  <a:cubicBezTo>
                    <a:pt x="2261594" y="2659378"/>
                    <a:pt x="2256023" y="2672293"/>
                    <a:pt x="2262353" y="2681155"/>
                  </a:cubicBezTo>
                  <a:cubicBezTo>
                    <a:pt x="2270457" y="2692297"/>
                    <a:pt x="2289702" y="2688246"/>
                    <a:pt x="2291474" y="2675078"/>
                  </a:cubicBezTo>
                  <a:cubicBezTo>
                    <a:pt x="2292234" y="2668747"/>
                    <a:pt x="2287929" y="2659631"/>
                    <a:pt x="2275774" y="2658872"/>
                  </a:cubicBezTo>
                  <a:close/>
                  <a:moveTo>
                    <a:pt x="2193223" y="2680142"/>
                  </a:moveTo>
                  <a:cubicBezTo>
                    <a:pt x="2201326" y="2691284"/>
                    <a:pt x="2220571" y="2687233"/>
                    <a:pt x="2222090" y="2674065"/>
                  </a:cubicBezTo>
                  <a:cubicBezTo>
                    <a:pt x="2222850" y="2668241"/>
                    <a:pt x="2219052" y="2658618"/>
                    <a:pt x="2206390" y="2657859"/>
                  </a:cubicBezTo>
                  <a:cubicBezTo>
                    <a:pt x="2191956" y="2658365"/>
                    <a:pt x="2186639" y="2671280"/>
                    <a:pt x="2193223" y="2680142"/>
                  </a:cubicBezTo>
                  <a:close/>
                  <a:moveTo>
                    <a:pt x="2152707" y="2673052"/>
                  </a:moveTo>
                  <a:cubicBezTo>
                    <a:pt x="2153466" y="2667228"/>
                    <a:pt x="2149668" y="2657605"/>
                    <a:pt x="2137007" y="2656846"/>
                  </a:cubicBezTo>
                  <a:cubicBezTo>
                    <a:pt x="2122826" y="2657352"/>
                    <a:pt x="2117002" y="2670267"/>
                    <a:pt x="2123586" y="2679130"/>
                  </a:cubicBezTo>
                  <a:cubicBezTo>
                    <a:pt x="2132195" y="2690778"/>
                    <a:pt x="2151187" y="2686473"/>
                    <a:pt x="2152707" y="2673052"/>
                  </a:cubicBezTo>
                  <a:close/>
                  <a:moveTo>
                    <a:pt x="2083069" y="2672293"/>
                  </a:moveTo>
                  <a:cubicBezTo>
                    <a:pt x="2083829" y="2666468"/>
                    <a:pt x="2080031" y="2656846"/>
                    <a:pt x="2067116" y="2656339"/>
                  </a:cubicBezTo>
                  <a:cubicBezTo>
                    <a:pt x="2051416" y="2656846"/>
                    <a:pt x="2047871" y="2670520"/>
                    <a:pt x="2053695" y="2678623"/>
                  </a:cubicBezTo>
                  <a:cubicBezTo>
                    <a:pt x="2062305" y="2689765"/>
                    <a:pt x="2081550" y="2685460"/>
                    <a:pt x="2083069" y="2672293"/>
                  </a:cubicBezTo>
                  <a:close/>
                  <a:moveTo>
                    <a:pt x="2013432" y="2671533"/>
                  </a:moveTo>
                  <a:cubicBezTo>
                    <a:pt x="2014192" y="2665202"/>
                    <a:pt x="2009634" y="2656086"/>
                    <a:pt x="1997479" y="2655580"/>
                  </a:cubicBezTo>
                  <a:cubicBezTo>
                    <a:pt x="1982032" y="2656086"/>
                    <a:pt x="1978487" y="2670014"/>
                    <a:pt x="1984565" y="2677864"/>
                  </a:cubicBezTo>
                  <a:cubicBezTo>
                    <a:pt x="1992668" y="2689006"/>
                    <a:pt x="2011913" y="2684954"/>
                    <a:pt x="2013432" y="2671533"/>
                  </a:cubicBezTo>
                  <a:close/>
                  <a:moveTo>
                    <a:pt x="1944048" y="2670773"/>
                  </a:moveTo>
                  <a:cubicBezTo>
                    <a:pt x="1944555" y="2664443"/>
                    <a:pt x="1940250" y="2655326"/>
                    <a:pt x="1928348" y="2654820"/>
                  </a:cubicBezTo>
                  <a:cubicBezTo>
                    <a:pt x="1913915" y="2655326"/>
                    <a:pt x="1908850" y="2669760"/>
                    <a:pt x="1916447" y="2678370"/>
                  </a:cubicBezTo>
                  <a:cubicBezTo>
                    <a:pt x="1925563" y="2688499"/>
                    <a:pt x="1942782" y="2683688"/>
                    <a:pt x="1944048" y="2670773"/>
                  </a:cubicBezTo>
                  <a:close/>
                  <a:moveTo>
                    <a:pt x="1875931" y="2670267"/>
                  </a:moveTo>
                  <a:cubicBezTo>
                    <a:pt x="1876437" y="2663936"/>
                    <a:pt x="1872132" y="2654820"/>
                    <a:pt x="1860231" y="2654314"/>
                  </a:cubicBezTo>
                  <a:cubicBezTo>
                    <a:pt x="1846556" y="2654820"/>
                    <a:pt x="1840985" y="2667988"/>
                    <a:pt x="1847569" y="2676597"/>
                  </a:cubicBezTo>
                  <a:cubicBezTo>
                    <a:pt x="1855926" y="2687739"/>
                    <a:pt x="1874664" y="2683435"/>
                    <a:pt x="1875931" y="2670267"/>
                  </a:cubicBezTo>
                  <a:close/>
                  <a:moveTo>
                    <a:pt x="1808319" y="2670014"/>
                  </a:moveTo>
                  <a:cubicBezTo>
                    <a:pt x="1808826" y="2663683"/>
                    <a:pt x="1804521" y="2654567"/>
                    <a:pt x="1792619" y="2654060"/>
                  </a:cubicBezTo>
                  <a:cubicBezTo>
                    <a:pt x="1778439" y="2654567"/>
                    <a:pt x="1773627" y="2669001"/>
                    <a:pt x="1781224" y="2677610"/>
                  </a:cubicBezTo>
                  <a:cubicBezTo>
                    <a:pt x="1790087" y="2687233"/>
                    <a:pt x="1807306" y="2682422"/>
                    <a:pt x="1808319" y="2670014"/>
                  </a:cubicBezTo>
                  <a:close/>
                  <a:moveTo>
                    <a:pt x="1741721" y="2669760"/>
                  </a:moveTo>
                  <a:cubicBezTo>
                    <a:pt x="1742227" y="2663430"/>
                    <a:pt x="1737922" y="2654314"/>
                    <a:pt x="1726527" y="2653807"/>
                  </a:cubicBezTo>
                  <a:cubicBezTo>
                    <a:pt x="1712600" y="2654314"/>
                    <a:pt x="1707789" y="2668747"/>
                    <a:pt x="1715385" y="2677357"/>
                  </a:cubicBezTo>
                  <a:cubicBezTo>
                    <a:pt x="1723995" y="2687233"/>
                    <a:pt x="1740708" y="2682422"/>
                    <a:pt x="1741721" y="2669760"/>
                  </a:cubicBezTo>
                  <a:close/>
                  <a:moveTo>
                    <a:pt x="1676135" y="2669507"/>
                  </a:moveTo>
                  <a:cubicBezTo>
                    <a:pt x="1676642" y="2663176"/>
                    <a:pt x="1672337" y="2654060"/>
                    <a:pt x="1660942" y="2653554"/>
                  </a:cubicBezTo>
                  <a:cubicBezTo>
                    <a:pt x="1647014" y="2654314"/>
                    <a:pt x="1642456" y="2668494"/>
                    <a:pt x="1650053" y="2677104"/>
                  </a:cubicBezTo>
                  <a:cubicBezTo>
                    <a:pt x="1658663" y="2686980"/>
                    <a:pt x="1675123" y="2682168"/>
                    <a:pt x="1676135" y="2669507"/>
                  </a:cubicBezTo>
                  <a:close/>
                  <a:moveTo>
                    <a:pt x="1611563" y="2669507"/>
                  </a:moveTo>
                  <a:cubicBezTo>
                    <a:pt x="1612069" y="2663176"/>
                    <a:pt x="1607764" y="2654060"/>
                    <a:pt x="1596622" y="2653554"/>
                  </a:cubicBezTo>
                  <a:cubicBezTo>
                    <a:pt x="1581682" y="2654314"/>
                    <a:pt x="1578897" y="2669254"/>
                    <a:pt x="1585734" y="2677104"/>
                  </a:cubicBezTo>
                  <a:cubicBezTo>
                    <a:pt x="1594343" y="2686980"/>
                    <a:pt x="1610550" y="2682168"/>
                    <a:pt x="1611563" y="2669507"/>
                  </a:cubicBezTo>
                  <a:close/>
                  <a:moveTo>
                    <a:pt x="1547750" y="2669507"/>
                  </a:moveTo>
                  <a:cubicBezTo>
                    <a:pt x="1548256" y="2663176"/>
                    <a:pt x="1543952" y="2654060"/>
                    <a:pt x="1532810" y="2653554"/>
                  </a:cubicBezTo>
                  <a:cubicBezTo>
                    <a:pt x="1519389" y="2654314"/>
                    <a:pt x="1515084" y="2668747"/>
                    <a:pt x="1522427" y="2677104"/>
                  </a:cubicBezTo>
                  <a:cubicBezTo>
                    <a:pt x="1530784" y="2686980"/>
                    <a:pt x="1546737" y="2681915"/>
                    <a:pt x="1547750" y="2669507"/>
                  </a:cubicBezTo>
                  <a:close/>
                  <a:moveTo>
                    <a:pt x="1484950" y="2669507"/>
                  </a:moveTo>
                  <a:cubicBezTo>
                    <a:pt x="1485456" y="2663176"/>
                    <a:pt x="1481151" y="2654060"/>
                    <a:pt x="1470263" y="2653554"/>
                  </a:cubicBezTo>
                  <a:cubicBezTo>
                    <a:pt x="1457095" y="2654314"/>
                    <a:pt x="1453043" y="2668747"/>
                    <a:pt x="1460134" y="2677104"/>
                  </a:cubicBezTo>
                  <a:cubicBezTo>
                    <a:pt x="1468490" y="2687233"/>
                    <a:pt x="1483937" y="2682422"/>
                    <a:pt x="1484950" y="2669507"/>
                  </a:cubicBezTo>
                  <a:close/>
                  <a:moveTo>
                    <a:pt x="1423163" y="2669760"/>
                  </a:moveTo>
                  <a:cubicBezTo>
                    <a:pt x="1423416" y="2663430"/>
                    <a:pt x="1419364" y="2654314"/>
                    <a:pt x="1408729" y="2654060"/>
                  </a:cubicBezTo>
                  <a:cubicBezTo>
                    <a:pt x="1395561" y="2654820"/>
                    <a:pt x="1391510" y="2669254"/>
                    <a:pt x="1398853" y="2677610"/>
                  </a:cubicBezTo>
                  <a:cubicBezTo>
                    <a:pt x="1406956" y="2687486"/>
                    <a:pt x="1422403" y="2682422"/>
                    <a:pt x="1423163" y="2669760"/>
                  </a:cubicBezTo>
                  <a:close/>
                  <a:moveTo>
                    <a:pt x="1362389" y="2670014"/>
                  </a:moveTo>
                  <a:cubicBezTo>
                    <a:pt x="1362642" y="2663683"/>
                    <a:pt x="1358590" y="2654820"/>
                    <a:pt x="1347955" y="2654314"/>
                  </a:cubicBezTo>
                  <a:cubicBezTo>
                    <a:pt x="1335293" y="2655073"/>
                    <a:pt x="1331242" y="2669507"/>
                    <a:pt x="1338332" y="2677864"/>
                  </a:cubicBezTo>
                  <a:cubicBezTo>
                    <a:pt x="1346435" y="2687739"/>
                    <a:pt x="1361629" y="2682675"/>
                    <a:pt x="1362389" y="2670014"/>
                  </a:cubicBezTo>
                  <a:close/>
                  <a:moveTo>
                    <a:pt x="1302627" y="2670520"/>
                  </a:moveTo>
                  <a:cubicBezTo>
                    <a:pt x="1302880" y="2664189"/>
                    <a:pt x="1298829" y="2655326"/>
                    <a:pt x="1288447" y="2654820"/>
                  </a:cubicBezTo>
                  <a:cubicBezTo>
                    <a:pt x="1275279" y="2655580"/>
                    <a:pt x="1271987" y="2671280"/>
                    <a:pt x="1280090" y="2679383"/>
                  </a:cubicBezTo>
                  <a:cubicBezTo>
                    <a:pt x="1288447" y="2687993"/>
                    <a:pt x="1301868" y="2682675"/>
                    <a:pt x="1302627" y="2670520"/>
                  </a:cubicBezTo>
                  <a:close/>
                  <a:moveTo>
                    <a:pt x="4934899" y="2788523"/>
                  </a:moveTo>
                  <a:cubicBezTo>
                    <a:pt x="4935659" y="2782446"/>
                    <a:pt x="4936925" y="2773077"/>
                    <a:pt x="4936925" y="2771810"/>
                  </a:cubicBezTo>
                  <a:cubicBezTo>
                    <a:pt x="4936925" y="2771810"/>
                    <a:pt x="4933127" y="2798399"/>
                    <a:pt x="4933380" y="2800425"/>
                  </a:cubicBezTo>
                  <a:cubicBezTo>
                    <a:pt x="4933633" y="2798652"/>
                    <a:pt x="4934393" y="2791562"/>
                    <a:pt x="4934899" y="2788523"/>
                  </a:cubicBezTo>
                  <a:close/>
                  <a:moveTo>
                    <a:pt x="4935406" y="2768265"/>
                  </a:moveTo>
                  <a:cubicBezTo>
                    <a:pt x="4935406" y="2768265"/>
                    <a:pt x="4935406" y="2768265"/>
                    <a:pt x="4935406" y="2768265"/>
                  </a:cubicBezTo>
                  <a:cubicBezTo>
                    <a:pt x="4934646" y="2769531"/>
                    <a:pt x="4930848" y="2795614"/>
                    <a:pt x="4931860" y="2797133"/>
                  </a:cubicBezTo>
                  <a:cubicBezTo>
                    <a:pt x="4932367" y="2796120"/>
                    <a:pt x="4933633" y="2786751"/>
                    <a:pt x="4933886" y="2784978"/>
                  </a:cubicBezTo>
                  <a:cubicBezTo>
                    <a:pt x="4934646" y="2779154"/>
                    <a:pt x="4935659" y="2769531"/>
                    <a:pt x="4935406" y="2768265"/>
                  </a:cubicBezTo>
                  <a:close/>
                  <a:moveTo>
                    <a:pt x="4932114" y="2764720"/>
                  </a:moveTo>
                  <a:cubicBezTo>
                    <a:pt x="4932114" y="2764720"/>
                    <a:pt x="4932114" y="2764720"/>
                    <a:pt x="4932114" y="2764720"/>
                  </a:cubicBezTo>
                  <a:cubicBezTo>
                    <a:pt x="4930848" y="2765986"/>
                    <a:pt x="4926796" y="2792068"/>
                    <a:pt x="4928569" y="2793588"/>
                  </a:cubicBezTo>
                  <a:cubicBezTo>
                    <a:pt x="4929581" y="2792575"/>
                    <a:pt x="4930848" y="2783459"/>
                    <a:pt x="4931101" y="2781433"/>
                  </a:cubicBezTo>
                  <a:cubicBezTo>
                    <a:pt x="4931860" y="2775609"/>
                    <a:pt x="4932874" y="2765986"/>
                    <a:pt x="4932114" y="2764720"/>
                  </a:cubicBezTo>
                  <a:close/>
                  <a:moveTo>
                    <a:pt x="4926289" y="2777888"/>
                  </a:moveTo>
                  <a:cubicBezTo>
                    <a:pt x="4927049" y="2771557"/>
                    <a:pt x="4927809" y="2762441"/>
                    <a:pt x="4926796" y="2761175"/>
                  </a:cubicBezTo>
                  <a:cubicBezTo>
                    <a:pt x="4924010" y="2760922"/>
                    <a:pt x="4921985" y="2788017"/>
                    <a:pt x="4922998" y="2789789"/>
                  </a:cubicBezTo>
                  <a:cubicBezTo>
                    <a:pt x="4923757" y="2790802"/>
                    <a:pt x="4925024" y="2785738"/>
                    <a:pt x="4926289" y="2777888"/>
                  </a:cubicBezTo>
                  <a:close/>
                  <a:moveTo>
                    <a:pt x="4919453" y="2774089"/>
                  </a:moveTo>
                  <a:cubicBezTo>
                    <a:pt x="4920212" y="2767759"/>
                    <a:pt x="4920972" y="2758643"/>
                    <a:pt x="4919453" y="2757376"/>
                  </a:cubicBezTo>
                  <a:cubicBezTo>
                    <a:pt x="4915907" y="2757123"/>
                    <a:pt x="4914135" y="2784218"/>
                    <a:pt x="4915654" y="2785991"/>
                  </a:cubicBezTo>
                  <a:cubicBezTo>
                    <a:pt x="4916667" y="2787257"/>
                    <a:pt x="4918186" y="2781939"/>
                    <a:pt x="4919453" y="2774089"/>
                  </a:cubicBezTo>
                  <a:close/>
                  <a:moveTo>
                    <a:pt x="4910590" y="2770291"/>
                  </a:moveTo>
                  <a:cubicBezTo>
                    <a:pt x="4911603" y="2763960"/>
                    <a:pt x="4911856" y="2754844"/>
                    <a:pt x="4910336" y="2753578"/>
                  </a:cubicBezTo>
                  <a:cubicBezTo>
                    <a:pt x="4910336" y="2753578"/>
                    <a:pt x="4910083" y="2753578"/>
                    <a:pt x="4910083" y="2753578"/>
                  </a:cubicBezTo>
                  <a:cubicBezTo>
                    <a:pt x="4907044" y="2754085"/>
                    <a:pt x="4904006" y="2779660"/>
                    <a:pt x="4906538" y="2782193"/>
                  </a:cubicBezTo>
                  <a:cubicBezTo>
                    <a:pt x="4907551" y="2783459"/>
                    <a:pt x="4909323" y="2778141"/>
                    <a:pt x="4910590" y="2770291"/>
                  </a:cubicBezTo>
                  <a:close/>
                  <a:moveTo>
                    <a:pt x="4899701" y="2766493"/>
                  </a:moveTo>
                  <a:cubicBezTo>
                    <a:pt x="4900714" y="2760162"/>
                    <a:pt x="4900967" y="2751046"/>
                    <a:pt x="4898941" y="2749780"/>
                  </a:cubicBezTo>
                  <a:cubicBezTo>
                    <a:pt x="4894636" y="2749527"/>
                    <a:pt x="4892611" y="2774596"/>
                    <a:pt x="4894890" y="2778141"/>
                  </a:cubicBezTo>
                  <a:cubicBezTo>
                    <a:pt x="4896156" y="2780420"/>
                    <a:pt x="4898435" y="2775102"/>
                    <a:pt x="4899701" y="2766493"/>
                  </a:cubicBezTo>
                  <a:close/>
                  <a:moveTo>
                    <a:pt x="4886786" y="2762694"/>
                  </a:moveTo>
                  <a:cubicBezTo>
                    <a:pt x="4887799" y="2756364"/>
                    <a:pt x="4887799" y="2747247"/>
                    <a:pt x="4885520" y="2745981"/>
                  </a:cubicBezTo>
                  <a:cubicBezTo>
                    <a:pt x="4880456" y="2745728"/>
                    <a:pt x="4878683" y="2770797"/>
                    <a:pt x="4881215" y="2774343"/>
                  </a:cubicBezTo>
                  <a:cubicBezTo>
                    <a:pt x="4882988" y="2776368"/>
                    <a:pt x="4885520" y="2771051"/>
                    <a:pt x="4886786" y="2762694"/>
                  </a:cubicBezTo>
                  <a:close/>
                  <a:moveTo>
                    <a:pt x="4870327" y="2742183"/>
                  </a:moveTo>
                  <a:cubicBezTo>
                    <a:pt x="4864756" y="2741930"/>
                    <a:pt x="4862983" y="2767252"/>
                    <a:pt x="4866022" y="2770544"/>
                  </a:cubicBezTo>
                  <a:cubicBezTo>
                    <a:pt x="4868048" y="2772823"/>
                    <a:pt x="4870833" y="2767252"/>
                    <a:pt x="4872099" y="2758896"/>
                  </a:cubicBezTo>
                  <a:cubicBezTo>
                    <a:pt x="4872859" y="2752818"/>
                    <a:pt x="4873112" y="2743449"/>
                    <a:pt x="4870327" y="2742183"/>
                  </a:cubicBezTo>
                  <a:close/>
                  <a:moveTo>
                    <a:pt x="4855386" y="2755098"/>
                  </a:moveTo>
                  <a:cubicBezTo>
                    <a:pt x="4856399" y="2748767"/>
                    <a:pt x="4856399" y="2739651"/>
                    <a:pt x="4853361" y="2738385"/>
                  </a:cubicBezTo>
                  <a:cubicBezTo>
                    <a:pt x="4848043" y="2738131"/>
                    <a:pt x="4845511" y="2761428"/>
                    <a:pt x="4848549" y="2766239"/>
                  </a:cubicBezTo>
                  <a:cubicBezTo>
                    <a:pt x="4850575" y="2769531"/>
                    <a:pt x="4853867" y="2764214"/>
                    <a:pt x="4855386" y="2755098"/>
                  </a:cubicBezTo>
                  <a:close/>
                  <a:moveTo>
                    <a:pt x="4836901" y="2751299"/>
                  </a:moveTo>
                  <a:cubicBezTo>
                    <a:pt x="4837914" y="2744968"/>
                    <a:pt x="4837660" y="2735852"/>
                    <a:pt x="4834369" y="2734586"/>
                  </a:cubicBezTo>
                  <a:cubicBezTo>
                    <a:pt x="4828038" y="2734333"/>
                    <a:pt x="4825759" y="2757376"/>
                    <a:pt x="4829557" y="2762441"/>
                  </a:cubicBezTo>
                  <a:cubicBezTo>
                    <a:pt x="4831836" y="2765733"/>
                    <a:pt x="4835381" y="2760415"/>
                    <a:pt x="4836901" y="2751299"/>
                  </a:cubicBezTo>
                  <a:close/>
                  <a:moveTo>
                    <a:pt x="4816643" y="2747501"/>
                  </a:moveTo>
                  <a:cubicBezTo>
                    <a:pt x="4817656" y="2741170"/>
                    <a:pt x="4817403" y="2732054"/>
                    <a:pt x="4813604" y="2730788"/>
                  </a:cubicBezTo>
                  <a:cubicBezTo>
                    <a:pt x="4807273" y="2730535"/>
                    <a:pt x="4804741" y="2753831"/>
                    <a:pt x="4808793" y="2758643"/>
                  </a:cubicBezTo>
                  <a:cubicBezTo>
                    <a:pt x="4811325" y="2761935"/>
                    <a:pt x="4815123" y="2756617"/>
                    <a:pt x="4816643" y="2747501"/>
                  </a:cubicBezTo>
                  <a:close/>
                  <a:moveTo>
                    <a:pt x="4794612" y="2743702"/>
                  </a:moveTo>
                  <a:cubicBezTo>
                    <a:pt x="4795625" y="2737372"/>
                    <a:pt x="4795119" y="2728255"/>
                    <a:pt x="4791320" y="2726989"/>
                  </a:cubicBezTo>
                  <a:cubicBezTo>
                    <a:pt x="4784990" y="2726736"/>
                    <a:pt x="4781951" y="2748260"/>
                    <a:pt x="4786002" y="2754338"/>
                  </a:cubicBezTo>
                  <a:cubicBezTo>
                    <a:pt x="4788788" y="2758643"/>
                    <a:pt x="4793093" y="2753325"/>
                    <a:pt x="4794612" y="2743702"/>
                  </a:cubicBezTo>
                  <a:close/>
                  <a:moveTo>
                    <a:pt x="4770809" y="2740157"/>
                  </a:moveTo>
                  <a:cubicBezTo>
                    <a:pt x="4771822" y="2733826"/>
                    <a:pt x="4771315" y="2724710"/>
                    <a:pt x="4767010" y="2723444"/>
                  </a:cubicBezTo>
                  <a:cubicBezTo>
                    <a:pt x="4759667" y="2723191"/>
                    <a:pt x="4756882" y="2744462"/>
                    <a:pt x="4761439" y="2750793"/>
                  </a:cubicBezTo>
                  <a:cubicBezTo>
                    <a:pt x="4764732" y="2754844"/>
                    <a:pt x="4769289" y="2749780"/>
                    <a:pt x="4770809" y="2740157"/>
                  </a:cubicBezTo>
                  <a:close/>
                  <a:moveTo>
                    <a:pt x="4745486" y="2736359"/>
                  </a:moveTo>
                  <a:cubicBezTo>
                    <a:pt x="4746499" y="2730535"/>
                    <a:pt x="4745993" y="2720912"/>
                    <a:pt x="4741181" y="2719646"/>
                  </a:cubicBezTo>
                  <a:cubicBezTo>
                    <a:pt x="4733838" y="2719393"/>
                    <a:pt x="4730799" y="2740917"/>
                    <a:pt x="4735610" y="2746994"/>
                  </a:cubicBezTo>
                  <a:cubicBezTo>
                    <a:pt x="4738902" y="2751299"/>
                    <a:pt x="4743967" y="2745981"/>
                    <a:pt x="4745486" y="2736359"/>
                  </a:cubicBezTo>
                  <a:close/>
                  <a:moveTo>
                    <a:pt x="4718391" y="2732560"/>
                  </a:moveTo>
                  <a:cubicBezTo>
                    <a:pt x="4719404" y="2726230"/>
                    <a:pt x="4718644" y="2717114"/>
                    <a:pt x="4713833" y="2715847"/>
                  </a:cubicBezTo>
                  <a:cubicBezTo>
                    <a:pt x="4706236" y="2715594"/>
                    <a:pt x="4702944" y="2735346"/>
                    <a:pt x="4707502" y="2742436"/>
                  </a:cubicBezTo>
                  <a:cubicBezTo>
                    <a:pt x="4711047" y="2748007"/>
                    <a:pt x="4716872" y="2742689"/>
                    <a:pt x="4718391" y="2732560"/>
                  </a:cubicBezTo>
                  <a:close/>
                  <a:moveTo>
                    <a:pt x="4689777" y="2729015"/>
                  </a:moveTo>
                  <a:cubicBezTo>
                    <a:pt x="4690790" y="2722684"/>
                    <a:pt x="4690030" y="2713568"/>
                    <a:pt x="4684712" y="2712302"/>
                  </a:cubicBezTo>
                  <a:cubicBezTo>
                    <a:pt x="4676862" y="2712049"/>
                    <a:pt x="4673317" y="2731801"/>
                    <a:pt x="4678381" y="2738891"/>
                  </a:cubicBezTo>
                  <a:cubicBezTo>
                    <a:pt x="4682180" y="2744209"/>
                    <a:pt x="4688004" y="2739144"/>
                    <a:pt x="4689777" y="2729015"/>
                  </a:cubicBezTo>
                  <a:close/>
                  <a:moveTo>
                    <a:pt x="4659643" y="2725217"/>
                  </a:moveTo>
                  <a:cubicBezTo>
                    <a:pt x="4660656" y="2718886"/>
                    <a:pt x="4659643" y="2709770"/>
                    <a:pt x="4654325" y="2708504"/>
                  </a:cubicBezTo>
                  <a:cubicBezTo>
                    <a:pt x="4645969" y="2708251"/>
                    <a:pt x="4642423" y="2728002"/>
                    <a:pt x="4647741" y="2735093"/>
                  </a:cubicBezTo>
                  <a:cubicBezTo>
                    <a:pt x="4651540" y="2740664"/>
                    <a:pt x="4657870" y="2735346"/>
                    <a:pt x="4659643" y="2725217"/>
                  </a:cubicBezTo>
                  <a:close/>
                  <a:moveTo>
                    <a:pt x="4621912" y="2704705"/>
                  </a:moveTo>
                  <a:cubicBezTo>
                    <a:pt x="4613302" y="2704705"/>
                    <a:pt x="4609757" y="2724204"/>
                    <a:pt x="4615328" y="2731294"/>
                  </a:cubicBezTo>
                  <a:cubicBezTo>
                    <a:pt x="4619633" y="2736612"/>
                    <a:pt x="4625964" y="2731547"/>
                    <a:pt x="4627736" y="2721418"/>
                  </a:cubicBezTo>
                  <a:lnTo>
                    <a:pt x="4627736" y="2721418"/>
                  </a:lnTo>
                  <a:cubicBezTo>
                    <a:pt x="4628749" y="2715341"/>
                    <a:pt x="4627736" y="2705972"/>
                    <a:pt x="4621912" y="2704705"/>
                  </a:cubicBezTo>
                  <a:close/>
                  <a:moveTo>
                    <a:pt x="4580889" y="2727243"/>
                  </a:moveTo>
                  <a:cubicBezTo>
                    <a:pt x="4585195" y="2733826"/>
                    <a:pt x="4592538" y="2728762"/>
                    <a:pt x="4594310" y="2718126"/>
                  </a:cubicBezTo>
                  <a:cubicBezTo>
                    <a:pt x="4595323" y="2711796"/>
                    <a:pt x="4594057" y="2702680"/>
                    <a:pt x="4588233" y="2701414"/>
                  </a:cubicBezTo>
                  <a:cubicBezTo>
                    <a:pt x="4579624" y="2701160"/>
                    <a:pt x="4575825" y="2719393"/>
                    <a:pt x="4580889" y="2727243"/>
                  </a:cubicBezTo>
                  <a:close/>
                  <a:moveTo>
                    <a:pt x="4559365" y="2714328"/>
                  </a:moveTo>
                  <a:cubicBezTo>
                    <a:pt x="4560378" y="2707997"/>
                    <a:pt x="4559112" y="2698881"/>
                    <a:pt x="4553035" y="2697615"/>
                  </a:cubicBezTo>
                  <a:cubicBezTo>
                    <a:pt x="4543919" y="2697615"/>
                    <a:pt x="4540120" y="2715594"/>
                    <a:pt x="4545438" y="2723444"/>
                  </a:cubicBezTo>
                  <a:cubicBezTo>
                    <a:pt x="4549996" y="2730028"/>
                    <a:pt x="4557593" y="2725217"/>
                    <a:pt x="4559365" y="2714328"/>
                  </a:cubicBezTo>
                  <a:close/>
                  <a:moveTo>
                    <a:pt x="4523154" y="2710783"/>
                  </a:moveTo>
                  <a:cubicBezTo>
                    <a:pt x="4524167" y="2704452"/>
                    <a:pt x="4522901" y="2695336"/>
                    <a:pt x="4516317" y="2694070"/>
                  </a:cubicBezTo>
                  <a:cubicBezTo>
                    <a:pt x="4506947" y="2694070"/>
                    <a:pt x="4503149" y="2712302"/>
                    <a:pt x="4508720" y="2719899"/>
                  </a:cubicBezTo>
                  <a:cubicBezTo>
                    <a:pt x="4513278" y="2726483"/>
                    <a:pt x="4521381" y="2721418"/>
                    <a:pt x="4523154" y="2710783"/>
                  </a:cubicBezTo>
                  <a:close/>
                  <a:moveTo>
                    <a:pt x="4485423" y="2707238"/>
                  </a:moveTo>
                  <a:cubicBezTo>
                    <a:pt x="4486436" y="2700907"/>
                    <a:pt x="4484917" y="2691791"/>
                    <a:pt x="4478080" y="2690525"/>
                  </a:cubicBezTo>
                  <a:cubicBezTo>
                    <a:pt x="4468457" y="2690525"/>
                    <a:pt x="4464406" y="2708757"/>
                    <a:pt x="4470230" y="2716607"/>
                  </a:cubicBezTo>
                  <a:cubicBezTo>
                    <a:pt x="4475294" y="2722938"/>
                    <a:pt x="4483651" y="2717873"/>
                    <a:pt x="4485423" y="2707238"/>
                  </a:cubicBezTo>
                  <a:close/>
                  <a:moveTo>
                    <a:pt x="4446173" y="2703692"/>
                  </a:moveTo>
                  <a:cubicBezTo>
                    <a:pt x="4447186" y="2697362"/>
                    <a:pt x="4445667" y="2688246"/>
                    <a:pt x="4438830" y="2686980"/>
                  </a:cubicBezTo>
                  <a:cubicBezTo>
                    <a:pt x="4428701" y="2686980"/>
                    <a:pt x="4424902" y="2705212"/>
                    <a:pt x="4430980" y="2713062"/>
                  </a:cubicBezTo>
                  <a:cubicBezTo>
                    <a:pt x="4435791" y="2719393"/>
                    <a:pt x="4444401" y="2714328"/>
                    <a:pt x="4446173" y="2703692"/>
                  </a:cubicBezTo>
                  <a:close/>
                  <a:moveTo>
                    <a:pt x="4405657" y="2700147"/>
                  </a:moveTo>
                  <a:cubicBezTo>
                    <a:pt x="4406670" y="2693817"/>
                    <a:pt x="4404897" y="2684701"/>
                    <a:pt x="4397807" y="2683435"/>
                  </a:cubicBezTo>
                  <a:cubicBezTo>
                    <a:pt x="4387678" y="2683435"/>
                    <a:pt x="4383373" y="2700147"/>
                    <a:pt x="4389198" y="2708504"/>
                  </a:cubicBezTo>
                  <a:cubicBezTo>
                    <a:pt x="4394262" y="2716354"/>
                    <a:pt x="4403631" y="2711543"/>
                    <a:pt x="4405657" y="2700147"/>
                  </a:cubicBezTo>
                  <a:close/>
                  <a:moveTo>
                    <a:pt x="4363622" y="2696855"/>
                  </a:moveTo>
                  <a:cubicBezTo>
                    <a:pt x="4364635" y="2690525"/>
                    <a:pt x="4362862" y="2681409"/>
                    <a:pt x="4355265" y="2680142"/>
                  </a:cubicBezTo>
                  <a:cubicBezTo>
                    <a:pt x="4345136" y="2680142"/>
                    <a:pt x="4340578" y="2696855"/>
                    <a:pt x="4346402" y="2705212"/>
                  </a:cubicBezTo>
                  <a:cubicBezTo>
                    <a:pt x="4351973" y="2712809"/>
                    <a:pt x="4361849" y="2707997"/>
                    <a:pt x="4363622" y="2696855"/>
                  </a:cubicBezTo>
                  <a:close/>
                  <a:moveTo>
                    <a:pt x="4320320" y="2693310"/>
                  </a:moveTo>
                  <a:cubicBezTo>
                    <a:pt x="4321333" y="2686980"/>
                    <a:pt x="4319560" y="2677864"/>
                    <a:pt x="4311964" y="2676597"/>
                  </a:cubicBezTo>
                  <a:cubicBezTo>
                    <a:pt x="4301581" y="2676597"/>
                    <a:pt x="4297023" y="2693310"/>
                    <a:pt x="4303101" y="2701667"/>
                  </a:cubicBezTo>
                  <a:cubicBezTo>
                    <a:pt x="4308418" y="2709517"/>
                    <a:pt x="4318547" y="2704705"/>
                    <a:pt x="4320320" y="2693310"/>
                  </a:cubicBezTo>
                  <a:close/>
                  <a:moveTo>
                    <a:pt x="4276006" y="2690018"/>
                  </a:moveTo>
                  <a:cubicBezTo>
                    <a:pt x="4277018" y="2683688"/>
                    <a:pt x="4274993" y="2674572"/>
                    <a:pt x="4267142" y="2673305"/>
                  </a:cubicBezTo>
                  <a:cubicBezTo>
                    <a:pt x="4256254" y="2673305"/>
                    <a:pt x="4251696" y="2690018"/>
                    <a:pt x="4258026" y="2698375"/>
                  </a:cubicBezTo>
                  <a:cubicBezTo>
                    <a:pt x="4263851" y="2706225"/>
                    <a:pt x="4273980" y="2701414"/>
                    <a:pt x="4276006" y="2690018"/>
                  </a:cubicBezTo>
                  <a:close/>
                  <a:moveTo>
                    <a:pt x="4230172" y="2686726"/>
                  </a:moveTo>
                  <a:cubicBezTo>
                    <a:pt x="4231184" y="2680902"/>
                    <a:pt x="4229665" y="2671280"/>
                    <a:pt x="4221056" y="2670014"/>
                  </a:cubicBezTo>
                  <a:cubicBezTo>
                    <a:pt x="4209914" y="2670014"/>
                    <a:pt x="4205356" y="2686726"/>
                    <a:pt x="4211939" y="2695083"/>
                  </a:cubicBezTo>
                  <a:cubicBezTo>
                    <a:pt x="4217510" y="2702933"/>
                    <a:pt x="4228399" y="2697868"/>
                    <a:pt x="4230172" y="2686726"/>
                  </a:cubicBezTo>
                  <a:close/>
                  <a:moveTo>
                    <a:pt x="4183325" y="2683435"/>
                  </a:moveTo>
                  <a:cubicBezTo>
                    <a:pt x="4184338" y="2677104"/>
                    <a:pt x="4182058" y="2667988"/>
                    <a:pt x="4173702" y="2666722"/>
                  </a:cubicBezTo>
                  <a:cubicBezTo>
                    <a:pt x="4162307" y="2666722"/>
                    <a:pt x="4157749" y="2683435"/>
                    <a:pt x="4164333" y="2691791"/>
                  </a:cubicBezTo>
                  <a:cubicBezTo>
                    <a:pt x="4170410" y="2699641"/>
                    <a:pt x="4181299" y="2694577"/>
                    <a:pt x="4183325" y="2683435"/>
                  </a:cubicBezTo>
                  <a:close/>
                  <a:moveTo>
                    <a:pt x="4134958" y="2680142"/>
                  </a:moveTo>
                  <a:cubicBezTo>
                    <a:pt x="4135972" y="2673812"/>
                    <a:pt x="4133693" y="2664696"/>
                    <a:pt x="4125336" y="2663430"/>
                  </a:cubicBezTo>
                  <a:cubicBezTo>
                    <a:pt x="4114447" y="2663430"/>
                    <a:pt x="4109383" y="2678876"/>
                    <a:pt x="4115207" y="2687486"/>
                  </a:cubicBezTo>
                  <a:cubicBezTo>
                    <a:pt x="4121031" y="2696602"/>
                    <a:pt x="4132933" y="2692297"/>
                    <a:pt x="4134958" y="2680142"/>
                  </a:cubicBezTo>
                  <a:close/>
                  <a:moveTo>
                    <a:pt x="4085833" y="2676851"/>
                  </a:moveTo>
                  <a:cubicBezTo>
                    <a:pt x="4086846" y="2670520"/>
                    <a:pt x="4084567" y="2661404"/>
                    <a:pt x="4075957" y="2660138"/>
                  </a:cubicBezTo>
                  <a:cubicBezTo>
                    <a:pt x="4064562" y="2660138"/>
                    <a:pt x="4059497" y="2675585"/>
                    <a:pt x="4065575" y="2684194"/>
                  </a:cubicBezTo>
                  <a:cubicBezTo>
                    <a:pt x="4071399" y="2693310"/>
                    <a:pt x="4083807" y="2689006"/>
                    <a:pt x="4085833" y="2676851"/>
                  </a:cubicBezTo>
                  <a:close/>
                  <a:moveTo>
                    <a:pt x="4024805" y="2657099"/>
                  </a:moveTo>
                  <a:cubicBezTo>
                    <a:pt x="4013410" y="2657099"/>
                    <a:pt x="4008346" y="2672546"/>
                    <a:pt x="4014423" y="2681155"/>
                  </a:cubicBezTo>
                  <a:cubicBezTo>
                    <a:pt x="4020754" y="2690272"/>
                    <a:pt x="4033162" y="2685713"/>
                    <a:pt x="4035188" y="2673559"/>
                  </a:cubicBezTo>
                  <a:cubicBezTo>
                    <a:pt x="4036454" y="2667481"/>
                    <a:pt x="4033922" y="2658365"/>
                    <a:pt x="4024805" y="2657099"/>
                  </a:cubicBezTo>
                  <a:close/>
                  <a:moveTo>
                    <a:pt x="3983783" y="2670773"/>
                  </a:moveTo>
                  <a:cubicBezTo>
                    <a:pt x="3984796" y="2664443"/>
                    <a:pt x="3982263" y="2655326"/>
                    <a:pt x="3973147" y="2654060"/>
                  </a:cubicBezTo>
                  <a:cubicBezTo>
                    <a:pt x="3961499" y="2654060"/>
                    <a:pt x="3956435" y="2669507"/>
                    <a:pt x="3962512" y="2678370"/>
                  </a:cubicBezTo>
                  <a:cubicBezTo>
                    <a:pt x="3969096" y="2687233"/>
                    <a:pt x="3981504" y="2682675"/>
                    <a:pt x="3983783" y="2670773"/>
                  </a:cubicBezTo>
                  <a:close/>
                  <a:moveTo>
                    <a:pt x="3931112" y="2667734"/>
                  </a:moveTo>
                  <a:cubicBezTo>
                    <a:pt x="3932125" y="2661404"/>
                    <a:pt x="3929592" y="2652288"/>
                    <a:pt x="3920223" y="2651022"/>
                  </a:cubicBezTo>
                  <a:cubicBezTo>
                    <a:pt x="3908068" y="2651022"/>
                    <a:pt x="3903004" y="2666468"/>
                    <a:pt x="3909588" y="2675331"/>
                  </a:cubicBezTo>
                  <a:cubicBezTo>
                    <a:pt x="3916171" y="2684194"/>
                    <a:pt x="3929086" y="2679636"/>
                    <a:pt x="3931112" y="2667734"/>
                  </a:cubicBezTo>
                  <a:close/>
                  <a:moveTo>
                    <a:pt x="3877428" y="2664696"/>
                  </a:moveTo>
                  <a:cubicBezTo>
                    <a:pt x="3878441" y="2658365"/>
                    <a:pt x="3875655" y="2649249"/>
                    <a:pt x="3866286" y="2647983"/>
                  </a:cubicBezTo>
                  <a:cubicBezTo>
                    <a:pt x="3854131" y="2647983"/>
                    <a:pt x="3849067" y="2663430"/>
                    <a:pt x="3855397" y="2672293"/>
                  </a:cubicBezTo>
                  <a:cubicBezTo>
                    <a:pt x="3862234" y="2681409"/>
                    <a:pt x="3875402" y="2676851"/>
                    <a:pt x="3877428" y="2664696"/>
                  </a:cubicBezTo>
                  <a:close/>
                  <a:moveTo>
                    <a:pt x="3822984" y="2661657"/>
                  </a:moveTo>
                  <a:cubicBezTo>
                    <a:pt x="3823997" y="2655326"/>
                    <a:pt x="3821212" y="2646210"/>
                    <a:pt x="3811589" y="2644944"/>
                  </a:cubicBezTo>
                  <a:cubicBezTo>
                    <a:pt x="3799181" y="2644944"/>
                    <a:pt x="3794117" y="2660391"/>
                    <a:pt x="3800700" y="2669254"/>
                  </a:cubicBezTo>
                  <a:cubicBezTo>
                    <a:pt x="3807538" y="2678370"/>
                    <a:pt x="3820959" y="2673812"/>
                    <a:pt x="3822984" y="2661657"/>
                  </a:cubicBezTo>
                  <a:close/>
                  <a:moveTo>
                    <a:pt x="3767275" y="2658872"/>
                  </a:moveTo>
                  <a:cubicBezTo>
                    <a:pt x="3768287" y="2652541"/>
                    <a:pt x="3765502" y="2643425"/>
                    <a:pt x="3755626" y="2642159"/>
                  </a:cubicBezTo>
                  <a:cubicBezTo>
                    <a:pt x="3742965" y="2642159"/>
                    <a:pt x="3737900" y="2657605"/>
                    <a:pt x="3744738" y="2666468"/>
                  </a:cubicBezTo>
                  <a:cubicBezTo>
                    <a:pt x="3751574" y="2675585"/>
                    <a:pt x="3765249" y="2671027"/>
                    <a:pt x="3767275" y="2658872"/>
                  </a:cubicBezTo>
                  <a:close/>
                  <a:moveTo>
                    <a:pt x="3710552" y="2656086"/>
                  </a:moveTo>
                  <a:cubicBezTo>
                    <a:pt x="3711565" y="2649755"/>
                    <a:pt x="3708526" y="2640639"/>
                    <a:pt x="3698650" y="2639373"/>
                  </a:cubicBezTo>
                  <a:cubicBezTo>
                    <a:pt x="3686243" y="2639373"/>
                    <a:pt x="3680925" y="2653807"/>
                    <a:pt x="3686749" y="2662670"/>
                  </a:cubicBezTo>
                  <a:cubicBezTo>
                    <a:pt x="3693586" y="2672799"/>
                    <a:pt x="3708526" y="2668747"/>
                    <a:pt x="3710552" y="2656086"/>
                  </a:cubicBezTo>
                  <a:close/>
                  <a:moveTo>
                    <a:pt x="3653323" y="2653301"/>
                  </a:moveTo>
                  <a:cubicBezTo>
                    <a:pt x="3654336" y="2646970"/>
                    <a:pt x="3651297" y="2637854"/>
                    <a:pt x="3641168" y="2636588"/>
                  </a:cubicBezTo>
                  <a:cubicBezTo>
                    <a:pt x="3628760" y="2636588"/>
                    <a:pt x="3623442" y="2651022"/>
                    <a:pt x="3629267" y="2659885"/>
                  </a:cubicBezTo>
                  <a:cubicBezTo>
                    <a:pt x="3635850" y="2670014"/>
                    <a:pt x="3651044" y="2665709"/>
                    <a:pt x="3653323" y="2653301"/>
                  </a:cubicBezTo>
                  <a:close/>
                  <a:moveTo>
                    <a:pt x="3594828" y="2650515"/>
                  </a:moveTo>
                  <a:cubicBezTo>
                    <a:pt x="3595841" y="2644184"/>
                    <a:pt x="3592802" y="2635068"/>
                    <a:pt x="3582420" y="2634055"/>
                  </a:cubicBezTo>
                  <a:cubicBezTo>
                    <a:pt x="3570012" y="2634055"/>
                    <a:pt x="3564441" y="2648489"/>
                    <a:pt x="3570518" y="2657352"/>
                  </a:cubicBezTo>
                  <a:cubicBezTo>
                    <a:pt x="3577355" y="2667481"/>
                    <a:pt x="3592802" y="2663430"/>
                    <a:pt x="3594828" y="2650515"/>
                  </a:cubicBezTo>
                  <a:close/>
                  <a:moveTo>
                    <a:pt x="3535573" y="2647983"/>
                  </a:moveTo>
                  <a:cubicBezTo>
                    <a:pt x="3536586" y="2641652"/>
                    <a:pt x="3533294" y="2632536"/>
                    <a:pt x="3522912" y="2631523"/>
                  </a:cubicBezTo>
                  <a:cubicBezTo>
                    <a:pt x="3509997" y="2631523"/>
                    <a:pt x="3504426" y="2645957"/>
                    <a:pt x="3510757" y="2654820"/>
                  </a:cubicBezTo>
                  <a:cubicBezTo>
                    <a:pt x="3518100" y="2664696"/>
                    <a:pt x="3533547" y="2660644"/>
                    <a:pt x="3535573" y="2647983"/>
                  </a:cubicBezTo>
                  <a:close/>
                  <a:moveTo>
                    <a:pt x="3475812" y="2645197"/>
                  </a:moveTo>
                  <a:cubicBezTo>
                    <a:pt x="3476825" y="2639373"/>
                    <a:pt x="3474039" y="2629751"/>
                    <a:pt x="3462897" y="2628738"/>
                  </a:cubicBezTo>
                  <a:cubicBezTo>
                    <a:pt x="3449983" y="2628991"/>
                    <a:pt x="3444412" y="2643172"/>
                    <a:pt x="3450742" y="2652035"/>
                  </a:cubicBezTo>
                  <a:cubicBezTo>
                    <a:pt x="3457833" y="2662163"/>
                    <a:pt x="3473786" y="2657859"/>
                    <a:pt x="3475812" y="2645197"/>
                  </a:cubicBezTo>
                  <a:close/>
                  <a:moveTo>
                    <a:pt x="3415037" y="2642665"/>
                  </a:moveTo>
                  <a:cubicBezTo>
                    <a:pt x="3416050" y="2636335"/>
                    <a:pt x="3412759" y="2627218"/>
                    <a:pt x="3401870" y="2626205"/>
                  </a:cubicBezTo>
                  <a:cubicBezTo>
                    <a:pt x="3388955" y="2626459"/>
                    <a:pt x="3383384" y="2640639"/>
                    <a:pt x="3389715" y="2649502"/>
                  </a:cubicBezTo>
                  <a:cubicBezTo>
                    <a:pt x="3396805" y="2659631"/>
                    <a:pt x="3413012" y="2655326"/>
                    <a:pt x="3415037" y="2642665"/>
                  </a:cubicBezTo>
                  <a:close/>
                  <a:moveTo>
                    <a:pt x="3353250" y="2640386"/>
                  </a:moveTo>
                  <a:cubicBezTo>
                    <a:pt x="3354263" y="2634562"/>
                    <a:pt x="3351478" y="2624939"/>
                    <a:pt x="3340082" y="2623927"/>
                  </a:cubicBezTo>
                  <a:cubicBezTo>
                    <a:pt x="3326915" y="2624180"/>
                    <a:pt x="3321344" y="2638360"/>
                    <a:pt x="3327675" y="2647223"/>
                  </a:cubicBezTo>
                  <a:cubicBezTo>
                    <a:pt x="3335271" y="2657352"/>
                    <a:pt x="3351224" y="2653047"/>
                    <a:pt x="3353250" y="2640386"/>
                  </a:cubicBezTo>
                  <a:close/>
                  <a:moveTo>
                    <a:pt x="3277789" y="2621394"/>
                  </a:moveTo>
                  <a:cubicBezTo>
                    <a:pt x="3264368" y="2621647"/>
                    <a:pt x="3258544" y="2635828"/>
                    <a:pt x="3265381" y="2644691"/>
                  </a:cubicBezTo>
                  <a:cubicBezTo>
                    <a:pt x="3272978" y="2654820"/>
                    <a:pt x="3289184" y="2650515"/>
                    <a:pt x="3291210" y="2637854"/>
                  </a:cubicBezTo>
                  <a:cubicBezTo>
                    <a:pt x="3291970" y="2632030"/>
                    <a:pt x="3289184" y="2622407"/>
                    <a:pt x="3277789" y="2621394"/>
                  </a:cubicBezTo>
                  <a:close/>
                  <a:moveTo>
                    <a:pt x="3214483" y="2619115"/>
                  </a:moveTo>
                  <a:cubicBezTo>
                    <a:pt x="3201062" y="2619368"/>
                    <a:pt x="3195491" y="2633549"/>
                    <a:pt x="3202074" y="2642412"/>
                  </a:cubicBezTo>
                  <a:cubicBezTo>
                    <a:pt x="3209671" y="2652541"/>
                    <a:pt x="3226384" y="2648236"/>
                    <a:pt x="3228157" y="2635575"/>
                  </a:cubicBezTo>
                  <a:cubicBezTo>
                    <a:pt x="3229170" y="2629244"/>
                    <a:pt x="3225624" y="2620128"/>
                    <a:pt x="3214483" y="2619115"/>
                  </a:cubicBezTo>
                  <a:close/>
                  <a:moveTo>
                    <a:pt x="3138262" y="2640133"/>
                  </a:moveTo>
                  <a:cubicBezTo>
                    <a:pt x="3146112" y="2650515"/>
                    <a:pt x="3162571" y="2646210"/>
                    <a:pt x="3164597" y="2633296"/>
                  </a:cubicBezTo>
                  <a:cubicBezTo>
                    <a:pt x="3165357" y="2627472"/>
                    <a:pt x="3162571" y="2617849"/>
                    <a:pt x="3150923" y="2616836"/>
                  </a:cubicBezTo>
                  <a:cubicBezTo>
                    <a:pt x="3137249" y="2617089"/>
                    <a:pt x="3131425" y="2631523"/>
                    <a:pt x="3138262" y="2640133"/>
                  </a:cubicBezTo>
                  <a:close/>
                  <a:moveTo>
                    <a:pt x="2676124" y="2626965"/>
                  </a:moveTo>
                  <a:cubicBezTo>
                    <a:pt x="2684734" y="2637094"/>
                    <a:pt x="2701953" y="2632789"/>
                    <a:pt x="2703726" y="2619875"/>
                  </a:cubicBezTo>
                  <a:cubicBezTo>
                    <a:pt x="2704486" y="2614051"/>
                    <a:pt x="2701194" y="2604428"/>
                    <a:pt x="2688786" y="2603415"/>
                  </a:cubicBezTo>
                  <a:cubicBezTo>
                    <a:pt x="2674352" y="2603922"/>
                    <a:pt x="2668781" y="2618356"/>
                    <a:pt x="2676124" y="2626965"/>
                  </a:cubicBezTo>
                  <a:close/>
                  <a:moveTo>
                    <a:pt x="2607247" y="2624180"/>
                  </a:moveTo>
                  <a:cubicBezTo>
                    <a:pt x="2615350" y="2635575"/>
                    <a:pt x="2634089" y="2631776"/>
                    <a:pt x="2635861" y="2618102"/>
                  </a:cubicBezTo>
                  <a:cubicBezTo>
                    <a:pt x="2636621" y="2612278"/>
                    <a:pt x="2633329" y="2602655"/>
                    <a:pt x="2620921" y="2601896"/>
                  </a:cubicBezTo>
                  <a:cubicBezTo>
                    <a:pt x="2606994" y="2602402"/>
                    <a:pt x="2600916" y="2615317"/>
                    <a:pt x="2607247" y="2624180"/>
                  </a:cubicBezTo>
                  <a:close/>
                  <a:moveTo>
                    <a:pt x="2567744" y="2616836"/>
                  </a:moveTo>
                  <a:cubicBezTo>
                    <a:pt x="2568503" y="2611012"/>
                    <a:pt x="2565212" y="2601389"/>
                    <a:pt x="2552550" y="2600630"/>
                  </a:cubicBezTo>
                  <a:cubicBezTo>
                    <a:pt x="2537357" y="2600883"/>
                    <a:pt x="2533305" y="2614810"/>
                    <a:pt x="2538876" y="2622914"/>
                  </a:cubicBezTo>
                  <a:cubicBezTo>
                    <a:pt x="2546979" y="2634055"/>
                    <a:pt x="2565971" y="2630257"/>
                    <a:pt x="2567744" y="2616836"/>
                  </a:cubicBezTo>
                  <a:close/>
                  <a:moveTo>
                    <a:pt x="2276534" y="2595565"/>
                  </a:moveTo>
                  <a:cubicBezTo>
                    <a:pt x="2262100" y="2596072"/>
                    <a:pt x="2256529" y="2608986"/>
                    <a:pt x="2263113" y="2618102"/>
                  </a:cubicBezTo>
                  <a:cubicBezTo>
                    <a:pt x="2271216" y="2629497"/>
                    <a:pt x="2290715" y="2625193"/>
                    <a:pt x="2292234" y="2612025"/>
                  </a:cubicBezTo>
                  <a:cubicBezTo>
                    <a:pt x="2292994" y="2605441"/>
                    <a:pt x="2288689" y="2596325"/>
                    <a:pt x="2276534" y="2595565"/>
                  </a:cubicBezTo>
                  <a:close/>
                  <a:moveTo>
                    <a:pt x="2206897" y="2594552"/>
                  </a:moveTo>
                  <a:cubicBezTo>
                    <a:pt x="2192463" y="2595059"/>
                    <a:pt x="2186892" y="2607973"/>
                    <a:pt x="2193476" y="2617089"/>
                  </a:cubicBezTo>
                  <a:cubicBezTo>
                    <a:pt x="2201579" y="2628485"/>
                    <a:pt x="2221077" y="2624180"/>
                    <a:pt x="2222597" y="2610759"/>
                  </a:cubicBezTo>
                  <a:cubicBezTo>
                    <a:pt x="2223357" y="2604935"/>
                    <a:pt x="2219558" y="2595312"/>
                    <a:pt x="2206897" y="2594552"/>
                  </a:cubicBezTo>
                  <a:close/>
                  <a:moveTo>
                    <a:pt x="2123586" y="2616076"/>
                  </a:moveTo>
                  <a:cubicBezTo>
                    <a:pt x="2132195" y="2627472"/>
                    <a:pt x="2151187" y="2623420"/>
                    <a:pt x="2152960" y="2609746"/>
                  </a:cubicBezTo>
                  <a:cubicBezTo>
                    <a:pt x="2153720" y="2603922"/>
                    <a:pt x="2149921" y="2594299"/>
                    <a:pt x="2137260" y="2593539"/>
                  </a:cubicBezTo>
                  <a:cubicBezTo>
                    <a:pt x="2122826" y="2594046"/>
                    <a:pt x="2117002" y="2607214"/>
                    <a:pt x="2123586" y="2616076"/>
                  </a:cubicBezTo>
                  <a:close/>
                  <a:moveTo>
                    <a:pt x="2083069" y="2608986"/>
                  </a:moveTo>
                  <a:cubicBezTo>
                    <a:pt x="2083829" y="2603162"/>
                    <a:pt x="2080031" y="2593539"/>
                    <a:pt x="2067116" y="2592780"/>
                  </a:cubicBezTo>
                  <a:cubicBezTo>
                    <a:pt x="2051416" y="2593286"/>
                    <a:pt x="2047618" y="2607214"/>
                    <a:pt x="2053695" y="2615317"/>
                  </a:cubicBezTo>
                  <a:cubicBezTo>
                    <a:pt x="2062052" y="2626459"/>
                    <a:pt x="2081550" y="2622407"/>
                    <a:pt x="2083069" y="2608986"/>
                  </a:cubicBezTo>
                  <a:close/>
                  <a:moveTo>
                    <a:pt x="2013179" y="2608226"/>
                  </a:moveTo>
                  <a:cubicBezTo>
                    <a:pt x="2013939" y="2601896"/>
                    <a:pt x="2009381" y="2592780"/>
                    <a:pt x="1997226" y="2592020"/>
                  </a:cubicBezTo>
                  <a:cubicBezTo>
                    <a:pt x="1981779" y="2592526"/>
                    <a:pt x="1978234" y="2606454"/>
                    <a:pt x="1984058" y="2614557"/>
                  </a:cubicBezTo>
                  <a:cubicBezTo>
                    <a:pt x="1992414" y="2625699"/>
                    <a:pt x="2011660" y="2621647"/>
                    <a:pt x="2013179" y="2608226"/>
                  </a:cubicBezTo>
                  <a:close/>
                  <a:moveTo>
                    <a:pt x="1943795" y="2607467"/>
                  </a:moveTo>
                  <a:cubicBezTo>
                    <a:pt x="1944555" y="2601136"/>
                    <a:pt x="1939997" y="2592020"/>
                    <a:pt x="1928095" y="2591260"/>
                  </a:cubicBezTo>
                  <a:cubicBezTo>
                    <a:pt x="1912902" y="2591767"/>
                    <a:pt x="1909356" y="2605694"/>
                    <a:pt x="1915181" y="2613797"/>
                  </a:cubicBezTo>
                  <a:cubicBezTo>
                    <a:pt x="1923284" y="2625193"/>
                    <a:pt x="1942276" y="2620888"/>
                    <a:pt x="1943795" y="2607467"/>
                  </a:cubicBezTo>
                  <a:close/>
                  <a:moveTo>
                    <a:pt x="1875171" y="2606960"/>
                  </a:moveTo>
                  <a:cubicBezTo>
                    <a:pt x="1875931" y="2600630"/>
                    <a:pt x="1871373" y="2591513"/>
                    <a:pt x="1859724" y="2590754"/>
                  </a:cubicBezTo>
                  <a:cubicBezTo>
                    <a:pt x="1845797" y="2591260"/>
                    <a:pt x="1840479" y="2604428"/>
                    <a:pt x="1846810" y="2613291"/>
                  </a:cubicBezTo>
                  <a:cubicBezTo>
                    <a:pt x="1854913" y="2624686"/>
                    <a:pt x="1873905" y="2620381"/>
                    <a:pt x="1875171" y="2606960"/>
                  </a:cubicBezTo>
                  <a:close/>
                  <a:moveTo>
                    <a:pt x="1807560" y="2606707"/>
                  </a:moveTo>
                  <a:cubicBezTo>
                    <a:pt x="1808066" y="2600376"/>
                    <a:pt x="1803761" y="2591260"/>
                    <a:pt x="1791860" y="2590754"/>
                  </a:cubicBezTo>
                  <a:cubicBezTo>
                    <a:pt x="1777679" y="2591260"/>
                    <a:pt x="1772614" y="2605694"/>
                    <a:pt x="1780211" y="2614304"/>
                  </a:cubicBezTo>
                  <a:cubicBezTo>
                    <a:pt x="1789074" y="2624180"/>
                    <a:pt x="1806294" y="2619368"/>
                    <a:pt x="1807560" y="2606707"/>
                  </a:cubicBezTo>
                  <a:close/>
                  <a:moveTo>
                    <a:pt x="1740708" y="2606201"/>
                  </a:moveTo>
                  <a:cubicBezTo>
                    <a:pt x="1741214" y="2599870"/>
                    <a:pt x="1736909" y="2590754"/>
                    <a:pt x="1725514" y="2590247"/>
                  </a:cubicBezTo>
                  <a:cubicBezTo>
                    <a:pt x="1711587" y="2590754"/>
                    <a:pt x="1706776" y="2605441"/>
                    <a:pt x="1714119" y="2614051"/>
                  </a:cubicBezTo>
                  <a:cubicBezTo>
                    <a:pt x="1722729" y="2623927"/>
                    <a:pt x="1739442" y="2619115"/>
                    <a:pt x="1740708" y="2606201"/>
                  </a:cubicBezTo>
                  <a:close/>
                  <a:moveTo>
                    <a:pt x="1674869" y="2606201"/>
                  </a:moveTo>
                  <a:cubicBezTo>
                    <a:pt x="1675376" y="2599870"/>
                    <a:pt x="1671071" y="2590754"/>
                    <a:pt x="1659676" y="2590247"/>
                  </a:cubicBezTo>
                  <a:cubicBezTo>
                    <a:pt x="1645748" y="2591007"/>
                    <a:pt x="1640937" y="2605441"/>
                    <a:pt x="1648534" y="2614051"/>
                  </a:cubicBezTo>
                  <a:cubicBezTo>
                    <a:pt x="1657397" y="2623673"/>
                    <a:pt x="1673856" y="2618862"/>
                    <a:pt x="1674869" y="2606201"/>
                  </a:cubicBezTo>
                  <a:close/>
                  <a:moveTo>
                    <a:pt x="1610043" y="2605947"/>
                  </a:moveTo>
                  <a:cubicBezTo>
                    <a:pt x="1610550" y="2599617"/>
                    <a:pt x="1606245" y="2590501"/>
                    <a:pt x="1595103" y="2589994"/>
                  </a:cubicBezTo>
                  <a:cubicBezTo>
                    <a:pt x="1580163" y="2590754"/>
                    <a:pt x="1577124" y="2605694"/>
                    <a:pt x="1583961" y="2613797"/>
                  </a:cubicBezTo>
                  <a:cubicBezTo>
                    <a:pt x="1592571" y="2623927"/>
                    <a:pt x="1609031" y="2618862"/>
                    <a:pt x="1610043" y="2605947"/>
                  </a:cubicBezTo>
                  <a:close/>
                  <a:moveTo>
                    <a:pt x="1546231" y="2606201"/>
                  </a:moveTo>
                  <a:cubicBezTo>
                    <a:pt x="1546737" y="2599870"/>
                    <a:pt x="1542432" y="2590754"/>
                    <a:pt x="1531290" y="2590247"/>
                  </a:cubicBezTo>
                  <a:cubicBezTo>
                    <a:pt x="1517869" y="2591007"/>
                    <a:pt x="1513311" y="2605441"/>
                    <a:pt x="1520655" y="2614051"/>
                  </a:cubicBezTo>
                  <a:cubicBezTo>
                    <a:pt x="1528758" y="2623673"/>
                    <a:pt x="1544964" y="2618609"/>
                    <a:pt x="1546231" y="2606201"/>
                  </a:cubicBezTo>
                  <a:close/>
                  <a:moveTo>
                    <a:pt x="1482924" y="2606201"/>
                  </a:moveTo>
                  <a:cubicBezTo>
                    <a:pt x="1483431" y="2599870"/>
                    <a:pt x="1479126" y="2590754"/>
                    <a:pt x="1468490" y="2590247"/>
                  </a:cubicBezTo>
                  <a:cubicBezTo>
                    <a:pt x="1455322" y="2591007"/>
                    <a:pt x="1451018" y="2605441"/>
                    <a:pt x="1458108" y="2614051"/>
                  </a:cubicBezTo>
                  <a:cubicBezTo>
                    <a:pt x="1466464" y="2623927"/>
                    <a:pt x="1481911" y="2619115"/>
                    <a:pt x="1482924" y="2606201"/>
                  </a:cubicBezTo>
                  <a:close/>
                  <a:moveTo>
                    <a:pt x="1421137" y="2606454"/>
                  </a:moveTo>
                  <a:cubicBezTo>
                    <a:pt x="1421643" y="2600123"/>
                    <a:pt x="1417339" y="2591007"/>
                    <a:pt x="1406703" y="2590501"/>
                  </a:cubicBezTo>
                  <a:cubicBezTo>
                    <a:pt x="1393535" y="2591260"/>
                    <a:pt x="1389230" y="2605694"/>
                    <a:pt x="1396321" y="2614304"/>
                  </a:cubicBezTo>
                  <a:cubicBezTo>
                    <a:pt x="1404677" y="2624180"/>
                    <a:pt x="1420124" y="2619115"/>
                    <a:pt x="1421137" y="2606454"/>
                  </a:cubicBezTo>
                  <a:close/>
                  <a:moveTo>
                    <a:pt x="1360109" y="2606707"/>
                  </a:moveTo>
                  <a:cubicBezTo>
                    <a:pt x="1360616" y="2600376"/>
                    <a:pt x="1356311" y="2591260"/>
                    <a:pt x="1345676" y="2590754"/>
                  </a:cubicBezTo>
                  <a:cubicBezTo>
                    <a:pt x="1333014" y="2591513"/>
                    <a:pt x="1328710" y="2605947"/>
                    <a:pt x="1335800" y="2614557"/>
                  </a:cubicBezTo>
                  <a:cubicBezTo>
                    <a:pt x="1343903" y="2624433"/>
                    <a:pt x="1359350" y="2619368"/>
                    <a:pt x="1360109" y="2606707"/>
                  </a:cubicBezTo>
                  <a:close/>
                  <a:moveTo>
                    <a:pt x="1300095" y="2607214"/>
                  </a:moveTo>
                  <a:cubicBezTo>
                    <a:pt x="1300601" y="2600883"/>
                    <a:pt x="1296297" y="2591767"/>
                    <a:pt x="1286168" y="2591260"/>
                  </a:cubicBezTo>
                  <a:cubicBezTo>
                    <a:pt x="1273759" y="2592020"/>
                    <a:pt x="1269708" y="2606454"/>
                    <a:pt x="1276545" y="2615063"/>
                  </a:cubicBezTo>
                  <a:cubicBezTo>
                    <a:pt x="1284395" y="2625193"/>
                    <a:pt x="1299335" y="2620128"/>
                    <a:pt x="1300095" y="2607214"/>
                  </a:cubicBezTo>
                  <a:close/>
                  <a:moveTo>
                    <a:pt x="4941990" y="2725217"/>
                  </a:moveTo>
                  <a:cubicBezTo>
                    <a:pt x="4942749" y="2717873"/>
                    <a:pt x="4943509" y="2709517"/>
                    <a:pt x="4943509" y="2708504"/>
                  </a:cubicBezTo>
                  <a:cubicBezTo>
                    <a:pt x="4943509" y="2708757"/>
                    <a:pt x="4940470" y="2735346"/>
                    <a:pt x="4940723" y="2737372"/>
                  </a:cubicBezTo>
                  <a:cubicBezTo>
                    <a:pt x="4940977" y="2735346"/>
                    <a:pt x="4941990" y="2726989"/>
                    <a:pt x="4941990" y="2725217"/>
                  </a:cubicBezTo>
                  <a:close/>
                  <a:moveTo>
                    <a:pt x="4942243" y="2704959"/>
                  </a:moveTo>
                  <a:cubicBezTo>
                    <a:pt x="4942243" y="2704959"/>
                    <a:pt x="4942243" y="2704959"/>
                    <a:pt x="4942243" y="2704959"/>
                  </a:cubicBezTo>
                  <a:cubicBezTo>
                    <a:pt x="4941483" y="2706225"/>
                    <a:pt x="4938445" y="2732560"/>
                    <a:pt x="4939457" y="2734080"/>
                  </a:cubicBezTo>
                  <a:cubicBezTo>
                    <a:pt x="4939964" y="2733067"/>
                    <a:pt x="4940977" y="2723697"/>
                    <a:pt x="4941230" y="2721925"/>
                  </a:cubicBezTo>
                  <a:cubicBezTo>
                    <a:pt x="4941736" y="2715847"/>
                    <a:pt x="4942749" y="2705972"/>
                    <a:pt x="4942243" y="2704959"/>
                  </a:cubicBezTo>
                  <a:close/>
                  <a:moveTo>
                    <a:pt x="4938951" y="2701160"/>
                  </a:moveTo>
                  <a:cubicBezTo>
                    <a:pt x="4938951" y="2701160"/>
                    <a:pt x="4938951" y="2701160"/>
                    <a:pt x="4938951" y="2701160"/>
                  </a:cubicBezTo>
                  <a:cubicBezTo>
                    <a:pt x="4937685" y="2702426"/>
                    <a:pt x="4934393" y="2728762"/>
                    <a:pt x="4936165" y="2730281"/>
                  </a:cubicBezTo>
                  <a:cubicBezTo>
                    <a:pt x="4937178" y="2729268"/>
                    <a:pt x="4938191" y="2719899"/>
                    <a:pt x="4938445" y="2718126"/>
                  </a:cubicBezTo>
                  <a:cubicBezTo>
                    <a:pt x="4938951" y="2712302"/>
                    <a:pt x="4939711" y="2702426"/>
                    <a:pt x="4938951" y="2701160"/>
                  </a:cubicBezTo>
                  <a:close/>
                  <a:moveTo>
                    <a:pt x="4933380" y="2714328"/>
                  </a:moveTo>
                  <a:cubicBezTo>
                    <a:pt x="4934140" y="2708504"/>
                    <a:pt x="4934646" y="2698628"/>
                    <a:pt x="4933633" y="2697615"/>
                  </a:cubicBezTo>
                  <a:cubicBezTo>
                    <a:pt x="4931101" y="2697362"/>
                    <a:pt x="4929328" y="2724710"/>
                    <a:pt x="4930595" y="2726483"/>
                  </a:cubicBezTo>
                  <a:cubicBezTo>
                    <a:pt x="4931354" y="2727749"/>
                    <a:pt x="4932620" y="2722431"/>
                    <a:pt x="4933380" y="2714328"/>
                  </a:cubicBezTo>
                  <a:close/>
                  <a:moveTo>
                    <a:pt x="4926543" y="2710783"/>
                  </a:moveTo>
                  <a:cubicBezTo>
                    <a:pt x="4927303" y="2704452"/>
                    <a:pt x="4927556" y="2695083"/>
                    <a:pt x="4926289" y="2693817"/>
                  </a:cubicBezTo>
                  <a:cubicBezTo>
                    <a:pt x="4922998" y="2693564"/>
                    <a:pt x="4921732" y="2720912"/>
                    <a:pt x="4923251" y="2722684"/>
                  </a:cubicBezTo>
                  <a:cubicBezTo>
                    <a:pt x="4924264" y="2723951"/>
                    <a:pt x="4925783" y="2718633"/>
                    <a:pt x="4926543" y="2710783"/>
                  </a:cubicBezTo>
                  <a:close/>
                  <a:moveTo>
                    <a:pt x="4917680" y="2706985"/>
                  </a:moveTo>
                  <a:cubicBezTo>
                    <a:pt x="4918439" y="2700654"/>
                    <a:pt x="4918693" y="2691284"/>
                    <a:pt x="4916920" y="2690018"/>
                  </a:cubicBezTo>
                  <a:cubicBezTo>
                    <a:pt x="4916920" y="2690018"/>
                    <a:pt x="4916667" y="2690018"/>
                    <a:pt x="4916667" y="2690018"/>
                  </a:cubicBezTo>
                  <a:cubicBezTo>
                    <a:pt x="4913628" y="2690525"/>
                    <a:pt x="4911096" y="2716354"/>
                    <a:pt x="4913882" y="2718886"/>
                  </a:cubicBezTo>
                  <a:cubicBezTo>
                    <a:pt x="4915148" y="2720152"/>
                    <a:pt x="4916667" y="2715088"/>
                    <a:pt x="4917680" y="2706985"/>
                  </a:cubicBezTo>
                  <a:close/>
                  <a:moveTo>
                    <a:pt x="4906791" y="2703186"/>
                  </a:moveTo>
                  <a:cubicBezTo>
                    <a:pt x="4907551" y="2696855"/>
                    <a:pt x="4907551" y="2687486"/>
                    <a:pt x="4905525" y="2686220"/>
                  </a:cubicBezTo>
                  <a:cubicBezTo>
                    <a:pt x="4901220" y="2685967"/>
                    <a:pt x="4899701" y="2711289"/>
                    <a:pt x="4901980" y="2714834"/>
                  </a:cubicBezTo>
                  <a:cubicBezTo>
                    <a:pt x="4903752" y="2717114"/>
                    <a:pt x="4905778" y="2711796"/>
                    <a:pt x="4906791" y="2703186"/>
                  </a:cubicBezTo>
                  <a:close/>
                  <a:moveTo>
                    <a:pt x="4892104" y="2682422"/>
                  </a:moveTo>
                  <a:cubicBezTo>
                    <a:pt x="4887293" y="2682168"/>
                    <a:pt x="4885773" y="2707491"/>
                    <a:pt x="4888559" y="2711036"/>
                  </a:cubicBezTo>
                  <a:cubicBezTo>
                    <a:pt x="4890331" y="2713315"/>
                    <a:pt x="4892611" y="2707744"/>
                    <a:pt x="4893877" y="2699388"/>
                  </a:cubicBezTo>
                  <a:cubicBezTo>
                    <a:pt x="4894636" y="2693057"/>
                    <a:pt x="4894636" y="2683688"/>
                    <a:pt x="4892104" y="2682422"/>
                  </a:cubicBezTo>
                  <a:close/>
                  <a:moveTo>
                    <a:pt x="4876910" y="2678623"/>
                  </a:moveTo>
                  <a:cubicBezTo>
                    <a:pt x="4871339" y="2678370"/>
                    <a:pt x="4870327" y="2703692"/>
                    <a:pt x="4873365" y="2707238"/>
                  </a:cubicBezTo>
                  <a:cubicBezTo>
                    <a:pt x="4875391" y="2709517"/>
                    <a:pt x="4877924" y="2703946"/>
                    <a:pt x="4879189" y="2695589"/>
                  </a:cubicBezTo>
                  <a:cubicBezTo>
                    <a:pt x="4879949" y="2689259"/>
                    <a:pt x="4879696" y="2679889"/>
                    <a:pt x="4876910" y="2678623"/>
                  </a:cubicBezTo>
                  <a:close/>
                  <a:moveTo>
                    <a:pt x="4862477" y="2691791"/>
                  </a:moveTo>
                  <a:cubicBezTo>
                    <a:pt x="4863236" y="2685460"/>
                    <a:pt x="4862983" y="2676091"/>
                    <a:pt x="4859944" y="2674825"/>
                  </a:cubicBezTo>
                  <a:cubicBezTo>
                    <a:pt x="4854627" y="2674572"/>
                    <a:pt x="4852601" y="2698122"/>
                    <a:pt x="4855893" y="2702933"/>
                  </a:cubicBezTo>
                  <a:cubicBezTo>
                    <a:pt x="4858172" y="2706225"/>
                    <a:pt x="4861211" y="2700907"/>
                    <a:pt x="4862477" y="2691791"/>
                  </a:cubicBezTo>
                  <a:close/>
                  <a:moveTo>
                    <a:pt x="4843991" y="2687993"/>
                  </a:moveTo>
                  <a:cubicBezTo>
                    <a:pt x="4844751" y="2681662"/>
                    <a:pt x="4844498" y="2672293"/>
                    <a:pt x="4840952" y="2671027"/>
                  </a:cubicBezTo>
                  <a:cubicBezTo>
                    <a:pt x="4834622" y="2670773"/>
                    <a:pt x="4832849" y="2694070"/>
                    <a:pt x="4836901" y="2699134"/>
                  </a:cubicBezTo>
                  <a:cubicBezTo>
                    <a:pt x="4839433" y="2702426"/>
                    <a:pt x="4842725" y="2697109"/>
                    <a:pt x="4843991" y="2687993"/>
                  </a:cubicBezTo>
                  <a:close/>
                  <a:moveTo>
                    <a:pt x="4823733" y="2684194"/>
                  </a:moveTo>
                  <a:lnTo>
                    <a:pt x="4823733" y="2684194"/>
                  </a:lnTo>
                  <a:cubicBezTo>
                    <a:pt x="4824493" y="2677864"/>
                    <a:pt x="4823986" y="2668494"/>
                    <a:pt x="4820441" y="2667228"/>
                  </a:cubicBezTo>
                  <a:cubicBezTo>
                    <a:pt x="4814111" y="2666975"/>
                    <a:pt x="4812085" y="2690525"/>
                    <a:pt x="4816136" y="2695336"/>
                  </a:cubicBezTo>
                  <a:cubicBezTo>
                    <a:pt x="4818668" y="2698628"/>
                    <a:pt x="4822467" y="2693057"/>
                    <a:pt x="4823733" y="2684194"/>
                  </a:cubicBezTo>
                  <a:close/>
                  <a:moveTo>
                    <a:pt x="4801449" y="2680396"/>
                  </a:moveTo>
                  <a:cubicBezTo>
                    <a:pt x="4802209" y="2674065"/>
                    <a:pt x="4801702" y="2664696"/>
                    <a:pt x="4797651" y="2663430"/>
                  </a:cubicBezTo>
                  <a:cubicBezTo>
                    <a:pt x="4791320" y="2663176"/>
                    <a:pt x="4788788" y="2684954"/>
                    <a:pt x="4792840" y="2691031"/>
                  </a:cubicBezTo>
                  <a:cubicBezTo>
                    <a:pt x="4795878" y="2695336"/>
                    <a:pt x="4800183" y="2690018"/>
                    <a:pt x="4801449" y="2680396"/>
                  </a:cubicBezTo>
                  <a:close/>
                  <a:moveTo>
                    <a:pt x="4773594" y="2659885"/>
                  </a:moveTo>
                  <a:cubicBezTo>
                    <a:pt x="4766251" y="2659631"/>
                    <a:pt x="4763972" y="2681155"/>
                    <a:pt x="4768783" y="2687486"/>
                  </a:cubicBezTo>
                  <a:cubicBezTo>
                    <a:pt x="4772075" y="2691791"/>
                    <a:pt x="4776633" y="2686473"/>
                    <a:pt x="4777899" y="2676851"/>
                  </a:cubicBezTo>
                  <a:lnTo>
                    <a:pt x="4777899" y="2676851"/>
                  </a:lnTo>
                  <a:cubicBezTo>
                    <a:pt x="4778659" y="2670267"/>
                    <a:pt x="4777899" y="2660897"/>
                    <a:pt x="4773594" y="2659885"/>
                  </a:cubicBezTo>
                  <a:close/>
                  <a:moveTo>
                    <a:pt x="4752323" y="2672799"/>
                  </a:moveTo>
                  <a:cubicBezTo>
                    <a:pt x="4753083" y="2666975"/>
                    <a:pt x="4752576" y="2657099"/>
                    <a:pt x="4747765" y="2655833"/>
                  </a:cubicBezTo>
                  <a:cubicBezTo>
                    <a:pt x="4740422" y="2655580"/>
                    <a:pt x="4737890" y="2677357"/>
                    <a:pt x="4742701" y="2683435"/>
                  </a:cubicBezTo>
                  <a:cubicBezTo>
                    <a:pt x="4746246" y="2687993"/>
                    <a:pt x="4751057" y="2682422"/>
                    <a:pt x="4752323" y="2672799"/>
                  </a:cubicBezTo>
                  <a:close/>
                  <a:moveTo>
                    <a:pt x="4725228" y="2669254"/>
                  </a:moveTo>
                  <a:cubicBezTo>
                    <a:pt x="4725988" y="2662923"/>
                    <a:pt x="4725228" y="2653554"/>
                    <a:pt x="4720417" y="2652288"/>
                  </a:cubicBezTo>
                  <a:cubicBezTo>
                    <a:pt x="4712567" y="2652035"/>
                    <a:pt x="4710035" y="2673812"/>
                    <a:pt x="4715353" y="2679889"/>
                  </a:cubicBezTo>
                  <a:cubicBezTo>
                    <a:pt x="4718644" y="2684194"/>
                    <a:pt x="4723962" y="2678623"/>
                    <a:pt x="4725228" y="2669254"/>
                  </a:cubicBezTo>
                  <a:close/>
                  <a:moveTo>
                    <a:pt x="4696361" y="2665456"/>
                  </a:moveTo>
                  <a:cubicBezTo>
                    <a:pt x="4697120" y="2659125"/>
                    <a:pt x="4696107" y="2649755"/>
                    <a:pt x="4691043" y="2648489"/>
                  </a:cubicBezTo>
                  <a:cubicBezTo>
                    <a:pt x="4683193" y="2648236"/>
                    <a:pt x="4680154" y="2668241"/>
                    <a:pt x="4685219" y="2675331"/>
                  </a:cubicBezTo>
                  <a:cubicBezTo>
                    <a:pt x="4689270" y="2680902"/>
                    <a:pt x="4695094" y="2675585"/>
                    <a:pt x="4696361" y="2665456"/>
                  </a:cubicBezTo>
                  <a:close/>
                  <a:moveTo>
                    <a:pt x="4666227" y="2661657"/>
                  </a:moveTo>
                  <a:cubicBezTo>
                    <a:pt x="4667239" y="2655326"/>
                    <a:pt x="4665973" y="2645957"/>
                    <a:pt x="4660656" y="2644691"/>
                  </a:cubicBezTo>
                  <a:cubicBezTo>
                    <a:pt x="4652299" y="2644438"/>
                    <a:pt x="4649261" y="2664443"/>
                    <a:pt x="4654578" y="2671533"/>
                  </a:cubicBezTo>
                  <a:cubicBezTo>
                    <a:pt x="4658630" y="2677104"/>
                    <a:pt x="4664707" y="2672039"/>
                    <a:pt x="4666227" y="2661657"/>
                  </a:cubicBezTo>
                  <a:close/>
                  <a:moveTo>
                    <a:pt x="4634320" y="2658112"/>
                  </a:moveTo>
                  <a:cubicBezTo>
                    <a:pt x="4635333" y="2651781"/>
                    <a:pt x="4633814" y="2642412"/>
                    <a:pt x="4628243" y="2641146"/>
                  </a:cubicBezTo>
                  <a:cubicBezTo>
                    <a:pt x="4619633" y="2641146"/>
                    <a:pt x="4616594" y="2660897"/>
                    <a:pt x="4622165" y="2667988"/>
                  </a:cubicBezTo>
                  <a:cubicBezTo>
                    <a:pt x="4626470" y="2673559"/>
                    <a:pt x="4632801" y="2668494"/>
                    <a:pt x="4634320" y="2658112"/>
                  </a:cubicBezTo>
                  <a:close/>
                  <a:moveTo>
                    <a:pt x="4594310" y="2637601"/>
                  </a:moveTo>
                  <a:cubicBezTo>
                    <a:pt x="4585195" y="2637601"/>
                    <a:pt x="4582156" y="2657352"/>
                    <a:pt x="4587980" y="2664443"/>
                  </a:cubicBezTo>
                  <a:cubicBezTo>
                    <a:pt x="4592538" y="2670014"/>
                    <a:pt x="4599122" y="2664696"/>
                    <a:pt x="4600641" y="2654314"/>
                  </a:cubicBezTo>
                  <a:cubicBezTo>
                    <a:pt x="4601654" y="2648236"/>
                    <a:pt x="4600135" y="2638867"/>
                    <a:pt x="4594310" y="2637601"/>
                  </a:cubicBezTo>
                  <a:close/>
                  <a:moveTo>
                    <a:pt x="4565696" y="2650768"/>
                  </a:moveTo>
                  <a:cubicBezTo>
                    <a:pt x="4566709" y="2644438"/>
                    <a:pt x="4565189" y="2635068"/>
                    <a:pt x="4558859" y="2633802"/>
                  </a:cubicBezTo>
                  <a:cubicBezTo>
                    <a:pt x="4549743" y="2633802"/>
                    <a:pt x="4546198" y="2652035"/>
                    <a:pt x="4551769" y="2659885"/>
                  </a:cubicBezTo>
                  <a:cubicBezTo>
                    <a:pt x="4556833" y="2666722"/>
                    <a:pt x="4564177" y="2661657"/>
                    <a:pt x="4565696" y="2650768"/>
                  </a:cubicBezTo>
                  <a:close/>
                  <a:moveTo>
                    <a:pt x="4529485" y="2647223"/>
                  </a:moveTo>
                  <a:cubicBezTo>
                    <a:pt x="4530498" y="2640893"/>
                    <a:pt x="4528725" y="2631523"/>
                    <a:pt x="4522141" y="2630257"/>
                  </a:cubicBezTo>
                  <a:cubicBezTo>
                    <a:pt x="4512772" y="2630257"/>
                    <a:pt x="4509227" y="2648489"/>
                    <a:pt x="4515051" y="2656339"/>
                  </a:cubicBezTo>
                  <a:cubicBezTo>
                    <a:pt x="4519862" y="2663176"/>
                    <a:pt x="4527712" y="2658112"/>
                    <a:pt x="4529485" y="2647223"/>
                  </a:cubicBezTo>
                  <a:close/>
                  <a:moveTo>
                    <a:pt x="4483904" y="2626965"/>
                  </a:moveTo>
                  <a:cubicBezTo>
                    <a:pt x="4474281" y="2626965"/>
                    <a:pt x="4470736" y="2645197"/>
                    <a:pt x="4476560" y="2653047"/>
                  </a:cubicBezTo>
                  <a:cubicBezTo>
                    <a:pt x="4481625" y="2659631"/>
                    <a:pt x="4489728" y="2654567"/>
                    <a:pt x="4491501" y="2643678"/>
                  </a:cubicBezTo>
                  <a:cubicBezTo>
                    <a:pt x="4492514" y="2637347"/>
                    <a:pt x="4490741" y="2627978"/>
                    <a:pt x="4483904" y="2626965"/>
                  </a:cubicBezTo>
                  <a:close/>
                  <a:moveTo>
                    <a:pt x="4444401" y="2623420"/>
                  </a:moveTo>
                  <a:cubicBezTo>
                    <a:pt x="4434272" y="2623420"/>
                    <a:pt x="4430727" y="2641652"/>
                    <a:pt x="4437057" y="2649502"/>
                  </a:cubicBezTo>
                  <a:cubicBezTo>
                    <a:pt x="4442375" y="2656086"/>
                    <a:pt x="4450731" y="2651022"/>
                    <a:pt x="4452251" y="2640133"/>
                  </a:cubicBezTo>
                  <a:cubicBezTo>
                    <a:pt x="4453011" y="2633802"/>
                    <a:pt x="4451238" y="2624433"/>
                    <a:pt x="4444401" y="2623420"/>
                  </a:cubicBezTo>
                  <a:close/>
                  <a:moveTo>
                    <a:pt x="4411482" y="2636841"/>
                  </a:moveTo>
                  <a:cubicBezTo>
                    <a:pt x="4412494" y="2630510"/>
                    <a:pt x="4410468" y="2621141"/>
                    <a:pt x="4403378" y="2620128"/>
                  </a:cubicBezTo>
                  <a:cubicBezTo>
                    <a:pt x="4393249" y="2620128"/>
                    <a:pt x="4389451" y="2636841"/>
                    <a:pt x="4395022" y="2645451"/>
                  </a:cubicBezTo>
                  <a:cubicBezTo>
                    <a:pt x="4400593" y="2653047"/>
                    <a:pt x="4409962" y="2648236"/>
                    <a:pt x="4411482" y="2636841"/>
                  </a:cubicBezTo>
                  <a:close/>
                  <a:moveTo>
                    <a:pt x="4369699" y="2633296"/>
                  </a:moveTo>
                  <a:cubicBezTo>
                    <a:pt x="4370712" y="2626965"/>
                    <a:pt x="4368686" y="2617596"/>
                    <a:pt x="4361089" y="2616583"/>
                  </a:cubicBezTo>
                  <a:cubicBezTo>
                    <a:pt x="4350961" y="2616583"/>
                    <a:pt x="4346909" y="2633296"/>
                    <a:pt x="4352733" y="2641906"/>
                  </a:cubicBezTo>
                  <a:cubicBezTo>
                    <a:pt x="4358051" y="2649502"/>
                    <a:pt x="4367927" y="2644691"/>
                    <a:pt x="4369699" y="2633296"/>
                  </a:cubicBezTo>
                  <a:close/>
                  <a:moveTo>
                    <a:pt x="4326144" y="2629751"/>
                  </a:moveTo>
                  <a:cubicBezTo>
                    <a:pt x="4327157" y="2623420"/>
                    <a:pt x="4325131" y="2614051"/>
                    <a:pt x="4317281" y="2613038"/>
                  </a:cubicBezTo>
                  <a:cubicBezTo>
                    <a:pt x="4306899" y="2613038"/>
                    <a:pt x="4302594" y="2629751"/>
                    <a:pt x="4308672" y="2638360"/>
                  </a:cubicBezTo>
                  <a:cubicBezTo>
                    <a:pt x="4314496" y="2646210"/>
                    <a:pt x="4324372" y="2641399"/>
                    <a:pt x="4326144" y="2629751"/>
                  </a:cubicBezTo>
                  <a:close/>
                  <a:moveTo>
                    <a:pt x="4281577" y="2626459"/>
                  </a:moveTo>
                  <a:cubicBezTo>
                    <a:pt x="4282589" y="2620128"/>
                    <a:pt x="4280310" y="2610759"/>
                    <a:pt x="4272460" y="2609746"/>
                  </a:cubicBezTo>
                  <a:cubicBezTo>
                    <a:pt x="4261571" y="2609746"/>
                    <a:pt x="4257267" y="2626459"/>
                    <a:pt x="4263851" y="2635068"/>
                  </a:cubicBezTo>
                  <a:cubicBezTo>
                    <a:pt x="4269675" y="2642665"/>
                    <a:pt x="4279804" y="2637854"/>
                    <a:pt x="4281577" y="2626459"/>
                  </a:cubicBezTo>
                  <a:close/>
                  <a:moveTo>
                    <a:pt x="4235743" y="2623167"/>
                  </a:moveTo>
                  <a:cubicBezTo>
                    <a:pt x="4236755" y="2617343"/>
                    <a:pt x="4234730" y="2607467"/>
                    <a:pt x="4226120" y="2606454"/>
                  </a:cubicBezTo>
                  <a:cubicBezTo>
                    <a:pt x="4214978" y="2606454"/>
                    <a:pt x="4210673" y="2623167"/>
                    <a:pt x="4217257" y="2631776"/>
                  </a:cubicBezTo>
                  <a:cubicBezTo>
                    <a:pt x="4223335" y="2639373"/>
                    <a:pt x="4233970" y="2634562"/>
                    <a:pt x="4235743" y="2623167"/>
                  </a:cubicBezTo>
                  <a:close/>
                  <a:moveTo>
                    <a:pt x="4188643" y="2619875"/>
                  </a:moveTo>
                  <a:cubicBezTo>
                    <a:pt x="4189655" y="2613544"/>
                    <a:pt x="4187123" y="2604175"/>
                    <a:pt x="4178767" y="2603162"/>
                  </a:cubicBezTo>
                  <a:cubicBezTo>
                    <a:pt x="4167372" y="2603162"/>
                    <a:pt x="4163067" y="2619875"/>
                    <a:pt x="4169904" y="2628485"/>
                  </a:cubicBezTo>
                  <a:cubicBezTo>
                    <a:pt x="4175981" y="2636081"/>
                    <a:pt x="4186870" y="2631270"/>
                    <a:pt x="4188643" y="2619875"/>
                  </a:cubicBezTo>
                  <a:close/>
                  <a:moveTo>
                    <a:pt x="4140276" y="2616583"/>
                  </a:moveTo>
                  <a:cubicBezTo>
                    <a:pt x="4141289" y="2610252"/>
                    <a:pt x="4138757" y="2600883"/>
                    <a:pt x="4130401" y="2599870"/>
                  </a:cubicBezTo>
                  <a:cubicBezTo>
                    <a:pt x="4119512" y="2599870"/>
                    <a:pt x="4114701" y="2615317"/>
                    <a:pt x="4120525" y="2624180"/>
                  </a:cubicBezTo>
                  <a:cubicBezTo>
                    <a:pt x="4126602" y="2633296"/>
                    <a:pt x="4138504" y="2628738"/>
                    <a:pt x="4140276" y="2616583"/>
                  </a:cubicBezTo>
                  <a:close/>
                  <a:moveTo>
                    <a:pt x="4090897" y="2613291"/>
                  </a:moveTo>
                  <a:cubicBezTo>
                    <a:pt x="4091910" y="2606960"/>
                    <a:pt x="4089378" y="2597591"/>
                    <a:pt x="4080515" y="2596578"/>
                  </a:cubicBezTo>
                  <a:cubicBezTo>
                    <a:pt x="4069120" y="2596578"/>
                    <a:pt x="4064309" y="2612025"/>
                    <a:pt x="4070639" y="2620888"/>
                  </a:cubicBezTo>
                  <a:cubicBezTo>
                    <a:pt x="4076970" y="2630004"/>
                    <a:pt x="4089125" y="2625446"/>
                    <a:pt x="4090897" y="2613291"/>
                  </a:cubicBezTo>
                  <a:close/>
                  <a:moveTo>
                    <a:pt x="4040252" y="2610252"/>
                  </a:moveTo>
                  <a:cubicBezTo>
                    <a:pt x="4041265" y="2603922"/>
                    <a:pt x="4038479" y="2594552"/>
                    <a:pt x="4029617" y="2593539"/>
                  </a:cubicBezTo>
                  <a:cubicBezTo>
                    <a:pt x="4018221" y="2593539"/>
                    <a:pt x="4013410" y="2608986"/>
                    <a:pt x="4019488" y="2617849"/>
                  </a:cubicBezTo>
                  <a:cubicBezTo>
                    <a:pt x="4026072" y="2626965"/>
                    <a:pt x="4038479" y="2622407"/>
                    <a:pt x="4040252" y="2610252"/>
                  </a:cubicBezTo>
                  <a:close/>
                  <a:moveTo>
                    <a:pt x="3988594" y="2607214"/>
                  </a:moveTo>
                  <a:cubicBezTo>
                    <a:pt x="3989607" y="2600883"/>
                    <a:pt x="3986822" y="2591513"/>
                    <a:pt x="3977705" y="2590501"/>
                  </a:cubicBezTo>
                  <a:cubicBezTo>
                    <a:pt x="3966057" y="2590501"/>
                    <a:pt x="3961245" y="2605947"/>
                    <a:pt x="3967576" y="2614810"/>
                  </a:cubicBezTo>
                  <a:cubicBezTo>
                    <a:pt x="3974160" y="2623927"/>
                    <a:pt x="3986822" y="2619368"/>
                    <a:pt x="3988594" y="2607214"/>
                  </a:cubicBezTo>
                  <a:close/>
                  <a:moveTo>
                    <a:pt x="3935923" y="2604175"/>
                  </a:moveTo>
                  <a:cubicBezTo>
                    <a:pt x="3936936" y="2597844"/>
                    <a:pt x="3934151" y="2588475"/>
                    <a:pt x="3924781" y="2587462"/>
                  </a:cubicBezTo>
                  <a:cubicBezTo>
                    <a:pt x="3912626" y="2587462"/>
                    <a:pt x="3907815" y="2602909"/>
                    <a:pt x="3914399" y="2611772"/>
                  </a:cubicBezTo>
                  <a:cubicBezTo>
                    <a:pt x="3921236" y="2620634"/>
                    <a:pt x="3934151" y="2616076"/>
                    <a:pt x="3935923" y="2604175"/>
                  </a:cubicBezTo>
                  <a:close/>
                  <a:moveTo>
                    <a:pt x="3882239" y="2601136"/>
                  </a:moveTo>
                  <a:cubicBezTo>
                    <a:pt x="3883252" y="2594805"/>
                    <a:pt x="3880213" y="2585436"/>
                    <a:pt x="3870844" y="2584423"/>
                  </a:cubicBezTo>
                  <a:cubicBezTo>
                    <a:pt x="3858689" y="2584423"/>
                    <a:pt x="3853878" y="2600123"/>
                    <a:pt x="3860462" y="2608733"/>
                  </a:cubicBezTo>
                  <a:cubicBezTo>
                    <a:pt x="3867046" y="2617849"/>
                    <a:pt x="3880213" y="2613291"/>
                    <a:pt x="3882239" y="2601136"/>
                  </a:cubicBezTo>
                  <a:close/>
                  <a:moveTo>
                    <a:pt x="3827542" y="2598097"/>
                  </a:moveTo>
                  <a:cubicBezTo>
                    <a:pt x="3828555" y="2591767"/>
                    <a:pt x="3825517" y="2582397"/>
                    <a:pt x="3815894" y="2581385"/>
                  </a:cubicBezTo>
                  <a:cubicBezTo>
                    <a:pt x="3803486" y="2581385"/>
                    <a:pt x="3798675" y="2597084"/>
                    <a:pt x="3805259" y="2605694"/>
                  </a:cubicBezTo>
                  <a:cubicBezTo>
                    <a:pt x="3812095" y="2614810"/>
                    <a:pt x="3825517" y="2609999"/>
                    <a:pt x="3827542" y="2598097"/>
                  </a:cubicBezTo>
                  <a:close/>
                  <a:moveTo>
                    <a:pt x="3771580" y="2595312"/>
                  </a:moveTo>
                  <a:cubicBezTo>
                    <a:pt x="3772592" y="2588981"/>
                    <a:pt x="3769554" y="2579612"/>
                    <a:pt x="3759678" y="2578599"/>
                  </a:cubicBezTo>
                  <a:cubicBezTo>
                    <a:pt x="3747017" y="2578599"/>
                    <a:pt x="3742205" y="2594299"/>
                    <a:pt x="3749042" y="2602909"/>
                  </a:cubicBezTo>
                  <a:cubicBezTo>
                    <a:pt x="3756386" y="2612025"/>
                    <a:pt x="3769807" y="2607467"/>
                    <a:pt x="3771580" y="2595312"/>
                  </a:cubicBezTo>
                  <a:close/>
                  <a:moveTo>
                    <a:pt x="3714857" y="2592273"/>
                  </a:moveTo>
                  <a:cubicBezTo>
                    <a:pt x="3715870" y="2585943"/>
                    <a:pt x="3712578" y="2576573"/>
                    <a:pt x="3702702" y="2575560"/>
                  </a:cubicBezTo>
                  <a:cubicBezTo>
                    <a:pt x="3690294" y="2575560"/>
                    <a:pt x="3684976" y="2589994"/>
                    <a:pt x="3691054" y="2598857"/>
                  </a:cubicBezTo>
                  <a:cubicBezTo>
                    <a:pt x="3698144" y="2609239"/>
                    <a:pt x="3713084" y="2605188"/>
                    <a:pt x="3714857" y="2592273"/>
                  </a:cubicBezTo>
                  <a:close/>
                  <a:moveTo>
                    <a:pt x="3657374" y="2589488"/>
                  </a:moveTo>
                  <a:cubicBezTo>
                    <a:pt x="3658388" y="2583157"/>
                    <a:pt x="3655095" y="2573788"/>
                    <a:pt x="3644967" y="2572775"/>
                  </a:cubicBezTo>
                  <a:cubicBezTo>
                    <a:pt x="3632558" y="2572775"/>
                    <a:pt x="3627241" y="2587209"/>
                    <a:pt x="3633318" y="2596072"/>
                  </a:cubicBezTo>
                  <a:cubicBezTo>
                    <a:pt x="3640155" y="2606454"/>
                    <a:pt x="3655349" y="2602149"/>
                    <a:pt x="3657374" y="2589488"/>
                  </a:cubicBezTo>
                  <a:close/>
                  <a:moveTo>
                    <a:pt x="3598879" y="2586956"/>
                  </a:moveTo>
                  <a:cubicBezTo>
                    <a:pt x="3599892" y="2580625"/>
                    <a:pt x="3596600" y="2571255"/>
                    <a:pt x="3586472" y="2570243"/>
                  </a:cubicBezTo>
                  <a:cubicBezTo>
                    <a:pt x="3573810" y="2570243"/>
                    <a:pt x="3568492" y="2584676"/>
                    <a:pt x="3574823" y="2593539"/>
                  </a:cubicBezTo>
                  <a:cubicBezTo>
                    <a:pt x="3581660" y="2603922"/>
                    <a:pt x="3596853" y="2599870"/>
                    <a:pt x="3598879" y="2586956"/>
                  </a:cubicBezTo>
                  <a:close/>
                  <a:moveTo>
                    <a:pt x="3539371" y="2584170"/>
                  </a:moveTo>
                  <a:cubicBezTo>
                    <a:pt x="3540384" y="2577839"/>
                    <a:pt x="3537092" y="2568470"/>
                    <a:pt x="3526710" y="2567457"/>
                  </a:cubicBezTo>
                  <a:cubicBezTo>
                    <a:pt x="3513795" y="2567457"/>
                    <a:pt x="3508478" y="2581891"/>
                    <a:pt x="3514809" y="2590754"/>
                  </a:cubicBezTo>
                  <a:cubicBezTo>
                    <a:pt x="3522152" y="2601136"/>
                    <a:pt x="3537599" y="2597084"/>
                    <a:pt x="3539371" y="2584170"/>
                  </a:cubicBezTo>
                  <a:close/>
                  <a:moveTo>
                    <a:pt x="3466189" y="2564925"/>
                  </a:moveTo>
                  <a:cubicBezTo>
                    <a:pt x="3453274" y="2565178"/>
                    <a:pt x="3447957" y="2579359"/>
                    <a:pt x="3454288" y="2588222"/>
                  </a:cubicBezTo>
                  <a:cubicBezTo>
                    <a:pt x="3461631" y="2598351"/>
                    <a:pt x="3477584" y="2594046"/>
                    <a:pt x="3479357" y="2581385"/>
                  </a:cubicBezTo>
                  <a:cubicBezTo>
                    <a:pt x="3480370" y="2575814"/>
                    <a:pt x="3477584" y="2565938"/>
                    <a:pt x="3466189" y="2564925"/>
                  </a:cubicBezTo>
                  <a:close/>
                  <a:moveTo>
                    <a:pt x="3405162" y="2562393"/>
                  </a:moveTo>
                  <a:cubicBezTo>
                    <a:pt x="3391994" y="2562646"/>
                    <a:pt x="3386676" y="2576826"/>
                    <a:pt x="3393007" y="2585689"/>
                  </a:cubicBezTo>
                  <a:cubicBezTo>
                    <a:pt x="3400350" y="2595818"/>
                    <a:pt x="3416557" y="2591513"/>
                    <a:pt x="3418330" y="2578852"/>
                  </a:cubicBezTo>
                  <a:cubicBezTo>
                    <a:pt x="3419342" y="2572775"/>
                    <a:pt x="3416050" y="2563406"/>
                    <a:pt x="3405162" y="2562393"/>
                  </a:cubicBezTo>
                  <a:close/>
                  <a:moveTo>
                    <a:pt x="3343375" y="2560113"/>
                  </a:moveTo>
                  <a:cubicBezTo>
                    <a:pt x="3330207" y="2560367"/>
                    <a:pt x="3324636" y="2574547"/>
                    <a:pt x="3331220" y="2583410"/>
                  </a:cubicBezTo>
                  <a:cubicBezTo>
                    <a:pt x="3338817" y="2593793"/>
                    <a:pt x="3354770" y="2589488"/>
                    <a:pt x="3356795" y="2576573"/>
                  </a:cubicBezTo>
                  <a:cubicBezTo>
                    <a:pt x="3357555" y="2570749"/>
                    <a:pt x="3354770" y="2561126"/>
                    <a:pt x="3343375" y="2560113"/>
                  </a:cubicBezTo>
                  <a:close/>
                  <a:moveTo>
                    <a:pt x="3280828" y="2557581"/>
                  </a:moveTo>
                  <a:cubicBezTo>
                    <a:pt x="3267407" y="2557835"/>
                    <a:pt x="3261836" y="2572015"/>
                    <a:pt x="3268420" y="2581131"/>
                  </a:cubicBezTo>
                  <a:cubicBezTo>
                    <a:pt x="3276270" y="2591260"/>
                    <a:pt x="3292476" y="2587209"/>
                    <a:pt x="3294249" y="2574294"/>
                  </a:cubicBezTo>
                  <a:cubicBezTo>
                    <a:pt x="3295262" y="2568470"/>
                    <a:pt x="3292223" y="2558594"/>
                    <a:pt x="3280828" y="2557581"/>
                  </a:cubicBezTo>
                  <a:close/>
                  <a:moveTo>
                    <a:pt x="3217521" y="2555302"/>
                  </a:moveTo>
                  <a:cubicBezTo>
                    <a:pt x="3204100" y="2555555"/>
                    <a:pt x="3198529" y="2569989"/>
                    <a:pt x="3205366" y="2578852"/>
                  </a:cubicBezTo>
                  <a:cubicBezTo>
                    <a:pt x="3212963" y="2588981"/>
                    <a:pt x="3229676" y="2584676"/>
                    <a:pt x="3231449" y="2572015"/>
                  </a:cubicBezTo>
                  <a:cubicBezTo>
                    <a:pt x="3232208" y="2565684"/>
                    <a:pt x="3228663" y="2556315"/>
                    <a:pt x="3217521" y="2555302"/>
                  </a:cubicBezTo>
                  <a:close/>
                  <a:moveTo>
                    <a:pt x="2053948" y="2551504"/>
                  </a:moveTo>
                  <a:cubicBezTo>
                    <a:pt x="2062305" y="2562899"/>
                    <a:pt x="2081803" y="2558594"/>
                    <a:pt x="2083322" y="2545173"/>
                  </a:cubicBezTo>
                  <a:cubicBezTo>
                    <a:pt x="2084082" y="2539349"/>
                    <a:pt x="2080284" y="2529726"/>
                    <a:pt x="2067623" y="2528967"/>
                  </a:cubicBezTo>
                  <a:cubicBezTo>
                    <a:pt x="2051923" y="2529473"/>
                    <a:pt x="2047871" y="2543401"/>
                    <a:pt x="2053948" y="2551504"/>
                  </a:cubicBezTo>
                  <a:close/>
                  <a:moveTo>
                    <a:pt x="1984058" y="2550744"/>
                  </a:moveTo>
                  <a:cubicBezTo>
                    <a:pt x="1992414" y="2562139"/>
                    <a:pt x="2011660" y="2557835"/>
                    <a:pt x="2013432" y="2544414"/>
                  </a:cubicBezTo>
                  <a:cubicBezTo>
                    <a:pt x="2014192" y="2538083"/>
                    <a:pt x="2009634" y="2528967"/>
                    <a:pt x="1997479" y="2528207"/>
                  </a:cubicBezTo>
                  <a:cubicBezTo>
                    <a:pt x="1981779" y="2528714"/>
                    <a:pt x="1977981" y="2542641"/>
                    <a:pt x="1984058" y="2550744"/>
                  </a:cubicBezTo>
                  <a:close/>
                  <a:moveTo>
                    <a:pt x="1943542" y="2543907"/>
                  </a:moveTo>
                  <a:cubicBezTo>
                    <a:pt x="1944302" y="2537576"/>
                    <a:pt x="1939743" y="2528460"/>
                    <a:pt x="1927842" y="2527701"/>
                  </a:cubicBezTo>
                  <a:cubicBezTo>
                    <a:pt x="1912648" y="2528207"/>
                    <a:pt x="1908850" y="2542134"/>
                    <a:pt x="1914674" y="2550238"/>
                  </a:cubicBezTo>
                  <a:cubicBezTo>
                    <a:pt x="1923031" y="2561633"/>
                    <a:pt x="1942023" y="2557328"/>
                    <a:pt x="1943542" y="2543907"/>
                  </a:cubicBezTo>
                  <a:close/>
                  <a:moveTo>
                    <a:pt x="1846556" y="2549731"/>
                  </a:moveTo>
                  <a:cubicBezTo>
                    <a:pt x="1854660" y="2560873"/>
                    <a:pt x="1873651" y="2556568"/>
                    <a:pt x="1875171" y="2543147"/>
                  </a:cubicBezTo>
                  <a:cubicBezTo>
                    <a:pt x="1875931" y="2536817"/>
                    <a:pt x="1871373" y="2527701"/>
                    <a:pt x="1859724" y="2526941"/>
                  </a:cubicBezTo>
                  <a:cubicBezTo>
                    <a:pt x="1845543" y="2527701"/>
                    <a:pt x="1839973" y="2540868"/>
                    <a:pt x="1846556" y="2549731"/>
                  </a:cubicBezTo>
                  <a:close/>
                  <a:moveTo>
                    <a:pt x="1807306" y="2542894"/>
                  </a:moveTo>
                  <a:cubicBezTo>
                    <a:pt x="1808066" y="2536563"/>
                    <a:pt x="1803508" y="2527447"/>
                    <a:pt x="1791860" y="2526688"/>
                  </a:cubicBezTo>
                  <a:cubicBezTo>
                    <a:pt x="1777679" y="2527194"/>
                    <a:pt x="1772614" y="2541881"/>
                    <a:pt x="1780211" y="2550491"/>
                  </a:cubicBezTo>
                  <a:cubicBezTo>
                    <a:pt x="1788568" y="2560367"/>
                    <a:pt x="1805787" y="2555555"/>
                    <a:pt x="1807306" y="2542894"/>
                  </a:cubicBezTo>
                  <a:close/>
                  <a:moveTo>
                    <a:pt x="1740202" y="2542641"/>
                  </a:moveTo>
                  <a:cubicBezTo>
                    <a:pt x="1740708" y="2536817"/>
                    <a:pt x="1737163" y="2527194"/>
                    <a:pt x="1725008" y="2526434"/>
                  </a:cubicBezTo>
                  <a:cubicBezTo>
                    <a:pt x="1711081" y="2526941"/>
                    <a:pt x="1706016" y="2541628"/>
                    <a:pt x="1713360" y="2550238"/>
                  </a:cubicBezTo>
                  <a:cubicBezTo>
                    <a:pt x="1722223" y="2560367"/>
                    <a:pt x="1738935" y="2555555"/>
                    <a:pt x="1740202" y="2542641"/>
                  </a:cubicBezTo>
                  <a:close/>
                  <a:moveTo>
                    <a:pt x="1674110" y="2542388"/>
                  </a:moveTo>
                  <a:cubicBezTo>
                    <a:pt x="1674616" y="2536057"/>
                    <a:pt x="1670564" y="2526941"/>
                    <a:pt x="1659169" y="2526181"/>
                  </a:cubicBezTo>
                  <a:cubicBezTo>
                    <a:pt x="1645242" y="2526941"/>
                    <a:pt x="1640177" y="2541375"/>
                    <a:pt x="1647774" y="2549984"/>
                  </a:cubicBezTo>
                  <a:cubicBezTo>
                    <a:pt x="1656384" y="2560113"/>
                    <a:pt x="1672843" y="2555302"/>
                    <a:pt x="1674110" y="2542388"/>
                  </a:cubicBezTo>
                  <a:close/>
                  <a:moveTo>
                    <a:pt x="1609031" y="2542388"/>
                  </a:moveTo>
                  <a:cubicBezTo>
                    <a:pt x="1609537" y="2536057"/>
                    <a:pt x="1605485" y="2526941"/>
                    <a:pt x="1594343" y="2526181"/>
                  </a:cubicBezTo>
                  <a:cubicBezTo>
                    <a:pt x="1579403" y="2526941"/>
                    <a:pt x="1576364" y="2542134"/>
                    <a:pt x="1582948" y="2549984"/>
                  </a:cubicBezTo>
                  <a:cubicBezTo>
                    <a:pt x="1591558" y="2560113"/>
                    <a:pt x="1608018" y="2555302"/>
                    <a:pt x="1609031" y="2542388"/>
                  </a:cubicBezTo>
                  <a:close/>
                  <a:moveTo>
                    <a:pt x="1544964" y="2542388"/>
                  </a:moveTo>
                  <a:cubicBezTo>
                    <a:pt x="1545471" y="2536057"/>
                    <a:pt x="1541419" y="2526941"/>
                    <a:pt x="1530277" y="2526434"/>
                  </a:cubicBezTo>
                  <a:cubicBezTo>
                    <a:pt x="1516856" y="2527194"/>
                    <a:pt x="1512298" y="2541628"/>
                    <a:pt x="1519389" y="2550238"/>
                  </a:cubicBezTo>
                  <a:cubicBezTo>
                    <a:pt x="1527492" y="2560113"/>
                    <a:pt x="1543952" y="2555049"/>
                    <a:pt x="1544964" y="2542388"/>
                  </a:cubicBezTo>
                  <a:close/>
                  <a:moveTo>
                    <a:pt x="1481911" y="2542388"/>
                  </a:moveTo>
                  <a:cubicBezTo>
                    <a:pt x="1482418" y="2536057"/>
                    <a:pt x="1478366" y="2526941"/>
                    <a:pt x="1467477" y="2526434"/>
                  </a:cubicBezTo>
                  <a:cubicBezTo>
                    <a:pt x="1454310" y="2527194"/>
                    <a:pt x="1449751" y="2541628"/>
                    <a:pt x="1456842" y="2550238"/>
                  </a:cubicBezTo>
                  <a:cubicBezTo>
                    <a:pt x="1464945" y="2560367"/>
                    <a:pt x="1480645" y="2555555"/>
                    <a:pt x="1481911" y="2542388"/>
                  </a:cubicBezTo>
                  <a:close/>
                  <a:moveTo>
                    <a:pt x="1419618" y="2542641"/>
                  </a:moveTo>
                  <a:cubicBezTo>
                    <a:pt x="1420124" y="2536310"/>
                    <a:pt x="1416072" y="2527194"/>
                    <a:pt x="1405437" y="2526688"/>
                  </a:cubicBezTo>
                  <a:cubicBezTo>
                    <a:pt x="1392269" y="2527447"/>
                    <a:pt x="1387711" y="2542134"/>
                    <a:pt x="1394801" y="2550491"/>
                  </a:cubicBezTo>
                  <a:cubicBezTo>
                    <a:pt x="1403158" y="2560620"/>
                    <a:pt x="1418605" y="2555555"/>
                    <a:pt x="1419618" y="2542641"/>
                  </a:cubicBezTo>
                  <a:close/>
                  <a:moveTo>
                    <a:pt x="1358590" y="2543147"/>
                  </a:moveTo>
                  <a:cubicBezTo>
                    <a:pt x="1359097" y="2536817"/>
                    <a:pt x="1355045" y="2527701"/>
                    <a:pt x="1344409" y="2527194"/>
                  </a:cubicBezTo>
                  <a:cubicBezTo>
                    <a:pt x="1331748" y="2527954"/>
                    <a:pt x="1327190" y="2542641"/>
                    <a:pt x="1334280" y="2551251"/>
                  </a:cubicBezTo>
                  <a:cubicBezTo>
                    <a:pt x="1342130" y="2560873"/>
                    <a:pt x="1357577" y="2555809"/>
                    <a:pt x="1358590" y="2543147"/>
                  </a:cubicBezTo>
                  <a:close/>
                  <a:moveTo>
                    <a:pt x="4946801" y="2673559"/>
                  </a:moveTo>
                  <a:cubicBezTo>
                    <a:pt x="4947307" y="2669507"/>
                    <a:pt x="4947561" y="2665456"/>
                    <a:pt x="4947814" y="2661404"/>
                  </a:cubicBezTo>
                  <a:cubicBezTo>
                    <a:pt x="4948320" y="2656086"/>
                    <a:pt x="4949080" y="2645704"/>
                    <a:pt x="4948826" y="2644438"/>
                  </a:cubicBezTo>
                  <a:lnTo>
                    <a:pt x="4948826" y="2644438"/>
                  </a:lnTo>
                  <a:cubicBezTo>
                    <a:pt x="4948826" y="2644438"/>
                    <a:pt x="4946548" y="2671533"/>
                    <a:pt x="4946801" y="2673559"/>
                  </a:cubicBezTo>
                  <a:close/>
                  <a:moveTo>
                    <a:pt x="4947561" y="2640893"/>
                  </a:moveTo>
                  <a:cubicBezTo>
                    <a:pt x="4947561" y="2640893"/>
                    <a:pt x="4947561" y="2640893"/>
                    <a:pt x="4947561" y="2640893"/>
                  </a:cubicBezTo>
                  <a:cubicBezTo>
                    <a:pt x="4946801" y="2642159"/>
                    <a:pt x="4944522" y="2668747"/>
                    <a:pt x="4945535" y="2670267"/>
                  </a:cubicBezTo>
                  <a:cubicBezTo>
                    <a:pt x="4946041" y="2669254"/>
                    <a:pt x="4946801" y="2659885"/>
                    <a:pt x="4947054" y="2657859"/>
                  </a:cubicBezTo>
                  <a:cubicBezTo>
                    <a:pt x="4947307" y="2651528"/>
                    <a:pt x="4947814" y="2641906"/>
                    <a:pt x="4947561" y="2640893"/>
                  </a:cubicBezTo>
                  <a:close/>
                  <a:moveTo>
                    <a:pt x="4944016" y="2637094"/>
                  </a:moveTo>
                  <a:cubicBezTo>
                    <a:pt x="4943002" y="2638360"/>
                    <a:pt x="4940217" y="2664949"/>
                    <a:pt x="4941990" y="2666468"/>
                  </a:cubicBezTo>
                  <a:cubicBezTo>
                    <a:pt x="4943002" y="2665456"/>
                    <a:pt x="4943762" y="2656086"/>
                    <a:pt x="4943762" y="2654314"/>
                  </a:cubicBezTo>
                  <a:cubicBezTo>
                    <a:pt x="4944522" y="2647983"/>
                    <a:pt x="4944775" y="2638360"/>
                    <a:pt x="4944016" y="2637094"/>
                  </a:cubicBezTo>
                  <a:cubicBezTo>
                    <a:pt x="4944269" y="2637094"/>
                    <a:pt x="4944016" y="2637094"/>
                    <a:pt x="4944016" y="2637094"/>
                  </a:cubicBezTo>
                  <a:close/>
                  <a:moveTo>
                    <a:pt x="4939204" y="2650768"/>
                  </a:moveTo>
                  <a:cubicBezTo>
                    <a:pt x="4939711" y="2644438"/>
                    <a:pt x="4939964" y="2634815"/>
                    <a:pt x="4938951" y="2633549"/>
                  </a:cubicBezTo>
                  <a:cubicBezTo>
                    <a:pt x="4936419" y="2633296"/>
                    <a:pt x="4935406" y="2660897"/>
                    <a:pt x="4936672" y="2662670"/>
                  </a:cubicBezTo>
                  <a:cubicBezTo>
                    <a:pt x="4937178" y="2663936"/>
                    <a:pt x="4938445" y="2658618"/>
                    <a:pt x="4939204" y="2650768"/>
                  </a:cubicBezTo>
                  <a:close/>
                  <a:moveTo>
                    <a:pt x="4932114" y="2646970"/>
                  </a:moveTo>
                  <a:cubicBezTo>
                    <a:pt x="4932620" y="2640639"/>
                    <a:pt x="4932874" y="2631017"/>
                    <a:pt x="4931354" y="2629751"/>
                  </a:cubicBezTo>
                  <a:cubicBezTo>
                    <a:pt x="4928062" y="2629497"/>
                    <a:pt x="4927556" y="2657099"/>
                    <a:pt x="4929075" y="2658872"/>
                  </a:cubicBezTo>
                  <a:cubicBezTo>
                    <a:pt x="4930088" y="2660138"/>
                    <a:pt x="4931607" y="2655073"/>
                    <a:pt x="4932114" y="2646970"/>
                  </a:cubicBezTo>
                  <a:close/>
                  <a:moveTo>
                    <a:pt x="4923251" y="2643172"/>
                  </a:moveTo>
                  <a:cubicBezTo>
                    <a:pt x="4923757" y="2636841"/>
                    <a:pt x="4923757" y="2627218"/>
                    <a:pt x="4922238" y="2625952"/>
                  </a:cubicBezTo>
                  <a:cubicBezTo>
                    <a:pt x="4922238" y="2625952"/>
                    <a:pt x="4921985" y="2625952"/>
                    <a:pt x="4921985" y="2625952"/>
                  </a:cubicBezTo>
                  <a:cubicBezTo>
                    <a:pt x="4919199" y="2626712"/>
                    <a:pt x="4917173" y="2652541"/>
                    <a:pt x="4919706" y="2655073"/>
                  </a:cubicBezTo>
                  <a:cubicBezTo>
                    <a:pt x="4920972" y="2656593"/>
                    <a:pt x="4922491" y="2651275"/>
                    <a:pt x="4923251" y="2643172"/>
                  </a:cubicBezTo>
                  <a:close/>
                  <a:moveTo>
                    <a:pt x="4910843" y="2622154"/>
                  </a:moveTo>
                  <a:cubicBezTo>
                    <a:pt x="4906538" y="2621901"/>
                    <a:pt x="4905778" y="2647730"/>
                    <a:pt x="4908057" y="2651022"/>
                  </a:cubicBezTo>
                  <a:cubicBezTo>
                    <a:pt x="4909577" y="2653301"/>
                    <a:pt x="4911603" y="2647730"/>
                    <a:pt x="4912362" y="2639373"/>
                  </a:cubicBezTo>
                  <a:cubicBezTo>
                    <a:pt x="4913122" y="2633043"/>
                    <a:pt x="4912868" y="2623420"/>
                    <a:pt x="4910843" y="2622154"/>
                  </a:cubicBezTo>
                  <a:close/>
                  <a:moveTo>
                    <a:pt x="4899448" y="2635575"/>
                  </a:moveTo>
                  <a:cubicBezTo>
                    <a:pt x="4899954" y="2629244"/>
                    <a:pt x="4899954" y="2619622"/>
                    <a:pt x="4897422" y="2618356"/>
                  </a:cubicBezTo>
                  <a:cubicBezTo>
                    <a:pt x="4892611" y="2618102"/>
                    <a:pt x="4891851" y="2643931"/>
                    <a:pt x="4894636" y="2647223"/>
                  </a:cubicBezTo>
                  <a:cubicBezTo>
                    <a:pt x="4896409" y="2649502"/>
                    <a:pt x="4898688" y="2643931"/>
                    <a:pt x="4899448" y="2635575"/>
                  </a:cubicBezTo>
                  <a:close/>
                  <a:moveTo>
                    <a:pt x="4884507" y="2631776"/>
                  </a:moveTo>
                  <a:cubicBezTo>
                    <a:pt x="4885267" y="2625446"/>
                    <a:pt x="4884760" y="2615823"/>
                    <a:pt x="4881975" y="2614557"/>
                  </a:cubicBezTo>
                  <a:cubicBezTo>
                    <a:pt x="4876404" y="2614304"/>
                    <a:pt x="4875898" y="2640133"/>
                    <a:pt x="4879189" y="2643425"/>
                  </a:cubicBezTo>
                  <a:cubicBezTo>
                    <a:pt x="4881215" y="2645704"/>
                    <a:pt x="4883748" y="2640133"/>
                    <a:pt x="4884507" y="2631776"/>
                  </a:cubicBezTo>
                  <a:close/>
                  <a:moveTo>
                    <a:pt x="4867794" y="2627978"/>
                  </a:moveTo>
                  <a:cubicBezTo>
                    <a:pt x="4868554" y="2621647"/>
                    <a:pt x="4868048" y="2612025"/>
                    <a:pt x="4865009" y="2610759"/>
                  </a:cubicBezTo>
                  <a:cubicBezTo>
                    <a:pt x="4859691" y="2610505"/>
                    <a:pt x="4858172" y="2634309"/>
                    <a:pt x="4861717" y="2639120"/>
                  </a:cubicBezTo>
                  <a:cubicBezTo>
                    <a:pt x="4863996" y="2642412"/>
                    <a:pt x="4867035" y="2637094"/>
                    <a:pt x="4867794" y="2627978"/>
                  </a:cubicBezTo>
                  <a:close/>
                  <a:moveTo>
                    <a:pt x="4849309" y="2624180"/>
                  </a:moveTo>
                  <a:cubicBezTo>
                    <a:pt x="4850069" y="2617849"/>
                    <a:pt x="4849309" y="2608226"/>
                    <a:pt x="4846017" y="2606960"/>
                  </a:cubicBezTo>
                  <a:cubicBezTo>
                    <a:pt x="4839686" y="2606707"/>
                    <a:pt x="4838420" y="2630257"/>
                    <a:pt x="4842472" y="2635322"/>
                  </a:cubicBezTo>
                  <a:cubicBezTo>
                    <a:pt x="4845257" y="2638613"/>
                    <a:pt x="4848296" y="2633296"/>
                    <a:pt x="4849309" y="2624180"/>
                  </a:cubicBezTo>
                  <a:close/>
                  <a:moveTo>
                    <a:pt x="4821707" y="2631776"/>
                  </a:moveTo>
                  <a:cubicBezTo>
                    <a:pt x="4824493" y="2635068"/>
                    <a:pt x="4828038" y="2629497"/>
                    <a:pt x="4829051" y="2620381"/>
                  </a:cubicBezTo>
                  <a:cubicBezTo>
                    <a:pt x="4829810" y="2614051"/>
                    <a:pt x="4829051" y="2604428"/>
                    <a:pt x="4825253" y="2603162"/>
                  </a:cubicBezTo>
                  <a:cubicBezTo>
                    <a:pt x="4818922" y="2603162"/>
                    <a:pt x="4817403" y="2626712"/>
                    <a:pt x="4821707" y="2631776"/>
                  </a:cubicBezTo>
                  <a:close/>
                  <a:moveTo>
                    <a:pt x="4807020" y="2616583"/>
                  </a:moveTo>
                  <a:cubicBezTo>
                    <a:pt x="4807780" y="2610252"/>
                    <a:pt x="4807020" y="2600630"/>
                    <a:pt x="4802969" y="2599364"/>
                  </a:cubicBezTo>
                  <a:cubicBezTo>
                    <a:pt x="4796131" y="2599110"/>
                    <a:pt x="4794612" y="2622914"/>
                    <a:pt x="4799423" y="2627725"/>
                  </a:cubicBezTo>
                  <a:cubicBezTo>
                    <a:pt x="4802209" y="2631270"/>
                    <a:pt x="4806007" y="2625699"/>
                    <a:pt x="4807020" y="2616583"/>
                  </a:cubicBezTo>
                  <a:close/>
                  <a:moveTo>
                    <a:pt x="4783217" y="2612785"/>
                  </a:moveTo>
                  <a:cubicBezTo>
                    <a:pt x="4783977" y="2606454"/>
                    <a:pt x="4782964" y="2596831"/>
                    <a:pt x="4778659" y="2595565"/>
                  </a:cubicBezTo>
                  <a:cubicBezTo>
                    <a:pt x="4771568" y="2595312"/>
                    <a:pt x="4769796" y="2617343"/>
                    <a:pt x="4774354" y="2623420"/>
                  </a:cubicBezTo>
                  <a:cubicBezTo>
                    <a:pt x="4777646" y="2627978"/>
                    <a:pt x="4781951" y="2622660"/>
                    <a:pt x="4783217" y="2612785"/>
                  </a:cubicBezTo>
                  <a:close/>
                  <a:moveTo>
                    <a:pt x="4752576" y="2591767"/>
                  </a:moveTo>
                  <a:cubicBezTo>
                    <a:pt x="4745233" y="2591767"/>
                    <a:pt x="4743207" y="2613544"/>
                    <a:pt x="4748272" y="2619622"/>
                  </a:cubicBezTo>
                  <a:cubicBezTo>
                    <a:pt x="4751817" y="2623927"/>
                    <a:pt x="4756628" y="2618609"/>
                    <a:pt x="4757641" y="2608733"/>
                  </a:cubicBezTo>
                  <a:lnTo>
                    <a:pt x="4757641" y="2608733"/>
                  </a:lnTo>
                  <a:cubicBezTo>
                    <a:pt x="4758401" y="2602655"/>
                    <a:pt x="4757388" y="2593033"/>
                    <a:pt x="4752576" y="2591767"/>
                  </a:cubicBezTo>
                  <a:close/>
                  <a:moveTo>
                    <a:pt x="4730546" y="2605188"/>
                  </a:moveTo>
                  <a:cubicBezTo>
                    <a:pt x="4731306" y="2598857"/>
                    <a:pt x="4730039" y="2589234"/>
                    <a:pt x="4725228" y="2587968"/>
                  </a:cubicBezTo>
                  <a:cubicBezTo>
                    <a:pt x="4717378" y="2587968"/>
                    <a:pt x="4715353" y="2609746"/>
                    <a:pt x="4720670" y="2615823"/>
                  </a:cubicBezTo>
                  <a:cubicBezTo>
                    <a:pt x="4724469" y="2620381"/>
                    <a:pt x="4729280" y="2615063"/>
                    <a:pt x="4730546" y="2605188"/>
                  </a:cubicBezTo>
                  <a:close/>
                  <a:moveTo>
                    <a:pt x="4701678" y="2601643"/>
                  </a:moveTo>
                  <a:cubicBezTo>
                    <a:pt x="4702438" y="2595312"/>
                    <a:pt x="4701172" y="2585689"/>
                    <a:pt x="4696107" y="2584423"/>
                  </a:cubicBezTo>
                  <a:cubicBezTo>
                    <a:pt x="4688257" y="2584423"/>
                    <a:pt x="4685725" y="2604428"/>
                    <a:pt x="4690790" y="2611772"/>
                  </a:cubicBezTo>
                  <a:cubicBezTo>
                    <a:pt x="4694841" y="2617089"/>
                    <a:pt x="4700412" y="2611772"/>
                    <a:pt x="4701678" y="2601643"/>
                  </a:cubicBezTo>
                  <a:close/>
                  <a:moveTo>
                    <a:pt x="4671291" y="2597844"/>
                  </a:moveTo>
                  <a:cubicBezTo>
                    <a:pt x="4672051" y="2591513"/>
                    <a:pt x="4670785" y="2581891"/>
                    <a:pt x="4665214" y="2580625"/>
                  </a:cubicBezTo>
                  <a:cubicBezTo>
                    <a:pt x="4656857" y="2580625"/>
                    <a:pt x="4654325" y="2600630"/>
                    <a:pt x="4659896" y="2607973"/>
                  </a:cubicBezTo>
                  <a:cubicBezTo>
                    <a:pt x="4664201" y="2613544"/>
                    <a:pt x="4670025" y="2608226"/>
                    <a:pt x="4671291" y="2597844"/>
                  </a:cubicBezTo>
                  <a:close/>
                  <a:moveTo>
                    <a:pt x="4639385" y="2594299"/>
                  </a:moveTo>
                  <a:cubicBezTo>
                    <a:pt x="4640144" y="2587968"/>
                    <a:pt x="4638625" y="2578346"/>
                    <a:pt x="4632801" y="2577080"/>
                  </a:cubicBezTo>
                  <a:cubicBezTo>
                    <a:pt x="4624191" y="2577080"/>
                    <a:pt x="4621406" y="2597084"/>
                    <a:pt x="4627230" y="2604428"/>
                  </a:cubicBezTo>
                  <a:cubicBezTo>
                    <a:pt x="4631788" y="2609746"/>
                    <a:pt x="4638119" y="2604681"/>
                    <a:pt x="4639385" y="2594299"/>
                  </a:cubicBezTo>
                  <a:close/>
                  <a:moveTo>
                    <a:pt x="4598869" y="2573534"/>
                  </a:moveTo>
                  <a:cubicBezTo>
                    <a:pt x="4589752" y="2573534"/>
                    <a:pt x="4587220" y="2593539"/>
                    <a:pt x="4593298" y="2600883"/>
                  </a:cubicBezTo>
                  <a:cubicBezTo>
                    <a:pt x="4597856" y="2606454"/>
                    <a:pt x="4604440" y="2601136"/>
                    <a:pt x="4605706" y="2590754"/>
                  </a:cubicBezTo>
                  <a:cubicBezTo>
                    <a:pt x="4606465" y="2584170"/>
                    <a:pt x="4604946" y="2574547"/>
                    <a:pt x="4598869" y="2573534"/>
                  </a:cubicBezTo>
                  <a:close/>
                  <a:moveTo>
                    <a:pt x="4563670" y="2569736"/>
                  </a:moveTo>
                  <a:cubicBezTo>
                    <a:pt x="4554554" y="2569736"/>
                    <a:pt x="4551515" y="2588222"/>
                    <a:pt x="4557340" y="2596325"/>
                  </a:cubicBezTo>
                  <a:cubicBezTo>
                    <a:pt x="4562151" y="2602909"/>
                    <a:pt x="4569494" y="2597844"/>
                    <a:pt x="4571014" y="2586956"/>
                  </a:cubicBezTo>
                  <a:lnTo>
                    <a:pt x="4571014" y="2586956"/>
                  </a:lnTo>
                  <a:cubicBezTo>
                    <a:pt x="4571520" y="2580625"/>
                    <a:pt x="4570001" y="2571002"/>
                    <a:pt x="4563670" y="2569736"/>
                  </a:cubicBezTo>
                  <a:close/>
                  <a:moveTo>
                    <a:pt x="4526699" y="2566191"/>
                  </a:moveTo>
                  <a:cubicBezTo>
                    <a:pt x="4517330" y="2566191"/>
                    <a:pt x="4514291" y="2584676"/>
                    <a:pt x="4520115" y="2592780"/>
                  </a:cubicBezTo>
                  <a:cubicBezTo>
                    <a:pt x="4525180" y="2599364"/>
                    <a:pt x="4532777" y="2594299"/>
                    <a:pt x="4534296" y="2583410"/>
                  </a:cubicBezTo>
                  <a:cubicBezTo>
                    <a:pt x="4535056" y="2577080"/>
                    <a:pt x="4533283" y="2567457"/>
                    <a:pt x="4526699" y="2566191"/>
                  </a:cubicBezTo>
                  <a:close/>
                  <a:moveTo>
                    <a:pt x="4488462" y="2562646"/>
                  </a:moveTo>
                  <a:cubicBezTo>
                    <a:pt x="4478839" y="2562646"/>
                    <a:pt x="4475548" y="2581131"/>
                    <a:pt x="4481625" y="2589234"/>
                  </a:cubicBezTo>
                  <a:cubicBezTo>
                    <a:pt x="4486689" y="2595818"/>
                    <a:pt x="4494793" y="2590754"/>
                    <a:pt x="4496312" y="2579865"/>
                  </a:cubicBezTo>
                  <a:cubicBezTo>
                    <a:pt x="4497325" y="2573534"/>
                    <a:pt x="4495299" y="2563912"/>
                    <a:pt x="4488462" y="2562646"/>
                  </a:cubicBezTo>
                  <a:close/>
                  <a:moveTo>
                    <a:pt x="4448705" y="2559101"/>
                  </a:moveTo>
                  <a:cubicBezTo>
                    <a:pt x="4438577" y="2559101"/>
                    <a:pt x="4435284" y="2577586"/>
                    <a:pt x="4441869" y="2585689"/>
                  </a:cubicBezTo>
                  <a:cubicBezTo>
                    <a:pt x="4447186" y="2592273"/>
                    <a:pt x="4455543" y="2587209"/>
                    <a:pt x="4456809" y="2576320"/>
                  </a:cubicBezTo>
                  <a:cubicBezTo>
                    <a:pt x="4457822" y="2569989"/>
                    <a:pt x="4455796" y="2560367"/>
                    <a:pt x="4448705" y="2559101"/>
                  </a:cubicBezTo>
                  <a:close/>
                  <a:moveTo>
                    <a:pt x="4407683" y="2555809"/>
                  </a:moveTo>
                  <a:cubicBezTo>
                    <a:pt x="4397047" y="2555809"/>
                    <a:pt x="4393755" y="2574294"/>
                    <a:pt x="4400593" y="2582397"/>
                  </a:cubicBezTo>
                  <a:cubicBezTo>
                    <a:pt x="4406164" y="2588981"/>
                    <a:pt x="4414773" y="2583917"/>
                    <a:pt x="4416039" y="2573028"/>
                  </a:cubicBezTo>
                  <a:cubicBezTo>
                    <a:pt x="4417052" y="2566444"/>
                    <a:pt x="4415027" y="2556822"/>
                    <a:pt x="4407683" y="2555809"/>
                  </a:cubicBezTo>
                  <a:close/>
                  <a:moveTo>
                    <a:pt x="4374257" y="2569230"/>
                  </a:moveTo>
                  <a:cubicBezTo>
                    <a:pt x="4375017" y="2562899"/>
                    <a:pt x="4372991" y="2553276"/>
                    <a:pt x="4365394" y="2552010"/>
                  </a:cubicBezTo>
                  <a:cubicBezTo>
                    <a:pt x="4355265" y="2552010"/>
                    <a:pt x="4351467" y="2568976"/>
                    <a:pt x="4357544" y="2577586"/>
                  </a:cubicBezTo>
                  <a:cubicBezTo>
                    <a:pt x="4362862" y="2585689"/>
                    <a:pt x="4372738" y="2580625"/>
                    <a:pt x="4374257" y="2569230"/>
                  </a:cubicBezTo>
                  <a:close/>
                  <a:moveTo>
                    <a:pt x="4330702" y="2565938"/>
                  </a:moveTo>
                  <a:cubicBezTo>
                    <a:pt x="4331462" y="2559607"/>
                    <a:pt x="4329183" y="2549984"/>
                    <a:pt x="4321586" y="2548972"/>
                  </a:cubicBezTo>
                  <a:cubicBezTo>
                    <a:pt x="4310951" y="2548972"/>
                    <a:pt x="4307152" y="2565938"/>
                    <a:pt x="4313483" y="2574547"/>
                  </a:cubicBezTo>
                  <a:cubicBezTo>
                    <a:pt x="4319307" y="2582397"/>
                    <a:pt x="4329183" y="2577586"/>
                    <a:pt x="4330702" y="2565938"/>
                  </a:cubicBezTo>
                  <a:close/>
                  <a:moveTo>
                    <a:pt x="4286134" y="2562646"/>
                  </a:moveTo>
                  <a:cubicBezTo>
                    <a:pt x="4286894" y="2556315"/>
                    <a:pt x="4284615" y="2546693"/>
                    <a:pt x="4276765" y="2545680"/>
                  </a:cubicBezTo>
                  <a:cubicBezTo>
                    <a:pt x="4265877" y="2545680"/>
                    <a:pt x="4261825" y="2562646"/>
                    <a:pt x="4268409" y="2571255"/>
                  </a:cubicBezTo>
                  <a:cubicBezTo>
                    <a:pt x="4274486" y="2578852"/>
                    <a:pt x="4284615" y="2574041"/>
                    <a:pt x="4286134" y="2562646"/>
                  </a:cubicBezTo>
                  <a:close/>
                  <a:moveTo>
                    <a:pt x="4240048" y="2559101"/>
                  </a:moveTo>
                  <a:cubicBezTo>
                    <a:pt x="4240807" y="2552770"/>
                    <a:pt x="4238528" y="2543147"/>
                    <a:pt x="4230172" y="2542134"/>
                  </a:cubicBezTo>
                  <a:cubicBezTo>
                    <a:pt x="4219030" y="2542134"/>
                    <a:pt x="4214978" y="2559101"/>
                    <a:pt x="4221815" y="2567710"/>
                  </a:cubicBezTo>
                  <a:cubicBezTo>
                    <a:pt x="4228146" y="2575560"/>
                    <a:pt x="4238528" y="2570496"/>
                    <a:pt x="4240048" y="2559101"/>
                  </a:cubicBezTo>
                  <a:close/>
                  <a:moveTo>
                    <a:pt x="4192947" y="2555809"/>
                  </a:moveTo>
                  <a:cubicBezTo>
                    <a:pt x="4193707" y="2549478"/>
                    <a:pt x="4191175" y="2539856"/>
                    <a:pt x="4182818" y="2538843"/>
                  </a:cubicBezTo>
                  <a:cubicBezTo>
                    <a:pt x="4171423" y="2538843"/>
                    <a:pt x="4167372" y="2555809"/>
                    <a:pt x="4174209" y="2564418"/>
                  </a:cubicBezTo>
                  <a:cubicBezTo>
                    <a:pt x="4180793" y="2572268"/>
                    <a:pt x="4191428" y="2567204"/>
                    <a:pt x="4192947" y="2555809"/>
                  </a:cubicBezTo>
                  <a:close/>
                  <a:moveTo>
                    <a:pt x="4144581" y="2552517"/>
                  </a:moveTo>
                  <a:cubicBezTo>
                    <a:pt x="4145341" y="2546186"/>
                    <a:pt x="4142809" y="2536563"/>
                    <a:pt x="4134199" y="2535551"/>
                  </a:cubicBezTo>
                  <a:cubicBezTo>
                    <a:pt x="4122551" y="2535551"/>
                    <a:pt x="4118499" y="2552517"/>
                    <a:pt x="4125589" y="2561126"/>
                  </a:cubicBezTo>
                  <a:cubicBezTo>
                    <a:pt x="4132173" y="2569230"/>
                    <a:pt x="4143062" y="2564165"/>
                    <a:pt x="4144581" y="2552517"/>
                  </a:cubicBezTo>
                  <a:close/>
                  <a:moveTo>
                    <a:pt x="4094949" y="2549478"/>
                  </a:moveTo>
                  <a:cubicBezTo>
                    <a:pt x="4095709" y="2543147"/>
                    <a:pt x="4093176" y="2533525"/>
                    <a:pt x="4084313" y="2532512"/>
                  </a:cubicBezTo>
                  <a:cubicBezTo>
                    <a:pt x="4072918" y="2532512"/>
                    <a:pt x="4068360" y="2548212"/>
                    <a:pt x="4074691" y="2557075"/>
                  </a:cubicBezTo>
                  <a:cubicBezTo>
                    <a:pt x="4081275" y="2566191"/>
                    <a:pt x="4093429" y="2561633"/>
                    <a:pt x="4094949" y="2549478"/>
                  </a:cubicBezTo>
                  <a:close/>
                  <a:moveTo>
                    <a:pt x="4044304" y="2546186"/>
                  </a:moveTo>
                  <a:cubicBezTo>
                    <a:pt x="4045064" y="2539856"/>
                    <a:pt x="4042278" y="2530233"/>
                    <a:pt x="4033415" y="2529220"/>
                  </a:cubicBezTo>
                  <a:cubicBezTo>
                    <a:pt x="4022020" y="2529220"/>
                    <a:pt x="4017462" y="2544920"/>
                    <a:pt x="4023792" y="2553783"/>
                  </a:cubicBezTo>
                  <a:cubicBezTo>
                    <a:pt x="4030376" y="2563152"/>
                    <a:pt x="4042784" y="2558594"/>
                    <a:pt x="4044304" y="2546186"/>
                  </a:cubicBezTo>
                  <a:close/>
                  <a:moveTo>
                    <a:pt x="3992646" y="2543147"/>
                  </a:moveTo>
                  <a:cubicBezTo>
                    <a:pt x="3993405" y="2536817"/>
                    <a:pt x="3990620" y="2527194"/>
                    <a:pt x="3981504" y="2526181"/>
                  </a:cubicBezTo>
                  <a:cubicBezTo>
                    <a:pt x="3969855" y="2526181"/>
                    <a:pt x="3965044" y="2541881"/>
                    <a:pt x="3971628" y="2550744"/>
                  </a:cubicBezTo>
                  <a:cubicBezTo>
                    <a:pt x="3978465" y="2559860"/>
                    <a:pt x="3990873" y="2555302"/>
                    <a:pt x="3992646" y="2543147"/>
                  </a:cubicBezTo>
                  <a:close/>
                  <a:moveTo>
                    <a:pt x="3939722" y="2540109"/>
                  </a:moveTo>
                  <a:cubicBezTo>
                    <a:pt x="3940481" y="2533778"/>
                    <a:pt x="3937696" y="2524155"/>
                    <a:pt x="3928326" y="2523143"/>
                  </a:cubicBezTo>
                  <a:cubicBezTo>
                    <a:pt x="3916171" y="2523143"/>
                    <a:pt x="3911613" y="2538843"/>
                    <a:pt x="3918197" y="2547705"/>
                  </a:cubicBezTo>
                  <a:cubicBezTo>
                    <a:pt x="3925287" y="2556822"/>
                    <a:pt x="3938202" y="2552264"/>
                    <a:pt x="3939722" y="2540109"/>
                  </a:cubicBezTo>
                  <a:close/>
                  <a:moveTo>
                    <a:pt x="3886038" y="2537070"/>
                  </a:moveTo>
                  <a:cubicBezTo>
                    <a:pt x="3887050" y="2530739"/>
                    <a:pt x="3883758" y="2521117"/>
                    <a:pt x="3874389" y="2520104"/>
                  </a:cubicBezTo>
                  <a:cubicBezTo>
                    <a:pt x="3862234" y="2520104"/>
                    <a:pt x="3857423" y="2535804"/>
                    <a:pt x="3864260" y="2544920"/>
                  </a:cubicBezTo>
                  <a:cubicBezTo>
                    <a:pt x="3871097" y="2554036"/>
                    <a:pt x="3884265" y="2549478"/>
                    <a:pt x="3886038" y="2537070"/>
                  </a:cubicBezTo>
                  <a:close/>
                  <a:moveTo>
                    <a:pt x="3831087" y="2534031"/>
                  </a:moveTo>
                  <a:cubicBezTo>
                    <a:pt x="3832101" y="2527701"/>
                    <a:pt x="3828808" y="2518078"/>
                    <a:pt x="3819186" y="2517065"/>
                  </a:cubicBezTo>
                  <a:cubicBezTo>
                    <a:pt x="3806778" y="2517065"/>
                    <a:pt x="3801967" y="2533018"/>
                    <a:pt x="3809057" y="2541881"/>
                  </a:cubicBezTo>
                  <a:cubicBezTo>
                    <a:pt x="3815894" y="2550744"/>
                    <a:pt x="3829315" y="2546186"/>
                    <a:pt x="3831087" y="2534031"/>
                  </a:cubicBezTo>
                  <a:close/>
                  <a:moveTo>
                    <a:pt x="3775125" y="2531246"/>
                  </a:moveTo>
                  <a:cubicBezTo>
                    <a:pt x="3775884" y="2524915"/>
                    <a:pt x="3772846" y="2515293"/>
                    <a:pt x="3762970" y="2514280"/>
                  </a:cubicBezTo>
                  <a:cubicBezTo>
                    <a:pt x="3750309" y="2514280"/>
                    <a:pt x="3745497" y="2530233"/>
                    <a:pt x="3752588" y="2539096"/>
                  </a:cubicBezTo>
                  <a:cubicBezTo>
                    <a:pt x="3759931" y="2548212"/>
                    <a:pt x="3773352" y="2543401"/>
                    <a:pt x="3775125" y="2531246"/>
                  </a:cubicBezTo>
                  <a:close/>
                  <a:moveTo>
                    <a:pt x="3718402" y="2528460"/>
                  </a:moveTo>
                  <a:cubicBezTo>
                    <a:pt x="3719162" y="2522130"/>
                    <a:pt x="3716123" y="2512507"/>
                    <a:pt x="3705994" y="2511494"/>
                  </a:cubicBezTo>
                  <a:cubicBezTo>
                    <a:pt x="3693079" y="2511494"/>
                    <a:pt x="3688015" y="2527447"/>
                    <a:pt x="3695358" y="2536310"/>
                  </a:cubicBezTo>
                  <a:cubicBezTo>
                    <a:pt x="3702955" y="2545173"/>
                    <a:pt x="3716630" y="2540615"/>
                    <a:pt x="3718402" y="2528460"/>
                  </a:cubicBezTo>
                  <a:close/>
                  <a:moveTo>
                    <a:pt x="3660666" y="2525675"/>
                  </a:moveTo>
                  <a:cubicBezTo>
                    <a:pt x="3661680" y="2519344"/>
                    <a:pt x="3658134" y="2509722"/>
                    <a:pt x="3648005" y="2508709"/>
                  </a:cubicBezTo>
                  <a:cubicBezTo>
                    <a:pt x="3635091" y="2508962"/>
                    <a:pt x="3630026" y="2524662"/>
                    <a:pt x="3637370" y="2533525"/>
                  </a:cubicBezTo>
                  <a:cubicBezTo>
                    <a:pt x="3644967" y="2542388"/>
                    <a:pt x="3659147" y="2537576"/>
                    <a:pt x="3660666" y="2525675"/>
                  </a:cubicBezTo>
                  <a:close/>
                  <a:moveTo>
                    <a:pt x="3601918" y="2522889"/>
                  </a:moveTo>
                  <a:cubicBezTo>
                    <a:pt x="3602678" y="2516559"/>
                    <a:pt x="3599386" y="2506936"/>
                    <a:pt x="3589257" y="2505923"/>
                  </a:cubicBezTo>
                  <a:cubicBezTo>
                    <a:pt x="3576596" y="2506176"/>
                    <a:pt x="3571531" y="2520610"/>
                    <a:pt x="3577608" y="2529726"/>
                  </a:cubicBezTo>
                  <a:cubicBezTo>
                    <a:pt x="3584952" y="2540109"/>
                    <a:pt x="3600146" y="2535804"/>
                    <a:pt x="3601918" y="2522889"/>
                  </a:cubicBezTo>
                  <a:close/>
                  <a:moveTo>
                    <a:pt x="3529749" y="2503391"/>
                  </a:moveTo>
                  <a:cubicBezTo>
                    <a:pt x="3516834" y="2503644"/>
                    <a:pt x="3511516" y="2518078"/>
                    <a:pt x="3518100" y="2527194"/>
                  </a:cubicBezTo>
                  <a:cubicBezTo>
                    <a:pt x="3525444" y="2537576"/>
                    <a:pt x="3540891" y="2533272"/>
                    <a:pt x="3542663" y="2520357"/>
                  </a:cubicBezTo>
                  <a:cubicBezTo>
                    <a:pt x="3543423" y="2513773"/>
                    <a:pt x="3540131" y="2504404"/>
                    <a:pt x="3529749" y="2503391"/>
                  </a:cubicBezTo>
                  <a:close/>
                  <a:moveTo>
                    <a:pt x="3469228" y="2500605"/>
                  </a:moveTo>
                  <a:cubicBezTo>
                    <a:pt x="3456313" y="2500859"/>
                    <a:pt x="3450996" y="2515293"/>
                    <a:pt x="3457579" y="2524409"/>
                  </a:cubicBezTo>
                  <a:cubicBezTo>
                    <a:pt x="3464923" y="2534791"/>
                    <a:pt x="3480876" y="2530233"/>
                    <a:pt x="3482649" y="2517572"/>
                  </a:cubicBezTo>
                  <a:cubicBezTo>
                    <a:pt x="3483408" y="2511241"/>
                    <a:pt x="3479863" y="2501618"/>
                    <a:pt x="3469228" y="2500605"/>
                  </a:cubicBezTo>
                  <a:close/>
                  <a:moveTo>
                    <a:pt x="3407947" y="2498073"/>
                  </a:moveTo>
                  <a:cubicBezTo>
                    <a:pt x="3394779" y="2498327"/>
                    <a:pt x="3389462" y="2512760"/>
                    <a:pt x="3396046" y="2521876"/>
                  </a:cubicBezTo>
                  <a:cubicBezTo>
                    <a:pt x="3403389" y="2532005"/>
                    <a:pt x="3419595" y="2527701"/>
                    <a:pt x="3421368" y="2515039"/>
                  </a:cubicBezTo>
                  <a:cubicBezTo>
                    <a:pt x="3422381" y="2508709"/>
                    <a:pt x="3418836" y="2499086"/>
                    <a:pt x="3407947" y="2498073"/>
                  </a:cubicBezTo>
                  <a:close/>
                  <a:moveTo>
                    <a:pt x="3359581" y="2512507"/>
                  </a:moveTo>
                  <a:cubicBezTo>
                    <a:pt x="3360594" y="2506176"/>
                    <a:pt x="3356795" y="2496554"/>
                    <a:pt x="3346160" y="2495541"/>
                  </a:cubicBezTo>
                  <a:cubicBezTo>
                    <a:pt x="3332992" y="2495794"/>
                    <a:pt x="3327675" y="2510228"/>
                    <a:pt x="3334258" y="2519344"/>
                  </a:cubicBezTo>
                  <a:cubicBezTo>
                    <a:pt x="3341855" y="2529980"/>
                    <a:pt x="3357809" y="2525675"/>
                    <a:pt x="3359581" y="2512507"/>
                  </a:cubicBezTo>
                  <a:close/>
                  <a:moveTo>
                    <a:pt x="3283360" y="2493262"/>
                  </a:moveTo>
                  <a:cubicBezTo>
                    <a:pt x="3269686" y="2493515"/>
                    <a:pt x="3264368" y="2507949"/>
                    <a:pt x="3271205" y="2517065"/>
                  </a:cubicBezTo>
                  <a:cubicBezTo>
                    <a:pt x="3279055" y="2527447"/>
                    <a:pt x="3295262" y="2523143"/>
                    <a:pt x="3297034" y="2510228"/>
                  </a:cubicBezTo>
                  <a:cubicBezTo>
                    <a:pt x="3298047" y="2503897"/>
                    <a:pt x="3294249" y="2494275"/>
                    <a:pt x="3283360" y="2493262"/>
                  </a:cubicBezTo>
                  <a:close/>
                  <a:moveTo>
                    <a:pt x="3219800" y="2490983"/>
                  </a:moveTo>
                  <a:cubicBezTo>
                    <a:pt x="3206126" y="2491236"/>
                    <a:pt x="3200808" y="2505670"/>
                    <a:pt x="3207645" y="2514786"/>
                  </a:cubicBezTo>
                  <a:cubicBezTo>
                    <a:pt x="3215496" y="2524915"/>
                    <a:pt x="3231955" y="2520610"/>
                    <a:pt x="3233728" y="2507949"/>
                  </a:cubicBezTo>
                  <a:cubicBezTo>
                    <a:pt x="3234741" y="2501618"/>
                    <a:pt x="3230942" y="2491996"/>
                    <a:pt x="3219800" y="2490983"/>
                  </a:cubicBezTo>
                  <a:close/>
                  <a:moveTo>
                    <a:pt x="2068129" y="2464647"/>
                  </a:moveTo>
                  <a:cubicBezTo>
                    <a:pt x="2052935" y="2465154"/>
                    <a:pt x="2048377" y="2479335"/>
                    <a:pt x="2054455" y="2487438"/>
                  </a:cubicBezTo>
                  <a:cubicBezTo>
                    <a:pt x="2062811" y="2498833"/>
                    <a:pt x="2082310" y="2494528"/>
                    <a:pt x="2084082" y="2481107"/>
                  </a:cubicBezTo>
                  <a:cubicBezTo>
                    <a:pt x="2084842" y="2474523"/>
                    <a:pt x="2080284" y="2465154"/>
                    <a:pt x="2068129" y="2464647"/>
                  </a:cubicBezTo>
                  <a:close/>
                  <a:moveTo>
                    <a:pt x="1997732" y="2463888"/>
                  </a:moveTo>
                  <a:cubicBezTo>
                    <a:pt x="1983552" y="2464394"/>
                    <a:pt x="1977727" y="2477815"/>
                    <a:pt x="1984311" y="2486931"/>
                  </a:cubicBezTo>
                  <a:cubicBezTo>
                    <a:pt x="1992414" y="2498327"/>
                    <a:pt x="2012166" y="2494022"/>
                    <a:pt x="2013685" y="2480601"/>
                  </a:cubicBezTo>
                  <a:cubicBezTo>
                    <a:pt x="2014445" y="2474017"/>
                    <a:pt x="2010140" y="2464647"/>
                    <a:pt x="1997732" y="2463888"/>
                  </a:cubicBezTo>
                  <a:close/>
                  <a:moveTo>
                    <a:pt x="1915940" y="2487438"/>
                  </a:moveTo>
                  <a:cubicBezTo>
                    <a:pt x="1924803" y="2497567"/>
                    <a:pt x="1942276" y="2493009"/>
                    <a:pt x="1943795" y="2479841"/>
                  </a:cubicBezTo>
                  <a:cubicBezTo>
                    <a:pt x="1944555" y="2473510"/>
                    <a:pt x="1940250" y="2464141"/>
                    <a:pt x="1928095" y="2463381"/>
                  </a:cubicBezTo>
                  <a:cubicBezTo>
                    <a:pt x="1913661" y="2463888"/>
                    <a:pt x="1908344" y="2478575"/>
                    <a:pt x="1915940" y="2487438"/>
                  </a:cubicBezTo>
                  <a:close/>
                  <a:moveTo>
                    <a:pt x="1875171" y="2479081"/>
                  </a:moveTo>
                  <a:cubicBezTo>
                    <a:pt x="1875931" y="2472751"/>
                    <a:pt x="1871626" y="2463381"/>
                    <a:pt x="1859724" y="2462622"/>
                  </a:cubicBezTo>
                  <a:cubicBezTo>
                    <a:pt x="1845797" y="2463128"/>
                    <a:pt x="1839973" y="2476549"/>
                    <a:pt x="1846556" y="2485665"/>
                  </a:cubicBezTo>
                  <a:cubicBezTo>
                    <a:pt x="1854660" y="2497060"/>
                    <a:pt x="1873651" y="2492502"/>
                    <a:pt x="1875171" y="2479081"/>
                  </a:cubicBezTo>
                  <a:close/>
                  <a:moveTo>
                    <a:pt x="1807306" y="2478828"/>
                  </a:moveTo>
                  <a:cubicBezTo>
                    <a:pt x="1808066" y="2472497"/>
                    <a:pt x="1803761" y="2463128"/>
                    <a:pt x="1791860" y="2462368"/>
                  </a:cubicBezTo>
                  <a:cubicBezTo>
                    <a:pt x="1777679" y="2462875"/>
                    <a:pt x="1772361" y="2477815"/>
                    <a:pt x="1779958" y="2486425"/>
                  </a:cubicBezTo>
                  <a:cubicBezTo>
                    <a:pt x="1788315" y="2496554"/>
                    <a:pt x="1805787" y="2491489"/>
                    <a:pt x="1807306" y="2478828"/>
                  </a:cubicBezTo>
                  <a:close/>
                  <a:moveTo>
                    <a:pt x="1739948" y="2478575"/>
                  </a:moveTo>
                  <a:cubicBezTo>
                    <a:pt x="1740708" y="2472244"/>
                    <a:pt x="1736403" y="2462875"/>
                    <a:pt x="1725008" y="2462115"/>
                  </a:cubicBezTo>
                  <a:cubicBezTo>
                    <a:pt x="1710827" y="2462875"/>
                    <a:pt x="1705763" y="2477562"/>
                    <a:pt x="1713360" y="2486172"/>
                  </a:cubicBezTo>
                  <a:cubicBezTo>
                    <a:pt x="1721969" y="2496301"/>
                    <a:pt x="1738682" y="2491489"/>
                    <a:pt x="1739948" y="2478575"/>
                  </a:cubicBezTo>
                  <a:close/>
                  <a:moveTo>
                    <a:pt x="1674110" y="2478322"/>
                  </a:moveTo>
                  <a:cubicBezTo>
                    <a:pt x="1674869" y="2471991"/>
                    <a:pt x="1670564" y="2462622"/>
                    <a:pt x="1659169" y="2461862"/>
                  </a:cubicBezTo>
                  <a:cubicBezTo>
                    <a:pt x="1644989" y="2462622"/>
                    <a:pt x="1639924" y="2477309"/>
                    <a:pt x="1647521" y="2485918"/>
                  </a:cubicBezTo>
                  <a:cubicBezTo>
                    <a:pt x="1656131" y="2496047"/>
                    <a:pt x="1672590" y="2491236"/>
                    <a:pt x="1674110" y="2478322"/>
                  </a:cubicBezTo>
                  <a:close/>
                  <a:moveTo>
                    <a:pt x="1608777" y="2478322"/>
                  </a:moveTo>
                  <a:cubicBezTo>
                    <a:pt x="1609537" y="2471991"/>
                    <a:pt x="1605232" y="2462622"/>
                    <a:pt x="1594090" y="2461862"/>
                  </a:cubicBezTo>
                  <a:cubicBezTo>
                    <a:pt x="1580163" y="2462622"/>
                    <a:pt x="1575351" y="2477309"/>
                    <a:pt x="1582442" y="2485918"/>
                  </a:cubicBezTo>
                  <a:cubicBezTo>
                    <a:pt x="1591052" y="2496301"/>
                    <a:pt x="1607511" y="2491236"/>
                    <a:pt x="1608777" y="2478322"/>
                  </a:cubicBezTo>
                  <a:close/>
                  <a:moveTo>
                    <a:pt x="1544711" y="2478322"/>
                  </a:moveTo>
                  <a:cubicBezTo>
                    <a:pt x="1545471" y="2471991"/>
                    <a:pt x="1541166" y="2462622"/>
                    <a:pt x="1530024" y="2462115"/>
                  </a:cubicBezTo>
                  <a:cubicBezTo>
                    <a:pt x="1516603" y="2462875"/>
                    <a:pt x="1511792" y="2477562"/>
                    <a:pt x="1518882" y="2486425"/>
                  </a:cubicBezTo>
                  <a:cubicBezTo>
                    <a:pt x="1526985" y="2496047"/>
                    <a:pt x="1543445" y="2490983"/>
                    <a:pt x="1544711" y="2478322"/>
                  </a:cubicBezTo>
                  <a:close/>
                  <a:moveTo>
                    <a:pt x="1481405" y="2478322"/>
                  </a:moveTo>
                  <a:cubicBezTo>
                    <a:pt x="1481911" y="2471991"/>
                    <a:pt x="1478113" y="2462622"/>
                    <a:pt x="1467224" y="2462115"/>
                  </a:cubicBezTo>
                  <a:cubicBezTo>
                    <a:pt x="1454056" y="2462875"/>
                    <a:pt x="1449245" y="2477562"/>
                    <a:pt x="1456335" y="2486425"/>
                  </a:cubicBezTo>
                  <a:cubicBezTo>
                    <a:pt x="1464185" y="2496301"/>
                    <a:pt x="1480139" y="2491489"/>
                    <a:pt x="1481405" y="2478322"/>
                  </a:cubicBezTo>
                  <a:close/>
                  <a:moveTo>
                    <a:pt x="1419111" y="2478575"/>
                  </a:moveTo>
                  <a:cubicBezTo>
                    <a:pt x="1419618" y="2472244"/>
                    <a:pt x="1415819" y="2462875"/>
                    <a:pt x="1404930" y="2462368"/>
                  </a:cubicBezTo>
                  <a:cubicBezTo>
                    <a:pt x="1391763" y="2463128"/>
                    <a:pt x="1386951" y="2477815"/>
                    <a:pt x="1394042" y="2486678"/>
                  </a:cubicBezTo>
                  <a:cubicBezTo>
                    <a:pt x="1402398" y="2496554"/>
                    <a:pt x="1417845" y="2491489"/>
                    <a:pt x="1419111" y="2478575"/>
                  </a:cubicBezTo>
                  <a:close/>
                  <a:moveTo>
                    <a:pt x="4951106" y="2609493"/>
                  </a:moveTo>
                  <a:cubicBezTo>
                    <a:pt x="4951612" y="2605441"/>
                    <a:pt x="4951612" y="2601389"/>
                    <a:pt x="4951865" y="2597338"/>
                  </a:cubicBezTo>
                  <a:cubicBezTo>
                    <a:pt x="4952119" y="2589741"/>
                    <a:pt x="4952625" y="2581131"/>
                    <a:pt x="4952625" y="2580118"/>
                  </a:cubicBezTo>
                  <a:lnTo>
                    <a:pt x="4952625" y="2580118"/>
                  </a:lnTo>
                  <a:cubicBezTo>
                    <a:pt x="4952372" y="2580118"/>
                    <a:pt x="4950852" y="2607467"/>
                    <a:pt x="4951106" y="2609493"/>
                  </a:cubicBezTo>
                  <a:close/>
                  <a:moveTo>
                    <a:pt x="4951106" y="2576573"/>
                  </a:moveTo>
                  <a:cubicBezTo>
                    <a:pt x="4951106" y="2576573"/>
                    <a:pt x="4951106" y="2576573"/>
                    <a:pt x="4951106" y="2576573"/>
                  </a:cubicBezTo>
                  <a:cubicBezTo>
                    <a:pt x="4950599" y="2577839"/>
                    <a:pt x="4948826" y="2604681"/>
                    <a:pt x="4949840" y="2606201"/>
                  </a:cubicBezTo>
                  <a:cubicBezTo>
                    <a:pt x="4950346" y="2605188"/>
                    <a:pt x="4950852" y="2595818"/>
                    <a:pt x="4950852" y="2593793"/>
                  </a:cubicBezTo>
                  <a:cubicBezTo>
                    <a:pt x="4951106" y="2587209"/>
                    <a:pt x="4951612" y="2577586"/>
                    <a:pt x="4951106" y="2576573"/>
                  </a:cubicBezTo>
                  <a:close/>
                  <a:moveTo>
                    <a:pt x="4948067" y="2589994"/>
                  </a:moveTo>
                  <a:cubicBezTo>
                    <a:pt x="4948320" y="2583663"/>
                    <a:pt x="4948573" y="2574041"/>
                    <a:pt x="4947814" y="2572775"/>
                  </a:cubicBezTo>
                  <a:cubicBezTo>
                    <a:pt x="4947814" y="2572775"/>
                    <a:pt x="4947814" y="2572775"/>
                    <a:pt x="4947814" y="2572775"/>
                  </a:cubicBezTo>
                  <a:cubicBezTo>
                    <a:pt x="4946801" y="2574041"/>
                    <a:pt x="4944775" y="2600883"/>
                    <a:pt x="4946548" y="2602402"/>
                  </a:cubicBezTo>
                  <a:cubicBezTo>
                    <a:pt x="4947307" y="2601389"/>
                    <a:pt x="4947814" y="2592020"/>
                    <a:pt x="4948067" y="2589994"/>
                  </a:cubicBezTo>
                  <a:close/>
                  <a:moveTo>
                    <a:pt x="4943002" y="2586449"/>
                  </a:moveTo>
                  <a:cubicBezTo>
                    <a:pt x="4943256" y="2580118"/>
                    <a:pt x="4943509" y="2570496"/>
                    <a:pt x="4942496" y="2569230"/>
                  </a:cubicBezTo>
                  <a:cubicBezTo>
                    <a:pt x="4942496" y="2569230"/>
                    <a:pt x="4942496" y="2569230"/>
                    <a:pt x="4942243" y="2569230"/>
                  </a:cubicBezTo>
                  <a:cubicBezTo>
                    <a:pt x="4940217" y="2571002"/>
                    <a:pt x="4939204" y="2598604"/>
                    <a:pt x="4941230" y="2598857"/>
                  </a:cubicBezTo>
                  <a:cubicBezTo>
                    <a:pt x="4942496" y="2597591"/>
                    <a:pt x="4943002" y="2588222"/>
                    <a:pt x="4943002" y="2586449"/>
                  </a:cubicBezTo>
                  <a:close/>
                  <a:moveTo>
                    <a:pt x="4936165" y="2582651"/>
                  </a:moveTo>
                  <a:cubicBezTo>
                    <a:pt x="4936672" y="2576320"/>
                    <a:pt x="4936419" y="2566697"/>
                    <a:pt x="4935152" y="2565431"/>
                  </a:cubicBezTo>
                  <a:cubicBezTo>
                    <a:pt x="4931860" y="2565178"/>
                    <a:pt x="4931860" y="2593033"/>
                    <a:pt x="4933633" y="2594805"/>
                  </a:cubicBezTo>
                  <a:cubicBezTo>
                    <a:pt x="4934646" y="2596072"/>
                    <a:pt x="4935659" y="2590754"/>
                    <a:pt x="4936165" y="2582651"/>
                  </a:cubicBezTo>
                  <a:close/>
                  <a:moveTo>
                    <a:pt x="4925783" y="2561633"/>
                  </a:moveTo>
                  <a:cubicBezTo>
                    <a:pt x="4925783" y="2561633"/>
                    <a:pt x="4925530" y="2561633"/>
                    <a:pt x="4925783" y="2561633"/>
                  </a:cubicBezTo>
                  <a:cubicBezTo>
                    <a:pt x="4922744" y="2562393"/>
                    <a:pt x="4921478" y="2588475"/>
                    <a:pt x="4924010" y="2591007"/>
                  </a:cubicBezTo>
                  <a:cubicBezTo>
                    <a:pt x="4925277" y="2592273"/>
                    <a:pt x="4926796" y="2586956"/>
                    <a:pt x="4927303" y="2578852"/>
                  </a:cubicBezTo>
                  <a:cubicBezTo>
                    <a:pt x="4927809" y="2572521"/>
                    <a:pt x="4927556" y="2562899"/>
                    <a:pt x="4925783" y="2561633"/>
                  </a:cubicBezTo>
                  <a:close/>
                  <a:moveTo>
                    <a:pt x="4916414" y="2575054"/>
                  </a:moveTo>
                  <a:cubicBezTo>
                    <a:pt x="4916920" y="2568723"/>
                    <a:pt x="4916414" y="2559101"/>
                    <a:pt x="4914388" y="2557835"/>
                  </a:cubicBezTo>
                  <a:cubicBezTo>
                    <a:pt x="4910083" y="2557581"/>
                    <a:pt x="4909830" y="2583410"/>
                    <a:pt x="4912362" y="2586956"/>
                  </a:cubicBezTo>
                  <a:cubicBezTo>
                    <a:pt x="4913882" y="2589234"/>
                    <a:pt x="4915907" y="2583663"/>
                    <a:pt x="4916414" y="2575054"/>
                  </a:cubicBezTo>
                  <a:close/>
                  <a:moveTo>
                    <a:pt x="4903499" y="2571255"/>
                  </a:moveTo>
                  <a:cubicBezTo>
                    <a:pt x="4904006" y="2564925"/>
                    <a:pt x="4903499" y="2555302"/>
                    <a:pt x="4900967" y="2554036"/>
                  </a:cubicBezTo>
                  <a:cubicBezTo>
                    <a:pt x="4896156" y="2553783"/>
                    <a:pt x="4895902" y="2579612"/>
                    <a:pt x="4898941" y="2583157"/>
                  </a:cubicBezTo>
                  <a:cubicBezTo>
                    <a:pt x="4900714" y="2585436"/>
                    <a:pt x="4902740" y="2579865"/>
                    <a:pt x="4903499" y="2571255"/>
                  </a:cubicBezTo>
                  <a:close/>
                  <a:moveTo>
                    <a:pt x="4888559" y="2567457"/>
                  </a:moveTo>
                  <a:cubicBezTo>
                    <a:pt x="4889066" y="2561126"/>
                    <a:pt x="4888559" y="2551504"/>
                    <a:pt x="4885520" y="2550238"/>
                  </a:cubicBezTo>
                  <a:cubicBezTo>
                    <a:pt x="4885520" y="2550238"/>
                    <a:pt x="4885267" y="2550238"/>
                    <a:pt x="4885014" y="2550238"/>
                  </a:cubicBezTo>
                  <a:cubicBezTo>
                    <a:pt x="4880709" y="2550997"/>
                    <a:pt x="4879189" y="2575054"/>
                    <a:pt x="4883241" y="2579359"/>
                  </a:cubicBezTo>
                  <a:cubicBezTo>
                    <a:pt x="4885520" y="2581638"/>
                    <a:pt x="4888052" y="2576067"/>
                    <a:pt x="4888559" y="2567457"/>
                  </a:cubicBezTo>
                  <a:close/>
                  <a:moveTo>
                    <a:pt x="4868554" y="2546439"/>
                  </a:moveTo>
                  <a:cubicBezTo>
                    <a:pt x="4868301" y="2546439"/>
                    <a:pt x="4868301" y="2546439"/>
                    <a:pt x="4868048" y="2546439"/>
                  </a:cubicBezTo>
                  <a:cubicBezTo>
                    <a:pt x="4863236" y="2547199"/>
                    <a:pt x="4861717" y="2571255"/>
                    <a:pt x="4866275" y="2575560"/>
                  </a:cubicBezTo>
                  <a:cubicBezTo>
                    <a:pt x="4868554" y="2577839"/>
                    <a:pt x="4871086" y="2572268"/>
                    <a:pt x="4871846" y="2563659"/>
                  </a:cubicBezTo>
                  <a:cubicBezTo>
                    <a:pt x="4872353" y="2557328"/>
                    <a:pt x="4871593" y="2547705"/>
                    <a:pt x="4868554" y="2546439"/>
                  </a:cubicBezTo>
                  <a:close/>
                  <a:moveTo>
                    <a:pt x="4846776" y="2571255"/>
                  </a:moveTo>
                  <a:cubicBezTo>
                    <a:pt x="4849309" y="2574547"/>
                    <a:pt x="4852601" y="2568976"/>
                    <a:pt x="4853361" y="2559860"/>
                  </a:cubicBezTo>
                  <a:cubicBezTo>
                    <a:pt x="4853867" y="2553530"/>
                    <a:pt x="4853107" y="2543907"/>
                    <a:pt x="4849562" y="2542641"/>
                  </a:cubicBezTo>
                  <a:cubicBezTo>
                    <a:pt x="4843231" y="2542388"/>
                    <a:pt x="4842725" y="2566191"/>
                    <a:pt x="4846776" y="2571255"/>
                  </a:cubicBezTo>
                  <a:close/>
                  <a:moveTo>
                    <a:pt x="4828798" y="2538843"/>
                  </a:moveTo>
                  <a:cubicBezTo>
                    <a:pt x="4822467" y="2538589"/>
                    <a:pt x="4821707" y="2562646"/>
                    <a:pt x="4826012" y="2567457"/>
                  </a:cubicBezTo>
                  <a:cubicBezTo>
                    <a:pt x="4828798" y="2570749"/>
                    <a:pt x="4832343" y="2565178"/>
                    <a:pt x="4833102" y="2556062"/>
                  </a:cubicBezTo>
                  <a:lnTo>
                    <a:pt x="4833102" y="2556062"/>
                  </a:lnTo>
                  <a:cubicBezTo>
                    <a:pt x="4833609" y="2549731"/>
                    <a:pt x="4832596" y="2540109"/>
                    <a:pt x="4828798" y="2538843"/>
                  </a:cubicBezTo>
                  <a:close/>
                  <a:moveTo>
                    <a:pt x="4810818" y="2552264"/>
                  </a:moveTo>
                  <a:cubicBezTo>
                    <a:pt x="4811325" y="2545933"/>
                    <a:pt x="4810312" y="2536310"/>
                    <a:pt x="4806261" y="2535044"/>
                  </a:cubicBezTo>
                  <a:cubicBezTo>
                    <a:pt x="4799423" y="2534791"/>
                    <a:pt x="4798664" y="2558847"/>
                    <a:pt x="4803222" y="2563659"/>
                  </a:cubicBezTo>
                  <a:cubicBezTo>
                    <a:pt x="4806514" y="2566951"/>
                    <a:pt x="4810059" y="2561633"/>
                    <a:pt x="4810818" y="2552264"/>
                  </a:cubicBezTo>
                  <a:close/>
                  <a:moveTo>
                    <a:pt x="4787015" y="2548465"/>
                  </a:moveTo>
                  <a:cubicBezTo>
                    <a:pt x="4787522" y="2542134"/>
                    <a:pt x="4786509" y="2532512"/>
                    <a:pt x="4782204" y="2531246"/>
                  </a:cubicBezTo>
                  <a:cubicBezTo>
                    <a:pt x="4775367" y="2530992"/>
                    <a:pt x="4773848" y="2553276"/>
                    <a:pt x="4778659" y="2559354"/>
                  </a:cubicBezTo>
                  <a:cubicBezTo>
                    <a:pt x="4781951" y="2563659"/>
                    <a:pt x="4786256" y="2558341"/>
                    <a:pt x="4787015" y="2548465"/>
                  </a:cubicBezTo>
                  <a:close/>
                  <a:moveTo>
                    <a:pt x="4761439" y="2544667"/>
                  </a:moveTo>
                  <a:cubicBezTo>
                    <a:pt x="4761946" y="2538336"/>
                    <a:pt x="4760680" y="2528714"/>
                    <a:pt x="4756122" y="2527447"/>
                  </a:cubicBezTo>
                  <a:cubicBezTo>
                    <a:pt x="4748778" y="2527447"/>
                    <a:pt x="4747259" y="2549478"/>
                    <a:pt x="4752323" y="2555555"/>
                  </a:cubicBezTo>
                  <a:cubicBezTo>
                    <a:pt x="4756122" y="2559860"/>
                    <a:pt x="4760680" y="2554542"/>
                    <a:pt x="4761439" y="2544667"/>
                  </a:cubicBezTo>
                  <a:close/>
                  <a:moveTo>
                    <a:pt x="4728520" y="2523649"/>
                  </a:moveTo>
                  <a:cubicBezTo>
                    <a:pt x="4720670" y="2523649"/>
                    <a:pt x="4719151" y="2545680"/>
                    <a:pt x="4724722" y="2551757"/>
                  </a:cubicBezTo>
                  <a:cubicBezTo>
                    <a:pt x="4728520" y="2556062"/>
                    <a:pt x="4733331" y="2550491"/>
                    <a:pt x="4734345" y="2540868"/>
                  </a:cubicBezTo>
                  <a:cubicBezTo>
                    <a:pt x="4734851" y="2534538"/>
                    <a:pt x="4733331" y="2524915"/>
                    <a:pt x="4728520" y="2523649"/>
                  </a:cubicBezTo>
                  <a:close/>
                  <a:moveTo>
                    <a:pt x="4705477" y="2537323"/>
                  </a:moveTo>
                  <a:cubicBezTo>
                    <a:pt x="4705983" y="2530992"/>
                    <a:pt x="4704717" y="2521370"/>
                    <a:pt x="4699399" y="2520104"/>
                  </a:cubicBezTo>
                  <a:cubicBezTo>
                    <a:pt x="4691043" y="2520104"/>
                    <a:pt x="4689523" y="2542134"/>
                    <a:pt x="4695348" y="2548212"/>
                  </a:cubicBezTo>
                  <a:cubicBezTo>
                    <a:pt x="4699399" y="2552517"/>
                    <a:pt x="4704464" y="2546946"/>
                    <a:pt x="4705477" y="2537323"/>
                  </a:cubicBezTo>
                  <a:close/>
                  <a:moveTo>
                    <a:pt x="4668506" y="2516306"/>
                  </a:moveTo>
                  <a:cubicBezTo>
                    <a:pt x="4660149" y="2516306"/>
                    <a:pt x="4657870" y="2536310"/>
                    <a:pt x="4663694" y="2543654"/>
                  </a:cubicBezTo>
                  <a:cubicBezTo>
                    <a:pt x="4667999" y="2549225"/>
                    <a:pt x="4673824" y="2543907"/>
                    <a:pt x="4674836" y="2533525"/>
                  </a:cubicBezTo>
                  <a:cubicBezTo>
                    <a:pt x="4675596" y="2527194"/>
                    <a:pt x="4674077" y="2517572"/>
                    <a:pt x="4668506" y="2516306"/>
                  </a:cubicBezTo>
                  <a:close/>
                  <a:moveTo>
                    <a:pt x="4636093" y="2512760"/>
                  </a:moveTo>
                  <a:cubicBezTo>
                    <a:pt x="4627483" y="2512760"/>
                    <a:pt x="4625204" y="2532765"/>
                    <a:pt x="4631281" y="2540109"/>
                  </a:cubicBezTo>
                  <a:cubicBezTo>
                    <a:pt x="4635840" y="2545680"/>
                    <a:pt x="4641917" y="2540362"/>
                    <a:pt x="4642930" y="2529980"/>
                  </a:cubicBezTo>
                  <a:cubicBezTo>
                    <a:pt x="4643690" y="2523396"/>
                    <a:pt x="4641917" y="2513773"/>
                    <a:pt x="4636093" y="2512760"/>
                  </a:cubicBezTo>
                  <a:close/>
                  <a:moveTo>
                    <a:pt x="4602161" y="2508962"/>
                  </a:moveTo>
                  <a:cubicBezTo>
                    <a:pt x="4593044" y="2508962"/>
                    <a:pt x="4590765" y="2529220"/>
                    <a:pt x="4597096" y="2536310"/>
                  </a:cubicBezTo>
                  <a:cubicBezTo>
                    <a:pt x="4601907" y="2541881"/>
                    <a:pt x="4608238" y="2536563"/>
                    <a:pt x="4609251" y="2526181"/>
                  </a:cubicBezTo>
                  <a:cubicBezTo>
                    <a:pt x="4610011" y="2519851"/>
                    <a:pt x="4608238" y="2510228"/>
                    <a:pt x="4602161" y="2508962"/>
                  </a:cubicBezTo>
                  <a:close/>
                  <a:moveTo>
                    <a:pt x="4566962" y="2505417"/>
                  </a:moveTo>
                  <a:cubicBezTo>
                    <a:pt x="4557846" y="2505417"/>
                    <a:pt x="4555061" y="2524155"/>
                    <a:pt x="4561138" y="2532005"/>
                  </a:cubicBezTo>
                  <a:cubicBezTo>
                    <a:pt x="4566203" y="2538843"/>
                    <a:pt x="4573293" y="2533525"/>
                    <a:pt x="4574559" y="2522636"/>
                  </a:cubicBezTo>
                  <a:cubicBezTo>
                    <a:pt x="4575065" y="2516306"/>
                    <a:pt x="4573039" y="2506683"/>
                    <a:pt x="4566962" y="2505417"/>
                  </a:cubicBezTo>
                  <a:close/>
                  <a:moveTo>
                    <a:pt x="4529991" y="2501872"/>
                  </a:moveTo>
                  <a:cubicBezTo>
                    <a:pt x="4520622" y="2501872"/>
                    <a:pt x="4517836" y="2520610"/>
                    <a:pt x="4523914" y="2528460"/>
                  </a:cubicBezTo>
                  <a:cubicBezTo>
                    <a:pt x="4528978" y="2535044"/>
                    <a:pt x="4536575" y="2529980"/>
                    <a:pt x="4537841" y="2519091"/>
                  </a:cubicBezTo>
                  <a:cubicBezTo>
                    <a:pt x="4538601" y="2512507"/>
                    <a:pt x="4536575" y="2503138"/>
                    <a:pt x="4529991" y="2501872"/>
                  </a:cubicBezTo>
                  <a:close/>
                  <a:moveTo>
                    <a:pt x="4491754" y="2498327"/>
                  </a:moveTo>
                  <a:cubicBezTo>
                    <a:pt x="4482131" y="2498327"/>
                    <a:pt x="4479346" y="2517065"/>
                    <a:pt x="4485677" y="2524915"/>
                  </a:cubicBezTo>
                  <a:cubicBezTo>
                    <a:pt x="4490994" y="2531499"/>
                    <a:pt x="4498844" y="2526434"/>
                    <a:pt x="4500111" y="2515546"/>
                  </a:cubicBezTo>
                  <a:cubicBezTo>
                    <a:pt x="4500617" y="2508962"/>
                    <a:pt x="4498591" y="2499593"/>
                    <a:pt x="4491754" y="2498327"/>
                  </a:cubicBezTo>
                  <a:close/>
                  <a:moveTo>
                    <a:pt x="4451997" y="2494781"/>
                  </a:moveTo>
                  <a:cubicBezTo>
                    <a:pt x="4441869" y="2494781"/>
                    <a:pt x="4439083" y="2513520"/>
                    <a:pt x="4445667" y="2521370"/>
                  </a:cubicBezTo>
                  <a:cubicBezTo>
                    <a:pt x="4451238" y="2527954"/>
                    <a:pt x="4459341" y="2522889"/>
                    <a:pt x="4460354" y="2512001"/>
                  </a:cubicBezTo>
                  <a:cubicBezTo>
                    <a:pt x="4461114" y="2505417"/>
                    <a:pt x="4458835" y="2496047"/>
                    <a:pt x="4451997" y="2494781"/>
                  </a:cubicBezTo>
                  <a:close/>
                  <a:moveTo>
                    <a:pt x="4419585" y="2508455"/>
                  </a:moveTo>
                  <a:cubicBezTo>
                    <a:pt x="4420344" y="2502125"/>
                    <a:pt x="4418065" y="2492502"/>
                    <a:pt x="4410722" y="2491236"/>
                  </a:cubicBezTo>
                  <a:cubicBezTo>
                    <a:pt x="4400086" y="2491236"/>
                    <a:pt x="4397301" y="2509975"/>
                    <a:pt x="4404138" y="2517825"/>
                  </a:cubicBezTo>
                  <a:cubicBezTo>
                    <a:pt x="4410215" y="2524662"/>
                    <a:pt x="4418572" y="2519597"/>
                    <a:pt x="4419585" y="2508455"/>
                  </a:cubicBezTo>
                  <a:close/>
                  <a:moveTo>
                    <a:pt x="4377549" y="2504910"/>
                  </a:moveTo>
                  <a:cubicBezTo>
                    <a:pt x="4378309" y="2498580"/>
                    <a:pt x="4375777" y="2488957"/>
                    <a:pt x="4368433" y="2487691"/>
                  </a:cubicBezTo>
                  <a:cubicBezTo>
                    <a:pt x="4357797" y="2487691"/>
                    <a:pt x="4354759" y="2506430"/>
                    <a:pt x="4361849" y="2514280"/>
                  </a:cubicBezTo>
                  <a:cubicBezTo>
                    <a:pt x="4367673" y="2521117"/>
                    <a:pt x="4376283" y="2515799"/>
                    <a:pt x="4377549" y="2504910"/>
                  </a:cubicBezTo>
                  <a:close/>
                  <a:moveTo>
                    <a:pt x="4333994" y="2501618"/>
                  </a:moveTo>
                  <a:cubicBezTo>
                    <a:pt x="4334754" y="2495288"/>
                    <a:pt x="4332222" y="2485665"/>
                    <a:pt x="4324625" y="2484399"/>
                  </a:cubicBezTo>
                  <a:cubicBezTo>
                    <a:pt x="4313989" y="2484399"/>
                    <a:pt x="4310697" y="2501618"/>
                    <a:pt x="4317028" y="2510228"/>
                  </a:cubicBezTo>
                  <a:cubicBezTo>
                    <a:pt x="4323106" y="2518078"/>
                    <a:pt x="4332728" y="2513267"/>
                    <a:pt x="4333994" y="2501618"/>
                  </a:cubicBezTo>
                  <a:close/>
                  <a:moveTo>
                    <a:pt x="4289426" y="2498073"/>
                  </a:moveTo>
                  <a:cubicBezTo>
                    <a:pt x="4290186" y="2491743"/>
                    <a:pt x="4287654" y="2482120"/>
                    <a:pt x="4279804" y="2480854"/>
                  </a:cubicBezTo>
                  <a:cubicBezTo>
                    <a:pt x="4268915" y="2480854"/>
                    <a:pt x="4265117" y="2498073"/>
                    <a:pt x="4271954" y="2506683"/>
                  </a:cubicBezTo>
                  <a:cubicBezTo>
                    <a:pt x="4278031" y="2514786"/>
                    <a:pt x="4287907" y="2509722"/>
                    <a:pt x="4289426" y="2498073"/>
                  </a:cubicBezTo>
                  <a:close/>
                  <a:moveTo>
                    <a:pt x="4243340" y="2494781"/>
                  </a:moveTo>
                  <a:cubicBezTo>
                    <a:pt x="4244099" y="2488451"/>
                    <a:pt x="4241314" y="2478828"/>
                    <a:pt x="4233210" y="2477562"/>
                  </a:cubicBezTo>
                  <a:cubicBezTo>
                    <a:pt x="4222068" y="2477562"/>
                    <a:pt x="4218523" y="2494781"/>
                    <a:pt x="4225360" y="2503391"/>
                  </a:cubicBezTo>
                  <a:cubicBezTo>
                    <a:pt x="4231691" y="2511241"/>
                    <a:pt x="4242073" y="2506430"/>
                    <a:pt x="4243340" y="2494781"/>
                  </a:cubicBezTo>
                  <a:close/>
                  <a:moveTo>
                    <a:pt x="4196240" y="2491489"/>
                  </a:moveTo>
                  <a:cubicBezTo>
                    <a:pt x="4196999" y="2485159"/>
                    <a:pt x="4194214" y="2475536"/>
                    <a:pt x="4185857" y="2474270"/>
                  </a:cubicBezTo>
                  <a:cubicBezTo>
                    <a:pt x="4174462" y="2474270"/>
                    <a:pt x="4170663" y="2491489"/>
                    <a:pt x="4177754" y="2500099"/>
                  </a:cubicBezTo>
                  <a:cubicBezTo>
                    <a:pt x="4184084" y="2507949"/>
                    <a:pt x="4194720" y="2502884"/>
                    <a:pt x="4196240" y="2491489"/>
                  </a:cubicBezTo>
                  <a:close/>
                  <a:moveTo>
                    <a:pt x="4147620" y="2488197"/>
                  </a:moveTo>
                  <a:cubicBezTo>
                    <a:pt x="4148380" y="2481867"/>
                    <a:pt x="4145594" y="2472244"/>
                    <a:pt x="4136984" y="2470978"/>
                  </a:cubicBezTo>
                  <a:cubicBezTo>
                    <a:pt x="4125336" y="2470978"/>
                    <a:pt x="4121537" y="2488197"/>
                    <a:pt x="4128881" y="2496807"/>
                  </a:cubicBezTo>
                  <a:cubicBezTo>
                    <a:pt x="4135465" y="2504910"/>
                    <a:pt x="4146354" y="2499846"/>
                    <a:pt x="4147620" y="2488197"/>
                  </a:cubicBezTo>
                  <a:close/>
                  <a:moveTo>
                    <a:pt x="4097988" y="2485159"/>
                  </a:moveTo>
                  <a:lnTo>
                    <a:pt x="4097988" y="2485159"/>
                  </a:lnTo>
                  <a:cubicBezTo>
                    <a:pt x="4098747" y="2478828"/>
                    <a:pt x="4095962" y="2469205"/>
                    <a:pt x="4087099" y="2467939"/>
                  </a:cubicBezTo>
                  <a:cubicBezTo>
                    <a:pt x="4075704" y="2467939"/>
                    <a:pt x="4071399" y="2483892"/>
                    <a:pt x="4077983" y="2492756"/>
                  </a:cubicBezTo>
                  <a:cubicBezTo>
                    <a:pt x="4084567" y="2501872"/>
                    <a:pt x="4096721" y="2497314"/>
                    <a:pt x="4097988" y="2485159"/>
                  </a:cubicBezTo>
                  <a:close/>
                  <a:moveTo>
                    <a:pt x="4047343" y="2481867"/>
                  </a:moveTo>
                  <a:cubicBezTo>
                    <a:pt x="4048102" y="2475536"/>
                    <a:pt x="4045064" y="2465913"/>
                    <a:pt x="4036201" y="2464647"/>
                  </a:cubicBezTo>
                  <a:cubicBezTo>
                    <a:pt x="4024552" y="2464647"/>
                    <a:pt x="4020501" y="2480601"/>
                    <a:pt x="4026831" y="2489463"/>
                  </a:cubicBezTo>
                  <a:cubicBezTo>
                    <a:pt x="4033668" y="2498833"/>
                    <a:pt x="4045823" y="2494275"/>
                    <a:pt x="4047343" y="2481867"/>
                  </a:cubicBezTo>
                  <a:close/>
                  <a:moveTo>
                    <a:pt x="3995431" y="2478828"/>
                  </a:moveTo>
                  <a:cubicBezTo>
                    <a:pt x="3996191" y="2472497"/>
                    <a:pt x="3993152" y="2462875"/>
                    <a:pt x="3984036" y="2461609"/>
                  </a:cubicBezTo>
                  <a:cubicBezTo>
                    <a:pt x="3972387" y="2461609"/>
                    <a:pt x="3967830" y="2477562"/>
                    <a:pt x="3974667" y="2486425"/>
                  </a:cubicBezTo>
                  <a:cubicBezTo>
                    <a:pt x="3981504" y="2495794"/>
                    <a:pt x="3993912" y="2490983"/>
                    <a:pt x="3995431" y="2478828"/>
                  </a:cubicBezTo>
                  <a:close/>
                  <a:moveTo>
                    <a:pt x="3931112" y="2458570"/>
                  </a:moveTo>
                  <a:cubicBezTo>
                    <a:pt x="3918957" y="2458570"/>
                    <a:pt x="3914399" y="2474523"/>
                    <a:pt x="3921489" y="2483386"/>
                  </a:cubicBezTo>
                  <a:cubicBezTo>
                    <a:pt x="3928580" y="2492502"/>
                    <a:pt x="3941241" y="2487944"/>
                    <a:pt x="3942760" y="2475789"/>
                  </a:cubicBezTo>
                  <a:cubicBezTo>
                    <a:pt x="3943520" y="2469205"/>
                    <a:pt x="3940228" y="2459836"/>
                    <a:pt x="3931112" y="2458570"/>
                  </a:cubicBezTo>
                  <a:close/>
                  <a:moveTo>
                    <a:pt x="3876668" y="2455531"/>
                  </a:moveTo>
                  <a:cubicBezTo>
                    <a:pt x="3864513" y="2455531"/>
                    <a:pt x="3859955" y="2471484"/>
                    <a:pt x="3866792" y="2480347"/>
                  </a:cubicBezTo>
                  <a:cubicBezTo>
                    <a:pt x="3873883" y="2489463"/>
                    <a:pt x="3887050" y="2484652"/>
                    <a:pt x="3888570" y="2472497"/>
                  </a:cubicBezTo>
                  <a:cubicBezTo>
                    <a:pt x="3889583" y="2466167"/>
                    <a:pt x="3886291" y="2456797"/>
                    <a:pt x="3876668" y="2455531"/>
                  </a:cubicBezTo>
                  <a:close/>
                  <a:moveTo>
                    <a:pt x="3821718" y="2452746"/>
                  </a:moveTo>
                  <a:cubicBezTo>
                    <a:pt x="3809310" y="2452746"/>
                    <a:pt x="3804752" y="2468699"/>
                    <a:pt x="3811842" y="2477562"/>
                  </a:cubicBezTo>
                  <a:cubicBezTo>
                    <a:pt x="3818933" y="2486678"/>
                    <a:pt x="3832354" y="2481867"/>
                    <a:pt x="3833873" y="2469712"/>
                  </a:cubicBezTo>
                  <a:cubicBezTo>
                    <a:pt x="3834633" y="2463381"/>
                    <a:pt x="3831341" y="2453759"/>
                    <a:pt x="3821718" y="2452746"/>
                  </a:cubicBezTo>
                  <a:close/>
                  <a:moveTo>
                    <a:pt x="3765502" y="2449707"/>
                  </a:moveTo>
                  <a:cubicBezTo>
                    <a:pt x="3752841" y="2449707"/>
                    <a:pt x="3748283" y="2465660"/>
                    <a:pt x="3755373" y="2474523"/>
                  </a:cubicBezTo>
                  <a:cubicBezTo>
                    <a:pt x="3762716" y="2483639"/>
                    <a:pt x="3776137" y="2479081"/>
                    <a:pt x="3777657" y="2466673"/>
                  </a:cubicBezTo>
                  <a:cubicBezTo>
                    <a:pt x="3778670" y="2460343"/>
                    <a:pt x="3775378" y="2450720"/>
                    <a:pt x="3765502" y="2449707"/>
                  </a:cubicBezTo>
                  <a:close/>
                  <a:moveTo>
                    <a:pt x="3708526" y="2446921"/>
                  </a:moveTo>
                  <a:cubicBezTo>
                    <a:pt x="3695612" y="2446921"/>
                    <a:pt x="3690800" y="2462875"/>
                    <a:pt x="3698144" y="2471738"/>
                  </a:cubicBezTo>
                  <a:cubicBezTo>
                    <a:pt x="3705741" y="2480854"/>
                    <a:pt x="3719415" y="2476043"/>
                    <a:pt x="3720934" y="2463888"/>
                  </a:cubicBezTo>
                  <a:cubicBezTo>
                    <a:pt x="3721947" y="2457557"/>
                    <a:pt x="3718402" y="2447934"/>
                    <a:pt x="3708526" y="2446921"/>
                  </a:cubicBezTo>
                  <a:close/>
                  <a:moveTo>
                    <a:pt x="3650538" y="2444136"/>
                  </a:moveTo>
                  <a:cubicBezTo>
                    <a:pt x="3637370" y="2444389"/>
                    <a:pt x="3632812" y="2460089"/>
                    <a:pt x="3640155" y="2468952"/>
                  </a:cubicBezTo>
                  <a:cubicBezTo>
                    <a:pt x="3647752" y="2478068"/>
                    <a:pt x="3661680" y="2473257"/>
                    <a:pt x="3663452" y="2461102"/>
                  </a:cubicBezTo>
                  <a:cubicBezTo>
                    <a:pt x="3664212" y="2454772"/>
                    <a:pt x="3660666" y="2445149"/>
                    <a:pt x="3650538" y="2444136"/>
                  </a:cubicBezTo>
                  <a:close/>
                  <a:moveTo>
                    <a:pt x="3591536" y="2441351"/>
                  </a:moveTo>
                  <a:cubicBezTo>
                    <a:pt x="3578368" y="2441604"/>
                    <a:pt x="3573557" y="2457304"/>
                    <a:pt x="3581154" y="2466167"/>
                  </a:cubicBezTo>
                  <a:cubicBezTo>
                    <a:pt x="3589004" y="2475283"/>
                    <a:pt x="3602931" y="2470725"/>
                    <a:pt x="3604450" y="2458317"/>
                  </a:cubicBezTo>
                  <a:cubicBezTo>
                    <a:pt x="3605463" y="2451986"/>
                    <a:pt x="3601918" y="2442617"/>
                    <a:pt x="3591536" y="2441351"/>
                  </a:cubicBezTo>
                  <a:close/>
                  <a:moveTo>
                    <a:pt x="3532028" y="2438818"/>
                  </a:moveTo>
                  <a:cubicBezTo>
                    <a:pt x="3519113" y="2439072"/>
                    <a:pt x="3514049" y="2453505"/>
                    <a:pt x="3520633" y="2462622"/>
                  </a:cubicBezTo>
                  <a:cubicBezTo>
                    <a:pt x="3528229" y="2473004"/>
                    <a:pt x="3543676" y="2468699"/>
                    <a:pt x="3545196" y="2455785"/>
                  </a:cubicBezTo>
                  <a:cubicBezTo>
                    <a:pt x="3545955" y="2449454"/>
                    <a:pt x="3542410" y="2439831"/>
                    <a:pt x="3532028" y="2438818"/>
                  </a:cubicBezTo>
                  <a:close/>
                  <a:moveTo>
                    <a:pt x="3471254" y="2436286"/>
                  </a:moveTo>
                  <a:cubicBezTo>
                    <a:pt x="3458339" y="2436539"/>
                    <a:pt x="3453274" y="2450973"/>
                    <a:pt x="3459859" y="2460089"/>
                  </a:cubicBezTo>
                  <a:cubicBezTo>
                    <a:pt x="3467455" y="2470472"/>
                    <a:pt x="3483155" y="2466167"/>
                    <a:pt x="3484928" y="2453252"/>
                  </a:cubicBezTo>
                  <a:cubicBezTo>
                    <a:pt x="3485687" y="2446668"/>
                    <a:pt x="3481889" y="2437299"/>
                    <a:pt x="3471254" y="2436286"/>
                  </a:cubicBezTo>
                  <a:close/>
                  <a:moveTo>
                    <a:pt x="3409973" y="2433754"/>
                  </a:moveTo>
                  <a:cubicBezTo>
                    <a:pt x="3396805" y="2434007"/>
                    <a:pt x="3391741" y="2448441"/>
                    <a:pt x="3398324" y="2457557"/>
                  </a:cubicBezTo>
                  <a:cubicBezTo>
                    <a:pt x="3405921" y="2467939"/>
                    <a:pt x="3421875" y="2463381"/>
                    <a:pt x="3423647" y="2450720"/>
                  </a:cubicBezTo>
                  <a:cubicBezTo>
                    <a:pt x="3424660" y="2444136"/>
                    <a:pt x="3420862" y="2434767"/>
                    <a:pt x="3409973" y="2433754"/>
                  </a:cubicBezTo>
                  <a:close/>
                  <a:moveTo>
                    <a:pt x="3348186" y="2431222"/>
                  </a:moveTo>
                  <a:cubicBezTo>
                    <a:pt x="3335018" y="2431475"/>
                    <a:pt x="3329700" y="2446162"/>
                    <a:pt x="3336537" y="2455025"/>
                  </a:cubicBezTo>
                  <a:cubicBezTo>
                    <a:pt x="3344388" y="2465407"/>
                    <a:pt x="3360341" y="2461102"/>
                    <a:pt x="3361860" y="2448188"/>
                  </a:cubicBezTo>
                  <a:cubicBezTo>
                    <a:pt x="3362620" y="2441857"/>
                    <a:pt x="3358821" y="2432235"/>
                    <a:pt x="3348186" y="2431222"/>
                  </a:cubicBezTo>
                  <a:close/>
                  <a:moveTo>
                    <a:pt x="3285386" y="2428942"/>
                  </a:moveTo>
                  <a:cubicBezTo>
                    <a:pt x="3271712" y="2429196"/>
                    <a:pt x="3266394" y="2443883"/>
                    <a:pt x="3273484" y="2452746"/>
                  </a:cubicBezTo>
                  <a:cubicBezTo>
                    <a:pt x="3281587" y="2463128"/>
                    <a:pt x="3297541" y="2458823"/>
                    <a:pt x="3299313" y="2445909"/>
                  </a:cubicBezTo>
                  <a:cubicBezTo>
                    <a:pt x="3300073" y="2439325"/>
                    <a:pt x="3296274" y="2429955"/>
                    <a:pt x="3285386" y="2428942"/>
                  </a:cubicBezTo>
                  <a:close/>
                  <a:moveTo>
                    <a:pt x="3221826" y="2426664"/>
                  </a:moveTo>
                  <a:cubicBezTo>
                    <a:pt x="3208152" y="2426917"/>
                    <a:pt x="3203087" y="2441604"/>
                    <a:pt x="3209925" y="2450467"/>
                  </a:cubicBezTo>
                  <a:cubicBezTo>
                    <a:pt x="3217775" y="2460596"/>
                    <a:pt x="3234488" y="2456291"/>
                    <a:pt x="3236007" y="2443630"/>
                  </a:cubicBezTo>
                  <a:cubicBezTo>
                    <a:pt x="3236766" y="2437046"/>
                    <a:pt x="3232968" y="2427423"/>
                    <a:pt x="3221826" y="2426664"/>
                  </a:cubicBezTo>
                  <a:close/>
                  <a:moveTo>
                    <a:pt x="2069142" y="2400075"/>
                  </a:moveTo>
                  <a:cubicBezTo>
                    <a:pt x="2053948" y="2400581"/>
                    <a:pt x="2049390" y="2414762"/>
                    <a:pt x="2055215" y="2423118"/>
                  </a:cubicBezTo>
                  <a:cubicBezTo>
                    <a:pt x="2063571" y="2434513"/>
                    <a:pt x="2083069" y="2430209"/>
                    <a:pt x="2084842" y="2416788"/>
                  </a:cubicBezTo>
                  <a:cubicBezTo>
                    <a:pt x="2085602" y="2410204"/>
                    <a:pt x="2081297" y="2400834"/>
                    <a:pt x="2069142" y="2400075"/>
                  </a:cubicBezTo>
                  <a:close/>
                  <a:moveTo>
                    <a:pt x="1998492" y="2399315"/>
                  </a:moveTo>
                  <a:cubicBezTo>
                    <a:pt x="1983552" y="2399821"/>
                    <a:pt x="1978994" y="2414002"/>
                    <a:pt x="1984818" y="2422359"/>
                  </a:cubicBezTo>
                  <a:cubicBezTo>
                    <a:pt x="1992921" y="2433754"/>
                    <a:pt x="2012673" y="2429449"/>
                    <a:pt x="2014192" y="2416028"/>
                  </a:cubicBezTo>
                  <a:cubicBezTo>
                    <a:pt x="2015205" y="2409444"/>
                    <a:pt x="2010900" y="2400075"/>
                    <a:pt x="1998492" y="2399315"/>
                  </a:cubicBezTo>
                  <a:close/>
                  <a:moveTo>
                    <a:pt x="1929108" y="2398809"/>
                  </a:moveTo>
                  <a:cubicBezTo>
                    <a:pt x="1914421" y="2399315"/>
                    <a:pt x="1908850" y="2414255"/>
                    <a:pt x="1916700" y="2423118"/>
                  </a:cubicBezTo>
                  <a:cubicBezTo>
                    <a:pt x="1925563" y="2433501"/>
                    <a:pt x="1943036" y="2428689"/>
                    <a:pt x="1944808" y="2415522"/>
                  </a:cubicBezTo>
                  <a:cubicBezTo>
                    <a:pt x="1945314" y="2408938"/>
                    <a:pt x="1941010" y="2399315"/>
                    <a:pt x="1929108" y="2398809"/>
                  </a:cubicBezTo>
                  <a:close/>
                  <a:moveTo>
                    <a:pt x="1860484" y="2398302"/>
                  </a:moveTo>
                  <a:cubicBezTo>
                    <a:pt x="1846556" y="2398809"/>
                    <a:pt x="1840732" y="2412230"/>
                    <a:pt x="1847063" y="2421346"/>
                  </a:cubicBezTo>
                  <a:cubicBezTo>
                    <a:pt x="1855166" y="2432741"/>
                    <a:pt x="1874158" y="2428183"/>
                    <a:pt x="1875677" y="2414762"/>
                  </a:cubicBezTo>
                  <a:cubicBezTo>
                    <a:pt x="1876437" y="2408178"/>
                    <a:pt x="1872132" y="2398809"/>
                    <a:pt x="1860484" y="2398302"/>
                  </a:cubicBezTo>
                  <a:close/>
                  <a:moveTo>
                    <a:pt x="1792366" y="2397796"/>
                  </a:moveTo>
                  <a:cubicBezTo>
                    <a:pt x="1778185" y="2398555"/>
                    <a:pt x="1772868" y="2413243"/>
                    <a:pt x="1780211" y="2422105"/>
                  </a:cubicBezTo>
                  <a:cubicBezTo>
                    <a:pt x="1788821" y="2432235"/>
                    <a:pt x="1806040" y="2427170"/>
                    <a:pt x="1807813" y="2414255"/>
                  </a:cubicBezTo>
                  <a:cubicBezTo>
                    <a:pt x="1808572" y="2407925"/>
                    <a:pt x="1804268" y="2398555"/>
                    <a:pt x="1792366" y="2397796"/>
                  </a:cubicBezTo>
                  <a:close/>
                  <a:moveTo>
                    <a:pt x="1725514" y="2397543"/>
                  </a:moveTo>
                  <a:cubicBezTo>
                    <a:pt x="1711334" y="2398302"/>
                    <a:pt x="1706269" y="2412989"/>
                    <a:pt x="1713613" y="2421852"/>
                  </a:cubicBezTo>
                  <a:cubicBezTo>
                    <a:pt x="1722223" y="2431981"/>
                    <a:pt x="1738935" y="2427170"/>
                    <a:pt x="1740455" y="2414002"/>
                  </a:cubicBezTo>
                  <a:cubicBezTo>
                    <a:pt x="1741214" y="2407672"/>
                    <a:pt x="1737163" y="2398302"/>
                    <a:pt x="1725514" y="2397543"/>
                  </a:cubicBezTo>
                  <a:close/>
                  <a:moveTo>
                    <a:pt x="4953891" y="2544920"/>
                  </a:moveTo>
                  <a:cubicBezTo>
                    <a:pt x="4954144" y="2540868"/>
                    <a:pt x="4954144" y="2536563"/>
                    <a:pt x="4954397" y="2532512"/>
                  </a:cubicBezTo>
                  <a:cubicBezTo>
                    <a:pt x="4954651" y="2526688"/>
                    <a:pt x="4954651" y="2516559"/>
                    <a:pt x="4954651" y="2515293"/>
                  </a:cubicBezTo>
                  <a:cubicBezTo>
                    <a:pt x="4954397" y="2515293"/>
                    <a:pt x="4953638" y="2542894"/>
                    <a:pt x="4953891" y="2544920"/>
                  </a:cubicBezTo>
                  <a:close/>
                  <a:moveTo>
                    <a:pt x="4953132" y="2511747"/>
                  </a:moveTo>
                  <a:cubicBezTo>
                    <a:pt x="4952625" y="2513013"/>
                    <a:pt x="4951612" y="2540109"/>
                    <a:pt x="4952625" y="2541628"/>
                  </a:cubicBezTo>
                  <a:cubicBezTo>
                    <a:pt x="4953132" y="2540615"/>
                    <a:pt x="4953385" y="2530992"/>
                    <a:pt x="4953385" y="2528967"/>
                  </a:cubicBezTo>
                  <a:cubicBezTo>
                    <a:pt x="4953385" y="2522889"/>
                    <a:pt x="4953385" y="2513013"/>
                    <a:pt x="4953132" y="2511747"/>
                  </a:cubicBezTo>
                  <a:cubicBezTo>
                    <a:pt x="4953132" y="2511747"/>
                    <a:pt x="4953132" y="2511747"/>
                    <a:pt x="4953132" y="2511747"/>
                  </a:cubicBezTo>
                  <a:close/>
                  <a:moveTo>
                    <a:pt x="4949840" y="2507949"/>
                  </a:moveTo>
                  <a:cubicBezTo>
                    <a:pt x="4949840" y="2507949"/>
                    <a:pt x="4949587" y="2507949"/>
                    <a:pt x="4949840" y="2507949"/>
                  </a:cubicBezTo>
                  <a:cubicBezTo>
                    <a:pt x="4948826" y="2509215"/>
                    <a:pt x="4947561" y="2536310"/>
                    <a:pt x="4949333" y="2537830"/>
                  </a:cubicBezTo>
                  <a:cubicBezTo>
                    <a:pt x="4950093" y="2536817"/>
                    <a:pt x="4950346" y="2527194"/>
                    <a:pt x="4950599" y="2525168"/>
                  </a:cubicBezTo>
                  <a:cubicBezTo>
                    <a:pt x="4950599" y="2519344"/>
                    <a:pt x="4950599" y="2509215"/>
                    <a:pt x="4949840" y="2507949"/>
                  </a:cubicBezTo>
                  <a:close/>
                  <a:moveTo>
                    <a:pt x="4943762" y="2534285"/>
                  </a:moveTo>
                  <a:cubicBezTo>
                    <a:pt x="4945028" y="2533272"/>
                    <a:pt x="4945281" y="2523649"/>
                    <a:pt x="4945281" y="2521623"/>
                  </a:cubicBezTo>
                  <a:cubicBezTo>
                    <a:pt x="4945535" y="2515546"/>
                    <a:pt x="4945281" y="2505670"/>
                    <a:pt x="4944269" y="2504404"/>
                  </a:cubicBezTo>
                  <a:cubicBezTo>
                    <a:pt x="4944269" y="2504404"/>
                    <a:pt x="4944269" y="2504404"/>
                    <a:pt x="4944016" y="2504404"/>
                  </a:cubicBezTo>
                  <a:cubicBezTo>
                    <a:pt x="4942243" y="2506176"/>
                    <a:pt x="4941990" y="2532005"/>
                    <a:pt x="4943762" y="2534285"/>
                  </a:cubicBezTo>
                  <a:cubicBezTo>
                    <a:pt x="4943762" y="2534285"/>
                    <a:pt x="4943762" y="2534285"/>
                    <a:pt x="4943762" y="2534285"/>
                  </a:cubicBezTo>
                  <a:close/>
                  <a:moveTo>
                    <a:pt x="4936165" y="2530233"/>
                  </a:moveTo>
                  <a:cubicBezTo>
                    <a:pt x="4937178" y="2531499"/>
                    <a:pt x="4938191" y="2525928"/>
                    <a:pt x="4938698" y="2517825"/>
                  </a:cubicBezTo>
                  <a:cubicBezTo>
                    <a:pt x="4938951" y="2511494"/>
                    <a:pt x="4938698" y="2501872"/>
                    <a:pt x="4937178" y="2500605"/>
                  </a:cubicBezTo>
                  <a:cubicBezTo>
                    <a:pt x="4933886" y="2500605"/>
                    <a:pt x="4934646" y="2528460"/>
                    <a:pt x="4936165" y="2530233"/>
                  </a:cubicBezTo>
                  <a:close/>
                  <a:moveTo>
                    <a:pt x="4929581" y="2514026"/>
                  </a:moveTo>
                  <a:cubicBezTo>
                    <a:pt x="4929835" y="2507696"/>
                    <a:pt x="4929328" y="2498073"/>
                    <a:pt x="4927556" y="2496807"/>
                  </a:cubicBezTo>
                  <a:cubicBezTo>
                    <a:pt x="4927556" y="2496807"/>
                    <a:pt x="4927303" y="2496807"/>
                    <a:pt x="4927303" y="2496807"/>
                  </a:cubicBezTo>
                  <a:cubicBezTo>
                    <a:pt x="4924517" y="2497567"/>
                    <a:pt x="4924010" y="2523649"/>
                    <a:pt x="4926543" y="2526434"/>
                  </a:cubicBezTo>
                  <a:cubicBezTo>
                    <a:pt x="4928062" y="2527701"/>
                    <a:pt x="4929328" y="2522383"/>
                    <a:pt x="4929581" y="2514026"/>
                  </a:cubicBezTo>
                  <a:close/>
                  <a:moveTo>
                    <a:pt x="4915907" y="2493009"/>
                  </a:moveTo>
                  <a:cubicBezTo>
                    <a:pt x="4912362" y="2493768"/>
                    <a:pt x="4911603" y="2519851"/>
                    <a:pt x="4915148" y="2522636"/>
                  </a:cubicBezTo>
                  <a:cubicBezTo>
                    <a:pt x="4916667" y="2523902"/>
                    <a:pt x="4918186" y="2518331"/>
                    <a:pt x="4918693" y="2510228"/>
                  </a:cubicBezTo>
                  <a:cubicBezTo>
                    <a:pt x="4918946" y="2503897"/>
                    <a:pt x="4918439" y="2494275"/>
                    <a:pt x="4916161" y="2493009"/>
                  </a:cubicBezTo>
                  <a:cubicBezTo>
                    <a:pt x="4916161" y="2493009"/>
                    <a:pt x="4916161" y="2493009"/>
                    <a:pt x="4915907" y="2493009"/>
                  </a:cubicBezTo>
                  <a:close/>
                  <a:moveTo>
                    <a:pt x="4902740" y="2489210"/>
                  </a:moveTo>
                  <a:cubicBezTo>
                    <a:pt x="4897928" y="2488957"/>
                    <a:pt x="4898435" y="2515039"/>
                    <a:pt x="4901473" y="2518584"/>
                  </a:cubicBezTo>
                  <a:cubicBezTo>
                    <a:pt x="4903246" y="2520864"/>
                    <a:pt x="4905272" y="2515293"/>
                    <a:pt x="4905778" y="2506430"/>
                  </a:cubicBezTo>
                  <a:cubicBezTo>
                    <a:pt x="4906032" y="2500099"/>
                    <a:pt x="4905272" y="2490476"/>
                    <a:pt x="4902740" y="2489210"/>
                  </a:cubicBezTo>
                  <a:close/>
                  <a:moveTo>
                    <a:pt x="4887546" y="2485412"/>
                  </a:moveTo>
                  <a:cubicBezTo>
                    <a:pt x="4887546" y="2485412"/>
                    <a:pt x="4887293" y="2485412"/>
                    <a:pt x="4887293" y="2485412"/>
                  </a:cubicBezTo>
                  <a:cubicBezTo>
                    <a:pt x="4882988" y="2486172"/>
                    <a:pt x="4882228" y="2510481"/>
                    <a:pt x="4886280" y="2514786"/>
                  </a:cubicBezTo>
                  <a:cubicBezTo>
                    <a:pt x="4888306" y="2517065"/>
                    <a:pt x="4890585" y="2511494"/>
                    <a:pt x="4891091" y="2502631"/>
                  </a:cubicBezTo>
                  <a:cubicBezTo>
                    <a:pt x="4891344" y="2496301"/>
                    <a:pt x="4890331" y="2486678"/>
                    <a:pt x="4887546" y="2485412"/>
                  </a:cubicBezTo>
                  <a:close/>
                  <a:moveTo>
                    <a:pt x="4870327" y="2481614"/>
                  </a:moveTo>
                  <a:cubicBezTo>
                    <a:pt x="4870074" y="2481614"/>
                    <a:pt x="4870074" y="2481614"/>
                    <a:pt x="4869820" y="2481614"/>
                  </a:cubicBezTo>
                  <a:cubicBezTo>
                    <a:pt x="4865262" y="2482373"/>
                    <a:pt x="4864249" y="2506683"/>
                    <a:pt x="4868807" y="2510988"/>
                  </a:cubicBezTo>
                  <a:cubicBezTo>
                    <a:pt x="4871086" y="2513267"/>
                    <a:pt x="4873619" y="2507696"/>
                    <a:pt x="4874125" y="2498833"/>
                  </a:cubicBezTo>
                  <a:cubicBezTo>
                    <a:pt x="4874378" y="2492502"/>
                    <a:pt x="4873619" y="2482880"/>
                    <a:pt x="4870327" y="2481614"/>
                  </a:cubicBezTo>
                  <a:close/>
                  <a:moveTo>
                    <a:pt x="4851588" y="2477815"/>
                  </a:moveTo>
                  <a:cubicBezTo>
                    <a:pt x="4845511" y="2477562"/>
                    <a:pt x="4845257" y="2501365"/>
                    <a:pt x="4849562" y="2506683"/>
                  </a:cubicBezTo>
                  <a:cubicBezTo>
                    <a:pt x="4852347" y="2509975"/>
                    <a:pt x="4855133" y="2504404"/>
                    <a:pt x="4855640" y="2495034"/>
                  </a:cubicBezTo>
                  <a:cubicBezTo>
                    <a:pt x="4855893" y="2488704"/>
                    <a:pt x="4854880" y="2479081"/>
                    <a:pt x="4851588" y="2477815"/>
                  </a:cubicBezTo>
                  <a:close/>
                  <a:moveTo>
                    <a:pt x="4830570" y="2474017"/>
                  </a:moveTo>
                  <a:cubicBezTo>
                    <a:pt x="4823986" y="2473764"/>
                    <a:pt x="4823733" y="2497567"/>
                    <a:pt x="4828544" y="2502884"/>
                  </a:cubicBezTo>
                  <a:cubicBezTo>
                    <a:pt x="4831583" y="2506176"/>
                    <a:pt x="4834622" y="2500605"/>
                    <a:pt x="4835381" y="2491236"/>
                  </a:cubicBezTo>
                  <a:cubicBezTo>
                    <a:pt x="4835635" y="2484905"/>
                    <a:pt x="4834369" y="2475283"/>
                    <a:pt x="4830570" y="2474017"/>
                  </a:cubicBezTo>
                  <a:close/>
                  <a:moveTo>
                    <a:pt x="4808286" y="2470218"/>
                  </a:moveTo>
                  <a:cubicBezTo>
                    <a:pt x="4801196" y="2469965"/>
                    <a:pt x="4801196" y="2493768"/>
                    <a:pt x="4806007" y="2499086"/>
                  </a:cubicBezTo>
                  <a:cubicBezTo>
                    <a:pt x="4809046" y="2502378"/>
                    <a:pt x="4812591" y="2496807"/>
                    <a:pt x="4813098" y="2487438"/>
                  </a:cubicBezTo>
                  <a:cubicBezTo>
                    <a:pt x="4813604" y="2481107"/>
                    <a:pt x="4812338" y="2471484"/>
                    <a:pt x="4808286" y="2470218"/>
                  </a:cubicBezTo>
                  <a:close/>
                  <a:moveTo>
                    <a:pt x="4783977" y="2466420"/>
                  </a:moveTo>
                  <a:cubicBezTo>
                    <a:pt x="4776886" y="2466167"/>
                    <a:pt x="4775874" y="2488197"/>
                    <a:pt x="4781191" y="2494781"/>
                  </a:cubicBezTo>
                  <a:cubicBezTo>
                    <a:pt x="4784736" y="2499086"/>
                    <a:pt x="4788788" y="2493515"/>
                    <a:pt x="4789294" y="2483639"/>
                  </a:cubicBezTo>
                  <a:cubicBezTo>
                    <a:pt x="4789801" y="2477309"/>
                    <a:pt x="4788281" y="2467686"/>
                    <a:pt x="4783977" y="2466420"/>
                  </a:cubicBezTo>
                  <a:close/>
                  <a:moveTo>
                    <a:pt x="4757894" y="2462622"/>
                  </a:moveTo>
                  <a:cubicBezTo>
                    <a:pt x="4750297" y="2462368"/>
                    <a:pt x="4749538" y="2484399"/>
                    <a:pt x="4754856" y="2490983"/>
                  </a:cubicBezTo>
                  <a:cubicBezTo>
                    <a:pt x="4758654" y="2495541"/>
                    <a:pt x="4762959" y="2489970"/>
                    <a:pt x="4763718" y="2479841"/>
                  </a:cubicBezTo>
                  <a:cubicBezTo>
                    <a:pt x="4764225" y="2474017"/>
                    <a:pt x="4762959" y="2463888"/>
                    <a:pt x="4757894" y="2462622"/>
                  </a:cubicBezTo>
                  <a:close/>
                  <a:moveTo>
                    <a:pt x="4730546" y="2459076"/>
                  </a:moveTo>
                  <a:cubicBezTo>
                    <a:pt x="4722696" y="2458823"/>
                    <a:pt x="4721683" y="2480854"/>
                    <a:pt x="4727254" y="2487438"/>
                  </a:cubicBezTo>
                  <a:cubicBezTo>
                    <a:pt x="4731052" y="2491743"/>
                    <a:pt x="4735864" y="2486172"/>
                    <a:pt x="4736623" y="2476296"/>
                  </a:cubicBezTo>
                  <a:cubicBezTo>
                    <a:pt x="4736877" y="2469712"/>
                    <a:pt x="4735357" y="2460089"/>
                    <a:pt x="4730546" y="2459076"/>
                  </a:cubicBezTo>
                  <a:close/>
                  <a:moveTo>
                    <a:pt x="4701172" y="2455278"/>
                  </a:moveTo>
                  <a:cubicBezTo>
                    <a:pt x="4692816" y="2455025"/>
                    <a:pt x="4691802" y="2477055"/>
                    <a:pt x="4697880" y="2483639"/>
                  </a:cubicBezTo>
                  <a:cubicBezTo>
                    <a:pt x="4701931" y="2488197"/>
                    <a:pt x="4706996" y="2482373"/>
                    <a:pt x="4707756" y="2472497"/>
                  </a:cubicBezTo>
                  <a:cubicBezTo>
                    <a:pt x="4708009" y="2465913"/>
                    <a:pt x="4706490" y="2456544"/>
                    <a:pt x="4701172" y="2455278"/>
                  </a:cubicBezTo>
                  <a:close/>
                  <a:moveTo>
                    <a:pt x="4670532" y="2451480"/>
                  </a:moveTo>
                  <a:cubicBezTo>
                    <a:pt x="4662175" y="2451480"/>
                    <a:pt x="4660656" y="2471738"/>
                    <a:pt x="4666480" y="2479081"/>
                  </a:cubicBezTo>
                  <a:cubicBezTo>
                    <a:pt x="4671038" y="2484652"/>
                    <a:pt x="4676609" y="2479335"/>
                    <a:pt x="4677369" y="2468699"/>
                  </a:cubicBezTo>
                  <a:cubicBezTo>
                    <a:pt x="4677622" y="2462368"/>
                    <a:pt x="4675849" y="2452746"/>
                    <a:pt x="4670532" y="2451480"/>
                  </a:cubicBezTo>
                  <a:close/>
                  <a:moveTo>
                    <a:pt x="4638119" y="2447934"/>
                  </a:moveTo>
                  <a:cubicBezTo>
                    <a:pt x="4629509" y="2447934"/>
                    <a:pt x="4627736" y="2468193"/>
                    <a:pt x="4633814" y="2475536"/>
                  </a:cubicBezTo>
                  <a:cubicBezTo>
                    <a:pt x="4638372" y="2481107"/>
                    <a:pt x="4644449" y="2475536"/>
                    <a:pt x="4645209" y="2465154"/>
                  </a:cubicBezTo>
                  <a:cubicBezTo>
                    <a:pt x="4645715" y="2458570"/>
                    <a:pt x="4643943" y="2449201"/>
                    <a:pt x="4638119" y="2447934"/>
                  </a:cubicBezTo>
                  <a:close/>
                  <a:moveTo>
                    <a:pt x="4604186" y="2444136"/>
                  </a:moveTo>
                  <a:cubicBezTo>
                    <a:pt x="4595323" y="2444136"/>
                    <a:pt x="4593551" y="2464394"/>
                    <a:pt x="4599881" y="2471738"/>
                  </a:cubicBezTo>
                  <a:cubicBezTo>
                    <a:pt x="4604693" y="2477309"/>
                    <a:pt x="4611023" y="2471991"/>
                    <a:pt x="4611783" y="2461355"/>
                  </a:cubicBezTo>
                  <a:cubicBezTo>
                    <a:pt x="4612036" y="2455025"/>
                    <a:pt x="4610011" y="2445402"/>
                    <a:pt x="4604186" y="2444136"/>
                  </a:cubicBezTo>
                  <a:close/>
                  <a:moveTo>
                    <a:pt x="4568735" y="2440591"/>
                  </a:moveTo>
                  <a:cubicBezTo>
                    <a:pt x="4559112" y="2440591"/>
                    <a:pt x="4557340" y="2460596"/>
                    <a:pt x="4564177" y="2468193"/>
                  </a:cubicBezTo>
                  <a:cubicBezTo>
                    <a:pt x="4569241" y="2473764"/>
                    <a:pt x="4575825" y="2468446"/>
                    <a:pt x="4576585" y="2457810"/>
                  </a:cubicBezTo>
                  <a:cubicBezTo>
                    <a:pt x="4577091" y="2451480"/>
                    <a:pt x="4575065" y="2441857"/>
                    <a:pt x="4568735" y="2440591"/>
                  </a:cubicBezTo>
                  <a:close/>
                  <a:moveTo>
                    <a:pt x="4540120" y="2454265"/>
                  </a:moveTo>
                  <a:cubicBezTo>
                    <a:pt x="4540627" y="2447934"/>
                    <a:pt x="4538348" y="2438312"/>
                    <a:pt x="4531764" y="2437046"/>
                  </a:cubicBezTo>
                  <a:cubicBezTo>
                    <a:pt x="4522141" y="2437046"/>
                    <a:pt x="4520115" y="2457304"/>
                    <a:pt x="4526952" y="2464647"/>
                  </a:cubicBezTo>
                  <a:cubicBezTo>
                    <a:pt x="4532270" y="2470218"/>
                    <a:pt x="4539107" y="2464647"/>
                    <a:pt x="4540120" y="2454265"/>
                  </a:cubicBezTo>
                  <a:close/>
                  <a:moveTo>
                    <a:pt x="4493526" y="2433501"/>
                  </a:moveTo>
                  <a:cubicBezTo>
                    <a:pt x="4483651" y="2433501"/>
                    <a:pt x="4481372" y="2451986"/>
                    <a:pt x="4487955" y="2460343"/>
                  </a:cubicBezTo>
                  <a:cubicBezTo>
                    <a:pt x="4493273" y="2467180"/>
                    <a:pt x="4501123" y="2461862"/>
                    <a:pt x="4502136" y="2450720"/>
                  </a:cubicBezTo>
                  <a:cubicBezTo>
                    <a:pt x="4502643" y="2444136"/>
                    <a:pt x="4500364" y="2434767"/>
                    <a:pt x="4493526" y="2433501"/>
                  </a:cubicBezTo>
                  <a:close/>
                  <a:moveTo>
                    <a:pt x="4462633" y="2447175"/>
                  </a:moveTo>
                  <a:cubicBezTo>
                    <a:pt x="4463139" y="2440844"/>
                    <a:pt x="4460861" y="2431222"/>
                    <a:pt x="4453770" y="2429955"/>
                  </a:cubicBezTo>
                  <a:cubicBezTo>
                    <a:pt x="4443641" y="2429955"/>
                    <a:pt x="4441109" y="2448441"/>
                    <a:pt x="4447946" y="2456797"/>
                  </a:cubicBezTo>
                  <a:cubicBezTo>
                    <a:pt x="4453517" y="2463381"/>
                    <a:pt x="4461620" y="2458317"/>
                    <a:pt x="4462633" y="2447175"/>
                  </a:cubicBezTo>
                  <a:close/>
                  <a:moveTo>
                    <a:pt x="4412747" y="2426410"/>
                  </a:moveTo>
                  <a:cubicBezTo>
                    <a:pt x="4402112" y="2426410"/>
                    <a:pt x="4399580" y="2444896"/>
                    <a:pt x="4406670" y="2453252"/>
                  </a:cubicBezTo>
                  <a:cubicBezTo>
                    <a:pt x="4412494" y="2460089"/>
                    <a:pt x="4420851" y="2455025"/>
                    <a:pt x="4421864" y="2443630"/>
                  </a:cubicBezTo>
                  <a:cubicBezTo>
                    <a:pt x="4422370" y="2437299"/>
                    <a:pt x="4419838" y="2427676"/>
                    <a:pt x="4412747" y="2426410"/>
                  </a:cubicBezTo>
                  <a:close/>
                  <a:moveTo>
                    <a:pt x="4370206" y="2423118"/>
                  </a:moveTo>
                  <a:cubicBezTo>
                    <a:pt x="4359317" y="2423118"/>
                    <a:pt x="4356785" y="2441604"/>
                    <a:pt x="4364128" y="2449960"/>
                  </a:cubicBezTo>
                  <a:cubicBezTo>
                    <a:pt x="4370206" y="2456797"/>
                    <a:pt x="4378815" y="2451480"/>
                    <a:pt x="4379828" y="2440338"/>
                  </a:cubicBezTo>
                  <a:cubicBezTo>
                    <a:pt x="4380334" y="2433754"/>
                    <a:pt x="4377802" y="2424131"/>
                    <a:pt x="4370206" y="2423118"/>
                  </a:cubicBezTo>
                  <a:close/>
                  <a:moveTo>
                    <a:pt x="4326398" y="2419573"/>
                  </a:moveTo>
                  <a:cubicBezTo>
                    <a:pt x="4315256" y="2419573"/>
                    <a:pt x="4312470" y="2438059"/>
                    <a:pt x="4320067" y="2446415"/>
                  </a:cubicBezTo>
                  <a:cubicBezTo>
                    <a:pt x="4326144" y="2453252"/>
                    <a:pt x="4335007" y="2447934"/>
                    <a:pt x="4336020" y="2436793"/>
                  </a:cubicBezTo>
                  <a:cubicBezTo>
                    <a:pt x="4336780" y="2430209"/>
                    <a:pt x="4333994" y="2420839"/>
                    <a:pt x="4326398" y="2419573"/>
                  </a:cubicBezTo>
                  <a:close/>
                  <a:moveTo>
                    <a:pt x="4281323" y="2416281"/>
                  </a:moveTo>
                  <a:cubicBezTo>
                    <a:pt x="4270435" y="2416281"/>
                    <a:pt x="4267142" y="2433501"/>
                    <a:pt x="4273980" y="2442110"/>
                  </a:cubicBezTo>
                  <a:cubicBezTo>
                    <a:pt x="4280310" y="2450214"/>
                    <a:pt x="4290186" y="2445149"/>
                    <a:pt x="4291199" y="2433247"/>
                  </a:cubicBezTo>
                  <a:cubicBezTo>
                    <a:pt x="4291959" y="2426917"/>
                    <a:pt x="4289426" y="2417294"/>
                    <a:pt x="4281323" y="2416281"/>
                  </a:cubicBezTo>
                  <a:close/>
                  <a:moveTo>
                    <a:pt x="4245365" y="2429955"/>
                  </a:moveTo>
                  <a:cubicBezTo>
                    <a:pt x="4245872" y="2423878"/>
                    <a:pt x="4243593" y="2414002"/>
                    <a:pt x="4234983" y="2412989"/>
                  </a:cubicBezTo>
                  <a:cubicBezTo>
                    <a:pt x="4224094" y="2412989"/>
                    <a:pt x="4220549" y="2430209"/>
                    <a:pt x="4227639" y="2438818"/>
                  </a:cubicBezTo>
                  <a:cubicBezTo>
                    <a:pt x="4233970" y="2446668"/>
                    <a:pt x="4244352" y="2441604"/>
                    <a:pt x="4245365" y="2429955"/>
                  </a:cubicBezTo>
                  <a:close/>
                  <a:moveTo>
                    <a:pt x="4187629" y="2409697"/>
                  </a:moveTo>
                  <a:cubicBezTo>
                    <a:pt x="4176487" y="2409697"/>
                    <a:pt x="4172942" y="2426917"/>
                    <a:pt x="4180033" y="2435526"/>
                  </a:cubicBezTo>
                  <a:cubicBezTo>
                    <a:pt x="4186617" y="2443630"/>
                    <a:pt x="4197252" y="2438565"/>
                    <a:pt x="4198265" y="2426664"/>
                  </a:cubicBezTo>
                  <a:cubicBezTo>
                    <a:pt x="4198772" y="2420333"/>
                    <a:pt x="4195986" y="2410710"/>
                    <a:pt x="4187629" y="2409697"/>
                  </a:cubicBezTo>
                  <a:close/>
                  <a:moveTo>
                    <a:pt x="4138757" y="2406405"/>
                  </a:moveTo>
                  <a:cubicBezTo>
                    <a:pt x="4127108" y="2406405"/>
                    <a:pt x="4123817" y="2423625"/>
                    <a:pt x="4130907" y="2432235"/>
                  </a:cubicBezTo>
                  <a:cubicBezTo>
                    <a:pt x="4137744" y="2440338"/>
                    <a:pt x="4148380" y="2435273"/>
                    <a:pt x="4149392" y="2423371"/>
                  </a:cubicBezTo>
                  <a:cubicBezTo>
                    <a:pt x="4150405" y="2417041"/>
                    <a:pt x="4147367" y="2407418"/>
                    <a:pt x="4138757" y="2406405"/>
                  </a:cubicBezTo>
                  <a:close/>
                  <a:moveTo>
                    <a:pt x="4089125" y="2403114"/>
                  </a:moveTo>
                  <a:cubicBezTo>
                    <a:pt x="4077223" y="2403114"/>
                    <a:pt x="4073678" y="2420333"/>
                    <a:pt x="4081275" y="2428942"/>
                  </a:cubicBezTo>
                  <a:cubicBezTo>
                    <a:pt x="4088365" y="2437046"/>
                    <a:pt x="4099254" y="2431981"/>
                    <a:pt x="4100267" y="2420080"/>
                  </a:cubicBezTo>
                  <a:cubicBezTo>
                    <a:pt x="4100773" y="2413749"/>
                    <a:pt x="4097735" y="2404126"/>
                    <a:pt x="4089125" y="2403114"/>
                  </a:cubicBezTo>
                  <a:close/>
                  <a:moveTo>
                    <a:pt x="4037973" y="2400075"/>
                  </a:moveTo>
                  <a:cubicBezTo>
                    <a:pt x="4025818" y="2400075"/>
                    <a:pt x="4022273" y="2417294"/>
                    <a:pt x="4029870" y="2425904"/>
                  </a:cubicBezTo>
                  <a:cubicBezTo>
                    <a:pt x="4036960" y="2434007"/>
                    <a:pt x="4048102" y="2428689"/>
                    <a:pt x="4049368" y="2417041"/>
                  </a:cubicBezTo>
                  <a:cubicBezTo>
                    <a:pt x="4050128" y="2410710"/>
                    <a:pt x="4046836" y="2401088"/>
                    <a:pt x="4037973" y="2400075"/>
                  </a:cubicBezTo>
                  <a:close/>
                  <a:moveTo>
                    <a:pt x="3985808" y="2396783"/>
                  </a:moveTo>
                  <a:cubicBezTo>
                    <a:pt x="3973907" y="2396783"/>
                    <a:pt x="3969855" y="2412483"/>
                    <a:pt x="3976692" y="2421599"/>
                  </a:cubicBezTo>
                  <a:cubicBezTo>
                    <a:pt x="3983783" y="2430968"/>
                    <a:pt x="3995938" y="2426410"/>
                    <a:pt x="3997457" y="2413749"/>
                  </a:cubicBezTo>
                  <a:cubicBezTo>
                    <a:pt x="3998217" y="2407418"/>
                    <a:pt x="3994925" y="2398049"/>
                    <a:pt x="3985808" y="2396783"/>
                  </a:cubicBezTo>
                  <a:close/>
                  <a:moveTo>
                    <a:pt x="3932631" y="2393744"/>
                  </a:moveTo>
                  <a:cubicBezTo>
                    <a:pt x="3920476" y="2393744"/>
                    <a:pt x="3916171" y="2409444"/>
                    <a:pt x="3923262" y="2418560"/>
                  </a:cubicBezTo>
                  <a:cubicBezTo>
                    <a:pt x="3930352" y="2427930"/>
                    <a:pt x="3943014" y="2423118"/>
                    <a:pt x="3944533" y="2410710"/>
                  </a:cubicBezTo>
                  <a:cubicBezTo>
                    <a:pt x="3945293" y="2404380"/>
                    <a:pt x="3942000" y="2395010"/>
                    <a:pt x="3932631" y="2393744"/>
                  </a:cubicBezTo>
                  <a:close/>
                  <a:moveTo>
                    <a:pt x="3890596" y="2407925"/>
                  </a:moveTo>
                  <a:cubicBezTo>
                    <a:pt x="3891355" y="2401594"/>
                    <a:pt x="3888063" y="2391972"/>
                    <a:pt x="3878441" y="2390959"/>
                  </a:cubicBezTo>
                  <a:cubicBezTo>
                    <a:pt x="3866033" y="2390959"/>
                    <a:pt x="3861981" y="2406659"/>
                    <a:pt x="3869071" y="2415775"/>
                  </a:cubicBezTo>
                  <a:cubicBezTo>
                    <a:pt x="3876415" y="2425144"/>
                    <a:pt x="3889329" y="2420333"/>
                    <a:pt x="3890596" y="2407925"/>
                  </a:cubicBezTo>
                  <a:close/>
                  <a:moveTo>
                    <a:pt x="3652057" y="2379310"/>
                  </a:moveTo>
                  <a:cubicBezTo>
                    <a:pt x="3638889" y="2379310"/>
                    <a:pt x="3634331" y="2395010"/>
                    <a:pt x="3642181" y="2404126"/>
                  </a:cubicBezTo>
                  <a:cubicBezTo>
                    <a:pt x="3649778" y="2413243"/>
                    <a:pt x="3663959" y="2408431"/>
                    <a:pt x="3665225" y="2396276"/>
                  </a:cubicBezTo>
                  <a:cubicBezTo>
                    <a:pt x="3665731" y="2389946"/>
                    <a:pt x="3662186" y="2380323"/>
                    <a:pt x="3652057" y="2379310"/>
                  </a:cubicBezTo>
                  <a:close/>
                  <a:moveTo>
                    <a:pt x="3593055" y="2376525"/>
                  </a:moveTo>
                  <a:cubicBezTo>
                    <a:pt x="3579634" y="2376778"/>
                    <a:pt x="3575076" y="2392225"/>
                    <a:pt x="3582926" y="2401341"/>
                  </a:cubicBezTo>
                  <a:cubicBezTo>
                    <a:pt x="3590776" y="2410710"/>
                    <a:pt x="3604704" y="2405899"/>
                    <a:pt x="3606223" y="2393238"/>
                  </a:cubicBezTo>
                  <a:cubicBezTo>
                    <a:pt x="3606983" y="2387160"/>
                    <a:pt x="3603438" y="2377791"/>
                    <a:pt x="3593055" y="2376525"/>
                  </a:cubicBezTo>
                  <a:close/>
                  <a:moveTo>
                    <a:pt x="3533547" y="2373993"/>
                  </a:moveTo>
                  <a:cubicBezTo>
                    <a:pt x="3520380" y="2374246"/>
                    <a:pt x="3515568" y="2388426"/>
                    <a:pt x="3522405" y="2397796"/>
                  </a:cubicBezTo>
                  <a:cubicBezTo>
                    <a:pt x="3530002" y="2408431"/>
                    <a:pt x="3545449" y="2404126"/>
                    <a:pt x="3546968" y="2390959"/>
                  </a:cubicBezTo>
                  <a:cubicBezTo>
                    <a:pt x="3547475" y="2384375"/>
                    <a:pt x="3543929" y="2375005"/>
                    <a:pt x="3533547" y="2373993"/>
                  </a:cubicBezTo>
                  <a:close/>
                  <a:moveTo>
                    <a:pt x="3472773" y="2371460"/>
                  </a:moveTo>
                  <a:cubicBezTo>
                    <a:pt x="3459605" y="2371714"/>
                    <a:pt x="3454794" y="2385894"/>
                    <a:pt x="3461631" y="2395263"/>
                  </a:cubicBezTo>
                  <a:cubicBezTo>
                    <a:pt x="3469228" y="2405646"/>
                    <a:pt x="3484928" y="2401341"/>
                    <a:pt x="3486447" y="2388426"/>
                  </a:cubicBezTo>
                  <a:cubicBezTo>
                    <a:pt x="3487207" y="2382349"/>
                    <a:pt x="3484168" y="2372473"/>
                    <a:pt x="3472773" y="2371460"/>
                  </a:cubicBezTo>
                  <a:close/>
                  <a:moveTo>
                    <a:pt x="3411492" y="2368928"/>
                  </a:moveTo>
                  <a:cubicBezTo>
                    <a:pt x="3398324" y="2369181"/>
                    <a:pt x="3393260" y="2383615"/>
                    <a:pt x="3400097" y="2392731"/>
                  </a:cubicBezTo>
                  <a:cubicBezTo>
                    <a:pt x="3407694" y="2403114"/>
                    <a:pt x="3423901" y="2398809"/>
                    <a:pt x="3425420" y="2385894"/>
                  </a:cubicBezTo>
                  <a:cubicBezTo>
                    <a:pt x="3426179" y="2379310"/>
                    <a:pt x="3422381" y="2369941"/>
                    <a:pt x="3411492" y="2368928"/>
                  </a:cubicBezTo>
                  <a:close/>
                  <a:moveTo>
                    <a:pt x="3349705" y="2366396"/>
                  </a:moveTo>
                  <a:cubicBezTo>
                    <a:pt x="3336284" y="2366649"/>
                    <a:pt x="3331220" y="2381083"/>
                    <a:pt x="3338057" y="2390199"/>
                  </a:cubicBezTo>
                  <a:cubicBezTo>
                    <a:pt x="3345907" y="2400834"/>
                    <a:pt x="3361860" y="2396530"/>
                    <a:pt x="3363380" y="2383109"/>
                  </a:cubicBezTo>
                  <a:cubicBezTo>
                    <a:pt x="3364139" y="2377284"/>
                    <a:pt x="3361100" y="2367409"/>
                    <a:pt x="3349705" y="2366396"/>
                  </a:cubicBezTo>
                  <a:close/>
                  <a:moveTo>
                    <a:pt x="3286905" y="2364117"/>
                  </a:moveTo>
                  <a:cubicBezTo>
                    <a:pt x="3273231" y="2364370"/>
                    <a:pt x="3268166" y="2378804"/>
                    <a:pt x="3275257" y="2387920"/>
                  </a:cubicBezTo>
                  <a:cubicBezTo>
                    <a:pt x="3283360" y="2398555"/>
                    <a:pt x="3299567" y="2393997"/>
                    <a:pt x="3301086" y="2380830"/>
                  </a:cubicBezTo>
                  <a:cubicBezTo>
                    <a:pt x="3301592" y="2375005"/>
                    <a:pt x="3298300" y="2365130"/>
                    <a:pt x="3286905" y="2364117"/>
                  </a:cubicBezTo>
                  <a:close/>
                  <a:moveTo>
                    <a:pt x="3223346" y="2361838"/>
                  </a:moveTo>
                  <a:cubicBezTo>
                    <a:pt x="3209671" y="2362091"/>
                    <a:pt x="3204607" y="2376525"/>
                    <a:pt x="3211697" y="2385641"/>
                  </a:cubicBezTo>
                  <a:cubicBezTo>
                    <a:pt x="3219547" y="2396023"/>
                    <a:pt x="3236260" y="2391718"/>
                    <a:pt x="3237779" y="2378551"/>
                  </a:cubicBezTo>
                  <a:cubicBezTo>
                    <a:pt x="3238286" y="2372220"/>
                    <a:pt x="3234488" y="2362597"/>
                    <a:pt x="3223346" y="2361838"/>
                  </a:cubicBezTo>
                  <a:close/>
                  <a:moveTo>
                    <a:pt x="3159279" y="2359559"/>
                  </a:moveTo>
                  <a:cubicBezTo>
                    <a:pt x="3145352" y="2359812"/>
                    <a:pt x="3140287" y="2374246"/>
                    <a:pt x="3147378" y="2383362"/>
                  </a:cubicBezTo>
                  <a:cubicBezTo>
                    <a:pt x="3155481" y="2393997"/>
                    <a:pt x="3171941" y="2389693"/>
                    <a:pt x="3173460" y="2376271"/>
                  </a:cubicBezTo>
                  <a:cubicBezTo>
                    <a:pt x="3174220" y="2370447"/>
                    <a:pt x="3170928" y="2360572"/>
                    <a:pt x="3159279" y="2359559"/>
                  </a:cubicBezTo>
                  <a:close/>
                  <a:moveTo>
                    <a:pt x="3082552" y="2381336"/>
                  </a:moveTo>
                  <a:cubicBezTo>
                    <a:pt x="3090908" y="2391972"/>
                    <a:pt x="3107368" y="2387413"/>
                    <a:pt x="3109141" y="2374246"/>
                  </a:cubicBezTo>
                  <a:cubicBezTo>
                    <a:pt x="3109900" y="2368168"/>
                    <a:pt x="3106608" y="2358546"/>
                    <a:pt x="3094707" y="2357533"/>
                  </a:cubicBezTo>
                  <a:cubicBezTo>
                    <a:pt x="3080273" y="2357533"/>
                    <a:pt x="3075208" y="2371967"/>
                    <a:pt x="3082552" y="2381336"/>
                  </a:cubicBezTo>
                  <a:close/>
                  <a:moveTo>
                    <a:pt x="3016966" y="2379310"/>
                  </a:moveTo>
                  <a:cubicBezTo>
                    <a:pt x="3025070" y="2389693"/>
                    <a:pt x="3042289" y="2385135"/>
                    <a:pt x="3043808" y="2372220"/>
                  </a:cubicBezTo>
                  <a:cubicBezTo>
                    <a:pt x="3044568" y="2366143"/>
                    <a:pt x="3041276" y="2356520"/>
                    <a:pt x="3029121" y="2355507"/>
                  </a:cubicBezTo>
                  <a:cubicBezTo>
                    <a:pt x="3014941" y="2355507"/>
                    <a:pt x="3009876" y="2369941"/>
                    <a:pt x="3016966" y="2379310"/>
                  </a:cubicBezTo>
                  <a:close/>
                  <a:moveTo>
                    <a:pt x="2951128" y="2377284"/>
                  </a:moveTo>
                  <a:cubicBezTo>
                    <a:pt x="2959231" y="2387667"/>
                    <a:pt x="2976450" y="2383109"/>
                    <a:pt x="2978223" y="2370194"/>
                  </a:cubicBezTo>
                  <a:cubicBezTo>
                    <a:pt x="2978983" y="2363863"/>
                    <a:pt x="2974931" y="2354241"/>
                    <a:pt x="2963282" y="2353481"/>
                  </a:cubicBezTo>
                  <a:cubicBezTo>
                    <a:pt x="2949102" y="2353481"/>
                    <a:pt x="2943784" y="2367915"/>
                    <a:pt x="2951128" y="2377284"/>
                  </a:cubicBezTo>
                  <a:close/>
                  <a:moveTo>
                    <a:pt x="2911625" y="2368168"/>
                  </a:moveTo>
                  <a:cubicBezTo>
                    <a:pt x="2912384" y="2362091"/>
                    <a:pt x="2909092" y="2352468"/>
                    <a:pt x="2896684" y="2351455"/>
                  </a:cubicBezTo>
                  <a:cubicBezTo>
                    <a:pt x="2882250" y="2351709"/>
                    <a:pt x="2877186" y="2366143"/>
                    <a:pt x="2884529" y="2375512"/>
                  </a:cubicBezTo>
                  <a:cubicBezTo>
                    <a:pt x="2893139" y="2385894"/>
                    <a:pt x="2910105" y="2381336"/>
                    <a:pt x="2911625" y="2368168"/>
                  </a:cubicBezTo>
                  <a:close/>
                  <a:moveTo>
                    <a:pt x="2845026" y="2366143"/>
                  </a:moveTo>
                  <a:cubicBezTo>
                    <a:pt x="2845786" y="2360065"/>
                    <a:pt x="2842494" y="2350443"/>
                    <a:pt x="2830086" y="2349430"/>
                  </a:cubicBezTo>
                  <a:cubicBezTo>
                    <a:pt x="2815399" y="2349683"/>
                    <a:pt x="2810081" y="2364117"/>
                    <a:pt x="2817678" y="2373486"/>
                  </a:cubicBezTo>
                  <a:cubicBezTo>
                    <a:pt x="2826034" y="2383868"/>
                    <a:pt x="2843253" y="2379564"/>
                    <a:pt x="2845026" y="2366143"/>
                  </a:cubicBezTo>
                  <a:close/>
                  <a:moveTo>
                    <a:pt x="2613831" y="2368422"/>
                  </a:moveTo>
                  <a:cubicBezTo>
                    <a:pt x="2622694" y="2378804"/>
                    <a:pt x="2640166" y="2374246"/>
                    <a:pt x="2641686" y="2361078"/>
                  </a:cubicBezTo>
                  <a:cubicBezTo>
                    <a:pt x="2642445" y="2355001"/>
                    <a:pt x="2638900" y="2345378"/>
                    <a:pt x="2626492" y="2344365"/>
                  </a:cubicBezTo>
                  <a:cubicBezTo>
                    <a:pt x="2611552" y="2344872"/>
                    <a:pt x="2606234" y="2359305"/>
                    <a:pt x="2613831" y="2368422"/>
                  </a:cubicBezTo>
                  <a:close/>
                  <a:moveTo>
                    <a:pt x="2545207" y="2367156"/>
                  </a:moveTo>
                  <a:cubicBezTo>
                    <a:pt x="2554070" y="2377791"/>
                    <a:pt x="2571542" y="2372980"/>
                    <a:pt x="2573315" y="2359812"/>
                  </a:cubicBezTo>
                  <a:cubicBezTo>
                    <a:pt x="2574074" y="2353734"/>
                    <a:pt x="2570529" y="2344112"/>
                    <a:pt x="2558121" y="2343099"/>
                  </a:cubicBezTo>
                  <a:cubicBezTo>
                    <a:pt x="2542168" y="2343352"/>
                    <a:pt x="2538369" y="2358799"/>
                    <a:pt x="2545207" y="2367156"/>
                  </a:cubicBezTo>
                  <a:close/>
                  <a:moveTo>
                    <a:pt x="2504437" y="2358292"/>
                  </a:moveTo>
                  <a:cubicBezTo>
                    <a:pt x="2505197" y="2351962"/>
                    <a:pt x="2500892" y="2342593"/>
                    <a:pt x="2488737" y="2341580"/>
                  </a:cubicBezTo>
                  <a:cubicBezTo>
                    <a:pt x="2473797" y="2342086"/>
                    <a:pt x="2468479" y="2356520"/>
                    <a:pt x="2476076" y="2365636"/>
                  </a:cubicBezTo>
                  <a:cubicBezTo>
                    <a:pt x="2484939" y="2376018"/>
                    <a:pt x="2502918" y="2371207"/>
                    <a:pt x="2504437" y="2358292"/>
                  </a:cubicBezTo>
                  <a:close/>
                  <a:moveTo>
                    <a:pt x="1726527" y="2332717"/>
                  </a:moveTo>
                  <a:cubicBezTo>
                    <a:pt x="1712347" y="2333476"/>
                    <a:pt x="1707029" y="2347910"/>
                    <a:pt x="1714372" y="2357026"/>
                  </a:cubicBezTo>
                  <a:cubicBezTo>
                    <a:pt x="1722729" y="2367409"/>
                    <a:pt x="1739695" y="2362597"/>
                    <a:pt x="1741468" y="2349176"/>
                  </a:cubicBezTo>
                  <a:cubicBezTo>
                    <a:pt x="1742227" y="2343099"/>
                    <a:pt x="1738682" y="2333476"/>
                    <a:pt x="1726527" y="2332717"/>
                  </a:cubicBezTo>
                  <a:close/>
                  <a:moveTo>
                    <a:pt x="1660689" y="2332717"/>
                  </a:moveTo>
                  <a:cubicBezTo>
                    <a:pt x="1646508" y="2333476"/>
                    <a:pt x="1641190" y="2347910"/>
                    <a:pt x="1648534" y="2357026"/>
                  </a:cubicBezTo>
                  <a:cubicBezTo>
                    <a:pt x="1656890" y="2367409"/>
                    <a:pt x="1673603" y="2362344"/>
                    <a:pt x="1675376" y="2349176"/>
                  </a:cubicBezTo>
                  <a:cubicBezTo>
                    <a:pt x="1675882" y="2342846"/>
                    <a:pt x="1672590" y="2333223"/>
                    <a:pt x="1660689" y="2332717"/>
                  </a:cubicBezTo>
                  <a:close/>
                  <a:moveTo>
                    <a:pt x="1595610" y="2332463"/>
                  </a:moveTo>
                  <a:cubicBezTo>
                    <a:pt x="1580669" y="2333223"/>
                    <a:pt x="1577124" y="2348670"/>
                    <a:pt x="1583708" y="2356773"/>
                  </a:cubicBezTo>
                  <a:cubicBezTo>
                    <a:pt x="1592064" y="2367156"/>
                    <a:pt x="1608524" y="2362091"/>
                    <a:pt x="1610043" y="2348923"/>
                  </a:cubicBezTo>
                  <a:cubicBezTo>
                    <a:pt x="1610803" y="2342846"/>
                    <a:pt x="1607511" y="2333223"/>
                    <a:pt x="1595610" y="2332463"/>
                  </a:cubicBezTo>
                  <a:close/>
                  <a:moveTo>
                    <a:pt x="1531290" y="2332463"/>
                  </a:moveTo>
                  <a:cubicBezTo>
                    <a:pt x="1517616" y="2333223"/>
                    <a:pt x="1512551" y="2347910"/>
                    <a:pt x="1519642" y="2356773"/>
                  </a:cubicBezTo>
                  <a:cubicBezTo>
                    <a:pt x="1527492" y="2366902"/>
                    <a:pt x="1544205" y="2361838"/>
                    <a:pt x="1545724" y="2348670"/>
                  </a:cubicBezTo>
                  <a:cubicBezTo>
                    <a:pt x="1546484" y="2342339"/>
                    <a:pt x="1542432" y="2333223"/>
                    <a:pt x="1531290" y="2332463"/>
                  </a:cubicBezTo>
                  <a:close/>
                  <a:moveTo>
                    <a:pt x="1468237" y="2332717"/>
                  </a:moveTo>
                  <a:cubicBezTo>
                    <a:pt x="1454816" y="2333476"/>
                    <a:pt x="1449751" y="2348164"/>
                    <a:pt x="1456842" y="2357026"/>
                  </a:cubicBezTo>
                  <a:cubicBezTo>
                    <a:pt x="1464692" y="2367409"/>
                    <a:pt x="1480645" y="2362344"/>
                    <a:pt x="1482164" y="2348923"/>
                  </a:cubicBezTo>
                  <a:cubicBezTo>
                    <a:pt x="1482924" y="2343099"/>
                    <a:pt x="1479632" y="2333223"/>
                    <a:pt x="1468237" y="2332717"/>
                  </a:cubicBezTo>
                  <a:close/>
                  <a:moveTo>
                    <a:pt x="1406197" y="2332970"/>
                  </a:moveTo>
                  <a:cubicBezTo>
                    <a:pt x="1392776" y="2333730"/>
                    <a:pt x="1387964" y="2348417"/>
                    <a:pt x="1394801" y="2357280"/>
                  </a:cubicBezTo>
                  <a:cubicBezTo>
                    <a:pt x="1402651" y="2367409"/>
                    <a:pt x="1418351" y="2362344"/>
                    <a:pt x="1419871" y="2349176"/>
                  </a:cubicBezTo>
                  <a:cubicBezTo>
                    <a:pt x="1420630" y="2343352"/>
                    <a:pt x="1417592" y="2333476"/>
                    <a:pt x="1406197" y="2332970"/>
                  </a:cubicBezTo>
                  <a:close/>
                  <a:moveTo>
                    <a:pt x="1358590" y="2349683"/>
                  </a:moveTo>
                  <a:cubicBezTo>
                    <a:pt x="1359350" y="2343352"/>
                    <a:pt x="1355551" y="2333983"/>
                    <a:pt x="1344916" y="2333476"/>
                  </a:cubicBezTo>
                  <a:cubicBezTo>
                    <a:pt x="1332001" y="2334236"/>
                    <a:pt x="1327190" y="2348923"/>
                    <a:pt x="1333774" y="2357786"/>
                  </a:cubicBezTo>
                  <a:cubicBezTo>
                    <a:pt x="1341371" y="2367915"/>
                    <a:pt x="1357071" y="2362597"/>
                    <a:pt x="1358590" y="2349683"/>
                  </a:cubicBezTo>
                  <a:close/>
                  <a:moveTo>
                    <a:pt x="4954904" y="2458570"/>
                  </a:moveTo>
                  <a:cubicBezTo>
                    <a:pt x="4954904" y="2455785"/>
                    <a:pt x="4954904" y="2453252"/>
                    <a:pt x="4954904" y="2450467"/>
                  </a:cubicBezTo>
                  <a:cubicBezTo>
                    <a:pt x="4954904" y="2450720"/>
                    <a:pt x="4954651" y="2478068"/>
                    <a:pt x="4954904" y="2479841"/>
                  </a:cubicBezTo>
                  <a:cubicBezTo>
                    <a:pt x="4954904" y="2477562"/>
                    <a:pt x="4954904" y="2475283"/>
                    <a:pt x="4954904" y="2472751"/>
                  </a:cubicBezTo>
                  <a:cubicBezTo>
                    <a:pt x="4954904" y="2472497"/>
                    <a:pt x="4954904" y="2472244"/>
                    <a:pt x="4954904" y="2471738"/>
                  </a:cubicBezTo>
                  <a:lnTo>
                    <a:pt x="4954904" y="2458570"/>
                  </a:lnTo>
                  <a:close/>
                  <a:moveTo>
                    <a:pt x="4953385" y="2446921"/>
                  </a:moveTo>
                  <a:cubicBezTo>
                    <a:pt x="4953385" y="2446921"/>
                    <a:pt x="4953385" y="2446921"/>
                    <a:pt x="4953385" y="2446921"/>
                  </a:cubicBezTo>
                  <a:cubicBezTo>
                    <a:pt x="4952878" y="2448188"/>
                    <a:pt x="4952625" y="2475030"/>
                    <a:pt x="4953638" y="2476549"/>
                  </a:cubicBezTo>
                  <a:cubicBezTo>
                    <a:pt x="4954144" y="2475536"/>
                    <a:pt x="4954144" y="2465913"/>
                    <a:pt x="4954144" y="2463888"/>
                  </a:cubicBezTo>
                  <a:cubicBezTo>
                    <a:pt x="4953891" y="2458063"/>
                    <a:pt x="4953891" y="2448188"/>
                    <a:pt x="4953385" y="2446921"/>
                  </a:cubicBezTo>
                  <a:close/>
                  <a:moveTo>
                    <a:pt x="4949840" y="2443376"/>
                  </a:moveTo>
                  <a:cubicBezTo>
                    <a:pt x="4949080" y="2444643"/>
                    <a:pt x="4948320" y="2471484"/>
                    <a:pt x="4950093" y="2473004"/>
                  </a:cubicBezTo>
                  <a:cubicBezTo>
                    <a:pt x="4950852" y="2471991"/>
                    <a:pt x="4950852" y="2462368"/>
                    <a:pt x="4950852" y="2460343"/>
                  </a:cubicBezTo>
                  <a:cubicBezTo>
                    <a:pt x="4951106" y="2454518"/>
                    <a:pt x="4950852" y="2444643"/>
                    <a:pt x="4949840" y="2443376"/>
                  </a:cubicBezTo>
                  <a:cubicBezTo>
                    <a:pt x="4950093" y="2443376"/>
                    <a:pt x="4949840" y="2443376"/>
                    <a:pt x="4949840" y="2443376"/>
                  </a:cubicBezTo>
                  <a:close/>
                  <a:moveTo>
                    <a:pt x="4944775" y="2439831"/>
                  </a:moveTo>
                  <a:cubicBezTo>
                    <a:pt x="4944775" y="2439831"/>
                    <a:pt x="4944522" y="2439831"/>
                    <a:pt x="4944775" y="2439831"/>
                  </a:cubicBezTo>
                  <a:cubicBezTo>
                    <a:pt x="4943256" y="2441097"/>
                    <a:pt x="4942496" y="2467939"/>
                    <a:pt x="4945028" y="2469459"/>
                  </a:cubicBezTo>
                  <a:cubicBezTo>
                    <a:pt x="4946041" y="2468446"/>
                    <a:pt x="4946294" y="2458823"/>
                    <a:pt x="4946294" y="2456797"/>
                  </a:cubicBezTo>
                  <a:cubicBezTo>
                    <a:pt x="4946294" y="2450973"/>
                    <a:pt x="4945788" y="2441097"/>
                    <a:pt x="4944775" y="2439831"/>
                  </a:cubicBezTo>
                  <a:close/>
                  <a:moveTo>
                    <a:pt x="4937431" y="2436033"/>
                  </a:moveTo>
                  <a:cubicBezTo>
                    <a:pt x="4934140" y="2435780"/>
                    <a:pt x="4935659" y="2463634"/>
                    <a:pt x="4937431" y="2465407"/>
                  </a:cubicBezTo>
                  <a:cubicBezTo>
                    <a:pt x="4938445" y="2466673"/>
                    <a:pt x="4939457" y="2461102"/>
                    <a:pt x="4939457" y="2452999"/>
                  </a:cubicBezTo>
                  <a:cubicBezTo>
                    <a:pt x="4939457" y="2446668"/>
                    <a:pt x="4938698" y="2437299"/>
                    <a:pt x="4937431" y="2436033"/>
                  </a:cubicBezTo>
                  <a:close/>
                  <a:moveTo>
                    <a:pt x="4927809" y="2432235"/>
                  </a:moveTo>
                  <a:cubicBezTo>
                    <a:pt x="4925024" y="2432994"/>
                    <a:pt x="4925024" y="2459076"/>
                    <a:pt x="4927809" y="2461609"/>
                  </a:cubicBezTo>
                  <a:cubicBezTo>
                    <a:pt x="4929075" y="2462875"/>
                    <a:pt x="4930341" y="2457557"/>
                    <a:pt x="4930341" y="2449201"/>
                  </a:cubicBezTo>
                  <a:cubicBezTo>
                    <a:pt x="4930595" y="2442870"/>
                    <a:pt x="4929835" y="2433501"/>
                    <a:pt x="4927809" y="2432235"/>
                  </a:cubicBezTo>
                  <a:cubicBezTo>
                    <a:pt x="4927809" y="2432235"/>
                    <a:pt x="4927809" y="2432235"/>
                    <a:pt x="4927809" y="2432235"/>
                  </a:cubicBezTo>
                  <a:close/>
                  <a:moveTo>
                    <a:pt x="4916667" y="2428436"/>
                  </a:moveTo>
                  <a:cubicBezTo>
                    <a:pt x="4916667" y="2428436"/>
                    <a:pt x="4916414" y="2428436"/>
                    <a:pt x="4916414" y="2428436"/>
                  </a:cubicBezTo>
                  <a:cubicBezTo>
                    <a:pt x="4912868" y="2429196"/>
                    <a:pt x="4912868" y="2455025"/>
                    <a:pt x="4916414" y="2457810"/>
                  </a:cubicBezTo>
                  <a:cubicBezTo>
                    <a:pt x="4917933" y="2459076"/>
                    <a:pt x="4919453" y="2453505"/>
                    <a:pt x="4919453" y="2445402"/>
                  </a:cubicBezTo>
                  <a:cubicBezTo>
                    <a:pt x="4919453" y="2439072"/>
                    <a:pt x="4918693" y="2429702"/>
                    <a:pt x="4916667" y="2428436"/>
                  </a:cubicBezTo>
                  <a:close/>
                  <a:moveTo>
                    <a:pt x="4903246" y="2424638"/>
                  </a:moveTo>
                  <a:cubicBezTo>
                    <a:pt x="4898435" y="2424384"/>
                    <a:pt x="4899701" y="2450214"/>
                    <a:pt x="4902740" y="2453759"/>
                  </a:cubicBezTo>
                  <a:cubicBezTo>
                    <a:pt x="4904765" y="2456038"/>
                    <a:pt x="4906538" y="2450467"/>
                    <a:pt x="4906791" y="2441604"/>
                  </a:cubicBezTo>
                  <a:cubicBezTo>
                    <a:pt x="4906538" y="2435273"/>
                    <a:pt x="4905778" y="2425904"/>
                    <a:pt x="4903246" y="2424638"/>
                  </a:cubicBezTo>
                  <a:close/>
                  <a:moveTo>
                    <a:pt x="4887799" y="2420839"/>
                  </a:moveTo>
                  <a:cubicBezTo>
                    <a:pt x="4887799" y="2420839"/>
                    <a:pt x="4887546" y="2420839"/>
                    <a:pt x="4887546" y="2420839"/>
                  </a:cubicBezTo>
                  <a:cubicBezTo>
                    <a:pt x="4883495" y="2421599"/>
                    <a:pt x="4883241" y="2445655"/>
                    <a:pt x="4887293" y="2449960"/>
                  </a:cubicBezTo>
                  <a:cubicBezTo>
                    <a:pt x="4889319" y="2452239"/>
                    <a:pt x="4891598" y="2446668"/>
                    <a:pt x="4891851" y="2437805"/>
                  </a:cubicBezTo>
                  <a:cubicBezTo>
                    <a:pt x="4891851" y="2431475"/>
                    <a:pt x="4890838" y="2422105"/>
                    <a:pt x="4887799" y="2420839"/>
                  </a:cubicBezTo>
                  <a:close/>
                  <a:moveTo>
                    <a:pt x="4870833" y="2417041"/>
                  </a:moveTo>
                  <a:cubicBezTo>
                    <a:pt x="4870580" y="2417041"/>
                    <a:pt x="4870580" y="2417041"/>
                    <a:pt x="4870327" y="2417041"/>
                  </a:cubicBezTo>
                  <a:cubicBezTo>
                    <a:pt x="4865768" y="2417801"/>
                    <a:pt x="4865515" y="2441857"/>
                    <a:pt x="4870074" y="2446162"/>
                  </a:cubicBezTo>
                  <a:cubicBezTo>
                    <a:pt x="4872353" y="2448441"/>
                    <a:pt x="4874631" y="2442870"/>
                    <a:pt x="4874885" y="2434007"/>
                  </a:cubicBezTo>
                  <a:cubicBezTo>
                    <a:pt x="4875138" y="2427676"/>
                    <a:pt x="4873872" y="2418307"/>
                    <a:pt x="4870833" y="2417041"/>
                  </a:cubicBezTo>
                  <a:close/>
                  <a:moveTo>
                    <a:pt x="4851841" y="2413243"/>
                  </a:moveTo>
                  <a:cubicBezTo>
                    <a:pt x="4845764" y="2412989"/>
                    <a:pt x="4846270" y="2436793"/>
                    <a:pt x="4850575" y="2441857"/>
                  </a:cubicBezTo>
                  <a:cubicBezTo>
                    <a:pt x="4853361" y="2445149"/>
                    <a:pt x="4856146" y="2439578"/>
                    <a:pt x="4856399" y="2430209"/>
                  </a:cubicBezTo>
                  <a:cubicBezTo>
                    <a:pt x="4856399" y="2423878"/>
                    <a:pt x="4855133" y="2414255"/>
                    <a:pt x="4851841" y="2413243"/>
                  </a:cubicBezTo>
                  <a:close/>
                  <a:moveTo>
                    <a:pt x="4831077" y="2409444"/>
                  </a:moveTo>
                  <a:cubicBezTo>
                    <a:pt x="4824493" y="2409191"/>
                    <a:pt x="4824999" y="2432994"/>
                    <a:pt x="4829557" y="2438059"/>
                  </a:cubicBezTo>
                  <a:cubicBezTo>
                    <a:pt x="4832596" y="2441351"/>
                    <a:pt x="4835635" y="2435780"/>
                    <a:pt x="4835888" y="2426410"/>
                  </a:cubicBezTo>
                  <a:cubicBezTo>
                    <a:pt x="4836141" y="2420080"/>
                    <a:pt x="4834875" y="2410710"/>
                    <a:pt x="4831077" y="2409444"/>
                  </a:cubicBezTo>
                  <a:close/>
                  <a:moveTo>
                    <a:pt x="4808540" y="2405646"/>
                  </a:moveTo>
                  <a:cubicBezTo>
                    <a:pt x="4808286" y="2405646"/>
                    <a:pt x="4808033" y="2405646"/>
                    <a:pt x="4808033" y="2405646"/>
                  </a:cubicBezTo>
                  <a:cubicBezTo>
                    <a:pt x="4802209" y="2406405"/>
                    <a:pt x="4801449" y="2428689"/>
                    <a:pt x="4807020" y="2434260"/>
                  </a:cubicBezTo>
                  <a:cubicBezTo>
                    <a:pt x="4810312" y="2437552"/>
                    <a:pt x="4813604" y="2431981"/>
                    <a:pt x="4813857" y="2422612"/>
                  </a:cubicBezTo>
                  <a:cubicBezTo>
                    <a:pt x="4814111" y="2416281"/>
                    <a:pt x="4812591" y="2406659"/>
                    <a:pt x="4808540" y="2405646"/>
                  </a:cubicBezTo>
                  <a:close/>
                  <a:moveTo>
                    <a:pt x="4784230" y="2401847"/>
                  </a:moveTo>
                  <a:cubicBezTo>
                    <a:pt x="4783977" y="2401847"/>
                    <a:pt x="4783723" y="2401847"/>
                    <a:pt x="4783723" y="2401847"/>
                  </a:cubicBezTo>
                  <a:cubicBezTo>
                    <a:pt x="4777393" y="2402607"/>
                    <a:pt x="4776633" y="2424891"/>
                    <a:pt x="4782710" y="2430462"/>
                  </a:cubicBezTo>
                  <a:cubicBezTo>
                    <a:pt x="4786256" y="2433754"/>
                    <a:pt x="4789801" y="2428183"/>
                    <a:pt x="4790054" y="2418813"/>
                  </a:cubicBezTo>
                  <a:cubicBezTo>
                    <a:pt x="4790307" y="2412483"/>
                    <a:pt x="4788788" y="2403114"/>
                    <a:pt x="4784230" y="2401847"/>
                  </a:cubicBezTo>
                  <a:close/>
                  <a:moveTo>
                    <a:pt x="4764478" y="2415015"/>
                  </a:moveTo>
                  <a:cubicBezTo>
                    <a:pt x="4764732" y="2409191"/>
                    <a:pt x="4763212" y="2399315"/>
                    <a:pt x="4758401" y="2398049"/>
                  </a:cubicBezTo>
                  <a:cubicBezTo>
                    <a:pt x="4750804" y="2397796"/>
                    <a:pt x="4750551" y="2419826"/>
                    <a:pt x="4756122" y="2426157"/>
                  </a:cubicBezTo>
                  <a:cubicBezTo>
                    <a:pt x="4759920" y="2430715"/>
                    <a:pt x="4764225" y="2425144"/>
                    <a:pt x="4764478" y="2415015"/>
                  </a:cubicBezTo>
                  <a:lnTo>
                    <a:pt x="4764478" y="2415015"/>
                  </a:lnTo>
                  <a:close/>
                  <a:moveTo>
                    <a:pt x="4730799" y="2394251"/>
                  </a:moveTo>
                  <a:cubicBezTo>
                    <a:pt x="4722949" y="2393997"/>
                    <a:pt x="4722443" y="2416028"/>
                    <a:pt x="4728267" y="2422359"/>
                  </a:cubicBezTo>
                  <a:cubicBezTo>
                    <a:pt x="4732319" y="2426664"/>
                    <a:pt x="4736877" y="2421093"/>
                    <a:pt x="4737130" y="2411217"/>
                  </a:cubicBezTo>
                  <a:cubicBezTo>
                    <a:pt x="4737636" y="2404886"/>
                    <a:pt x="4735610" y="2395517"/>
                    <a:pt x="4730799" y="2394251"/>
                  </a:cubicBezTo>
                  <a:close/>
                  <a:moveTo>
                    <a:pt x="4708515" y="2407672"/>
                  </a:moveTo>
                  <a:cubicBezTo>
                    <a:pt x="4708768" y="2401341"/>
                    <a:pt x="4706996" y="2391718"/>
                    <a:pt x="4701678" y="2390706"/>
                  </a:cubicBezTo>
                  <a:cubicBezTo>
                    <a:pt x="4693322" y="2390452"/>
                    <a:pt x="4692816" y="2412483"/>
                    <a:pt x="4699146" y="2418813"/>
                  </a:cubicBezTo>
                  <a:cubicBezTo>
                    <a:pt x="4703197" y="2423118"/>
                    <a:pt x="4708009" y="2417547"/>
                    <a:pt x="4708515" y="2407672"/>
                  </a:cubicBezTo>
                  <a:close/>
                  <a:moveTo>
                    <a:pt x="4678128" y="2403873"/>
                  </a:moveTo>
                  <a:cubicBezTo>
                    <a:pt x="4678381" y="2397543"/>
                    <a:pt x="4676356" y="2387920"/>
                    <a:pt x="4671038" y="2386907"/>
                  </a:cubicBezTo>
                  <a:cubicBezTo>
                    <a:pt x="4670785" y="2386907"/>
                    <a:pt x="4670532" y="2386907"/>
                    <a:pt x="4670278" y="2386907"/>
                  </a:cubicBezTo>
                  <a:cubicBezTo>
                    <a:pt x="4662682" y="2387667"/>
                    <a:pt x="4661162" y="2408178"/>
                    <a:pt x="4668253" y="2415015"/>
                  </a:cubicBezTo>
                  <a:cubicBezTo>
                    <a:pt x="4672557" y="2419320"/>
                    <a:pt x="4677622" y="2413749"/>
                    <a:pt x="4678128" y="2403873"/>
                  </a:cubicBezTo>
                  <a:close/>
                  <a:moveTo>
                    <a:pt x="4638372" y="2383109"/>
                  </a:moveTo>
                  <a:cubicBezTo>
                    <a:pt x="4629762" y="2383109"/>
                    <a:pt x="4628496" y="2403114"/>
                    <a:pt x="4634827" y="2410457"/>
                  </a:cubicBezTo>
                  <a:cubicBezTo>
                    <a:pt x="4639638" y="2416028"/>
                    <a:pt x="4645462" y="2410457"/>
                    <a:pt x="4645969" y="2400075"/>
                  </a:cubicBezTo>
                  <a:cubicBezTo>
                    <a:pt x="4646475" y="2393997"/>
                    <a:pt x="4644196" y="2384375"/>
                    <a:pt x="4638372" y="2383109"/>
                  </a:cubicBezTo>
                  <a:close/>
                  <a:moveTo>
                    <a:pt x="4604440" y="2379564"/>
                  </a:moveTo>
                  <a:cubicBezTo>
                    <a:pt x="4595576" y="2379564"/>
                    <a:pt x="4594057" y="2399568"/>
                    <a:pt x="4600641" y="2406912"/>
                  </a:cubicBezTo>
                  <a:cubicBezTo>
                    <a:pt x="4605706" y="2412483"/>
                    <a:pt x="4611783" y="2407165"/>
                    <a:pt x="4612289" y="2396530"/>
                  </a:cubicBezTo>
                  <a:cubicBezTo>
                    <a:pt x="4612796" y="2390199"/>
                    <a:pt x="4610517" y="2380830"/>
                    <a:pt x="4604440" y="2379564"/>
                  </a:cubicBezTo>
                  <a:close/>
                  <a:moveTo>
                    <a:pt x="4569241" y="2376018"/>
                  </a:moveTo>
                  <a:cubicBezTo>
                    <a:pt x="4559618" y="2376018"/>
                    <a:pt x="4558352" y="2396023"/>
                    <a:pt x="4565189" y="2403367"/>
                  </a:cubicBezTo>
                  <a:cubicBezTo>
                    <a:pt x="4570507" y="2408938"/>
                    <a:pt x="4576838" y="2403620"/>
                    <a:pt x="4577344" y="2392984"/>
                  </a:cubicBezTo>
                  <a:cubicBezTo>
                    <a:pt x="4577851" y="2386654"/>
                    <a:pt x="4575318" y="2377284"/>
                    <a:pt x="4569241" y="2376018"/>
                  </a:cubicBezTo>
                  <a:close/>
                  <a:moveTo>
                    <a:pt x="4540880" y="2389439"/>
                  </a:moveTo>
                  <a:cubicBezTo>
                    <a:pt x="4541386" y="2383109"/>
                    <a:pt x="4538854" y="2373486"/>
                    <a:pt x="4532270" y="2372473"/>
                  </a:cubicBezTo>
                  <a:cubicBezTo>
                    <a:pt x="4522648" y="2372473"/>
                    <a:pt x="4521128" y="2392478"/>
                    <a:pt x="4528219" y="2399821"/>
                  </a:cubicBezTo>
                  <a:cubicBezTo>
                    <a:pt x="4533536" y="2405392"/>
                    <a:pt x="4540120" y="2399821"/>
                    <a:pt x="4540880" y="2389439"/>
                  </a:cubicBezTo>
                  <a:lnTo>
                    <a:pt x="4540880" y="2389439"/>
                  </a:lnTo>
                  <a:close/>
                  <a:moveTo>
                    <a:pt x="4494033" y="2368928"/>
                  </a:moveTo>
                  <a:cubicBezTo>
                    <a:pt x="4484410" y="2368928"/>
                    <a:pt x="4482131" y="2387160"/>
                    <a:pt x="4488969" y="2395517"/>
                  </a:cubicBezTo>
                  <a:cubicBezTo>
                    <a:pt x="4494540" y="2402354"/>
                    <a:pt x="4502136" y="2397036"/>
                    <a:pt x="4502896" y="2385894"/>
                  </a:cubicBezTo>
                  <a:cubicBezTo>
                    <a:pt x="4503402" y="2379564"/>
                    <a:pt x="4500870" y="2369941"/>
                    <a:pt x="4494033" y="2368928"/>
                  </a:cubicBezTo>
                  <a:close/>
                  <a:moveTo>
                    <a:pt x="4454276" y="2365383"/>
                  </a:moveTo>
                  <a:cubicBezTo>
                    <a:pt x="4444148" y="2365383"/>
                    <a:pt x="4442122" y="2383615"/>
                    <a:pt x="4448959" y="2391972"/>
                  </a:cubicBezTo>
                  <a:cubicBezTo>
                    <a:pt x="4454783" y="2398809"/>
                    <a:pt x="4462633" y="2393491"/>
                    <a:pt x="4463393" y="2382349"/>
                  </a:cubicBezTo>
                  <a:cubicBezTo>
                    <a:pt x="4463899" y="2376018"/>
                    <a:pt x="4461367" y="2366396"/>
                    <a:pt x="4454276" y="2365383"/>
                  </a:cubicBezTo>
                  <a:close/>
                  <a:moveTo>
                    <a:pt x="4413254" y="2361838"/>
                  </a:moveTo>
                  <a:cubicBezTo>
                    <a:pt x="4402618" y="2361838"/>
                    <a:pt x="4400593" y="2380070"/>
                    <a:pt x="4407936" y="2388426"/>
                  </a:cubicBezTo>
                  <a:cubicBezTo>
                    <a:pt x="4414014" y="2395263"/>
                    <a:pt x="4422117" y="2390199"/>
                    <a:pt x="4422877" y="2378804"/>
                  </a:cubicBezTo>
                  <a:cubicBezTo>
                    <a:pt x="4423130" y="2372473"/>
                    <a:pt x="4420344" y="2363104"/>
                    <a:pt x="4413254" y="2361838"/>
                  </a:cubicBezTo>
                  <a:close/>
                  <a:moveTo>
                    <a:pt x="4370712" y="2358292"/>
                  </a:moveTo>
                  <a:cubicBezTo>
                    <a:pt x="4360076" y="2358292"/>
                    <a:pt x="4357544" y="2376525"/>
                    <a:pt x="4365141" y="2384881"/>
                  </a:cubicBezTo>
                  <a:cubicBezTo>
                    <a:pt x="4371218" y="2391718"/>
                    <a:pt x="4379828" y="2386401"/>
                    <a:pt x="4380588" y="2375259"/>
                  </a:cubicBezTo>
                  <a:cubicBezTo>
                    <a:pt x="4381094" y="2368928"/>
                    <a:pt x="4378309" y="2359559"/>
                    <a:pt x="4370712" y="2358292"/>
                  </a:cubicBezTo>
                  <a:close/>
                  <a:moveTo>
                    <a:pt x="4326904" y="2355001"/>
                  </a:moveTo>
                  <a:cubicBezTo>
                    <a:pt x="4315762" y="2355001"/>
                    <a:pt x="4313483" y="2373233"/>
                    <a:pt x="4321080" y="2381589"/>
                  </a:cubicBezTo>
                  <a:cubicBezTo>
                    <a:pt x="4327410" y="2388426"/>
                    <a:pt x="4336020" y="2383109"/>
                    <a:pt x="4336780" y="2371967"/>
                  </a:cubicBezTo>
                  <a:cubicBezTo>
                    <a:pt x="4337539" y="2365636"/>
                    <a:pt x="4334754" y="2356014"/>
                    <a:pt x="4326904" y="2355001"/>
                  </a:cubicBezTo>
                  <a:close/>
                  <a:moveTo>
                    <a:pt x="4281830" y="2351455"/>
                  </a:moveTo>
                  <a:cubicBezTo>
                    <a:pt x="4270941" y="2351455"/>
                    <a:pt x="4268156" y="2368422"/>
                    <a:pt x="4274993" y="2377031"/>
                  </a:cubicBezTo>
                  <a:cubicBezTo>
                    <a:pt x="4281577" y="2385135"/>
                    <a:pt x="4291199" y="2380070"/>
                    <a:pt x="4292212" y="2368422"/>
                  </a:cubicBezTo>
                  <a:cubicBezTo>
                    <a:pt x="4292719" y="2362091"/>
                    <a:pt x="4289933" y="2352722"/>
                    <a:pt x="4281830" y="2351455"/>
                  </a:cubicBezTo>
                  <a:close/>
                  <a:moveTo>
                    <a:pt x="4235489" y="2348164"/>
                  </a:moveTo>
                  <a:cubicBezTo>
                    <a:pt x="4224601" y="2348164"/>
                    <a:pt x="4221562" y="2365130"/>
                    <a:pt x="4228652" y="2373739"/>
                  </a:cubicBezTo>
                  <a:cubicBezTo>
                    <a:pt x="4235236" y="2381842"/>
                    <a:pt x="4245365" y="2376778"/>
                    <a:pt x="4246378" y="2365130"/>
                  </a:cubicBezTo>
                  <a:cubicBezTo>
                    <a:pt x="4246885" y="2359305"/>
                    <a:pt x="4244352" y="2349430"/>
                    <a:pt x="4235489" y="2348164"/>
                  </a:cubicBezTo>
                  <a:close/>
                  <a:moveTo>
                    <a:pt x="4188136" y="2344872"/>
                  </a:moveTo>
                  <a:cubicBezTo>
                    <a:pt x="4176994" y="2344872"/>
                    <a:pt x="4173702" y="2361838"/>
                    <a:pt x="4181046" y="2370701"/>
                  </a:cubicBezTo>
                  <a:cubicBezTo>
                    <a:pt x="4187629" y="2378804"/>
                    <a:pt x="4198265" y="2373739"/>
                    <a:pt x="4199278" y="2361838"/>
                  </a:cubicBezTo>
                  <a:cubicBezTo>
                    <a:pt x="4199531" y="2355507"/>
                    <a:pt x="4196493" y="2346138"/>
                    <a:pt x="4188136" y="2344872"/>
                  </a:cubicBezTo>
                  <a:close/>
                  <a:moveTo>
                    <a:pt x="4139517" y="2341580"/>
                  </a:moveTo>
                  <a:cubicBezTo>
                    <a:pt x="4128122" y="2341580"/>
                    <a:pt x="4124830" y="2358546"/>
                    <a:pt x="4132173" y="2367409"/>
                  </a:cubicBezTo>
                  <a:cubicBezTo>
                    <a:pt x="4139010" y="2375512"/>
                    <a:pt x="4149646" y="2370447"/>
                    <a:pt x="4150659" y="2358546"/>
                  </a:cubicBezTo>
                  <a:cubicBezTo>
                    <a:pt x="4151165" y="2352215"/>
                    <a:pt x="4147873" y="2342846"/>
                    <a:pt x="4139517" y="2341580"/>
                  </a:cubicBezTo>
                  <a:close/>
                  <a:moveTo>
                    <a:pt x="4089631" y="2338541"/>
                  </a:moveTo>
                  <a:cubicBezTo>
                    <a:pt x="4077730" y="2338541"/>
                    <a:pt x="4074437" y="2355507"/>
                    <a:pt x="4082034" y="2364370"/>
                  </a:cubicBezTo>
                  <a:cubicBezTo>
                    <a:pt x="4089125" y="2372473"/>
                    <a:pt x="4100014" y="2367409"/>
                    <a:pt x="4101026" y="2355507"/>
                  </a:cubicBezTo>
                  <a:cubicBezTo>
                    <a:pt x="4101533" y="2349176"/>
                    <a:pt x="4098241" y="2339554"/>
                    <a:pt x="4089631" y="2338541"/>
                  </a:cubicBezTo>
                  <a:close/>
                  <a:moveTo>
                    <a:pt x="4038479" y="2335249"/>
                  </a:moveTo>
                  <a:cubicBezTo>
                    <a:pt x="4026578" y="2335249"/>
                    <a:pt x="4023033" y="2352468"/>
                    <a:pt x="4030883" y="2361078"/>
                  </a:cubicBezTo>
                  <a:cubicBezTo>
                    <a:pt x="4037973" y="2368928"/>
                    <a:pt x="4049368" y="2363863"/>
                    <a:pt x="4050381" y="2352215"/>
                  </a:cubicBezTo>
                  <a:cubicBezTo>
                    <a:pt x="4050888" y="2345884"/>
                    <a:pt x="4047596" y="2336515"/>
                    <a:pt x="4038479" y="2335249"/>
                  </a:cubicBezTo>
                  <a:close/>
                  <a:moveTo>
                    <a:pt x="3986568" y="2332210"/>
                  </a:moveTo>
                  <a:cubicBezTo>
                    <a:pt x="3974413" y="2332210"/>
                    <a:pt x="3970868" y="2349430"/>
                    <a:pt x="3978718" y="2358039"/>
                  </a:cubicBezTo>
                  <a:cubicBezTo>
                    <a:pt x="3986062" y="2366143"/>
                    <a:pt x="3997457" y="2361078"/>
                    <a:pt x="3998470" y="2349176"/>
                  </a:cubicBezTo>
                  <a:cubicBezTo>
                    <a:pt x="3998976" y="2342846"/>
                    <a:pt x="3995684" y="2333223"/>
                    <a:pt x="3986568" y="2332210"/>
                  </a:cubicBezTo>
                  <a:close/>
                  <a:moveTo>
                    <a:pt x="3933391" y="2329172"/>
                  </a:moveTo>
                  <a:cubicBezTo>
                    <a:pt x="3921236" y="2329172"/>
                    <a:pt x="3917184" y="2344872"/>
                    <a:pt x="3924528" y="2353988"/>
                  </a:cubicBezTo>
                  <a:cubicBezTo>
                    <a:pt x="3931872" y="2363357"/>
                    <a:pt x="3944279" y="2358546"/>
                    <a:pt x="3945546" y="2346138"/>
                  </a:cubicBezTo>
                  <a:cubicBezTo>
                    <a:pt x="3946052" y="2339807"/>
                    <a:pt x="3942760" y="2330184"/>
                    <a:pt x="3933391" y="2329172"/>
                  </a:cubicBezTo>
                  <a:close/>
                  <a:moveTo>
                    <a:pt x="3879201" y="2326133"/>
                  </a:moveTo>
                  <a:cubicBezTo>
                    <a:pt x="3866792" y="2326133"/>
                    <a:pt x="3862994" y="2341833"/>
                    <a:pt x="3870084" y="2350949"/>
                  </a:cubicBezTo>
                  <a:cubicBezTo>
                    <a:pt x="3877428" y="2360318"/>
                    <a:pt x="3890343" y="2355760"/>
                    <a:pt x="3891608" y="2343099"/>
                  </a:cubicBezTo>
                  <a:cubicBezTo>
                    <a:pt x="3892115" y="2336768"/>
                    <a:pt x="3888823" y="2327146"/>
                    <a:pt x="3879201" y="2326133"/>
                  </a:cubicBezTo>
                  <a:close/>
                  <a:moveTo>
                    <a:pt x="3710805" y="2317523"/>
                  </a:moveTo>
                  <a:cubicBezTo>
                    <a:pt x="3697638" y="2317523"/>
                    <a:pt x="3693586" y="2333223"/>
                    <a:pt x="3701183" y="2342339"/>
                  </a:cubicBezTo>
                  <a:cubicBezTo>
                    <a:pt x="3709033" y="2351455"/>
                    <a:pt x="3722454" y="2346897"/>
                    <a:pt x="3723720" y="2334489"/>
                  </a:cubicBezTo>
                  <a:cubicBezTo>
                    <a:pt x="3724480" y="2327905"/>
                    <a:pt x="3720934" y="2318536"/>
                    <a:pt x="3710805" y="2317523"/>
                  </a:cubicBezTo>
                  <a:close/>
                  <a:moveTo>
                    <a:pt x="3652817" y="2314738"/>
                  </a:moveTo>
                  <a:cubicBezTo>
                    <a:pt x="3639649" y="2314738"/>
                    <a:pt x="3635344" y="2330438"/>
                    <a:pt x="3643194" y="2339554"/>
                  </a:cubicBezTo>
                  <a:cubicBezTo>
                    <a:pt x="3651044" y="2348670"/>
                    <a:pt x="3664971" y="2343859"/>
                    <a:pt x="3666237" y="2331704"/>
                  </a:cubicBezTo>
                  <a:cubicBezTo>
                    <a:pt x="3666744" y="2325120"/>
                    <a:pt x="3662945" y="2315750"/>
                    <a:pt x="3652817" y="2314738"/>
                  </a:cubicBezTo>
                  <a:close/>
                  <a:moveTo>
                    <a:pt x="3594068" y="2311952"/>
                  </a:moveTo>
                  <a:cubicBezTo>
                    <a:pt x="3580647" y="2311952"/>
                    <a:pt x="3576342" y="2327652"/>
                    <a:pt x="3584192" y="2336768"/>
                  </a:cubicBezTo>
                  <a:cubicBezTo>
                    <a:pt x="3592296" y="2346138"/>
                    <a:pt x="3605970" y="2341326"/>
                    <a:pt x="3607236" y="2328918"/>
                  </a:cubicBezTo>
                  <a:cubicBezTo>
                    <a:pt x="3607995" y="2322334"/>
                    <a:pt x="3604197" y="2312965"/>
                    <a:pt x="3594068" y="2311952"/>
                  </a:cubicBezTo>
                  <a:close/>
                  <a:moveTo>
                    <a:pt x="3547981" y="2326133"/>
                  </a:moveTo>
                  <a:cubicBezTo>
                    <a:pt x="3548741" y="2319802"/>
                    <a:pt x="3544942" y="2310433"/>
                    <a:pt x="3534560" y="2309420"/>
                  </a:cubicBezTo>
                  <a:cubicBezTo>
                    <a:pt x="3520886" y="2309673"/>
                    <a:pt x="3516328" y="2325120"/>
                    <a:pt x="3524431" y="2334236"/>
                  </a:cubicBezTo>
                  <a:cubicBezTo>
                    <a:pt x="3532534" y="2343352"/>
                    <a:pt x="3546462" y="2338541"/>
                    <a:pt x="3547981" y="2326133"/>
                  </a:cubicBezTo>
                  <a:close/>
                  <a:moveTo>
                    <a:pt x="3473786" y="2306888"/>
                  </a:moveTo>
                  <a:cubicBezTo>
                    <a:pt x="3460112" y="2307141"/>
                    <a:pt x="3455554" y="2322588"/>
                    <a:pt x="3463657" y="2331704"/>
                  </a:cubicBezTo>
                  <a:cubicBezTo>
                    <a:pt x="3471760" y="2340820"/>
                    <a:pt x="3486194" y="2336009"/>
                    <a:pt x="3487713" y="2323601"/>
                  </a:cubicBezTo>
                  <a:cubicBezTo>
                    <a:pt x="3488220" y="2317523"/>
                    <a:pt x="3484928" y="2307901"/>
                    <a:pt x="3473786" y="2306888"/>
                  </a:cubicBezTo>
                  <a:close/>
                  <a:moveTo>
                    <a:pt x="3412505" y="2304355"/>
                  </a:moveTo>
                  <a:cubicBezTo>
                    <a:pt x="3399338" y="2304609"/>
                    <a:pt x="3394526" y="2318789"/>
                    <a:pt x="3401363" y="2328159"/>
                  </a:cubicBezTo>
                  <a:cubicBezTo>
                    <a:pt x="3409213" y="2338541"/>
                    <a:pt x="3425166" y="2334236"/>
                    <a:pt x="3426433" y="2321321"/>
                  </a:cubicBezTo>
                  <a:cubicBezTo>
                    <a:pt x="3427192" y="2314738"/>
                    <a:pt x="3423394" y="2305368"/>
                    <a:pt x="3412505" y="2304355"/>
                  </a:cubicBezTo>
                  <a:close/>
                  <a:moveTo>
                    <a:pt x="3350465" y="2301823"/>
                  </a:moveTo>
                  <a:cubicBezTo>
                    <a:pt x="3337044" y="2302076"/>
                    <a:pt x="3332233" y="2316257"/>
                    <a:pt x="3339070" y="2325626"/>
                  </a:cubicBezTo>
                  <a:cubicBezTo>
                    <a:pt x="3347173" y="2336262"/>
                    <a:pt x="3362873" y="2331957"/>
                    <a:pt x="3364392" y="2318789"/>
                  </a:cubicBezTo>
                  <a:cubicBezTo>
                    <a:pt x="3365152" y="2312712"/>
                    <a:pt x="3361860" y="2302836"/>
                    <a:pt x="3350465" y="2301823"/>
                  </a:cubicBezTo>
                  <a:close/>
                  <a:moveTo>
                    <a:pt x="3287918" y="2299544"/>
                  </a:moveTo>
                  <a:cubicBezTo>
                    <a:pt x="3274244" y="2299797"/>
                    <a:pt x="3269180" y="2313978"/>
                    <a:pt x="3276270" y="2323347"/>
                  </a:cubicBezTo>
                  <a:cubicBezTo>
                    <a:pt x="3284373" y="2333983"/>
                    <a:pt x="3300579" y="2329425"/>
                    <a:pt x="3301845" y="2316257"/>
                  </a:cubicBezTo>
                  <a:cubicBezTo>
                    <a:pt x="3302605" y="2310180"/>
                    <a:pt x="3299313" y="2300557"/>
                    <a:pt x="3287918" y="2299544"/>
                  </a:cubicBezTo>
                  <a:close/>
                  <a:moveTo>
                    <a:pt x="3224358" y="2297012"/>
                  </a:moveTo>
                  <a:cubicBezTo>
                    <a:pt x="3210684" y="2297265"/>
                    <a:pt x="3205620" y="2311446"/>
                    <a:pt x="3212710" y="2320815"/>
                  </a:cubicBezTo>
                  <a:cubicBezTo>
                    <a:pt x="3220813" y="2331197"/>
                    <a:pt x="3237273" y="2326639"/>
                    <a:pt x="3238792" y="2313725"/>
                  </a:cubicBezTo>
                  <a:cubicBezTo>
                    <a:pt x="3239552" y="2307394"/>
                    <a:pt x="3235500" y="2298025"/>
                    <a:pt x="3224358" y="2297012"/>
                  </a:cubicBezTo>
                  <a:close/>
                  <a:moveTo>
                    <a:pt x="3160292" y="2294986"/>
                  </a:moveTo>
                  <a:cubicBezTo>
                    <a:pt x="3146365" y="2295239"/>
                    <a:pt x="3141553" y="2309673"/>
                    <a:pt x="3148644" y="2318789"/>
                  </a:cubicBezTo>
                  <a:cubicBezTo>
                    <a:pt x="3157000" y="2329425"/>
                    <a:pt x="3173207" y="2324867"/>
                    <a:pt x="3174726" y="2311699"/>
                  </a:cubicBezTo>
                  <a:cubicBezTo>
                    <a:pt x="3175233" y="2305622"/>
                    <a:pt x="3171941" y="2295999"/>
                    <a:pt x="3160292" y="2294986"/>
                  </a:cubicBezTo>
                  <a:close/>
                  <a:moveTo>
                    <a:pt x="3110154" y="2309420"/>
                  </a:moveTo>
                  <a:cubicBezTo>
                    <a:pt x="3110913" y="2303596"/>
                    <a:pt x="3107621" y="2293720"/>
                    <a:pt x="3095720" y="2292707"/>
                  </a:cubicBezTo>
                  <a:cubicBezTo>
                    <a:pt x="3081539" y="2292960"/>
                    <a:pt x="3076474" y="2307394"/>
                    <a:pt x="3083818" y="2316510"/>
                  </a:cubicBezTo>
                  <a:cubicBezTo>
                    <a:pt x="3091921" y="2326892"/>
                    <a:pt x="3108634" y="2322588"/>
                    <a:pt x="3110154" y="2309420"/>
                  </a:cubicBezTo>
                  <a:close/>
                  <a:moveTo>
                    <a:pt x="3045074" y="2307394"/>
                  </a:moveTo>
                  <a:cubicBezTo>
                    <a:pt x="3045834" y="2301570"/>
                    <a:pt x="3042289" y="2291694"/>
                    <a:pt x="3030134" y="2290681"/>
                  </a:cubicBezTo>
                  <a:cubicBezTo>
                    <a:pt x="3016207" y="2290934"/>
                    <a:pt x="3010889" y="2305368"/>
                    <a:pt x="3018233" y="2314484"/>
                  </a:cubicBezTo>
                  <a:cubicBezTo>
                    <a:pt x="3026336" y="2324867"/>
                    <a:pt x="3043555" y="2320309"/>
                    <a:pt x="3045074" y="2307394"/>
                  </a:cubicBezTo>
                  <a:close/>
                  <a:moveTo>
                    <a:pt x="2952141" y="2312459"/>
                  </a:moveTo>
                  <a:cubicBezTo>
                    <a:pt x="2960497" y="2322841"/>
                    <a:pt x="2977463" y="2318283"/>
                    <a:pt x="2979236" y="2305368"/>
                  </a:cubicBezTo>
                  <a:cubicBezTo>
                    <a:pt x="2979995" y="2299038"/>
                    <a:pt x="2975944" y="2289668"/>
                    <a:pt x="2964295" y="2288655"/>
                  </a:cubicBezTo>
                  <a:cubicBezTo>
                    <a:pt x="2950115" y="2288909"/>
                    <a:pt x="2945050" y="2303342"/>
                    <a:pt x="2952141" y="2312459"/>
                  </a:cubicBezTo>
                  <a:close/>
                  <a:moveTo>
                    <a:pt x="2912891" y="2303342"/>
                  </a:moveTo>
                  <a:cubicBezTo>
                    <a:pt x="2913650" y="2297518"/>
                    <a:pt x="2910105" y="2287642"/>
                    <a:pt x="2897950" y="2286630"/>
                  </a:cubicBezTo>
                  <a:cubicBezTo>
                    <a:pt x="2883770" y="2286883"/>
                    <a:pt x="2878452" y="2301317"/>
                    <a:pt x="2885795" y="2310433"/>
                  </a:cubicBezTo>
                  <a:cubicBezTo>
                    <a:pt x="2894405" y="2321068"/>
                    <a:pt x="2911371" y="2316763"/>
                    <a:pt x="2912891" y="2303342"/>
                  </a:cubicBezTo>
                  <a:close/>
                  <a:moveTo>
                    <a:pt x="2831099" y="2284857"/>
                  </a:moveTo>
                  <a:cubicBezTo>
                    <a:pt x="2816412" y="2285110"/>
                    <a:pt x="2811094" y="2299544"/>
                    <a:pt x="2818690" y="2308660"/>
                  </a:cubicBezTo>
                  <a:cubicBezTo>
                    <a:pt x="2827300" y="2319043"/>
                    <a:pt x="2844520" y="2314484"/>
                    <a:pt x="2846039" y="2301570"/>
                  </a:cubicBezTo>
                  <a:cubicBezTo>
                    <a:pt x="2846799" y="2295493"/>
                    <a:pt x="2843507" y="2285870"/>
                    <a:pt x="2831099" y="2284857"/>
                  </a:cubicBezTo>
                  <a:close/>
                  <a:moveTo>
                    <a:pt x="2751333" y="2306888"/>
                  </a:moveTo>
                  <a:cubicBezTo>
                    <a:pt x="2759689" y="2317270"/>
                    <a:pt x="2777415" y="2312712"/>
                    <a:pt x="2778934" y="2299544"/>
                  </a:cubicBezTo>
                  <a:cubicBezTo>
                    <a:pt x="2779694" y="2293213"/>
                    <a:pt x="2775642" y="2283844"/>
                    <a:pt x="2763741" y="2282831"/>
                  </a:cubicBezTo>
                  <a:cubicBezTo>
                    <a:pt x="2749053" y="2283591"/>
                    <a:pt x="2743736" y="2297771"/>
                    <a:pt x="2751333" y="2306888"/>
                  </a:cubicBezTo>
                  <a:close/>
                  <a:moveTo>
                    <a:pt x="2546473" y="2302330"/>
                  </a:moveTo>
                  <a:cubicBezTo>
                    <a:pt x="2555336" y="2312965"/>
                    <a:pt x="2572808" y="2308154"/>
                    <a:pt x="2574581" y="2294986"/>
                  </a:cubicBezTo>
                  <a:cubicBezTo>
                    <a:pt x="2575340" y="2289162"/>
                    <a:pt x="2571795" y="2279286"/>
                    <a:pt x="2559387" y="2278526"/>
                  </a:cubicBezTo>
                  <a:cubicBezTo>
                    <a:pt x="2543434" y="2278780"/>
                    <a:pt x="2539636" y="2293973"/>
                    <a:pt x="2546473" y="2302330"/>
                  </a:cubicBezTo>
                  <a:close/>
                  <a:moveTo>
                    <a:pt x="2211961" y="2272449"/>
                  </a:moveTo>
                  <a:cubicBezTo>
                    <a:pt x="2197527" y="2272955"/>
                    <a:pt x="2191703" y="2286123"/>
                    <a:pt x="2198287" y="2295239"/>
                  </a:cubicBezTo>
                  <a:cubicBezTo>
                    <a:pt x="2206390" y="2306888"/>
                    <a:pt x="2225889" y="2302583"/>
                    <a:pt x="2227661" y="2288909"/>
                  </a:cubicBezTo>
                  <a:cubicBezTo>
                    <a:pt x="2228168" y="2282831"/>
                    <a:pt x="2224623" y="2273209"/>
                    <a:pt x="2211961" y="2272449"/>
                  </a:cubicBezTo>
                  <a:close/>
                  <a:moveTo>
                    <a:pt x="2141818" y="2271436"/>
                  </a:moveTo>
                  <a:cubicBezTo>
                    <a:pt x="2127131" y="2271943"/>
                    <a:pt x="2121306" y="2285110"/>
                    <a:pt x="2127890" y="2294226"/>
                  </a:cubicBezTo>
                  <a:cubicBezTo>
                    <a:pt x="2136247" y="2306128"/>
                    <a:pt x="2155492" y="2301823"/>
                    <a:pt x="2157518" y="2287896"/>
                  </a:cubicBezTo>
                  <a:cubicBezTo>
                    <a:pt x="2158278" y="2281818"/>
                    <a:pt x="2154732" y="2272196"/>
                    <a:pt x="2141818" y="2271436"/>
                  </a:cubicBezTo>
                  <a:close/>
                  <a:moveTo>
                    <a:pt x="1597129" y="2267891"/>
                  </a:moveTo>
                  <a:cubicBezTo>
                    <a:pt x="1582189" y="2268650"/>
                    <a:pt x="1578390" y="2283844"/>
                    <a:pt x="1584974" y="2291947"/>
                  </a:cubicBezTo>
                  <a:cubicBezTo>
                    <a:pt x="1593077" y="2302330"/>
                    <a:pt x="1609790" y="2297265"/>
                    <a:pt x="1611310" y="2284097"/>
                  </a:cubicBezTo>
                  <a:cubicBezTo>
                    <a:pt x="1612322" y="2278273"/>
                    <a:pt x="1609031" y="2268397"/>
                    <a:pt x="1597129" y="2267891"/>
                  </a:cubicBezTo>
                  <a:close/>
                  <a:moveTo>
                    <a:pt x="1547243" y="2284097"/>
                  </a:moveTo>
                  <a:cubicBezTo>
                    <a:pt x="1548003" y="2277767"/>
                    <a:pt x="1544205" y="2268397"/>
                    <a:pt x="1533063" y="2267891"/>
                  </a:cubicBezTo>
                  <a:cubicBezTo>
                    <a:pt x="1519389" y="2268650"/>
                    <a:pt x="1514324" y="2283085"/>
                    <a:pt x="1521161" y="2291947"/>
                  </a:cubicBezTo>
                  <a:cubicBezTo>
                    <a:pt x="1529011" y="2302330"/>
                    <a:pt x="1545471" y="2297265"/>
                    <a:pt x="1547243" y="2284097"/>
                  </a:cubicBezTo>
                  <a:lnTo>
                    <a:pt x="1547243" y="2284097"/>
                  </a:lnTo>
                  <a:close/>
                  <a:moveTo>
                    <a:pt x="1470009" y="2268144"/>
                  </a:moveTo>
                  <a:cubicBezTo>
                    <a:pt x="1456589" y="2268904"/>
                    <a:pt x="1451524" y="2283338"/>
                    <a:pt x="1458361" y="2292200"/>
                  </a:cubicBezTo>
                  <a:cubicBezTo>
                    <a:pt x="1466211" y="2302583"/>
                    <a:pt x="1482164" y="2297518"/>
                    <a:pt x="1483937" y="2284097"/>
                  </a:cubicBezTo>
                  <a:cubicBezTo>
                    <a:pt x="1484443" y="2278273"/>
                    <a:pt x="1481405" y="2268650"/>
                    <a:pt x="1470009" y="2268144"/>
                  </a:cubicBezTo>
                  <a:close/>
                  <a:moveTo>
                    <a:pt x="1407969" y="2268397"/>
                  </a:moveTo>
                  <a:cubicBezTo>
                    <a:pt x="1394548" y="2269157"/>
                    <a:pt x="1389484" y="2283591"/>
                    <a:pt x="1396321" y="2292707"/>
                  </a:cubicBezTo>
                  <a:cubicBezTo>
                    <a:pt x="1404171" y="2302836"/>
                    <a:pt x="1419871" y="2297771"/>
                    <a:pt x="1421643" y="2284604"/>
                  </a:cubicBezTo>
                  <a:cubicBezTo>
                    <a:pt x="1422150" y="2278526"/>
                    <a:pt x="1419111" y="2268904"/>
                    <a:pt x="1407969" y="2268397"/>
                  </a:cubicBezTo>
                  <a:close/>
                  <a:moveTo>
                    <a:pt x="1346689" y="2268650"/>
                  </a:moveTo>
                  <a:cubicBezTo>
                    <a:pt x="1333774" y="2269410"/>
                    <a:pt x="1328710" y="2283844"/>
                    <a:pt x="1335293" y="2292960"/>
                  </a:cubicBezTo>
                  <a:cubicBezTo>
                    <a:pt x="1342637" y="2303089"/>
                    <a:pt x="1358590" y="2297771"/>
                    <a:pt x="1360109" y="2284857"/>
                  </a:cubicBezTo>
                  <a:cubicBezTo>
                    <a:pt x="1361122" y="2278526"/>
                    <a:pt x="1357324" y="2269157"/>
                    <a:pt x="1346689" y="2268650"/>
                  </a:cubicBezTo>
                  <a:close/>
                  <a:moveTo>
                    <a:pt x="4954144" y="2411723"/>
                  </a:moveTo>
                  <a:cubicBezTo>
                    <a:pt x="4954144" y="2411723"/>
                    <a:pt x="4954144" y="2411723"/>
                    <a:pt x="4954144" y="2411723"/>
                  </a:cubicBezTo>
                  <a:lnTo>
                    <a:pt x="4953638" y="2390199"/>
                  </a:lnTo>
                  <a:cubicBezTo>
                    <a:pt x="4953638" y="2388933"/>
                    <a:pt x="4953638" y="2387413"/>
                    <a:pt x="4953385" y="2386147"/>
                  </a:cubicBezTo>
                  <a:cubicBezTo>
                    <a:pt x="4953385" y="2386147"/>
                    <a:pt x="4953891" y="2412989"/>
                    <a:pt x="4954144" y="2415268"/>
                  </a:cubicBezTo>
                  <a:cubicBezTo>
                    <a:pt x="4954144" y="2414255"/>
                    <a:pt x="4954144" y="2412989"/>
                    <a:pt x="4954144" y="2411723"/>
                  </a:cubicBezTo>
                  <a:close/>
                  <a:moveTo>
                    <a:pt x="4952878" y="2411976"/>
                  </a:moveTo>
                  <a:cubicBezTo>
                    <a:pt x="4953132" y="2410963"/>
                    <a:pt x="4953132" y="2401594"/>
                    <a:pt x="4952878" y="2399568"/>
                  </a:cubicBezTo>
                  <a:cubicBezTo>
                    <a:pt x="4952625" y="2393744"/>
                    <a:pt x="4952372" y="2383868"/>
                    <a:pt x="4951865" y="2382602"/>
                  </a:cubicBezTo>
                  <a:cubicBezTo>
                    <a:pt x="4951865" y="2382602"/>
                    <a:pt x="4951865" y="2382602"/>
                    <a:pt x="4951865" y="2382602"/>
                  </a:cubicBezTo>
                  <a:cubicBezTo>
                    <a:pt x="4951612" y="2383868"/>
                    <a:pt x="4951865" y="2410457"/>
                    <a:pt x="4952878" y="2411976"/>
                  </a:cubicBezTo>
                  <a:close/>
                  <a:moveTo>
                    <a:pt x="4950093" y="2396023"/>
                  </a:moveTo>
                  <a:cubicBezTo>
                    <a:pt x="4949840" y="2390199"/>
                    <a:pt x="4949587" y="2380323"/>
                    <a:pt x="4948573" y="2379057"/>
                  </a:cubicBezTo>
                  <a:cubicBezTo>
                    <a:pt x="4948573" y="2379057"/>
                    <a:pt x="4948573" y="2379057"/>
                    <a:pt x="4948573" y="2379057"/>
                  </a:cubicBezTo>
                  <a:cubicBezTo>
                    <a:pt x="4947814" y="2380323"/>
                    <a:pt x="4947814" y="2406912"/>
                    <a:pt x="4949587" y="2408431"/>
                  </a:cubicBezTo>
                  <a:cubicBezTo>
                    <a:pt x="4950346" y="2407418"/>
                    <a:pt x="4950093" y="2398049"/>
                    <a:pt x="4950093" y="2396023"/>
                  </a:cubicBezTo>
                  <a:close/>
                  <a:moveTo>
                    <a:pt x="4945281" y="2392478"/>
                  </a:moveTo>
                  <a:cubicBezTo>
                    <a:pt x="4945281" y="2386147"/>
                    <a:pt x="4944522" y="2376778"/>
                    <a:pt x="4943509" y="2375512"/>
                  </a:cubicBezTo>
                  <a:cubicBezTo>
                    <a:pt x="4943509" y="2375512"/>
                    <a:pt x="4943509" y="2375512"/>
                    <a:pt x="4943256" y="2375512"/>
                  </a:cubicBezTo>
                  <a:cubicBezTo>
                    <a:pt x="4941990" y="2376778"/>
                    <a:pt x="4941736" y="2403367"/>
                    <a:pt x="4944269" y="2404886"/>
                  </a:cubicBezTo>
                  <a:cubicBezTo>
                    <a:pt x="4945281" y="2403620"/>
                    <a:pt x="4945281" y="2394251"/>
                    <a:pt x="4945281" y="2392478"/>
                  </a:cubicBezTo>
                  <a:close/>
                  <a:moveTo>
                    <a:pt x="4938445" y="2388680"/>
                  </a:moveTo>
                  <a:cubicBezTo>
                    <a:pt x="4938445" y="2382349"/>
                    <a:pt x="4937431" y="2372980"/>
                    <a:pt x="4936165" y="2371714"/>
                  </a:cubicBezTo>
                  <a:cubicBezTo>
                    <a:pt x="4936165" y="2371714"/>
                    <a:pt x="4935912" y="2371714"/>
                    <a:pt x="4935912" y="2371714"/>
                  </a:cubicBezTo>
                  <a:cubicBezTo>
                    <a:pt x="4933633" y="2372473"/>
                    <a:pt x="4934393" y="2398302"/>
                    <a:pt x="4936672" y="2400834"/>
                  </a:cubicBezTo>
                  <a:cubicBezTo>
                    <a:pt x="4937685" y="2402101"/>
                    <a:pt x="4938445" y="2396783"/>
                    <a:pt x="4938445" y="2388680"/>
                  </a:cubicBezTo>
                  <a:close/>
                  <a:moveTo>
                    <a:pt x="4926289" y="2367915"/>
                  </a:moveTo>
                  <a:cubicBezTo>
                    <a:pt x="4923504" y="2368675"/>
                    <a:pt x="4924264" y="2394504"/>
                    <a:pt x="4927049" y="2397036"/>
                  </a:cubicBezTo>
                  <a:cubicBezTo>
                    <a:pt x="4928315" y="2398302"/>
                    <a:pt x="4929328" y="2392984"/>
                    <a:pt x="4929328" y="2384881"/>
                  </a:cubicBezTo>
                  <a:cubicBezTo>
                    <a:pt x="4929328" y="2378551"/>
                    <a:pt x="4928569" y="2369181"/>
                    <a:pt x="4926289" y="2367915"/>
                  </a:cubicBezTo>
                  <a:cubicBezTo>
                    <a:pt x="4926543" y="2367915"/>
                    <a:pt x="4926543" y="2367915"/>
                    <a:pt x="4926289" y="2367915"/>
                  </a:cubicBezTo>
                  <a:close/>
                  <a:moveTo>
                    <a:pt x="4918439" y="2381083"/>
                  </a:moveTo>
                  <a:cubicBezTo>
                    <a:pt x="4918439" y="2374752"/>
                    <a:pt x="4917427" y="2365383"/>
                    <a:pt x="4915148" y="2364117"/>
                  </a:cubicBezTo>
                  <a:cubicBezTo>
                    <a:pt x="4915148" y="2364117"/>
                    <a:pt x="4914894" y="2364117"/>
                    <a:pt x="4914894" y="2364117"/>
                  </a:cubicBezTo>
                  <a:cubicBezTo>
                    <a:pt x="4911349" y="2364876"/>
                    <a:pt x="4912109" y="2390452"/>
                    <a:pt x="4915654" y="2393238"/>
                  </a:cubicBezTo>
                  <a:cubicBezTo>
                    <a:pt x="4917427" y="2394504"/>
                    <a:pt x="4918693" y="2389186"/>
                    <a:pt x="4918439" y="2381083"/>
                  </a:cubicBezTo>
                  <a:close/>
                  <a:moveTo>
                    <a:pt x="4901980" y="2389186"/>
                  </a:moveTo>
                  <a:cubicBezTo>
                    <a:pt x="4904006" y="2391465"/>
                    <a:pt x="4905525" y="2385894"/>
                    <a:pt x="4905525" y="2377284"/>
                  </a:cubicBezTo>
                  <a:cubicBezTo>
                    <a:pt x="4905525" y="2370954"/>
                    <a:pt x="4904259" y="2361585"/>
                    <a:pt x="4901727" y="2360318"/>
                  </a:cubicBezTo>
                  <a:cubicBezTo>
                    <a:pt x="4896915" y="2360065"/>
                    <a:pt x="4898941" y="2385641"/>
                    <a:pt x="4901980" y="2389186"/>
                  </a:cubicBezTo>
                  <a:close/>
                  <a:moveTo>
                    <a:pt x="4886533" y="2385388"/>
                  </a:moveTo>
                  <a:cubicBezTo>
                    <a:pt x="4888812" y="2387667"/>
                    <a:pt x="4890585" y="2382096"/>
                    <a:pt x="4890585" y="2373486"/>
                  </a:cubicBezTo>
                  <a:cubicBezTo>
                    <a:pt x="4890585" y="2367156"/>
                    <a:pt x="4889319" y="2357786"/>
                    <a:pt x="4886533" y="2356520"/>
                  </a:cubicBezTo>
                  <a:cubicBezTo>
                    <a:pt x="4886533" y="2356520"/>
                    <a:pt x="4886280" y="2356520"/>
                    <a:pt x="4886280" y="2356520"/>
                  </a:cubicBezTo>
                  <a:cubicBezTo>
                    <a:pt x="4881975" y="2357280"/>
                    <a:pt x="4882481" y="2381083"/>
                    <a:pt x="4886533" y="2385388"/>
                  </a:cubicBezTo>
                  <a:close/>
                  <a:moveTo>
                    <a:pt x="4869314" y="2381589"/>
                  </a:moveTo>
                  <a:cubicBezTo>
                    <a:pt x="4871846" y="2383868"/>
                    <a:pt x="4873872" y="2378297"/>
                    <a:pt x="4873872" y="2369688"/>
                  </a:cubicBezTo>
                  <a:cubicBezTo>
                    <a:pt x="4873872" y="2363357"/>
                    <a:pt x="4872353" y="2353988"/>
                    <a:pt x="4869314" y="2352722"/>
                  </a:cubicBezTo>
                  <a:cubicBezTo>
                    <a:pt x="4869060" y="2352722"/>
                    <a:pt x="4869060" y="2352722"/>
                    <a:pt x="4868807" y="2352722"/>
                  </a:cubicBezTo>
                  <a:cubicBezTo>
                    <a:pt x="4864503" y="2353228"/>
                    <a:pt x="4864756" y="2377284"/>
                    <a:pt x="4869314" y="2381589"/>
                  </a:cubicBezTo>
                  <a:close/>
                  <a:moveTo>
                    <a:pt x="4849815" y="2377284"/>
                  </a:moveTo>
                  <a:cubicBezTo>
                    <a:pt x="4852601" y="2380576"/>
                    <a:pt x="4855386" y="2375005"/>
                    <a:pt x="4855386" y="2365889"/>
                  </a:cubicBezTo>
                  <a:cubicBezTo>
                    <a:pt x="4855386" y="2359559"/>
                    <a:pt x="4853867" y="2350189"/>
                    <a:pt x="4850575" y="2348923"/>
                  </a:cubicBezTo>
                  <a:cubicBezTo>
                    <a:pt x="4844498" y="2348670"/>
                    <a:pt x="4845511" y="2372220"/>
                    <a:pt x="4849815" y="2377284"/>
                  </a:cubicBezTo>
                  <a:close/>
                  <a:moveTo>
                    <a:pt x="4829810" y="2345125"/>
                  </a:moveTo>
                  <a:cubicBezTo>
                    <a:pt x="4823480" y="2344872"/>
                    <a:pt x="4824493" y="2368675"/>
                    <a:pt x="4829051" y="2373486"/>
                  </a:cubicBezTo>
                  <a:cubicBezTo>
                    <a:pt x="4832090" y="2376778"/>
                    <a:pt x="4835128" y="2371207"/>
                    <a:pt x="4835128" y="2362091"/>
                  </a:cubicBezTo>
                  <a:cubicBezTo>
                    <a:pt x="4835128" y="2355760"/>
                    <a:pt x="4833609" y="2346391"/>
                    <a:pt x="4829810" y="2345125"/>
                  </a:cubicBezTo>
                  <a:close/>
                  <a:moveTo>
                    <a:pt x="4806767" y="2341326"/>
                  </a:moveTo>
                  <a:cubicBezTo>
                    <a:pt x="4801196" y="2342086"/>
                    <a:pt x="4800943" y="2364117"/>
                    <a:pt x="4806514" y="2369688"/>
                  </a:cubicBezTo>
                  <a:cubicBezTo>
                    <a:pt x="4809806" y="2372980"/>
                    <a:pt x="4813098" y="2367662"/>
                    <a:pt x="4813098" y="2358292"/>
                  </a:cubicBezTo>
                  <a:cubicBezTo>
                    <a:pt x="4813098" y="2351962"/>
                    <a:pt x="4811325" y="2342593"/>
                    <a:pt x="4807273" y="2341326"/>
                  </a:cubicBezTo>
                  <a:cubicBezTo>
                    <a:pt x="4807020" y="2341326"/>
                    <a:pt x="4807020" y="2341326"/>
                    <a:pt x="4806767" y="2341326"/>
                  </a:cubicBezTo>
                  <a:close/>
                  <a:moveTo>
                    <a:pt x="4782457" y="2337528"/>
                  </a:moveTo>
                  <a:cubicBezTo>
                    <a:pt x="4776127" y="2338288"/>
                    <a:pt x="4775874" y="2360065"/>
                    <a:pt x="4781951" y="2365889"/>
                  </a:cubicBezTo>
                  <a:cubicBezTo>
                    <a:pt x="4785496" y="2369181"/>
                    <a:pt x="4788788" y="2363610"/>
                    <a:pt x="4789041" y="2354494"/>
                  </a:cubicBezTo>
                  <a:cubicBezTo>
                    <a:pt x="4789041" y="2348164"/>
                    <a:pt x="4787269" y="2338794"/>
                    <a:pt x="4782964" y="2337528"/>
                  </a:cubicBezTo>
                  <a:cubicBezTo>
                    <a:pt x="4782964" y="2337528"/>
                    <a:pt x="4782710" y="2337528"/>
                    <a:pt x="4782457" y="2337528"/>
                  </a:cubicBezTo>
                  <a:close/>
                  <a:moveTo>
                    <a:pt x="4763718" y="2350696"/>
                  </a:moveTo>
                  <a:cubicBezTo>
                    <a:pt x="4763718" y="2344872"/>
                    <a:pt x="4762199" y="2334996"/>
                    <a:pt x="4757135" y="2333730"/>
                  </a:cubicBezTo>
                  <a:cubicBezTo>
                    <a:pt x="4749538" y="2333476"/>
                    <a:pt x="4749791" y="2355254"/>
                    <a:pt x="4755362" y="2361585"/>
                  </a:cubicBezTo>
                  <a:cubicBezTo>
                    <a:pt x="4759414" y="2365889"/>
                    <a:pt x="4763465" y="2360572"/>
                    <a:pt x="4763718" y="2350696"/>
                  </a:cubicBezTo>
                  <a:close/>
                  <a:moveTo>
                    <a:pt x="4727760" y="2357786"/>
                  </a:moveTo>
                  <a:cubicBezTo>
                    <a:pt x="4731812" y="2362091"/>
                    <a:pt x="4736117" y="2356773"/>
                    <a:pt x="4736370" y="2346897"/>
                  </a:cubicBezTo>
                  <a:cubicBezTo>
                    <a:pt x="4736623" y="2340567"/>
                    <a:pt x="4734345" y="2331197"/>
                    <a:pt x="4729533" y="2329931"/>
                  </a:cubicBezTo>
                  <a:cubicBezTo>
                    <a:pt x="4721683" y="2329931"/>
                    <a:pt x="4721683" y="2351455"/>
                    <a:pt x="4727760" y="2357786"/>
                  </a:cubicBezTo>
                  <a:close/>
                  <a:moveTo>
                    <a:pt x="4707756" y="2343352"/>
                  </a:moveTo>
                  <a:cubicBezTo>
                    <a:pt x="4708009" y="2337022"/>
                    <a:pt x="4705730" y="2327652"/>
                    <a:pt x="4700665" y="2326386"/>
                  </a:cubicBezTo>
                  <a:cubicBezTo>
                    <a:pt x="4700412" y="2326386"/>
                    <a:pt x="4700159" y="2326386"/>
                    <a:pt x="4699906" y="2326386"/>
                  </a:cubicBezTo>
                  <a:cubicBezTo>
                    <a:pt x="4692816" y="2327146"/>
                    <a:pt x="4692055" y="2347657"/>
                    <a:pt x="4698640" y="2354241"/>
                  </a:cubicBezTo>
                  <a:cubicBezTo>
                    <a:pt x="4702944" y="2358546"/>
                    <a:pt x="4707502" y="2352975"/>
                    <a:pt x="4707756" y="2343352"/>
                  </a:cubicBezTo>
                  <a:close/>
                  <a:moveTo>
                    <a:pt x="4677369" y="2339554"/>
                  </a:moveTo>
                  <a:cubicBezTo>
                    <a:pt x="4677622" y="2333223"/>
                    <a:pt x="4675343" y="2323854"/>
                    <a:pt x="4669772" y="2322588"/>
                  </a:cubicBezTo>
                  <a:cubicBezTo>
                    <a:pt x="4669518" y="2322588"/>
                    <a:pt x="4669265" y="2322588"/>
                    <a:pt x="4669012" y="2322588"/>
                  </a:cubicBezTo>
                  <a:cubicBezTo>
                    <a:pt x="4661668" y="2323347"/>
                    <a:pt x="4660656" y="2343859"/>
                    <a:pt x="4667493" y="2350443"/>
                  </a:cubicBezTo>
                  <a:cubicBezTo>
                    <a:pt x="4672051" y="2354747"/>
                    <a:pt x="4677115" y="2349176"/>
                    <a:pt x="4677369" y="2339554"/>
                  </a:cubicBezTo>
                  <a:close/>
                  <a:moveTo>
                    <a:pt x="4645462" y="2336009"/>
                  </a:moveTo>
                  <a:cubicBezTo>
                    <a:pt x="4645715" y="2329678"/>
                    <a:pt x="4643436" y="2320309"/>
                    <a:pt x="4637612" y="2319043"/>
                  </a:cubicBezTo>
                  <a:cubicBezTo>
                    <a:pt x="4629002" y="2319043"/>
                    <a:pt x="4628243" y="2338794"/>
                    <a:pt x="4634573" y="2346138"/>
                  </a:cubicBezTo>
                  <a:cubicBezTo>
                    <a:pt x="4639385" y="2351709"/>
                    <a:pt x="4644955" y="2346391"/>
                    <a:pt x="4645462" y="2336009"/>
                  </a:cubicBezTo>
                  <a:close/>
                  <a:moveTo>
                    <a:pt x="4600388" y="2342339"/>
                  </a:moveTo>
                  <a:cubicBezTo>
                    <a:pt x="4605452" y="2347910"/>
                    <a:pt x="4611530" y="2342593"/>
                    <a:pt x="4611783" y="2332210"/>
                  </a:cubicBezTo>
                  <a:cubicBezTo>
                    <a:pt x="4612036" y="2325880"/>
                    <a:pt x="4609504" y="2316510"/>
                    <a:pt x="4603680" y="2315244"/>
                  </a:cubicBezTo>
                  <a:cubicBezTo>
                    <a:pt x="4594564" y="2315244"/>
                    <a:pt x="4593551" y="2335249"/>
                    <a:pt x="4600388" y="2342339"/>
                  </a:cubicBezTo>
                  <a:close/>
                  <a:moveTo>
                    <a:pt x="4564936" y="2338794"/>
                  </a:moveTo>
                  <a:cubicBezTo>
                    <a:pt x="4570254" y="2344365"/>
                    <a:pt x="4576585" y="2339047"/>
                    <a:pt x="4576838" y="2328665"/>
                  </a:cubicBezTo>
                  <a:cubicBezTo>
                    <a:pt x="4577091" y="2322334"/>
                    <a:pt x="4574559" y="2312965"/>
                    <a:pt x="4568228" y="2311699"/>
                  </a:cubicBezTo>
                  <a:cubicBezTo>
                    <a:pt x="4558606" y="2311699"/>
                    <a:pt x="4557846" y="2331704"/>
                    <a:pt x="4564936" y="2338794"/>
                  </a:cubicBezTo>
                  <a:close/>
                  <a:moveTo>
                    <a:pt x="4530498" y="2308154"/>
                  </a:moveTo>
                  <a:cubicBezTo>
                    <a:pt x="4522141" y="2308913"/>
                    <a:pt x="4520368" y="2327652"/>
                    <a:pt x="4527965" y="2335249"/>
                  </a:cubicBezTo>
                  <a:cubicBezTo>
                    <a:pt x="4533536" y="2340820"/>
                    <a:pt x="4540120" y="2335502"/>
                    <a:pt x="4540373" y="2325120"/>
                  </a:cubicBezTo>
                  <a:cubicBezTo>
                    <a:pt x="4540627" y="2318789"/>
                    <a:pt x="4538094" y="2309420"/>
                    <a:pt x="4531510" y="2308154"/>
                  </a:cubicBezTo>
                  <a:cubicBezTo>
                    <a:pt x="4531004" y="2308154"/>
                    <a:pt x="4530751" y="2308154"/>
                    <a:pt x="4530498" y="2308154"/>
                  </a:cubicBezTo>
                  <a:close/>
                  <a:moveTo>
                    <a:pt x="4488715" y="2330944"/>
                  </a:moveTo>
                  <a:cubicBezTo>
                    <a:pt x="4494540" y="2337528"/>
                    <a:pt x="4501883" y="2332463"/>
                    <a:pt x="4502390" y="2321575"/>
                  </a:cubicBezTo>
                  <a:cubicBezTo>
                    <a:pt x="4502643" y="2315244"/>
                    <a:pt x="4499857" y="2305875"/>
                    <a:pt x="4493020" y="2304609"/>
                  </a:cubicBezTo>
                  <a:cubicBezTo>
                    <a:pt x="4483398" y="2304609"/>
                    <a:pt x="4481878" y="2323094"/>
                    <a:pt x="4488715" y="2330944"/>
                  </a:cubicBezTo>
                  <a:close/>
                  <a:moveTo>
                    <a:pt x="4448705" y="2327399"/>
                  </a:moveTo>
                  <a:cubicBezTo>
                    <a:pt x="4454530" y="2333983"/>
                    <a:pt x="4462380" y="2328918"/>
                    <a:pt x="4462886" y="2318030"/>
                  </a:cubicBezTo>
                  <a:cubicBezTo>
                    <a:pt x="4463139" y="2311699"/>
                    <a:pt x="4460354" y="2302330"/>
                    <a:pt x="4453517" y="2301064"/>
                  </a:cubicBezTo>
                  <a:cubicBezTo>
                    <a:pt x="4443388" y="2301064"/>
                    <a:pt x="4441615" y="2319549"/>
                    <a:pt x="4448705" y="2327399"/>
                  </a:cubicBezTo>
                  <a:close/>
                  <a:moveTo>
                    <a:pt x="4422117" y="2314484"/>
                  </a:moveTo>
                  <a:cubicBezTo>
                    <a:pt x="4422370" y="2308154"/>
                    <a:pt x="4419585" y="2298784"/>
                    <a:pt x="4412241" y="2297518"/>
                  </a:cubicBezTo>
                  <a:cubicBezTo>
                    <a:pt x="4401859" y="2297518"/>
                    <a:pt x="4400086" y="2316004"/>
                    <a:pt x="4407430" y="2323854"/>
                  </a:cubicBezTo>
                  <a:cubicBezTo>
                    <a:pt x="4413760" y="2330691"/>
                    <a:pt x="4421610" y="2325626"/>
                    <a:pt x="4422117" y="2314484"/>
                  </a:cubicBezTo>
                  <a:close/>
                  <a:moveTo>
                    <a:pt x="4364888" y="2320562"/>
                  </a:moveTo>
                  <a:cubicBezTo>
                    <a:pt x="4371218" y="2327146"/>
                    <a:pt x="4379575" y="2322081"/>
                    <a:pt x="4380081" y="2311192"/>
                  </a:cubicBezTo>
                  <a:cubicBezTo>
                    <a:pt x="4380334" y="2304862"/>
                    <a:pt x="4377549" y="2295493"/>
                    <a:pt x="4369953" y="2294226"/>
                  </a:cubicBezTo>
                  <a:cubicBezTo>
                    <a:pt x="4359317" y="2294226"/>
                    <a:pt x="4357291" y="2312459"/>
                    <a:pt x="4364888" y="2320562"/>
                  </a:cubicBezTo>
                  <a:close/>
                  <a:moveTo>
                    <a:pt x="4321080" y="2317017"/>
                  </a:moveTo>
                  <a:cubicBezTo>
                    <a:pt x="4327410" y="2323601"/>
                    <a:pt x="4336020" y="2318536"/>
                    <a:pt x="4336780" y="2307647"/>
                  </a:cubicBezTo>
                  <a:cubicBezTo>
                    <a:pt x="4337033" y="2301317"/>
                    <a:pt x="4334248" y="2291947"/>
                    <a:pt x="4326398" y="2290681"/>
                  </a:cubicBezTo>
                  <a:cubicBezTo>
                    <a:pt x="4315256" y="2290681"/>
                    <a:pt x="4313230" y="2309167"/>
                    <a:pt x="4321080" y="2317017"/>
                  </a:cubicBezTo>
                  <a:close/>
                  <a:moveTo>
                    <a:pt x="4274993" y="2312712"/>
                  </a:moveTo>
                  <a:cubicBezTo>
                    <a:pt x="4281577" y="2320562"/>
                    <a:pt x="4291199" y="2315750"/>
                    <a:pt x="4291959" y="2304102"/>
                  </a:cubicBezTo>
                  <a:cubicBezTo>
                    <a:pt x="4292212" y="2297771"/>
                    <a:pt x="4289173" y="2288402"/>
                    <a:pt x="4281323" y="2287136"/>
                  </a:cubicBezTo>
                  <a:cubicBezTo>
                    <a:pt x="4270435" y="2287389"/>
                    <a:pt x="4267902" y="2304102"/>
                    <a:pt x="4274993" y="2312712"/>
                  </a:cubicBezTo>
                  <a:close/>
                  <a:moveTo>
                    <a:pt x="4234983" y="2284097"/>
                  </a:moveTo>
                  <a:cubicBezTo>
                    <a:pt x="4223841" y="2284097"/>
                    <a:pt x="4221309" y="2301064"/>
                    <a:pt x="4228652" y="2309420"/>
                  </a:cubicBezTo>
                  <a:cubicBezTo>
                    <a:pt x="4235236" y="2317270"/>
                    <a:pt x="4245365" y="2312205"/>
                    <a:pt x="4246125" y="2300810"/>
                  </a:cubicBezTo>
                  <a:cubicBezTo>
                    <a:pt x="4246378" y="2294986"/>
                    <a:pt x="4243593" y="2285110"/>
                    <a:pt x="4234983" y="2284097"/>
                  </a:cubicBezTo>
                  <a:close/>
                  <a:moveTo>
                    <a:pt x="4187629" y="2280805"/>
                  </a:moveTo>
                  <a:cubicBezTo>
                    <a:pt x="4176234" y="2280805"/>
                    <a:pt x="4173449" y="2297771"/>
                    <a:pt x="4181046" y="2306128"/>
                  </a:cubicBezTo>
                  <a:cubicBezTo>
                    <a:pt x="4187883" y="2313978"/>
                    <a:pt x="4198265" y="2308913"/>
                    <a:pt x="4199025" y="2297518"/>
                  </a:cubicBezTo>
                  <a:cubicBezTo>
                    <a:pt x="4199278" y="2291188"/>
                    <a:pt x="4195986" y="2281818"/>
                    <a:pt x="4187629" y="2280805"/>
                  </a:cubicBezTo>
                  <a:close/>
                  <a:moveTo>
                    <a:pt x="4139010" y="2277514"/>
                  </a:moveTo>
                  <a:cubicBezTo>
                    <a:pt x="4127362" y="2277514"/>
                    <a:pt x="4124576" y="2294480"/>
                    <a:pt x="4132173" y="2302836"/>
                  </a:cubicBezTo>
                  <a:cubicBezTo>
                    <a:pt x="4139264" y="2310686"/>
                    <a:pt x="4149646" y="2305875"/>
                    <a:pt x="4150405" y="2294226"/>
                  </a:cubicBezTo>
                  <a:cubicBezTo>
                    <a:pt x="4150659" y="2287896"/>
                    <a:pt x="4147367" y="2278526"/>
                    <a:pt x="4139010" y="2277514"/>
                  </a:cubicBezTo>
                  <a:close/>
                  <a:moveTo>
                    <a:pt x="4089125" y="2274221"/>
                  </a:moveTo>
                  <a:cubicBezTo>
                    <a:pt x="4077223" y="2274221"/>
                    <a:pt x="4074184" y="2291188"/>
                    <a:pt x="4082034" y="2299544"/>
                  </a:cubicBezTo>
                  <a:cubicBezTo>
                    <a:pt x="4089378" y="2307394"/>
                    <a:pt x="4100014" y="2302583"/>
                    <a:pt x="4100773" y="2290934"/>
                  </a:cubicBezTo>
                  <a:cubicBezTo>
                    <a:pt x="4101280" y="2284857"/>
                    <a:pt x="4097988" y="2275488"/>
                    <a:pt x="4089125" y="2274221"/>
                  </a:cubicBezTo>
                  <a:close/>
                  <a:moveTo>
                    <a:pt x="4038226" y="2271183"/>
                  </a:moveTo>
                  <a:cubicBezTo>
                    <a:pt x="4026072" y="2271183"/>
                    <a:pt x="4023033" y="2288149"/>
                    <a:pt x="4030883" y="2296505"/>
                  </a:cubicBezTo>
                  <a:cubicBezTo>
                    <a:pt x="4038226" y="2304355"/>
                    <a:pt x="4049368" y="2299291"/>
                    <a:pt x="4050128" y="2287896"/>
                  </a:cubicBezTo>
                  <a:cubicBezTo>
                    <a:pt x="4050635" y="2281565"/>
                    <a:pt x="4047089" y="2272196"/>
                    <a:pt x="4038226" y="2271183"/>
                  </a:cubicBezTo>
                  <a:close/>
                  <a:moveTo>
                    <a:pt x="3986062" y="2268144"/>
                  </a:moveTo>
                  <a:cubicBezTo>
                    <a:pt x="3974413" y="2268144"/>
                    <a:pt x="3970868" y="2283844"/>
                    <a:pt x="3977705" y="2292707"/>
                  </a:cubicBezTo>
                  <a:cubicBezTo>
                    <a:pt x="3985049" y="2301823"/>
                    <a:pt x="3997204" y="2297265"/>
                    <a:pt x="3997964" y="2285110"/>
                  </a:cubicBezTo>
                  <a:cubicBezTo>
                    <a:pt x="3998723" y="2278526"/>
                    <a:pt x="3995178" y="2269157"/>
                    <a:pt x="3986062" y="2268144"/>
                  </a:cubicBezTo>
                  <a:close/>
                  <a:moveTo>
                    <a:pt x="3933138" y="2265105"/>
                  </a:moveTo>
                  <a:cubicBezTo>
                    <a:pt x="3920983" y="2265105"/>
                    <a:pt x="3917438" y="2280805"/>
                    <a:pt x="3924528" y="2289668"/>
                  </a:cubicBezTo>
                  <a:cubicBezTo>
                    <a:pt x="3931872" y="2298784"/>
                    <a:pt x="3944533" y="2294226"/>
                    <a:pt x="3945293" y="2282072"/>
                  </a:cubicBezTo>
                  <a:cubicBezTo>
                    <a:pt x="3945799" y="2275488"/>
                    <a:pt x="3942507" y="2266118"/>
                    <a:pt x="3933138" y="2265105"/>
                  </a:cubicBezTo>
                  <a:close/>
                  <a:moveTo>
                    <a:pt x="3652817" y="2250671"/>
                  </a:moveTo>
                  <a:cubicBezTo>
                    <a:pt x="3639902" y="2250671"/>
                    <a:pt x="3635850" y="2266372"/>
                    <a:pt x="3643447" y="2275234"/>
                  </a:cubicBezTo>
                  <a:cubicBezTo>
                    <a:pt x="3651297" y="2284097"/>
                    <a:pt x="3665225" y="2279539"/>
                    <a:pt x="3666237" y="2267384"/>
                  </a:cubicBezTo>
                  <a:cubicBezTo>
                    <a:pt x="3666744" y="2261054"/>
                    <a:pt x="3662945" y="2251684"/>
                    <a:pt x="3652817" y="2250671"/>
                  </a:cubicBezTo>
                  <a:close/>
                  <a:moveTo>
                    <a:pt x="3594068" y="2247886"/>
                  </a:moveTo>
                  <a:cubicBezTo>
                    <a:pt x="3580901" y="2247886"/>
                    <a:pt x="3576596" y="2263586"/>
                    <a:pt x="3584446" y="2272449"/>
                  </a:cubicBezTo>
                  <a:cubicBezTo>
                    <a:pt x="3592549" y="2281565"/>
                    <a:pt x="3606223" y="2277007"/>
                    <a:pt x="3607489" y="2264599"/>
                  </a:cubicBezTo>
                  <a:cubicBezTo>
                    <a:pt x="3608249" y="2258268"/>
                    <a:pt x="3604450" y="2248899"/>
                    <a:pt x="3594068" y="2247886"/>
                  </a:cubicBezTo>
                  <a:close/>
                  <a:moveTo>
                    <a:pt x="3534560" y="2245101"/>
                  </a:moveTo>
                  <a:cubicBezTo>
                    <a:pt x="3521646" y="2245101"/>
                    <a:pt x="3517087" y="2259535"/>
                    <a:pt x="3523925" y="2268650"/>
                  </a:cubicBezTo>
                  <a:cubicBezTo>
                    <a:pt x="3531775" y="2279033"/>
                    <a:pt x="3546968" y="2274728"/>
                    <a:pt x="3548234" y="2261813"/>
                  </a:cubicBezTo>
                  <a:cubicBezTo>
                    <a:pt x="3548741" y="2255483"/>
                    <a:pt x="3544942" y="2246113"/>
                    <a:pt x="3534560" y="2245101"/>
                  </a:cubicBezTo>
                  <a:close/>
                  <a:moveTo>
                    <a:pt x="3473786" y="2242568"/>
                  </a:moveTo>
                  <a:cubicBezTo>
                    <a:pt x="3460618" y="2242822"/>
                    <a:pt x="3456060" y="2256749"/>
                    <a:pt x="3463150" y="2266118"/>
                  </a:cubicBezTo>
                  <a:cubicBezTo>
                    <a:pt x="3471001" y="2276501"/>
                    <a:pt x="3486700" y="2272196"/>
                    <a:pt x="3487967" y="2259281"/>
                  </a:cubicBezTo>
                  <a:cubicBezTo>
                    <a:pt x="3488473" y="2253457"/>
                    <a:pt x="3485181" y="2243581"/>
                    <a:pt x="3473786" y="2242568"/>
                  </a:cubicBezTo>
                  <a:close/>
                  <a:moveTo>
                    <a:pt x="3160799" y="2230667"/>
                  </a:moveTo>
                  <a:cubicBezTo>
                    <a:pt x="3146871" y="2230920"/>
                    <a:pt x="3142060" y="2245101"/>
                    <a:pt x="3149404" y="2254217"/>
                  </a:cubicBezTo>
                  <a:cubicBezTo>
                    <a:pt x="3157760" y="2264599"/>
                    <a:pt x="3173966" y="2260294"/>
                    <a:pt x="3175486" y="2247380"/>
                  </a:cubicBezTo>
                  <a:cubicBezTo>
                    <a:pt x="3175992" y="2241555"/>
                    <a:pt x="3172447" y="2231680"/>
                    <a:pt x="3160799" y="2230667"/>
                  </a:cubicBezTo>
                  <a:close/>
                  <a:moveTo>
                    <a:pt x="3096226" y="2228641"/>
                  </a:moveTo>
                  <a:cubicBezTo>
                    <a:pt x="3082299" y="2228894"/>
                    <a:pt x="3077234" y="2243328"/>
                    <a:pt x="3084578" y="2252191"/>
                  </a:cubicBezTo>
                  <a:cubicBezTo>
                    <a:pt x="3092934" y="2262573"/>
                    <a:pt x="3109647" y="2258015"/>
                    <a:pt x="3110913" y="2245354"/>
                  </a:cubicBezTo>
                  <a:cubicBezTo>
                    <a:pt x="3111420" y="2239276"/>
                    <a:pt x="3108128" y="2229654"/>
                    <a:pt x="3096226" y="2228641"/>
                  </a:cubicBezTo>
                  <a:close/>
                  <a:moveTo>
                    <a:pt x="2752345" y="2242568"/>
                  </a:moveTo>
                  <a:cubicBezTo>
                    <a:pt x="2760955" y="2252697"/>
                    <a:pt x="2778428" y="2248139"/>
                    <a:pt x="2779947" y="2235478"/>
                  </a:cubicBezTo>
                  <a:cubicBezTo>
                    <a:pt x="2780707" y="2229147"/>
                    <a:pt x="2776402" y="2219778"/>
                    <a:pt x="2764753" y="2219018"/>
                  </a:cubicBezTo>
                  <a:cubicBezTo>
                    <a:pt x="2750066" y="2219272"/>
                    <a:pt x="2744749" y="2233705"/>
                    <a:pt x="2752345" y="2242568"/>
                  </a:cubicBezTo>
                  <a:close/>
                  <a:moveTo>
                    <a:pt x="2684481" y="2241049"/>
                  </a:moveTo>
                  <a:cubicBezTo>
                    <a:pt x="2693090" y="2251431"/>
                    <a:pt x="2710310" y="2246873"/>
                    <a:pt x="2712082" y="2233959"/>
                  </a:cubicBezTo>
                  <a:cubicBezTo>
                    <a:pt x="2712842" y="2228134"/>
                    <a:pt x="2709297" y="2218512"/>
                    <a:pt x="2696889" y="2217499"/>
                  </a:cubicBezTo>
                  <a:cubicBezTo>
                    <a:pt x="2682202" y="2217752"/>
                    <a:pt x="2676884" y="2231933"/>
                    <a:pt x="2684481" y="2241049"/>
                  </a:cubicBezTo>
                  <a:close/>
                  <a:moveTo>
                    <a:pt x="2615350" y="2238263"/>
                  </a:moveTo>
                  <a:cubicBezTo>
                    <a:pt x="2623707" y="2249912"/>
                    <a:pt x="2642445" y="2245860"/>
                    <a:pt x="2643965" y="2232186"/>
                  </a:cubicBezTo>
                  <a:cubicBezTo>
                    <a:pt x="2644724" y="2226362"/>
                    <a:pt x="2641179" y="2216739"/>
                    <a:pt x="2628771" y="2215726"/>
                  </a:cubicBezTo>
                  <a:cubicBezTo>
                    <a:pt x="2614844" y="2216233"/>
                    <a:pt x="2609020" y="2229147"/>
                    <a:pt x="2615350" y="2238263"/>
                  </a:cubicBezTo>
                  <a:close/>
                  <a:moveTo>
                    <a:pt x="2546726" y="2236744"/>
                  </a:moveTo>
                  <a:cubicBezTo>
                    <a:pt x="2554829" y="2248139"/>
                    <a:pt x="2574074" y="2244088"/>
                    <a:pt x="2575594" y="2230667"/>
                  </a:cubicBezTo>
                  <a:cubicBezTo>
                    <a:pt x="2576353" y="2224843"/>
                    <a:pt x="2572808" y="2215220"/>
                    <a:pt x="2560400" y="2214207"/>
                  </a:cubicBezTo>
                  <a:cubicBezTo>
                    <a:pt x="2544953" y="2214713"/>
                    <a:pt x="2541155" y="2228641"/>
                    <a:pt x="2546726" y="2236744"/>
                  </a:cubicBezTo>
                  <a:close/>
                  <a:moveTo>
                    <a:pt x="2283118" y="2209142"/>
                  </a:moveTo>
                  <a:cubicBezTo>
                    <a:pt x="2267671" y="2209649"/>
                    <a:pt x="2263619" y="2223576"/>
                    <a:pt x="2269444" y="2231680"/>
                  </a:cubicBezTo>
                  <a:cubicBezTo>
                    <a:pt x="2277547" y="2243075"/>
                    <a:pt x="2297045" y="2239023"/>
                    <a:pt x="2298818" y="2225349"/>
                  </a:cubicBezTo>
                  <a:cubicBezTo>
                    <a:pt x="2299831" y="2219272"/>
                    <a:pt x="2295526" y="2209902"/>
                    <a:pt x="2283118" y="2209142"/>
                  </a:cubicBezTo>
                  <a:close/>
                  <a:moveTo>
                    <a:pt x="2213481" y="2208130"/>
                  </a:moveTo>
                  <a:cubicBezTo>
                    <a:pt x="2198034" y="2208636"/>
                    <a:pt x="2193982" y="2222563"/>
                    <a:pt x="2199553" y="2230667"/>
                  </a:cubicBezTo>
                  <a:cubicBezTo>
                    <a:pt x="2207657" y="2242062"/>
                    <a:pt x="2227155" y="2238010"/>
                    <a:pt x="2228927" y="2224336"/>
                  </a:cubicBezTo>
                  <a:cubicBezTo>
                    <a:pt x="2229687" y="2218765"/>
                    <a:pt x="2226142" y="2208889"/>
                    <a:pt x="2213481" y="2208130"/>
                  </a:cubicBezTo>
                  <a:close/>
                  <a:moveTo>
                    <a:pt x="2143337" y="2207370"/>
                  </a:moveTo>
                  <a:cubicBezTo>
                    <a:pt x="2129157" y="2207876"/>
                    <a:pt x="2122826" y="2221044"/>
                    <a:pt x="2129410" y="2229907"/>
                  </a:cubicBezTo>
                  <a:cubicBezTo>
                    <a:pt x="2137513" y="2241049"/>
                    <a:pt x="2157265" y="2236997"/>
                    <a:pt x="2159037" y="2223576"/>
                  </a:cubicBezTo>
                  <a:cubicBezTo>
                    <a:pt x="2159797" y="2217752"/>
                    <a:pt x="2156252" y="2208130"/>
                    <a:pt x="2143337" y="2207370"/>
                  </a:cubicBezTo>
                  <a:close/>
                  <a:moveTo>
                    <a:pt x="2073194" y="2206610"/>
                  </a:moveTo>
                  <a:cubicBezTo>
                    <a:pt x="2057494" y="2207117"/>
                    <a:pt x="2053189" y="2221044"/>
                    <a:pt x="2059013" y="2229147"/>
                  </a:cubicBezTo>
                  <a:cubicBezTo>
                    <a:pt x="2067116" y="2240543"/>
                    <a:pt x="2086868" y="2236238"/>
                    <a:pt x="2088640" y="2222817"/>
                  </a:cubicBezTo>
                  <a:cubicBezTo>
                    <a:pt x="2089653" y="2216739"/>
                    <a:pt x="2086108" y="2207117"/>
                    <a:pt x="2073194" y="2206610"/>
                  </a:cubicBezTo>
                  <a:close/>
                  <a:moveTo>
                    <a:pt x="1599408" y="2203825"/>
                  </a:moveTo>
                  <a:cubicBezTo>
                    <a:pt x="1584468" y="2204584"/>
                    <a:pt x="1580669" y="2219778"/>
                    <a:pt x="1587000" y="2227628"/>
                  </a:cubicBezTo>
                  <a:cubicBezTo>
                    <a:pt x="1595103" y="2237757"/>
                    <a:pt x="1611816" y="2232946"/>
                    <a:pt x="1613589" y="2219778"/>
                  </a:cubicBezTo>
                  <a:cubicBezTo>
                    <a:pt x="1614348" y="2213954"/>
                    <a:pt x="1611310" y="2204331"/>
                    <a:pt x="1599408" y="2203825"/>
                  </a:cubicBezTo>
                  <a:close/>
                  <a:moveTo>
                    <a:pt x="1535342" y="2203825"/>
                  </a:moveTo>
                  <a:cubicBezTo>
                    <a:pt x="1521668" y="2204584"/>
                    <a:pt x="1516350" y="2218765"/>
                    <a:pt x="1523187" y="2227628"/>
                  </a:cubicBezTo>
                  <a:cubicBezTo>
                    <a:pt x="1531037" y="2237504"/>
                    <a:pt x="1547497" y="2232439"/>
                    <a:pt x="1549269" y="2219778"/>
                  </a:cubicBezTo>
                  <a:cubicBezTo>
                    <a:pt x="1550282" y="2213701"/>
                    <a:pt x="1546484" y="2204331"/>
                    <a:pt x="1535342" y="2203825"/>
                  </a:cubicBezTo>
                  <a:close/>
                  <a:moveTo>
                    <a:pt x="1472289" y="2204078"/>
                  </a:moveTo>
                  <a:cubicBezTo>
                    <a:pt x="1458868" y="2204838"/>
                    <a:pt x="1453550" y="2219272"/>
                    <a:pt x="1460387" y="2227881"/>
                  </a:cubicBezTo>
                  <a:cubicBezTo>
                    <a:pt x="1468237" y="2238010"/>
                    <a:pt x="1484190" y="2232946"/>
                    <a:pt x="1485963" y="2220031"/>
                  </a:cubicBezTo>
                  <a:cubicBezTo>
                    <a:pt x="1486722" y="2214207"/>
                    <a:pt x="1483684" y="2204584"/>
                    <a:pt x="1472289" y="2204078"/>
                  </a:cubicBezTo>
                  <a:close/>
                  <a:moveTo>
                    <a:pt x="1410248" y="2204331"/>
                  </a:moveTo>
                  <a:cubicBezTo>
                    <a:pt x="1397080" y="2205091"/>
                    <a:pt x="1391763" y="2219778"/>
                    <a:pt x="1398347" y="2228134"/>
                  </a:cubicBezTo>
                  <a:cubicBezTo>
                    <a:pt x="1405943" y="2238010"/>
                    <a:pt x="1421897" y="2233199"/>
                    <a:pt x="1423669" y="2220284"/>
                  </a:cubicBezTo>
                  <a:cubicBezTo>
                    <a:pt x="1424429" y="2214460"/>
                    <a:pt x="1421643" y="2204838"/>
                    <a:pt x="1410248" y="2204331"/>
                  </a:cubicBezTo>
                  <a:close/>
                  <a:moveTo>
                    <a:pt x="1349221" y="2204584"/>
                  </a:moveTo>
                  <a:cubicBezTo>
                    <a:pt x="1336053" y="2205344"/>
                    <a:pt x="1330989" y="2219778"/>
                    <a:pt x="1337572" y="2228641"/>
                  </a:cubicBezTo>
                  <a:cubicBezTo>
                    <a:pt x="1344916" y="2238517"/>
                    <a:pt x="1360616" y="2233452"/>
                    <a:pt x="1362389" y="2220791"/>
                  </a:cubicBezTo>
                  <a:cubicBezTo>
                    <a:pt x="1363401" y="2214207"/>
                    <a:pt x="1359856" y="2205091"/>
                    <a:pt x="1349221" y="2204584"/>
                  </a:cubicBezTo>
                  <a:close/>
                  <a:moveTo>
                    <a:pt x="4951865" y="2350189"/>
                  </a:moveTo>
                  <a:cubicBezTo>
                    <a:pt x="4951865" y="2350189"/>
                    <a:pt x="4951865" y="2349936"/>
                    <a:pt x="4951865" y="2349936"/>
                  </a:cubicBezTo>
                  <a:lnTo>
                    <a:pt x="4950346" y="2324360"/>
                  </a:lnTo>
                  <a:cubicBezTo>
                    <a:pt x="4950346" y="2323854"/>
                    <a:pt x="4950346" y="2323094"/>
                    <a:pt x="4950346" y="2322588"/>
                  </a:cubicBezTo>
                  <a:cubicBezTo>
                    <a:pt x="4950346" y="2322841"/>
                    <a:pt x="4951612" y="2349430"/>
                    <a:pt x="4951865" y="2351455"/>
                  </a:cubicBezTo>
                  <a:cubicBezTo>
                    <a:pt x="4951865" y="2350949"/>
                    <a:pt x="4951865" y="2350443"/>
                    <a:pt x="4951865" y="2350189"/>
                  </a:cubicBezTo>
                  <a:close/>
                  <a:moveTo>
                    <a:pt x="4950346" y="2335755"/>
                  </a:moveTo>
                  <a:cubicBezTo>
                    <a:pt x="4950093" y="2329931"/>
                    <a:pt x="4949333" y="2320055"/>
                    <a:pt x="4948826" y="2318789"/>
                  </a:cubicBezTo>
                  <a:cubicBezTo>
                    <a:pt x="4948067" y="2319802"/>
                    <a:pt x="4949840" y="2346391"/>
                    <a:pt x="4950346" y="2347910"/>
                  </a:cubicBezTo>
                  <a:cubicBezTo>
                    <a:pt x="4950852" y="2347404"/>
                    <a:pt x="4950599" y="2339047"/>
                    <a:pt x="4950346" y="2335755"/>
                  </a:cubicBezTo>
                  <a:close/>
                  <a:moveTo>
                    <a:pt x="4947561" y="2331957"/>
                  </a:moveTo>
                  <a:cubicBezTo>
                    <a:pt x="4947307" y="2326133"/>
                    <a:pt x="4946548" y="2316257"/>
                    <a:pt x="4945788" y="2314991"/>
                  </a:cubicBezTo>
                  <a:cubicBezTo>
                    <a:pt x="4945788" y="2314991"/>
                    <a:pt x="4945788" y="2314991"/>
                    <a:pt x="4945788" y="2314991"/>
                  </a:cubicBezTo>
                  <a:cubicBezTo>
                    <a:pt x="4945028" y="2316257"/>
                    <a:pt x="4945788" y="2342593"/>
                    <a:pt x="4947561" y="2344112"/>
                  </a:cubicBezTo>
                  <a:cubicBezTo>
                    <a:pt x="4948067" y="2343352"/>
                    <a:pt x="4947561" y="2333983"/>
                    <a:pt x="4947561" y="2331957"/>
                  </a:cubicBezTo>
                  <a:close/>
                  <a:moveTo>
                    <a:pt x="4940217" y="2311446"/>
                  </a:moveTo>
                  <a:cubicBezTo>
                    <a:pt x="4940217" y="2311446"/>
                    <a:pt x="4940217" y="2311446"/>
                    <a:pt x="4940217" y="2311446"/>
                  </a:cubicBezTo>
                  <a:cubicBezTo>
                    <a:pt x="4938951" y="2312712"/>
                    <a:pt x="4939457" y="2339047"/>
                    <a:pt x="4941990" y="2340567"/>
                  </a:cubicBezTo>
                  <a:cubicBezTo>
                    <a:pt x="4943002" y="2339554"/>
                    <a:pt x="4942749" y="2330184"/>
                    <a:pt x="4942496" y="2328412"/>
                  </a:cubicBezTo>
                  <a:cubicBezTo>
                    <a:pt x="4942243" y="2322588"/>
                    <a:pt x="4941483" y="2312712"/>
                    <a:pt x="4940217" y="2311446"/>
                  </a:cubicBezTo>
                  <a:close/>
                  <a:moveTo>
                    <a:pt x="4932874" y="2307901"/>
                  </a:moveTo>
                  <a:cubicBezTo>
                    <a:pt x="4930595" y="2308660"/>
                    <a:pt x="4932114" y="2334236"/>
                    <a:pt x="4934393" y="2336768"/>
                  </a:cubicBezTo>
                  <a:cubicBezTo>
                    <a:pt x="4935406" y="2338034"/>
                    <a:pt x="4936165" y="2332717"/>
                    <a:pt x="4935912" y="2324614"/>
                  </a:cubicBezTo>
                  <a:cubicBezTo>
                    <a:pt x="4935406" y="2318536"/>
                    <a:pt x="4934393" y="2309167"/>
                    <a:pt x="4932874" y="2307901"/>
                  </a:cubicBezTo>
                  <a:cubicBezTo>
                    <a:pt x="4932874" y="2307901"/>
                    <a:pt x="4932874" y="2307901"/>
                    <a:pt x="4932874" y="2307901"/>
                  </a:cubicBezTo>
                  <a:close/>
                  <a:moveTo>
                    <a:pt x="4926796" y="2321068"/>
                  </a:moveTo>
                  <a:cubicBezTo>
                    <a:pt x="4926543" y="2315244"/>
                    <a:pt x="4925530" y="2305368"/>
                    <a:pt x="4923504" y="2304102"/>
                  </a:cubicBezTo>
                  <a:cubicBezTo>
                    <a:pt x="4923504" y="2304102"/>
                    <a:pt x="4923251" y="2304102"/>
                    <a:pt x="4923251" y="2304102"/>
                  </a:cubicBezTo>
                  <a:cubicBezTo>
                    <a:pt x="4920465" y="2304862"/>
                    <a:pt x="4921985" y="2330438"/>
                    <a:pt x="4924770" y="2332970"/>
                  </a:cubicBezTo>
                  <a:cubicBezTo>
                    <a:pt x="4926289" y="2334236"/>
                    <a:pt x="4927303" y="2328918"/>
                    <a:pt x="4926796" y="2321068"/>
                  </a:cubicBezTo>
                  <a:lnTo>
                    <a:pt x="4926796" y="2321068"/>
                  </a:lnTo>
                  <a:close/>
                  <a:moveTo>
                    <a:pt x="4915907" y="2317270"/>
                  </a:moveTo>
                  <a:cubicBezTo>
                    <a:pt x="4915654" y="2310939"/>
                    <a:pt x="4914388" y="2301570"/>
                    <a:pt x="4912362" y="2300304"/>
                  </a:cubicBezTo>
                  <a:cubicBezTo>
                    <a:pt x="4912362" y="2300304"/>
                    <a:pt x="4912109" y="2300304"/>
                    <a:pt x="4912109" y="2300304"/>
                  </a:cubicBezTo>
                  <a:cubicBezTo>
                    <a:pt x="4908564" y="2301064"/>
                    <a:pt x="4910083" y="2326386"/>
                    <a:pt x="4913628" y="2329172"/>
                  </a:cubicBezTo>
                  <a:cubicBezTo>
                    <a:pt x="4915148" y="2330438"/>
                    <a:pt x="4916161" y="2325120"/>
                    <a:pt x="4915907" y="2317270"/>
                  </a:cubicBezTo>
                  <a:close/>
                  <a:moveTo>
                    <a:pt x="4898688" y="2296505"/>
                  </a:moveTo>
                  <a:cubicBezTo>
                    <a:pt x="4895143" y="2297265"/>
                    <a:pt x="4896156" y="2321068"/>
                    <a:pt x="4899954" y="2325120"/>
                  </a:cubicBezTo>
                  <a:cubicBezTo>
                    <a:pt x="4901980" y="2327399"/>
                    <a:pt x="4903499" y="2321828"/>
                    <a:pt x="4903246" y="2313472"/>
                  </a:cubicBezTo>
                  <a:cubicBezTo>
                    <a:pt x="4902993" y="2307141"/>
                    <a:pt x="4901727" y="2297771"/>
                    <a:pt x="4899194" y="2296505"/>
                  </a:cubicBezTo>
                  <a:cubicBezTo>
                    <a:pt x="4898688" y="2296505"/>
                    <a:pt x="4898688" y="2296505"/>
                    <a:pt x="4898688" y="2296505"/>
                  </a:cubicBezTo>
                  <a:close/>
                  <a:moveTo>
                    <a:pt x="4883241" y="2292707"/>
                  </a:moveTo>
                  <a:cubicBezTo>
                    <a:pt x="4879189" y="2293467"/>
                    <a:pt x="4880202" y="2317270"/>
                    <a:pt x="4884254" y="2321321"/>
                  </a:cubicBezTo>
                  <a:cubicBezTo>
                    <a:pt x="4886533" y="2323601"/>
                    <a:pt x="4888306" y="2318030"/>
                    <a:pt x="4888052" y="2309673"/>
                  </a:cubicBezTo>
                  <a:cubicBezTo>
                    <a:pt x="4887799" y="2303342"/>
                    <a:pt x="4886280" y="2293973"/>
                    <a:pt x="4883495" y="2292707"/>
                  </a:cubicBezTo>
                  <a:cubicBezTo>
                    <a:pt x="4883495" y="2292707"/>
                    <a:pt x="4883495" y="2292707"/>
                    <a:pt x="4883241" y="2292707"/>
                  </a:cubicBezTo>
                  <a:close/>
                  <a:moveTo>
                    <a:pt x="4866275" y="2288909"/>
                  </a:moveTo>
                  <a:cubicBezTo>
                    <a:pt x="4861717" y="2289668"/>
                    <a:pt x="4862730" y="2313472"/>
                    <a:pt x="4867288" y="2317523"/>
                  </a:cubicBezTo>
                  <a:cubicBezTo>
                    <a:pt x="4869820" y="2319802"/>
                    <a:pt x="4871846" y="2314484"/>
                    <a:pt x="4871593" y="2305875"/>
                  </a:cubicBezTo>
                  <a:cubicBezTo>
                    <a:pt x="4871339" y="2299544"/>
                    <a:pt x="4869820" y="2290175"/>
                    <a:pt x="4866782" y="2288909"/>
                  </a:cubicBezTo>
                  <a:cubicBezTo>
                    <a:pt x="4866528" y="2288909"/>
                    <a:pt x="4866275" y="2288909"/>
                    <a:pt x="4866275" y="2288909"/>
                  </a:cubicBezTo>
                  <a:close/>
                  <a:moveTo>
                    <a:pt x="4847790" y="2285110"/>
                  </a:moveTo>
                  <a:cubicBezTo>
                    <a:pt x="4847536" y="2285110"/>
                    <a:pt x="4847536" y="2285110"/>
                    <a:pt x="4847283" y="2285110"/>
                  </a:cubicBezTo>
                  <a:cubicBezTo>
                    <a:pt x="4842219" y="2285870"/>
                    <a:pt x="4843231" y="2309673"/>
                    <a:pt x="4848296" y="2313725"/>
                  </a:cubicBezTo>
                  <a:cubicBezTo>
                    <a:pt x="4851082" y="2316004"/>
                    <a:pt x="4853361" y="2310686"/>
                    <a:pt x="4853107" y="2302076"/>
                  </a:cubicBezTo>
                  <a:cubicBezTo>
                    <a:pt x="4852854" y="2295746"/>
                    <a:pt x="4851082" y="2286376"/>
                    <a:pt x="4847790" y="2285110"/>
                  </a:cubicBezTo>
                  <a:close/>
                  <a:moveTo>
                    <a:pt x="4827025" y="2281312"/>
                  </a:moveTo>
                  <a:cubicBezTo>
                    <a:pt x="4826772" y="2281312"/>
                    <a:pt x="4826772" y="2281312"/>
                    <a:pt x="4826519" y="2281312"/>
                  </a:cubicBezTo>
                  <a:cubicBezTo>
                    <a:pt x="4821454" y="2281818"/>
                    <a:pt x="4821707" y="2304102"/>
                    <a:pt x="4827025" y="2309420"/>
                  </a:cubicBezTo>
                  <a:cubicBezTo>
                    <a:pt x="4830064" y="2312712"/>
                    <a:pt x="4833102" y="2307141"/>
                    <a:pt x="4832849" y="2298025"/>
                  </a:cubicBezTo>
                  <a:cubicBezTo>
                    <a:pt x="4832596" y="2291947"/>
                    <a:pt x="4830824" y="2282578"/>
                    <a:pt x="4827025" y="2281312"/>
                  </a:cubicBezTo>
                  <a:close/>
                  <a:moveTo>
                    <a:pt x="4804488" y="2277514"/>
                  </a:moveTo>
                  <a:cubicBezTo>
                    <a:pt x="4804235" y="2277514"/>
                    <a:pt x="4804235" y="2277514"/>
                    <a:pt x="4803982" y="2277514"/>
                  </a:cubicBezTo>
                  <a:cubicBezTo>
                    <a:pt x="4798411" y="2278273"/>
                    <a:pt x="4798664" y="2300304"/>
                    <a:pt x="4804235" y="2305622"/>
                  </a:cubicBezTo>
                  <a:cubicBezTo>
                    <a:pt x="4807527" y="2308913"/>
                    <a:pt x="4810565" y="2303596"/>
                    <a:pt x="4810565" y="2294226"/>
                  </a:cubicBezTo>
                  <a:cubicBezTo>
                    <a:pt x="4810565" y="2288149"/>
                    <a:pt x="4808540" y="2278780"/>
                    <a:pt x="4804488" y="2277514"/>
                  </a:cubicBezTo>
                  <a:close/>
                  <a:moveTo>
                    <a:pt x="4780431" y="2273715"/>
                  </a:moveTo>
                  <a:cubicBezTo>
                    <a:pt x="4780178" y="2273715"/>
                    <a:pt x="4779925" y="2273715"/>
                    <a:pt x="4779925" y="2273715"/>
                  </a:cubicBezTo>
                  <a:cubicBezTo>
                    <a:pt x="4773594" y="2274475"/>
                    <a:pt x="4773848" y="2296252"/>
                    <a:pt x="4780178" y="2301823"/>
                  </a:cubicBezTo>
                  <a:cubicBezTo>
                    <a:pt x="4783723" y="2305115"/>
                    <a:pt x="4787015" y="2299797"/>
                    <a:pt x="4787015" y="2290428"/>
                  </a:cubicBezTo>
                  <a:cubicBezTo>
                    <a:pt x="4786762" y="2284351"/>
                    <a:pt x="4784736" y="2274981"/>
                    <a:pt x="4780431" y="2273715"/>
                  </a:cubicBezTo>
                  <a:close/>
                  <a:moveTo>
                    <a:pt x="4761439" y="2286883"/>
                  </a:moveTo>
                  <a:cubicBezTo>
                    <a:pt x="4761439" y="2281059"/>
                    <a:pt x="4759414" y="2271183"/>
                    <a:pt x="4754602" y="2269917"/>
                  </a:cubicBezTo>
                  <a:cubicBezTo>
                    <a:pt x="4747006" y="2269663"/>
                    <a:pt x="4747765" y="2291188"/>
                    <a:pt x="4753590" y="2297518"/>
                  </a:cubicBezTo>
                  <a:cubicBezTo>
                    <a:pt x="4757388" y="2301823"/>
                    <a:pt x="4761439" y="2296505"/>
                    <a:pt x="4761439" y="2286883"/>
                  </a:cubicBezTo>
                  <a:close/>
                  <a:moveTo>
                    <a:pt x="4727001" y="2266372"/>
                  </a:moveTo>
                  <a:cubicBezTo>
                    <a:pt x="4726748" y="2266372"/>
                    <a:pt x="4726494" y="2266372"/>
                    <a:pt x="4726241" y="2266372"/>
                  </a:cubicBezTo>
                  <a:cubicBezTo>
                    <a:pt x="4719657" y="2266878"/>
                    <a:pt x="4719404" y="2287389"/>
                    <a:pt x="4725735" y="2293973"/>
                  </a:cubicBezTo>
                  <a:cubicBezTo>
                    <a:pt x="4730039" y="2298278"/>
                    <a:pt x="4734091" y="2292960"/>
                    <a:pt x="4734091" y="2283338"/>
                  </a:cubicBezTo>
                  <a:cubicBezTo>
                    <a:pt x="4734091" y="2276754"/>
                    <a:pt x="4732065" y="2267384"/>
                    <a:pt x="4727001" y="2266372"/>
                  </a:cubicBezTo>
                  <a:close/>
                  <a:moveTo>
                    <a:pt x="4705477" y="2279286"/>
                  </a:moveTo>
                  <a:cubicBezTo>
                    <a:pt x="4705477" y="2272955"/>
                    <a:pt x="4703197" y="2263586"/>
                    <a:pt x="4697880" y="2262320"/>
                  </a:cubicBezTo>
                  <a:cubicBezTo>
                    <a:pt x="4697626" y="2262320"/>
                    <a:pt x="4697373" y="2262320"/>
                    <a:pt x="4697120" y="2262320"/>
                  </a:cubicBezTo>
                  <a:cubicBezTo>
                    <a:pt x="4690283" y="2263080"/>
                    <a:pt x="4689777" y="2283338"/>
                    <a:pt x="4696361" y="2289922"/>
                  </a:cubicBezTo>
                  <a:cubicBezTo>
                    <a:pt x="4700919" y="2294480"/>
                    <a:pt x="4705477" y="2288909"/>
                    <a:pt x="4705477" y="2279286"/>
                  </a:cubicBezTo>
                  <a:close/>
                  <a:moveTo>
                    <a:pt x="4675089" y="2275741"/>
                  </a:moveTo>
                  <a:cubicBezTo>
                    <a:pt x="4675089" y="2269410"/>
                    <a:pt x="4672557" y="2260041"/>
                    <a:pt x="4667239" y="2259028"/>
                  </a:cubicBezTo>
                  <a:cubicBezTo>
                    <a:pt x="4666986" y="2259028"/>
                    <a:pt x="4666733" y="2259028"/>
                    <a:pt x="4666480" y="2259028"/>
                  </a:cubicBezTo>
                  <a:cubicBezTo>
                    <a:pt x="4659136" y="2259788"/>
                    <a:pt x="4658630" y="2280046"/>
                    <a:pt x="4665720" y="2286630"/>
                  </a:cubicBezTo>
                  <a:cubicBezTo>
                    <a:pt x="4670278" y="2290681"/>
                    <a:pt x="4675089" y="2285363"/>
                    <a:pt x="4675089" y="2275741"/>
                  </a:cubicBezTo>
                  <a:close/>
                  <a:moveTo>
                    <a:pt x="4643183" y="2271943"/>
                  </a:moveTo>
                  <a:cubicBezTo>
                    <a:pt x="4643183" y="2265612"/>
                    <a:pt x="4640651" y="2256242"/>
                    <a:pt x="4634827" y="2255230"/>
                  </a:cubicBezTo>
                  <a:cubicBezTo>
                    <a:pt x="4626217" y="2255230"/>
                    <a:pt x="4625964" y="2274981"/>
                    <a:pt x="4632548" y="2282072"/>
                  </a:cubicBezTo>
                  <a:cubicBezTo>
                    <a:pt x="4637612" y="2287642"/>
                    <a:pt x="4643183" y="2282325"/>
                    <a:pt x="4643183" y="2271943"/>
                  </a:cubicBezTo>
                  <a:close/>
                  <a:moveTo>
                    <a:pt x="4601147" y="2251684"/>
                  </a:moveTo>
                  <a:cubicBezTo>
                    <a:pt x="4592285" y="2251684"/>
                    <a:pt x="4591778" y="2271436"/>
                    <a:pt x="4598615" y="2278526"/>
                  </a:cubicBezTo>
                  <a:cubicBezTo>
                    <a:pt x="4603933" y="2284097"/>
                    <a:pt x="4609757" y="2278780"/>
                    <a:pt x="4609757" y="2268397"/>
                  </a:cubicBezTo>
                  <a:cubicBezTo>
                    <a:pt x="4609757" y="2262067"/>
                    <a:pt x="4607225" y="2252697"/>
                    <a:pt x="4601147" y="2251684"/>
                  </a:cubicBezTo>
                  <a:close/>
                  <a:moveTo>
                    <a:pt x="4565949" y="2247886"/>
                  </a:moveTo>
                  <a:cubicBezTo>
                    <a:pt x="4565696" y="2247886"/>
                    <a:pt x="4565443" y="2247886"/>
                    <a:pt x="4565189" y="2247886"/>
                  </a:cubicBezTo>
                  <a:cubicBezTo>
                    <a:pt x="4557086" y="2248393"/>
                    <a:pt x="4555820" y="2267384"/>
                    <a:pt x="4563164" y="2274728"/>
                  </a:cubicBezTo>
                  <a:cubicBezTo>
                    <a:pt x="4568482" y="2280046"/>
                    <a:pt x="4574559" y="2274981"/>
                    <a:pt x="4574812" y="2264599"/>
                  </a:cubicBezTo>
                  <a:cubicBezTo>
                    <a:pt x="4574812" y="2258522"/>
                    <a:pt x="4572027" y="2249152"/>
                    <a:pt x="4565949" y="2247886"/>
                  </a:cubicBezTo>
                  <a:close/>
                  <a:moveTo>
                    <a:pt x="4538348" y="2261307"/>
                  </a:moveTo>
                  <a:cubicBezTo>
                    <a:pt x="4538348" y="2254976"/>
                    <a:pt x="4535562" y="2245607"/>
                    <a:pt x="4528978" y="2244594"/>
                  </a:cubicBezTo>
                  <a:cubicBezTo>
                    <a:pt x="4528725" y="2244594"/>
                    <a:pt x="4528472" y="2244594"/>
                    <a:pt x="4528219" y="2244594"/>
                  </a:cubicBezTo>
                  <a:cubicBezTo>
                    <a:pt x="4519862" y="2245101"/>
                    <a:pt x="4518596" y="2264093"/>
                    <a:pt x="4526193" y="2271436"/>
                  </a:cubicBezTo>
                  <a:cubicBezTo>
                    <a:pt x="4531764" y="2276754"/>
                    <a:pt x="4538094" y="2271436"/>
                    <a:pt x="4538348" y="2261307"/>
                  </a:cubicBezTo>
                  <a:close/>
                  <a:moveTo>
                    <a:pt x="4490741" y="2240796"/>
                  </a:moveTo>
                  <a:cubicBezTo>
                    <a:pt x="4481119" y="2240796"/>
                    <a:pt x="4479852" y="2259028"/>
                    <a:pt x="4486943" y="2266878"/>
                  </a:cubicBezTo>
                  <a:cubicBezTo>
                    <a:pt x="4492767" y="2273462"/>
                    <a:pt x="4500111" y="2268397"/>
                    <a:pt x="4500364" y="2257509"/>
                  </a:cubicBezTo>
                  <a:cubicBezTo>
                    <a:pt x="4500617" y="2251431"/>
                    <a:pt x="4497578" y="2242062"/>
                    <a:pt x="4490741" y="2240796"/>
                  </a:cubicBezTo>
                  <a:close/>
                  <a:moveTo>
                    <a:pt x="4461114" y="2254217"/>
                  </a:moveTo>
                  <a:cubicBezTo>
                    <a:pt x="4461367" y="2247886"/>
                    <a:pt x="4458328" y="2238517"/>
                    <a:pt x="4451238" y="2237504"/>
                  </a:cubicBezTo>
                  <a:cubicBezTo>
                    <a:pt x="4441362" y="2237504"/>
                    <a:pt x="4440096" y="2255736"/>
                    <a:pt x="4447186" y="2263586"/>
                  </a:cubicBezTo>
                  <a:cubicBezTo>
                    <a:pt x="4453011" y="2269917"/>
                    <a:pt x="4460861" y="2264852"/>
                    <a:pt x="4461114" y="2254217"/>
                  </a:cubicBezTo>
                  <a:close/>
                  <a:moveTo>
                    <a:pt x="4420344" y="2250671"/>
                  </a:moveTo>
                  <a:cubicBezTo>
                    <a:pt x="4420598" y="2244341"/>
                    <a:pt x="4417559" y="2234972"/>
                    <a:pt x="4410215" y="2233959"/>
                  </a:cubicBezTo>
                  <a:cubicBezTo>
                    <a:pt x="4399833" y="2233959"/>
                    <a:pt x="4398314" y="2252191"/>
                    <a:pt x="4405911" y="2260041"/>
                  </a:cubicBezTo>
                  <a:cubicBezTo>
                    <a:pt x="4412241" y="2266625"/>
                    <a:pt x="4420091" y="2261560"/>
                    <a:pt x="4420344" y="2250671"/>
                  </a:cubicBezTo>
                  <a:close/>
                  <a:moveTo>
                    <a:pt x="4367927" y="2230414"/>
                  </a:moveTo>
                  <a:cubicBezTo>
                    <a:pt x="4357291" y="2230414"/>
                    <a:pt x="4355772" y="2248646"/>
                    <a:pt x="4363368" y="2256496"/>
                  </a:cubicBezTo>
                  <a:cubicBezTo>
                    <a:pt x="4369699" y="2263080"/>
                    <a:pt x="4378056" y="2258015"/>
                    <a:pt x="4378309" y="2247126"/>
                  </a:cubicBezTo>
                  <a:cubicBezTo>
                    <a:pt x="4378562" y="2241049"/>
                    <a:pt x="4375523" y="2231680"/>
                    <a:pt x="4367927" y="2230414"/>
                  </a:cubicBezTo>
                  <a:close/>
                  <a:moveTo>
                    <a:pt x="4324372" y="2227121"/>
                  </a:moveTo>
                  <a:cubicBezTo>
                    <a:pt x="4324118" y="2227121"/>
                    <a:pt x="4323612" y="2227121"/>
                    <a:pt x="4323359" y="2227121"/>
                  </a:cubicBezTo>
                  <a:cubicBezTo>
                    <a:pt x="4313989" y="2227881"/>
                    <a:pt x="4311457" y="2245101"/>
                    <a:pt x="4319560" y="2253204"/>
                  </a:cubicBezTo>
                  <a:cubicBezTo>
                    <a:pt x="4326144" y="2259788"/>
                    <a:pt x="4334501" y="2254723"/>
                    <a:pt x="4335007" y="2243834"/>
                  </a:cubicBezTo>
                  <a:cubicBezTo>
                    <a:pt x="4335260" y="2237504"/>
                    <a:pt x="4331969" y="2228134"/>
                    <a:pt x="4324372" y="2227121"/>
                  </a:cubicBezTo>
                  <a:close/>
                  <a:moveTo>
                    <a:pt x="4279298" y="2223576"/>
                  </a:moveTo>
                  <a:cubicBezTo>
                    <a:pt x="4268409" y="2223576"/>
                    <a:pt x="4266130" y="2240289"/>
                    <a:pt x="4273473" y="2248899"/>
                  </a:cubicBezTo>
                  <a:cubicBezTo>
                    <a:pt x="4280310" y="2256749"/>
                    <a:pt x="4289680" y="2251938"/>
                    <a:pt x="4290186" y="2240543"/>
                  </a:cubicBezTo>
                  <a:cubicBezTo>
                    <a:pt x="4290439" y="2234212"/>
                    <a:pt x="4287401" y="2224843"/>
                    <a:pt x="4279298" y="2223576"/>
                  </a:cubicBezTo>
                  <a:close/>
                  <a:moveTo>
                    <a:pt x="4244352" y="2236997"/>
                  </a:moveTo>
                  <a:cubicBezTo>
                    <a:pt x="4244605" y="2231173"/>
                    <a:pt x="4241820" y="2221551"/>
                    <a:pt x="4232957" y="2220284"/>
                  </a:cubicBezTo>
                  <a:cubicBezTo>
                    <a:pt x="4222068" y="2220284"/>
                    <a:pt x="4219536" y="2236997"/>
                    <a:pt x="4226880" y="2245607"/>
                  </a:cubicBezTo>
                  <a:cubicBezTo>
                    <a:pt x="4233970" y="2253204"/>
                    <a:pt x="4244099" y="2248393"/>
                    <a:pt x="4244352" y="2236997"/>
                  </a:cubicBezTo>
                  <a:close/>
                  <a:moveTo>
                    <a:pt x="4185857" y="2216993"/>
                  </a:moveTo>
                  <a:cubicBezTo>
                    <a:pt x="4174462" y="2216993"/>
                    <a:pt x="4172183" y="2233705"/>
                    <a:pt x="4179780" y="2242315"/>
                  </a:cubicBezTo>
                  <a:cubicBezTo>
                    <a:pt x="4186617" y="2250165"/>
                    <a:pt x="4196999" y="2245101"/>
                    <a:pt x="4197505" y="2233705"/>
                  </a:cubicBezTo>
                  <a:cubicBezTo>
                    <a:pt x="4197759" y="2227375"/>
                    <a:pt x="4194214" y="2218259"/>
                    <a:pt x="4185857" y="2216993"/>
                  </a:cubicBezTo>
                  <a:close/>
                  <a:moveTo>
                    <a:pt x="4137238" y="2213701"/>
                  </a:moveTo>
                  <a:cubicBezTo>
                    <a:pt x="4125589" y="2213701"/>
                    <a:pt x="4123057" y="2230414"/>
                    <a:pt x="4130907" y="2239023"/>
                  </a:cubicBezTo>
                  <a:cubicBezTo>
                    <a:pt x="4137997" y="2246873"/>
                    <a:pt x="4148380" y="2242062"/>
                    <a:pt x="4148886" y="2230414"/>
                  </a:cubicBezTo>
                  <a:cubicBezTo>
                    <a:pt x="4149139" y="2224336"/>
                    <a:pt x="4145847" y="2214967"/>
                    <a:pt x="4137238" y="2213701"/>
                  </a:cubicBezTo>
                  <a:close/>
                  <a:moveTo>
                    <a:pt x="4087605" y="2210662"/>
                  </a:moveTo>
                  <a:cubicBezTo>
                    <a:pt x="4075704" y="2210662"/>
                    <a:pt x="4072918" y="2227375"/>
                    <a:pt x="4081022" y="2235985"/>
                  </a:cubicBezTo>
                  <a:cubicBezTo>
                    <a:pt x="4088365" y="2243834"/>
                    <a:pt x="4099000" y="2239023"/>
                    <a:pt x="4099507" y="2227375"/>
                  </a:cubicBezTo>
                  <a:cubicBezTo>
                    <a:pt x="4099760" y="2221044"/>
                    <a:pt x="4096468" y="2211675"/>
                    <a:pt x="4087605" y="2210662"/>
                  </a:cubicBezTo>
                  <a:close/>
                  <a:moveTo>
                    <a:pt x="4036707" y="2207370"/>
                  </a:moveTo>
                  <a:cubicBezTo>
                    <a:pt x="4024552" y="2207370"/>
                    <a:pt x="4021767" y="2224083"/>
                    <a:pt x="4029870" y="2232692"/>
                  </a:cubicBezTo>
                  <a:cubicBezTo>
                    <a:pt x="4037213" y="2240543"/>
                    <a:pt x="4048355" y="2235478"/>
                    <a:pt x="4048862" y="2224083"/>
                  </a:cubicBezTo>
                  <a:cubicBezTo>
                    <a:pt x="4049368" y="2217752"/>
                    <a:pt x="4045823" y="2208636"/>
                    <a:pt x="4036707" y="2207370"/>
                  </a:cubicBezTo>
                  <a:close/>
                  <a:moveTo>
                    <a:pt x="3984796" y="2204331"/>
                  </a:moveTo>
                  <a:cubicBezTo>
                    <a:pt x="3972387" y="2204331"/>
                    <a:pt x="3969602" y="2221044"/>
                    <a:pt x="3977705" y="2229654"/>
                  </a:cubicBezTo>
                  <a:cubicBezTo>
                    <a:pt x="3985302" y="2237504"/>
                    <a:pt x="3996444" y="2232692"/>
                    <a:pt x="3996950" y="2221044"/>
                  </a:cubicBezTo>
                  <a:cubicBezTo>
                    <a:pt x="3997457" y="2214713"/>
                    <a:pt x="3993912" y="2205344"/>
                    <a:pt x="3984796" y="2204331"/>
                  </a:cubicBezTo>
                  <a:close/>
                  <a:moveTo>
                    <a:pt x="3931872" y="2201292"/>
                  </a:moveTo>
                  <a:cubicBezTo>
                    <a:pt x="3919970" y="2201292"/>
                    <a:pt x="3916425" y="2216739"/>
                    <a:pt x="3923768" y="2225602"/>
                  </a:cubicBezTo>
                  <a:cubicBezTo>
                    <a:pt x="3931365" y="2234718"/>
                    <a:pt x="3943773" y="2230160"/>
                    <a:pt x="3944533" y="2218005"/>
                  </a:cubicBezTo>
                  <a:cubicBezTo>
                    <a:pt x="3944786" y="2211675"/>
                    <a:pt x="3941241" y="2202305"/>
                    <a:pt x="3931872" y="2201292"/>
                  </a:cubicBezTo>
                  <a:close/>
                  <a:moveTo>
                    <a:pt x="3877681" y="2198254"/>
                  </a:moveTo>
                  <a:cubicBezTo>
                    <a:pt x="3865526" y="2198254"/>
                    <a:pt x="3861981" y="2213701"/>
                    <a:pt x="3869325" y="2222563"/>
                  </a:cubicBezTo>
                  <a:cubicBezTo>
                    <a:pt x="3876922" y="2231426"/>
                    <a:pt x="3889836" y="2226868"/>
                    <a:pt x="3890596" y="2214967"/>
                  </a:cubicBezTo>
                  <a:cubicBezTo>
                    <a:pt x="3891102" y="2208636"/>
                    <a:pt x="3887304" y="2199267"/>
                    <a:pt x="3877681" y="2198254"/>
                  </a:cubicBezTo>
                  <a:close/>
                  <a:moveTo>
                    <a:pt x="3584192" y="2208383"/>
                  </a:moveTo>
                  <a:cubicBezTo>
                    <a:pt x="3592296" y="2217499"/>
                    <a:pt x="3605970" y="2212688"/>
                    <a:pt x="3606983" y="2200533"/>
                  </a:cubicBezTo>
                  <a:cubicBezTo>
                    <a:pt x="3607489" y="2194202"/>
                    <a:pt x="3603691" y="2185086"/>
                    <a:pt x="3593308" y="2184073"/>
                  </a:cubicBezTo>
                  <a:cubicBezTo>
                    <a:pt x="3580394" y="2184326"/>
                    <a:pt x="3576342" y="2199773"/>
                    <a:pt x="3584192" y="2208383"/>
                  </a:cubicBezTo>
                  <a:close/>
                  <a:moveTo>
                    <a:pt x="3523418" y="2204838"/>
                  </a:moveTo>
                  <a:cubicBezTo>
                    <a:pt x="3531522" y="2215220"/>
                    <a:pt x="3546462" y="2210915"/>
                    <a:pt x="3547728" y="2198254"/>
                  </a:cubicBezTo>
                  <a:cubicBezTo>
                    <a:pt x="3548234" y="2191923"/>
                    <a:pt x="3544183" y="2182807"/>
                    <a:pt x="3533800" y="2181794"/>
                  </a:cubicBezTo>
                  <a:cubicBezTo>
                    <a:pt x="3521139" y="2181794"/>
                    <a:pt x="3516581" y="2195975"/>
                    <a:pt x="3523418" y="2204838"/>
                  </a:cubicBezTo>
                  <a:close/>
                  <a:moveTo>
                    <a:pt x="3462897" y="2202305"/>
                  </a:moveTo>
                  <a:cubicBezTo>
                    <a:pt x="3470747" y="2212434"/>
                    <a:pt x="3486447" y="2208130"/>
                    <a:pt x="3487460" y="2195721"/>
                  </a:cubicBezTo>
                  <a:cubicBezTo>
                    <a:pt x="3487967" y="2189897"/>
                    <a:pt x="3484675" y="2180275"/>
                    <a:pt x="3473280" y="2179262"/>
                  </a:cubicBezTo>
                  <a:cubicBezTo>
                    <a:pt x="3460618" y="2179009"/>
                    <a:pt x="3456060" y="2193443"/>
                    <a:pt x="3462897" y="2202305"/>
                  </a:cubicBezTo>
                  <a:close/>
                  <a:moveTo>
                    <a:pt x="2832618" y="2157231"/>
                  </a:moveTo>
                  <a:cubicBezTo>
                    <a:pt x="2818184" y="2157484"/>
                    <a:pt x="2812866" y="2171918"/>
                    <a:pt x="2820463" y="2180528"/>
                  </a:cubicBezTo>
                  <a:cubicBezTo>
                    <a:pt x="2829073" y="2190657"/>
                    <a:pt x="2846292" y="2186352"/>
                    <a:pt x="2847558" y="2173438"/>
                  </a:cubicBezTo>
                  <a:cubicBezTo>
                    <a:pt x="2848318" y="2167613"/>
                    <a:pt x="2844773" y="2157991"/>
                    <a:pt x="2832618" y="2157231"/>
                  </a:cubicBezTo>
                  <a:close/>
                  <a:moveTo>
                    <a:pt x="2753105" y="2178755"/>
                  </a:moveTo>
                  <a:cubicBezTo>
                    <a:pt x="2761715" y="2188884"/>
                    <a:pt x="2779187" y="2184326"/>
                    <a:pt x="2780707" y="2171665"/>
                  </a:cubicBezTo>
                  <a:cubicBezTo>
                    <a:pt x="2781466" y="2165334"/>
                    <a:pt x="2777161" y="2156218"/>
                    <a:pt x="2765260" y="2155205"/>
                  </a:cubicBezTo>
                  <a:cubicBezTo>
                    <a:pt x="2751079" y="2155712"/>
                    <a:pt x="2745762" y="2170146"/>
                    <a:pt x="2753105" y="2178755"/>
                  </a:cubicBezTo>
                  <a:close/>
                  <a:moveTo>
                    <a:pt x="2685494" y="2177236"/>
                  </a:moveTo>
                  <a:cubicBezTo>
                    <a:pt x="2694103" y="2187365"/>
                    <a:pt x="2711323" y="2183060"/>
                    <a:pt x="2713095" y="2170146"/>
                  </a:cubicBezTo>
                  <a:cubicBezTo>
                    <a:pt x="2713855" y="2164322"/>
                    <a:pt x="2710310" y="2154699"/>
                    <a:pt x="2697902" y="2153939"/>
                  </a:cubicBezTo>
                  <a:cubicBezTo>
                    <a:pt x="2683215" y="2154192"/>
                    <a:pt x="2677897" y="2168120"/>
                    <a:pt x="2685494" y="2177236"/>
                  </a:cubicBezTo>
                  <a:close/>
                  <a:moveTo>
                    <a:pt x="2616363" y="2174451"/>
                  </a:moveTo>
                  <a:cubicBezTo>
                    <a:pt x="2624466" y="2185592"/>
                    <a:pt x="2643458" y="2181794"/>
                    <a:pt x="2644978" y="2168373"/>
                  </a:cubicBezTo>
                  <a:cubicBezTo>
                    <a:pt x="2645737" y="2162549"/>
                    <a:pt x="2642192" y="2152926"/>
                    <a:pt x="2629784" y="2152167"/>
                  </a:cubicBezTo>
                  <a:cubicBezTo>
                    <a:pt x="2615857" y="2152420"/>
                    <a:pt x="2610032" y="2165588"/>
                    <a:pt x="2616363" y="2174451"/>
                  </a:cubicBezTo>
                  <a:close/>
                  <a:moveTo>
                    <a:pt x="2547992" y="2172931"/>
                  </a:moveTo>
                  <a:cubicBezTo>
                    <a:pt x="2556095" y="2184326"/>
                    <a:pt x="2575087" y="2180275"/>
                    <a:pt x="2576860" y="2166854"/>
                  </a:cubicBezTo>
                  <a:cubicBezTo>
                    <a:pt x="2577620" y="2161029"/>
                    <a:pt x="2574074" y="2151407"/>
                    <a:pt x="2561666" y="2150647"/>
                  </a:cubicBezTo>
                  <a:cubicBezTo>
                    <a:pt x="2546220" y="2151154"/>
                    <a:pt x="2542168" y="2164828"/>
                    <a:pt x="2547992" y="2172931"/>
                  </a:cubicBezTo>
                  <a:close/>
                  <a:moveTo>
                    <a:pt x="2284891" y="2145583"/>
                  </a:moveTo>
                  <a:cubicBezTo>
                    <a:pt x="2269444" y="2146089"/>
                    <a:pt x="2265392" y="2159763"/>
                    <a:pt x="2271216" y="2167867"/>
                  </a:cubicBezTo>
                  <a:cubicBezTo>
                    <a:pt x="2279320" y="2179262"/>
                    <a:pt x="2298818" y="2175210"/>
                    <a:pt x="2300590" y="2161789"/>
                  </a:cubicBezTo>
                  <a:cubicBezTo>
                    <a:pt x="2301350" y="2155459"/>
                    <a:pt x="2297045" y="2146343"/>
                    <a:pt x="2284891" y="2145583"/>
                  </a:cubicBezTo>
                  <a:close/>
                  <a:moveTo>
                    <a:pt x="2215000" y="2144570"/>
                  </a:moveTo>
                  <a:cubicBezTo>
                    <a:pt x="2199553" y="2145076"/>
                    <a:pt x="2195502" y="2158751"/>
                    <a:pt x="2201073" y="2166854"/>
                  </a:cubicBezTo>
                  <a:cubicBezTo>
                    <a:pt x="2209176" y="2178249"/>
                    <a:pt x="2228421" y="2173944"/>
                    <a:pt x="2230447" y="2160523"/>
                  </a:cubicBezTo>
                  <a:cubicBezTo>
                    <a:pt x="2231460" y="2154952"/>
                    <a:pt x="2227915" y="2145330"/>
                    <a:pt x="2215000" y="2144570"/>
                  </a:cubicBezTo>
                  <a:close/>
                  <a:moveTo>
                    <a:pt x="2145110" y="2143810"/>
                  </a:moveTo>
                  <a:cubicBezTo>
                    <a:pt x="2130929" y="2144317"/>
                    <a:pt x="2124598" y="2157231"/>
                    <a:pt x="2130929" y="2166094"/>
                  </a:cubicBezTo>
                  <a:cubicBezTo>
                    <a:pt x="2139032" y="2177236"/>
                    <a:pt x="2158531" y="2173184"/>
                    <a:pt x="2160557" y="2159763"/>
                  </a:cubicBezTo>
                  <a:cubicBezTo>
                    <a:pt x="2161569" y="2153939"/>
                    <a:pt x="2158024" y="2144570"/>
                    <a:pt x="2145110" y="2143810"/>
                  </a:cubicBezTo>
                  <a:close/>
                  <a:moveTo>
                    <a:pt x="2075219" y="2142797"/>
                  </a:moveTo>
                  <a:cubicBezTo>
                    <a:pt x="2059519" y="2143304"/>
                    <a:pt x="2055215" y="2157231"/>
                    <a:pt x="2061039" y="2165334"/>
                  </a:cubicBezTo>
                  <a:cubicBezTo>
                    <a:pt x="2069142" y="2176730"/>
                    <a:pt x="2088893" y="2172425"/>
                    <a:pt x="2090666" y="2159004"/>
                  </a:cubicBezTo>
                  <a:cubicBezTo>
                    <a:pt x="2091426" y="2153180"/>
                    <a:pt x="2088134" y="2143557"/>
                    <a:pt x="2075219" y="2142797"/>
                  </a:cubicBezTo>
                  <a:close/>
                  <a:moveTo>
                    <a:pt x="1732858" y="2140518"/>
                  </a:moveTo>
                  <a:cubicBezTo>
                    <a:pt x="1718424" y="2141025"/>
                    <a:pt x="1712853" y="2155459"/>
                    <a:pt x="1720197" y="2164068"/>
                  </a:cubicBezTo>
                  <a:cubicBezTo>
                    <a:pt x="1728553" y="2174197"/>
                    <a:pt x="1745519" y="2169386"/>
                    <a:pt x="1747292" y="2156472"/>
                  </a:cubicBezTo>
                  <a:cubicBezTo>
                    <a:pt x="1748051" y="2150647"/>
                    <a:pt x="1744760" y="2141025"/>
                    <a:pt x="1732858" y="2140518"/>
                  </a:cubicBezTo>
                  <a:close/>
                  <a:moveTo>
                    <a:pt x="1667019" y="2140265"/>
                  </a:moveTo>
                  <a:cubicBezTo>
                    <a:pt x="1653092" y="2141025"/>
                    <a:pt x="1647268" y="2155459"/>
                    <a:pt x="1654358" y="2163815"/>
                  </a:cubicBezTo>
                  <a:cubicBezTo>
                    <a:pt x="1662461" y="2173691"/>
                    <a:pt x="1679427" y="2168880"/>
                    <a:pt x="1681200" y="2156218"/>
                  </a:cubicBezTo>
                  <a:cubicBezTo>
                    <a:pt x="1681960" y="2150394"/>
                    <a:pt x="1678921" y="2140772"/>
                    <a:pt x="1667019" y="2140265"/>
                  </a:cubicBezTo>
                  <a:close/>
                  <a:moveTo>
                    <a:pt x="1602193" y="2140265"/>
                  </a:moveTo>
                  <a:cubicBezTo>
                    <a:pt x="1587253" y="2141025"/>
                    <a:pt x="1583201" y="2155965"/>
                    <a:pt x="1589532" y="2164068"/>
                  </a:cubicBezTo>
                  <a:cubicBezTo>
                    <a:pt x="1597635" y="2174197"/>
                    <a:pt x="1614095" y="2169386"/>
                    <a:pt x="1616121" y="2156218"/>
                  </a:cubicBezTo>
                  <a:cubicBezTo>
                    <a:pt x="1616880" y="2150394"/>
                    <a:pt x="1613842" y="2140772"/>
                    <a:pt x="1602193" y="2140265"/>
                  </a:cubicBezTo>
                  <a:close/>
                  <a:moveTo>
                    <a:pt x="1538127" y="2140265"/>
                  </a:moveTo>
                  <a:cubicBezTo>
                    <a:pt x="1524453" y="2141025"/>
                    <a:pt x="1518882" y="2155205"/>
                    <a:pt x="1525719" y="2164068"/>
                  </a:cubicBezTo>
                  <a:cubicBezTo>
                    <a:pt x="1533316" y="2173944"/>
                    <a:pt x="1550029" y="2168880"/>
                    <a:pt x="1551801" y="2156218"/>
                  </a:cubicBezTo>
                  <a:cubicBezTo>
                    <a:pt x="1552814" y="2149888"/>
                    <a:pt x="1549269" y="2140772"/>
                    <a:pt x="1538127" y="2140265"/>
                  </a:cubicBezTo>
                  <a:close/>
                  <a:moveTo>
                    <a:pt x="1475327" y="2140518"/>
                  </a:moveTo>
                  <a:cubicBezTo>
                    <a:pt x="1461906" y="2141278"/>
                    <a:pt x="1456335" y="2155459"/>
                    <a:pt x="1463172" y="2164322"/>
                  </a:cubicBezTo>
                  <a:cubicBezTo>
                    <a:pt x="1470769" y="2174451"/>
                    <a:pt x="1486722" y="2169386"/>
                    <a:pt x="1488748" y="2156472"/>
                  </a:cubicBezTo>
                  <a:cubicBezTo>
                    <a:pt x="1489508" y="2150394"/>
                    <a:pt x="1486722" y="2141025"/>
                    <a:pt x="1475327" y="2140518"/>
                  </a:cubicBezTo>
                  <a:close/>
                  <a:moveTo>
                    <a:pt x="1413287" y="2140772"/>
                  </a:moveTo>
                  <a:cubicBezTo>
                    <a:pt x="1400119" y="2141531"/>
                    <a:pt x="1394548" y="2155965"/>
                    <a:pt x="1401132" y="2164575"/>
                  </a:cubicBezTo>
                  <a:cubicBezTo>
                    <a:pt x="1408729" y="2174451"/>
                    <a:pt x="1424429" y="2169639"/>
                    <a:pt x="1426455" y="2156725"/>
                  </a:cubicBezTo>
                  <a:cubicBezTo>
                    <a:pt x="1427468" y="2150647"/>
                    <a:pt x="1424682" y="2141278"/>
                    <a:pt x="1413287" y="2140772"/>
                  </a:cubicBezTo>
                  <a:close/>
                  <a:moveTo>
                    <a:pt x="1352260" y="2141025"/>
                  </a:moveTo>
                  <a:cubicBezTo>
                    <a:pt x="1339092" y="2141784"/>
                    <a:pt x="1334027" y="2155965"/>
                    <a:pt x="1340358" y="2164828"/>
                  </a:cubicBezTo>
                  <a:cubicBezTo>
                    <a:pt x="1347448" y="2174704"/>
                    <a:pt x="1363401" y="2169639"/>
                    <a:pt x="1365427" y="2156978"/>
                  </a:cubicBezTo>
                  <a:cubicBezTo>
                    <a:pt x="1366440" y="2150647"/>
                    <a:pt x="1362895" y="2141531"/>
                    <a:pt x="1352260" y="2141025"/>
                  </a:cubicBezTo>
                  <a:close/>
                  <a:moveTo>
                    <a:pt x="4948067" y="2287389"/>
                  </a:moveTo>
                  <a:cubicBezTo>
                    <a:pt x="4948067" y="2287389"/>
                    <a:pt x="4948067" y="2287389"/>
                    <a:pt x="4948067" y="2287389"/>
                  </a:cubicBezTo>
                  <a:lnTo>
                    <a:pt x="4945788" y="2259535"/>
                  </a:lnTo>
                  <a:cubicBezTo>
                    <a:pt x="4945788" y="2259281"/>
                    <a:pt x="4945788" y="2259028"/>
                    <a:pt x="4945788" y="2259028"/>
                  </a:cubicBezTo>
                  <a:cubicBezTo>
                    <a:pt x="4945788" y="2259788"/>
                    <a:pt x="4947814" y="2285870"/>
                    <a:pt x="4948067" y="2287896"/>
                  </a:cubicBezTo>
                  <a:cubicBezTo>
                    <a:pt x="4948067" y="2287642"/>
                    <a:pt x="4948067" y="2287389"/>
                    <a:pt x="4948067" y="2287389"/>
                  </a:cubicBezTo>
                  <a:close/>
                  <a:moveTo>
                    <a:pt x="4946041" y="2271943"/>
                  </a:moveTo>
                  <a:cubicBezTo>
                    <a:pt x="4945535" y="2266118"/>
                    <a:pt x="4944775" y="2256496"/>
                    <a:pt x="4944269" y="2255230"/>
                  </a:cubicBezTo>
                  <a:cubicBezTo>
                    <a:pt x="4943509" y="2256242"/>
                    <a:pt x="4946041" y="2282831"/>
                    <a:pt x="4946548" y="2284097"/>
                  </a:cubicBezTo>
                  <a:cubicBezTo>
                    <a:pt x="4947054" y="2283591"/>
                    <a:pt x="4946294" y="2275488"/>
                    <a:pt x="4946041" y="2271943"/>
                  </a:cubicBezTo>
                  <a:close/>
                  <a:moveTo>
                    <a:pt x="4940977" y="2251684"/>
                  </a:moveTo>
                  <a:cubicBezTo>
                    <a:pt x="4940217" y="2252951"/>
                    <a:pt x="4941736" y="2279033"/>
                    <a:pt x="4943509" y="2280552"/>
                  </a:cubicBezTo>
                  <a:cubicBezTo>
                    <a:pt x="4944016" y="2279539"/>
                    <a:pt x="4943509" y="2270170"/>
                    <a:pt x="4943256" y="2268397"/>
                  </a:cubicBezTo>
                  <a:cubicBezTo>
                    <a:pt x="4942749" y="2262573"/>
                    <a:pt x="4941736" y="2252951"/>
                    <a:pt x="4940977" y="2251684"/>
                  </a:cubicBezTo>
                  <a:cubicBezTo>
                    <a:pt x="4940977" y="2251684"/>
                    <a:pt x="4940977" y="2251684"/>
                    <a:pt x="4940977" y="2251684"/>
                  </a:cubicBezTo>
                  <a:close/>
                  <a:moveTo>
                    <a:pt x="4935659" y="2248139"/>
                  </a:moveTo>
                  <a:cubicBezTo>
                    <a:pt x="4935659" y="2248139"/>
                    <a:pt x="4935659" y="2248139"/>
                    <a:pt x="4935659" y="2248139"/>
                  </a:cubicBezTo>
                  <a:cubicBezTo>
                    <a:pt x="4934393" y="2249405"/>
                    <a:pt x="4935406" y="2275488"/>
                    <a:pt x="4938191" y="2277007"/>
                  </a:cubicBezTo>
                  <a:cubicBezTo>
                    <a:pt x="4939204" y="2275994"/>
                    <a:pt x="4938445" y="2266625"/>
                    <a:pt x="4938445" y="2264852"/>
                  </a:cubicBezTo>
                  <a:cubicBezTo>
                    <a:pt x="4937938" y="2259028"/>
                    <a:pt x="4936925" y="2249405"/>
                    <a:pt x="4935659" y="2248139"/>
                  </a:cubicBezTo>
                  <a:close/>
                  <a:moveTo>
                    <a:pt x="4928315" y="2244341"/>
                  </a:moveTo>
                  <a:cubicBezTo>
                    <a:pt x="4926289" y="2245101"/>
                    <a:pt x="4928315" y="2270423"/>
                    <a:pt x="4930595" y="2272955"/>
                  </a:cubicBezTo>
                  <a:cubicBezTo>
                    <a:pt x="4931607" y="2274221"/>
                    <a:pt x="4932114" y="2268904"/>
                    <a:pt x="4931607" y="2261054"/>
                  </a:cubicBezTo>
                  <a:cubicBezTo>
                    <a:pt x="4931101" y="2254976"/>
                    <a:pt x="4929835" y="2245607"/>
                    <a:pt x="4928315" y="2244341"/>
                  </a:cubicBezTo>
                  <a:cubicBezTo>
                    <a:pt x="4928315" y="2244341"/>
                    <a:pt x="4928315" y="2244341"/>
                    <a:pt x="4928315" y="2244341"/>
                  </a:cubicBezTo>
                  <a:close/>
                  <a:moveTo>
                    <a:pt x="4918946" y="2240543"/>
                  </a:moveTo>
                  <a:cubicBezTo>
                    <a:pt x="4916414" y="2241302"/>
                    <a:pt x="4918439" y="2266625"/>
                    <a:pt x="4921225" y="2269157"/>
                  </a:cubicBezTo>
                  <a:cubicBezTo>
                    <a:pt x="4922491" y="2270423"/>
                    <a:pt x="4923251" y="2265105"/>
                    <a:pt x="4922744" y="2257255"/>
                  </a:cubicBezTo>
                  <a:cubicBezTo>
                    <a:pt x="4922238" y="2251178"/>
                    <a:pt x="4920972" y="2241809"/>
                    <a:pt x="4918946" y="2240543"/>
                  </a:cubicBezTo>
                  <a:cubicBezTo>
                    <a:pt x="4918946" y="2240543"/>
                    <a:pt x="4918946" y="2240543"/>
                    <a:pt x="4918946" y="2240543"/>
                  </a:cubicBezTo>
                  <a:close/>
                  <a:moveTo>
                    <a:pt x="4907551" y="2236744"/>
                  </a:moveTo>
                  <a:cubicBezTo>
                    <a:pt x="4904259" y="2237504"/>
                    <a:pt x="4906032" y="2262573"/>
                    <a:pt x="4909830" y="2265359"/>
                  </a:cubicBezTo>
                  <a:cubicBezTo>
                    <a:pt x="4911349" y="2266625"/>
                    <a:pt x="4912362" y="2261307"/>
                    <a:pt x="4911856" y="2253457"/>
                  </a:cubicBezTo>
                  <a:cubicBezTo>
                    <a:pt x="4911603" y="2247126"/>
                    <a:pt x="4910083" y="2238010"/>
                    <a:pt x="4907804" y="2236744"/>
                  </a:cubicBezTo>
                  <a:cubicBezTo>
                    <a:pt x="4907551" y="2236997"/>
                    <a:pt x="4907551" y="2236744"/>
                    <a:pt x="4907551" y="2236744"/>
                  </a:cubicBezTo>
                  <a:close/>
                  <a:moveTo>
                    <a:pt x="4894383" y="2232946"/>
                  </a:moveTo>
                  <a:cubicBezTo>
                    <a:pt x="4894383" y="2232946"/>
                    <a:pt x="4894130" y="2232946"/>
                    <a:pt x="4894130" y="2232946"/>
                  </a:cubicBezTo>
                  <a:cubicBezTo>
                    <a:pt x="4890585" y="2233705"/>
                    <a:pt x="4892104" y="2257255"/>
                    <a:pt x="4896156" y="2261307"/>
                  </a:cubicBezTo>
                  <a:cubicBezTo>
                    <a:pt x="4898181" y="2263586"/>
                    <a:pt x="4899448" y="2258015"/>
                    <a:pt x="4899194" y="2249659"/>
                  </a:cubicBezTo>
                  <a:cubicBezTo>
                    <a:pt x="4898688" y="2243581"/>
                    <a:pt x="4896915" y="2234212"/>
                    <a:pt x="4894383" y="2232946"/>
                  </a:cubicBezTo>
                  <a:close/>
                  <a:moveTo>
                    <a:pt x="4878683" y="2229147"/>
                  </a:moveTo>
                  <a:cubicBezTo>
                    <a:pt x="4874631" y="2229907"/>
                    <a:pt x="4876151" y="2253457"/>
                    <a:pt x="4880456" y="2257509"/>
                  </a:cubicBezTo>
                  <a:cubicBezTo>
                    <a:pt x="4882735" y="2259788"/>
                    <a:pt x="4884254" y="2254217"/>
                    <a:pt x="4884001" y="2245860"/>
                  </a:cubicBezTo>
                  <a:cubicBezTo>
                    <a:pt x="4883748" y="2239530"/>
                    <a:pt x="4881975" y="2230414"/>
                    <a:pt x="4878936" y="2229147"/>
                  </a:cubicBezTo>
                  <a:cubicBezTo>
                    <a:pt x="4878936" y="2229147"/>
                    <a:pt x="4878936" y="2229147"/>
                    <a:pt x="4878683" y="2229147"/>
                  </a:cubicBezTo>
                  <a:close/>
                  <a:moveTo>
                    <a:pt x="4861717" y="2225349"/>
                  </a:moveTo>
                  <a:cubicBezTo>
                    <a:pt x="4857159" y="2226109"/>
                    <a:pt x="4858678" y="2249659"/>
                    <a:pt x="4863489" y="2253710"/>
                  </a:cubicBezTo>
                  <a:cubicBezTo>
                    <a:pt x="4866022" y="2255989"/>
                    <a:pt x="4867794" y="2250671"/>
                    <a:pt x="4867541" y="2242062"/>
                  </a:cubicBezTo>
                  <a:cubicBezTo>
                    <a:pt x="4867288" y="2235731"/>
                    <a:pt x="4865515" y="2226615"/>
                    <a:pt x="4862223" y="2225349"/>
                  </a:cubicBezTo>
                  <a:cubicBezTo>
                    <a:pt x="4861970" y="2225349"/>
                    <a:pt x="4861717" y="2225349"/>
                    <a:pt x="4861717" y="2225349"/>
                  </a:cubicBezTo>
                  <a:close/>
                  <a:moveTo>
                    <a:pt x="4843231" y="2221551"/>
                  </a:moveTo>
                  <a:cubicBezTo>
                    <a:pt x="4842978" y="2221551"/>
                    <a:pt x="4842978" y="2221551"/>
                    <a:pt x="4842725" y="2221551"/>
                  </a:cubicBezTo>
                  <a:cubicBezTo>
                    <a:pt x="4837660" y="2222310"/>
                    <a:pt x="4839180" y="2245860"/>
                    <a:pt x="4844498" y="2249912"/>
                  </a:cubicBezTo>
                  <a:cubicBezTo>
                    <a:pt x="4847283" y="2252191"/>
                    <a:pt x="4849309" y="2246873"/>
                    <a:pt x="4849056" y="2238263"/>
                  </a:cubicBezTo>
                  <a:cubicBezTo>
                    <a:pt x="4848802" y="2232186"/>
                    <a:pt x="4846776" y="2222817"/>
                    <a:pt x="4843231" y="2221551"/>
                  </a:cubicBezTo>
                  <a:close/>
                  <a:moveTo>
                    <a:pt x="4828798" y="2234718"/>
                  </a:moveTo>
                  <a:cubicBezTo>
                    <a:pt x="4828544" y="2228388"/>
                    <a:pt x="4826519" y="2219272"/>
                    <a:pt x="4822720" y="2218005"/>
                  </a:cubicBezTo>
                  <a:cubicBezTo>
                    <a:pt x="4822467" y="2218005"/>
                    <a:pt x="4822467" y="2218005"/>
                    <a:pt x="4822214" y="2218005"/>
                  </a:cubicBezTo>
                  <a:cubicBezTo>
                    <a:pt x="4817149" y="2218512"/>
                    <a:pt x="4817909" y="2240543"/>
                    <a:pt x="4823480" y="2245860"/>
                  </a:cubicBezTo>
                  <a:cubicBezTo>
                    <a:pt x="4826519" y="2248899"/>
                    <a:pt x="4829051" y="2243581"/>
                    <a:pt x="4828798" y="2234718"/>
                  </a:cubicBezTo>
                  <a:close/>
                  <a:moveTo>
                    <a:pt x="4800183" y="2214207"/>
                  </a:moveTo>
                  <a:cubicBezTo>
                    <a:pt x="4799930" y="2214207"/>
                    <a:pt x="4799676" y="2214207"/>
                    <a:pt x="4799676" y="2214207"/>
                  </a:cubicBezTo>
                  <a:cubicBezTo>
                    <a:pt x="4794106" y="2214713"/>
                    <a:pt x="4794865" y="2236744"/>
                    <a:pt x="4800690" y="2242062"/>
                  </a:cubicBezTo>
                  <a:cubicBezTo>
                    <a:pt x="4804235" y="2245354"/>
                    <a:pt x="4807020" y="2240036"/>
                    <a:pt x="4806767" y="2230920"/>
                  </a:cubicBezTo>
                  <a:cubicBezTo>
                    <a:pt x="4806514" y="2224589"/>
                    <a:pt x="4804235" y="2215220"/>
                    <a:pt x="4800183" y="2214207"/>
                  </a:cubicBezTo>
                  <a:close/>
                  <a:moveTo>
                    <a:pt x="4776127" y="2210409"/>
                  </a:moveTo>
                  <a:cubicBezTo>
                    <a:pt x="4775874" y="2210409"/>
                    <a:pt x="4775620" y="2210409"/>
                    <a:pt x="4775620" y="2210409"/>
                  </a:cubicBezTo>
                  <a:cubicBezTo>
                    <a:pt x="4769289" y="2211168"/>
                    <a:pt x="4770049" y="2232692"/>
                    <a:pt x="4776633" y="2238263"/>
                  </a:cubicBezTo>
                  <a:cubicBezTo>
                    <a:pt x="4780431" y="2241555"/>
                    <a:pt x="4783470" y="2236238"/>
                    <a:pt x="4783217" y="2227121"/>
                  </a:cubicBezTo>
                  <a:cubicBezTo>
                    <a:pt x="4782710" y="2220791"/>
                    <a:pt x="4780431" y="2211675"/>
                    <a:pt x="4776127" y="2210409"/>
                  </a:cubicBezTo>
                  <a:close/>
                  <a:moveTo>
                    <a:pt x="4757641" y="2223323"/>
                  </a:moveTo>
                  <a:cubicBezTo>
                    <a:pt x="4757388" y="2217499"/>
                    <a:pt x="4755362" y="2207876"/>
                    <a:pt x="4750297" y="2206610"/>
                  </a:cubicBezTo>
                  <a:cubicBezTo>
                    <a:pt x="4750044" y="2206610"/>
                    <a:pt x="4749791" y="2206610"/>
                    <a:pt x="4749791" y="2206610"/>
                  </a:cubicBezTo>
                  <a:cubicBezTo>
                    <a:pt x="4743461" y="2207370"/>
                    <a:pt x="4744220" y="2229147"/>
                    <a:pt x="4750551" y="2234465"/>
                  </a:cubicBezTo>
                  <a:cubicBezTo>
                    <a:pt x="4754349" y="2237757"/>
                    <a:pt x="4757894" y="2232439"/>
                    <a:pt x="4757641" y="2223323"/>
                  </a:cubicBezTo>
                  <a:close/>
                  <a:moveTo>
                    <a:pt x="4722189" y="2202812"/>
                  </a:moveTo>
                  <a:cubicBezTo>
                    <a:pt x="4715606" y="2203318"/>
                    <a:pt x="4715859" y="2223576"/>
                    <a:pt x="4722189" y="2230160"/>
                  </a:cubicBezTo>
                  <a:cubicBezTo>
                    <a:pt x="4726494" y="2234465"/>
                    <a:pt x="4730546" y="2229147"/>
                    <a:pt x="4730293" y="2219525"/>
                  </a:cubicBezTo>
                  <a:cubicBezTo>
                    <a:pt x="4730039" y="2213194"/>
                    <a:pt x="4727760" y="2204078"/>
                    <a:pt x="4722696" y="2202812"/>
                  </a:cubicBezTo>
                  <a:cubicBezTo>
                    <a:pt x="4722696" y="2202812"/>
                    <a:pt x="4722443" y="2202812"/>
                    <a:pt x="4722189" y="2202812"/>
                  </a:cubicBezTo>
                  <a:close/>
                  <a:moveTo>
                    <a:pt x="4701678" y="2215980"/>
                  </a:moveTo>
                  <a:cubicBezTo>
                    <a:pt x="4701425" y="2209649"/>
                    <a:pt x="4698893" y="2200533"/>
                    <a:pt x="4693828" y="2199267"/>
                  </a:cubicBezTo>
                  <a:cubicBezTo>
                    <a:pt x="4693575" y="2199267"/>
                    <a:pt x="4693322" y="2199267"/>
                    <a:pt x="4693069" y="2199267"/>
                  </a:cubicBezTo>
                  <a:cubicBezTo>
                    <a:pt x="4686231" y="2199773"/>
                    <a:pt x="4686231" y="2220031"/>
                    <a:pt x="4693069" y="2226615"/>
                  </a:cubicBezTo>
                  <a:cubicBezTo>
                    <a:pt x="4697626" y="2230920"/>
                    <a:pt x="4701931" y="2225349"/>
                    <a:pt x="4701678" y="2215980"/>
                  </a:cubicBezTo>
                  <a:close/>
                  <a:moveTo>
                    <a:pt x="4671544" y="2212181"/>
                  </a:moveTo>
                  <a:cubicBezTo>
                    <a:pt x="4671544" y="2205851"/>
                    <a:pt x="4668759" y="2196734"/>
                    <a:pt x="4663188" y="2195468"/>
                  </a:cubicBezTo>
                  <a:cubicBezTo>
                    <a:pt x="4662935" y="2195468"/>
                    <a:pt x="4662682" y="2195468"/>
                    <a:pt x="4662428" y="2195468"/>
                  </a:cubicBezTo>
                  <a:cubicBezTo>
                    <a:pt x="4655085" y="2195975"/>
                    <a:pt x="4655085" y="2216233"/>
                    <a:pt x="4662175" y="2222817"/>
                  </a:cubicBezTo>
                  <a:cubicBezTo>
                    <a:pt x="4666986" y="2227121"/>
                    <a:pt x="4671798" y="2221804"/>
                    <a:pt x="4671544" y="2212181"/>
                  </a:cubicBezTo>
                  <a:close/>
                  <a:moveTo>
                    <a:pt x="4639638" y="2208636"/>
                  </a:moveTo>
                  <a:cubicBezTo>
                    <a:pt x="4639638" y="2202305"/>
                    <a:pt x="4636852" y="2193189"/>
                    <a:pt x="4631028" y="2191923"/>
                  </a:cubicBezTo>
                  <a:cubicBezTo>
                    <a:pt x="4622418" y="2191923"/>
                    <a:pt x="4622672" y="2211422"/>
                    <a:pt x="4629256" y="2218512"/>
                  </a:cubicBezTo>
                  <a:cubicBezTo>
                    <a:pt x="4634320" y="2224083"/>
                    <a:pt x="4639891" y="2218765"/>
                    <a:pt x="4639638" y="2208636"/>
                  </a:cubicBezTo>
                  <a:close/>
                  <a:moveTo>
                    <a:pt x="4597349" y="2188378"/>
                  </a:moveTo>
                  <a:cubicBezTo>
                    <a:pt x="4597096" y="2188378"/>
                    <a:pt x="4596843" y="2188378"/>
                    <a:pt x="4596590" y="2188378"/>
                  </a:cubicBezTo>
                  <a:cubicBezTo>
                    <a:pt x="4588993" y="2188884"/>
                    <a:pt x="4588233" y="2207623"/>
                    <a:pt x="4595323" y="2214967"/>
                  </a:cubicBezTo>
                  <a:cubicBezTo>
                    <a:pt x="4600641" y="2220284"/>
                    <a:pt x="4606212" y="2215220"/>
                    <a:pt x="4606212" y="2205091"/>
                  </a:cubicBezTo>
                  <a:cubicBezTo>
                    <a:pt x="4606212" y="2198760"/>
                    <a:pt x="4603426" y="2189391"/>
                    <a:pt x="4597349" y="2188378"/>
                  </a:cubicBezTo>
                  <a:close/>
                  <a:moveTo>
                    <a:pt x="4562151" y="2184579"/>
                  </a:moveTo>
                  <a:cubicBezTo>
                    <a:pt x="4561897" y="2184579"/>
                    <a:pt x="4561644" y="2184579"/>
                    <a:pt x="4561391" y="2184579"/>
                  </a:cubicBezTo>
                  <a:cubicBezTo>
                    <a:pt x="4553541" y="2185086"/>
                    <a:pt x="4552528" y="2203825"/>
                    <a:pt x="4560125" y="2211168"/>
                  </a:cubicBezTo>
                  <a:cubicBezTo>
                    <a:pt x="4565696" y="2216486"/>
                    <a:pt x="4571520" y="2211422"/>
                    <a:pt x="4571520" y="2201292"/>
                  </a:cubicBezTo>
                  <a:cubicBezTo>
                    <a:pt x="4571267" y="2195215"/>
                    <a:pt x="4568482" y="2185846"/>
                    <a:pt x="4562151" y="2184579"/>
                  </a:cubicBezTo>
                  <a:close/>
                  <a:moveTo>
                    <a:pt x="4535056" y="2197747"/>
                  </a:moveTo>
                  <a:cubicBezTo>
                    <a:pt x="4535056" y="2191417"/>
                    <a:pt x="4532017" y="2182301"/>
                    <a:pt x="4525433" y="2181034"/>
                  </a:cubicBezTo>
                  <a:cubicBezTo>
                    <a:pt x="4525180" y="2181034"/>
                    <a:pt x="4524927" y="2181034"/>
                    <a:pt x="4524673" y="2181034"/>
                  </a:cubicBezTo>
                  <a:cubicBezTo>
                    <a:pt x="4516570" y="2181541"/>
                    <a:pt x="4515304" y="2200280"/>
                    <a:pt x="4523154" y="2207623"/>
                  </a:cubicBezTo>
                  <a:cubicBezTo>
                    <a:pt x="4528725" y="2213194"/>
                    <a:pt x="4535056" y="2207876"/>
                    <a:pt x="4535056" y="2197747"/>
                  </a:cubicBezTo>
                  <a:close/>
                  <a:moveTo>
                    <a:pt x="4497072" y="2194202"/>
                  </a:moveTo>
                  <a:cubicBezTo>
                    <a:pt x="4497072" y="2187872"/>
                    <a:pt x="4494033" y="2178755"/>
                    <a:pt x="4487196" y="2177489"/>
                  </a:cubicBezTo>
                  <a:cubicBezTo>
                    <a:pt x="4486943" y="2177489"/>
                    <a:pt x="4486436" y="2177489"/>
                    <a:pt x="4486183" y="2177489"/>
                  </a:cubicBezTo>
                  <a:cubicBezTo>
                    <a:pt x="4477574" y="2177996"/>
                    <a:pt x="4476560" y="2196734"/>
                    <a:pt x="4484410" y="2204078"/>
                  </a:cubicBezTo>
                  <a:cubicBezTo>
                    <a:pt x="4490741" y="2209649"/>
                    <a:pt x="4497072" y="2204331"/>
                    <a:pt x="4497072" y="2194202"/>
                  </a:cubicBezTo>
                  <a:close/>
                  <a:moveTo>
                    <a:pt x="4457822" y="2190657"/>
                  </a:moveTo>
                  <a:cubicBezTo>
                    <a:pt x="4457822" y="2184326"/>
                    <a:pt x="4454783" y="2175210"/>
                    <a:pt x="4447693" y="2173944"/>
                  </a:cubicBezTo>
                  <a:cubicBezTo>
                    <a:pt x="4437817" y="2173944"/>
                    <a:pt x="4436804" y="2191923"/>
                    <a:pt x="4444148" y="2199773"/>
                  </a:cubicBezTo>
                  <a:cubicBezTo>
                    <a:pt x="4450225" y="2206357"/>
                    <a:pt x="4457822" y="2201292"/>
                    <a:pt x="4457822" y="2190657"/>
                  </a:cubicBezTo>
                  <a:close/>
                  <a:moveTo>
                    <a:pt x="4417306" y="2187365"/>
                  </a:moveTo>
                  <a:cubicBezTo>
                    <a:pt x="4417306" y="2181034"/>
                    <a:pt x="4414267" y="2171918"/>
                    <a:pt x="4406923" y="2170652"/>
                  </a:cubicBezTo>
                  <a:cubicBezTo>
                    <a:pt x="4396541" y="2170652"/>
                    <a:pt x="4395528" y="2188631"/>
                    <a:pt x="4403125" y="2196481"/>
                  </a:cubicBezTo>
                  <a:cubicBezTo>
                    <a:pt x="4409456" y="2203065"/>
                    <a:pt x="4417306" y="2198001"/>
                    <a:pt x="4417306" y="2187365"/>
                  </a:cubicBezTo>
                  <a:close/>
                  <a:moveTo>
                    <a:pt x="4375523" y="2183820"/>
                  </a:moveTo>
                  <a:cubicBezTo>
                    <a:pt x="4375523" y="2177489"/>
                    <a:pt x="4372231" y="2168373"/>
                    <a:pt x="4364635" y="2167107"/>
                  </a:cubicBezTo>
                  <a:cubicBezTo>
                    <a:pt x="4364382" y="2167107"/>
                    <a:pt x="4363875" y="2167107"/>
                    <a:pt x="4363622" y="2167107"/>
                  </a:cubicBezTo>
                  <a:cubicBezTo>
                    <a:pt x="4354506" y="2167613"/>
                    <a:pt x="4352733" y="2184833"/>
                    <a:pt x="4360583" y="2192936"/>
                  </a:cubicBezTo>
                  <a:cubicBezTo>
                    <a:pt x="4367167" y="2199520"/>
                    <a:pt x="4375270" y="2194455"/>
                    <a:pt x="4375523" y="2183820"/>
                  </a:cubicBezTo>
                  <a:close/>
                  <a:moveTo>
                    <a:pt x="4331969" y="2180275"/>
                  </a:moveTo>
                  <a:cubicBezTo>
                    <a:pt x="4331969" y="2173944"/>
                    <a:pt x="4328677" y="2164828"/>
                    <a:pt x="4321080" y="2163562"/>
                  </a:cubicBezTo>
                  <a:cubicBezTo>
                    <a:pt x="4320827" y="2163562"/>
                    <a:pt x="4320320" y="2163562"/>
                    <a:pt x="4320067" y="2163562"/>
                  </a:cubicBezTo>
                  <a:cubicBezTo>
                    <a:pt x="4310697" y="2164068"/>
                    <a:pt x="4308672" y="2181288"/>
                    <a:pt x="4317028" y="2189391"/>
                  </a:cubicBezTo>
                  <a:cubicBezTo>
                    <a:pt x="4323612" y="2196228"/>
                    <a:pt x="4331969" y="2191163"/>
                    <a:pt x="4331969" y="2180275"/>
                  </a:cubicBezTo>
                  <a:close/>
                  <a:moveTo>
                    <a:pt x="4276259" y="2160270"/>
                  </a:moveTo>
                  <a:cubicBezTo>
                    <a:pt x="4265370" y="2160270"/>
                    <a:pt x="4263597" y="2176730"/>
                    <a:pt x="4270941" y="2185339"/>
                  </a:cubicBezTo>
                  <a:cubicBezTo>
                    <a:pt x="4277778" y="2193189"/>
                    <a:pt x="4287148" y="2188378"/>
                    <a:pt x="4287401" y="2176983"/>
                  </a:cubicBezTo>
                  <a:cubicBezTo>
                    <a:pt x="4287654" y="2170905"/>
                    <a:pt x="4284362" y="2161536"/>
                    <a:pt x="4276259" y="2160270"/>
                  </a:cubicBezTo>
                  <a:close/>
                  <a:moveTo>
                    <a:pt x="4241820" y="2173691"/>
                  </a:moveTo>
                  <a:cubicBezTo>
                    <a:pt x="4242073" y="2167867"/>
                    <a:pt x="4239034" y="2158244"/>
                    <a:pt x="4230172" y="2156978"/>
                  </a:cubicBezTo>
                  <a:cubicBezTo>
                    <a:pt x="4219283" y="2156978"/>
                    <a:pt x="4217257" y="2173691"/>
                    <a:pt x="4224601" y="2182047"/>
                  </a:cubicBezTo>
                  <a:cubicBezTo>
                    <a:pt x="4231691" y="2189897"/>
                    <a:pt x="4241567" y="2184833"/>
                    <a:pt x="4241820" y="2173691"/>
                  </a:cubicBezTo>
                  <a:close/>
                  <a:moveTo>
                    <a:pt x="4194720" y="2170399"/>
                  </a:moveTo>
                  <a:cubicBezTo>
                    <a:pt x="4194973" y="2164068"/>
                    <a:pt x="4191428" y="2154952"/>
                    <a:pt x="4182818" y="2153686"/>
                  </a:cubicBezTo>
                  <a:cubicBezTo>
                    <a:pt x="4171676" y="2153686"/>
                    <a:pt x="4169397" y="2170399"/>
                    <a:pt x="4176994" y="2178755"/>
                  </a:cubicBezTo>
                  <a:cubicBezTo>
                    <a:pt x="4184338" y="2186605"/>
                    <a:pt x="4194467" y="2181541"/>
                    <a:pt x="4194720" y="2170399"/>
                  </a:cubicBezTo>
                  <a:close/>
                  <a:moveTo>
                    <a:pt x="4134705" y="2150647"/>
                  </a:moveTo>
                  <a:cubicBezTo>
                    <a:pt x="4123310" y="2150647"/>
                    <a:pt x="4121031" y="2167360"/>
                    <a:pt x="4128881" y="2175717"/>
                  </a:cubicBezTo>
                  <a:cubicBezTo>
                    <a:pt x="4136225" y="2183567"/>
                    <a:pt x="4146354" y="2178755"/>
                    <a:pt x="4146607" y="2167360"/>
                  </a:cubicBezTo>
                  <a:cubicBezTo>
                    <a:pt x="4146607" y="2161029"/>
                    <a:pt x="4143062" y="2151660"/>
                    <a:pt x="4134705" y="2150647"/>
                  </a:cubicBezTo>
                  <a:close/>
                  <a:moveTo>
                    <a:pt x="4085073" y="2147355"/>
                  </a:moveTo>
                  <a:cubicBezTo>
                    <a:pt x="4073172" y="2147355"/>
                    <a:pt x="4070639" y="2164068"/>
                    <a:pt x="4078743" y="2172425"/>
                  </a:cubicBezTo>
                  <a:cubicBezTo>
                    <a:pt x="4086339" y="2180275"/>
                    <a:pt x="4096721" y="2175464"/>
                    <a:pt x="4096975" y="2164068"/>
                  </a:cubicBezTo>
                  <a:cubicBezTo>
                    <a:pt x="4097481" y="2157738"/>
                    <a:pt x="4093683" y="2148368"/>
                    <a:pt x="4085073" y="2147355"/>
                  </a:cubicBezTo>
                  <a:close/>
                  <a:moveTo>
                    <a:pt x="4034175" y="2144317"/>
                  </a:moveTo>
                  <a:cubicBezTo>
                    <a:pt x="4022020" y="2144317"/>
                    <a:pt x="4019741" y="2161029"/>
                    <a:pt x="4027844" y="2169386"/>
                  </a:cubicBezTo>
                  <a:cubicBezTo>
                    <a:pt x="4035188" y="2176983"/>
                    <a:pt x="4046329" y="2172171"/>
                    <a:pt x="4046583" y="2161029"/>
                  </a:cubicBezTo>
                  <a:cubicBezTo>
                    <a:pt x="4046836" y="2154699"/>
                    <a:pt x="4043291" y="2145330"/>
                    <a:pt x="4034175" y="2144317"/>
                  </a:cubicBezTo>
                  <a:close/>
                  <a:moveTo>
                    <a:pt x="3982517" y="2141025"/>
                  </a:moveTo>
                  <a:cubicBezTo>
                    <a:pt x="3970109" y="2141025"/>
                    <a:pt x="3967576" y="2157738"/>
                    <a:pt x="3975933" y="2166094"/>
                  </a:cubicBezTo>
                  <a:cubicBezTo>
                    <a:pt x="3983783" y="2173944"/>
                    <a:pt x="3994671" y="2169133"/>
                    <a:pt x="3995178" y="2157484"/>
                  </a:cubicBezTo>
                  <a:cubicBezTo>
                    <a:pt x="3995178" y="2151407"/>
                    <a:pt x="3991633" y="2142291"/>
                    <a:pt x="3982517" y="2141025"/>
                  </a:cubicBezTo>
                  <a:close/>
                  <a:moveTo>
                    <a:pt x="3929592" y="2137986"/>
                  </a:moveTo>
                  <a:cubicBezTo>
                    <a:pt x="3917691" y="2137986"/>
                    <a:pt x="3914399" y="2153433"/>
                    <a:pt x="3921742" y="2162042"/>
                  </a:cubicBezTo>
                  <a:cubicBezTo>
                    <a:pt x="3929339" y="2170905"/>
                    <a:pt x="3941747" y="2166600"/>
                    <a:pt x="3942254" y="2154446"/>
                  </a:cubicBezTo>
                  <a:cubicBezTo>
                    <a:pt x="3942760" y="2148368"/>
                    <a:pt x="3938962" y="2139252"/>
                    <a:pt x="3929592" y="2137986"/>
                  </a:cubicBezTo>
                  <a:close/>
                  <a:moveTo>
                    <a:pt x="3888823" y="2151660"/>
                  </a:moveTo>
                  <a:cubicBezTo>
                    <a:pt x="3889076" y="2145330"/>
                    <a:pt x="3885278" y="2136213"/>
                    <a:pt x="3875655" y="2135201"/>
                  </a:cubicBezTo>
                  <a:cubicBezTo>
                    <a:pt x="3863501" y="2135201"/>
                    <a:pt x="3860209" y="2150647"/>
                    <a:pt x="3867805" y="2159257"/>
                  </a:cubicBezTo>
                  <a:cubicBezTo>
                    <a:pt x="3875402" y="2168120"/>
                    <a:pt x="3888063" y="2163562"/>
                    <a:pt x="3888823" y="2151660"/>
                  </a:cubicBezTo>
                  <a:close/>
                  <a:moveTo>
                    <a:pt x="3820705" y="2132162"/>
                  </a:moveTo>
                  <a:cubicBezTo>
                    <a:pt x="3808550" y="2132162"/>
                    <a:pt x="3805005" y="2147609"/>
                    <a:pt x="3812602" y="2156218"/>
                  </a:cubicBezTo>
                  <a:cubicBezTo>
                    <a:pt x="3820452" y="2165081"/>
                    <a:pt x="3833367" y="2160523"/>
                    <a:pt x="3834126" y="2148621"/>
                  </a:cubicBezTo>
                  <a:cubicBezTo>
                    <a:pt x="3834379" y="2142544"/>
                    <a:pt x="3830581" y="2133175"/>
                    <a:pt x="3820705" y="2132162"/>
                  </a:cubicBezTo>
                  <a:close/>
                  <a:moveTo>
                    <a:pt x="3592043" y="2121020"/>
                  </a:moveTo>
                  <a:cubicBezTo>
                    <a:pt x="3578875" y="2121020"/>
                    <a:pt x="3575076" y="2136467"/>
                    <a:pt x="3583179" y="2145076"/>
                  </a:cubicBezTo>
                  <a:cubicBezTo>
                    <a:pt x="3591536" y="2153939"/>
                    <a:pt x="3604957" y="2149381"/>
                    <a:pt x="3605970" y="2137480"/>
                  </a:cubicBezTo>
                  <a:cubicBezTo>
                    <a:pt x="3606223" y="2131149"/>
                    <a:pt x="3602171" y="2122033"/>
                    <a:pt x="3592043" y="2121020"/>
                  </a:cubicBezTo>
                  <a:close/>
                  <a:moveTo>
                    <a:pt x="3546715" y="2134947"/>
                  </a:moveTo>
                  <a:cubicBezTo>
                    <a:pt x="3547221" y="2128617"/>
                    <a:pt x="3543170" y="2119500"/>
                    <a:pt x="3532787" y="2118488"/>
                  </a:cubicBezTo>
                  <a:cubicBezTo>
                    <a:pt x="3519873" y="2118488"/>
                    <a:pt x="3515568" y="2132668"/>
                    <a:pt x="3522658" y="2141531"/>
                  </a:cubicBezTo>
                  <a:cubicBezTo>
                    <a:pt x="3530508" y="2151660"/>
                    <a:pt x="3545702" y="2147355"/>
                    <a:pt x="3546715" y="2134947"/>
                  </a:cubicBezTo>
                  <a:close/>
                  <a:moveTo>
                    <a:pt x="3472266" y="2115955"/>
                  </a:moveTo>
                  <a:cubicBezTo>
                    <a:pt x="3459605" y="2116209"/>
                    <a:pt x="3455047" y="2130136"/>
                    <a:pt x="3462138" y="2138999"/>
                  </a:cubicBezTo>
                  <a:cubicBezTo>
                    <a:pt x="3469987" y="2149128"/>
                    <a:pt x="3485687" y="2144823"/>
                    <a:pt x="3486700" y="2132415"/>
                  </a:cubicBezTo>
                  <a:cubicBezTo>
                    <a:pt x="3486954" y="2126338"/>
                    <a:pt x="3483662" y="2116968"/>
                    <a:pt x="3472266" y="2115955"/>
                  </a:cubicBezTo>
                  <a:close/>
                  <a:moveTo>
                    <a:pt x="3411492" y="2113423"/>
                  </a:moveTo>
                  <a:cubicBezTo>
                    <a:pt x="3398578" y="2113676"/>
                    <a:pt x="3394020" y="2127604"/>
                    <a:pt x="3401110" y="2136467"/>
                  </a:cubicBezTo>
                  <a:cubicBezTo>
                    <a:pt x="3409213" y="2146596"/>
                    <a:pt x="3424913" y="2142291"/>
                    <a:pt x="3425926" y="2129883"/>
                  </a:cubicBezTo>
                  <a:cubicBezTo>
                    <a:pt x="3426433" y="2123552"/>
                    <a:pt x="3422128" y="2114436"/>
                    <a:pt x="3411492" y="2113423"/>
                  </a:cubicBezTo>
                  <a:close/>
                  <a:moveTo>
                    <a:pt x="2833124" y="2094178"/>
                  </a:moveTo>
                  <a:cubicBezTo>
                    <a:pt x="2818690" y="2094431"/>
                    <a:pt x="2813626" y="2108612"/>
                    <a:pt x="2820970" y="2117222"/>
                  </a:cubicBezTo>
                  <a:cubicBezTo>
                    <a:pt x="2829579" y="2127351"/>
                    <a:pt x="2846799" y="2123046"/>
                    <a:pt x="2848065" y="2110384"/>
                  </a:cubicBezTo>
                  <a:cubicBezTo>
                    <a:pt x="2848824" y="2104560"/>
                    <a:pt x="2845279" y="2094938"/>
                    <a:pt x="2833124" y="2094178"/>
                  </a:cubicBezTo>
                  <a:close/>
                  <a:moveTo>
                    <a:pt x="2753865" y="2115449"/>
                  </a:moveTo>
                  <a:cubicBezTo>
                    <a:pt x="2762474" y="2125325"/>
                    <a:pt x="2779694" y="2121020"/>
                    <a:pt x="2781213" y="2108359"/>
                  </a:cubicBezTo>
                  <a:cubicBezTo>
                    <a:pt x="2781973" y="2102028"/>
                    <a:pt x="2777668" y="2092912"/>
                    <a:pt x="2765766" y="2092152"/>
                  </a:cubicBezTo>
                  <a:cubicBezTo>
                    <a:pt x="2751586" y="2092659"/>
                    <a:pt x="2746521" y="2106839"/>
                    <a:pt x="2753865" y="2115449"/>
                  </a:cubicBezTo>
                  <a:close/>
                  <a:moveTo>
                    <a:pt x="2686253" y="2113930"/>
                  </a:moveTo>
                  <a:cubicBezTo>
                    <a:pt x="2694863" y="2124059"/>
                    <a:pt x="2712082" y="2119754"/>
                    <a:pt x="2713602" y="2106839"/>
                  </a:cubicBezTo>
                  <a:cubicBezTo>
                    <a:pt x="2714362" y="2101015"/>
                    <a:pt x="2710816" y="2091646"/>
                    <a:pt x="2698408" y="2090633"/>
                  </a:cubicBezTo>
                  <a:cubicBezTo>
                    <a:pt x="2684228" y="2090886"/>
                    <a:pt x="2678910" y="2105320"/>
                    <a:pt x="2686253" y="2113930"/>
                  </a:cubicBezTo>
                  <a:close/>
                  <a:moveTo>
                    <a:pt x="2617376" y="2111144"/>
                  </a:moveTo>
                  <a:cubicBezTo>
                    <a:pt x="2625479" y="2122286"/>
                    <a:pt x="2644471" y="2118234"/>
                    <a:pt x="2645990" y="2105320"/>
                  </a:cubicBezTo>
                  <a:cubicBezTo>
                    <a:pt x="2646750" y="2099496"/>
                    <a:pt x="2643205" y="2090126"/>
                    <a:pt x="2630797" y="2089113"/>
                  </a:cubicBezTo>
                  <a:cubicBezTo>
                    <a:pt x="2616869" y="2089367"/>
                    <a:pt x="2611045" y="2102281"/>
                    <a:pt x="2617376" y="2111144"/>
                  </a:cubicBezTo>
                  <a:close/>
                  <a:moveTo>
                    <a:pt x="2549005" y="2109625"/>
                  </a:moveTo>
                  <a:cubicBezTo>
                    <a:pt x="2557108" y="2121020"/>
                    <a:pt x="2576100" y="2116968"/>
                    <a:pt x="2577873" y="2103547"/>
                  </a:cubicBezTo>
                  <a:cubicBezTo>
                    <a:pt x="2578632" y="2097723"/>
                    <a:pt x="2575087" y="2088354"/>
                    <a:pt x="2562679" y="2087341"/>
                  </a:cubicBezTo>
                  <a:cubicBezTo>
                    <a:pt x="2547232" y="2088100"/>
                    <a:pt x="2543181" y="2101775"/>
                    <a:pt x="2549005" y="2109625"/>
                  </a:cubicBezTo>
                  <a:close/>
                  <a:moveTo>
                    <a:pt x="2480381" y="2108359"/>
                  </a:moveTo>
                  <a:cubicBezTo>
                    <a:pt x="2488484" y="2119754"/>
                    <a:pt x="2507476" y="2115702"/>
                    <a:pt x="2509248" y="2102281"/>
                  </a:cubicBezTo>
                  <a:cubicBezTo>
                    <a:pt x="2510008" y="2095950"/>
                    <a:pt x="2505703" y="2086834"/>
                    <a:pt x="2493802" y="2086075"/>
                  </a:cubicBezTo>
                  <a:cubicBezTo>
                    <a:pt x="2479621" y="2086581"/>
                    <a:pt x="2474050" y="2099496"/>
                    <a:pt x="2480381" y="2108359"/>
                  </a:cubicBezTo>
                  <a:close/>
                  <a:moveTo>
                    <a:pt x="2425177" y="2084809"/>
                  </a:moveTo>
                  <a:cubicBezTo>
                    <a:pt x="2410997" y="2085315"/>
                    <a:pt x="2405173" y="2097976"/>
                    <a:pt x="2411503" y="2106839"/>
                  </a:cubicBezTo>
                  <a:cubicBezTo>
                    <a:pt x="2419607" y="2117981"/>
                    <a:pt x="2438599" y="2114183"/>
                    <a:pt x="2440371" y="2100762"/>
                  </a:cubicBezTo>
                  <a:cubicBezTo>
                    <a:pt x="2441131" y="2095191"/>
                    <a:pt x="2437839" y="2085821"/>
                    <a:pt x="2425177" y="2084809"/>
                  </a:cubicBezTo>
                  <a:close/>
                  <a:moveTo>
                    <a:pt x="2356047" y="2083796"/>
                  </a:moveTo>
                  <a:cubicBezTo>
                    <a:pt x="2341866" y="2084302"/>
                    <a:pt x="2335789" y="2097217"/>
                    <a:pt x="2342119" y="2105826"/>
                  </a:cubicBezTo>
                  <a:cubicBezTo>
                    <a:pt x="2350223" y="2116968"/>
                    <a:pt x="2369468" y="2112917"/>
                    <a:pt x="2371240" y="2099749"/>
                  </a:cubicBezTo>
                  <a:cubicBezTo>
                    <a:pt x="2372253" y="2093925"/>
                    <a:pt x="2368708" y="2084555"/>
                    <a:pt x="2356047" y="2083796"/>
                  </a:cubicBezTo>
                  <a:close/>
                  <a:moveTo>
                    <a:pt x="2286410" y="2082529"/>
                  </a:moveTo>
                  <a:cubicBezTo>
                    <a:pt x="2271976" y="2083036"/>
                    <a:pt x="2266152" y="2095697"/>
                    <a:pt x="2272482" y="2104814"/>
                  </a:cubicBezTo>
                  <a:cubicBezTo>
                    <a:pt x="2280586" y="2115955"/>
                    <a:pt x="2300084" y="2111904"/>
                    <a:pt x="2301857" y="2098736"/>
                  </a:cubicBezTo>
                  <a:cubicBezTo>
                    <a:pt x="2302870" y="2092405"/>
                    <a:pt x="2298818" y="2083289"/>
                    <a:pt x="2286410" y="2082529"/>
                  </a:cubicBezTo>
                  <a:close/>
                  <a:moveTo>
                    <a:pt x="2147389" y="2080757"/>
                  </a:moveTo>
                  <a:cubicBezTo>
                    <a:pt x="2133208" y="2081263"/>
                    <a:pt x="2126877" y="2094178"/>
                    <a:pt x="2133208" y="2103041"/>
                  </a:cubicBezTo>
                  <a:cubicBezTo>
                    <a:pt x="2141311" y="2114183"/>
                    <a:pt x="2160810" y="2109878"/>
                    <a:pt x="2162582" y="2096963"/>
                  </a:cubicBezTo>
                  <a:cubicBezTo>
                    <a:pt x="2163342" y="2090886"/>
                    <a:pt x="2160050" y="2081517"/>
                    <a:pt x="2147389" y="2080757"/>
                  </a:cubicBezTo>
                  <a:close/>
                  <a:moveTo>
                    <a:pt x="2077498" y="2079744"/>
                  </a:moveTo>
                  <a:cubicBezTo>
                    <a:pt x="2061798" y="2080250"/>
                    <a:pt x="2057494" y="2093925"/>
                    <a:pt x="2063318" y="2102028"/>
                  </a:cubicBezTo>
                  <a:cubicBezTo>
                    <a:pt x="2071421" y="2113170"/>
                    <a:pt x="2090919" y="2109118"/>
                    <a:pt x="2092945" y="2095697"/>
                  </a:cubicBezTo>
                  <a:cubicBezTo>
                    <a:pt x="2093705" y="2090126"/>
                    <a:pt x="2090160" y="2080504"/>
                    <a:pt x="2077498" y="2079744"/>
                  </a:cubicBezTo>
                  <a:close/>
                  <a:moveTo>
                    <a:pt x="1953164" y="2094431"/>
                  </a:moveTo>
                  <a:cubicBezTo>
                    <a:pt x="1954177" y="2088607"/>
                    <a:pt x="1950632" y="2079238"/>
                    <a:pt x="1938224" y="2078478"/>
                  </a:cubicBezTo>
                  <a:cubicBezTo>
                    <a:pt x="1923031" y="2078984"/>
                    <a:pt x="1918726" y="2092659"/>
                    <a:pt x="1924297" y="2100762"/>
                  </a:cubicBezTo>
                  <a:cubicBezTo>
                    <a:pt x="1931894" y="2111904"/>
                    <a:pt x="1951139" y="2107852"/>
                    <a:pt x="1953164" y="2094431"/>
                  </a:cubicBezTo>
                  <a:close/>
                  <a:moveTo>
                    <a:pt x="1884540" y="2093925"/>
                  </a:moveTo>
                  <a:cubicBezTo>
                    <a:pt x="1885553" y="2088100"/>
                    <a:pt x="1882261" y="2078731"/>
                    <a:pt x="1869853" y="2077971"/>
                  </a:cubicBezTo>
                  <a:cubicBezTo>
                    <a:pt x="1855926" y="2078478"/>
                    <a:pt x="1849848" y="2091392"/>
                    <a:pt x="1855926" y="2100255"/>
                  </a:cubicBezTo>
                  <a:cubicBezTo>
                    <a:pt x="1863522" y="2111397"/>
                    <a:pt x="1882514" y="2107092"/>
                    <a:pt x="1884540" y="2093925"/>
                  </a:cubicBezTo>
                  <a:close/>
                  <a:moveTo>
                    <a:pt x="1802242" y="2077718"/>
                  </a:moveTo>
                  <a:cubicBezTo>
                    <a:pt x="1787302" y="2078225"/>
                    <a:pt x="1783250" y="2092152"/>
                    <a:pt x="1788568" y="2100002"/>
                  </a:cubicBezTo>
                  <a:cubicBezTo>
                    <a:pt x="1796164" y="2111144"/>
                    <a:pt x="1814903" y="2106839"/>
                    <a:pt x="1816929" y="2093671"/>
                  </a:cubicBezTo>
                  <a:cubicBezTo>
                    <a:pt x="1817942" y="2087341"/>
                    <a:pt x="1814143" y="2078225"/>
                    <a:pt x="1802242" y="2077718"/>
                  </a:cubicBezTo>
                  <a:close/>
                  <a:moveTo>
                    <a:pt x="1735643" y="2077465"/>
                  </a:moveTo>
                  <a:cubicBezTo>
                    <a:pt x="1720956" y="2078225"/>
                    <a:pt x="1716652" y="2091899"/>
                    <a:pt x="1721969" y="2099749"/>
                  </a:cubicBezTo>
                  <a:cubicBezTo>
                    <a:pt x="1729313" y="2110891"/>
                    <a:pt x="1747798" y="2106586"/>
                    <a:pt x="1749824" y="2093165"/>
                  </a:cubicBezTo>
                  <a:cubicBezTo>
                    <a:pt x="1750837" y="2087341"/>
                    <a:pt x="1747798" y="2077971"/>
                    <a:pt x="1735643" y="2077465"/>
                  </a:cubicBezTo>
                  <a:close/>
                  <a:moveTo>
                    <a:pt x="1670058" y="2077212"/>
                  </a:moveTo>
                  <a:cubicBezTo>
                    <a:pt x="1656637" y="2077718"/>
                    <a:pt x="1650560" y="2090886"/>
                    <a:pt x="1656384" y="2099496"/>
                  </a:cubicBezTo>
                  <a:cubicBezTo>
                    <a:pt x="1663727" y="2110384"/>
                    <a:pt x="1681960" y="2106080"/>
                    <a:pt x="1683985" y="2092912"/>
                  </a:cubicBezTo>
                  <a:cubicBezTo>
                    <a:pt x="1684998" y="2087341"/>
                    <a:pt x="1681960" y="2077718"/>
                    <a:pt x="1670058" y="2077212"/>
                  </a:cubicBezTo>
                  <a:close/>
                  <a:moveTo>
                    <a:pt x="17759" y="2162042"/>
                  </a:moveTo>
                  <a:cubicBezTo>
                    <a:pt x="17506" y="2163055"/>
                    <a:pt x="14467" y="2188378"/>
                    <a:pt x="14214" y="2190910"/>
                  </a:cubicBezTo>
                  <a:cubicBezTo>
                    <a:pt x="14467" y="2189897"/>
                    <a:pt x="15227" y="2183313"/>
                    <a:pt x="15987" y="2177236"/>
                  </a:cubicBezTo>
                  <a:cubicBezTo>
                    <a:pt x="16493" y="2173944"/>
                    <a:pt x="17759" y="2163309"/>
                    <a:pt x="17759" y="2162042"/>
                  </a:cubicBezTo>
                  <a:close/>
                  <a:moveTo>
                    <a:pt x="4939457" y="2195721"/>
                  </a:moveTo>
                  <a:lnTo>
                    <a:pt x="4939457" y="2195721"/>
                  </a:lnTo>
                  <a:cubicBezTo>
                    <a:pt x="4939711" y="2197241"/>
                    <a:pt x="4942243" y="2221551"/>
                    <a:pt x="4942496" y="2224336"/>
                  </a:cubicBezTo>
                  <a:lnTo>
                    <a:pt x="4939457" y="2195721"/>
                  </a:lnTo>
                  <a:close/>
                  <a:moveTo>
                    <a:pt x="4942496" y="2224589"/>
                  </a:moveTo>
                  <a:lnTo>
                    <a:pt x="4942496" y="2224589"/>
                  </a:lnTo>
                  <a:cubicBezTo>
                    <a:pt x="4942496" y="2224336"/>
                    <a:pt x="4942496" y="2224589"/>
                    <a:pt x="4942496" y="2224589"/>
                  </a:cubicBezTo>
                  <a:lnTo>
                    <a:pt x="4942496" y="2224589"/>
                  </a:lnTo>
                  <a:close/>
                  <a:moveTo>
                    <a:pt x="4940217" y="2208889"/>
                  </a:moveTo>
                  <a:cubicBezTo>
                    <a:pt x="4939457" y="2202559"/>
                    <a:pt x="4938445" y="2193189"/>
                    <a:pt x="4937938" y="2192176"/>
                  </a:cubicBezTo>
                  <a:cubicBezTo>
                    <a:pt x="4937178" y="2193443"/>
                    <a:pt x="4940470" y="2219778"/>
                    <a:pt x="4940977" y="2221044"/>
                  </a:cubicBezTo>
                  <a:cubicBezTo>
                    <a:pt x="4941483" y="2220538"/>
                    <a:pt x="4940723" y="2212434"/>
                    <a:pt x="4940217" y="2208889"/>
                  </a:cubicBezTo>
                  <a:close/>
                  <a:moveTo>
                    <a:pt x="4934646" y="2188631"/>
                  </a:moveTo>
                  <a:cubicBezTo>
                    <a:pt x="4933886" y="2189897"/>
                    <a:pt x="4936165" y="2215980"/>
                    <a:pt x="4937938" y="2217499"/>
                  </a:cubicBezTo>
                  <a:cubicBezTo>
                    <a:pt x="4938445" y="2216486"/>
                    <a:pt x="4937685" y="2207370"/>
                    <a:pt x="4937431" y="2205344"/>
                  </a:cubicBezTo>
                  <a:cubicBezTo>
                    <a:pt x="4936672" y="2199013"/>
                    <a:pt x="4935659" y="2189644"/>
                    <a:pt x="4934646" y="2188631"/>
                  </a:cubicBezTo>
                  <a:cubicBezTo>
                    <a:pt x="4934646" y="2188631"/>
                    <a:pt x="4934646" y="2188631"/>
                    <a:pt x="4934646" y="2188631"/>
                  </a:cubicBezTo>
                  <a:close/>
                  <a:moveTo>
                    <a:pt x="4929581" y="2184833"/>
                  </a:moveTo>
                  <a:cubicBezTo>
                    <a:pt x="4929328" y="2184833"/>
                    <a:pt x="4929328" y="2184833"/>
                    <a:pt x="4929581" y="2184833"/>
                  </a:cubicBezTo>
                  <a:cubicBezTo>
                    <a:pt x="4928315" y="2186099"/>
                    <a:pt x="4930341" y="2212181"/>
                    <a:pt x="4932874" y="2213701"/>
                  </a:cubicBezTo>
                  <a:cubicBezTo>
                    <a:pt x="4933886" y="2212688"/>
                    <a:pt x="4932874" y="2203571"/>
                    <a:pt x="4932874" y="2201546"/>
                  </a:cubicBezTo>
                  <a:cubicBezTo>
                    <a:pt x="4931860" y="2195468"/>
                    <a:pt x="4930595" y="2186099"/>
                    <a:pt x="4929581" y="2184833"/>
                  </a:cubicBezTo>
                  <a:close/>
                  <a:moveTo>
                    <a:pt x="4925024" y="2209902"/>
                  </a:moveTo>
                  <a:cubicBezTo>
                    <a:pt x="4926036" y="2211168"/>
                    <a:pt x="4926543" y="2205851"/>
                    <a:pt x="4925783" y="2198001"/>
                  </a:cubicBezTo>
                  <a:cubicBezTo>
                    <a:pt x="4925277" y="2191670"/>
                    <a:pt x="4923757" y="2182301"/>
                    <a:pt x="4922238" y="2181288"/>
                  </a:cubicBezTo>
                  <a:cubicBezTo>
                    <a:pt x="4922238" y="2181288"/>
                    <a:pt x="4922238" y="2181288"/>
                    <a:pt x="4921985" y="2181288"/>
                  </a:cubicBezTo>
                  <a:cubicBezTo>
                    <a:pt x="4919959" y="2181794"/>
                    <a:pt x="4922744" y="2207370"/>
                    <a:pt x="4925024" y="2209902"/>
                  </a:cubicBezTo>
                  <a:close/>
                  <a:moveTo>
                    <a:pt x="4912615" y="2177489"/>
                  </a:moveTo>
                  <a:cubicBezTo>
                    <a:pt x="4910083" y="2178249"/>
                    <a:pt x="4912615" y="2203571"/>
                    <a:pt x="4915654" y="2206104"/>
                  </a:cubicBezTo>
                  <a:cubicBezTo>
                    <a:pt x="4916920" y="2207370"/>
                    <a:pt x="4917680" y="2202052"/>
                    <a:pt x="4916920" y="2194202"/>
                  </a:cubicBezTo>
                  <a:cubicBezTo>
                    <a:pt x="4916414" y="2188125"/>
                    <a:pt x="4914641" y="2178755"/>
                    <a:pt x="4912615" y="2177489"/>
                  </a:cubicBezTo>
                  <a:cubicBezTo>
                    <a:pt x="4912868" y="2177489"/>
                    <a:pt x="4912868" y="2177489"/>
                    <a:pt x="4912615" y="2177489"/>
                  </a:cubicBezTo>
                  <a:close/>
                  <a:moveTo>
                    <a:pt x="4901220" y="2173691"/>
                  </a:moveTo>
                  <a:cubicBezTo>
                    <a:pt x="4897928" y="2174451"/>
                    <a:pt x="4900461" y="2199520"/>
                    <a:pt x="4904259" y="2202305"/>
                  </a:cubicBezTo>
                  <a:cubicBezTo>
                    <a:pt x="4906032" y="2203571"/>
                    <a:pt x="4906791" y="2198254"/>
                    <a:pt x="4906032" y="2190404"/>
                  </a:cubicBezTo>
                  <a:cubicBezTo>
                    <a:pt x="4905525" y="2184073"/>
                    <a:pt x="4903752" y="2174704"/>
                    <a:pt x="4901473" y="2173691"/>
                  </a:cubicBezTo>
                  <a:cubicBezTo>
                    <a:pt x="4901473" y="2173691"/>
                    <a:pt x="4901473" y="2173691"/>
                    <a:pt x="4901220" y="2173691"/>
                  </a:cubicBezTo>
                  <a:close/>
                  <a:moveTo>
                    <a:pt x="4888052" y="2169893"/>
                  </a:moveTo>
                  <a:cubicBezTo>
                    <a:pt x="4884254" y="2170652"/>
                    <a:pt x="4886786" y="2195721"/>
                    <a:pt x="4891091" y="2198507"/>
                  </a:cubicBezTo>
                  <a:cubicBezTo>
                    <a:pt x="4892864" y="2199773"/>
                    <a:pt x="4893877" y="2194455"/>
                    <a:pt x="4893370" y="2186605"/>
                  </a:cubicBezTo>
                  <a:cubicBezTo>
                    <a:pt x="4892864" y="2180275"/>
                    <a:pt x="4891091" y="2170905"/>
                    <a:pt x="4888559" y="2169893"/>
                  </a:cubicBezTo>
                  <a:cubicBezTo>
                    <a:pt x="4888052" y="2169893"/>
                    <a:pt x="4888052" y="2169893"/>
                    <a:pt x="4888052" y="2169893"/>
                  </a:cubicBezTo>
                  <a:close/>
                  <a:moveTo>
                    <a:pt x="4873112" y="2166094"/>
                  </a:moveTo>
                  <a:cubicBezTo>
                    <a:pt x="4873112" y="2166094"/>
                    <a:pt x="4872859" y="2166094"/>
                    <a:pt x="4872859" y="2166094"/>
                  </a:cubicBezTo>
                  <a:cubicBezTo>
                    <a:pt x="4868807" y="2166854"/>
                    <a:pt x="4871086" y="2190404"/>
                    <a:pt x="4875391" y="2194455"/>
                  </a:cubicBezTo>
                  <a:cubicBezTo>
                    <a:pt x="4877670" y="2196734"/>
                    <a:pt x="4879189" y="2191163"/>
                    <a:pt x="4878430" y="2182807"/>
                  </a:cubicBezTo>
                  <a:cubicBezTo>
                    <a:pt x="4877924" y="2176730"/>
                    <a:pt x="4875898" y="2167360"/>
                    <a:pt x="4873112" y="2166094"/>
                  </a:cubicBezTo>
                  <a:close/>
                  <a:moveTo>
                    <a:pt x="4856146" y="2162296"/>
                  </a:moveTo>
                  <a:cubicBezTo>
                    <a:pt x="4856146" y="2162296"/>
                    <a:pt x="4855893" y="2162296"/>
                    <a:pt x="4855640" y="2162296"/>
                  </a:cubicBezTo>
                  <a:cubicBezTo>
                    <a:pt x="4851335" y="2163055"/>
                    <a:pt x="4853361" y="2186605"/>
                    <a:pt x="4858172" y="2190657"/>
                  </a:cubicBezTo>
                  <a:cubicBezTo>
                    <a:pt x="4860704" y="2192936"/>
                    <a:pt x="4862477" y="2187618"/>
                    <a:pt x="4861717" y="2179009"/>
                  </a:cubicBezTo>
                  <a:cubicBezTo>
                    <a:pt x="4861464" y="2172931"/>
                    <a:pt x="4859185" y="2163562"/>
                    <a:pt x="4856146" y="2162296"/>
                  </a:cubicBezTo>
                  <a:close/>
                  <a:moveTo>
                    <a:pt x="4837407" y="2158497"/>
                  </a:moveTo>
                  <a:cubicBezTo>
                    <a:pt x="4837154" y="2158497"/>
                    <a:pt x="4837154" y="2158497"/>
                    <a:pt x="4836901" y="2158497"/>
                  </a:cubicBezTo>
                  <a:cubicBezTo>
                    <a:pt x="4831836" y="2159257"/>
                    <a:pt x="4833862" y="2182554"/>
                    <a:pt x="4839433" y="2186859"/>
                  </a:cubicBezTo>
                  <a:cubicBezTo>
                    <a:pt x="4842219" y="2189138"/>
                    <a:pt x="4844244" y="2183820"/>
                    <a:pt x="4843485" y="2175210"/>
                  </a:cubicBezTo>
                  <a:cubicBezTo>
                    <a:pt x="4842978" y="2169133"/>
                    <a:pt x="4840699" y="2159763"/>
                    <a:pt x="4837407" y="2158497"/>
                  </a:cubicBezTo>
                  <a:close/>
                  <a:moveTo>
                    <a:pt x="4816136" y="2154699"/>
                  </a:moveTo>
                  <a:cubicBezTo>
                    <a:pt x="4811072" y="2155459"/>
                    <a:pt x="4812591" y="2177236"/>
                    <a:pt x="4817909" y="2182554"/>
                  </a:cubicBezTo>
                  <a:cubicBezTo>
                    <a:pt x="4821201" y="2185846"/>
                    <a:pt x="4823733" y="2180275"/>
                    <a:pt x="4822974" y="2171412"/>
                  </a:cubicBezTo>
                  <a:cubicBezTo>
                    <a:pt x="4822467" y="2165081"/>
                    <a:pt x="4820188" y="2155712"/>
                    <a:pt x="4816389" y="2154699"/>
                  </a:cubicBezTo>
                  <a:cubicBezTo>
                    <a:pt x="4816643" y="2154699"/>
                    <a:pt x="4816389" y="2154699"/>
                    <a:pt x="4816136" y="2154699"/>
                  </a:cubicBezTo>
                  <a:close/>
                  <a:moveTo>
                    <a:pt x="4794359" y="2150901"/>
                  </a:moveTo>
                  <a:cubicBezTo>
                    <a:pt x="4794106" y="2150901"/>
                    <a:pt x="4794106" y="2150901"/>
                    <a:pt x="4793852" y="2150901"/>
                  </a:cubicBezTo>
                  <a:cubicBezTo>
                    <a:pt x="4788281" y="2151660"/>
                    <a:pt x="4789801" y="2173438"/>
                    <a:pt x="4795625" y="2178755"/>
                  </a:cubicBezTo>
                  <a:cubicBezTo>
                    <a:pt x="4799170" y="2182047"/>
                    <a:pt x="4801956" y="2176730"/>
                    <a:pt x="4801196" y="2167613"/>
                  </a:cubicBezTo>
                  <a:cubicBezTo>
                    <a:pt x="4800943" y="2161536"/>
                    <a:pt x="4798411" y="2152167"/>
                    <a:pt x="4794359" y="2150901"/>
                  </a:cubicBezTo>
                  <a:close/>
                  <a:moveTo>
                    <a:pt x="4770303" y="2147355"/>
                  </a:moveTo>
                  <a:cubicBezTo>
                    <a:pt x="4770049" y="2147355"/>
                    <a:pt x="4769796" y="2147355"/>
                    <a:pt x="4769796" y="2147355"/>
                  </a:cubicBezTo>
                  <a:cubicBezTo>
                    <a:pt x="4763718" y="2148115"/>
                    <a:pt x="4764985" y="2169639"/>
                    <a:pt x="4771315" y="2175210"/>
                  </a:cubicBezTo>
                  <a:cubicBezTo>
                    <a:pt x="4775114" y="2178502"/>
                    <a:pt x="4777899" y="2173184"/>
                    <a:pt x="4777393" y="2164068"/>
                  </a:cubicBezTo>
                  <a:cubicBezTo>
                    <a:pt x="4777139" y="2157738"/>
                    <a:pt x="4774860" y="2148368"/>
                    <a:pt x="4770303" y="2147355"/>
                  </a:cubicBezTo>
                  <a:close/>
                  <a:moveTo>
                    <a:pt x="4752323" y="2160270"/>
                  </a:moveTo>
                  <a:cubicBezTo>
                    <a:pt x="4752070" y="2153939"/>
                    <a:pt x="4749285" y="2144570"/>
                    <a:pt x="4744726" y="2143557"/>
                  </a:cubicBezTo>
                  <a:cubicBezTo>
                    <a:pt x="4744473" y="2143557"/>
                    <a:pt x="4744220" y="2143557"/>
                    <a:pt x="4744220" y="2143557"/>
                  </a:cubicBezTo>
                  <a:cubicBezTo>
                    <a:pt x="4737890" y="2144317"/>
                    <a:pt x="4739155" y="2166094"/>
                    <a:pt x="4745740" y="2171412"/>
                  </a:cubicBezTo>
                  <a:cubicBezTo>
                    <a:pt x="4749538" y="2174704"/>
                    <a:pt x="4752830" y="2169133"/>
                    <a:pt x="4752323" y="2160270"/>
                  </a:cubicBezTo>
                  <a:close/>
                  <a:moveTo>
                    <a:pt x="4725228" y="2156725"/>
                  </a:moveTo>
                  <a:cubicBezTo>
                    <a:pt x="4724975" y="2150394"/>
                    <a:pt x="4722189" y="2141025"/>
                    <a:pt x="4717378" y="2140012"/>
                  </a:cubicBezTo>
                  <a:cubicBezTo>
                    <a:pt x="4717125" y="2140012"/>
                    <a:pt x="4716872" y="2140012"/>
                    <a:pt x="4716618" y="2140012"/>
                  </a:cubicBezTo>
                  <a:cubicBezTo>
                    <a:pt x="4710035" y="2140772"/>
                    <a:pt x="4710794" y="2160776"/>
                    <a:pt x="4717378" y="2167360"/>
                  </a:cubicBezTo>
                  <a:cubicBezTo>
                    <a:pt x="4721683" y="2171412"/>
                    <a:pt x="4725735" y="2166094"/>
                    <a:pt x="4725228" y="2156725"/>
                  </a:cubicBezTo>
                  <a:close/>
                  <a:moveTo>
                    <a:pt x="4696614" y="2152926"/>
                  </a:moveTo>
                  <a:cubicBezTo>
                    <a:pt x="4696361" y="2146596"/>
                    <a:pt x="4693575" y="2137480"/>
                    <a:pt x="4688257" y="2136213"/>
                  </a:cubicBezTo>
                  <a:cubicBezTo>
                    <a:pt x="4688004" y="2136213"/>
                    <a:pt x="4687751" y="2136213"/>
                    <a:pt x="4687498" y="2136213"/>
                  </a:cubicBezTo>
                  <a:cubicBezTo>
                    <a:pt x="4680660" y="2136973"/>
                    <a:pt x="4681167" y="2156978"/>
                    <a:pt x="4688004" y="2163562"/>
                  </a:cubicBezTo>
                  <a:cubicBezTo>
                    <a:pt x="4692816" y="2167613"/>
                    <a:pt x="4697120" y="2162296"/>
                    <a:pt x="4696614" y="2152926"/>
                  </a:cubicBezTo>
                  <a:close/>
                  <a:moveTo>
                    <a:pt x="4666480" y="2149381"/>
                  </a:moveTo>
                  <a:cubicBezTo>
                    <a:pt x="4666227" y="2143050"/>
                    <a:pt x="4663441" y="2133934"/>
                    <a:pt x="4657870" y="2132668"/>
                  </a:cubicBezTo>
                  <a:cubicBezTo>
                    <a:pt x="4657617" y="2132668"/>
                    <a:pt x="4657364" y="2132668"/>
                    <a:pt x="4657111" y="2132668"/>
                  </a:cubicBezTo>
                  <a:cubicBezTo>
                    <a:pt x="4649767" y="2133428"/>
                    <a:pt x="4650273" y="2153433"/>
                    <a:pt x="4657617" y="2160017"/>
                  </a:cubicBezTo>
                  <a:cubicBezTo>
                    <a:pt x="4662428" y="2164068"/>
                    <a:pt x="4666733" y="2158751"/>
                    <a:pt x="4666480" y="2149381"/>
                  </a:cubicBezTo>
                  <a:close/>
                  <a:moveTo>
                    <a:pt x="4624951" y="2128870"/>
                  </a:moveTo>
                  <a:cubicBezTo>
                    <a:pt x="4617354" y="2129630"/>
                    <a:pt x="4617607" y="2149634"/>
                    <a:pt x="4625204" y="2156218"/>
                  </a:cubicBezTo>
                  <a:cubicBezTo>
                    <a:pt x="4630269" y="2160523"/>
                    <a:pt x="4635080" y="2155205"/>
                    <a:pt x="4634573" y="2145583"/>
                  </a:cubicBezTo>
                  <a:cubicBezTo>
                    <a:pt x="4634320" y="2139252"/>
                    <a:pt x="4631281" y="2130136"/>
                    <a:pt x="4625457" y="2128870"/>
                  </a:cubicBezTo>
                  <a:cubicBezTo>
                    <a:pt x="4625457" y="2128870"/>
                    <a:pt x="4625204" y="2128870"/>
                    <a:pt x="4624951" y="2128870"/>
                  </a:cubicBezTo>
                  <a:close/>
                  <a:moveTo>
                    <a:pt x="4601401" y="2142038"/>
                  </a:moveTo>
                  <a:cubicBezTo>
                    <a:pt x="4601147" y="2135707"/>
                    <a:pt x="4598109" y="2126591"/>
                    <a:pt x="4592285" y="2125325"/>
                  </a:cubicBezTo>
                  <a:cubicBezTo>
                    <a:pt x="4592031" y="2125325"/>
                    <a:pt x="4591778" y="2125325"/>
                    <a:pt x="4591525" y="2125325"/>
                  </a:cubicBezTo>
                  <a:cubicBezTo>
                    <a:pt x="4583928" y="2126084"/>
                    <a:pt x="4583675" y="2144570"/>
                    <a:pt x="4591019" y="2151914"/>
                  </a:cubicBezTo>
                  <a:cubicBezTo>
                    <a:pt x="4596083" y="2157231"/>
                    <a:pt x="4601654" y="2152167"/>
                    <a:pt x="4601401" y="2142038"/>
                  </a:cubicBezTo>
                  <a:close/>
                  <a:moveTo>
                    <a:pt x="4566456" y="2138492"/>
                  </a:moveTo>
                  <a:cubicBezTo>
                    <a:pt x="4566203" y="2132162"/>
                    <a:pt x="4563164" y="2123046"/>
                    <a:pt x="4556833" y="2121780"/>
                  </a:cubicBezTo>
                  <a:cubicBezTo>
                    <a:pt x="4556580" y="2121780"/>
                    <a:pt x="4556326" y="2121780"/>
                    <a:pt x="4556073" y="2121780"/>
                  </a:cubicBezTo>
                  <a:cubicBezTo>
                    <a:pt x="4548223" y="2122539"/>
                    <a:pt x="4547717" y="2141025"/>
                    <a:pt x="4555314" y="2148368"/>
                  </a:cubicBezTo>
                  <a:cubicBezTo>
                    <a:pt x="4561138" y="2153686"/>
                    <a:pt x="4566962" y="2148368"/>
                    <a:pt x="4566456" y="2138492"/>
                  </a:cubicBezTo>
                  <a:close/>
                  <a:moveTo>
                    <a:pt x="4530244" y="2134947"/>
                  </a:moveTo>
                  <a:cubicBezTo>
                    <a:pt x="4529991" y="2128617"/>
                    <a:pt x="4526952" y="2119500"/>
                    <a:pt x="4520368" y="2118234"/>
                  </a:cubicBezTo>
                  <a:cubicBezTo>
                    <a:pt x="4520115" y="2118234"/>
                    <a:pt x="4519862" y="2118234"/>
                    <a:pt x="4519609" y="2118234"/>
                  </a:cubicBezTo>
                  <a:cubicBezTo>
                    <a:pt x="4511506" y="2118994"/>
                    <a:pt x="4510746" y="2137480"/>
                    <a:pt x="4518596" y="2144823"/>
                  </a:cubicBezTo>
                  <a:cubicBezTo>
                    <a:pt x="4524420" y="2150141"/>
                    <a:pt x="4530498" y="2145076"/>
                    <a:pt x="4530244" y="2134947"/>
                  </a:cubicBezTo>
                  <a:close/>
                  <a:moveTo>
                    <a:pt x="4492514" y="2131402"/>
                  </a:moveTo>
                  <a:cubicBezTo>
                    <a:pt x="4492514" y="2125071"/>
                    <a:pt x="4489222" y="2115955"/>
                    <a:pt x="4482384" y="2114689"/>
                  </a:cubicBezTo>
                  <a:cubicBezTo>
                    <a:pt x="4482131" y="2114689"/>
                    <a:pt x="4481878" y="2114689"/>
                    <a:pt x="4481372" y="2114689"/>
                  </a:cubicBezTo>
                  <a:cubicBezTo>
                    <a:pt x="4473015" y="2115449"/>
                    <a:pt x="4472256" y="2133934"/>
                    <a:pt x="4480359" y="2141278"/>
                  </a:cubicBezTo>
                  <a:cubicBezTo>
                    <a:pt x="4486436" y="2146596"/>
                    <a:pt x="4492767" y="2141531"/>
                    <a:pt x="4492514" y="2131402"/>
                  </a:cubicBezTo>
                  <a:close/>
                  <a:moveTo>
                    <a:pt x="4453517" y="2127857"/>
                  </a:moveTo>
                  <a:cubicBezTo>
                    <a:pt x="4453517" y="2121526"/>
                    <a:pt x="4450225" y="2112410"/>
                    <a:pt x="4443135" y="2111144"/>
                  </a:cubicBezTo>
                  <a:cubicBezTo>
                    <a:pt x="4433259" y="2111144"/>
                    <a:pt x="4432752" y="2129123"/>
                    <a:pt x="4440096" y="2136973"/>
                  </a:cubicBezTo>
                  <a:cubicBezTo>
                    <a:pt x="4446173" y="2143557"/>
                    <a:pt x="4453517" y="2138492"/>
                    <a:pt x="4453517" y="2127857"/>
                  </a:cubicBezTo>
                  <a:close/>
                  <a:moveTo>
                    <a:pt x="4413001" y="2124312"/>
                  </a:moveTo>
                  <a:cubicBezTo>
                    <a:pt x="4413001" y="2117981"/>
                    <a:pt x="4409456" y="2108865"/>
                    <a:pt x="4402365" y="2107599"/>
                  </a:cubicBezTo>
                  <a:cubicBezTo>
                    <a:pt x="4402112" y="2107599"/>
                    <a:pt x="4401606" y="2107599"/>
                    <a:pt x="4401352" y="2107599"/>
                  </a:cubicBezTo>
                  <a:cubicBezTo>
                    <a:pt x="4392490" y="2108359"/>
                    <a:pt x="4390970" y="2125325"/>
                    <a:pt x="4399073" y="2133428"/>
                  </a:cubicBezTo>
                  <a:cubicBezTo>
                    <a:pt x="4405657" y="2140012"/>
                    <a:pt x="4413254" y="2135201"/>
                    <a:pt x="4413001" y="2124312"/>
                  </a:cubicBezTo>
                  <a:close/>
                  <a:moveTo>
                    <a:pt x="4371218" y="2120767"/>
                  </a:moveTo>
                  <a:cubicBezTo>
                    <a:pt x="4371218" y="2114436"/>
                    <a:pt x="4367673" y="2105320"/>
                    <a:pt x="4360076" y="2104054"/>
                  </a:cubicBezTo>
                  <a:cubicBezTo>
                    <a:pt x="4359823" y="2104054"/>
                    <a:pt x="4359317" y="2104054"/>
                    <a:pt x="4359064" y="2104054"/>
                  </a:cubicBezTo>
                  <a:cubicBezTo>
                    <a:pt x="4350201" y="2104814"/>
                    <a:pt x="4348428" y="2121780"/>
                    <a:pt x="4356531" y="2129883"/>
                  </a:cubicBezTo>
                  <a:cubicBezTo>
                    <a:pt x="4363368" y="2136467"/>
                    <a:pt x="4371218" y="2131402"/>
                    <a:pt x="4371218" y="2120767"/>
                  </a:cubicBezTo>
                  <a:close/>
                  <a:moveTo>
                    <a:pt x="4327917" y="2117475"/>
                  </a:moveTo>
                  <a:cubicBezTo>
                    <a:pt x="4327917" y="2111144"/>
                    <a:pt x="4324372" y="2102028"/>
                    <a:pt x="4316775" y="2100762"/>
                  </a:cubicBezTo>
                  <a:cubicBezTo>
                    <a:pt x="4316522" y="2100762"/>
                    <a:pt x="4316015" y="2100762"/>
                    <a:pt x="4315762" y="2100762"/>
                  </a:cubicBezTo>
                  <a:cubicBezTo>
                    <a:pt x="4306393" y="2101521"/>
                    <a:pt x="4304620" y="2118488"/>
                    <a:pt x="4313230" y="2126591"/>
                  </a:cubicBezTo>
                  <a:cubicBezTo>
                    <a:pt x="4319814" y="2133175"/>
                    <a:pt x="4327917" y="2128110"/>
                    <a:pt x="4327917" y="2117475"/>
                  </a:cubicBezTo>
                  <a:close/>
                  <a:moveTo>
                    <a:pt x="4283602" y="2114183"/>
                  </a:moveTo>
                  <a:cubicBezTo>
                    <a:pt x="4283602" y="2107852"/>
                    <a:pt x="4280057" y="2098736"/>
                    <a:pt x="4272207" y="2097470"/>
                  </a:cubicBezTo>
                  <a:cubicBezTo>
                    <a:pt x="4271954" y="2097470"/>
                    <a:pt x="4271447" y="2097470"/>
                    <a:pt x="4271194" y="2097470"/>
                  </a:cubicBezTo>
                  <a:cubicBezTo>
                    <a:pt x="4261571" y="2098230"/>
                    <a:pt x="4259546" y="2115196"/>
                    <a:pt x="4268409" y="2123299"/>
                  </a:cubicBezTo>
                  <a:cubicBezTo>
                    <a:pt x="4275246" y="2129883"/>
                    <a:pt x="4283602" y="2124818"/>
                    <a:pt x="4283602" y="2114183"/>
                  </a:cubicBezTo>
                  <a:close/>
                  <a:moveTo>
                    <a:pt x="4238022" y="2110891"/>
                  </a:moveTo>
                  <a:cubicBezTo>
                    <a:pt x="4238022" y="2104560"/>
                    <a:pt x="4234477" y="2095444"/>
                    <a:pt x="4226120" y="2094178"/>
                  </a:cubicBezTo>
                  <a:cubicBezTo>
                    <a:pt x="4215232" y="2094178"/>
                    <a:pt x="4213459" y="2110891"/>
                    <a:pt x="4221056" y="2119247"/>
                  </a:cubicBezTo>
                  <a:cubicBezTo>
                    <a:pt x="4228146" y="2126844"/>
                    <a:pt x="4238022" y="2122033"/>
                    <a:pt x="4238022" y="2110891"/>
                  </a:cubicBezTo>
                  <a:close/>
                  <a:moveTo>
                    <a:pt x="4191175" y="2107599"/>
                  </a:moveTo>
                  <a:cubicBezTo>
                    <a:pt x="4191175" y="2101268"/>
                    <a:pt x="4187629" y="2092152"/>
                    <a:pt x="4179020" y="2090886"/>
                  </a:cubicBezTo>
                  <a:cubicBezTo>
                    <a:pt x="4167878" y="2090886"/>
                    <a:pt x="4165852" y="2107599"/>
                    <a:pt x="4173702" y="2115955"/>
                  </a:cubicBezTo>
                  <a:cubicBezTo>
                    <a:pt x="4181046" y="2123552"/>
                    <a:pt x="4190922" y="2118741"/>
                    <a:pt x="4191175" y="2107599"/>
                  </a:cubicBezTo>
                  <a:close/>
                  <a:moveTo>
                    <a:pt x="4130907" y="2087594"/>
                  </a:moveTo>
                  <a:cubicBezTo>
                    <a:pt x="4119512" y="2087594"/>
                    <a:pt x="4117486" y="2104307"/>
                    <a:pt x="4125336" y="2112663"/>
                  </a:cubicBezTo>
                  <a:cubicBezTo>
                    <a:pt x="4132679" y="2120513"/>
                    <a:pt x="4142809" y="2115702"/>
                    <a:pt x="4143062" y="2104307"/>
                  </a:cubicBezTo>
                  <a:cubicBezTo>
                    <a:pt x="4143062" y="2097976"/>
                    <a:pt x="4139264" y="2088860"/>
                    <a:pt x="4130907" y="2087594"/>
                  </a:cubicBezTo>
                  <a:close/>
                  <a:moveTo>
                    <a:pt x="4093683" y="2101015"/>
                  </a:moveTo>
                  <a:cubicBezTo>
                    <a:pt x="4093683" y="2094684"/>
                    <a:pt x="4090138" y="2085568"/>
                    <a:pt x="4081275" y="2084302"/>
                  </a:cubicBezTo>
                  <a:cubicBezTo>
                    <a:pt x="4069373" y="2084302"/>
                    <a:pt x="4067347" y="2101015"/>
                    <a:pt x="4075451" y="2109372"/>
                  </a:cubicBezTo>
                  <a:cubicBezTo>
                    <a:pt x="4083301" y="2117222"/>
                    <a:pt x="4093429" y="2112410"/>
                    <a:pt x="4093683" y="2101015"/>
                  </a:cubicBezTo>
                  <a:close/>
                  <a:moveTo>
                    <a:pt x="4043544" y="2097976"/>
                  </a:moveTo>
                  <a:cubicBezTo>
                    <a:pt x="4043797" y="2091646"/>
                    <a:pt x="4039746" y="2082529"/>
                    <a:pt x="4030883" y="2081263"/>
                  </a:cubicBezTo>
                  <a:cubicBezTo>
                    <a:pt x="4018728" y="2081263"/>
                    <a:pt x="4016702" y="2097976"/>
                    <a:pt x="4025059" y="2106333"/>
                  </a:cubicBezTo>
                  <a:cubicBezTo>
                    <a:pt x="4032402" y="2113930"/>
                    <a:pt x="4043038" y="2109118"/>
                    <a:pt x="4043544" y="2097976"/>
                  </a:cubicBezTo>
                  <a:close/>
                  <a:moveTo>
                    <a:pt x="3991886" y="2094938"/>
                  </a:moveTo>
                  <a:cubicBezTo>
                    <a:pt x="3992139" y="2088607"/>
                    <a:pt x="3988088" y="2079491"/>
                    <a:pt x="3979225" y="2078478"/>
                  </a:cubicBezTo>
                  <a:cubicBezTo>
                    <a:pt x="3978972" y="2078478"/>
                    <a:pt x="3978465" y="2078478"/>
                    <a:pt x="3977958" y="2078478"/>
                  </a:cubicBezTo>
                  <a:cubicBezTo>
                    <a:pt x="3967576" y="2079238"/>
                    <a:pt x="3964538" y="2094938"/>
                    <a:pt x="3973147" y="2103547"/>
                  </a:cubicBezTo>
                  <a:cubicBezTo>
                    <a:pt x="3980744" y="2110891"/>
                    <a:pt x="3991633" y="2106333"/>
                    <a:pt x="3991886" y="2094938"/>
                  </a:cubicBezTo>
                  <a:close/>
                  <a:moveTo>
                    <a:pt x="3926554" y="2075186"/>
                  </a:moveTo>
                  <a:cubicBezTo>
                    <a:pt x="3914652" y="2075186"/>
                    <a:pt x="3911613" y="2090633"/>
                    <a:pt x="3919210" y="2099243"/>
                  </a:cubicBezTo>
                  <a:cubicBezTo>
                    <a:pt x="3927060" y="2108105"/>
                    <a:pt x="3939215" y="2103547"/>
                    <a:pt x="3939468" y="2091899"/>
                  </a:cubicBezTo>
                  <a:cubicBezTo>
                    <a:pt x="3939722" y="2085568"/>
                    <a:pt x="3935670" y="2076199"/>
                    <a:pt x="3926554" y="2075186"/>
                  </a:cubicBezTo>
                  <a:close/>
                  <a:moveTo>
                    <a:pt x="3886038" y="2088860"/>
                  </a:moveTo>
                  <a:cubicBezTo>
                    <a:pt x="3886291" y="2082529"/>
                    <a:pt x="3882239" y="2073413"/>
                    <a:pt x="3872870" y="2072400"/>
                  </a:cubicBezTo>
                  <a:cubicBezTo>
                    <a:pt x="3860715" y="2072400"/>
                    <a:pt x="3857676" y="2087847"/>
                    <a:pt x="3865273" y="2096457"/>
                  </a:cubicBezTo>
                  <a:cubicBezTo>
                    <a:pt x="3872870" y="2105067"/>
                    <a:pt x="3885531" y="2100509"/>
                    <a:pt x="3886038" y="2088860"/>
                  </a:cubicBezTo>
                  <a:close/>
                  <a:moveTo>
                    <a:pt x="3589763" y="2058220"/>
                  </a:moveTo>
                  <a:cubicBezTo>
                    <a:pt x="3576596" y="2058220"/>
                    <a:pt x="3573051" y="2073667"/>
                    <a:pt x="3581154" y="2082276"/>
                  </a:cubicBezTo>
                  <a:cubicBezTo>
                    <a:pt x="3589510" y="2091139"/>
                    <a:pt x="3602931" y="2086581"/>
                    <a:pt x="3603691" y="2074679"/>
                  </a:cubicBezTo>
                  <a:cubicBezTo>
                    <a:pt x="3604197" y="2068349"/>
                    <a:pt x="3600146" y="2059233"/>
                    <a:pt x="3589763" y="2058220"/>
                  </a:cubicBezTo>
                  <a:close/>
                  <a:moveTo>
                    <a:pt x="3544689" y="2072147"/>
                  </a:moveTo>
                  <a:cubicBezTo>
                    <a:pt x="3545196" y="2065817"/>
                    <a:pt x="3540891" y="2056700"/>
                    <a:pt x="3530508" y="2055688"/>
                  </a:cubicBezTo>
                  <a:cubicBezTo>
                    <a:pt x="3517594" y="2055941"/>
                    <a:pt x="3513542" y="2069868"/>
                    <a:pt x="3520633" y="2078731"/>
                  </a:cubicBezTo>
                  <a:cubicBezTo>
                    <a:pt x="3528989" y="2088607"/>
                    <a:pt x="3543929" y="2084555"/>
                    <a:pt x="3544689" y="2072147"/>
                  </a:cubicBezTo>
                  <a:close/>
                  <a:moveTo>
                    <a:pt x="3484928" y="2069362"/>
                  </a:moveTo>
                  <a:cubicBezTo>
                    <a:pt x="3485434" y="2063031"/>
                    <a:pt x="3481129" y="2053915"/>
                    <a:pt x="3470494" y="2052902"/>
                  </a:cubicBezTo>
                  <a:cubicBezTo>
                    <a:pt x="3457833" y="2053155"/>
                    <a:pt x="3453528" y="2067083"/>
                    <a:pt x="3460618" y="2075946"/>
                  </a:cubicBezTo>
                  <a:cubicBezTo>
                    <a:pt x="3468721" y="2086075"/>
                    <a:pt x="3484168" y="2082023"/>
                    <a:pt x="3484928" y="2069362"/>
                  </a:cubicBezTo>
                  <a:close/>
                  <a:moveTo>
                    <a:pt x="3409720" y="2050623"/>
                  </a:moveTo>
                  <a:cubicBezTo>
                    <a:pt x="3396805" y="2050876"/>
                    <a:pt x="3392500" y="2064804"/>
                    <a:pt x="3399591" y="2073667"/>
                  </a:cubicBezTo>
                  <a:cubicBezTo>
                    <a:pt x="3407694" y="2083542"/>
                    <a:pt x="3423394" y="2079491"/>
                    <a:pt x="3424154" y="2067083"/>
                  </a:cubicBezTo>
                  <a:cubicBezTo>
                    <a:pt x="3424660" y="2060752"/>
                    <a:pt x="3420608" y="2051636"/>
                    <a:pt x="3409720" y="2050623"/>
                  </a:cubicBezTo>
                  <a:close/>
                  <a:moveTo>
                    <a:pt x="3362873" y="2064550"/>
                  </a:moveTo>
                  <a:cubicBezTo>
                    <a:pt x="3363380" y="2058220"/>
                    <a:pt x="3359074" y="2049104"/>
                    <a:pt x="3348439" y="2048091"/>
                  </a:cubicBezTo>
                  <a:cubicBezTo>
                    <a:pt x="3335271" y="2048344"/>
                    <a:pt x="3330966" y="2062271"/>
                    <a:pt x="3338057" y="2071134"/>
                  </a:cubicBezTo>
                  <a:cubicBezTo>
                    <a:pt x="3346413" y="2081263"/>
                    <a:pt x="3361860" y="2077212"/>
                    <a:pt x="3362873" y="2064550"/>
                  </a:cubicBezTo>
                  <a:close/>
                  <a:moveTo>
                    <a:pt x="3286146" y="2045812"/>
                  </a:moveTo>
                  <a:cubicBezTo>
                    <a:pt x="3272725" y="2046065"/>
                    <a:pt x="3268166" y="2060246"/>
                    <a:pt x="3275510" y="2068855"/>
                  </a:cubicBezTo>
                  <a:cubicBezTo>
                    <a:pt x="3283866" y="2078984"/>
                    <a:pt x="3299820" y="2074679"/>
                    <a:pt x="3300833" y="2062271"/>
                  </a:cubicBezTo>
                  <a:cubicBezTo>
                    <a:pt x="3301086" y="2055941"/>
                    <a:pt x="3297034" y="2046825"/>
                    <a:pt x="3286146" y="2045812"/>
                  </a:cubicBezTo>
                  <a:close/>
                  <a:moveTo>
                    <a:pt x="2887821" y="2056194"/>
                  </a:moveTo>
                  <a:cubicBezTo>
                    <a:pt x="2896431" y="2066323"/>
                    <a:pt x="2913144" y="2062018"/>
                    <a:pt x="2914410" y="2049357"/>
                  </a:cubicBezTo>
                  <a:cubicBezTo>
                    <a:pt x="2915170" y="2043026"/>
                    <a:pt x="2910865" y="2033910"/>
                    <a:pt x="2899470" y="2033150"/>
                  </a:cubicBezTo>
                  <a:cubicBezTo>
                    <a:pt x="2885542" y="2033404"/>
                    <a:pt x="2880478" y="2047584"/>
                    <a:pt x="2887821" y="2056194"/>
                  </a:cubicBezTo>
                  <a:close/>
                  <a:moveTo>
                    <a:pt x="2833124" y="2031378"/>
                  </a:moveTo>
                  <a:cubicBezTo>
                    <a:pt x="2818690" y="2031631"/>
                    <a:pt x="2813626" y="2045812"/>
                    <a:pt x="2821223" y="2054421"/>
                  </a:cubicBezTo>
                  <a:cubicBezTo>
                    <a:pt x="2829832" y="2064297"/>
                    <a:pt x="2846799" y="2059992"/>
                    <a:pt x="2848318" y="2047584"/>
                  </a:cubicBezTo>
                  <a:cubicBezTo>
                    <a:pt x="2849078" y="2041254"/>
                    <a:pt x="2844773" y="2032138"/>
                    <a:pt x="2833124" y="2031378"/>
                  </a:cubicBezTo>
                  <a:close/>
                  <a:moveTo>
                    <a:pt x="2781720" y="2045812"/>
                  </a:moveTo>
                  <a:cubicBezTo>
                    <a:pt x="2782479" y="2039481"/>
                    <a:pt x="2778174" y="2030365"/>
                    <a:pt x="2766273" y="2029605"/>
                  </a:cubicBezTo>
                  <a:cubicBezTo>
                    <a:pt x="2752092" y="2029859"/>
                    <a:pt x="2746774" y="2044039"/>
                    <a:pt x="2754371" y="2052649"/>
                  </a:cubicBezTo>
                  <a:cubicBezTo>
                    <a:pt x="2762728" y="2062525"/>
                    <a:pt x="2780200" y="2058220"/>
                    <a:pt x="2781720" y="2045812"/>
                  </a:cubicBezTo>
                  <a:close/>
                  <a:moveTo>
                    <a:pt x="2687013" y="2051129"/>
                  </a:moveTo>
                  <a:cubicBezTo>
                    <a:pt x="2695623" y="2061259"/>
                    <a:pt x="2712842" y="2056954"/>
                    <a:pt x="2714362" y="2044292"/>
                  </a:cubicBezTo>
                  <a:cubicBezTo>
                    <a:pt x="2715121" y="2037962"/>
                    <a:pt x="2710816" y="2028846"/>
                    <a:pt x="2699168" y="2028086"/>
                  </a:cubicBezTo>
                  <a:cubicBezTo>
                    <a:pt x="2684734" y="2028339"/>
                    <a:pt x="2679416" y="2042520"/>
                    <a:pt x="2687013" y="2051129"/>
                  </a:cubicBezTo>
                  <a:close/>
                  <a:moveTo>
                    <a:pt x="2646750" y="2042520"/>
                  </a:moveTo>
                  <a:cubicBezTo>
                    <a:pt x="2647510" y="2036189"/>
                    <a:pt x="2643205" y="2027073"/>
                    <a:pt x="2631557" y="2026313"/>
                  </a:cubicBezTo>
                  <a:cubicBezTo>
                    <a:pt x="2617629" y="2026567"/>
                    <a:pt x="2611805" y="2039481"/>
                    <a:pt x="2618389" y="2048344"/>
                  </a:cubicBezTo>
                  <a:cubicBezTo>
                    <a:pt x="2626239" y="2059486"/>
                    <a:pt x="2645231" y="2055688"/>
                    <a:pt x="2646750" y="2042520"/>
                  </a:cubicBezTo>
                  <a:close/>
                  <a:moveTo>
                    <a:pt x="2550018" y="2047078"/>
                  </a:moveTo>
                  <a:cubicBezTo>
                    <a:pt x="2558121" y="2058220"/>
                    <a:pt x="2577113" y="2054421"/>
                    <a:pt x="2578632" y="2041254"/>
                  </a:cubicBezTo>
                  <a:cubicBezTo>
                    <a:pt x="2579392" y="2034923"/>
                    <a:pt x="2575087" y="2025807"/>
                    <a:pt x="2563439" y="2025047"/>
                  </a:cubicBezTo>
                  <a:cubicBezTo>
                    <a:pt x="2548752" y="2025301"/>
                    <a:pt x="2544447" y="2038975"/>
                    <a:pt x="2550018" y="2047078"/>
                  </a:cubicBezTo>
                  <a:close/>
                  <a:moveTo>
                    <a:pt x="2481647" y="2045558"/>
                  </a:moveTo>
                  <a:cubicBezTo>
                    <a:pt x="2489497" y="2056700"/>
                    <a:pt x="2508742" y="2052902"/>
                    <a:pt x="2510515" y="2039734"/>
                  </a:cubicBezTo>
                  <a:cubicBezTo>
                    <a:pt x="2511274" y="2033404"/>
                    <a:pt x="2506970" y="2024288"/>
                    <a:pt x="2495068" y="2023528"/>
                  </a:cubicBezTo>
                  <a:cubicBezTo>
                    <a:pt x="2481394" y="2023781"/>
                    <a:pt x="2475316" y="2036696"/>
                    <a:pt x="2481647" y="2045558"/>
                  </a:cubicBezTo>
                  <a:close/>
                  <a:moveTo>
                    <a:pt x="2426444" y="2022262"/>
                  </a:moveTo>
                  <a:cubicBezTo>
                    <a:pt x="2412516" y="2022768"/>
                    <a:pt x="2406692" y="2035683"/>
                    <a:pt x="2412769" y="2044292"/>
                  </a:cubicBezTo>
                  <a:cubicBezTo>
                    <a:pt x="2420619" y="2055434"/>
                    <a:pt x="2439865" y="2051383"/>
                    <a:pt x="2441637" y="2038215"/>
                  </a:cubicBezTo>
                  <a:cubicBezTo>
                    <a:pt x="2442650" y="2032138"/>
                    <a:pt x="2438345" y="2023021"/>
                    <a:pt x="2426444" y="2022262"/>
                  </a:cubicBezTo>
                  <a:close/>
                  <a:moveTo>
                    <a:pt x="2357566" y="2020996"/>
                  </a:moveTo>
                  <a:cubicBezTo>
                    <a:pt x="2343386" y="2021502"/>
                    <a:pt x="2337308" y="2034416"/>
                    <a:pt x="2343639" y="2043026"/>
                  </a:cubicBezTo>
                  <a:cubicBezTo>
                    <a:pt x="2351742" y="2054168"/>
                    <a:pt x="2370987" y="2050117"/>
                    <a:pt x="2372760" y="2036949"/>
                  </a:cubicBezTo>
                  <a:cubicBezTo>
                    <a:pt x="2373773" y="2030871"/>
                    <a:pt x="2369721" y="2021755"/>
                    <a:pt x="2357566" y="2020996"/>
                  </a:cubicBezTo>
                  <a:close/>
                  <a:moveTo>
                    <a:pt x="2288436" y="2019983"/>
                  </a:moveTo>
                  <a:cubicBezTo>
                    <a:pt x="2274508" y="2020489"/>
                    <a:pt x="2268431" y="2033404"/>
                    <a:pt x="2274508" y="2042013"/>
                  </a:cubicBezTo>
                  <a:cubicBezTo>
                    <a:pt x="2282358" y="2053155"/>
                    <a:pt x="2301857" y="2049104"/>
                    <a:pt x="2303882" y="2035936"/>
                  </a:cubicBezTo>
                  <a:cubicBezTo>
                    <a:pt x="2304642" y="2029859"/>
                    <a:pt x="2300590" y="2020742"/>
                    <a:pt x="2288436" y="2019983"/>
                  </a:cubicBezTo>
                  <a:close/>
                  <a:moveTo>
                    <a:pt x="2219052" y="2018970"/>
                  </a:moveTo>
                  <a:cubicBezTo>
                    <a:pt x="2205124" y="2019476"/>
                    <a:pt x="2198794" y="2032391"/>
                    <a:pt x="2205124" y="2041254"/>
                  </a:cubicBezTo>
                  <a:cubicBezTo>
                    <a:pt x="2212974" y="2052396"/>
                    <a:pt x="2232473" y="2048344"/>
                    <a:pt x="2234245" y="2035176"/>
                  </a:cubicBezTo>
                  <a:cubicBezTo>
                    <a:pt x="2235258" y="2028846"/>
                    <a:pt x="2230953" y="2019730"/>
                    <a:pt x="2219052" y="2018970"/>
                  </a:cubicBezTo>
                  <a:close/>
                  <a:moveTo>
                    <a:pt x="2149415" y="2017957"/>
                  </a:moveTo>
                  <a:cubicBezTo>
                    <a:pt x="2135234" y="2018463"/>
                    <a:pt x="2128903" y="2031378"/>
                    <a:pt x="2135234" y="2040241"/>
                  </a:cubicBezTo>
                  <a:cubicBezTo>
                    <a:pt x="2143084" y="2051129"/>
                    <a:pt x="2162836" y="2047078"/>
                    <a:pt x="2164608" y="2034163"/>
                  </a:cubicBezTo>
                  <a:cubicBezTo>
                    <a:pt x="2165621" y="2027833"/>
                    <a:pt x="2161569" y="2018717"/>
                    <a:pt x="2149415" y="2017957"/>
                  </a:cubicBezTo>
                  <a:close/>
                  <a:moveTo>
                    <a:pt x="2079777" y="2017197"/>
                  </a:moveTo>
                  <a:cubicBezTo>
                    <a:pt x="2064584" y="2017704"/>
                    <a:pt x="2059772" y="2031378"/>
                    <a:pt x="2065343" y="2039481"/>
                  </a:cubicBezTo>
                  <a:cubicBezTo>
                    <a:pt x="2073194" y="2050623"/>
                    <a:pt x="2092945" y="2046571"/>
                    <a:pt x="2094971" y="2033404"/>
                  </a:cubicBezTo>
                  <a:cubicBezTo>
                    <a:pt x="2095984" y="2027073"/>
                    <a:pt x="2091932" y="2017957"/>
                    <a:pt x="2079777" y="2017197"/>
                  </a:cubicBezTo>
                  <a:close/>
                  <a:moveTo>
                    <a:pt x="2010140" y="2016437"/>
                  </a:moveTo>
                  <a:cubicBezTo>
                    <a:pt x="1996213" y="2016944"/>
                    <a:pt x="1989882" y="2029859"/>
                    <a:pt x="1995960" y="2038721"/>
                  </a:cubicBezTo>
                  <a:cubicBezTo>
                    <a:pt x="2003810" y="2049863"/>
                    <a:pt x="2023308" y="2045812"/>
                    <a:pt x="2025334" y="2032391"/>
                  </a:cubicBezTo>
                  <a:cubicBezTo>
                    <a:pt x="2026347" y="2026313"/>
                    <a:pt x="2022295" y="2017197"/>
                    <a:pt x="2010140" y="2016437"/>
                  </a:cubicBezTo>
                  <a:close/>
                  <a:moveTo>
                    <a:pt x="1941010" y="2015931"/>
                  </a:moveTo>
                  <a:cubicBezTo>
                    <a:pt x="1927082" y="2016437"/>
                    <a:pt x="1921005" y="2029352"/>
                    <a:pt x="1926829" y="2038215"/>
                  </a:cubicBezTo>
                  <a:cubicBezTo>
                    <a:pt x="1934426" y="2049357"/>
                    <a:pt x="1953671" y="2045052"/>
                    <a:pt x="1955697" y="2031884"/>
                  </a:cubicBezTo>
                  <a:cubicBezTo>
                    <a:pt x="1956963" y="2025554"/>
                    <a:pt x="1952911" y="2016437"/>
                    <a:pt x="1941010" y="2015931"/>
                  </a:cubicBezTo>
                  <a:close/>
                  <a:moveTo>
                    <a:pt x="1872892" y="2015425"/>
                  </a:moveTo>
                  <a:cubicBezTo>
                    <a:pt x="1858965" y="2015931"/>
                    <a:pt x="1852887" y="2028846"/>
                    <a:pt x="1858711" y="2037709"/>
                  </a:cubicBezTo>
                  <a:cubicBezTo>
                    <a:pt x="1866308" y="2048597"/>
                    <a:pt x="1885300" y="2044546"/>
                    <a:pt x="1887326" y="2031378"/>
                  </a:cubicBezTo>
                  <a:cubicBezTo>
                    <a:pt x="1888592" y="2025047"/>
                    <a:pt x="1884793" y="2015931"/>
                    <a:pt x="1872892" y="2015425"/>
                  </a:cubicBezTo>
                  <a:close/>
                  <a:moveTo>
                    <a:pt x="1805534" y="2014918"/>
                  </a:moveTo>
                  <a:cubicBezTo>
                    <a:pt x="1791100" y="2015425"/>
                    <a:pt x="1786289" y="2029352"/>
                    <a:pt x="1791606" y="2037202"/>
                  </a:cubicBezTo>
                  <a:cubicBezTo>
                    <a:pt x="1798950" y="2048344"/>
                    <a:pt x="1817942" y="2044039"/>
                    <a:pt x="1819968" y="2030871"/>
                  </a:cubicBezTo>
                  <a:cubicBezTo>
                    <a:pt x="1821234" y="2024794"/>
                    <a:pt x="1817435" y="2015678"/>
                    <a:pt x="1805534" y="2014918"/>
                  </a:cubicBezTo>
                  <a:close/>
                  <a:moveTo>
                    <a:pt x="1739189" y="2014665"/>
                  </a:moveTo>
                  <a:cubicBezTo>
                    <a:pt x="1725768" y="2015171"/>
                    <a:pt x="1719690" y="2028339"/>
                    <a:pt x="1725514" y="2036949"/>
                  </a:cubicBezTo>
                  <a:cubicBezTo>
                    <a:pt x="1732605" y="2048091"/>
                    <a:pt x="1751344" y="2043786"/>
                    <a:pt x="1753369" y="2030618"/>
                  </a:cubicBezTo>
                  <a:cubicBezTo>
                    <a:pt x="1754382" y="2024288"/>
                    <a:pt x="1750584" y="2015425"/>
                    <a:pt x="1739189" y="2014665"/>
                  </a:cubicBezTo>
                  <a:close/>
                  <a:moveTo>
                    <a:pt x="1673856" y="2014665"/>
                  </a:moveTo>
                  <a:cubicBezTo>
                    <a:pt x="1660435" y="2015171"/>
                    <a:pt x="1654358" y="2028339"/>
                    <a:pt x="1659929" y="2036949"/>
                  </a:cubicBezTo>
                  <a:cubicBezTo>
                    <a:pt x="1667019" y="2047838"/>
                    <a:pt x="1685505" y="2043533"/>
                    <a:pt x="1687531" y="2030365"/>
                  </a:cubicBezTo>
                  <a:cubicBezTo>
                    <a:pt x="1688797" y="2024288"/>
                    <a:pt x="1684998" y="2015171"/>
                    <a:pt x="1673856" y="2014665"/>
                  </a:cubicBezTo>
                  <a:close/>
                  <a:moveTo>
                    <a:pt x="40803" y="2114183"/>
                  </a:moveTo>
                  <a:cubicBezTo>
                    <a:pt x="41816" y="2115449"/>
                    <a:pt x="43588" y="2109118"/>
                    <a:pt x="44854" y="2100762"/>
                  </a:cubicBezTo>
                  <a:cubicBezTo>
                    <a:pt x="45867" y="2094431"/>
                    <a:pt x="46627" y="2085568"/>
                    <a:pt x="45361" y="2085568"/>
                  </a:cubicBezTo>
                  <a:cubicBezTo>
                    <a:pt x="42322" y="2087847"/>
                    <a:pt x="39283" y="2112157"/>
                    <a:pt x="40803" y="2114183"/>
                  </a:cubicBezTo>
                  <a:close/>
                  <a:moveTo>
                    <a:pt x="28395" y="2095444"/>
                  </a:moveTo>
                  <a:cubicBezTo>
                    <a:pt x="27635" y="2096710"/>
                    <a:pt x="23330" y="2123046"/>
                    <a:pt x="24090" y="2124059"/>
                  </a:cubicBezTo>
                  <a:cubicBezTo>
                    <a:pt x="24596" y="2123046"/>
                    <a:pt x="25862" y="2114689"/>
                    <a:pt x="26622" y="2110384"/>
                  </a:cubicBezTo>
                  <a:cubicBezTo>
                    <a:pt x="26875" y="2110638"/>
                    <a:pt x="28901" y="2096204"/>
                    <a:pt x="28395" y="2095444"/>
                  </a:cubicBezTo>
                  <a:close/>
                  <a:moveTo>
                    <a:pt x="26622" y="2098989"/>
                  </a:moveTo>
                  <a:cubicBezTo>
                    <a:pt x="25862" y="2102534"/>
                    <a:pt x="25356" y="2106080"/>
                    <a:pt x="24849" y="2109625"/>
                  </a:cubicBezTo>
                  <a:lnTo>
                    <a:pt x="23583" y="2117728"/>
                  </a:lnTo>
                  <a:cubicBezTo>
                    <a:pt x="23077" y="2121020"/>
                    <a:pt x="22570" y="2124565"/>
                    <a:pt x="22064" y="2127857"/>
                  </a:cubicBezTo>
                  <a:cubicBezTo>
                    <a:pt x="23077" y="2123299"/>
                    <a:pt x="23583" y="2118741"/>
                    <a:pt x="24090" y="2114183"/>
                  </a:cubicBezTo>
                  <a:cubicBezTo>
                    <a:pt x="24849" y="2111904"/>
                    <a:pt x="26369" y="2100509"/>
                    <a:pt x="26622" y="2098989"/>
                  </a:cubicBezTo>
                  <a:close/>
                  <a:moveTo>
                    <a:pt x="4935406" y="2161536"/>
                  </a:moveTo>
                  <a:cubicBezTo>
                    <a:pt x="4934140" y="2152167"/>
                    <a:pt x="4932874" y="2142544"/>
                    <a:pt x="4931607" y="2133175"/>
                  </a:cubicBezTo>
                  <a:lnTo>
                    <a:pt x="4935406" y="2161536"/>
                  </a:lnTo>
                  <a:lnTo>
                    <a:pt x="4935406" y="2161536"/>
                  </a:lnTo>
                  <a:close/>
                  <a:moveTo>
                    <a:pt x="4932874" y="2146089"/>
                  </a:moveTo>
                  <a:cubicBezTo>
                    <a:pt x="4932114" y="2139759"/>
                    <a:pt x="4930848" y="2130642"/>
                    <a:pt x="4930341" y="2129376"/>
                  </a:cubicBezTo>
                  <a:cubicBezTo>
                    <a:pt x="4930341" y="2129376"/>
                    <a:pt x="4932874" y="2155965"/>
                    <a:pt x="4934140" y="2157991"/>
                  </a:cubicBezTo>
                  <a:cubicBezTo>
                    <a:pt x="4934140" y="2156218"/>
                    <a:pt x="4933127" y="2149128"/>
                    <a:pt x="4932874" y="2146089"/>
                  </a:cubicBezTo>
                  <a:close/>
                  <a:moveTo>
                    <a:pt x="4930088" y="2142544"/>
                  </a:moveTo>
                  <a:cubicBezTo>
                    <a:pt x="4929328" y="2136213"/>
                    <a:pt x="4927809" y="2127097"/>
                    <a:pt x="4927049" y="2125831"/>
                  </a:cubicBezTo>
                  <a:cubicBezTo>
                    <a:pt x="4927049" y="2125831"/>
                    <a:pt x="4927049" y="2125831"/>
                    <a:pt x="4927049" y="2125831"/>
                  </a:cubicBezTo>
                  <a:cubicBezTo>
                    <a:pt x="4926543" y="2127097"/>
                    <a:pt x="4929328" y="2152926"/>
                    <a:pt x="4931101" y="2154446"/>
                  </a:cubicBezTo>
                  <a:cubicBezTo>
                    <a:pt x="4931354" y="2153686"/>
                    <a:pt x="4930341" y="2144570"/>
                    <a:pt x="4930088" y="2142544"/>
                  </a:cubicBezTo>
                  <a:close/>
                  <a:moveTo>
                    <a:pt x="4925277" y="2138999"/>
                  </a:moveTo>
                  <a:cubicBezTo>
                    <a:pt x="4924517" y="2132668"/>
                    <a:pt x="4922998" y="2123552"/>
                    <a:pt x="4921732" y="2122286"/>
                  </a:cubicBezTo>
                  <a:cubicBezTo>
                    <a:pt x="4921732" y="2122286"/>
                    <a:pt x="4921732" y="2122286"/>
                    <a:pt x="4921478" y="2122286"/>
                  </a:cubicBezTo>
                  <a:cubicBezTo>
                    <a:pt x="4920465" y="2123552"/>
                    <a:pt x="4922998" y="2149381"/>
                    <a:pt x="4925530" y="2150901"/>
                  </a:cubicBezTo>
                  <a:cubicBezTo>
                    <a:pt x="4926543" y="2149888"/>
                    <a:pt x="4925530" y="2140772"/>
                    <a:pt x="4925277" y="2138999"/>
                  </a:cubicBezTo>
                  <a:close/>
                  <a:moveTo>
                    <a:pt x="4914388" y="2118741"/>
                  </a:moveTo>
                  <a:cubicBezTo>
                    <a:pt x="4914388" y="2118741"/>
                    <a:pt x="4914388" y="2118741"/>
                    <a:pt x="4914388" y="2118741"/>
                  </a:cubicBezTo>
                  <a:cubicBezTo>
                    <a:pt x="4912109" y="2119500"/>
                    <a:pt x="4915401" y="2144570"/>
                    <a:pt x="4917933" y="2147102"/>
                  </a:cubicBezTo>
                  <a:cubicBezTo>
                    <a:pt x="4919199" y="2148368"/>
                    <a:pt x="4919199" y="2143050"/>
                    <a:pt x="4918439" y="2135201"/>
                  </a:cubicBezTo>
                  <a:cubicBezTo>
                    <a:pt x="4917680" y="2129123"/>
                    <a:pt x="4915907" y="2119754"/>
                    <a:pt x="4914388" y="2118741"/>
                  </a:cubicBezTo>
                  <a:close/>
                  <a:moveTo>
                    <a:pt x="4908564" y="2143304"/>
                  </a:moveTo>
                  <a:cubicBezTo>
                    <a:pt x="4910083" y="2144570"/>
                    <a:pt x="4910336" y="2139252"/>
                    <a:pt x="4909577" y="2131655"/>
                  </a:cubicBezTo>
                  <a:cubicBezTo>
                    <a:pt x="4908817" y="2125325"/>
                    <a:pt x="4907044" y="2116209"/>
                    <a:pt x="4905272" y="2114942"/>
                  </a:cubicBezTo>
                  <a:cubicBezTo>
                    <a:pt x="4905272" y="2114942"/>
                    <a:pt x="4905019" y="2114942"/>
                    <a:pt x="4905019" y="2114942"/>
                  </a:cubicBezTo>
                  <a:cubicBezTo>
                    <a:pt x="4902486" y="2115702"/>
                    <a:pt x="4905778" y="2141025"/>
                    <a:pt x="4908564" y="2143304"/>
                  </a:cubicBezTo>
                  <a:close/>
                  <a:moveTo>
                    <a:pt x="4897422" y="2139759"/>
                  </a:moveTo>
                  <a:cubicBezTo>
                    <a:pt x="4899194" y="2141025"/>
                    <a:pt x="4899701" y="2135707"/>
                    <a:pt x="4898941" y="2128110"/>
                  </a:cubicBezTo>
                  <a:cubicBezTo>
                    <a:pt x="4898181" y="2121780"/>
                    <a:pt x="4896409" y="2112663"/>
                    <a:pt x="4894130" y="2111397"/>
                  </a:cubicBezTo>
                  <a:cubicBezTo>
                    <a:pt x="4894130" y="2111397"/>
                    <a:pt x="4893877" y="2111397"/>
                    <a:pt x="4893877" y="2111397"/>
                  </a:cubicBezTo>
                  <a:cubicBezTo>
                    <a:pt x="4890331" y="2111904"/>
                    <a:pt x="4893623" y="2136973"/>
                    <a:pt x="4897422" y="2139759"/>
                  </a:cubicBezTo>
                  <a:close/>
                  <a:moveTo>
                    <a:pt x="4880202" y="2107346"/>
                  </a:moveTo>
                  <a:cubicBezTo>
                    <a:pt x="4876404" y="2108105"/>
                    <a:pt x="4879696" y="2133175"/>
                    <a:pt x="4884001" y="2135707"/>
                  </a:cubicBezTo>
                  <a:cubicBezTo>
                    <a:pt x="4886027" y="2136973"/>
                    <a:pt x="4886786" y="2131655"/>
                    <a:pt x="4886027" y="2124059"/>
                  </a:cubicBezTo>
                  <a:cubicBezTo>
                    <a:pt x="4885267" y="2117981"/>
                    <a:pt x="4883241" y="2108612"/>
                    <a:pt x="4880709" y="2107346"/>
                  </a:cubicBezTo>
                  <a:cubicBezTo>
                    <a:pt x="4880456" y="2107346"/>
                    <a:pt x="4880456" y="2107346"/>
                    <a:pt x="4880202" y="2107346"/>
                  </a:cubicBezTo>
                  <a:close/>
                  <a:moveTo>
                    <a:pt x="4865262" y="2103547"/>
                  </a:moveTo>
                  <a:cubicBezTo>
                    <a:pt x="4861464" y="2104307"/>
                    <a:pt x="4863996" y="2127604"/>
                    <a:pt x="4868554" y="2131655"/>
                  </a:cubicBezTo>
                  <a:cubicBezTo>
                    <a:pt x="4870833" y="2133681"/>
                    <a:pt x="4872353" y="2128364"/>
                    <a:pt x="4871339" y="2120260"/>
                  </a:cubicBezTo>
                  <a:cubicBezTo>
                    <a:pt x="4870580" y="2114183"/>
                    <a:pt x="4868554" y="2104814"/>
                    <a:pt x="4865515" y="2103547"/>
                  </a:cubicBezTo>
                  <a:cubicBezTo>
                    <a:pt x="4865515" y="2103547"/>
                    <a:pt x="4865262" y="2103547"/>
                    <a:pt x="4865262" y="2103547"/>
                  </a:cubicBezTo>
                  <a:close/>
                  <a:moveTo>
                    <a:pt x="4851335" y="2128110"/>
                  </a:moveTo>
                  <a:cubicBezTo>
                    <a:pt x="4853867" y="2130389"/>
                    <a:pt x="4855386" y="2125071"/>
                    <a:pt x="4854627" y="2116715"/>
                  </a:cubicBezTo>
                  <a:cubicBezTo>
                    <a:pt x="4854120" y="2110638"/>
                    <a:pt x="4851841" y="2101268"/>
                    <a:pt x="4848549" y="2100002"/>
                  </a:cubicBezTo>
                  <a:cubicBezTo>
                    <a:pt x="4848549" y="2100002"/>
                    <a:pt x="4848296" y="2100002"/>
                    <a:pt x="4848043" y="2100002"/>
                  </a:cubicBezTo>
                  <a:cubicBezTo>
                    <a:pt x="4843738" y="2100509"/>
                    <a:pt x="4846523" y="2123805"/>
                    <a:pt x="4851335" y="2128110"/>
                  </a:cubicBezTo>
                  <a:close/>
                  <a:moveTo>
                    <a:pt x="4836395" y="2112663"/>
                  </a:moveTo>
                  <a:cubicBezTo>
                    <a:pt x="4835888" y="2106586"/>
                    <a:pt x="4833356" y="2097217"/>
                    <a:pt x="4829810" y="2095950"/>
                  </a:cubicBezTo>
                  <a:cubicBezTo>
                    <a:pt x="4829557" y="2095950"/>
                    <a:pt x="4829557" y="2095950"/>
                    <a:pt x="4829304" y="2095950"/>
                  </a:cubicBezTo>
                  <a:cubicBezTo>
                    <a:pt x="4824239" y="2096710"/>
                    <a:pt x="4826772" y="2119754"/>
                    <a:pt x="4832343" y="2124059"/>
                  </a:cubicBezTo>
                  <a:cubicBezTo>
                    <a:pt x="4835381" y="2126338"/>
                    <a:pt x="4837154" y="2121273"/>
                    <a:pt x="4836395" y="2112663"/>
                  </a:cubicBezTo>
                  <a:close/>
                  <a:moveTo>
                    <a:pt x="4809299" y="2092405"/>
                  </a:moveTo>
                  <a:cubicBezTo>
                    <a:pt x="4809046" y="2092405"/>
                    <a:pt x="4809046" y="2092405"/>
                    <a:pt x="4808793" y="2092405"/>
                  </a:cubicBezTo>
                  <a:cubicBezTo>
                    <a:pt x="4803475" y="2093165"/>
                    <a:pt x="4806007" y="2116462"/>
                    <a:pt x="4811832" y="2120513"/>
                  </a:cubicBezTo>
                  <a:cubicBezTo>
                    <a:pt x="4814870" y="2122793"/>
                    <a:pt x="4816896" y="2117222"/>
                    <a:pt x="4816136" y="2109118"/>
                  </a:cubicBezTo>
                  <a:cubicBezTo>
                    <a:pt x="4815630" y="2102788"/>
                    <a:pt x="4813098" y="2093671"/>
                    <a:pt x="4809299" y="2092405"/>
                  </a:cubicBezTo>
                  <a:close/>
                  <a:moveTo>
                    <a:pt x="4789041" y="2116209"/>
                  </a:moveTo>
                  <a:cubicBezTo>
                    <a:pt x="4792586" y="2119500"/>
                    <a:pt x="4795119" y="2114183"/>
                    <a:pt x="4794359" y="2105067"/>
                  </a:cubicBezTo>
                  <a:cubicBezTo>
                    <a:pt x="4793852" y="2098989"/>
                    <a:pt x="4791320" y="2089620"/>
                    <a:pt x="4787269" y="2088354"/>
                  </a:cubicBezTo>
                  <a:cubicBezTo>
                    <a:pt x="4787015" y="2088354"/>
                    <a:pt x="4787015" y="2088354"/>
                    <a:pt x="4786762" y="2088354"/>
                  </a:cubicBezTo>
                  <a:cubicBezTo>
                    <a:pt x="4781191" y="2089113"/>
                    <a:pt x="4782964" y="2110891"/>
                    <a:pt x="4789041" y="2116209"/>
                  </a:cubicBezTo>
                  <a:close/>
                  <a:moveTo>
                    <a:pt x="4763212" y="2084809"/>
                  </a:moveTo>
                  <a:cubicBezTo>
                    <a:pt x="4762959" y="2084809"/>
                    <a:pt x="4762706" y="2084809"/>
                    <a:pt x="4762706" y="2084809"/>
                  </a:cubicBezTo>
                  <a:cubicBezTo>
                    <a:pt x="4756628" y="2085568"/>
                    <a:pt x="4758401" y="2107092"/>
                    <a:pt x="4764985" y="2112410"/>
                  </a:cubicBezTo>
                  <a:cubicBezTo>
                    <a:pt x="4768783" y="2115702"/>
                    <a:pt x="4771568" y="2110384"/>
                    <a:pt x="4770809" y="2101268"/>
                  </a:cubicBezTo>
                  <a:cubicBezTo>
                    <a:pt x="4770303" y="2095444"/>
                    <a:pt x="4767517" y="2086075"/>
                    <a:pt x="4763212" y="2084809"/>
                  </a:cubicBezTo>
                  <a:close/>
                  <a:moveTo>
                    <a:pt x="4745486" y="2097723"/>
                  </a:moveTo>
                  <a:cubicBezTo>
                    <a:pt x="4744980" y="2091646"/>
                    <a:pt x="4742194" y="2082276"/>
                    <a:pt x="4737383" y="2081010"/>
                  </a:cubicBezTo>
                  <a:cubicBezTo>
                    <a:pt x="4737130" y="2081010"/>
                    <a:pt x="4736877" y="2081010"/>
                    <a:pt x="4736877" y="2081010"/>
                  </a:cubicBezTo>
                  <a:cubicBezTo>
                    <a:pt x="4730546" y="2081770"/>
                    <a:pt x="4732319" y="2103294"/>
                    <a:pt x="4739155" y="2108612"/>
                  </a:cubicBezTo>
                  <a:cubicBezTo>
                    <a:pt x="4743207" y="2111904"/>
                    <a:pt x="4746246" y="2106586"/>
                    <a:pt x="4745486" y="2097723"/>
                  </a:cubicBezTo>
                  <a:close/>
                  <a:moveTo>
                    <a:pt x="4718644" y="2094178"/>
                  </a:moveTo>
                  <a:cubicBezTo>
                    <a:pt x="4718138" y="2088100"/>
                    <a:pt x="4715353" y="2078731"/>
                    <a:pt x="4710288" y="2077465"/>
                  </a:cubicBezTo>
                  <a:cubicBezTo>
                    <a:pt x="4710035" y="2077465"/>
                    <a:pt x="4709782" y="2077465"/>
                    <a:pt x="4709528" y="2077465"/>
                  </a:cubicBezTo>
                  <a:cubicBezTo>
                    <a:pt x="4703197" y="2078225"/>
                    <a:pt x="4704211" y="2098230"/>
                    <a:pt x="4711047" y="2104560"/>
                  </a:cubicBezTo>
                  <a:cubicBezTo>
                    <a:pt x="4715353" y="2108865"/>
                    <a:pt x="4719151" y="2103547"/>
                    <a:pt x="4718644" y="2094178"/>
                  </a:cubicBezTo>
                  <a:close/>
                  <a:moveTo>
                    <a:pt x="4690030" y="2090380"/>
                  </a:moveTo>
                  <a:cubicBezTo>
                    <a:pt x="4689523" y="2084302"/>
                    <a:pt x="4686738" y="2074933"/>
                    <a:pt x="4681420" y="2073667"/>
                  </a:cubicBezTo>
                  <a:cubicBezTo>
                    <a:pt x="4681167" y="2073667"/>
                    <a:pt x="4680914" y="2073667"/>
                    <a:pt x="4680660" y="2073667"/>
                  </a:cubicBezTo>
                  <a:cubicBezTo>
                    <a:pt x="4673824" y="2074426"/>
                    <a:pt x="4674836" y="2094431"/>
                    <a:pt x="4681927" y="2100762"/>
                  </a:cubicBezTo>
                  <a:cubicBezTo>
                    <a:pt x="4686738" y="2105067"/>
                    <a:pt x="4690790" y="2099749"/>
                    <a:pt x="4690030" y="2090380"/>
                  </a:cubicBezTo>
                  <a:close/>
                  <a:moveTo>
                    <a:pt x="4659896" y="2086834"/>
                  </a:moveTo>
                  <a:cubicBezTo>
                    <a:pt x="4659390" y="2080757"/>
                    <a:pt x="4656351" y="2071388"/>
                    <a:pt x="4651033" y="2070121"/>
                  </a:cubicBezTo>
                  <a:cubicBezTo>
                    <a:pt x="4650780" y="2070121"/>
                    <a:pt x="4650526" y="2070121"/>
                    <a:pt x="4650273" y="2070121"/>
                  </a:cubicBezTo>
                  <a:cubicBezTo>
                    <a:pt x="4643183" y="2070881"/>
                    <a:pt x="4643943" y="2090886"/>
                    <a:pt x="4651286" y="2097217"/>
                  </a:cubicBezTo>
                  <a:cubicBezTo>
                    <a:pt x="4656351" y="2101521"/>
                    <a:pt x="4660656" y="2096204"/>
                    <a:pt x="4659896" y="2086834"/>
                  </a:cubicBezTo>
                  <a:close/>
                  <a:moveTo>
                    <a:pt x="4628243" y="2083036"/>
                  </a:moveTo>
                  <a:cubicBezTo>
                    <a:pt x="4627989" y="2076958"/>
                    <a:pt x="4624698" y="2067589"/>
                    <a:pt x="4618873" y="2066323"/>
                  </a:cubicBezTo>
                  <a:cubicBezTo>
                    <a:pt x="4618620" y="2066323"/>
                    <a:pt x="4618367" y="2066323"/>
                    <a:pt x="4618114" y="2066323"/>
                  </a:cubicBezTo>
                  <a:cubicBezTo>
                    <a:pt x="4610517" y="2067083"/>
                    <a:pt x="4611277" y="2087088"/>
                    <a:pt x="4619127" y="2093418"/>
                  </a:cubicBezTo>
                  <a:cubicBezTo>
                    <a:pt x="4624191" y="2097723"/>
                    <a:pt x="4629002" y="2092659"/>
                    <a:pt x="4628243" y="2083036"/>
                  </a:cubicBezTo>
                  <a:close/>
                  <a:moveTo>
                    <a:pt x="4595070" y="2079491"/>
                  </a:moveTo>
                  <a:cubicBezTo>
                    <a:pt x="4594817" y="2073413"/>
                    <a:pt x="4591525" y="2064044"/>
                    <a:pt x="4585448" y="2062778"/>
                  </a:cubicBezTo>
                  <a:cubicBezTo>
                    <a:pt x="4585195" y="2062778"/>
                    <a:pt x="4584941" y="2062778"/>
                    <a:pt x="4584688" y="2062778"/>
                  </a:cubicBezTo>
                  <a:cubicBezTo>
                    <a:pt x="4577344" y="2063284"/>
                    <a:pt x="4577344" y="2082023"/>
                    <a:pt x="4584688" y="2089113"/>
                  </a:cubicBezTo>
                  <a:cubicBezTo>
                    <a:pt x="4590259" y="2094684"/>
                    <a:pt x="4595576" y="2089620"/>
                    <a:pt x="4595070" y="2079491"/>
                  </a:cubicBezTo>
                  <a:close/>
                  <a:moveTo>
                    <a:pt x="4549743" y="2059233"/>
                  </a:moveTo>
                  <a:cubicBezTo>
                    <a:pt x="4541893" y="2059739"/>
                    <a:pt x="4541893" y="2078478"/>
                    <a:pt x="4549490" y="2085568"/>
                  </a:cubicBezTo>
                  <a:cubicBezTo>
                    <a:pt x="4555061" y="2090886"/>
                    <a:pt x="4560885" y="2085821"/>
                    <a:pt x="4560378" y="2075692"/>
                  </a:cubicBezTo>
                  <a:cubicBezTo>
                    <a:pt x="4560125" y="2069615"/>
                    <a:pt x="4556833" y="2060246"/>
                    <a:pt x="4550502" y="2058979"/>
                  </a:cubicBezTo>
                  <a:cubicBezTo>
                    <a:pt x="4550249" y="2059233"/>
                    <a:pt x="4549996" y="2059233"/>
                    <a:pt x="4549743" y="2059233"/>
                  </a:cubicBezTo>
                  <a:close/>
                  <a:moveTo>
                    <a:pt x="4524420" y="2072400"/>
                  </a:moveTo>
                  <a:cubicBezTo>
                    <a:pt x="4524167" y="2066323"/>
                    <a:pt x="4520875" y="2056954"/>
                    <a:pt x="4514291" y="2055688"/>
                  </a:cubicBezTo>
                  <a:cubicBezTo>
                    <a:pt x="4514038" y="2055688"/>
                    <a:pt x="4513785" y="2055688"/>
                    <a:pt x="4513532" y="2055688"/>
                  </a:cubicBezTo>
                  <a:cubicBezTo>
                    <a:pt x="4505428" y="2056447"/>
                    <a:pt x="4505175" y="2074933"/>
                    <a:pt x="4513278" y="2082023"/>
                  </a:cubicBezTo>
                  <a:cubicBezTo>
                    <a:pt x="4518849" y="2087594"/>
                    <a:pt x="4524673" y="2082529"/>
                    <a:pt x="4524420" y="2072400"/>
                  </a:cubicBezTo>
                  <a:close/>
                  <a:moveTo>
                    <a:pt x="4486689" y="2068855"/>
                  </a:moveTo>
                  <a:cubicBezTo>
                    <a:pt x="4486436" y="2062778"/>
                    <a:pt x="4482891" y="2053408"/>
                    <a:pt x="4476054" y="2052142"/>
                  </a:cubicBezTo>
                  <a:cubicBezTo>
                    <a:pt x="4475801" y="2052142"/>
                    <a:pt x="4475548" y="2052142"/>
                    <a:pt x="4475041" y="2052142"/>
                  </a:cubicBezTo>
                  <a:cubicBezTo>
                    <a:pt x="4466685" y="2052902"/>
                    <a:pt x="4466178" y="2071388"/>
                    <a:pt x="4474535" y="2078478"/>
                  </a:cubicBezTo>
                  <a:cubicBezTo>
                    <a:pt x="4480865" y="2084049"/>
                    <a:pt x="4487196" y="2078984"/>
                    <a:pt x="4486689" y="2068855"/>
                  </a:cubicBezTo>
                  <a:close/>
                  <a:moveTo>
                    <a:pt x="4447693" y="2065310"/>
                  </a:moveTo>
                  <a:cubicBezTo>
                    <a:pt x="4447440" y="2059233"/>
                    <a:pt x="4443894" y="2049863"/>
                    <a:pt x="4437057" y="2048851"/>
                  </a:cubicBezTo>
                  <a:cubicBezTo>
                    <a:pt x="4436804" y="2048851"/>
                    <a:pt x="4436298" y="2048851"/>
                    <a:pt x="4436044" y="2048851"/>
                  </a:cubicBezTo>
                  <a:cubicBezTo>
                    <a:pt x="4427435" y="2049610"/>
                    <a:pt x="4426928" y="2068096"/>
                    <a:pt x="4435284" y="2075186"/>
                  </a:cubicBezTo>
                  <a:cubicBezTo>
                    <a:pt x="4441615" y="2080504"/>
                    <a:pt x="4448199" y="2075439"/>
                    <a:pt x="4447693" y="2065310"/>
                  </a:cubicBezTo>
                  <a:close/>
                  <a:moveTo>
                    <a:pt x="4407430" y="2062018"/>
                  </a:moveTo>
                  <a:cubicBezTo>
                    <a:pt x="4407176" y="2055941"/>
                    <a:pt x="4403631" y="2046571"/>
                    <a:pt x="4396541" y="2045558"/>
                  </a:cubicBezTo>
                  <a:cubicBezTo>
                    <a:pt x="4396288" y="2045558"/>
                    <a:pt x="4395781" y="2045558"/>
                    <a:pt x="4395528" y="2045558"/>
                  </a:cubicBezTo>
                  <a:cubicBezTo>
                    <a:pt x="4386919" y="2046318"/>
                    <a:pt x="4385652" y="2063284"/>
                    <a:pt x="4393755" y="2071134"/>
                  </a:cubicBezTo>
                  <a:cubicBezTo>
                    <a:pt x="4400340" y="2077465"/>
                    <a:pt x="4407683" y="2072654"/>
                    <a:pt x="4407430" y="2062018"/>
                  </a:cubicBezTo>
                  <a:close/>
                  <a:moveTo>
                    <a:pt x="4353493" y="2042013"/>
                  </a:moveTo>
                  <a:cubicBezTo>
                    <a:pt x="4344630" y="2042773"/>
                    <a:pt x="4343364" y="2059739"/>
                    <a:pt x="4351467" y="2067589"/>
                  </a:cubicBezTo>
                  <a:cubicBezTo>
                    <a:pt x="4358051" y="2074173"/>
                    <a:pt x="4365901" y="2069108"/>
                    <a:pt x="4365647" y="2058473"/>
                  </a:cubicBezTo>
                  <a:cubicBezTo>
                    <a:pt x="4365394" y="2052396"/>
                    <a:pt x="4361849" y="2043026"/>
                    <a:pt x="4354252" y="2042013"/>
                  </a:cubicBezTo>
                  <a:cubicBezTo>
                    <a:pt x="4354252" y="2042013"/>
                    <a:pt x="4353746" y="2042013"/>
                    <a:pt x="4353493" y="2042013"/>
                  </a:cubicBezTo>
                  <a:close/>
                  <a:moveTo>
                    <a:pt x="4310191" y="2038468"/>
                  </a:moveTo>
                  <a:cubicBezTo>
                    <a:pt x="4301075" y="2039228"/>
                    <a:pt x="4299555" y="2056194"/>
                    <a:pt x="4308165" y="2064044"/>
                  </a:cubicBezTo>
                  <a:cubicBezTo>
                    <a:pt x="4315002" y="2070375"/>
                    <a:pt x="4323106" y="2065563"/>
                    <a:pt x="4322852" y="2054928"/>
                  </a:cubicBezTo>
                  <a:cubicBezTo>
                    <a:pt x="4322599" y="2048851"/>
                    <a:pt x="4319054" y="2039481"/>
                    <a:pt x="4311457" y="2038468"/>
                  </a:cubicBezTo>
                  <a:cubicBezTo>
                    <a:pt x="4310951" y="2038468"/>
                    <a:pt x="4310444" y="2038468"/>
                    <a:pt x="4310191" y="2038468"/>
                  </a:cubicBezTo>
                  <a:close/>
                  <a:moveTo>
                    <a:pt x="4278538" y="2051636"/>
                  </a:moveTo>
                  <a:cubicBezTo>
                    <a:pt x="4278538" y="2045558"/>
                    <a:pt x="4274739" y="2036189"/>
                    <a:pt x="4266889" y="2035176"/>
                  </a:cubicBezTo>
                  <a:cubicBezTo>
                    <a:pt x="4266636" y="2035176"/>
                    <a:pt x="4266130" y="2035176"/>
                    <a:pt x="4265877" y="2035176"/>
                  </a:cubicBezTo>
                  <a:cubicBezTo>
                    <a:pt x="4256254" y="2035936"/>
                    <a:pt x="4254735" y="2052902"/>
                    <a:pt x="4263597" y="2060752"/>
                  </a:cubicBezTo>
                  <a:cubicBezTo>
                    <a:pt x="4270435" y="2067336"/>
                    <a:pt x="4278791" y="2062525"/>
                    <a:pt x="4278538" y="2051636"/>
                  </a:cubicBezTo>
                  <a:close/>
                  <a:moveTo>
                    <a:pt x="4220802" y="2031884"/>
                  </a:moveTo>
                  <a:cubicBezTo>
                    <a:pt x="4220549" y="2031884"/>
                    <a:pt x="4220042" y="2031884"/>
                    <a:pt x="4219789" y="2031884"/>
                  </a:cubicBezTo>
                  <a:cubicBezTo>
                    <a:pt x="4210167" y="2032644"/>
                    <a:pt x="4208394" y="2049610"/>
                    <a:pt x="4217257" y="2057460"/>
                  </a:cubicBezTo>
                  <a:cubicBezTo>
                    <a:pt x="4224348" y="2063791"/>
                    <a:pt x="4233210" y="2058979"/>
                    <a:pt x="4232957" y="2048344"/>
                  </a:cubicBezTo>
                  <a:cubicBezTo>
                    <a:pt x="4232957" y="2042267"/>
                    <a:pt x="4229159" y="2033150"/>
                    <a:pt x="4220802" y="2031884"/>
                  </a:cubicBezTo>
                  <a:close/>
                  <a:moveTo>
                    <a:pt x="4173955" y="2028592"/>
                  </a:moveTo>
                  <a:cubicBezTo>
                    <a:pt x="4162813" y="2028592"/>
                    <a:pt x="4161294" y="2045052"/>
                    <a:pt x="4169144" y="2053408"/>
                  </a:cubicBezTo>
                  <a:cubicBezTo>
                    <a:pt x="4176487" y="2061005"/>
                    <a:pt x="4186364" y="2056194"/>
                    <a:pt x="4186110" y="2045052"/>
                  </a:cubicBezTo>
                  <a:cubicBezTo>
                    <a:pt x="4186364" y="2038975"/>
                    <a:pt x="4182312" y="2029859"/>
                    <a:pt x="4173955" y="2028592"/>
                  </a:cubicBezTo>
                  <a:close/>
                  <a:moveTo>
                    <a:pt x="4138250" y="2042013"/>
                  </a:moveTo>
                  <a:cubicBezTo>
                    <a:pt x="4138250" y="2035936"/>
                    <a:pt x="4134452" y="2026567"/>
                    <a:pt x="4125842" y="2025554"/>
                  </a:cubicBezTo>
                  <a:cubicBezTo>
                    <a:pt x="4114447" y="2025554"/>
                    <a:pt x="4112675" y="2042013"/>
                    <a:pt x="4120778" y="2050370"/>
                  </a:cubicBezTo>
                  <a:cubicBezTo>
                    <a:pt x="4128375" y="2057967"/>
                    <a:pt x="4138250" y="2053155"/>
                    <a:pt x="4138250" y="2042013"/>
                  </a:cubicBezTo>
                  <a:close/>
                  <a:moveTo>
                    <a:pt x="4089378" y="2038721"/>
                  </a:moveTo>
                  <a:cubicBezTo>
                    <a:pt x="4089378" y="2032644"/>
                    <a:pt x="4085579" y="2023275"/>
                    <a:pt x="4076717" y="2022262"/>
                  </a:cubicBezTo>
                  <a:cubicBezTo>
                    <a:pt x="4076463" y="2022262"/>
                    <a:pt x="4075957" y="2022262"/>
                    <a:pt x="4075451" y="2022262"/>
                  </a:cubicBezTo>
                  <a:cubicBezTo>
                    <a:pt x="4065575" y="2023021"/>
                    <a:pt x="4062789" y="2038721"/>
                    <a:pt x="4071399" y="2047078"/>
                  </a:cubicBezTo>
                  <a:cubicBezTo>
                    <a:pt x="4078996" y="2054675"/>
                    <a:pt x="4089378" y="2049863"/>
                    <a:pt x="4089378" y="2038721"/>
                  </a:cubicBezTo>
                  <a:close/>
                  <a:moveTo>
                    <a:pt x="4039239" y="2035683"/>
                  </a:moveTo>
                  <a:cubicBezTo>
                    <a:pt x="4039239" y="2029605"/>
                    <a:pt x="4035188" y="2020236"/>
                    <a:pt x="4026325" y="2019223"/>
                  </a:cubicBezTo>
                  <a:cubicBezTo>
                    <a:pt x="4026072" y="2019223"/>
                    <a:pt x="4025565" y="2019223"/>
                    <a:pt x="4025059" y="2019223"/>
                  </a:cubicBezTo>
                  <a:cubicBezTo>
                    <a:pt x="4014930" y="2019983"/>
                    <a:pt x="4012144" y="2035683"/>
                    <a:pt x="4020754" y="2044039"/>
                  </a:cubicBezTo>
                  <a:cubicBezTo>
                    <a:pt x="4028351" y="2051636"/>
                    <a:pt x="4038986" y="2046571"/>
                    <a:pt x="4039239" y="2035683"/>
                  </a:cubicBezTo>
                  <a:close/>
                  <a:moveTo>
                    <a:pt x="3987834" y="2032644"/>
                  </a:moveTo>
                  <a:cubicBezTo>
                    <a:pt x="3987834" y="2026567"/>
                    <a:pt x="3984036" y="2017197"/>
                    <a:pt x="3974920" y="2016184"/>
                  </a:cubicBezTo>
                  <a:cubicBezTo>
                    <a:pt x="3974667" y="2016184"/>
                    <a:pt x="3974160" y="2016184"/>
                    <a:pt x="3973654" y="2016184"/>
                  </a:cubicBezTo>
                  <a:cubicBezTo>
                    <a:pt x="3963271" y="2016944"/>
                    <a:pt x="3960486" y="2032644"/>
                    <a:pt x="3969096" y="2041000"/>
                  </a:cubicBezTo>
                  <a:cubicBezTo>
                    <a:pt x="3976946" y="2048597"/>
                    <a:pt x="3987581" y="2043786"/>
                    <a:pt x="3987834" y="2032644"/>
                  </a:cubicBezTo>
                  <a:close/>
                  <a:moveTo>
                    <a:pt x="3935417" y="2029605"/>
                  </a:moveTo>
                  <a:cubicBezTo>
                    <a:pt x="3935417" y="2023528"/>
                    <a:pt x="3931618" y="2014159"/>
                    <a:pt x="3922249" y="2013146"/>
                  </a:cubicBezTo>
                  <a:cubicBezTo>
                    <a:pt x="3910347" y="2013146"/>
                    <a:pt x="3907562" y="2028339"/>
                    <a:pt x="3915412" y="2036949"/>
                  </a:cubicBezTo>
                  <a:cubicBezTo>
                    <a:pt x="3923262" y="2045812"/>
                    <a:pt x="3935417" y="2041254"/>
                    <a:pt x="3935417" y="2029605"/>
                  </a:cubicBezTo>
                  <a:close/>
                  <a:moveTo>
                    <a:pt x="3882239" y="2026567"/>
                  </a:moveTo>
                  <a:cubicBezTo>
                    <a:pt x="3882493" y="2020489"/>
                    <a:pt x="3878187" y="2011120"/>
                    <a:pt x="3868818" y="2010107"/>
                  </a:cubicBezTo>
                  <a:cubicBezTo>
                    <a:pt x="3856917" y="2010107"/>
                    <a:pt x="3853878" y="2025301"/>
                    <a:pt x="3861728" y="2033910"/>
                  </a:cubicBezTo>
                  <a:cubicBezTo>
                    <a:pt x="3869325" y="2042773"/>
                    <a:pt x="3881986" y="2038215"/>
                    <a:pt x="3882239" y="2026567"/>
                  </a:cubicBezTo>
                  <a:close/>
                  <a:moveTo>
                    <a:pt x="3716376" y="2017957"/>
                  </a:moveTo>
                  <a:cubicBezTo>
                    <a:pt x="3716630" y="2011879"/>
                    <a:pt x="3712578" y="2002510"/>
                    <a:pt x="3702449" y="2001497"/>
                  </a:cubicBezTo>
                  <a:cubicBezTo>
                    <a:pt x="3689788" y="2001497"/>
                    <a:pt x="3686496" y="2016691"/>
                    <a:pt x="3694599" y="2025301"/>
                  </a:cubicBezTo>
                  <a:cubicBezTo>
                    <a:pt x="3702955" y="2034163"/>
                    <a:pt x="3715870" y="2029605"/>
                    <a:pt x="3716376" y="2017957"/>
                  </a:cubicBezTo>
                  <a:close/>
                  <a:moveTo>
                    <a:pt x="3659147" y="2015171"/>
                  </a:moveTo>
                  <a:cubicBezTo>
                    <a:pt x="3659400" y="2009094"/>
                    <a:pt x="3655095" y="1999725"/>
                    <a:pt x="3644967" y="1998712"/>
                  </a:cubicBezTo>
                  <a:cubicBezTo>
                    <a:pt x="3632052" y="1998712"/>
                    <a:pt x="3628760" y="2013905"/>
                    <a:pt x="3636863" y="2022515"/>
                  </a:cubicBezTo>
                  <a:cubicBezTo>
                    <a:pt x="3645220" y="2031378"/>
                    <a:pt x="3658641" y="2026820"/>
                    <a:pt x="3659147" y="2015171"/>
                  </a:cubicBezTo>
                  <a:close/>
                  <a:moveTo>
                    <a:pt x="3601159" y="2012386"/>
                  </a:moveTo>
                  <a:cubicBezTo>
                    <a:pt x="3601412" y="2006309"/>
                    <a:pt x="3597360" y="1997192"/>
                    <a:pt x="3586978" y="1996180"/>
                  </a:cubicBezTo>
                  <a:cubicBezTo>
                    <a:pt x="3574063" y="1996180"/>
                    <a:pt x="3570518" y="2011373"/>
                    <a:pt x="3578622" y="2019983"/>
                  </a:cubicBezTo>
                  <a:cubicBezTo>
                    <a:pt x="3587231" y="2028846"/>
                    <a:pt x="3600399" y="2024288"/>
                    <a:pt x="3601159" y="2012386"/>
                  </a:cubicBezTo>
                  <a:close/>
                  <a:moveTo>
                    <a:pt x="3542157" y="2009854"/>
                  </a:moveTo>
                  <a:cubicBezTo>
                    <a:pt x="3542410" y="2003776"/>
                    <a:pt x="3538358" y="1994660"/>
                    <a:pt x="3527976" y="1993647"/>
                  </a:cubicBezTo>
                  <a:cubicBezTo>
                    <a:pt x="3514555" y="1993900"/>
                    <a:pt x="3511010" y="2009094"/>
                    <a:pt x="3519366" y="2017450"/>
                  </a:cubicBezTo>
                  <a:cubicBezTo>
                    <a:pt x="3527976" y="2026060"/>
                    <a:pt x="3541650" y="2021502"/>
                    <a:pt x="3542157" y="2009854"/>
                  </a:cubicBezTo>
                  <a:close/>
                  <a:moveTo>
                    <a:pt x="3482649" y="2007321"/>
                  </a:moveTo>
                  <a:cubicBezTo>
                    <a:pt x="3482902" y="2001244"/>
                    <a:pt x="3478597" y="1992128"/>
                    <a:pt x="3468215" y="1991115"/>
                  </a:cubicBezTo>
                  <a:cubicBezTo>
                    <a:pt x="3454794" y="1991368"/>
                    <a:pt x="3451249" y="2006562"/>
                    <a:pt x="3459605" y="2014918"/>
                  </a:cubicBezTo>
                  <a:cubicBezTo>
                    <a:pt x="3467962" y="2023528"/>
                    <a:pt x="3481889" y="2018970"/>
                    <a:pt x="3482649" y="2007321"/>
                  </a:cubicBezTo>
                  <a:close/>
                  <a:moveTo>
                    <a:pt x="3407694" y="1988583"/>
                  </a:moveTo>
                  <a:cubicBezTo>
                    <a:pt x="3394779" y="1988836"/>
                    <a:pt x="3390728" y="2002763"/>
                    <a:pt x="3397818" y="2011373"/>
                  </a:cubicBezTo>
                  <a:cubicBezTo>
                    <a:pt x="3405921" y="2021249"/>
                    <a:pt x="3421621" y="2017197"/>
                    <a:pt x="3422381" y="2004789"/>
                  </a:cubicBezTo>
                  <a:cubicBezTo>
                    <a:pt x="3422634" y="1998712"/>
                    <a:pt x="3418330" y="1989596"/>
                    <a:pt x="3407694" y="1988583"/>
                  </a:cubicBezTo>
                  <a:close/>
                  <a:moveTo>
                    <a:pt x="3360847" y="2002257"/>
                  </a:moveTo>
                  <a:cubicBezTo>
                    <a:pt x="3361354" y="1996180"/>
                    <a:pt x="3357049" y="1987063"/>
                    <a:pt x="3346160" y="1986050"/>
                  </a:cubicBezTo>
                  <a:cubicBezTo>
                    <a:pt x="3332992" y="1986304"/>
                    <a:pt x="3328941" y="2000231"/>
                    <a:pt x="3336031" y="2008841"/>
                  </a:cubicBezTo>
                  <a:cubicBezTo>
                    <a:pt x="3344641" y="2018970"/>
                    <a:pt x="3360088" y="2014918"/>
                    <a:pt x="3360847" y="2002257"/>
                  </a:cubicBezTo>
                  <a:close/>
                  <a:moveTo>
                    <a:pt x="3094453" y="1977188"/>
                  </a:moveTo>
                  <a:cubicBezTo>
                    <a:pt x="3080526" y="1977441"/>
                    <a:pt x="3075968" y="1991368"/>
                    <a:pt x="3083312" y="1999978"/>
                  </a:cubicBezTo>
                  <a:cubicBezTo>
                    <a:pt x="3091921" y="2009854"/>
                    <a:pt x="3108128" y="2005802"/>
                    <a:pt x="3109141" y="1993394"/>
                  </a:cubicBezTo>
                  <a:cubicBezTo>
                    <a:pt x="3109900" y="1987063"/>
                    <a:pt x="3105595" y="1977947"/>
                    <a:pt x="3094453" y="1977188"/>
                  </a:cubicBezTo>
                  <a:close/>
                  <a:moveTo>
                    <a:pt x="2964802" y="1973136"/>
                  </a:moveTo>
                  <a:cubicBezTo>
                    <a:pt x="2950874" y="1973389"/>
                    <a:pt x="2946063" y="1987317"/>
                    <a:pt x="2953407" y="1995926"/>
                  </a:cubicBezTo>
                  <a:cubicBezTo>
                    <a:pt x="2961763" y="2005802"/>
                    <a:pt x="2978729" y="2001497"/>
                    <a:pt x="2979995" y="1989089"/>
                  </a:cubicBezTo>
                  <a:cubicBezTo>
                    <a:pt x="2980502" y="1983012"/>
                    <a:pt x="2976197" y="1973896"/>
                    <a:pt x="2964802" y="1973136"/>
                  </a:cubicBezTo>
                  <a:close/>
                  <a:moveTo>
                    <a:pt x="2899216" y="1971110"/>
                  </a:moveTo>
                  <a:cubicBezTo>
                    <a:pt x="2885289" y="1971363"/>
                    <a:pt x="2880224" y="1985544"/>
                    <a:pt x="2887821" y="1993900"/>
                  </a:cubicBezTo>
                  <a:cubicBezTo>
                    <a:pt x="2896431" y="2004029"/>
                    <a:pt x="2913144" y="1999725"/>
                    <a:pt x="2914410" y="1987063"/>
                  </a:cubicBezTo>
                  <a:cubicBezTo>
                    <a:pt x="2914916" y="1981239"/>
                    <a:pt x="2910612" y="1972123"/>
                    <a:pt x="2899216" y="1971110"/>
                  </a:cubicBezTo>
                  <a:close/>
                  <a:moveTo>
                    <a:pt x="2821223" y="1992381"/>
                  </a:moveTo>
                  <a:cubicBezTo>
                    <a:pt x="2830086" y="2002257"/>
                    <a:pt x="2846799" y="1997952"/>
                    <a:pt x="2848065" y="1985544"/>
                  </a:cubicBezTo>
                  <a:cubicBezTo>
                    <a:pt x="2848824" y="1979467"/>
                    <a:pt x="2844520" y="1970350"/>
                    <a:pt x="2832871" y="1969337"/>
                  </a:cubicBezTo>
                  <a:cubicBezTo>
                    <a:pt x="2818944" y="1969591"/>
                    <a:pt x="2813879" y="1983771"/>
                    <a:pt x="2821223" y="1992381"/>
                  </a:cubicBezTo>
                  <a:close/>
                  <a:moveTo>
                    <a:pt x="2766526" y="1967565"/>
                  </a:moveTo>
                  <a:cubicBezTo>
                    <a:pt x="2752345" y="1967818"/>
                    <a:pt x="2747281" y="1981999"/>
                    <a:pt x="2754624" y="1990609"/>
                  </a:cubicBezTo>
                  <a:cubicBezTo>
                    <a:pt x="2763234" y="2000484"/>
                    <a:pt x="2780454" y="1995926"/>
                    <a:pt x="2781720" y="1983771"/>
                  </a:cubicBezTo>
                  <a:cubicBezTo>
                    <a:pt x="2782479" y="1977441"/>
                    <a:pt x="2778174" y="1968578"/>
                    <a:pt x="2766526" y="1967565"/>
                  </a:cubicBezTo>
                  <a:close/>
                  <a:moveTo>
                    <a:pt x="2687519" y="1988836"/>
                  </a:moveTo>
                  <a:cubicBezTo>
                    <a:pt x="2696129" y="1998965"/>
                    <a:pt x="2713349" y="1994407"/>
                    <a:pt x="2714615" y="1981999"/>
                  </a:cubicBezTo>
                  <a:cubicBezTo>
                    <a:pt x="2715374" y="1975921"/>
                    <a:pt x="2711069" y="1966805"/>
                    <a:pt x="2699421" y="1966046"/>
                  </a:cubicBezTo>
                  <a:cubicBezTo>
                    <a:pt x="2685241" y="1966299"/>
                    <a:pt x="2679923" y="1980479"/>
                    <a:pt x="2687519" y="1988836"/>
                  </a:cubicBezTo>
                  <a:close/>
                  <a:moveTo>
                    <a:pt x="2618895" y="1986304"/>
                  </a:moveTo>
                  <a:cubicBezTo>
                    <a:pt x="2626999" y="1997192"/>
                    <a:pt x="2645737" y="1993394"/>
                    <a:pt x="2647257" y="1980479"/>
                  </a:cubicBezTo>
                  <a:cubicBezTo>
                    <a:pt x="2648016" y="1974402"/>
                    <a:pt x="2643712" y="1965286"/>
                    <a:pt x="2632063" y="1964526"/>
                  </a:cubicBezTo>
                  <a:cubicBezTo>
                    <a:pt x="2618389" y="1964779"/>
                    <a:pt x="2612565" y="1977441"/>
                    <a:pt x="2618895" y="1986304"/>
                  </a:cubicBezTo>
                  <a:close/>
                  <a:moveTo>
                    <a:pt x="2551031" y="1984784"/>
                  </a:moveTo>
                  <a:cubicBezTo>
                    <a:pt x="2559134" y="1995926"/>
                    <a:pt x="2578126" y="1992128"/>
                    <a:pt x="2579645" y="1978960"/>
                  </a:cubicBezTo>
                  <a:cubicBezTo>
                    <a:pt x="2580405" y="1972883"/>
                    <a:pt x="2576100" y="1963767"/>
                    <a:pt x="2564452" y="1963007"/>
                  </a:cubicBezTo>
                  <a:cubicBezTo>
                    <a:pt x="2549765" y="1963260"/>
                    <a:pt x="2545460" y="1976934"/>
                    <a:pt x="2551031" y="1984784"/>
                  </a:cubicBezTo>
                  <a:close/>
                  <a:moveTo>
                    <a:pt x="2482913" y="1983518"/>
                  </a:moveTo>
                  <a:cubicBezTo>
                    <a:pt x="2490763" y="1994660"/>
                    <a:pt x="2510008" y="1990609"/>
                    <a:pt x="2511781" y="1977694"/>
                  </a:cubicBezTo>
                  <a:cubicBezTo>
                    <a:pt x="2512541" y="1971617"/>
                    <a:pt x="2508236" y="1962500"/>
                    <a:pt x="2496334" y="1961741"/>
                  </a:cubicBezTo>
                  <a:cubicBezTo>
                    <a:pt x="2482407" y="1961994"/>
                    <a:pt x="2476582" y="1974655"/>
                    <a:pt x="2482913" y="1983518"/>
                  </a:cubicBezTo>
                  <a:close/>
                  <a:moveTo>
                    <a:pt x="2427963" y="1960221"/>
                  </a:moveTo>
                  <a:cubicBezTo>
                    <a:pt x="2414036" y="1960728"/>
                    <a:pt x="2408211" y="1973389"/>
                    <a:pt x="2414542" y="1982252"/>
                  </a:cubicBezTo>
                  <a:cubicBezTo>
                    <a:pt x="2422392" y="1993394"/>
                    <a:pt x="2441637" y="1989342"/>
                    <a:pt x="2443410" y="1976428"/>
                  </a:cubicBezTo>
                  <a:cubicBezTo>
                    <a:pt x="2443916" y="1970097"/>
                    <a:pt x="2439865" y="1960981"/>
                    <a:pt x="2427963" y="1960221"/>
                  </a:cubicBezTo>
                  <a:close/>
                  <a:moveTo>
                    <a:pt x="2359339" y="1958955"/>
                  </a:moveTo>
                  <a:cubicBezTo>
                    <a:pt x="2345158" y="1959462"/>
                    <a:pt x="2339081" y="1972123"/>
                    <a:pt x="2345411" y="1980986"/>
                  </a:cubicBezTo>
                  <a:cubicBezTo>
                    <a:pt x="2353261" y="1991875"/>
                    <a:pt x="2372507" y="1988076"/>
                    <a:pt x="2374532" y="1974908"/>
                  </a:cubicBezTo>
                  <a:cubicBezTo>
                    <a:pt x="2375292" y="1968831"/>
                    <a:pt x="2371240" y="1959715"/>
                    <a:pt x="2359339" y="1958955"/>
                  </a:cubicBezTo>
                  <a:close/>
                  <a:moveTo>
                    <a:pt x="2290208" y="1957942"/>
                  </a:moveTo>
                  <a:cubicBezTo>
                    <a:pt x="2276281" y="1958449"/>
                    <a:pt x="2270203" y="1971110"/>
                    <a:pt x="2276281" y="1979973"/>
                  </a:cubicBezTo>
                  <a:cubicBezTo>
                    <a:pt x="2284131" y="1991115"/>
                    <a:pt x="2303629" y="1987063"/>
                    <a:pt x="2305402" y="1973896"/>
                  </a:cubicBezTo>
                  <a:cubicBezTo>
                    <a:pt x="2306668" y="1967818"/>
                    <a:pt x="2302363" y="1958702"/>
                    <a:pt x="2290208" y="1957942"/>
                  </a:cubicBezTo>
                  <a:close/>
                  <a:moveTo>
                    <a:pt x="2221077" y="1956929"/>
                  </a:moveTo>
                  <a:cubicBezTo>
                    <a:pt x="2207150" y="1957436"/>
                    <a:pt x="2200820" y="1970097"/>
                    <a:pt x="2207150" y="1978960"/>
                  </a:cubicBezTo>
                  <a:cubicBezTo>
                    <a:pt x="2215000" y="1990102"/>
                    <a:pt x="2234245" y="1986050"/>
                    <a:pt x="2236271" y="1972883"/>
                  </a:cubicBezTo>
                  <a:cubicBezTo>
                    <a:pt x="2237284" y="1966805"/>
                    <a:pt x="2233232" y="1957689"/>
                    <a:pt x="2221077" y="1956929"/>
                  </a:cubicBezTo>
                  <a:close/>
                  <a:moveTo>
                    <a:pt x="2167140" y="1971870"/>
                  </a:moveTo>
                  <a:cubicBezTo>
                    <a:pt x="2168153" y="1965792"/>
                    <a:pt x="2164102" y="1956676"/>
                    <a:pt x="2151947" y="1955917"/>
                  </a:cubicBezTo>
                  <a:cubicBezTo>
                    <a:pt x="2137766" y="1956423"/>
                    <a:pt x="2131436" y="1969337"/>
                    <a:pt x="2137766" y="1977947"/>
                  </a:cubicBezTo>
                  <a:cubicBezTo>
                    <a:pt x="2145616" y="1988836"/>
                    <a:pt x="2165115" y="1984784"/>
                    <a:pt x="2167140" y="1971870"/>
                  </a:cubicBezTo>
                  <a:close/>
                  <a:moveTo>
                    <a:pt x="2082563" y="1955157"/>
                  </a:moveTo>
                  <a:cubicBezTo>
                    <a:pt x="2067369" y="1955663"/>
                    <a:pt x="2062558" y="1969337"/>
                    <a:pt x="2068129" y="1977188"/>
                  </a:cubicBezTo>
                  <a:cubicBezTo>
                    <a:pt x="2075979" y="1988329"/>
                    <a:pt x="2095477" y="1984025"/>
                    <a:pt x="2097503" y="1971110"/>
                  </a:cubicBezTo>
                  <a:cubicBezTo>
                    <a:pt x="2098516" y="1965033"/>
                    <a:pt x="2094464" y="1955917"/>
                    <a:pt x="2082563" y="1955157"/>
                  </a:cubicBezTo>
                  <a:close/>
                  <a:moveTo>
                    <a:pt x="2012926" y="1954650"/>
                  </a:moveTo>
                  <a:cubicBezTo>
                    <a:pt x="1998998" y="1955157"/>
                    <a:pt x="1992668" y="1968071"/>
                    <a:pt x="1998745" y="1976681"/>
                  </a:cubicBezTo>
                  <a:cubicBezTo>
                    <a:pt x="2006595" y="1987823"/>
                    <a:pt x="2026094" y="1983518"/>
                    <a:pt x="2028119" y="1970604"/>
                  </a:cubicBezTo>
                  <a:cubicBezTo>
                    <a:pt x="2029132" y="1964273"/>
                    <a:pt x="2025081" y="1955157"/>
                    <a:pt x="2012926" y="1954650"/>
                  </a:cubicBezTo>
                  <a:close/>
                  <a:moveTo>
                    <a:pt x="1944302" y="1953891"/>
                  </a:moveTo>
                  <a:cubicBezTo>
                    <a:pt x="1930627" y="1954397"/>
                    <a:pt x="1924297" y="1967312"/>
                    <a:pt x="1930121" y="1975921"/>
                  </a:cubicBezTo>
                  <a:cubicBezTo>
                    <a:pt x="1937718" y="1986810"/>
                    <a:pt x="1956710" y="1982759"/>
                    <a:pt x="1958989" y="1969591"/>
                  </a:cubicBezTo>
                  <a:cubicBezTo>
                    <a:pt x="1960002" y="1963513"/>
                    <a:pt x="1956203" y="1954650"/>
                    <a:pt x="1944302" y="1953891"/>
                  </a:cubicBezTo>
                  <a:close/>
                  <a:moveTo>
                    <a:pt x="1890871" y="1969337"/>
                  </a:moveTo>
                  <a:cubicBezTo>
                    <a:pt x="1891884" y="1963260"/>
                    <a:pt x="1888085" y="1954144"/>
                    <a:pt x="1876437" y="1953638"/>
                  </a:cubicBezTo>
                  <a:cubicBezTo>
                    <a:pt x="1862510" y="1954144"/>
                    <a:pt x="1856179" y="1967059"/>
                    <a:pt x="1862256" y="1975668"/>
                  </a:cubicBezTo>
                  <a:cubicBezTo>
                    <a:pt x="1869600" y="1986304"/>
                    <a:pt x="1888845" y="1982252"/>
                    <a:pt x="1890871" y="1969337"/>
                  </a:cubicBezTo>
                  <a:close/>
                  <a:moveTo>
                    <a:pt x="1809332" y="1953131"/>
                  </a:moveTo>
                  <a:cubicBezTo>
                    <a:pt x="1794898" y="1953638"/>
                    <a:pt x="1790087" y="1967312"/>
                    <a:pt x="1795405" y="1975162"/>
                  </a:cubicBezTo>
                  <a:cubicBezTo>
                    <a:pt x="1802748" y="1986050"/>
                    <a:pt x="1821487" y="1981999"/>
                    <a:pt x="1823766" y="1968831"/>
                  </a:cubicBezTo>
                  <a:cubicBezTo>
                    <a:pt x="1824779" y="1962754"/>
                    <a:pt x="1820981" y="1953638"/>
                    <a:pt x="1809332" y="1953131"/>
                  </a:cubicBezTo>
                  <a:close/>
                  <a:moveTo>
                    <a:pt x="1743240" y="1952878"/>
                  </a:moveTo>
                  <a:cubicBezTo>
                    <a:pt x="1729060" y="1953384"/>
                    <a:pt x="1724248" y="1967059"/>
                    <a:pt x="1729313" y="1974908"/>
                  </a:cubicBezTo>
                  <a:cubicBezTo>
                    <a:pt x="1736403" y="1985797"/>
                    <a:pt x="1754889" y="1981746"/>
                    <a:pt x="1757168" y="1968578"/>
                  </a:cubicBezTo>
                  <a:cubicBezTo>
                    <a:pt x="1758181" y="1962247"/>
                    <a:pt x="1754635" y="1953384"/>
                    <a:pt x="1743240" y="1952878"/>
                  </a:cubicBezTo>
                  <a:close/>
                  <a:moveTo>
                    <a:pt x="1678161" y="1952625"/>
                  </a:moveTo>
                  <a:cubicBezTo>
                    <a:pt x="1664993" y="1953131"/>
                    <a:pt x="1658663" y="1966046"/>
                    <a:pt x="1664234" y="1974655"/>
                  </a:cubicBezTo>
                  <a:cubicBezTo>
                    <a:pt x="1671324" y="1985544"/>
                    <a:pt x="1689556" y="1981239"/>
                    <a:pt x="1691835" y="1968325"/>
                  </a:cubicBezTo>
                  <a:cubicBezTo>
                    <a:pt x="1692848" y="1962247"/>
                    <a:pt x="1689303" y="1953131"/>
                    <a:pt x="1678161" y="1952625"/>
                  </a:cubicBezTo>
                  <a:close/>
                  <a:moveTo>
                    <a:pt x="1613842" y="1952625"/>
                  </a:moveTo>
                  <a:cubicBezTo>
                    <a:pt x="1599914" y="1953384"/>
                    <a:pt x="1595103" y="1966805"/>
                    <a:pt x="1599914" y="1974655"/>
                  </a:cubicBezTo>
                  <a:cubicBezTo>
                    <a:pt x="1606752" y="1985544"/>
                    <a:pt x="1624984" y="1981239"/>
                    <a:pt x="1627263" y="1968325"/>
                  </a:cubicBezTo>
                  <a:cubicBezTo>
                    <a:pt x="1628276" y="1961994"/>
                    <a:pt x="1624731" y="1953131"/>
                    <a:pt x="1613842" y="1952625"/>
                  </a:cubicBezTo>
                  <a:close/>
                  <a:moveTo>
                    <a:pt x="42828" y="2054928"/>
                  </a:moveTo>
                  <a:cubicBezTo>
                    <a:pt x="43082" y="2054928"/>
                    <a:pt x="43082" y="2055181"/>
                    <a:pt x="42828" y="2054928"/>
                  </a:cubicBezTo>
                  <a:cubicBezTo>
                    <a:pt x="44348" y="2053915"/>
                    <a:pt x="45867" y="2046065"/>
                    <a:pt x="46627" y="2041507"/>
                  </a:cubicBezTo>
                  <a:cubicBezTo>
                    <a:pt x="46627" y="2041254"/>
                    <a:pt x="49159" y="2027326"/>
                    <a:pt x="47893" y="2026567"/>
                  </a:cubicBezTo>
                  <a:cubicBezTo>
                    <a:pt x="46120" y="2028339"/>
                    <a:pt x="41816" y="2051636"/>
                    <a:pt x="42828" y="2054928"/>
                  </a:cubicBezTo>
                  <a:close/>
                  <a:moveTo>
                    <a:pt x="37511" y="2058473"/>
                  </a:moveTo>
                  <a:cubicBezTo>
                    <a:pt x="38270" y="2057460"/>
                    <a:pt x="40043" y="2049610"/>
                    <a:pt x="40803" y="2045052"/>
                  </a:cubicBezTo>
                  <a:cubicBezTo>
                    <a:pt x="40803" y="2044799"/>
                    <a:pt x="43335" y="2030871"/>
                    <a:pt x="42322" y="2030112"/>
                  </a:cubicBezTo>
                  <a:cubicBezTo>
                    <a:pt x="41309" y="2031378"/>
                    <a:pt x="35991" y="2057207"/>
                    <a:pt x="37511" y="2058473"/>
                  </a:cubicBezTo>
                  <a:close/>
                  <a:moveTo>
                    <a:pt x="33712" y="2061765"/>
                  </a:moveTo>
                  <a:cubicBezTo>
                    <a:pt x="34219" y="2060752"/>
                    <a:pt x="35738" y="2052396"/>
                    <a:pt x="36498" y="2048344"/>
                  </a:cubicBezTo>
                  <a:cubicBezTo>
                    <a:pt x="36498" y="2048091"/>
                    <a:pt x="39030" y="2034163"/>
                    <a:pt x="38524" y="2033404"/>
                  </a:cubicBezTo>
                  <a:cubicBezTo>
                    <a:pt x="38017" y="2034670"/>
                    <a:pt x="32953" y="2060752"/>
                    <a:pt x="33712" y="2061765"/>
                  </a:cubicBezTo>
                  <a:close/>
                  <a:moveTo>
                    <a:pt x="36751" y="2036696"/>
                  </a:moveTo>
                  <a:cubicBezTo>
                    <a:pt x="36498" y="2038468"/>
                    <a:pt x="36245" y="2039987"/>
                    <a:pt x="35738" y="2041760"/>
                  </a:cubicBezTo>
                  <a:lnTo>
                    <a:pt x="32446" y="2060499"/>
                  </a:lnTo>
                  <a:cubicBezTo>
                    <a:pt x="32193" y="2062018"/>
                    <a:pt x="31940" y="2063538"/>
                    <a:pt x="31687" y="2065310"/>
                  </a:cubicBezTo>
                  <a:cubicBezTo>
                    <a:pt x="32699" y="2060752"/>
                    <a:pt x="33206" y="2056194"/>
                    <a:pt x="34219" y="2051889"/>
                  </a:cubicBezTo>
                  <a:cubicBezTo>
                    <a:pt x="35232" y="2046825"/>
                    <a:pt x="36245" y="2041760"/>
                    <a:pt x="36751" y="2036696"/>
                  </a:cubicBezTo>
                  <a:close/>
                  <a:moveTo>
                    <a:pt x="4926543" y="2098483"/>
                  </a:moveTo>
                  <a:cubicBezTo>
                    <a:pt x="4925277" y="2089620"/>
                    <a:pt x="4923757" y="2080757"/>
                    <a:pt x="4922238" y="2071641"/>
                  </a:cubicBezTo>
                  <a:lnTo>
                    <a:pt x="4926543" y="2098483"/>
                  </a:lnTo>
                  <a:lnTo>
                    <a:pt x="4926543" y="2098483"/>
                  </a:lnTo>
                  <a:close/>
                  <a:moveTo>
                    <a:pt x="4923757" y="2083796"/>
                  </a:moveTo>
                  <a:cubicBezTo>
                    <a:pt x="4922998" y="2077971"/>
                    <a:pt x="4921225" y="2068602"/>
                    <a:pt x="4920719" y="2067336"/>
                  </a:cubicBezTo>
                  <a:cubicBezTo>
                    <a:pt x="4920212" y="2068349"/>
                    <a:pt x="4924770" y="2094431"/>
                    <a:pt x="4925277" y="2095697"/>
                  </a:cubicBezTo>
                  <a:cubicBezTo>
                    <a:pt x="4925530" y="2095444"/>
                    <a:pt x="4924264" y="2087341"/>
                    <a:pt x="4923757" y="2083796"/>
                  </a:cubicBezTo>
                  <a:close/>
                  <a:moveTo>
                    <a:pt x="4920972" y="2080250"/>
                  </a:moveTo>
                  <a:cubicBezTo>
                    <a:pt x="4920212" y="2074679"/>
                    <a:pt x="4918439" y="2065057"/>
                    <a:pt x="4917680" y="2063791"/>
                  </a:cubicBezTo>
                  <a:cubicBezTo>
                    <a:pt x="4917680" y="2063791"/>
                    <a:pt x="4917680" y="2063791"/>
                    <a:pt x="4917680" y="2063791"/>
                  </a:cubicBezTo>
                  <a:cubicBezTo>
                    <a:pt x="4917173" y="2065057"/>
                    <a:pt x="4920465" y="2090886"/>
                    <a:pt x="4922238" y="2092152"/>
                  </a:cubicBezTo>
                  <a:cubicBezTo>
                    <a:pt x="4922744" y="2091139"/>
                    <a:pt x="4921225" y="2082023"/>
                    <a:pt x="4920972" y="2080250"/>
                  </a:cubicBezTo>
                  <a:close/>
                  <a:moveTo>
                    <a:pt x="4912109" y="2060246"/>
                  </a:moveTo>
                  <a:cubicBezTo>
                    <a:pt x="4911096" y="2061512"/>
                    <a:pt x="4914388" y="2087088"/>
                    <a:pt x="4916920" y="2088607"/>
                  </a:cubicBezTo>
                  <a:cubicBezTo>
                    <a:pt x="4917680" y="2087594"/>
                    <a:pt x="4916414" y="2078478"/>
                    <a:pt x="4916161" y="2076452"/>
                  </a:cubicBezTo>
                  <a:cubicBezTo>
                    <a:pt x="4915401" y="2070881"/>
                    <a:pt x="4913628" y="2061512"/>
                    <a:pt x="4912109" y="2060246"/>
                  </a:cubicBezTo>
                  <a:cubicBezTo>
                    <a:pt x="4912362" y="2060246"/>
                    <a:pt x="4912362" y="2060246"/>
                    <a:pt x="4912109" y="2060246"/>
                  </a:cubicBezTo>
                  <a:close/>
                  <a:moveTo>
                    <a:pt x="4909323" y="2072907"/>
                  </a:moveTo>
                  <a:cubicBezTo>
                    <a:pt x="4908564" y="2066830"/>
                    <a:pt x="4906538" y="2057713"/>
                    <a:pt x="4905019" y="2056447"/>
                  </a:cubicBezTo>
                  <a:cubicBezTo>
                    <a:pt x="4905019" y="2056447"/>
                    <a:pt x="4904765" y="2056447"/>
                    <a:pt x="4904765" y="2056447"/>
                  </a:cubicBezTo>
                  <a:cubicBezTo>
                    <a:pt x="4902993" y="2058726"/>
                    <a:pt x="4907551" y="2084555"/>
                    <a:pt x="4909830" y="2084809"/>
                  </a:cubicBezTo>
                  <a:cubicBezTo>
                    <a:pt x="4910843" y="2084049"/>
                    <a:pt x="4909577" y="2074173"/>
                    <a:pt x="4909323" y="2072907"/>
                  </a:cubicBezTo>
                  <a:close/>
                  <a:moveTo>
                    <a:pt x="4895902" y="2052902"/>
                  </a:moveTo>
                  <a:cubicBezTo>
                    <a:pt x="4895902" y="2052902"/>
                    <a:pt x="4895649" y="2052902"/>
                    <a:pt x="4895902" y="2052902"/>
                  </a:cubicBezTo>
                  <a:cubicBezTo>
                    <a:pt x="4893117" y="2053408"/>
                    <a:pt x="4897169" y="2078478"/>
                    <a:pt x="4900207" y="2081263"/>
                  </a:cubicBezTo>
                  <a:cubicBezTo>
                    <a:pt x="4901727" y="2082529"/>
                    <a:pt x="4901980" y="2077212"/>
                    <a:pt x="4900714" y="2069362"/>
                  </a:cubicBezTo>
                  <a:cubicBezTo>
                    <a:pt x="4899954" y="2063538"/>
                    <a:pt x="4897928" y="2054168"/>
                    <a:pt x="4895902" y="2052902"/>
                  </a:cubicBezTo>
                  <a:close/>
                  <a:moveTo>
                    <a:pt x="4889825" y="2065563"/>
                  </a:moveTo>
                  <a:cubicBezTo>
                    <a:pt x="4889066" y="2059486"/>
                    <a:pt x="4886786" y="2050370"/>
                    <a:pt x="4884507" y="2049104"/>
                  </a:cubicBezTo>
                  <a:cubicBezTo>
                    <a:pt x="4884507" y="2049104"/>
                    <a:pt x="4884254" y="2049104"/>
                    <a:pt x="4884254" y="2049104"/>
                  </a:cubicBezTo>
                  <a:cubicBezTo>
                    <a:pt x="4880962" y="2049863"/>
                    <a:pt x="4885014" y="2074679"/>
                    <a:pt x="4888559" y="2077465"/>
                  </a:cubicBezTo>
                  <a:cubicBezTo>
                    <a:pt x="4890585" y="2078731"/>
                    <a:pt x="4890838" y="2073413"/>
                    <a:pt x="4889825" y="2065563"/>
                  </a:cubicBezTo>
                  <a:close/>
                  <a:moveTo>
                    <a:pt x="4871339" y="2045305"/>
                  </a:moveTo>
                  <a:cubicBezTo>
                    <a:pt x="4871339" y="2045305"/>
                    <a:pt x="4871086" y="2045305"/>
                    <a:pt x="4871086" y="2045305"/>
                  </a:cubicBezTo>
                  <a:cubicBezTo>
                    <a:pt x="4867288" y="2046065"/>
                    <a:pt x="4871339" y="2070881"/>
                    <a:pt x="4875391" y="2073667"/>
                  </a:cubicBezTo>
                  <a:cubicBezTo>
                    <a:pt x="4877417" y="2074933"/>
                    <a:pt x="4877924" y="2069615"/>
                    <a:pt x="4876910" y="2061765"/>
                  </a:cubicBezTo>
                  <a:cubicBezTo>
                    <a:pt x="4876404" y="2055688"/>
                    <a:pt x="4874125" y="2046571"/>
                    <a:pt x="4871339" y="2045305"/>
                  </a:cubicBezTo>
                  <a:close/>
                  <a:moveTo>
                    <a:pt x="4856146" y="2041507"/>
                  </a:moveTo>
                  <a:cubicBezTo>
                    <a:pt x="4852347" y="2042013"/>
                    <a:pt x="4855640" y="2065310"/>
                    <a:pt x="4860197" y="2069362"/>
                  </a:cubicBezTo>
                  <a:cubicBezTo>
                    <a:pt x="4862477" y="2071641"/>
                    <a:pt x="4863743" y="2066070"/>
                    <a:pt x="4862730" y="2057967"/>
                  </a:cubicBezTo>
                  <a:cubicBezTo>
                    <a:pt x="4861970" y="2051889"/>
                    <a:pt x="4859438" y="2042773"/>
                    <a:pt x="4856652" y="2041507"/>
                  </a:cubicBezTo>
                  <a:cubicBezTo>
                    <a:pt x="4856399" y="2041507"/>
                    <a:pt x="4856146" y="2041507"/>
                    <a:pt x="4856146" y="2041507"/>
                  </a:cubicBezTo>
                  <a:close/>
                  <a:moveTo>
                    <a:pt x="4839686" y="2037962"/>
                  </a:moveTo>
                  <a:cubicBezTo>
                    <a:pt x="4839686" y="2037962"/>
                    <a:pt x="4839433" y="2037962"/>
                    <a:pt x="4839180" y="2037962"/>
                  </a:cubicBezTo>
                  <a:cubicBezTo>
                    <a:pt x="4834875" y="2038468"/>
                    <a:pt x="4838167" y="2061765"/>
                    <a:pt x="4842978" y="2065817"/>
                  </a:cubicBezTo>
                  <a:cubicBezTo>
                    <a:pt x="4845511" y="2068096"/>
                    <a:pt x="4847030" y="2062525"/>
                    <a:pt x="4846017" y="2054421"/>
                  </a:cubicBezTo>
                  <a:cubicBezTo>
                    <a:pt x="4845257" y="2048091"/>
                    <a:pt x="4842725" y="2038975"/>
                    <a:pt x="4839686" y="2037962"/>
                  </a:cubicBezTo>
                  <a:close/>
                  <a:moveTo>
                    <a:pt x="4820948" y="2034163"/>
                  </a:moveTo>
                  <a:cubicBezTo>
                    <a:pt x="4820694" y="2034163"/>
                    <a:pt x="4820694" y="2034163"/>
                    <a:pt x="4820441" y="2034163"/>
                  </a:cubicBezTo>
                  <a:cubicBezTo>
                    <a:pt x="4815377" y="2034923"/>
                    <a:pt x="4818668" y="2057713"/>
                    <a:pt x="4824239" y="2062018"/>
                  </a:cubicBezTo>
                  <a:cubicBezTo>
                    <a:pt x="4827025" y="2064297"/>
                    <a:pt x="4828798" y="2058726"/>
                    <a:pt x="4827785" y="2050623"/>
                  </a:cubicBezTo>
                  <a:cubicBezTo>
                    <a:pt x="4827025" y="2044546"/>
                    <a:pt x="4824493" y="2035429"/>
                    <a:pt x="4820948" y="2034163"/>
                  </a:cubicBezTo>
                  <a:close/>
                  <a:moveTo>
                    <a:pt x="4800436" y="2030365"/>
                  </a:moveTo>
                  <a:cubicBezTo>
                    <a:pt x="4800183" y="2030365"/>
                    <a:pt x="4800183" y="2030365"/>
                    <a:pt x="4799930" y="2030365"/>
                  </a:cubicBezTo>
                  <a:cubicBezTo>
                    <a:pt x="4794612" y="2031125"/>
                    <a:pt x="4797651" y="2053915"/>
                    <a:pt x="4803728" y="2058220"/>
                  </a:cubicBezTo>
                  <a:cubicBezTo>
                    <a:pt x="4806767" y="2060499"/>
                    <a:pt x="4808793" y="2054928"/>
                    <a:pt x="4807780" y="2046825"/>
                  </a:cubicBezTo>
                  <a:cubicBezTo>
                    <a:pt x="4807020" y="2040747"/>
                    <a:pt x="4804235" y="2031631"/>
                    <a:pt x="4800436" y="2030365"/>
                  </a:cubicBezTo>
                  <a:close/>
                  <a:moveTo>
                    <a:pt x="4778406" y="2026567"/>
                  </a:moveTo>
                  <a:cubicBezTo>
                    <a:pt x="4778152" y="2026567"/>
                    <a:pt x="4778152" y="2026567"/>
                    <a:pt x="4777899" y="2026567"/>
                  </a:cubicBezTo>
                  <a:cubicBezTo>
                    <a:pt x="4772328" y="2027073"/>
                    <a:pt x="4774860" y="2048597"/>
                    <a:pt x="4780938" y="2053915"/>
                  </a:cubicBezTo>
                  <a:cubicBezTo>
                    <a:pt x="4784483" y="2057207"/>
                    <a:pt x="4787015" y="2051636"/>
                    <a:pt x="4786002" y="2042773"/>
                  </a:cubicBezTo>
                  <a:cubicBezTo>
                    <a:pt x="4785243" y="2036949"/>
                    <a:pt x="4782457" y="2027833"/>
                    <a:pt x="4778406" y="2026567"/>
                  </a:cubicBezTo>
                  <a:close/>
                  <a:moveTo>
                    <a:pt x="4754602" y="2023021"/>
                  </a:moveTo>
                  <a:cubicBezTo>
                    <a:pt x="4754349" y="2023021"/>
                    <a:pt x="4754096" y="2023021"/>
                    <a:pt x="4754096" y="2023021"/>
                  </a:cubicBezTo>
                  <a:cubicBezTo>
                    <a:pt x="4748019" y="2023528"/>
                    <a:pt x="4750297" y="2045052"/>
                    <a:pt x="4757135" y="2050370"/>
                  </a:cubicBezTo>
                  <a:cubicBezTo>
                    <a:pt x="4760933" y="2053408"/>
                    <a:pt x="4763718" y="2048091"/>
                    <a:pt x="4762706" y="2039228"/>
                  </a:cubicBezTo>
                  <a:cubicBezTo>
                    <a:pt x="4761693" y="2033150"/>
                    <a:pt x="4758907" y="2024034"/>
                    <a:pt x="4754602" y="2023021"/>
                  </a:cubicBezTo>
                  <a:close/>
                  <a:moveTo>
                    <a:pt x="4737383" y="2035683"/>
                  </a:moveTo>
                  <a:cubicBezTo>
                    <a:pt x="4736877" y="2030112"/>
                    <a:pt x="4734091" y="2020489"/>
                    <a:pt x="4729027" y="2019223"/>
                  </a:cubicBezTo>
                  <a:cubicBezTo>
                    <a:pt x="4728774" y="2019223"/>
                    <a:pt x="4728520" y="2019223"/>
                    <a:pt x="4728520" y="2019223"/>
                  </a:cubicBezTo>
                  <a:cubicBezTo>
                    <a:pt x="4722189" y="2019983"/>
                    <a:pt x="4724469" y="2041254"/>
                    <a:pt x="4731306" y="2046571"/>
                  </a:cubicBezTo>
                  <a:cubicBezTo>
                    <a:pt x="4735357" y="2049863"/>
                    <a:pt x="4738143" y="2044546"/>
                    <a:pt x="4737383" y="2035683"/>
                  </a:cubicBezTo>
                  <a:close/>
                  <a:moveTo>
                    <a:pt x="4710541" y="2031884"/>
                  </a:moveTo>
                  <a:cubicBezTo>
                    <a:pt x="4710035" y="2025807"/>
                    <a:pt x="4706996" y="2016691"/>
                    <a:pt x="4701931" y="2015678"/>
                  </a:cubicBezTo>
                  <a:cubicBezTo>
                    <a:pt x="4701678" y="2015678"/>
                    <a:pt x="4701425" y="2015678"/>
                    <a:pt x="4701172" y="2015678"/>
                  </a:cubicBezTo>
                  <a:cubicBezTo>
                    <a:pt x="4694335" y="2016437"/>
                    <a:pt x="4696614" y="2037709"/>
                    <a:pt x="4703957" y="2043026"/>
                  </a:cubicBezTo>
                  <a:cubicBezTo>
                    <a:pt x="4708262" y="2046065"/>
                    <a:pt x="4711301" y="2040747"/>
                    <a:pt x="4710541" y="2031884"/>
                  </a:cubicBezTo>
                  <a:close/>
                  <a:moveTo>
                    <a:pt x="4681927" y="2028339"/>
                  </a:moveTo>
                  <a:cubicBezTo>
                    <a:pt x="4681420" y="2022262"/>
                    <a:pt x="4678128" y="2013146"/>
                    <a:pt x="4673064" y="2012133"/>
                  </a:cubicBezTo>
                  <a:cubicBezTo>
                    <a:pt x="4672810" y="2012133"/>
                    <a:pt x="4672557" y="2012133"/>
                    <a:pt x="4672304" y="2012133"/>
                  </a:cubicBezTo>
                  <a:cubicBezTo>
                    <a:pt x="4665720" y="2012639"/>
                    <a:pt x="4666986" y="2032644"/>
                    <a:pt x="4674077" y="2038975"/>
                  </a:cubicBezTo>
                  <a:cubicBezTo>
                    <a:pt x="4679141" y="2043026"/>
                    <a:pt x="4682939" y="2037709"/>
                    <a:pt x="4681927" y="2028339"/>
                  </a:cubicBezTo>
                  <a:close/>
                  <a:moveTo>
                    <a:pt x="4652046" y="2024541"/>
                  </a:moveTo>
                  <a:cubicBezTo>
                    <a:pt x="4651540" y="2018463"/>
                    <a:pt x="4648248" y="2009347"/>
                    <a:pt x="4642930" y="2008334"/>
                  </a:cubicBezTo>
                  <a:cubicBezTo>
                    <a:pt x="4642677" y="2008334"/>
                    <a:pt x="4642423" y="2008334"/>
                    <a:pt x="4642170" y="2008334"/>
                  </a:cubicBezTo>
                  <a:cubicBezTo>
                    <a:pt x="4634827" y="2008841"/>
                    <a:pt x="4636093" y="2028592"/>
                    <a:pt x="4643943" y="2035176"/>
                  </a:cubicBezTo>
                  <a:cubicBezTo>
                    <a:pt x="4648754" y="2039481"/>
                    <a:pt x="4653059" y="2034163"/>
                    <a:pt x="4652046" y="2024541"/>
                  </a:cubicBezTo>
                  <a:close/>
                  <a:moveTo>
                    <a:pt x="4620646" y="2020996"/>
                  </a:moveTo>
                  <a:cubicBezTo>
                    <a:pt x="4620139" y="2014918"/>
                    <a:pt x="4616848" y="2005802"/>
                    <a:pt x="4611023" y="2004789"/>
                  </a:cubicBezTo>
                  <a:cubicBezTo>
                    <a:pt x="4610770" y="2004789"/>
                    <a:pt x="4610517" y="2004789"/>
                    <a:pt x="4610264" y="2004789"/>
                  </a:cubicBezTo>
                  <a:cubicBezTo>
                    <a:pt x="4602920" y="2005296"/>
                    <a:pt x="4603933" y="2025301"/>
                    <a:pt x="4611783" y="2031631"/>
                  </a:cubicBezTo>
                  <a:cubicBezTo>
                    <a:pt x="4616848" y="2035683"/>
                    <a:pt x="4621406" y="2030365"/>
                    <a:pt x="4620646" y="2020996"/>
                  </a:cubicBezTo>
                  <a:close/>
                  <a:moveTo>
                    <a:pt x="4587473" y="2017450"/>
                  </a:moveTo>
                  <a:cubicBezTo>
                    <a:pt x="4586967" y="2011373"/>
                    <a:pt x="4583675" y="2002257"/>
                    <a:pt x="4577598" y="2001244"/>
                  </a:cubicBezTo>
                  <a:cubicBezTo>
                    <a:pt x="4577344" y="2001244"/>
                    <a:pt x="4577091" y="2001244"/>
                    <a:pt x="4576838" y="2001244"/>
                  </a:cubicBezTo>
                  <a:cubicBezTo>
                    <a:pt x="4569241" y="2001751"/>
                    <a:pt x="4570254" y="2021755"/>
                    <a:pt x="4578104" y="2028086"/>
                  </a:cubicBezTo>
                  <a:cubicBezTo>
                    <a:pt x="4583675" y="2032138"/>
                    <a:pt x="4588233" y="2026820"/>
                    <a:pt x="4587473" y="2017450"/>
                  </a:cubicBezTo>
                  <a:close/>
                  <a:moveTo>
                    <a:pt x="4553035" y="2013905"/>
                  </a:moveTo>
                  <a:cubicBezTo>
                    <a:pt x="4552528" y="2007828"/>
                    <a:pt x="4549236" y="1998712"/>
                    <a:pt x="4542905" y="1997699"/>
                  </a:cubicBezTo>
                  <a:cubicBezTo>
                    <a:pt x="4542652" y="1997699"/>
                    <a:pt x="4542399" y="1997699"/>
                    <a:pt x="4542146" y="1997699"/>
                  </a:cubicBezTo>
                  <a:cubicBezTo>
                    <a:pt x="4534296" y="1998205"/>
                    <a:pt x="4534549" y="2016437"/>
                    <a:pt x="4542652" y="2023781"/>
                  </a:cubicBezTo>
                  <a:cubicBezTo>
                    <a:pt x="4548223" y="2029099"/>
                    <a:pt x="4553794" y="2023781"/>
                    <a:pt x="4553035" y="2013905"/>
                  </a:cubicBezTo>
                  <a:close/>
                  <a:moveTo>
                    <a:pt x="4517077" y="2010360"/>
                  </a:moveTo>
                  <a:cubicBezTo>
                    <a:pt x="4516570" y="2004283"/>
                    <a:pt x="4513025" y="1995167"/>
                    <a:pt x="4506441" y="1994154"/>
                  </a:cubicBezTo>
                  <a:cubicBezTo>
                    <a:pt x="4506188" y="1994154"/>
                    <a:pt x="4505935" y="1994154"/>
                    <a:pt x="4505681" y="1994154"/>
                  </a:cubicBezTo>
                  <a:cubicBezTo>
                    <a:pt x="4497578" y="1994660"/>
                    <a:pt x="4497578" y="2012892"/>
                    <a:pt x="4505935" y="2020236"/>
                  </a:cubicBezTo>
                  <a:cubicBezTo>
                    <a:pt x="4511759" y="2025554"/>
                    <a:pt x="4517583" y="2020236"/>
                    <a:pt x="4517077" y="2010360"/>
                  </a:cubicBezTo>
                  <a:close/>
                  <a:moveTo>
                    <a:pt x="4479599" y="2006815"/>
                  </a:moveTo>
                  <a:cubicBezTo>
                    <a:pt x="4479346" y="2000738"/>
                    <a:pt x="4475548" y="1991621"/>
                    <a:pt x="4468710" y="1990609"/>
                  </a:cubicBezTo>
                  <a:cubicBezTo>
                    <a:pt x="4468457" y="1990609"/>
                    <a:pt x="4468204" y="1990609"/>
                    <a:pt x="4467697" y="1990609"/>
                  </a:cubicBezTo>
                  <a:cubicBezTo>
                    <a:pt x="4459341" y="1991115"/>
                    <a:pt x="4459341" y="2009347"/>
                    <a:pt x="4467697" y="2016691"/>
                  </a:cubicBezTo>
                  <a:cubicBezTo>
                    <a:pt x="4474028" y="2022008"/>
                    <a:pt x="4480359" y="2016691"/>
                    <a:pt x="4479599" y="2006815"/>
                  </a:cubicBezTo>
                  <a:close/>
                  <a:moveTo>
                    <a:pt x="4440855" y="2003270"/>
                  </a:moveTo>
                  <a:cubicBezTo>
                    <a:pt x="4440602" y="1997192"/>
                    <a:pt x="4436804" y="1988076"/>
                    <a:pt x="4429967" y="1987063"/>
                  </a:cubicBezTo>
                  <a:cubicBezTo>
                    <a:pt x="4429713" y="1987063"/>
                    <a:pt x="4429207" y="1987063"/>
                    <a:pt x="4428954" y="1987063"/>
                  </a:cubicBezTo>
                  <a:cubicBezTo>
                    <a:pt x="4420091" y="1987570"/>
                    <a:pt x="4420091" y="2005802"/>
                    <a:pt x="4428701" y="2013146"/>
                  </a:cubicBezTo>
                  <a:cubicBezTo>
                    <a:pt x="4435031" y="2018463"/>
                    <a:pt x="4441362" y="2013399"/>
                    <a:pt x="4440855" y="2003270"/>
                  </a:cubicBezTo>
                  <a:close/>
                  <a:moveTo>
                    <a:pt x="4400593" y="1999978"/>
                  </a:moveTo>
                  <a:cubicBezTo>
                    <a:pt x="4400340" y="1993900"/>
                    <a:pt x="4396541" y="1984784"/>
                    <a:pt x="4389451" y="1983771"/>
                  </a:cubicBezTo>
                  <a:cubicBezTo>
                    <a:pt x="4389198" y="1983771"/>
                    <a:pt x="4388691" y="1983771"/>
                    <a:pt x="4388438" y="1983771"/>
                  </a:cubicBezTo>
                  <a:cubicBezTo>
                    <a:pt x="4379322" y="1984278"/>
                    <a:pt x="4379068" y="2002510"/>
                    <a:pt x="4387931" y="2009854"/>
                  </a:cubicBezTo>
                  <a:cubicBezTo>
                    <a:pt x="4394515" y="2015171"/>
                    <a:pt x="4401099" y="2009854"/>
                    <a:pt x="4400593" y="1999978"/>
                  </a:cubicBezTo>
                  <a:close/>
                  <a:moveTo>
                    <a:pt x="4359064" y="1996433"/>
                  </a:moveTo>
                  <a:cubicBezTo>
                    <a:pt x="4358811" y="1990355"/>
                    <a:pt x="4355012" y="1981239"/>
                    <a:pt x="4347415" y="1980226"/>
                  </a:cubicBezTo>
                  <a:cubicBezTo>
                    <a:pt x="4347162" y="1980226"/>
                    <a:pt x="4346655" y="1980226"/>
                    <a:pt x="4346402" y="1980226"/>
                  </a:cubicBezTo>
                  <a:cubicBezTo>
                    <a:pt x="4337793" y="1980733"/>
                    <a:pt x="4336780" y="1997699"/>
                    <a:pt x="4344883" y="2005549"/>
                  </a:cubicBezTo>
                  <a:cubicBezTo>
                    <a:pt x="4351973" y="2012133"/>
                    <a:pt x="4359570" y="2007068"/>
                    <a:pt x="4359064" y="1996433"/>
                  </a:cubicBezTo>
                  <a:close/>
                  <a:moveTo>
                    <a:pt x="4316268" y="1993141"/>
                  </a:moveTo>
                  <a:cubicBezTo>
                    <a:pt x="4316015" y="1987063"/>
                    <a:pt x="4312217" y="1977947"/>
                    <a:pt x="4304620" y="1976934"/>
                  </a:cubicBezTo>
                  <a:cubicBezTo>
                    <a:pt x="4304367" y="1976934"/>
                    <a:pt x="4303861" y="1976934"/>
                    <a:pt x="4303607" y="1976934"/>
                  </a:cubicBezTo>
                  <a:cubicBezTo>
                    <a:pt x="4294491" y="1977441"/>
                    <a:pt x="4293478" y="1994407"/>
                    <a:pt x="4301835" y="2002257"/>
                  </a:cubicBezTo>
                  <a:cubicBezTo>
                    <a:pt x="4308672" y="2008588"/>
                    <a:pt x="4316775" y="2003776"/>
                    <a:pt x="4316268" y="1993141"/>
                  </a:cubicBezTo>
                  <a:close/>
                  <a:moveTo>
                    <a:pt x="4272207" y="1989849"/>
                  </a:moveTo>
                  <a:lnTo>
                    <a:pt x="4272207" y="1989849"/>
                  </a:lnTo>
                  <a:cubicBezTo>
                    <a:pt x="4271954" y="1983771"/>
                    <a:pt x="4268156" y="1974655"/>
                    <a:pt x="4260306" y="1973642"/>
                  </a:cubicBezTo>
                  <a:cubicBezTo>
                    <a:pt x="4260052" y="1973642"/>
                    <a:pt x="4259546" y="1973642"/>
                    <a:pt x="4259293" y="1973642"/>
                  </a:cubicBezTo>
                  <a:cubicBezTo>
                    <a:pt x="4249670" y="1974149"/>
                    <a:pt x="4248404" y="1990862"/>
                    <a:pt x="4257520" y="1998965"/>
                  </a:cubicBezTo>
                  <a:cubicBezTo>
                    <a:pt x="4264610" y="2005549"/>
                    <a:pt x="4272713" y="2000484"/>
                    <a:pt x="4272207" y="1989849"/>
                  </a:cubicBezTo>
                  <a:close/>
                  <a:moveTo>
                    <a:pt x="4226880" y="1986557"/>
                  </a:moveTo>
                  <a:cubicBezTo>
                    <a:pt x="4226627" y="1980986"/>
                    <a:pt x="4223081" y="1971617"/>
                    <a:pt x="4214471" y="1970350"/>
                  </a:cubicBezTo>
                  <a:cubicBezTo>
                    <a:pt x="4214218" y="1970350"/>
                    <a:pt x="4213712" y="1970350"/>
                    <a:pt x="4213459" y="1970350"/>
                  </a:cubicBezTo>
                  <a:cubicBezTo>
                    <a:pt x="4203583" y="1970857"/>
                    <a:pt x="4202317" y="1987570"/>
                    <a:pt x="4211433" y="1995673"/>
                  </a:cubicBezTo>
                  <a:cubicBezTo>
                    <a:pt x="4218777" y="2002004"/>
                    <a:pt x="4227133" y="1997192"/>
                    <a:pt x="4226880" y="1986557"/>
                  </a:cubicBezTo>
                  <a:close/>
                  <a:moveTo>
                    <a:pt x="4180286" y="1983265"/>
                  </a:moveTo>
                  <a:cubicBezTo>
                    <a:pt x="4180033" y="1977188"/>
                    <a:pt x="4176234" y="1968071"/>
                    <a:pt x="4167878" y="1967059"/>
                  </a:cubicBezTo>
                  <a:cubicBezTo>
                    <a:pt x="4167625" y="1967059"/>
                    <a:pt x="4167118" y="1967059"/>
                    <a:pt x="4166865" y="1967059"/>
                  </a:cubicBezTo>
                  <a:cubicBezTo>
                    <a:pt x="4156736" y="1967818"/>
                    <a:pt x="4155217" y="1984278"/>
                    <a:pt x="4164586" y="1992381"/>
                  </a:cubicBezTo>
                  <a:cubicBezTo>
                    <a:pt x="4171930" y="1998965"/>
                    <a:pt x="4180793" y="1993900"/>
                    <a:pt x="4180286" y="1983265"/>
                  </a:cubicBezTo>
                  <a:close/>
                  <a:moveTo>
                    <a:pt x="4132679" y="1979973"/>
                  </a:moveTo>
                  <a:cubicBezTo>
                    <a:pt x="4132426" y="1973896"/>
                    <a:pt x="4128628" y="1964779"/>
                    <a:pt x="4120018" y="1963767"/>
                  </a:cubicBezTo>
                  <a:cubicBezTo>
                    <a:pt x="4108876" y="1963767"/>
                    <a:pt x="4107357" y="1979973"/>
                    <a:pt x="4115460" y="1988329"/>
                  </a:cubicBezTo>
                  <a:cubicBezTo>
                    <a:pt x="4123057" y="1996180"/>
                    <a:pt x="4132933" y="1991368"/>
                    <a:pt x="4132679" y="1979973"/>
                  </a:cubicBezTo>
                  <a:close/>
                  <a:moveTo>
                    <a:pt x="4083807" y="1976934"/>
                  </a:moveTo>
                  <a:cubicBezTo>
                    <a:pt x="4083807" y="1970857"/>
                    <a:pt x="4079755" y="1961741"/>
                    <a:pt x="4071146" y="1960728"/>
                  </a:cubicBezTo>
                  <a:cubicBezTo>
                    <a:pt x="4070892" y="1960728"/>
                    <a:pt x="4070386" y="1960728"/>
                    <a:pt x="4069880" y="1960728"/>
                  </a:cubicBezTo>
                  <a:cubicBezTo>
                    <a:pt x="4059751" y="1961234"/>
                    <a:pt x="4057471" y="1976681"/>
                    <a:pt x="4066081" y="1985291"/>
                  </a:cubicBezTo>
                  <a:cubicBezTo>
                    <a:pt x="4073931" y="1992887"/>
                    <a:pt x="4084060" y="1988076"/>
                    <a:pt x="4083807" y="1976934"/>
                  </a:cubicBezTo>
                  <a:close/>
                  <a:moveTo>
                    <a:pt x="4033922" y="1973642"/>
                  </a:moveTo>
                  <a:cubicBezTo>
                    <a:pt x="4033922" y="1967565"/>
                    <a:pt x="4029870" y="1958702"/>
                    <a:pt x="4020754" y="1957436"/>
                  </a:cubicBezTo>
                  <a:cubicBezTo>
                    <a:pt x="4020501" y="1957436"/>
                    <a:pt x="4019994" y="1957436"/>
                    <a:pt x="4019488" y="1957436"/>
                  </a:cubicBezTo>
                  <a:cubicBezTo>
                    <a:pt x="4009359" y="1957942"/>
                    <a:pt x="4006826" y="1973389"/>
                    <a:pt x="4015689" y="1981999"/>
                  </a:cubicBezTo>
                  <a:cubicBezTo>
                    <a:pt x="4023539" y="1989596"/>
                    <a:pt x="4033922" y="1984784"/>
                    <a:pt x="4033922" y="1973642"/>
                  </a:cubicBezTo>
                  <a:close/>
                  <a:moveTo>
                    <a:pt x="3982770" y="1970604"/>
                  </a:moveTo>
                  <a:cubicBezTo>
                    <a:pt x="3982770" y="1964526"/>
                    <a:pt x="3978718" y="1955663"/>
                    <a:pt x="3969602" y="1954397"/>
                  </a:cubicBezTo>
                  <a:cubicBezTo>
                    <a:pt x="3969349" y="1954397"/>
                    <a:pt x="3968842" y="1954397"/>
                    <a:pt x="3968336" y="1954397"/>
                  </a:cubicBezTo>
                  <a:cubicBezTo>
                    <a:pt x="3957954" y="1955157"/>
                    <a:pt x="3955421" y="1970350"/>
                    <a:pt x="3964284" y="1978960"/>
                  </a:cubicBezTo>
                  <a:cubicBezTo>
                    <a:pt x="3972387" y="1986810"/>
                    <a:pt x="3982770" y="1981999"/>
                    <a:pt x="3982770" y="1970604"/>
                  </a:cubicBezTo>
                  <a:close/>
                  <a:moveTo>
                    <a:pt x="3930605" y="1967565"/>
                  </a:moveTo>
                  <a:cubicBezTo>
                    <a:pt x="3930605" y="1961488"/>
                    <a:pt x="3926554" y="1952625"/>
                    <a:pt x="3917184" y="1951358"/>
                  </a:cubicBezTo>
                  <a:cubicBezTo>
                    <a:pt x="3916931" y="1951358"/>
                    <a:pt x="3916425" y="1951358"/>
                    <a:pt x="3915918" y="1951358"/>
                  </a:cubicBezTo>
                  <a:cubicBezTo>
                    <a:pt x="3905283" y="1952118"/>
                    <a:pt x="3902497" y="1967312"/>
                    <a:pt x="3911613" y="1975921"/>
                  </a:cubicBezTo>
                  <a:cubicBezTo>
                    <a:pt x="3919970" y="1983518"/>
                    <a:pt x="3930605" y="1978960"/>
                    <a:pt x="3930605" y="1967565"/>
                  </a:cubicBezTo>
                  <a:close/>
                  <a:moveTo>
                    <a:pt x="3877681" y="1964526"/>
                  </a:moveTo>
                  <a:cubicBezTo>
                    <a:pt x="3877681" y="1958449"/>
                    <a:pt x="3873630" y="1949586"/>
                    <a:pt x="3864007" y="1948320"/>
                  </a:cubicBezTo>
                  <a:cubicBezTo>
                    <a:pt x="3863501" y="1948320"/>
                    <a:pt x="3862994" y="1948320"/>
                    <a:pt x="3862741" y="1948320"/>
                  </a:cubicBezTo>
                  <a:cubicBezTo>
                    <a:pt x="3851852" y="1949079"/>
                    <a:pt x="3849067" y="1964273"/>
                    <a:pt x="3858183" y="1972883"/>
                  </a:cubicBezTo>
                  <a:cubicBezTo>
                    <a:pt x="3866286" y="1980733"/>
                    <a:pt x="3877428" y="1975668"/>
                    <a:pt x="3877681" y="1964526"/>
                  </a:cubicBezTo>
                  <a:close/>
                  <a:moveTo>
                    <a:pt x="3802726" y="1969084"/>
                  </a:moveTo>
                  <a:cubicBezTo>
                    <a:pt x="3810830" y="1977947"/>
                    <a:pt x="3823491" y="1973389"/>
                    <a:pt x="3823491" y="1961741"/>
                  </a:cubicBezTo>
                  <a:cubicBezTo>
                    <a:pt x="3823491" y="1955663"/>
                    <a:pt x="3819439" y="1946800"/>
                    <a:pt x="3809563" y="1945534"/>
                  </a:cubicBezTo>
                  <a:cubicBezTo>
                    <a:pt x="3797409" y="1945787"/>
                    <a:pt x="3794623" y="1960475"/>
                    <a:pt x="3802726" y="1969084"/>
                  </a:cubicBezTo>
                  <a:close/>
                  <a:moveTo>
                    <a:pt x="3768287" y="1958955"/>
                  </a:moveTo>
                  <a:cubicBezTo>
                    <a:pt x="3768287" y="1952878"/>
                    <a:pt x="3764236" y="1944015"/>
                    <a:pt x="3754360" y="1943002"/>
                  </a:cubicBezTo>
                  <a:cubicBezTo>
                    <a:pt x="3741952" y="1943002"/>
                    <a:pt x="3739167" y="1957942"/>
                    <a:pt x="3747017" y="1966552"/>
                  </a:cubicBezTo>
                  <a:cubicBezTo>
                    <a:pt x="3755626" y="1975162"/>
                    <a:pt x="3768034" y="1970857"/>
                    <a:pt x="3768287" y="1958955"/>
                  </a:cubicBezTo>
                  <a:close/>
                  <a:moveTo>
                    <a:pt x="3712325" y="1956170"/>
                  </a:moveTo>
                  <a:cubicBezTo>
                    <a:pt x="3712578" y="1950092"/>
                    <a:pt x="3708273" y="1941230"/>
                    <a:pt x="3698397" y="1940217"/>
                  </a:cubicBezTo>
                  <a:cubicBezTo>
                    <a:pt x="3685483" y="1940217"/>
                    <a:pt x="3682697" y="1955157"/>
                    <a:pt x="3690800" y="1963767"/>
                  </a:cubicBezTo>
                  <a:cubicBezTo>
                    <a:pt x="3699157" y="1972376"/>
                    <a:pt x="3712071" y="1967818"/>
                    <a:pt x="3712325" y="1956170"/>
                  </a:cubicBezTo>
                  <a:close/>
                  <a:moveTo>
                    <a:pt x="3655602" y="1953384"/>
                  </a:moveTo>
                  <a:cubicBezTo>
                    <a:pt x="3655855" y="1947307"/>
                    <a:pt x="3651550" y="1938444"/>
                    <a:pt x="3641421" y="1937431"/>
                  </a:cubicBezTo>
                  <a:cubicBezTo>
                    <a:pt x="3628507" y="1937431"/>
                    <a:pt x="3625468" y="1952371"/>
                    <a:pt x="3633572" y="1960981"/>
                  </a:cubicBezTo>
                  <a:cubicBezTo>
                    <a:pt x="3641675" y="1969591"/>
                    <a:pt x="3655095" y="1965033"/>
                    <a:pt x="3655602" y="1953384"/>
                  </a:cubicBezTo>
                  <a:close/>
                  <a:moveTo>
                    <a:pt x="3597614" y="1950599"/>
                  </a:moveTo>
                  <a:cubicBezTo>
                    <a:pt x="3597867" y="1944521"/>
                    <a:pt x="3593562" y="1935659"/>
                    <a:pt x="3583433" y="1934646"/>
                  </a:cubicBezTo>
                  <a:cubicBezTo>
                    <a:pt x="3570265" y="1934646"/>
                    <a:pt x="3567226" y="1949586"/>
                    <a:pt x="3575330" y="1958196"/>
                  </a:cubicBezTo>
                  <a:cubicBezTo>
                    <a:pt x="3583939" y="1967059"/>
                    <a:pt x="3597107" y="1962500"/>
                    <a:pt x="3597614" y="1950599"/>
                  </a:cubicBezTo>
                  <a:close/>
                  <a:moveTo>
                    <a:pt x="3539118" y="1948067"/>
                  </a:moveTo>
                  <a:cubicBezTo>
                    <a:pt x="3539371" y="1942496"/>
                    <a:pt x="3535573" y="1933126"/>
                    <a:pt x="3524684" y="1932113"/>
                  </a:cubicBezTo>
                  <a:cubicBezTo>
                    <a:pt x="3511263" y="1932113"/>
                    <a:pt x="3507971" y="1947054"/>
                    <a:pt x="3516328" y="1955663"/>
                  </a:cubicBezTo>
                  <a:cubicBezTo>
                    <a:pt x="3524937" y="1964273"/>
                    <a:pt x="3538612" y="1959715"/>
                    <a:pt x="3539118" y="1948067"/>
                  </a:cubicBezTo>
                  <a:close/>
                  <a:moveTo>
                    <a:pt x="3479610" y="1945534"/>
                  </a:moveTo>
                  <a:cubicBezTo>
                    <a:pt x="3479863" y="1939963"/>
                    <a:pt x="3476065" y="1930594"/>
                    <a:pt x="3464923" y="1929581"/>
                  </a:cubicBezTo>
                  <a:cubicBezTo>
                    <a:pt x="3451502" y="1929581"/>
                    <a:pt x="3447957" y="1944521"/>
                    <a:pt x="3456567" y="1953131"/>
                  </a:cubicBezTo>
                  <a:cubicBezTo>
                    <a:pt x="3465176" y="1961741"/>
                    <a:pt x="3479104" y="1957183"/>
                    <a:pt x="3479610" y="1945534"/>
                  </a:cubicBezTo>
                  <a:close/>
                  <a:moveTo>
                    <a:pt x="3419595" y="1943002"/>
                  </a:moveTo>
                  <a:cubicBezTo>
                    <a:pt x="3419849" y="1936925"/>
                    <a:pt x="3415544" y="1928062"/>
                    <a:pt x="3404909" y="1927049"/>
                  </a:cubicBezTo>
                  <a:cubicBezTo>
                    <a:pt x="3391994" y="1927302"/>
                    <a:pt x="3387942" y="1940723"/>
                    <a:pt x="3395286" y="1949586"/>
                  </a:cubicBezTo>
                  <a:cubicBezTo>
                    <a:pt x="3403389" y="1959462"/>
                    <a:pt x="3418836" y="1955410"/>
                    <a:pt x="3419595" y="1943002"/>
                  </a:cubicBezTo>
                  <a:close/>
                  <a:moveTo>
                    <a:pt x="3358568" y="1940470"/>
                  </a:moveTo>
                  <a:cubicBezTo>
                    <a:pt x="3358821" y="1934899"/>
                    <a:pt x="3355276" y="1925529"/>
                    <a:pt x="3343881" y="1924517"/>
                  </a:cubicBezTo>
                  <a:cubicBezTo>
                    <a:pt x="3330713" y="1924770"/>
                    <a:pt x="3326662" y="1938191"/>
                    <a:pt x="3334005" y="1947054"/>
                  </a:cubicBezTo>
                  <a:cubicBezTo>
                    <a:pt x="3342362" y="1957183"/>
                    <a:pt x="3357809" y="1953131"/>
                    <a:pt x="3358568" y="1940470"/>
                  </a:cubicBezTo>
                  <a:close/>
                  <a:moveTo>
                    <a:pt x="3282094" y="1922238"/>
                  </a:moveTo>
                  <a:cubicBezTo>
                    <a:pt x="3268673" y="1922491"/>
                    <a:pt x="3264368" y="1935912"/>
                    <a:pt x="3271965" y="1944775"/>
                  </a:cubicBezTo>
                  <a:cubicBezTo>
                    <a:pt x="3280575" y="1954904"/>
                    <a:pt x="3296021" y="1950599"/>
                    <a:pt x="3296781" y="1938191"/>
                  </a:cubicBezTo>
                  <a:cubicBezTo>
                    <a:pt x="3297288" y="1932620"/>
                    <a:pt x="3293489" y="1923250"/>
                    <a:pt x="3282094" y="1922238"/>
                  </a:cubicBezTo>
                  <a:close/>
                  <a:moveTo>
                    <a:pt x="3219547" y="1919958"/>
                  </a:moveTo>
                  <a:cubicBezTo>
                    <a:pt x="3206126" y="1920212"/>
                    <a:pt x="3201821" y="1933633"/>
                    <a:pt x="3209165" y="1942496"/>
                  </a:cubicBezTo>
                  <a:cubicBezTo>
                    <a:pt x="3217521" y="1952371"/>
                    <a:pt x="3233475" y="1948067"/>
                    <a:pt x="3234488" y="1935912"/>
                  </a:cubicBezTo>
                  <a:cubicBezTo>
                    <a:pt x="3234994" y="1929834"/>
                    <a:pt x="3230689" y="1920971"/>
                    <a:pt x="3219547" y="1919958"/>
                  </a:cubicBezTo>
                  <a:close/>
                  <a:moveTo>
                    <a:pt x="3156494" y="1917680"/>
                  </a:moveTo>
                  <a:cubicBezTo>
                    <a:pt x="3142820" y="1917933"/>
                    <a:pt x="3138515" y="1931607"/>
                    <a:pt x="3145858" y="1940217"/>
                  </a:cubicBezTo>
                  <a:cubicBezTo>
                    <a:pt x="3154468" y="1950346"/>
                    <a:pt x="3170421" y="1946041"/>
                    <a:pt x="3171181" y="1933633"/>
                  </a:cubicBezTo>
                  <a:cubicBezTo>
                    <a:pt x="3171941" y="1928062"/>
                    <a:pt x="3168142" y="1918692"/>
                    <a:pt x="3156494" y="1917680"/>
                  </a:cubicBezTo>
                  <a:close/>
                  <a:moveTo>
                    <a:pt x="3092934" y="1915654"/>
                  </a:moveTo>
                  <a:cubicBezTo>
                    <a:pt x="3079007" y="1915907"/>
                    <a:pt x="3074449" y="1929581"/>
                    <a:pt x="3082045" y="1938191"/>
                  </a:cubicBezTo>
                  <a:cubicBezTo>
                    <a:pt x="3090655" y="1948067"/>
                    <a:pt x="3106862" y="1944015"/>
                    <a:pt x="3107875" y="1931607"/>
                  </a:cubicBezTo>
                  <a:cubicBezTo>
                    <a:pt x="3108381" y="1925783"/>
                    <a:pt x="3104583" y="1916667"/>
                    <a:pt x="3092934" y="1915654"/>
                  </a:cubicBezTo>
                  <a:close/>
                  <a:moveTo>
                    <a:pt x="3028615" y="1913628"/>
                  </a:moveTo>
                  <a:cubicBezTo>
                    <a:pt x="3014687" y="1913881"/>
                    <a:pt x="3010129" y="1927555"/>
                    <a:pt x="3017726" y="1936165"/>
                  </a:cubicBezTo>
                  <a:cubicBezTo>
                    <a:pt x="3026083" y="1946041"/>
                    <a:pt x="3042796" y="1941736"/>
                    <a:pt x="3043808" y="1929328"/>
                  </a:cubicBezTo>
                  <a:cubicBezTo>
                    <a:pt x="3044315" y="1923757"/>
                    <a:pt x="3040516" y="1914641"/>
                    <a:pt x="3028615" y="1913628"/>
                  </a:cubicBezTo>
                  <a:close/>
                  <a:moveTo>
                    <a:pt x="2963789" y="1911602"/>
                  </a:moveTo>
                  <a:cubicBezTo>
                    <a:pt x="2949861" y="1911855"/>
                    <a:pt x="2945050" y="1925529"/>
                    <a:pt x="2952647" y="1934139"/>
                  </a:cubicBezTo>
                  <a:cubicBezTo>
                    <a:pt x="2961003" y="1944015"/>
                    <a:pt x="2977970" y="1939710"/>
                    <a:pt x="2978983" y="1927302"/>
                  </a:cubicBezTo>
                  <a:cubicBezTo>
                    <a:pt x="2979489" y="1921478"/>
                    <a:pt x="2975184" y="1912615"/>
                    <a:pt x="2963789" y="1911602"/>
                  </a:cubicBezTo>
                  <a:close/>
                  <a:moveTo>
                    <a:pt x="2898457" y="1909829"/>
                  </a:moveTo>
                  <a:cubicBezTo>
                    <a:pt x="2884529" y="1910083"/>
                    <a:pt x="2879718" y="1923757"/>
                    <a:pt x="2887062" y="1932366"/>
                  </a:cubicBezTo>
                  <a:cubicBezTo>
                    <a:pt x="2895671" y="1942496"/>
                    <a:pt x="2912384" y="1938191"/>
                    <a:pt x="2913397" y="1925529"/>
                  </a:cubicBezTo>
                  <a:cubicBezTo>
                    <a:pt x="2914157" y="1919958"/>
                    <a:pt x="2910612" y="1910589"/>
                    <a:pt x="2898457" y="1909829"/>
                  </a:cubicBezTo>
                  <a:close/>
                  <a:moveTo>
                    <a:pt x="2832871" y="1908057"/>
                  </a:moveTo>
                  <a:cubicBezTo>
                    <a:pt x="2818437" y="1908310"/>
                    <a:pt x="2813626" y="1921984"/>
                    <a:pt x="2821223" y="1930594"/>
                  </a:cubicBezTo>
                  <a:cubicBezTo>
                    <a:pt x="2829832" y="1940470"/>
                    <a:pt x="2846799" y="1936165"/>
                    <a:pt x="2848065" y="1923757"/>
                  </a:cubicBezTo>
                  <a:cubicBezTo>
                    <a:pt x="2848571" y="1918186"/>
                    <a:pt x="2845026" y="1908816"/>
                    <a:pt x="2832871" y="1908057"/>
                  </a:cubicBezTo>
                  <a:close/>
                  <a:moveTo>
                    <a:pt x="2766526" y="1906284"/>
                  </a:moveTo>
                  <a:cubicBezTo>
                    <a:pt x="2752345" y="1906538"/>
                    <a:pt x="2747281" y="1920212"/>
                    <a:pt x="2754878" y="1928821"/>
                  </a:cubicBezTo>
                  <a:cubicBezTo>
                    <a:pt x="2763487" y="1938697"/>
                    <a:pt x="2780454" y="1934392"/>
                    <a:pt x="2781973" y="1921984"/>
                  </a:cubicBezTo>
                  <a:cubicBezTo>
                    <a:pt x="2782479" y="1915907"/>
                    <a:pt x="2778174" y="1907044"/>
                    <a:pt x="2766526" y="1906284"/>
                  </a:cubicBezTo>
                  <a:close/>
                  <a:moveTo>
                    <a:pt x="2714868" y="1920212"/>
                  </a:moveTo>
                  <a:cubicBezTo>
                    <a:pt x="2715374" y="1914641"/>
                    <a:pt x="2711829" y="1905271"/>
                    <a:pt x="2699674" y="1904512"/>
                  </a:cubicBezTo>
                  <a:cubicBezTo>
                    <a:pt x="2685241" y="1904765"/>
                    <a:pt x="2680176" y="1918439"/>
                    <a:pt x="2687773" y="1927049"/>
                  </a:cubicBezTo>
                  <a:cubicBezTo>
                    <a:pt x="2696636" y="1937178"/>
                    <a:pt x="2713602" y="1932873"/>
                    <a:pt x="2714868" y="1920212"/>
                  </a:cubicBezTo>
                  <a:close/>
                  <a:moveTo>
                    <a:pt x="2619655" y="1924517"/>
                  </a:moveTo>
                  <a:cubicBezTo>
                    <a:pt x="2627758" y="1935912"/>
                    <a:pt x="2646244" y="1932113"/>
                    <a:pt x="2648016" y="1918692"/>
                  </a:cubicBezTo>
                  <a:cubicBezTo>
                    <a:pt x="2648776" y="1913121"/>
                    <a:pt x="2645231" y="1903752"/>
                    <a:pt x="2632823" y="1902992"/>
                  </a:cubicBezTo>
                  <a:cubicBezTo>
                    <a:pt x="2618642" y="1903246"/>
                    <a:pt x="2613324" y="1915907"/>
                    <a:pt x="2619655" y="1924517"/>
                  </a:cubicBezTo>
                  <a:close/>
                  <a:moveTo>
                    <a:pt x="2552044" y="1922997"/>
                  </a:moveTo>
                  <a:cubicBezTo>
                    <a:pt x="2559894" y="1934139"/>
                    <a:pt x="2578886" y="1930341"/>
                    <a:pt x="2580658" y="1917173"/>
                  </a:cubicBezTo>
                  <a:cubicBezTo>
                    <a:pt x="2581418" y="1911602"/>
                    <a:pt x="2577873" y="1902233"/>
                    <a:pt x="2565465" y="1901473"/>
                  </a:cubicBezTo>
                  <a:cubicBezTo>
                    <a:pt x="2550271" y="1901979"/>
                    <a:pt x="2546473" y="1915147"/>
                    <a:pt x="2552044" y="1922997"/>
                  </a:cubicBezTo>
                  <a:close/>
                  <a:moveTo>
                    <a:pt x="2484179" y="1921731"/>
                  </a:moveTo>
                  <a:cubicBezTo>
                    <a:pt x="2492029" y="1932873"/>
                    <a:pt x="2511021" y="1929075"/>
                    <a:pt x="2512794" y="1915907"/>
                  </a:cubicBezTo>
                  <a:cubicBezTo>
                    <a:pt x="2513553" y="1909829"/>
                    <a:pt x="2509248" y="1900967"/>
                    <a:pt x="2497347" y="1900207"/>
                  </a:cubicBezTo>
                  <a:cubicBezTo>
                    <a:pt x="2483419" y="1900460"/>
                    <a:pt x="2477848" y="1913121"/>
                    <a:pt x="2484179" y="1921731"/>
                  </a:cubicBezTo>
                  <a:close/>
                  <a:moveTo>
                    <a:pt x="2429482" y="1898941"/>
                  </a:moveTo>
                  <a:cubicBezTo>
                    <a:pt x="2415555" y="1899194"/>
                    <a:pt x="2409731" y="1911855"/>
                    <a:pt x="2416062" y="1920465"/>
                  </a:cubicBezTo>
                  <a:cubicBezTo>
                    <a:pt x="2423911" y="1931607"/>
                    <a:pt x="2442903" y="1927555"/>
                    <a:pt x="2444676" y="1914641"/>
                  </a:cubicBezTo>
                  <a:cubicBezTo>
                    <a:pt x="2445182" y="1908816"/>
                    <a:pt x="2441890" y="1899700"/>
                    <a:pt x="2429482" y="1898941"/>
                  </a:cubicBezTo>
                  <a:close/>
                  <a:moveTo>
                    <a:pt x="2361111" y="1897675"/>
                  </a:moveTo>
                  <a:cubicBezTo>
                    <a:pt x="2346931" y="1898181"/>
                    <a:pt x="2341106" y="1910589"/>
                    <a:pt x="2347437" y="1919199"/>
                  </a:cubicBezTo>
                  <a:cubicBezTo>
                    <a:pt x="2355540" y="1930341"/>
                    <a:pt x="2374532" y="1926542"/>
                    <a:pt x="2376305" y="1913121"/>
                  </a:cubicBezTo>
                  <a:cubicBezTo>
                    <a:pt x="2377065" y="1907804"/>
                    <a:pt x="2373520" y="1898434"/>
                    <a:pt x="2361111" y="1897675"/>
                  </a:cubicBezTo>
                  <a:close/>
                  <a:moveTo>
                    <a:pt x="2292234" y="1896662"/>
                  </a:moveTo>
                  <a:cubicBezTo>
                    <a:pt x="2278053" y="1897168"/>
                    <a:pt x="2272229" y="1909576"/>
                    <a:pt x="2278560" y="1918186"/>
                  </a:cubicBezTo>
                  <a:cubicBezTo>
                    <a:pt x="2286410" y="1929328"/>
                    <a:pt x="2305655" y="1925276"/>
                    <a:pt x="2307681" y="1912109"/>
                  </a:cubicBezTo>
                  <a:cubicBezTo>
                    <a:pt x="2308441" y="1906284"/>
                    <a:pt x="2304389" y="1897421"/>
                    <a:pt x="2292234" y="1896662"/>
                  </a:cubicBezTo>
                  <a:close/>
                  <a:moveTo>
                    <a:pt x="2223610" y="1895649"/>
                  </a:moveTo>
                  <a:cubicBezTo>
                    <a:pt x="2209429" y="1896155"/>
                    <a:pt x="2203605" y="1908563"/>
                    <a:pt x="2209682" y="1917173"/>
                  </a:cubicBezTo>
                  <a:cubicBezTo>
                    <a:pt x="2217532" y="1928315"/>
                    <a:pt x="2236778" y="1924263"/>
                    <a:pt x="2238803" y="1911096"/>
                  </a:cubicBezTo>
                  <a:cubicBezTo>
                    <a:pt x="2239563" y="1905525"/>
                    <a:pt x="2236018" y="1896408"/>
                    <a:pt x="2223610" y="1895649"/>
                  </a:cubicBezTo>
                  <a:close/>
                  <a:moveTo>
                    <a:pt x="2154479" y="1894636"/>
                  </a:moveTo>
                  <a:cubicBezTo>
                    <a:pt x="2140045" y="1895142"/>
                    <a:pt x="2133968" y="1907550"/>
                    <a:pt x="2140298" y="1916160"/>
                  </a:cubicBezTo>
                  <a:cubicBezTo>
                    <a:pt x="2148402" y="1927302"/>
                    <a:pt x="2167394" y="1923504"/>
                    <a:pt x="2169419" y="1910083"/>
                  </a:cubicBezTo>
                  <a:cubicBezTo>
                    <a:pt x="2170432" y="1904512"/>
                    <a:pt x="2167140" y="1895396"/>
                    <a:pt x="2154479" y="1894636"/>
                  </a:cubicBezTo>
                  <a:close/>
                  <a:moveTo>
                    <a:pt x="2085602" y="1893876"/>
                  </a:moveTo>
                  <a:cubicBezTo>
                    <a:pt x="2070155" y="1894383"/>
                    <a:pt x="2065850" y="1907804"/>
                    <a:pt x="2071168" y="1915654"/>
                  </a:cubicBezTo>
                  <a:cubicBezTo>
                    <a:pt x="2079018" y="1926795"/>
                    <a:pt x="2098516" y="1922744"/>
                    <a:pt x="2100542" y="1909576"/>
                  </a:cubicBezTo>
                  <a:cubicBezTo>
                    <a:pt x="2101302" y="1903752"/>
                    <a:pt x="2098263" y="1894636"/>
                    <a:pt x="2085602" y="1893876"/>
                  </a:cubicBezTo>
                  <a:close/>
                  <a:moveTo>
                    <a:pt x="2016218" y="1893117"/>
                  </a:moveTo>
                  <a:cubicBezTo>
                    <a:pt x="2002037" y="1893623"/>
                    <a:pt x="1995960" y="1906031"/>
                    <a:pt x="2002037" y="1914894"/>
                  </a:cubicBezTo>
                  <a:cubicBezTo>
                    <a:pt x="2009634" y="1926036"/>
                    <a:pt x="2029132" y="1921984"/>
                    <a:pt x="2031411" y="1908816"/>
                  </a:cubicBezTo>
                  <a:cubicBezTo>
                    <a:pt x="2032171" y="1902739"/>
                    <a:pt x="2028373" y="1893876"/>
                    <a:pt x="2016218" y="1893117"/>
                  </a:cubicBezTo>
                  <a:close/>
                  <a:moveTo>
                    <a:pt x="1947847" y="1892610"/>
                  </a:moveTo>
                  <a:cubicBezTo>
                    <a:pt x="1933919" y="1893117"/>
                    <a:pt x="1927842" y="1905778"/>
                    <a:pt x="1933666" y="1914387"/>
                  </a:cubicBezTo>
                  <a:cubicBezTo>
                    <a:pt x="1941010" y="1925529"/>
                    <a:pt x="1960255" y="1921225"/>
                    <a:pt x="1962534" y="1908057"/>
                  </a:cubicBezTo>
                  <a:cubicBezTo>
                    <a:pt x="1963293" y="1902486"/>
                    <a:pt x="1960255" y="1893370"/>
                    <a:pt x="1947847" y="1892610"/>
                  </a:cubicBezTo>
                  <a:close/>
                  <a:moveTo>
                    <a:pt x="1880235" y="1892104"/>
                  </a:moveTo>
                  <a:cubicBezTo>
                    <a:pt x="1866308" y="1892610"/>
                    <a:pt x="1860231" y="1905271"/>
                    <a:pt x="1866055" y="1913881"/>
                  </a:cubicBezTo>
                  <a:cubicBezTo>
                    <a:pt x="1873398" y="1924770"/>
                    <a:pt x="1892390" y="1920718"/>
                    <a:pt x="1894669" y="1907550"/>
                  </a:cubicBezTo>
                  <a:cubicBezTo>
                    <a:pt x="1895682" y="1901979"/>
                    <a:pt x="1892643" y="1892863"/>
                    <a:pt x="1880235" y="1892104"/>
                  </a:cubicBezTo>
                  <a:close/>
                  <a:moveTo>
                    <a:pt x="1813384" y="1891850"/>
                  </a:moveTo>
                  <a:cubicBezTo>
                    <a:pt x="1799710" y="1892357"/>
                    <a:pt x="1793632" y="1905018"/>
                    <a:pt x="1799203" y="1913628"/>
                  </a:cubicBezTo>
                  <a:cubicBezTo>
                    <a:pt x="1806294" y="1924770"/>
                    <a:pt x="1825032" y="1920465"/>
                    <a:pt x="1827564" y="1907297"/>
                  </a:cubicBezTo>
                  <a:cubicBezTo>
                    <a:pt x="1828831" y="1901220"/>
                    <a:pt x="1825032" y="1892357"/>
                    <a:pt x="1813384" y="1891850"/>
                  </a:cubicBezTo>
                  <a:close/>
                  <a:moveTo>
                    <a:pt x="1747545" y="1891344"/>
                  </a:moveTo>
                  <a:cubicBezTo>
                    <a:pt x="1734124" y="1891850"/>
                    <a:pt x="1728047" y="1904512"/>
                    <a:pt x="1733618" y="1913121"/>
                  </a:cubicBezTo>
                  <a:cubicBezTo>
                    <a:pt x="1740708" y="1924010"/>
                    <a:pt x="1758940" y="1919958"/>
                    <a:pt x="1761472" y="1906791"/>
                  </a:cubicBezTo>
                  <a:cubicBezTo>
                    <a:pt x="1762485" y="1901220"/>
                    <a:pt x="1759447" y="1892104"/>
                    <a:pt x="1747545" y="1891344"/>
                  </a:cubicBezTo>
                  <a:close/>
                  <a:moveTo>
                    <a:pt x="1696140" y="1906791"/>
                  </a:moveTo>
                  <a:cubicBezTo>
                    <a:pt x="1697153" y="1901220"/>
                    <a:pt x="1694368" y="1892104"/>
                    <a:pt x="1682719" y="1891344"/>
                  </a:cubicBezTo>
                  <a:cubicBezTo>
                    <a:pt x="1669298" y="1891850"/>
                    <a:pt x="1663221" y="1904512"/>
                    <a:pt x="1668539" y="1913121"/>
                  </a:cubicBezTo>
                  <a:cubicBezTo>
                    <a:pt x="1675629" y="1924010"/>
                    <a:pt x="1693861" y="1919705"/>
                    <a:pt x="1696140" y="1906791"/>
                  </a:cubicBezTo>
                  <a:close/>
                  <a:moveTo>
                    <a:pt x="1618906" y="1891344"/>
                  </a:moveTo>
                  <a:cubicBezTo>
                    <a:pt x="1604726" y="1892104"/>
                    <a:pt x="1600168" y="1905271"/>
                    <a:pt x="1604726" y="1913121"/>
                  </a:cubicBezTo>
                  <a:cubicBezTo>
                    <a:pt x="1611310" y="1924010"/>
                    <a:pt x="1629542" y="1919705"/>
                    <a:pt x="1632074" y="1906791"/>
                  </a:cubicBezTo>
                  <a:cubicBezTo>
                    <a:pt x="1633087" y="1900967"/>
                    <a:pt x="1630301" y="1891850"/>
                    <a:pt x="1618906" y="1891344"/>
                  </a:cubicBezTo>
                  <a:close/>
                  <a:moveTo>
                    <a:pt x="54224" y="1968325"/>
                  </a:moveTo>
                  <a:cubicBezTo>
                    <a:pt x="53211" y="1969591"/>
                    <a:pt x="47133" y="1995420"/>
                    <a:pt x="48653" y="1996433"/>
                  </a:cubicBezTo>
                  <a:cubicBezTo>
                    <a:pt x="49412" y="1995420"/>
                    <a:pt x="51438" y="1987317"/>
                    <a:pt x="52198" y="1983012"/>
                  </a:cubicBezTo>
                  <a:cubicBezTo>
                    <a:pt x="52198" y="1982505"/>
                    <a:pt x="54983" y="1969084"/>
                    <a:pt x="54224" y="1968325"/>
                  </a:cubicBezTo>
                  <a:close/>
                  <a:moveTo>
                    <a:pt x="48146" y="1986304"/>
                  </a:moveTo>
                  <a:cubicBezTo>
                    <a:pt x="48146" y="1986050"/>
                    <a:pt x="50932" y="1972376"/>
                    <a:pt x="50425" y="1971617"/>
                  </a:cubicBezTo>
                  <a:cubicBezTo>
                    <a:pt x="49666" y="1972883"/>
                    <a:pt x="44095" y="1998712"/>
                    <a:pt x="44854" y="1999725"/>
                  </a:cubicBezTo>
                  <a:cubicBezTo>
                    <a:pt x="45361" y="1998712"/>
                    <a:pt x="47133" y="1990609"/>
                    <a:pt x="48146" y="1986304"/>
                  </a:cubicBezTo>
                  <a:close/>
                  <a:moveTo>
                    <a:pt x="4915907" y="2034670"/>
                  </a:moveTo>
                  <a:cubicBezTo>
                    <a:pt x="4914641" y="2027073"/>
                    <a:pt x="4913122" y="2019223"/>
                    <a:pt x="4911603" y="2011626"/>
                  </a:cubicBezTo>
                  <a:lnTo>
                    <a:pt x="4915907" y="2034923"/>
                  </a:lnTo>
                  <a:cubicBezTo>
                    <a:pt x="4915907" y="2034923"/>
                    <a:pt x="4915907" y="2034670"/>
                    <a:pt x="4915907" y="2034670"/>
                  </a:cubicBezTo>
                  <a:close/>
                  <a:moveTo>
                    <a:pt x="4913375" y="2022008"/>
                  </a:moveTo>
                  <a:cubicBezTo>
                    <a:pt x="4912362" y="2016437"/>
                    <a:pt x="4910590" y="2007068"/>
                    <a:pt x="4910083" y="2005802"/>
                  </a:cubicBezTo>
                  <a:cubicBezTo>
                    <a:pt x="4910083" y="2005802"/>
                    <a:pt x="4914135" y="2031884"/>
                    <a:pt x="4915401" y="2033910"/>
                  </a:cubicBezTo>
                  <a:cubicBezTo>
                    <a:pt x="4915148" y="2031884"/>
                    <a:pt x="4913628" y="2024288"/>
                    <a:pt x="4913375" y="2022008"/>
                  </a:cubicBezTo>
                  <a:close/>
                  <a:moveTo>
                    <a:pt x="4910336" y="2018463"/>
                  </a:moveTo>
                  <a:cubicBezTo>
                    <a:pt x="4909323" y="2012892"/>
                    <a:pt x="4907297" y="2003523"/>
                    <a:pt x="4906538" y="2002257"/>
                  </a:cubicBezTo>
                  <a:cubicBezTo>
                    <a:pt x="4906538" y="2002257"/>
                    <a:pt x="4906538" y="2002257"/>
                    <a:pt x="4906538" y="2002257"/>
                  </a:cubicBezTo>
                  <a:cubicBezTo>
                    <a:pt x="4906032" y="2003523"/>
                    <a:pt x="4910083" y="2029099"/>
                    <a:pt x="4911856" y="2030365"/>
                  </a:cubicBezTo>
                  <a:cubicBezTo>
                    <a:pt x="4912362" y="2029352"/>
                    <a:pt x="4910843" y="2020236"/>
                    <a:pt x="4910336" y="2018463"/>
                  </a:cubicBezTo>
                  <a:close/>
                  <a:moveTo>
                    <a:pt x="4901220" y="1998712"/>
                  </a:moveTo>
                  <a:cubicBezTo>
                    <a:pt x="4900207" y="1999725"/>
                    <a:pt x="4904006" y="2025301"/>
                    <a:pt x="4906538" y="2026820"/>
                  </a:cubicBezTo>
                  <a:cubicBezTo>
                    <a:pt x="4907297" y="2025807"/>
                    <a:pt x="4905778" y="2016691"/>
                    <a:pt x="4905525" y="2014918"/>
                  </a:cubicBezTo>
                  <a:cubicBezTo>
                    <a:pt x="4904765" y="2009347"/>
                    <a:pt x="4902740" y="1999978"/>
                    <a:pt x="4901220" y="1998712"/>
                  </a:cubicBezTo>
                  <a:cubicBezTo>
                    <a:pt x="4901473" y="1998712"/>
                    <a:pt x="4901473" y="1998712"/>
                    <a:pt x="4901220" y="1998712"/>
                  </a:cubicBezTo>
                  <a:close/>
                  <a:moveTo>
                    <a:pt x="4894383" y="1995167"/>
                  </a:moveTo>
                  <a:cubicBezTo>
                    <a:pt x="4894130" y="1995167"/>
                    <a:pt x="4894130" y="1995167"/>
                    <a:pt x="4894383" y="1995167"/>
                  </a:cubicBezTo>
                  <a:cubicBezTo>
                    <a:pt x="4894130" y="1995167"/>
                    <a:pt x="4894130" y="1995167"/>
                    <a:pt x="4894130" y="1995167"/>
                  </a:cubicBezTo>
                  <a:cubicBezTo>
                    <a:pt x="4892611" y="1997446"/>
                    <a:pt x="4897675" y="2023021"/>
                    <a:pt x="4899701" y="2023275"/>
                  </a:cubicBezTo>
                  <a:cubicBezTo>
                    <a:pt x="4900967" y="2022262"/>
                    <a:pt x="4899194" y="2012386"/>
                    <a:pt x="4898941" y="2011373"/>
                  </a:cubicBezTo>
                  <a:cubicBezTo>
                    <a:pt x="4897928" y="2005296"/>
                    <a:pt x="4895649" y="1996180"/>
                    <a:pt x="4894383" y="1995167"/>
                  </a:cubicBezTo>
                  <a:close/>
                  <a:moveTo>
                    <a:pt x="4885014" y="1991368"/>
                  </a:moveTo>
                  <a:cubicBezTo>
                    <a:pt x="4885014" y="1991368"/>
                    <a:pt x="4885014" y="1991368"/>
                    <a:pt x="4885014" y="1991368"/>
                  </a:cubicBezTo>
                  <a:cubicBezTo>
                    <a:pt x="4882481" y="1991875"/>
                    <a:pt x="4887040" y="2016944"/>
                    <a:pt x="4889825" y="2019476"/>
                  </a:cubicBezTo>
                  <a:cubicBezTo>
                    <a:pt x="4891344" y="2020742"/>
                    <a:pt x="4891344" y="2015425"/>
                    <a:pt x="4890078" y="2007828"/>
                  </a:cubicBezTo>
                  <a:cubicBezTo>
                    <a:pt x="4889319" y="2002004"/>
                    <a:pt x="4887040" y="1992634"/>
                    <a:pt x="4885014" y="1991368"/>
                  </a:cubicBezTo>
                  <a:close/>
                  <a:moveTo>
                    <a:pt x="4873872" y="1987570"/>
                  </a:moveTo>
                  <a:cubicBezTo>
                    <a:pt x="4873872" y="1987570"/>
                    <a:pt x="4873619" y="1987570"/>
                    <a:pt x="4873619" y="1987570"/>
                  </a:cubicBezTo>
                  <a:cubicBezTo>
                    <a:pt x="4870580" y="1988329"/>
                    <a:pt x="4874885" y="2012892"/>
                    <a:pt x="4878683" y="2015678"/>
                  </a:cubicBezTo>
                  <a:cubicBezTo>
                    <a:pt x="4880456" y="2016944"/>
                    <a:pt x="4880709" y="2011879"/>
                    <a:pt x="4879443" y="2004029"/>
                  </a:cubicBezTo>
                  <a:cubicBezTo>
                    <a:pt x="4878430" y="1997952"/>
                    <a:pt x="4876151" y="1988836"/>
                    <a:pt x="4873872" y="1987570"/>
                  </a:cubicBezTo>
                  <a:close/>
                  <a:moveTo>
                    <a:pt x="4860704" y="1984025"/>
                  </a:moveTo>
                  <a:cubicBezTo>
                    <a:pt x="4860704" y="1984025"/>
                    <a:pt x="4860451" y="1984025"/>
                    <a:pt x="4860451" y="1984025"/>
                  </a:cubicBezTo>
                  <a:cubicBezTo>
                    <a:pt x="4856906" y="1984784"/>
                    <a:pt x="4861211" y="2009347"/>
                    <a:pt x="4865515" y="2012133"/>
                  </a:cubicBezTo>
                  <a:cubicBezTo>
                    <a:pt x="4867541" y="2013399"/>
                    <a:pt x="4868048" y="2008081"/>
                    <a:pt x="4866782" y="2000484"/>
                  </a:cubicBezTo>
                  <a:cubicBezTo>
                    <a:pt x="4865768" y="1994154"/>
                    <a:pt x="4863236" y="1985038"/>
                    <a:pt x="4860704" y="1984025"/>
                  </a:cubicBezTo>
                  <a:close/>
                  <a:moveTo>
                    <a:pt x="4845511" y="1980226"/>
                  </a:moveTo>
                  <a:cubicBezTo>
                    <a:pt x="4841459" y="1980986"/>
                    <a:pt x="4845764" y="2005549"/>
                    <a:pt x="4850575" y="2008334"/>
                  </a:cubicBezTo>
                  <a:cubicBezTo>
                    <a:pt x="4852601" y="2009600"/>
                    <a:pt x="4853614" y="2004283"/>
                    <a:pt x="4852347" y="1996686"/>
                  </a:cubicBezTo>
                  <a:cubicBezTo>
                    <a:pt x="4851335" y="1990609"/>
                    <a:pt x="4848802" y="1981492"/>
                    <a:pt x="4846017" y="1980479"/>
                  </a:cubicBezTo>
                  <a:cubicBezTo>
                    <a:pt x="4845764" y="1980226"/>
                    <a:pt x="4845511" y="1980226"/>
                    <a:pt x="4845511" y="1980226"/>
                  </a:cubicBezTo>
                  <a:close/>
                  <a:moveTo>
                    <a:pt x="4829051" y="1976428"/>
                  </a:moveTo>
                  <a:cubicBezTo>
                    <a:pt x="4829051" y="1976428"/>
                    <a:pt x="4828798" y="1976428"/>
                    <a:pt x="4828544" y="1976428"/>
                  </a:cubicBezTo>
                  <a:cubicBezTo>
                    <a:pt x="4824239" y="1976934"/>
                    <a:pt x="4828038" y="1999978"/>
                    <a:pt x="4833102" y="2004029"/>
                  </a:cubicBezTo>
                  <a:cubicBezTo>
                    <a:pt x="4835635" y="2006055"/>
                    <a:pt x="4836901" y="2000738"/>
                    <a:pt x="4835635" y="1992634"/>
                  </a:cubicBezTo>
                  <a:cubicBezTo>
                    <a:pt x="4834875" y="1986557"/>
                    <a:pt x="4832090" y="1977694"/>
                    <a:pt x="4829051" y="1976428"/>
                  </a:cubicBezTo>
                  <a:close/>
                  <a:moveTo>
                    <a:pt x="4810565" y="1972630"/>
                  </a:moveTo>
                  <a:cubicBezTo>
                    <a:pt x="4810312" y="1972630"/>
                    <a:pt x="4810312" y="1972630"/>
                    <a:pt x="4810059" y="1972630"/>
                  </a:cubicBezTo>
                  <a:cubicBezTo>
                    <a:pt x="4805247" y="1973389"/>
                    <a:pt x="4808793" y="1995926"/>
                    <a:pt x="4814617" y="2000231"/>
                  </a:cubicBezTo>
                  <a:cubicBezTo>
                    <a:pt x="4817403" y="2002257"/>
                    <a:pt x="4818922" y="1996939"/>
                    <a:pt x="4817656" y="1988836"/>
                  </a:cubicBezTo>
                  <a:cubicBezTo>
                    <a:pt x="4816643" y="1983012"/>
                    <a:pt x="4813857" y="1973896"/>
                    <a:pt x="4810565" y="1972630"/>
                  </a:cubicBezTo>
                  <a:close/>
                  <a:moveTo>
                    <a:pt x="4790054" y="1969084"/>
                  </a:moveTo>
                  <a:cubicBezTo>
                    <a:pt x="4789801" y="1969084"/>
                    <a:pt x="4789801" y="1969084"/>
                    <a:pt x="4789548" y="1969084"/>
                  </a:cubicBezTo>
                  <a:cubicBezTo>
                    <a:pt x="4784230" y="1969844"/>
                    <a:pt x="4787775" y="1992381"/>
                    <a:pt x="4793852" y="1996686"/>
                  </a:cubicBezTo>
                  <a:cubicBezTo>
                    <a:pt x="4796891" y="1998965"/>
                    <a:pt x="4798664" y="1993394"/>
                    <a:pt x="4797651" y="1985291"/>
                  </a:cubicBezTo>
                  <a:cubicBezTo>
                    <a:pt x="4796891" y="1979213"/>
                    <a:pt x="4793852" y="1970097"/>
                    <a:pt x="4790054" y="1969084"/>
                  </a:cubicBezTo>
                  <a:close/>
                  <a:moveTo>
                    <a:pt x="4775874" y="1981492"/>
                  </a:moveTo>
                  <a:cubicBezTo>
                    <a:pt x="4775114" y="1975415"/>
                    <a:pt x="4772075" y="1966552"/>
                    <a:pt x="4768023" y="1965286"/>
                  </a:cubicBezTo>
                  <a:cubicBezTo>
                    <a:pt x="4767770" y="1965286"/>
                    <a:pt x="4767770" y="1965286"/>
                    <a:pt x="4767517" y="1965286"/>
                  </a:cubicBezTo>
                  <a:cubicBezTo>
                    <a:pt x="4761693" y="1966046"/>
                    <a:pt x="4765238" y="1988583"/>
                    <a:pt x="4771822" y="1992887"/>
                  </a:cubicBezTo>
                  <a:cubicBezTo>
                    <a:pt x="4775114" y="1995167"/>
                    <a:pt x="4777139" y="1989596"/>
                    <a:pt x="4775874" y="1981492"/>
                  </a:cubicBezTo>
                  <a:lnTo>
                    <a:pt x="4775874" y="1981492"/>
                  </a:lnTo>
                  <a:close/>
                  <a:moveTo>
                    <a:pt x="4744473" y="1961488"/>
                  </a:moveTo>
                  <a:cubicBezTo>
                    <a:pt x="4744220" y="1961488"/>
                    <a:pt x="4743967" y="1961488"/>
                    <a:pt x="4743967" y="1961488"/>
                  </a:cubicBezTo>
                  <a:cubicBezTo>
                    <a:pt x="4738143" y="1961994"/>
                    <a:pt x="4740928" y="1983265"/>
                    <a:pt x="4747512" y="1988583"/>
                  </a:cubicBezTo>
                  <a:cubicBezTo>
                    <a:pt x="4751311" y="1991621"/>
                    <a:pt x="4753843" y="1986304"/>
                    <a:pt x="4752830" y="1977694"/>
                  </a:cubicBezTo>
                  <a:cubicBezTo>
                    <a:pt x="4751817" y="1971870"/>
                    <a:pt x="4748778" y="1962754"/>
                    <a:pt x="4744473" y="1961488"/>
                  </a:cubicBezTo>
                  <a:close/>
                  <a:moveTo>
                    <a:pt x="4727760" y="1974149"/>
                  </a:moveTo>
                  <a:cubicBezTo>
                    <a:pt x="4727001" y="1968578"/>
                    <a:pt x="4723962" y="1959209"/>
                    <a:pt x="4719151" y="1957942"/>
                  </a:cubicBezTo>
                  <a:cubicBezTo>
                    <a:pt x="4718898" y="1957942"/>
                    <a:pt x="4718644" y="1957942"/>
                    <a:pt x="4718644" y="1957942"/>
                  </a:cubicBezTo>
                  <a:cubicBezTo>
                    <a:pt x="4712314" y="1958449"/>
                    <a:pt x="4715099" y="1979720"/>
                    <a:pt x="4722189" y="1985038"/>
                  </a:cubicBezTo>
                  <a:cubicBezTo>
                    <a:pt x="4725988" y="1988329"/>
                    <a:pt x="4728774" y="1983012"/>
                    <a:pt x="4727760" y="1974149"/>
                  </a:cubicBezTo>
                  <a:close/>
                  <a:moveTo>
                    <a:pt x="4700919" y="1970350"/>
                  </a:moveTo>
                  <a:cubicBezTo>
                    <a:pt x="4700159" y="1964273"/>
                    <a:pt x="4696867" y="1955410"/>
                    <a:pt x="4692055" y="1954144"/>
                  </a:cubicBezTo>
                  <a:cubicBezTo>
                    <a:pt x="4691802" y="1954144"/>
                    <a:pt x="4691549" y="1954144"/>
                    <a:pt x="4691296" y="1954144"/>
                  </a:cubicBezTo>
                  <a:cubicBezTo>
                    <a:pt x="4684712" y="1954904"/>
                    <a:pt x="4687245" y="1975921"/>
                    <a:pt x="4694588" y="1981239"/>
                  </a:cubicBezTo>
                  <a:cubicBezTo>
                    <a:pt x="4698893" y="1984531"/>
                    <a:pt x="4701931" y="1979213"/>
                    <a:pt x="4700919" y="1970350"/>
                  </a:cubicBezTo>
                  <a:close/>
                  <a:moveTo>
                    <a:pt x="4672557" y="1966805"/>
                  </a:moveTo>
                  <a:cubicBezTo>
                    <a:pt x="4671798" y="1960728"/>
                    <a:pt x="4668506" y="1951865"/>
                    <a:pt x="4663441" y="1950599"/>
                  </a:cubicBezTo>
                  <a:cubicBezTo>
                    <a:pt x="4663188" y="1950599"/>
                    <a:pt x="4662935" y="1950599"/>
                    <a:pt x="4662682" y="1950599"/>
                  </a:cubicBezTo>
                  <a:cubicBezTo>
                    <a:pt x="4655591" y="1951105"/>
                    <a:pt x="4658123" y="1972376"/>
                    <a:pt x="4665973" y="1977694"/>
                  </a:cubicBezTo>
                  <a:cubicBezTo>
                    <a:pt x="4670532" y="1980986"/>
                    <a:pt x="4673824" y="1975668"/>
                    <a:pt x="4672557" y="1966805"/>
                  </a:cubicBezTo>
                  <a:close/>
                  <a:moveTo>
                    <a:pt x="4642930" y="1963260"/>
                  </a:moveTo>
                  <a:cubicBezTo>
                    <a:pt x="4642170" y="1957183"/>
                    <a:pt x="4638878" y="1948320"/>
                    <a:pt x="4633307" y="1947054"/>
                  </a:cubicBezTo>
                  <a:cubicBezTo>
                    <a:pt x="4633054" y="1947054"/>
                    <a:pt x="4632801" y="1947054"/>
                    <a:pt x="4632548" y="1947054"/>
                  </a:cubicBezTo>
                  <a:cubicBezTo>
                    <a:pt x="4625204" y="1947560"/>
                    <a:pt x="4626977" y="1967059"/>
                    <a:pt x="4634827" y="1973642"/>
                  </a:cubicBezTo>
                  <a:cubicBezTo>
                    <a:pt x="4639891" y="1977694"/>
                    <a:pt x="4643943" y="1972630"/>
                    <a:pt x="4642930" y="1963260"/>
                  </a:cubicBezTo>
                  <a:close/>
                  <a:moveTo>
                    <a:pt x="4611530" y="1959462"/>
                  </a:moveTo>
                  <a:cubicBezTo>
                    <a:pt x="4610770" y="1953384"/>
                    <a:pt x="4607478" y="1944521"/>
                    <a:pt x="4601654" y="1943255"/>
                  </a:cubicBezTo>
                  <a:cubicBezTo>
                    <a:pt x="4601401" y="1943255"/>
                    <a:pt x="4601147" y="1943255"/>
                    <a:pt x="4600894" y="1943255"/>
                  </a:cubicBezTo>
                  <a:cubicBezTo>
                    <a:pt x="4593551" y="1943762"/>
                    <a:pt x="4595070" y="1963513"/>
                    <a:pt x="4602920" y="1969844"/>
                  </a:cubicBezTo>
                  <a:cubicBezTo>
                    <a:pt x="4608238" y="1974149"/>
                    <a:pt x="4612543" y="1969084"/>
                    <a:pt x="4611530" y="1959462"/>
                  </a:cubicBezTo>
                  <a:close/>
                  <a:moveTo>
                    <a:pt x="4578610" y="1955917"/>
                  </a:moveTo>
                  <a:cubicBezTo>
                    <a:pt x="4578104" y="1949839"/>
                    <a:pt x="4574559" y="1940976"/>
                    <a:pt x="4568482" y="1939710"/>
                  </a:cubicBezTo>
                  <a:cubicBezTo>
                    <a:pt x="4568228" y="1939710"/>
                    <a:pt x="4567975" y="1939710"/>
                    <a:pt x="4567722" y="1939710"/>
                  </a:cubicBezTo>
                  <a:cubicBezTo>
                    <a:pt x="4560125" y="1940217"/>
                    <a:pt x="4561644" y="1959968"/>
                    <a:pt x="4569748" y="1966299"/>
                  </a:cubicBezTo>
                  <a:cubicBezTo>
                    <a:pt x="4575065" y="1970604"/>
                    <a:pt x="4579624" y="1965286"/>
                    <a:pt x="4578610" y="1955917"/>
                  </a:cubicBezTo>
                  <a:close/>
                  <a:moveTo>
                    <a:pt x="4544172" y="1952371"/>
                  </a:moveTo>
                  <a:cubicBezTo>
                    <a:pt x="4543665" y="1946294"/>
                    <a:pt x="4539867" y="1937431"/>
                    <a:pt x="4533789" y="1936165"/>
                  </a:cubicBezTo>
                  <a:cubicBezTo>
                    <a:pt x="4533536" y="1936165"/>
                    <a:pt x="4533283" y="1936165"/>
                    <a:pt x="4533030" y="1936165"/>
                  </a:cubicBezTo>
                  <a:cubicBezTo>
                    <a:pt x="4524673" y="1936925"/>
                    <a:pt x="4525939" y="1956170"/>
                    <a:pt x="4534802" y="1962754"/>
                  </a:cubicBezTo>
                  <a:cubicBezTo>
                    <a:pt x="4540373" y="1967059"/>
                    <a:pt x="4545185" y="1961741"/>
                    <a:pt x="4544172" y="1952371"/>
                  </a:cubicBezTo>
                  <a:close/>
                  <a:moveTo>
                    <a:pt x="4508467" y="1948826"/>
                  </a:moveTo>
                  <a:cubicBezTo>
                    <a:pt x="4507961" y="1942749"/>
                    <a:pt x="4504162" y="1933886"/>
                    <a:pt x="4497578" y="1932620"/>
                  </a:cubicBezTo>
                  <a:cubicBezTo>
                    <a:pt x="4497325" y="1932620"/>
                    <a:pt x="4497072" y="1932620"/>
                    <a:pt x="4496819" y="1932620"/>
                  </a:cubicBezTo>
                  <a:cubicBezTo>
                    <a:pt x="4488715" y="1933126"/>
                    <a:pt x="4489222" y="1951105"/>
                    <a:pt x="4497578" y="1958449"/>
                  </a:cubicBezTo>
                  <a:cubicBezTo>
                    <a:pt x="4503402" y="1964020"/>
                    <a:pt x="4509227" y="1958702"/>
                    <a:pt x="4508467" y="1948826"/>
                  </a:cubicBezTo>
                  <a:close/>
                  <a:moveTo>
                    <a:pt x="4471243" y="1945534"/>
                  </a:moveTo>
                  <a:cubicBezTo>
                    <a:pt x="4470736" y="1939457"/>
                    <a:pt x="4466938" y="1930594"/>
                    <a:pt x="4460101" y="1929328"/>
                  </a:cubicBezTo>
                  <a:cubicBezTo>
                    <a:pt x="4459847" y="1929328"/>
                    <a:pt x="4459594" y="1929328"/>
                    <a:pt x="4459341" y="1929328"/>
                  </a:cubicBezTo>
                  <a:cubicBezTo>
                    <a:pt x="4450985" y="1929834"/>
                    <a:pt x="4451238" y="1947813"/>
                    <a:pt x="4459847" y="1955157"/>
                  </a:cubicBezTo>
                  <a:cubicBezTo>
                    <a:pt x="4465925" y="1960475"/>
                    <a:pt x="4472003" y="1955157"/>
                    <a:pt x="4471243" y="1945534"/>
                  </a:cubicBezTo>
                  <a:close/>
                  <a:moveTo>
                    <a:pt x="4432499" y="1941989"/>
                  </a:moveTo>
                  <a:cubicBezTo>
                    <a:pt x="4431993" y="1935912"/>
                    <a:pt x="4428194" y="1927049"/>
                    <a:pt x="4421357" y="1925783"/>
                  </a:cubicBezTo>
                  <a:cubicBezTo>
                    <a:pt x="4421104" y="1925783"/>
                    <a:pt x="4420598" y="1925783"/>
                    <a:pt x="4420344" y="1925783"/>
                  </a:cubicBezTo>
                  <a:cubicBezTo>
                    <a:pt x="4411735" y="1926289"/>
                    <a:pt x="4411988" y="1944268"/>
                    <a:pt x="4420851" y="1951612"/>
                  </a:cubicBezTo>
                  <a:cubicBezTo>
                    <a:pt x="4427181" y="1957183"/>
                    <a:pt x="4433259" y="1951865"/>
                    <a:pt x="4432499" y="1941989"/>
                  </a:cubicBezTo>
                  <a:close/>
                  <a:moveTo>
                    <a:pt x="4392490" y="1938444"/>
                  </a:moveTo>
                  <a:cubicBezTo>
                    <a:pt x="4391983" y="1932366"/>
                    <a:pt x="4388184" y="1923504"/>
                    <a:pt x="4381094" y="1922238"/>
                  </a:cubicBezTo>
                  <a:cubicBezTo>
                    <a:pt x="4380841" y="1922238"/>
                    <a:pt x="4380334" y="1922238"/>
                    <a:pt x="4380081" y="1922238"/>
                  </a:cubicBezTo>
                  <a:cubicBezTo>
                    <a:pt x="4370965" y="1922744"/>
                    <a:pt x="4370965" y="1940723"/>
                    <a:pt x="4380334" y="1948067"/>
                  </a:cubicBezTo>
                  <a:cubicBezTo>
                    <a:pt x="4386919" y="1953638"/>
                    <a:pt x="4393249" y="1948573"/>
                    <a:pt x="4392490" y="1938444"/>
                  </a:cubicBezTo>
                  <a:close/>
                  <a:moveTo>
                    <a:pt x="4351214" y="1935152"/>
                  </a:moveTo>
                  <a:cubicBezTo>
                    <a:pt x="4350707" y="1929075"/>
                    <a:pt x="4346909" y="1920212"/>
                    <a:pt x="4339312" y="1918946"/>
                  </a:cubicBezTo>
                  <a:cubicBezTo>
                    <a:pt x="4339059" y="1918946"/>
                    <a:pt x="4338552" y="1918946"/>
                    <a:pt x="4338299" y="1918946"/>
                  </a:cubicBezTo>
                  <a:cubicBezTo>
                    <a:pt x="4329689" y="1919452"/>
                    <a:pt x="4328930" y="1936165"/>
                    <a:pt x="4337286" y="1944015"/>
                  </a:cubicBezTo>
                  <a:cubicBezTo>
                    <a:pt x="4344376" y="1950599"/>
                    <a:pt x="4351973" y="1945534"/>
                    <a:pt x="4351214" y="1935152"/>
                  </a:cubicBezTo>
                  <a:close/>
                  <a:moveTo>
                    <a:pt x="4308672" y="1931860"/>
                  </a:moveTo>
                  <a:cubicBezTo>
                    <a:pt x="4308165" y="1925783"/>
                    <a:pt x="4304367" y="1916920"/>
                    <a:pt x="4296770" y="1915654"/>
                  </a:cubicBezTo>
                  <a:cubicBezTo>
                    <a:pt x="4296517" y="1915654"/>
                    <a:pt x="4296010" y="1915654"/>
                    <a:pt x="4295757" y="1915654"/>
                  </a:cubicBezTo>
                  <a:cubicBezTo>
                    <a:pt x="4286894" y="1916160"/>
                    <a:pt x="4286134" y="1932873"/>
                    <a:pt x="4294491" y="1940723"/>
                  </a:cubicBezTo>
                  <a:cubicBezTo>
                    <a:pt x="4301581" y="1947307"/>
                    <a:pt x="4309178" y="1942242"/>
                    <a:pt x="4308672" y="1931860"/>
                  </a:cubicBezTo>
                  <a:close/>
                  <a:moveTo>
                    <a:pt x="4264864" y="1928568"/>
                  </a:moveTo>
                  <a:cubicBezTo>
                    <a:pt x="4264610" y="1922491"/>
                    <a:pt x="4260559" y="1913628"/>
                    <a:pt x="4252709" y="1912615"/>
                  </a:cubicBezTo>
                  <a:cubicBezTo>
                    <a:pt x="4252455" y="1912615"/>
                    <a:pt x="4251949" y="1912615"/>
                    <a:pt x="4251696" y="1912615"/>
                  </a:cubicBezTo>
                  <a:cubicBezTo>
                    <a:pt x="4242073" y="1913121"/>
                    <a:pt x="4241314" y="1929581"/>
                    <a:pt x="4250176" y="1937684"/>
                  </a:cubicBezTo>
                  <a:cubicBezTo>
                    <a:pt x="4257520" y="1944015"/>
                    <a:pt x="4265370" y="1939204"/>
                    <a:pt x="4264864" y="1928568"/>
                  </a:cubicBezTo>
                  <a:close/>
                  <a:moveTo>
                    <a:pt x="4219789" y="1925276"/>
                  </a:moveTo>
                  <a:cubicBezTo>
                    <a:pt x="4219536" y="1919705"/>
                    <a:pt x="4215738" y="1910336"/>
                    <a:pt x="4207381" y="1909323"/>
                  </a:cubicBezTo>
                  <a:cubicBezTo>
                    <a:pt x="4207128" y="1909323"/>
                    <a:pt x="4206622" y="1909323"/>
                    <a:pt x="4206368" y="1909323"/>
                  </a:cubicBezTo>
                  <a:cubicBezTo>
                    <a:pt x="4196999" y="1909829"/>
                    <a:pt x="4195733" y="1926542"/>
                    <a:pt x="4204849" y="1934392"/>
                  </a:cubicBezTo>
                  <a:cubicBezTo>
                    <a:pt x="4211939" y="1940723"/>
                    <a:pt x="4220296" y="1935659"/>
                    <a:pt x="4219789" y="1925276"/>
                  </a:cubicBezTo>
                  <a:close/>
                  <a:moveTo>
                    <a:pt x="4173449" y="1921984"/>
                  </a:moveTo>
                  <a:cubicBezTo>
                    <a:pt x="4173196" y="1915907"/>
                    <a:pt x="4169144" y="1907044"/>
                    <a:pt x="4160788" y="1906031"/>
                  </a:cubicBezTo>
                  <a:cubicBezTo>
                    <a:pt x="4160534" y="1906031"/>
                    <a:pt x="4160028" y="1906031"/>
                    <a:pt x="4159775" y="1906031"/>
                  </a:cubicBezTo>
                  <a:cubicBezTo>
                    <a:pt x="4150152" y="1906538"/>
                    <a:pt x="4148886" y="1923250"/>
                    <a:pt x="4158002" y="1931100"/>
                  </a:cubicBezTo>
                  <a:cubicBezTo>
                    <a:pt x="4165346" y="1937431"/>
                    <a:pt x="4173955" y="1932366"/>
                    <a:pt x="4173449" y="1921984"/>
                  </a:cubicBezTo>
                  <a:close/>
                  <a:moveTo>
                    <a:pt x="4125842" y="1918692"/>
                  </a:moveTo>
                  <a:cubicBezTo>
                    <a:pt x="4125589" y="1912615"/>
                    <a:pt x="4121537" y="1903752"/>
                    <a:pt x="4112928" y="1902739"/>
                  </a:cubicBezTo>
                  <a:cubicBezTo>
                    <a:pt x="4112675" y="1902739"/>
                    <a:pt x="4112168" y="1902739"/>
                    <a:pt x="4111915" y="1902739"/>
                  </a:cubicBezTo>
                  <a:cubicBezTo>
                    <a:pt x="4102292" y="1903246"/>
                    <a:pt x="4100520" y="1918439"/>
                    <a:pt x="4108876" y="1927049"/>
                  </a:cubicBezTo>
                  <a:cubicBezTo>
                    <a:pt x="4116727" y="1934646"/>
                    <a:pt x="4126349" y="1930088"/>
                    <a:pt x="4125842" y="1918692"/>
                  </a:cubicBezTo>
                  <a:close/>
                  <a:moveTo>
                    <a:pt x="4077223" y="1915654"/>
                  </a:moveTo>
                  <a:cubicBezTo>
                    <a:pt x="4076970" y="1909576"/>
                    <a:pt x="4072918" y="1900713"/>
                    <a:pt x="4064309" y="1899700"/>
                  </a:cubicBezTo>
                  <a:cubicBezTo>
                    <a:pt x="4064056" y="1899700"/>
                    <a:pt x="4063549" y="1899700"/>
                    <a:pt x="4063042" y="1899700"/>
                  </a:cubicBezTo>
                  <a:cubicBezTo>
                    <a:pt x="4053167" y="1900207"/>
                    <a:pt x="4051141" y="1915400"/>
                    <a:pt x="4059751" y="1924010"/>
                  </a:cubicBezTo>
                  <a:cubicBezTo>
                    <a:pt x="4067854" y="1931354"/>
                    <a:pt x="4077730" y="1926795"/>
                    <a:pt x="4077223" y="1915654"/>
                  </a:cubicBezTo>
                  <a:close/>
                  <a:moveTo>
                    <a:pt x="4027591" y="1912615"/>
                  </a:moveTo>
                  <a:cubicBezTo>
                    <a:pt x="4027337" y="1906538"/>
                    <a:pt x="4023286" y="1897675"/>
                    <a:pt x="4014170" y="1896662"/>
                  </a:cubicBezTo>
                  <a:cubicBezTo>
                    <a:pt x="4013917" y="1896662"/>
                    <a:pt x="4013410" y="1896662"/>
                    <a:pt x="4012904" y="1896662"/>
                  </a:cubicBezTo>
                  <a:cubicBezTo>
                    <a:pt x="4002775" y="1897168"/>
                    <a:pt x="4000749" y="1912362"/>
                    <a:pt x="4009359" y="1920971"/>
                  </a:cubicBezTo>
                  <a:cubicBezTo>
                    <a:pt x="4017462" y="1928315"/>
                    <a:pt x="4027844" y="1923504"/>
                    <a:pt x="4027591" y="1912615"/>
                  </a:cubicBezTo>
                  <a:close/>
                  <a:moveTo>
                    <a:pt x="3962259" y="1893370"/>
                  </a:moveTo>
                  <a:cubicBezTo>
                    <a:pt x="3951876" y="1893876"/>
                    <a:pt x="3949597" y="1909070"/>
                    <a:pt x="3958460" y="1917680"/>
                  </a:cubicBezTo>
                  <a:cubicBezTo>
                    <a:pt x="3966563" y="1925276"/>
                    <a:pt x="3976946" y="1920718"/>
                    <a:pt x="3976692" y="1909323"/>
                  </a:cubicBezTo>
                  <a:cubicBezTo>
                    <a:pt x="3976439" y="1903246"/>
                    <a:pt x="3972387" y="1894383"/>
                    <a:pt x="3963271" y="1893370"/>
                  </a:cubicBezTo>
                  <a:cubicBezTo>
                    <a:pt x="3963018" y="1893370"/>
                    <a:pt x="3962512" y="1893370"/>
                    <a:pt x="3962259" y="1893370"/>
                  </a:cubicBezTo>
                  <a:close/>
                  <a:moveTo>
                    <a:pt x="3925034" y="1906538"/>
                  </a:moveTo>
                  <a:cubicBezTo>
                    <a:pt x="3925034" y="1900460"/>
                    <a:pt x="3920730" y="1891597"/>
                    <a:pt x="3911613" y="1890584"/>
                  </a:cubicBezTo>
                  <a:cubicBezTo>
                    <a:pt x="3911360" y="1890584"/>
                    <a:pt x="3910854" y="1890584"/>
                    <a:pt x="3910347" y="1890584"/>
                  </a:cubicBezTo>
                  <a:cubicBezTo>
                    <a:pt x="3899712" y="1891344"/>
                    <a:pt x="3897179" y="1906538"/>
                    <a:pt x="3906296" y="1914894"/>
                  </a:cubicBezTo>
                  <a:cubicBezTo>
                    <a:pt x="3914399" y="1922238"/>
                    <a:pt x="3925034" y="1917680"/>
                    <a:pt x="3925034" y="1906538"/>
                  </a:cubicBezTo>
                  <a:close/>
                  <a:moveTo>
                    <a:pt x="3872110" y="1903499"/>
                  </a:moveTo>
                  <a:cubicBezTo>
                    <a:pt x="3872110" y="1897421"/>
                    <a:pt x="3867805" y="1888559"/>
                    <a:pt x="3858183" y="1887546"/>
                  </a:cubicBezTo>
                  <a:cubicBezTo>
                    <a:pt x="3857930" y="1887546"/>
                    <a:pt x="3857423" y="1887546"/>
                    <a:pt x="3856917" y="1887546"/>
                  </a:cubicBezTo>
                  <a:cubicBezTo>
                    <a:pt x="3846281" y="1888305"/>
                    <a:pt x="3843496" y="1903499"/>
                    <a:pt x="3852865" y="1911855"/>
                  </a:cubicBezTo>
                  <a:cubicBezTo>
                    <a:pt x="3860968" y="1919199"/>
                    <a:pt x="3872110" y="1914387"/>
                    <a:pt x="3872110" y="1903499"/>
                  </a:cubicBezTo>
                  <a:close/>
                  <a:moveTo>
                    <a:pt x="3818173" y="1900460"/>
                  </a:moveTo>
                  <a:cubicBezTo>
                    <a:pt x="3818173" y="1894383"/>
                    <a:pt x="3813868" y="1885520"/>
                    <a:pt x="3804246" y="1884507"/>
                  </a:cubicBezTo>
                  <a:cubicBezTo>
                    <a:pt x="3792091" y="1884507"/>
                    <a:pt x="3789558" y="1899194"/>
                    <a:pt x="3797662" y="1907804"/>
                  </a:cubicBezTo>
                  <a:cubicBezTo>
                    <a:pt x="3805765" y="1916667"/>
                    <a:pt x="3818173" y="1912109"/>
                    <a:pt x="3818173" y="1900460"/>
                  </a:cubicBezTo>
                  <a:close/>
                  <a:moveTo>
                    <a:pt x="3763223" y="1897675"/>
                  </a:moveTo>
                  <a:cubicBezTo>
                    <a:pt x="3763223" y="1891597"/>
                    <a:pt x="3758918" y="1882734"/>
                    <a:pt x="3749296" y="1881721"/>
                  </a:cubicBezTo>
                  <a:cubicBezTo>
                    <a:pt x="3736888" y="1881721"/>
                    <a:pt x="3734355" y="1896408"/>
                    <a:pt x="3742458" y="1905018"/>
                  </a:cubicBezTo>
                  <a:cubicBezTo>
                    <a:pt x="3750815" y="1913881"/>
                    <a:pt x="3763223" y="1909576"/>
                    <a:pt x="3763223" y="1897675"/>
                  </a:cubicBezTo>
                  <a:close/>
                  <a:moveTo>
                    <a:pt x="3707513" y="1894889"/>
                  </a:moveTo>
                  <a:cubicBezTo>
                    <a:pt x="3707513" y="1888812"/>
                    <a:pt x="3703209" y="1879949"/>
                    <a:pt x="3693333" y="1878936"/>
                  </a:cubicBezTo>
                  <a:cubicBezTo>
                    <a:pt x="3680418" y="1878936"/>
                    <a:pt x="3677886" y="1893623"/>
                    <a:pt x="3685989" y="1902233"/>
                  </a:cubicBezTo>
                  <a:cubicBezTo>
                    <a:pt x="3694852" y="1911096"/>
                    <a:pt x="3707513" y="1906538"/>
                    <a:pt x="3707513" y="1894889"/>
                  </a:cubicBezTo>
                  <a:close/>
                  <a:moveTo>
                    <a:pt x="3651044" y="1892104"/>
                  </a:moveTo>
                  <a:cubicBezTo>
                    <a:pt x="3651044" y="1886026"/>
                    <a:pt x="3646739" y="1877163"/>
                    <a:pt x="3636610" y="1876150"/>
                  </a:cubicBezTo>
                  <a:cubicBezTo>
                    <a:pt x="3623696" y="1876150"/>
                    <a:pt x="3620910" y="1890837"/>
                    <a:pt x="3629267" y="1899447"/>
                  </a:cubicBezTo>
                  <a:cubicBezTo>
                    <a:pt x="3637623" y="1908310"/>
                    <a:pt x="3650791" y="1903752"/>
                    <a:pt x="3651044" y="1892104"/>
                  </a:cubicBezTo>
                  <a:close/>
                  <a:moveTo>
                    <a:pt x="3593562" y="1889571"/>
                  </a:moveTo>
                  <a:cubicBezTo>
                    <a:pt x="3593815" y="1883494"/>
                    <a:pt x="3589257" y="1874631"/>
                    <a:pt x="3579128" y="1873618"/>
                  </a:cubicBezTo>
                  <a:cubicBezTo>
                    <a:pt x="3566213" y="1873618"/>
                    <a:pt x="3563175" y="1888305"/>
                    <a:pt x="3571531" y="1896915"/>
                  </a:cubicBezTo>
                  <a:cubicBezTo>
                    <a:pt x="3580141" y="1905778"/>
                    <a:pt x="3593055" y="1901220"/>
                    <a:pt x="3593562" y="1889571"/>
                  </a:cubicBezTo>
                  <a:close/>
                  <a:moveTo>
                    <a:pt x="3535067" y="1887039"/>
                  </a:moveTo>
                  <a:cubicBezTo>
                    <a:pt x="3535320" y="1880962"/>
                    <a:pt x="3530762" y="1872099"/>
                    <a:pt x="3520633" y="1871086"/>
                  </a:cubicBezTo>
                  <a:cubicBezTo>
                    <a:pt x="3507212" y="1871086"/>
                    <a:pt x="3504173" y="1885773"/>
                    <a:pt x="3512530" y="1894383"/>
                  </a:cubicBezTo>
                  <a:cubicBezTo>
                    <a:pt x="3521392" y="1902992"/>
                    <a:pt x="3534813" y="1898688"/>
                    <a:pt x="3535067" y="1887039"/>
                  </a:cubicBezTo>
                  <a:close/>
                  <a:moveTo>
                    <a:pt x="3476065" y="1884507"/>
                  </a:moveTo>
                  <a:cubicBezTo>
                    <a:pt x="3476318" y="1878936"/>
                    <a:pt x="3472520" y="1869567"/>
                    <a:pt x="3461378" y="1868554"/>
                  </a:cubicBezTo>
                  <a:cubicBezTo>
                    <a:pt x="3447957" y="1868554"/>
                    <a:pt x="3444665" y="1883241"/>
                    <a:pt x="3453274" y="1891850"/>
                  </a:cubicBezTo>
                  <a:cubicBezTo>
                    <a:pt x="3461884" y="1900460"/>
                    <a:pt x="3475558" y="1895902"/>
                    <a:pt x="3476065" y="1884507"/>
                  </a:cubicBezTo>
                  <a:close/>
                  <a:moveTo>
                    <a:pt x="3416304" y="1881975"/>
                  </a:moveTo>
                  <a:cubicBezTo>
                    <a:pt x="3416557" y="1875897"/>
                    <a:pt x="3412252" y="1867034"/>
                    <a:pt x="3401617" y="1866275"/>
                  </a:cubicBezTo>
                  <a:cubicBezTo>
                    <a:pt x="3387942" y="1866528"/>
                    <a:pt x="3384650" y="1880962"/>
                    <a:pt x="3393260" y="1889571"/>
                  </a:cubicBezTo>
                  <a:cubicBezTo>
                    <a:pt x="3401617" y="1897928"/>
                    <a:pt x="3415797" y="1893370"/>
                    <a:pt x="3416304" y="1881975"/>
                  </a:cubicBezTo>
                  <a:close/>
                  <a:moveTo>
                    <a:pt x="3355529" y="1879442"/>
                  </a:moveTo>
                  <a:cubicBezTo>
                    <a:pt x="3355783" y="1873871"/>
                    <a:pt x="3351984" y="1864755"/>
                    <a:pt x="3340842" y="1863742"/>
                  </a:cubicBezTo>
                  <a:cubicBezTo>
                    <a:pt x="3327675" y="1863996"/>
                    <a:pt x="3323876" y="1877417"/>
                    <a:pt x="3331220" y="1886026"/>
                  </a:cubicBezTo>
                  <a:cubicBezTo>
                    <a:pt x="3339576" y="1896155"/>
                    <a:pt x="3354770" y="1891850"/>
                    <a:pt x="3355529" y="1879442"/>
                  </a:cubicBezTo>
                  <a:close/>
                  <a:moveTo>
                    <a:pt x="3279308" y="1861463"/>
                  </a:moveTo>
                  <a:cubicBezTo>
                    <a:pt x="3265887" y="1861716"/>
                    <a:pt x="3261836" y="1875138"/>
                    <a:pt x="3269433" y="1883747"/>
                  </a:cubicBezTo>
                  <a:cubicBezTo>
                    <a:pt x="3278042" y="1893623"/>
                    <a:pt x="3293489" y="1889571"/>
                    <a:pt x="3294249" y="1877163"/>
                  </a:cubicBezTo>
                  <a:cubicBezTo>
                    <a:pt x="3294502" y="1871592"/>
                    <a:pt x="3290703" y="1862223"/>
                    <a:pt x="3279308" y="1861463"/>
                  </a:cubicBezTo>
                  <a:close/>
                  <a:moveTo>
                    <a:pt x="3217015" y="1859184"/>
                  </a:moveTo>
                  <a:cubicBezTo>
                    <a:pt x="3203594" y="1859438"/>
                    <a:pt x="3199542" y="1872858"/>
                    <a:pt x="3206886" y="1881468"/>
                  </a:cubicBezTo>
                  <a:cubicBezTo>
                    <a:pt x="3215242" y="1891344"/>
                    <a:pt x="3231195" y="1887039"/>
                    <a:pt x="3231955" y="1874884"/>
                  </a:cubicBezTo>
                  <a:cubicBezTo>
                    <a:pt x="3232462" y="1868807"/>
                    <a:pt x="3228157" y="1859944"/>
                    <a:pt x="3217015" y="1859184"/>
                  </a:cubicBezTo>
                  <a:close/>
                  <a:moveTo>
                    <a:pt x="3154468" y="1856905"/>
                  </a:moveTo>
                  <a:cubicBezTo>
                    <a:pt x="3141047" y="1857158"/>
                    <a:pt x="3136742" y="1870580"/>
                    <a:pt x="3144086" y="1879189"/>
                  </a:cubicBezTo>
                  <a:cubicBezTo>
                    <a:pt x="3152695" y="1889318"/>
                    <a:pt x="3168396" y="1885013"/>
                    <a:pt x="3169408" y="1872605"/>
                  </a:cubicBezTo>
                  <a:cubicBezTo>
                    <a:pt x="3169662" y="1867034"/>
                    <a:pt x="3166116" y="1857918"/>
                    <a:pt x="3154468" y="1856905"/>
                  </a:cubicBezTo>
                  <a:close/>
                  <a:moveTo>
                    <a:pt x="3091162" y="1854879"/>
                  </a:moveTo>
                  <a:cubicBezTo>
                    <a:pt x="3077234" y="1855133"/>
                    <a:pt x="3072929" y="1868554"/>
                    <a:pt x="3080526" y="1877163"/>
                  </a:cubicBezTo>
                  <a:cubicBezTo>
                    <a:pt x="3089136" y="1887039"/>
                    <a:pt x="3105342" y="1882988"/>
                    <a:pt x="3106102" y="1870580"/>
                  </a:cubicBezTo>
                  <a:cubicBezTo>
                    <a:pt x="3106608" y="1865009"/>
                    <a:pt x="3102810" y="1855639"/>
                    <a:pt x="3091162" y="1854879"/>
                  </a:cubicBezTo>
                  <a:close/>
                  <a:moveTo>
                    <a:pt x="3027095" y="1852854"/>
                  </a:moveTo>
                  <a:cubicBezTo>
                    <a:pt x="3013421" y="1853107"/>
                    <a:pt x="3008863" y="1866528"/>
                    <a:pt x="3016460" y="1875138"/>
                  </a:cubicBezTo>
                  <a:cubicBezTo>
                    <a:pt x="3025070" y="1885013"/>
                    <a:pt x="3041529" y="1880708"/>
                    <a:pt x="3042289" y="1868554"/>
                  </a:cubicBezTo>
                  <a:cubicBezTo>
                    <a:pt x="3042796" y="1862983"/>
                    <a:pt x="3038997" y="1853613"/>
                    <a:pt x="3027095" y="1852854"/>
                  </a:cubicBezTo>
                  <a:close/>
                  <a:moveTo>
                    <a:pt x="2962776" y="1850828"/>
                  </a:moveTo>
                  <a:cubicBezTo>
                    <a:pt x="2948849" y="1851081"/>
                    <a:pt x="2944290" y="1864502"/>
                    <a:pt x="2951887" y="1873112"/>
                  </a:cubicBezTo>
                  <a:cubicBezTo>
                    <a:pt x="2960244" y="1882988"/>
                    <a:pt x="2976957" y="1878683"/>
                    <a:pt x="2977970" y="1866528"/>
                  </a:cubicBezTo>
                  <a:cubicBezTo>
                    <a:pt x="2978476" y="1860450"/>
                    <a:pt x="2973918" y="1851588"/>
                    <a:pt x="2962776" y="1850828"/>
                  </a:cubicBezTo>
                  <a:close/>
                  <a:moveTo>
                    <a:pt x="2897697" y="1849055"/>
                  </a:moveTo>
                  <a:cubicBezTo>
                    <a:pt x="2883770" y="1849308"/>
                    <a:pt x="2878958" y="1862729"/>
                    <a:pt x="2886555" y="1871339"/>
                  </a:cubicBezTo>
                  <a:cubicBezTo>
                    <a:pt x="2895165" y="1881215"/>
                    <a:pt x="2911625" y="1877163"/>
                    <a:pt x="2912891" y="1864502"/>
                  </a:cubicBezTo>
                  <a:cubicBezTo>
                    <a:pt x="2913397" y="1858931"/>
                    <a:pt x="2909599" y="1849815"/>
                    <a:pt x="2897697" y="1849055"/>
                  </a:cubicBezTo>
                  <a:close/>
                  <a:moveTo>
                    <a:pt x="2832365" y="1847030"/>
                  </a:moveTo>
                  <a:cubicBezTo>
                    <a:pt x="2818184" y="1847283"/>
                    <a:pt x="2813119" y="1860704"/>
                    <a:pt x="2820970" y="1869313"/>
                  </a:cubicBezTo>
                  <a:cubicBezTo>
                    <a:pt x="2829579" y="1879189"/>
                    <a:pt x="2846292" y="1874884"/>
                    <a:pt x="2847558" y="1862476"/>
                  </a:cubicBezTo>
                  <a:cubicBezTo>
                    <a:pt x="2847812" y="1857158"/>
                    <a:pt x="2844266" y="1848042"/>
                    <a:pt x="2832365" y="1847030"/>
                  </a:cubicBezTo>
                  <a:close/>
                  <a:moveTo>
                    <a:pt x="2766273" y="1845510"/>
                  </a:moveTo>
                  <a:cubicBezTo>
                    <a:pt x="2752092" y="1845763"/>
                    <a:pt x="2747281" y="1859184"/>
                    <a:pt x="2754624" y="1867794"/>
                  </a:cubicBezTo>
                  <a:cubicBezTo>
                    <a:pt x="2763234" y="1877417"/>
                    <a:pt x="2780200" y="1873112"/>
                    <a:pt x="2781466" y="1860957"/>
                  </a:cubicBezTo>
                  <a:cubicBezTo>
                    <a:pt x="2782226" y="1855133"/>
                    <a:pt x="2777921" y="1846270"/>
                    <a:pt x="2766273" y="1845510"/>
                  </a:cubicBezTo>
                  <a:close/>
                  <a:moveTo>
                    <a:pt x="2699928" y="1843737"/>
                  </a:moveTo>
                  <a:cubicBezTo>
                    <a:pt x="2685747" y="1843991"/>
                    <a:pt x="2680682" y="1857665"/>
                    <a:pt x="2688026" y="1866021"/>
                  </a:cubicBezTo>
                  <a:cubicBezTo>
                    <a:pt x="2696636" y="1875897"/>
                    <a:pt x="2713602" y="1871592"/>
                    <a:pt x="2714868" y="1859184"/>
                  </a:cubicBezTo>
                  <a:cubicBezTo>
                    <a:pt x="2715628" y="1853867"/>
                    <a:pt x="2712082" y="1844750"/>
                    <a:pt x="2699928" y="1843737"/>
                  </a:cubicBezTo>
                  <a:close/>
                  <a:moveTo>
                    <a:pt x="2620162" y="1863489"/>
                  </a:moveTo>
                  <a:cubicBezTo>
                    <a:pt x="2628265" y="1874631"/>
                    <a:pt x="2646750" y="1870833"/>
                    <a:pt x="2648270" y="1857665"/>
                  </a:cubicBezTo>
                  <a:cubicBezTo>
                    <a:pt x="2649029" y="1852094"/>
                    <a:pt x="2645484" y="1842978"/>
                    <a:pt x="2633076" y="1842218"/>
                  </a:cubicBezTo>
                  <a:cubicBezTo>
                    <a:pt x="2619149" y="1842471"/>
                    <a:pt x="2613831" y="1854879"/>
                    <a:pt x="2620162" y="1863489"/>
                  </a:cubicBezTo>
                  <a:close/>
                  <a:moveTo>
                    <a:pt x="2552803" y="1862223"/>
                  </a:moveTo>
                  <a:cubicBezTo>
                    <a:pt x="2560653" y="1873365"/>
                    <a:pt x="2579645" y="1869313"/>
                    <a:pt x="2581165" y="1856399"/>
                  </a:cubicBezTo>
                  <a:cubicBezTo>
                    <a:pt x="2581924" y="1850828"/>
                    <a:pt x="2578379" y="1841712"/>
                    <a:pt x="2565971" y="1840952"/>
                  </a:cubicBezTo>
                  <a:cubicBezTo>
                    <a:pt x="2551031" y="1841205"/>
                    <a:pt x="2547232" y="1854373"/>
                    <a:pt x="2552803" y="1862223"/>
                  </a:cubicBezTo>
                  <a:close/>
                  <a:moveTo>
                    <a:pt x="2485192" y="1860704"/>
                  </a:moveTo>
                  <a:cubicBezTo>
                    <a:pt x="2493042" y="1871846"/>
                    <a:pt x="2512034" y="1867794"/>
                    <a:pt x="2513807" y="1854879"/>
                  </a:cubicBezTo>
                  <a:cubicBezTo>
                    <a:pt x="2514566" y="1848802"/>
                    <a:pt x="2510261" y="1840192"/>
                    <a:pt x="2498613" y="1839433"/>
                  </a:cubicBezTo>
                  <a:cubicBezTo>
                    <a:pt x="2484686" y="1839686"/>
                    <a:pt x="2479115" y="1852094"/>
                    <a:pt x="2485192" y="1860704"/>
                  </a:cubicBezTo>
                  <a:close/>
                  <a:moveTo>
                    <a:pt x="2430748" y="1838166"/>
                  </a:moveTo>
                  <a:cubicBezTo>
                    <a:pt x="2416821" y="1838420"/>
                    <a:pt x="2411250" y="1850828"/>
                    <a:pt x="2417328" y="1859438"/>
                  </a:cubicBezTo>
                  <a:cubicBezTo>
                    <a:pt x="2425177" y="1870326"/>
                    <a:pt x="2444169" y="1866528"/>
                    <a:pt x="2445942" y="1853613"/>
                  </a:cubicBezTo>
                  <a:cubicBezTo>
                    <a:pt x="2446702" y="1848042"/>
                    <a:pt x="2443157" y="1838926"/>
                    <a:pt x="2430748" y="1838166"/>
                  </a:cubicBezTo>
                  <a:close/>
                  <a:moveTo>
                    <a:pt x="2362884" y="1836900"/>
                  </a:moveTo>
                  <a:cubicBezTo>
                    <a:pt x="2348703" y="1837407"/>
                    <a:pt x="2342879" y="1849562"/>
                    <a:pt x="2349210" y="1858171"/>
                  </a:cubicBezTo>
                  <a:cubicBezTo>
                    <a:pt x="2357313" y="1869313"/>
                    <a:pt x="2376052" y="1865515"/>
                    <a:pt x="2378078" y="1852347"/>
                  </a:cubicBezTo>
                  <a:cubicBezTo>
                    <a:pt x="2378584" y="1846776"/>
                    <a:pt x="2375292" y="1837660"/>
                    <a:pt x="2362884" y="1836900"/>
                  </a:cubicBezTo>
                  <a:close/>
                  <a:moveTo>
                    <a:pt x="2294513" y="1835888"/>
                  </a:moveTo>
                  <a:cubicBezTo>
                    <a:pt x="2280332" y="1836394"/>
                    <a:pt x="2274761" y="1848802"/>
                    <a:pt x="2280839" y="1857158"/>
                  </a:cubicBezTo>
                  <a:cubicBezTo>
                    <a:pt x="2288689" y="1868047"/>
                    <a:pt x="2307934" y="1864249"/>
                    <a:pt x="2309707" y="1851334"/>
                  </a:cubicBezTo>
                  <a:cubicBezTo>
                    <a:pt x="2310466" y="1845257"/>
                    <a:pt x="2306415" y="1836647"/>
                    <a:pt x="2294513" y="1835888"/>
                  </a:cubicBezTo>
                  <a:close/>
                  <a:moveTo>
                    <a:pt x="2226142" y="1834875"/>
                  </a:moveTo>
                  <a:cubicBezTo>
                    <a:pt x="2211961" y="1835381"/>
                    <a:pt x="2206137" y="1847789"/>
                    <a:pt x="2212215" y="1856399"/>
                  </a:cubicBezTo>
                  <a:cubicBezTo>
                    <a:pt x="2219811" y="1867287"/>
                    <a:pt x="2239056" y="1863489"/>
                    <a:pt x="2241082" y="1850321"/>
                  </a:cubicBezTo>
                  <a:cubicBezTo>
                    <a:pt x="2241842" y="1844750"/>
                    <a:pt x="2238550" y="1835634"/>
                    <a:pt x="2226142" y="1834875"/>
                  </a:cubicBezTo>
                  <a:close/>
                  <a:moveTo>
                    <a:pt x="2157518" y="1833862"/>
                  </a:moveTo>
                  <a:cubicBezTo>
                    <a:pt x="2143084" y="1834368"/>
                    <a:pt x="2137260" y="1846776"/>
                    <a:pt x="2143337" y="1855386"/>
                  </a:cubicBezTo>
                  <a:cubicBezTo>
                    <a:pt x="2151187" y="1866528"/>
                    <a:pt x="2170432" y="1862476"/>
                    <a:pt x="2172458" y="1849308"/>
                  </a:cubicBezTo>
                  <a:cubicBezTo>
                    <a:pt x="2173218" y="1843737"/>
                    <a:pt x="2169926" y="1834621"/>
                    <a:pt x="2157518" y="1833862"/>
                  </a:cubicBezTo>
                  <a:close/>
                  <a:moveTo>
                    <a:pt x="2088640" y="1833102"/>
                  </a:moveTo>
                  <a:cubicBezTo>
                    <a:pt x="2073194" y="1833609"/>
                    <a:pt x="2068889" y="1846776"/>
                    <a:pt x="2074207" y="1854626"/>
                  </a:cubicBezTo>
                  <a:cubicBezTo>
                    <a:pt x="2081803" y="1865515"/>
                    <a:pt x="2101302" y="1861463"/>
                    <a:pt x="2103581" y="1848549"/>
                  </a:cubicBezTo>
                  <a:cubicBezTo>
                    <a:pt x="2104594" y="1842978"/>
                    <a:pt x="2101302" y="1833862"/>
                    <a:pt x="2088640" y="1833102"/>
                  </a:cubicBezTo>
                  <a:close/>
                  <a:moveTo>
                    <a:pt x="2019763" y="1832342"/>
                  </a:moveTo>
                  <a:cubicBezTo>
                    <a:pt x="2005582" y="1832849"/>
                    <a:pt x="1999505" y="1845257"/>
                    <a:pt x="2005582" y="1853867"/>
                  </a:cubicBezTo>
                  <a:cubicBezTo>
                    <a:pt x="2013179" y="1864755"/>
                    <a:pt x="2032424" y="1860704"/>
                    <a:pt x="2034703" y="1847789"/>
                  </a:cubicBezTo>
                  <a:cubicBezTo>
                    <a:pt x="2035716" y="1841712"/>
                    <a:pt x="2031665" y="1833102"/>
                    <a:pt x="2019763" y="1832342"/>
                  </a:cubicBezTo>
                  <a:close/>
                  <a:moveTo>
                    <a:pt x="1951645" y="1831836"/>
                  </a:moveTo>
                  <a:cubicBezTo>
                    <a:pt x="1937718" y="1832342"/>
                    <a:pt x="1931640" y="1844750"/>
                    <a:pt x="1937465" y="1853360"/>
                  </a:cubicBezTo>
                  <a:cubicBezTo>
                    <a:pt x="1944808" y="1864249"/>
                    <a:pt x="1963800" y="1860197"/>
                    <a:pt x="1966079" y="1847283"/>
                  </a:cubicBezTo>
                  <a:cubicBezTo>
                    <a:pt x="1967092" y="1841712"/>
                    <a:pt x="1964053" y="1832596"/>
                    <a:pt x="1951645" y="1831836"/>
                  </a:cubicBezTo>
                  <a:close/>
                  <a:moveTo>
                    <a:pt x="1884540" y="1831329"/>
                  </a:moveTo>
                  <a:cubicBezTo>
                    <a:pt x="1870613" y="1831836"/>
                    <a:pt x="1864535" y="1844244"/>
                    <a:pt x="1870106" y="1852854"/>
                  </a:cubicBezTo>
                  <a:cubicBezTo>
                    <a:pt x="1877450" y="1863742"/>
                    <a:pt x="1896189" y="1859438"/>
                    <a:pt x="1898468" y="1846776"/>
                  </a:cubicBezTo>
                  <a:cubicBezTo>
                    <a:pt x="1899734" y="1841205"/>
                    <a:pt x="1896695" y="1832089"/>
                    <a:pt x="1884540" y="1831329"/>
                  </a:cubicBezTo>
                  <a:close/>
                  <a:moveTo>
                    <a:pt x="1831869" y="1846270"/>
                  </a:moveTo>
                  <a:cubicBezTo>
                    <a:pt x="1832882" y="1840192"/>
                    <a:pt x="1829337" y="1831583"/>
                    <a:pt x="1817942" y="1831076"/>
                  </a:cubicBezTo>
                  <a:cubicBezTo>
                    <a:pt x="1804268" y="1831583"/>
                    <a:pt x="1798190" y="1843991"/>
                    <a:pt x="1803761" y="1852601"/>
                  </a:cubicBezTo>
                  <a:cubicBezTo>
                    <a:pt x="1810852" y="1863489"/>
                    <a:pt x="1829590" y="1859184"/>
                    <a:pt x="1831869" y="1846270"/>
                  </a:cubicBezTo>
                  <a:close/>
                  <a:moveTo>
                    <a:pt x="1752610" y="1830823"/>
                  </a:moveTo>
                  <a:cubicBezTo>
                    <a:pt x="1739189" y="1831329"/>
                    <a:pt x="1733111" y="1843737"/>
                    <a:pt x="1738429" y="1852347"/>
                  </a:cubicBezTo>
                  <a:cubicBezTo>
                    <a:pt x="1745266" y="1863236"/>
                    <a:pt x="1763752" y="1858931"/>
                    <a:pt x="1766031" y="1846017"/>
                  </a:cubicBezTo>
                  <a:cubicBezTo>
                    <a:pt x="1767043" y="1840446"/>
                    <a:pt x="1764258" y="1831329"/>
                    <a:pt x="1752610" y="1830823"/>
                  </a:cubicBezTo>
                  <a:close/>
                  <a:moveTo>
                    <a:pt x="1701205" y="1845763"/>
                  </a:moveTo>
                  <a:cubicBezTo>
                    <a:pt x="1702218" y="1840192"/>
                    <a:pt x="1699685" y="1831076"/>
                    <a:pt x="1688037" y="1830570"/>
                  </a:cubicBezTo>
                  <a:cubicBezTo>
                    <a:pt x="1674616" y="1831076"/>
                    <a:pt x="1668539" y="1843737"/>
                    <a:pt x="1673856" y="1852094"/>
                  </a:cubicBezTo>
                  <a:cubicBezTo>
                    <a:pt x="1680440" y="1862983"/>
                    <a:pt x="1698673" y="1858678"/>
                    <a:pt x="1701205" y="1845763"/>
                  </a:cubicBezTo>
                  <a:close/>
                  <a:moveTo>
                    <a:pt x="1637139" y="1845763"/>
                  </a:moveTo>
                  <a:cubicBezTo>
                    <a:pt x="1638152" y="1840192"/>
                    <a:pt x="1635619" y="1831076"/>
                    <a:pt x="1624224" y="1830570"/>
                  </a:cubicBezTo>
                  <a:cubicBezTo>
                    <a:pt x="1610043" y="1831329"/>
                    <a:pt x="1605485" y="1844497"/>
                    <a:pt x="1610043" y="1852094"/>
                  </a:cubicBezTo>
                  <a:cubicBezTo>
                    <a:pt x="1616627" y="1862983"/>
                    <a:pt x="1634606" y="1858678"/>
                    <a:pt x="1637139" y="1845763"/>
                  </a:cubicBezTo>
                  <a:close/>
                  <a:moveTo>
                    <a:pt x="1574339" y="1845763"/>
                  </a:moveTo>
                  <a:cubicBezTo>
                    <a:pt x="1575605" y="1839686"/>
                    <a:pt x="1572313" y="1831076"/>
                    <a:pt x="1561424" y="1830570"/>
                  </a:cubicBezTo>
                  <a:cubicBezTo>
                    <a:pt x="1548003" y="1831329"/>
                    <a:pt x="1541926" y="1844750"/>
                    <a:pt x="1548256" y="1853360"/>
                  </a:cubicBezTo>
                  <a:cubicBezTo>
                    <a:pt x="1555093" y="1862729"/>
                    <a:pt x="1571806" y="1857918"/>
                    <a:pt x="1574339" y="1845763"/>
                  </a:cubicBezTo>
                  <a:close/>
                  <a:moveTo>
                    <a:pt x="162604" y="1897168"/>
                  </a:moveTo>
                  <a:cubicBezTo>
                    <a:pt x="164124" y="1891091"/>
                    <a:pt x="164883" y="1882481"/>
                    <a:pt x="161591" y="1882481"/>
                  </a:cubicBezTo>
                  <a:cubicBezTo>
                    <a:pt x="156020" y="1884254"/>
                    <a:pt x="151462" y="1904765"/>
                    <a:pt x="153995" y="1909576"/>
                  </a:cubicBezTo>
                  <a:cubicBezTo>
                    <a:pt x="156020" y="1912868"/>
                    <a:pt x="160325" y="1906538"/>
                    <a:pt x="162604" y="1897168"/>
                  </a:cubicBezTo>
                  <a:close/>
                  <a:moveTo>
                    <a:pt x="143866" y="1885266"/>
                  </a:moveTo>
                  <a:cubicBezTo>
                    <a:pt x="138801" y="1887039"/>
                    <a:pt x="133990" y="1907550"/>
                    <a:pt x="136522" y="1912362"/>
                  </a:cubicBezTo>
                  <a:cubicBezTo>
                    <a:pt x="138041" y="1915654"/>
                    <a:pt x="142093" y="1909323"/>
                    <a:pt x="144372" y="1899954"/>
                  </a:cubicBezTo>
                  <a:cubicBezTo>
                    <a:pt x="145891" y="1893876"/>
                    <a:pt x="146651" y="1885520"/>
                    <a:pt x="143866" y="1885266"/>
                  </a:cubicBezTo>
                  <a:close/>
                  <a:moveTo>
                    <a:pt x="61820" y="1913881"/>
                  </a:moveTo>
                  <a:cubicBezTo>
                    <a:pt x="61820" y="1914134"/>
                    <a:pt x="61820" y="1914387"/>
                    <a:pt x="61567" y="1914641"/>
                  </a:cubicBezTo>
                  <a:lnTo>
                    <a:pt x="55743" y="1941230"/>
                  </a:lnTo>
                  <a:cubicBezTo>
                    <a:pt x="55743" y="1941483"/>
                    <a:pt x="55743" y="1941736"/>
                    <a:pt x="55490" y="1941989"/>
                  </a:cubicBezTo>
                  <a:cubicBezTo>
                    <a:pt x="56503" y="1937431"/>
                    <a:pt x="57516" y="1933126"/>
                    <a:pt x="58528" y="1928568"/>
                  </a:cubicBezTo>
                  <a:cubicBezTo>
                    <a:pt x="59795" y="1923504"/>
                    <a:pt x="61061" y="1918692"/>
                    <a:pt x="61820" y="1913881"/>
                  </a:cubicBezTo>
                  <a:close/>
                  <a:moveTo>
                    <a:pt x="4903499" y="1970350"/>
                  </a:moveTo>
                  <a:cubicBezTo>
                    <a:pt x="4902233" y="1964526"/>
                    <a:pt x="4901220" y="1958955"/>
                    <a:pt x="4899954" y="1953131"/>
                  </a:cubicBezTo>
                  <a:lnTo>
                    <a:pt x="4903752" y="1970857"/>
                  </a:lnTo>
                  <a:cubicBezTo>
                    <a:pt x="4903499" y="1970604"/>
                    <a:pt x="4903499" y="1970604"/>
                    <a:pt x="4903499" y="1970350"/>
                  </a:cubicBezTo>
                  <a:close/>
                  <a:moveTo>
                    <a:pt x="4901220" y="1960728"/>
                  </a:moveTo>
                  <a:cubicBezTo>
                    <a:pt x="4899954" y="1954650"/>
                    <a:pt x="4897928" y="1945787"/>
                    <a:pt x="4897422" y="1944521"/>
                  </a:cubicBezTo>
                  <a:cubicBezTo>
                    <a:pt x="4897422" y="1944521"/>
                    <a:pt x="4901980" y="1970350"/>
                    <a:pt x="4903246" y="1972123"/>
                  </a:cubicBezTo>
                  <a:cubicBezTo>
                    <a:pt x="4903246" y="1970604"/>
                    <a:pt x="4901727" y="1963007"/>
                    <a:pt x="4901220" y="1960728"/>
                  </a:cubicBezTo>
                  <a:close/>
                  <a:moveTo>
                    <a:pt x="4898435" y="1957436"/>
                  </a:moveTo>
                  <a:cubicBezTo>
                    <a:pt x="4897169" y="1951865"/>
                    <a:pt x="4895143" y="1942496"/>
                    <a:pt x="4894130" y="1941230"/>
                  </a:cubicBezTo>
                  <a:cubicBezTo>
                    <a:pt x="4893117" y="1941989"/>
                    <a:pt x="4898688" y="1967818"/>
                    <a:pt x="4899954" y="1969084"/>
                  </a:cubicBezTo>
                  <a:cubicBezTo>
                    <a:pt x="4900461" y="1968071"/>
                    <a:pt x="4898688" y="1959209"/>
                    <a:pt x="4898435" y="1957436"/>
                  </a:cubicBezTo>
                  <a:close/>
                  <a:moveTo>
                    <a:pt x="4888812" y="1937684"/>
                  </a:moveTo>
                  <a:cubicBezTo>
                    <a:pt x="4888052" y="1938697"/>
                    <a:pt x="4892357" y="1964020"/>
                    <a:pt x="4894890" y="1965539"/>
                  </a:cubicBezTo>
                  <a:cubicBezTo>
                    <a:pt x="4895649" y="1964526"/>
                    <a:pt x="4893877" y="1955663"/>
                    <a:pt x="4893623" y="1953891"/>
                  </a:cubicBezTo>
                  <a:cubicBezTo>
                    <a:pt x="4892611" y="1948320"/>
                    <a:pt x="4890331" y="1938950"/>
                    <a:pt x="4888812" y="1937684"/>
                  </a:cubicBezTo>
                  <a:cubicBezTo>
                    <a:pt x="4889066" y="1937684"/>
                    <a:pt x="4889066" y="1937684"/>
                    <a:pt x="4888812" y="1937684"/>
                  </a:cubicBezTo>
                  <a:close/>
                  <a:moveTo>
                    <a:pt x="4881975" y="1934139"/>
                  </a:moveTo>
                  <a:cubicBezTo>
                    <a:pt x="4881722" y="1934139"/>
                    <a:pt x="4881722" y="1934139"/>
                    <a:pt x="4881975" y="1934139"/>
                  </a:cubicBezTo>
                  <a:cubicBezTo>
                    <a:pt x="4879949" y="1935659"/>
                    <a:pt x="4885773" y="1961741"/>
                    <a:pt x="4888052" y="1961994"/>
                  </a:cubicBezTo>
                  <a:cubicBezTo>
                    <a:pt x="4889066" y="1960981"/>
                    <a:pt x="4887546" y="1952118"/>
                    <a:pt x="4887040" y="1950346"/>
                  </a:cubicBezTo>
                  <a:cubicBezTo>
                    <a:pt x="4885773" y="1944268"/>
                    <a:pt x="4883495" y="1935152"/>
                    <a:pt x="4881975" y="1934139"/>
                  </a:cubicBezTo>
                  <a:close/>
                  <a:moveTo>
                    <a:pt x="4872859" y="1930341"/>
                  </a:moveTo>
                  <a:cubicBezTo>
                    <a:pt x="4872606" y="1930341"/>
                    <a:pt x="4872606" y="1930341"/>
                    <a:pt x="4872859" y="1930341"/>
                  </a:cubicBezTo>
                  <a:cubicBezTo>
                    <a:pt x="4870327" y="1930847"/>
                    <a:pt x="4875391" y="1955410"/>
                    <a:pt x="4878430" y="1957942"/>
                  </a:cubicBezTo>
                  <a:cubicBezTo>
                    <a:pt x="4879949" y="1959209"/>
                    <a:pt x="4879949" y="1954144"/>
                    <a:pt x="4878430" y="1946547"/>
                  </a:cubicBezTo>
                  <a:cubicBezTo>
                    <a:pt x="4877164" y="1940470"/>
                    <a:pt x="4874631" y="1931607"/>
                    <a:pt x="4872859" y="1930341"/>
                  </a:cubicBezTo>
                  <a:close/>
                  <a:moveTo>
                    <a:pt x="4861464" y="1926795"/>
                  </a:moveTo>
                  <a:cubicBezTo>
                    <a:pt x="4858425" y="1927555"/>
                    <a:pt x="4863489" y="1951612"/>
                    <a:pt x="4867288" y="1954397"/>
                  </a:cubicBezTo>
                  <a:cubicBezTo>
                    <a:pt x="4869060" y="1955663"/>
                    <a:pt x="4869060" y="1950599"/>
                    <a:pt x="4867794" y="1943002"/>
                  </a:cubicBezTo>
                  <a:cubicBezTo>
                    <a:pt x="4866782" y="1936925"/>
                    <a:pt x="4863996" y="1928062"/>
                    <a:pt x="4861970" y="1926795"/>
                  </a:cubicBezTo>
                  <a:cubicBezTo>
                    <a:pt x="4861717" y="1926795"/>
                    <a:pt x="4861464" y="1926542"/>
                    <a:pt x="4861464" y="1926795"/>
                  </a:cubicBezTo>
                  <a:close/>
                  <a:moveTo>
                    <a:pt x="4848549" y="1922997"/>
                  </a:moveTo>
                  <a:cubicBezTo>
                    <a:pt x="4848549" y="1922997"/>
                    <a:pt x="4848296" y="1922997"/>
                    <a:pt x="4848296" y="1922997"/>
                  </a:cubicBezTo>
                  <a:cubicBezTo>
                    <a:pt x="4844751" y="1923757"/>
                    <a:pt x="4849815" y="1947813"/>
                    <a:pt x="4854120" y="1950599"/>
                  </a:cubicBezTo>
                  <a:cubicBezTo>
                    <a:pt x="4856146" y="1951865"/>
                    <a:pt x="4856399" y="1946547"/>
                    <a:pt x="4855133" y="1939204"/>
                  </a:cubicBezTo>
                  <a:cubicBezTo>
                    <a:pt x="4853867" y="1933126"/>
                    <a:pt x="4851082" y="1924263"/>
                    <a:pt x="4848549" y="1922997"/>
                  </a:cubicBezTo>
                  <a:close/>
                  <a:moveTo>
                    <a:pt x="4840446" y="1935405"/>
                  </a:moveTo>
                  <a:cubicBezTo>
                    <a:pt x="4839433" y="1929328"/>
                    <a:pt x="4836648" y="1920465"/>
                    <a:pt x="4833609" y="1919199"/>
                  </a:cubicBezTo>
                  <a:cubicBezTo>
                    <a:pt x="4833609" y="1919199"/>
                    <a:pt x="4833356" y="1919199"/>
                    <a:pt x="4833356" y="1919199"/>
                  </a:cubicBezTo>
                  <a:cubicBezTo>
                    <a:pt x="4829304" y="1919958"/>
                    <a:pt x="4834369" y="1944015"/>
                    <a:pt x="4838927" y="1946800"/>
                  </a:cubicBezTo>
                  <a:cubicBezTo>
                    <a:pt x="4841205" y="1948067"/>
                    <a:pt x="4841966" y="1942749"/>
                    <a:pt x="4840446" y="1935405"/>
                  </a:cubicBezTo>
                  <a:close/>
                  <a:moveTo>
                    <a:pt x="4816643" y="1915400"/>
                  </a:moveTo>
                  <a:cubicBezTo>
                    <a:pt x="4812338" y="1915907"/>
                    <a:pt x="4816896" y="1938697"/>
                    <a:pt x="4821707" y="1942749"/>
                  </a:cubicBezTo>
                  <a:cubicBezTo>
                    <a:pt x="4824493" y="1944775"/>
                    <a:pt x="4825506" y="1939710"/>
                    <a:pt x="4823986" y="1931607"/>
                  </a:cubicBezTo>
                  <a:cubicBezTo>
                    <a:pt x="4822974" y="1925529"/>
                    <a:pt x="4819935" y="1916667"/>
                    <a:pt x="4816896" y="1915400"/>
                  </a:cubicBezTo>
                  <a:cubicBezTo>
                    <a:pt x="4816896" y="1915400"/>
                    <a:pt x="4816643" y="1915400"/>
                    <a:pt x="4816643" y="1915400"/>
                  </a:cubicBezTo>
                  <a:close/>
                  <a:moveTo>
                    <a:pt x="4798664" y="1911855"/>
                  </a:moveTo>
                  <a:cubicBezTo>
                    <a:pt x="4798411" y="1911855"/>
                    <a:pt x="4798411" y="1911855"/>
                    <a:pt x="4798157" y="1911855"/>
                  </a:cubicBezTo>
                  <a:cubicBezTo>
                    <a:pt x="4793346" y="1912615"/>
                    <a:pt x="4797398" y="1934899"/>
                    <a:pt x="4803222" y="1939204"/>
                  </a:cubicBezTo>
                  <a:cubicBezTo>
                    <a:pt x="4806261" y="1941230"/>
                    <a:pt x="4807527" y="1936165"/>
                    <a:pt x="4806007" y="1928062"/>
                  </a:cubicBezTo>
                  <a:cubicBezTo>
                    <a:pt x="4804994" y="1921984"/>
                    <a:pt x="4801956" y="1912868"/>
                    <a:pt x="4798664" y="1911855"/>
                  </a:cubicBezTo>
                  <a:close/>
                  <a:moveTo>
                    <a:pt x="4778406" y="1908057"/>
                  </a:moveTo>
                  <a:cubicBezTo>
                    <a:pt x="4778152" y="1908057"/>
                    <a:pt x="4778152" y="1908057"/>
                    <a:pt x="4777899" y="1908057"/>
                  </a:cubicBezTo>
                  <a:cubicBezTo>
                    <a:pt x="4772835" y="1908563"/>
                    <a:pt x="4776886" y="1931354"/>
                    <a:pt x="4782964" y="1935405"/>
                  </a:cubicBezTo>
                  <a:cubicBezTo>
                    <a:pt x="4786002" y="1937431"/>
                    <a:pt x="4787775" y="1932366"/>
                    <a:pt x="4786256" y="1924263"/>
                  </a:cubicBezTo>
                  <a:cubicBezTo>
                    <a:pt x="4785243" y="1918186"/>
                    <a:pt x="4782204" y="1909323"/>
                    <a:pt x="4778406" y="1908057"/>
                  </a:cubicBezTo>
                  <a:close/>
                  <a:moveTo>
                    <a:pt x="4756375" y="1904512"/>
                  </a:moveTo>
                  <a:cubicBezTo>
                    <a:pt x="4756122" y="1904512"/>
                    <a:pt x="4756122" y="1904512"/>
                    <a:pt x="4755868" y="1904512"/>
                  </a:cubicBezTo>
                  <a:cubicBezTo>
                    <a:pt x="4750297" y="1905018"/>
                    <a:pt x="4754349" y="1927808"/>
                    <a:pt x="4760680" y="1931860"/>
                  </a:cubicBezTo>
                  <a:cubicBezTo>
                    <a:pt x="4763972" y="1933886"/>
                    <a:pt x="4765744" y="1928821"/>
                    <a:pt x="4764478" y="1920718"/>
                  </a:cubicBezTo>
                  <a:cubicBezTo>
                    <a:pt x="4763718" y="1914641"/>
                    <a:pt x="4760427" y="1905525"/>
                    <a:pt x="4756375" y="1904512"/>
                  </a:cubicBezTo>
                  <a:close/>
                  <a:moveTo>
                    <a:pt x="4732825" y="1900713"/>
                  </a:moveTo>
                  <a:cubicBezTo>
                    <a:pt x="4732572" y="1900713"/>
                    <a:pt x="4732319" y="1900713"/>
                    <a:pt x="4732319" y="1900713"/>
                  </a:cubicBezTo>
                  <a:cubicBezTo>
                    <a:pt x="4726494" y="1901220"/>
                    <a:pt x="4729786" y="1922238"/>
                    <a:pt x="4736623" y="1927555"/>
                  </a:cubicBezTo>
                  <a:cubicBezTo>
                    <a:pt x="4740675" y="1930594"/>
                    <a:pt x="4742954" y="1925529"/>
                    <a:pt x="4741435" y="1916920"/>
                  </a:cubicBezTo>
                  <a:cubicBezTo>
                    <a:pt x="4740422" y="1910842"/>
                    <a:pt x="4737130" y="1901979"/>
                    <a:pt x="4732825" y="1900713"/>
                  </a:cubicBezTo>
                  <a:close/>
                  <a:moveTo>
                    <a:pt x="4707756" y="1897168"/>
                  </a:moveTo>
                  <a:cubicBezTo>
                    <a:pt x="4707502" y="1897168"/>
                    <a:pt x="4707249" y="1897168"/>
                    <a:pt x="4707249" y="1897168"/>
                  </a:cubicBezTo>
                  <a:cubicBezTo>
                    <a:pt x="4701172" y="1897675"/>
                    <a:pt x="4704464" y="1918692"/>
                    <a:pt x="4711301" y="1924010"/>
                  </a:cubicBezTo>
                  <a:cubicBezTo>
                    <a:pt x="4715353" y="1927049"/>
                    <a:pt x="4718138" y="1921984"/>
                    <a:pt x="4716872" y="1913375"/>
                  </a:cubicBezTo>
                  <a:cubicBezTo>
                    <a:pt x="4715859" y="1907550"/>
                    <a:pt x="4712567" y="1898434"/>
                    <a:pt x="4707756" y="1897168"/>
                  </a:cubicBezTo>
                  <a:close/>
                  <a:moveTo>
                    <a:pt x="4690030" y="1909576"/>
                  </a:moveTo>
                  <a:cubicBezTo>
                    <a:pt x="4689270" y="1903499"/>
                    <a:pt x="4685725" y="1894636"/>
                    <a:pt x="4680914" y="1893623"/>
                  </a:cubicBezTo>
                  <a:cubicBezTo>
                    <a:pt x="4680660" y="1893623"/>
                    <a:pt x="4680407" y="1893623"/>
                    <a:pt x="4680407" y="1893623"/>
                  </a:cubicBezTo>
                  <a:cubicBezTo>
                    <a:pt x="4674077" y="1894130"/>
                    <a:pt x="4677115" y="1915147"/>
                    <a:pt x="4684206" y="1920465"/>
                  </a:cubicBezTo>
                  <a:cubicBezTo>
                    <a:pt x="4688510" y="1923250"/>
                    <a:pt x="4691296" y="1918186"/>
                    <a:pt x="4690030" y="1909576"/>
                  </a:cubicBezTo>
                  <a:close/>
                  <a:moveTo>
                    <a:pt x="4655591" y="1916667"/>
                  </a:moveTo>
                  <a:cubicBezTo>
                    <a:pt x="4660149" y="1919705"/>
                    <a:pt x="4663188" y="1914641"/>
                    <a:pt x="4661922" y="1906031"/>
                  </a:cubicBezTo>
                  <a:cubicBezTo>
                    <a:pt x="4661162" y="1899954"/>
                    <a:pt x="4657617" y="1891091"/>
                    <a:pt x="4652299" y="1890078"/>
                  </a:cubicBezTo>
                  <a:cubicBezTo>
                    <a:pt x="4652046" y="1890078"/>
                    <a:pt x="4651793" y="1890078"/>
                    <a:pt x="4651540" y="1890078"/>
                  </a:cubicBezTo>
                  <a:cubicBezTo>
                    <a:pt x="4644702" y="1890584"/>
                    <a:pt x="4647488" y="1911349"/>
                    <a:pt x="4655591" y="1916667"/>
                  </a:cubicBezTo>
                  <a:close/>
                  <a:moveTo>
                    <a:pt x="4632294" y="1902233"/>
                  </a:moveTo>
                  <a:cubicBezTo>
                    <a:pt x="4631535" y="1896155"/>
                    <a:pt x="4627989" y="1887292"/>
                    <a:pt x="4622418" y="1886279"/>
                  </a:cubicBezTo>
                  <a:cubicBezTo>
                    <a:pt x="4622165" y="1886279"/>
                    <a:pt x="4621912" y="1886279"/>
                    <a:pt x="4621659" y="1886279"/>
                  </a:cubicBezTo>
                  <a:cubicBezTo>
                    <a:pt x="4614568" y="1886786"/>
                    <a:pt x="4616848" y="1906284"/>
                    <a:pt x="4624444" y="1912615"/>
                  </a:cubicBezTo>
                  <a:cubicBezTo>
                    <a:pt x="4629762" y="1916667"/>
                    <a:pt x="4633560" y="1911349"/>
                    <a:pt x="4632294" y="1902233"/>
                  </a:cubicBezTo>
                  <a:close/>
                  <a:moveTo>
                    <a:pt x="4590765" y="1882734"/>
                  </a:moveTo>
                  <a:cubicBezTo>
                    <a:pt x="4590512" y="1882734"/>
                    <a:pt x="4590259" y="1882734"/>
                    <a:pt x="4590005" y="1882734"/>
                  </a:cubicBezTo>
                  <a:cubicBezTo>
                    <a:pt x="4582662" y="1883241"/>
                    <a:pt x="4584688" y="1902739"/>
                    <a:pt x="4592791" y="1909070"/>
                  </a:cubicBezTo>
                  <a:cubicBezTo>
                    <a:pt x="4598109" y="1913121"/>
                    <a:pt x="4602161" y="1908057"/>
                    <a:pt x="4601147" y="1898941"/>
                  </a:cubicBezTo>
                  <a:cubicBezTo>
                    <a:pt x="4600388" y="1892863"/>
                    <a:pt x="4596590" y="1883747"/>
                    <a:pt x="4590765" y="1882734"/>
                  </a:cubicBezTo>
                  <a:close/>
                  <a:moveTo>
                    <a:pt x="4568228" y="1895142"/>
                  </a:moveTo>
                  <a:cubicBezTo>
                    <a:pt x="4567468" y="1889065"/>
                    <a:pt x="4563670" y="1880202"/>
                    <a:pt x="4557846" y="1879189"/>
                  </a:cubicBezTo>
                  <a:cubicBezTo>
                    <a:pt x="4557593" y="1879189"/>
                    <a:pt x="4557340" y="1879189"/>
                    <a:pt x="4557086" y="1879189"/>
                  </a:cubicBezTo>
                  <a:cubicBezTo>
                    <a:pt x="4549490" y="1879696"/>
                    <a:pt x="4551262" y="1899194"/>
                    <a:pt x="4559618" y="1905525"/>
                  </a:cubicBezTo>
                  <a:cubicBezTo>
                    <a:pt x="4565189" y="1909323"/>
                    <a:pt x="4569494" y="1904258"/>
                    <a:pt x="4568228" y="1895142"/>
                  </a:cubicBezTo>
                  <a:close/>
                  <a:moveTo>
                    <a:pt x="4524927" y="1901726"/>
                  </a:moveTo>
                  <a:cubicBezTo>
                    <a:pt x="4530498" y="1905778"/>
                    <a:pt x="4535056" y="1900713"/>
                    <a:pt x="4534043" y="1891597"/>
                  </a:cubicBezTo>
                  <a:cubicBezTo>
                    <a:pt x="4533283" y="1885520"/>
                    <a:pt x="4529485" y="1876657"/>
                    <a:pt x="4523407" y="1875644"/>
                  </a:cubicBezTo>
                  <a:cubicBezTo>
                    <a:pt x="4523154" y="1875644"/>
                    <a:pt x="4522901" y="1875644"/>
                    <a:pt x="4522648" y="1875644"/>
                  </a:cubicBezTo>
                  <a:cubicBezTo>
                    <a:pt x="4514544" y="1876150"/>
                    <a:pt x="4516317" y="1895649"/>
                    <a:pt x="4524927" y="1901726"/>
                  </a:cubicBezTo>
                  <a:close/>
                  <a:moveTo>
                    <a:pt x="4498591" y="1888052"/>
                  </a:moveTo>
                  <a:cubicBezTo>
                    <a:pt x="4497831" y="1881975"/>
                    <a:pt x="4494033" y="1873112"/>
                    <a:pt x="4487449" y="1872099"/>
                  </a:cubicBezTo>
                  <a:cubicBezTo>
                    <a:pt x="4487196" y="1872099"/>
                    <a:pt x="4486943" y="1872099"/>
                    <a:pt x="4486689" y="1872099"/>
                  </a:cubicBezTo>
                  <a:cubicBezTo>
                    <a:pt x="4478839" y="1872605"/>
                    <a:pt x="4479852" y="1890584"/>
                    <a:pt x="4487955" y="1897675"/>
                  </a:cubicBezTo>
                  <a:cubicBezTo>
                    <a:pt x="4494033" y="1902992"/>
                    <a:pt x="4499604" y="1897928"/>
                    <a:pt x="4498591" y="1888052"/>
                  </a:cubicBezTo>
                  <a:close/>
                  <a:moveTo>
                    <a:pt x="4461620" y="1884760"/>
                  </a:moveTo>
                  <a:cubicBezTo>
                    <a:pt x="4461114" y="1878683"/>
                    <a:pt x="4457062" y="1869820"/>
                    <a:pt x="4450225" y="1868807"/>
                  </a:cubicBezTo>
                  <a:cubicBezTo>
                    <a:pt x="4449972" y="1868807"/>
                    <a:pt x="4449719" y="1868807"/>
                    <a:pt x="4449465" y="1868807"/>
                  </a:cubicBezTo>
                  <a:cubicBezTo>
                    <a:pt x="4441362" y="1869313"/>
                    <a:pt x="4442122" y="1887292"/>
                    <a:pt x="4450478" y="1894383"/>
                  </a:cubicBezTo>
                  <a:cubicBezTo>
                    <a:pt x="4456809" y="1899447"/>
                    <a:pt x="4462633" y="1894383"/>
                    <a:pt x="4461620" y="1884760"/>
                  </a:cubicBezTo>
                  <a:close/>
                  <a:moveTo>
                    <a:pt x="4423130" y="1881215"/>
                  </a:moveTo>
                  <a:cubicBezTo>
                    <a:pt x="4422623" y="1875138"/>
                    <a:pt x="4418572" y="1866275"/>
                    <a:pt x="4411735" y="1865262"/>
                  </a:cubicBezTo>
                  <a:cubicBezTo>
                    <a:pt x="4411482" y="1865262"/>
                    <a:pt x="4410975" y="1865262"/>
                    <a:pt x="4410722" y="1865262"/>
                  </a:cubicBezTo>
                  <a:cubicBezTo>
                    <a:pt x="4402112" y="1865768"/>
                    <a:pt x="4402872" y="1883747"/>
                    <a:pt x="4411735" y="1890837"/>
                  </a:cubicBezTo>
                  <a:cubicBezTo>
                    <a:pt x="4418065" y="1895902"/>
                    <a:pt x="4424143" y="1890837"/>
                    <a:pt x="4423130" y="1881215"/>
                  </a:cubicBezTo>
                  <a:close/>
                  <a:moveTo>
                    <a:pt x="4370712" y="1861716"/>
                  </a:moveTo>
                  <a:cubicBezTo>
                    <a:pt x="4361849" y="1862223"/>
                    <a:pt x="4362356" y="1880202"/>
                    <a:pt x="4371472" y="1887292"/>
                  </a:cubicBezTo>
                  <a:cubicBezTo>
                    <a:pt x="4378056" y="1892357"/>
                    <a:pt x="4384386" y="1887546"/>
                    <a:pt x="4383373" y="1877670"/>
                  </a:cubicBezTo>
                  <a:cubicBezTo>
                    <a:pt x="4382867" y="1871592"/>
                    <a:pt x="4378815" y="1862729"/>
                    <a:pt x="4371725" y="1861716"/>
                  </a:cubicBezTo>
                  <a:cubicBezTo>
                    <a:pt x="4371472" y="1861716"/>
                    <a:pt x="4370965" y="1861716"/>
                    <a:pt x="4370712" y="1861716"/>
                  </a:cubicBezTo>
                  <a:close/>
                  <a:moveTo>
                    <a:pt x="4329183" y="1858425"/>
                  </a:moveTo>
                  <a:cubicBezTo>
                    <a:pt x="4320573" y="1858931"/>
                    <a:pt x="4320320" y="1875391"/>
                    <a:pt x="4328677" y="1883241"/>
                  </a:cubicBezTo>
                  <a:cubicBezTo>
                    <a:pt x="4335514" y="1889571"/>
                    <a:pt x="4343110" y="1884760"/>
                    <a:pt x="4342098" y="1874378"/>
                  </a:cubicBezTo>
                  <a:cubicBezTo>
                    <a:pt x="4341591" y="1868554"/>
                    <a:pt x="4337539" y="1859438"/>
                    <a:pt x="4329943" y="1858425"/>
                  </a:cubicBezTo>
                  <a:cubicBezTo>
                    <a:pt x="4329943" y="1858425"/>
                    <a:pt x="4329436" y="1858425"/>
                    <a:pt x="4329183" y="1858425"/>
                  </a:cubicBezTo>
                  <a:close/>
                  <a:moveTo>
                    <a:pt x="4299809" y="1871086"/>
                  </a:moveTo>
                  <a:cubicBezTo>
                    <a:pt x="4299302" y="1865009"/>
                    <a:pt x="4295251" y="1856146"/>
                    <a:pt x="4287654" y="1855133"/>
                  </a:cubicBezTo>
                  <a:cubicBezTo>
                    <a:pt x="4287401" y="1855133"/>
                    <a:pt x="4286894" y="1855133"/>
                    <a:pt x="4286641" y="1855133"/>
                  </a:cubicBezTo>
                  <a:cubicBezTo>
                    <a:pt x="4277778" y="1855639"/>
                    <a:pt x="4277272" y="1872099"/>
                    <a:pt x="4285881" y="1879949"/>
                  </a:cubicBezTo>
                  <a:cubicBezTo>
                    <a:pt x="4292972" y="1886279"/>
                    <a:pt x="4300568" y="1881215"/>
                    <a:pt x="4299809" y="1871086"/>
                  </a:cubicBezTo>
                  <a:close/>
                  <a:moveTo>
                    <a:pt x="4243846" y="1851841"/>
                  </a:moveTo>
                  <a:cubicBezTo>
                    <a:pt x="4243593" y="1851841"/>
                    <a:pt x="4243086" y="1851841"/>
                    <a:pt x="4242833" y="1851841"/>
                  </a:cubicBezTo>
                  <a:cubicBezTo>
                    <a:pt x="4233463" y="1852347"/>
                    <a:pt x="4232957" y="1868807"/>
                    <a:pt x="4241820" y="1876657"/>
                  </a:cubicBezTo>
                  <a:cubicBezTo>
                    <a:pt x="4249164" y="1882988"/>
                    <a:pt x="4257014" y="1878176"/>
                    <a:pt x="4256254" y="1867794"/>
                  </a:cubicBezTo>
                  <a:cubicBezTo>
                    <a:pt x="4255747" y="1861716"/>
                    <a:pt x="4251696" y="1852854"/>
                    <a:pt x="4243846" y="1851841"/>
                  </a:cubicBezTo>
                  <a:close/>
                  <a:moveTo>
                    <a:pt x="4211433" y="1864502"/>
                  </a:moveTo>
                  <a:cubicBezTo>
                    <a:pt x="4210926" y="1858931"/>
                    <a:pt x="4207128" y="1849815"/>
                    <a:pt x="4198772" y="1848549"/>
                  </a:cubicBezTo>
                  <a:cubicBezTo>
                    <a:pt x="4198519" y="1848549"/>
                    <a:pt x="4198012" y="1848549"/>
                    <a:pt x="4197759" y="1848549"/>
                  </a:cubicBezTo>
                  <a:cubicBezTo>
                    <a:pt x="4188389" y="1849055"/>
                    <a:pt x="4187629" y="1865515"/>
                    <a:pt x="4196746" y="1873365"/>
                  </a:cubicBezTo>
                  <a:cubicBezTo>
                    <a:pt x="4203836" y="1879696"/>
                    <a:pt x="4212193" y="1874884"/>
                    <a:pt x="4211433" y="1864502"/>
                  </a:cubicBezTo>
                  <a:close/>
                  <a:moveTo>
                    <a:pt x="4165346" y="1861210"/>
                  </a:moveTo>
                  <a:cubicBezTo>
                    <a:pt x="4165092" y="1855386"/>
                    <a:pt x="4160788" y="1846523"/>
                    <a:pt x="4152431" y="1845257"/>
                  </a:cubicBezTo>
                  <a:cubicBezTo>
                    <a:pt x="4152178" y="1845257"/>
                    <a:pt x="4151671" y="1845257"/>
                    <a:pt x="4151418" y="1845257"/>
                  </a:cubicBezTo>
                  <a:cubicBezTo>
                    <a:pt x="4141796" y="1845763"/>
                    <a:pt x="4140783" y="1862223"/>
                    <a:pt x="4150152" y="1870073"/>
                  </a:cubicBezTo>
                  <a:cubicBezTo>
                    <a:pt x="4157496" y="1876404"/>
                    <a:pt x="4166105" y="1871592"/>
                    <a:pt x="4165346" y="1861210"/>
                  </a:cubicBezTo>
                  <a:close/>
                  <a:moveTo>
                    <a:pt x="4117992" y="1858171"/>
                  </a:moveTo>
                  <a:cubicBezTo>
                    <a:pt x="4117739" y="1852347"/>
                    <a:pt x="4113434" y="1843484"/>
                    <a:pt x="4105078" y="1842218"/>
                  </a:cubicBezTo>
                  <a:cubicBezTo>
                    <a:pt x="4104825" y="1842218"/>
                    <a:pt x="4104318" y="1842218"/>
                    <a:pt x="4104065" y="1842218"/>
                  </a:cubicBezTo>
                  <a:cubicBezTo>
                    <a:pt x="4094443" y="1842725"/>
                    <a:pt x="4092923" y="1857918"/>
                    <a:pt x="4101533" y="1866021"/>
                  </a:cubicBezTo>
                  <a:cubicBezTo>
                    <a:pt x="4109130" y="1873618"/>
                    <a:pt x="4118752" y="1869060"/>
                    <a:pt x="4117992" y="1858171"/>
                  </a:cubicBezTo>
                  <a:close/>
                  <a:moveTo>
                    <a:pt x="4069880" y="1854879"/>
                  </a:moveTo>
                  <a:cubicBezTo>
                    <a:pt x="4069627" y="1849055"/>
                    <a:pt x="4065321" y="1840192"/>
                    <a:pt x="4056712" y="1838926"/>
                  </a:cubicBezTo>
                  <a:cubicBezTo>
                    <a:pt x="4056459" y="1838926"/>
                    <a:pt x="4055952" y="1838926"/>
                    <a:pt x="4055699" y="1838926"/>
                  </a:cubicBezTo>
                  <a:cubicBezTo>
                    <a:pt x="4045823" y="1839433"/>
                    <a:pt x="4044050" y="1854626"/>
                    <a:pt x="4052914" y="1862729"/>
                  </a:cubicBezTo>
                  <a:cubicBezTo>
                    <a:pt x="4060510" y="1870580"/>
                    <a:pt x="4070386" y="1865768"/>
                    <a:pt x="4069880" y="1854879"/>
                  </a:cubicBezTo>
                  <a:close/>
                  <a:moveTo>
                    <a:pt x="4020501" y="1851841"/>
                  </a:moveTo>
                  <a:cubicBezTo>
                    <a:pt x="4020247" y="1846017"/>
                    <a:pt x="4015942" y="1837154"/>
                    <a:pt x="4007080" y="1835888"/>
                  </a:cubicBezTo>
                  <a:cubicBezTo>
                    <a:pt x="4006826" y="1835888"/>
                    <a:pt x="4006320" y="1835888"/>
                    <a:pt x="4005813" y="1835888"/>
                  </a:cubicBezTo>
                  <a:cubicBezTo>
                    <a:pt x="3995684" y="1836394"/>
                    <a:pt x="3993912" y="1851588"/>
                    <a:pt x="4002775" y="1859691"/>
                  </a:cubicBezTo>
                  <a:cubicBezTo>
                    <a:pt x="4010625" y="1867287"/>
                    <a:pt x="4020754" y="1862729"/>
                    <a:pt x="4020501" y="1851841"/>
                  </a:cubicBezTo>
                  <a:close/>
                  <a:moveTo>
                    <a:pt x="3969855" y="1848802"/>
                  </a:moveTo>
                  <a:cubicBezTo>
                    <a:pt x="3969602" y="1842978"/>
                    <a:pt x="3965297" y="1834115"/>
                    <a:pt x="3956435" y="1832849"/>
                  </a:cubicBezTo>
                  <a:cubicBezTo>
                    <a:pt x="3956181" y="1832849"/>
                    <a:pt x="3955675" y="1832849"/>
                    <a:pt x="3955168" y="1832849"/>
                  </a:cubicBezTo>
                  <a:cubicBezTo>
                    <a:pt x="3944786" y="1833355"/>
                    <a:pt x="3942760" y="1848549"/>
                    <a:pt x="3951876" y="1856652"/>
                  </a:cubicBezTo>
                  <a:cubicBezTo>
                    <a:pt x="3959980" y="1864502"/>
                    <a:pt x="3970109" y="1859691"/>
                    <a:pt x="3969855" y="1848802"/>
                  </a:cubicBezTo>
                  <a:close/>
                  <a:moveTo>
                    <a:pt x="3918197" y="1845763"/>
                  </a:moveTo>
                  <a:cubicBezTo>
                    <a:pt x="3917944" y="1839939"/>
                    <a:pt x="3913639" y="1831076"/>
                    <a:pt x="3904523" y="1830063"/>
                  </a:cubicBezTo>
                  <a:cubicBezTo>
                    <a:pt x="3904270" y="1830063"/>
                    <a:pt x="3903763" y="1830063"/>
                    <a:pt x="3903257" y="1830063"/>
                  </a:cubicBezTo>
                  <a:cubicBezTo>
                    <a:pt x="3892621" y="1830823"/>
                    <a:pt x="3890343" y="1845763"/>
                    <a:pt x="3899712" y="1853867"/>
                  </a:cubicBezTo>
                  <a:cubicBezTo>
                    <a:pt x="3908068" y="1861463"/>
                    <a:pt x="3918451" y="1856652"/>
                    <a:pt x="3918197" y="1845763"/>
                  </a:cubicBezTo>
                  <a:close/>
                  <a:moveTo>
                    <a:pt x="3865780" y="1842978"/>
                  </a:moveTo>
                  <a:cubicBezTo>
                    <a:pt x="3865780" y="1837154"/>
                    <a:pt x="3861221" y="1828291"/>
                    <a:pt x="3851852" y="1827278"/>
                  </a:cubicBezTo>
                  <a:cubicBezTo>
                    <a:pt x="3851599" y="1827278"/>
                    <a:pt x="3851092" y="1827278"/>
                    <a:pt x="3850586" y="1827278"/>
                  </a:cubicBezTo>
                  <a:cubicBezTo>
                    <a:pt x="3839950" y="1828038"/>
                    <a:pt x="3837418" y="1842978"/>
                    <a:pt x="3846788" y="1851081"/>
                  </a:cubicBezTo>
                  <a:cubicBezTo>
                    <a:pt x="3854891" y="1858425"/>
                    <a:pt x="3866033" y="1853613"/>
                    <a:pt x="3865780" y="1842978"/>
                  </a:cubicBezTo>
                  <a:close/>
                  <a:moveTo>
                    <a:pt x="3812095" y="1839939"/>
                  </a:moveTo>
                  <a:cubicBezTo>
                    <a:pt x="3812095" y="1834115"/>
                    <a:pt x="3807538" y="1825252"/>
                    <a:pt x="3797915" y="1824239"/>
                  </a:cubicBezTo>
                  <a:cubicBezTo>
                    <a:pt x="3786013" y="1824239"/>
                    <a:pt x="3783734" y="1838926"/>
                    <a:pt x="3791584" y="1847283"/>
                  </a:cubicBezTo>
                  <a:cubicBezTo>
                    <a:pt x="3799941" y="1855639"/>
                    <a:pt x="3812349" y="1851334"/>
                    <a:pt x="3812095" y="1839939"/>
                  </a:cubicBezTo>
                  <a:close/>
                  <a:moveTo>
                    <a:pt x="3736888" y="1844497"/>
                  </a:moveTo>
                  <a:cubicBezTo>
                    <a:pt x="3745244" y="1853107"/>
                    <a:pt x="3757652" y="1848802"/>
                    <a:pt x="3757399" y="1837154"/>
                  </a:cubicBezTo>
                  <a:cubicBezTo>
                    <a:pt x="3757399" y="1831329"/>
                    <a:pt x="3752841" y="1822467"/>
                    <a:pt x="3743218" y="1821454"/>
                  </a:cubicBezTo>
                  <a:cubicBezTo>
                    <a:pt x="3731317" y="1821454"/>
                    <a:pt x="3728784" y="1836141"/>
                    <a:pt x="3736888" y="1844497"/>
                  </a:cubicBezTo>
                  <a:close/>
                  <a:moveTo>
                    <a:pt x="3702196" y="1834368"/>
                  </a:moveTo>
                  <a:cubicBezTo>
                    <a:pt x="3702196" y="1828544"/>
                    <a:pt x="3697638" y="1819681"/>
                    <a:pt x="3688015" y="1818668"/>
                  </a:cubicBezTo>
                  <a:cubicBezTo>
                    <a:pt x="3675354" y="1818668"/>
                    <a:pt x="3672821" y="1833355"/>
                    <a:pt x="3681178" y="1841712"/>
                  </a:cubicBezTo>
                  <a:cubicBezTo>
                    <a:pt x="3689534" y="1850321"/>
                    <a:pt x="3702196" y="1845763"/>
                    <a:pt x="3702196" y="1834368"/>
                  </a:cubicBezTo>
                  <a:close/>
                  <a:moveTo>
                    <a:pt x="3645979" y="1831836"/>
                  </a:moveTo>
                  <a:cubicBezTo>
                    <a:pt x="3645979" y="1826012"/>
                    <a:pt x="3641421" y="1817149"/>
                    <a:pt x="3631546" y="1816136"/>
                  </a:cubicBezTo>
                  <a:cubicBezTo>
                    <a:pt x="3618884" y="1816136"/>
                    <a:pt x="3616352" y="1830823"/>
                    <a:pt x="3624455" y="1839179"/>
                  </a:cubicBezTo>
                  <a:cubicBezTo>
                    <a:pt x="3632812" y="1847536"/>
                    <a:pt x="3645726" y="1842978"/>
                    <a:pt x="3645979" y="1831836"/>
                  </a:cubicBezTo>
                  <a:close/>
                  <a:moveTo>
                    <a:pt x="3588497" y="1829050"/>
                  </a:moveTo>
                  <a:cubicBezTo>
                    <a:pt x="3588497" y="1823226"/>
                    <a:pt x="3584192" y="1814363"/>
                    <a:pt x="3574063" y="1813350"/>
                  </a:cubicBezTo>
                  <a:cubicBezTo>
                    <a:pt x="3561402" y="1813350"/>
                    <a:pt x="3558363" y="1828038"/>
                    <a:pt x="3566720" y="1836394"/>
                  </a:cubicBezTo>
                  <a:cubicBezTo>
                    <a:pt x="3575330" y="1845004"/>
                    <a:pt x="3588497" y="1840699"/>
                    <a:pt x="3588497" y="1829050"/>
                  </a:cubicBezTo>
                  <a:close/>
                  <a:moveTo>
                    <a:pt x="3530508" y="1826518"/>
                  </a:moveTo>
                  <a:cubicBezTo>
                    <a:pt x="3530508" y="1820694"/>
                    <a:pt x="3526204" y="1811831"/>
                    <a:pt x="3516075" y="1810818"/>
                  </a:cubicBezTo>
                  <a:cubicBezTo>
                    <a:pt x="3515568" y="1810818"/>
                    <a:pt x="3515062" y="1810818"/>
                    <a:pt x="3514809" y="1810818"/>
                  </a:cubicBezTo>
                  <a:cubicBezTo>
                    <a:pt x="3503413" y="1811578"/>
                    <a:pt x="3499615" y="1825252"/>
                    <a:pt x="3508478" y="1833862"/>
                  </a:cubicBezTo>
                  <a:cubicBezTo>
                    <a:pt x="3517087" y="1842218"/>
                    <a:pt x="3530508" y="1837913"/>
                    <a:pt x="3530508" y="1826518"/>
                  </a:cubicBezTo>
                  <a:close/>
                  <a:moveTo>
                    <a:pt x="3471760" y="1823986"/>
                  </a:moveTo>
                  <a:cubicBezTo>
                    <a:pt x="3472013" y="1818415"/>
                    <a:pt x="3467962" y="1809299"/>
                    <a:pt x="3457073" y="1808286"/>
                  </a:cubicBezTo>
                  <a:cubicBezTo>
                    <a:pt x="3456567" y="1808286"/>
                    <a:pt x="3456060" y="1808286"/>
                    <a:pt x="3455807" y="1808286"/>
                  </a:cubicBezTo>
                  <a:cubicBezTo>
                    <a:pt x="3444412" y="1809046"/>
                    <a:pt x="3440613" y="1822720"/>
                    <a:pt x="3449223" y="1831329"/>
                  </a:cubicBezTo>
                  <a:cubicBezTo>
                    <a:pt x="3457833" y="1839686"/>
                    <a:pt x="3471507" y="1835128"/>
                    <a:pt x="3471760" y="1823986"/>
                  </a:cubicBezTo>
                  <a:close/>
                  <a:moveTo>
                    <a:pt x="3412252" y="1821454"/>
                  </a:moveTo>
                  <a:cubicBezTo>
                    <a:pt x="3412505" y="1815629"/>
                    <a:pt x="3407947" y="1806766"/>
                    <a:pt x="3397312" y="1805754"/>
                  </a:cubicBezTo>
                  <a:cubicBezTo>
                    <a:pt x="3384650" y="1805754"/>
                    <a:pt x="3381105" y="1819428"/>
                    <a:pt x="3388196" y="1827784"/>
                  </a:cubicBezTo>
                  <a:cubicBezTo>
                    <a:pt x="3396805" y="1837407"/>
                    <a:pt x="3411999" y="1833355"/>
                    <a:pt x="3412252" y="1821454"/>
                  </a:cubicBezTo>
                  <a:close/>
                  <a:moveTo>
                    <a:pt x="3351984" y="1819175"/>
                  </a:moveTo>
                  <a:cubicBezTo>
                    <a:pt x="3352238" y="1813350"/>
                    <a:pt x="3347679" y="1804488"/>
                    <a:pt x="3337297" y="1803475"/>
                  </a:cubicBezTo>
                  <a:cubicBezTo>
                    <a:pt x="3324383" y="1803728"/>
                    <a:pt x="3320584" y="1817149"/>
                    <a:pt x="3327928" y="1825505"/>
                  </a:cubicBezTo>
                  <a:cubicBezTo>
                    <a:pt x="3336284" y="1835381"/>
                    <a:pt x="3351478" y="1831329"/>
                    <a:pt x="3351984" y="1819175"/>
                  </a:cubicBezTo>
                  <a:close/>
                  <a:moveTo>
                    <a:pt x="3276016" y="1801195"/>
                  </a:moveTo>
                  <a:cubicBezTo>
                    <a:pt x="3262849" y="1801449"/>
                    <a:pt x="3258797" y="1814870"/>
                    <a:pt x="3266394" y="1823226"/>
                  </a:cubicBezTo>
                  <a:cubicBezTo>
                    <a:pt x="3275004" y="1832849"/>
                    <a:pt x="3290450" y="1829050"/>
                    <a:pt x="3290957" y="1816896"/>
                  </a:cubicBezTo>
                  <a:cubicBezTo>
                    <a:pt x="3291210" y="1810818"/>
                    <a:pt x="3286652" y="1801955"/>
                    <a:pt x="3276016" y="1801195"/>
                  </a:cubicBezTo>
                  <a:close/>
                  <a:moveTo>
                    <a:pt x="3214229" y="1798917"/>
                  </a:moveTo>
                  <a:cubicBezTo>
                    <a:pt x="3201062" y="1799170"/>
                    <a:pt x="3197010" y="1812591"/>
                    <a:pt x="3204354" y="1820947"/>
                  </a:cubicBezTo>
                  <a:cubicBezTo>
                    <a:pt x="3212710" y="1830570"/>
                    <a:pt x="3228663" y="1826518"/>
                    <a:pt x="3229170" y="1814617"/>
                  </a:cubicBezTo>
                  <a:cubicBezTo>
                    <a:pt x="3229676" y="1808539"/>
                    <a:pt x="3225118" y="1799676"/>
                    <a:pt x="3214229" y="1798917"/>
                  </a:cubicBezTo>
                  <a:close/>
                  <a:moveTo>
                    <a:pt x="3151936" y="1796637"/>
                  </a:moveTo>
                  <a:cubicBezTo>
                    <a:pt x="3138768" y="1796891"/>
                    <a:pt x="3134463" y="1810312"/>
                    <a:pt x="3141807" y="1818668"/>
                  </a:cubicBezTo>
                  <a:cubicBezTo>
                    <a:pt x="3150417" y="1828544"/>
                    <a:pt x="3166116" y="1824492"/>
                    <a:pt x="3166876" y="1812084"/>
                  </a:cubicBezTo>
                  <a:cubicBezTo>
                    <a:pt x="3167129" y="1806260"/>
                    <a:pt x="3162825" y="1797650"/>
                    <a:pt x="3151936" y="1796637"/>
                  </a:cubicBezTo>
                  <a:close/>
                  <a:moveTo>
                    <a:pt x="3088883" y="1794612"/>
                  </a:moveTo>
                  <a:cubicBezTo>
                    <a:pt x="3075462" y="1794865"/>
                    <a:pt x="3070903" y="1808286"/>
                    <a:pt x="3078500" y="1816642"/>
                  </a:cubicBezTo>
                  <a:cubicBezTo>
                    <a:pt x="3087110" y="1826265"/>
                    <a:pt x="3103063" y="1822213"/>
                    <a:pt x="3103823" y="1810059"/>
                  </a:cubicBezTo>
                  <a:cubicBezTo>
                    <a:pt x="3104329" y="1804234"/>
                    <a:pt x="3100024" y="1795371"/>
                    <a:pt x="3088883" y="1794612"/>
                  </a:cubicBezTo>
                  <a:close/>
                  <a:moveTo>
                    <a:pt x="3025323" y="1792586"/>
                  </a:moveTo>
                  <a:cubicBezTo>
                    <a:pt x="3011902" y="1792839"/>
                    <a:pt x="3007344" y="1806260"/>
                    <a:pt x="3014687" y="1814617"/>
                  </a:cubicBezTo>
                  <a:cubicBezTo>
                    <a:pt x="3023297" y="1824239"/>
                    <a:pt x="3039503" y="1820187"/>
                    <a:pt x="3040516" y="1808033"/>
                  </a:cubicBezTo>
                  <a:cubicBezTo>
                    <a:pt x="3040770" y="1802462"/>
                    <a:pt x="3036971" y="1793599"/>
                    <a:pt x="3025323" y="1792586"/>
                  </a:cubicBezTo>
                  <a:close/>
                  <a:moveTo>
                    <a:pt x="2961257" y="1790560"/>
                  </a:moveTo>
                  <a:cubicBezTo>
                    <a:pt x="2947583" y="1790813"/>
                    <a:pt x="2943024" y="1804234"/>
                    <a:pt x="2950368" y="1812591"/>
                  </a:cubicBezTo>
                  <a:cubicBezTo>
                    <a:pt x="2958724" y="1822213"/>
                    <a:pt x="2975437" y="1817908"/>
                    <a:pt x="2976450" y="1806007"/>
                  </a:cubicBezTo>
                  <a:cubicBezTo>
                    <a:pt x="2976957" y="1800183"/>
                    <a:pt x="2972399" y="1791573"/>
                    <a:pt x="2961257" y="1790560"/>
                  </a:cubicBezTo>
                  <a:close/>
                  <a:moveTo>
                    <a:pt x="2911625" y="1804234"/>
                  </a:moveTo>
                  <a:cubicBezTo>
                    <a:pt x="2912131" y="1798663"/>
                    <a:pt x="2908332" y="1789547"/>
                    <a:pt x="2896431" y="1788787"/>
                  </a:cubicBezTo>
                  <a:cubicBezTo>
                    <a:pt x="2882757" y="1789041"/>
                    <a:pt x="2877945" y="1802462"/>
                    <a:pt x="2885289" y="1810818"/>
                  </a:cubicBezTo>
                  <a:cubicBezTo>
                    <a:pt x="2894152" y="1820694"/>
                    <a:pt x="2910612" y="1816389"/>
                    <a:pt x="2911625" y="1804234"/>
                  </a:cubicBezTo>
                  <a:close/>
                  <a:moveTo>
                    <a:pt x="2831605" y="1787015"/>
                  </a:moveTo>
                  <a:cubicBezTo>
                    <a:pt x="2817678" y="1787268"/>
                    <a:pt x="2812613" y="1800689"/>
                    <a:pt x="2820210" y="1809046"/>
                  </a:cubicBezTo>
                  <a:cubicBezTo>
                    <a:pt x="2828820" y="1818668"/>
                    <a:pt x="2845533" y="1814617"/>
                    <a:pt x="2846545" y="1802462"/>
                  </a:cubicBezTo>
                  <a:cubicBezTo>
                    <a:pt x="2847052" y="1796891"/>
                    <a:pt x="2843507" y="1787775"/>
                    <a:pt x="2831605" y="1787015"/>
                  </a:cubicBezTo>
                  <a:close/>
                  <a:moveTo>
                    <a:pt x="2765766" y="1785242"/>
                  </a:moveTo>
                  <a:cubicBezTo>
                    <a:pt x="2752092" y="1785496"/>
                    <a:pt x="2747028" y="1797650"/>
                    <a:pt x="2753358" y="1806260"/>
                  </a:cubicBezTo>
                  <a:cubicBezTo>
                    <a:pt x="2761208" y="1817149"/>
                    <a:pt x="2779694" y="1813350"/>
                    <a:pt x="2780960" y="1800689"/>
                  </a:cubicBezTo>
                  <a:cubicBezTo>
                    <a:pt x="2781720" y="1794865"/>
                    <a:pt x="2777415" y="1786002"/>
                    <a:pt x="2765766" y="1785242"/>
                  </a:cubicBezTo>
                  <a:close/>
                  <a:moveTo>
                    <a:pt x="2699928" y="1783723"/>
                  </a:moveTo>
                  <a:cubicBezTo>
                    <a:pt x="2685241" y="1783976"/>
                    <a:pt x="2681695" y="1797144"/>
                    <a:pt x="2687266" y="1804741"/>
                  </a:cubicBezTo>
                  <a:cubicBezTo>
                    <a:pt x="2695116" y="1815629"/>
                    <a:pt x="2713602" y="1811831"/>
                    <a:pt x="2714868" y="1799170"/>
                  </a:cubicBezTo>
                  <a:cubicBezTo>
                    <a:pt x="2715628" y="1793599"/>
                    <a:pt x="2712082" y="1784483"/>
                    <a:pt x="2699928" y="1783723"/>
                  </a:cubicBezTo>
                  <a:close/>
                  <a:moveTo>
                    <a:pt x="2620668" y="1803221"/>
                  </a:moveTo>
                  <a:cubicBezTo>
                    <a:pt x="2628518" y="1813857"/>
                    <a:pt x="2647257" y="1810059"/>
                    <a:pt x="2648523" y="1797650"/>
                  </a:cubicBezTo>
                  <a:cubicBezTo>
                    <a:pt x="2649029" y="1792079"/>
                    <a:pt x="2645737" y="1782963"/>
                    <a:pt x="2633582" y="1782204"/>
                  </a:cubicBezTo>
                  <a:cubicBezTo>
                    <a:pt x="2619908" y="1782457"/>
                    <a:pt x="2614337" y="1794612"/>
                    <a:pt x="2620668" y="1803221"/>
                  </a:cubicBezTo>
                  <a:close/>
                  <a:moveTo>
                    <a:pt x="2553816" y="1801702"/>
                  </a:moveTo>
                  <a:cubicBezTo>
                    <a:pt x="2561666" y="1812591"/>
                    <a:pt x="2580405" y="1808792"/>
                    <a:pt x="2581924" y="1796131"/>
                  </a:cubicBezTo>
                  <a:cubicBezTo>
                    <a:pt x="2582684" y="1790560"/>
                    <a:pt x="2579139" y="1781444"/>
                    <a:pt x="2566984" y="1780684"/>
                  </a:cubicBezTo>
                  <a:cubicBezTo>
                    <a:pt x="2551790" y="1780938"/>
                    <a:pt x="2547992" y="1794105"/>
                    <a:pt x="2553816" y="1801702"/>
                  </a:cubicBezTo>
                  <a:close/>
                  <a:moveTo>
                    <a:pt x="2486458" y="1800436"/>
                  </a:moveTo>
                  <a:cubicBezTo>
                    <a:pt x="2494308" y="1811325"/>
                    <a:pt x="2513047" y="1807526"/>
                    <a:pt x="2514819" y="1794612"/>
                  </a:cubicBezTo>
                  <a:cubicBezTo>
                    <a:pt x="2515579" y="1788787"/>
                    <a:pt x="2511528" y="1779925"/>
                    <a:pt x="2499626" y="1779165"/>
                  </a:cubicBezTo>
                  <a:cubicBezTo>
                    <a:pt x="2485699" y="1779671"/>
                    <a:pt x="2480381" y="1791826"/>
                    <a:pt x="2486458" y="1800436"/>
                  </a:cubicBezTo>
                  <a:close/>
                  <a:moveTo>
                    <a:pt x="2419100" y="1799170"/>
                  </a:moveTo>
                  <a:cubicBezTo>
                    <a:pt x="2426950" y="1809805"/>
                    <a:pt x="2445689" y="1806007"/>
                    <a:pt x="2447461" y="1793346"/>
                  </a:cubicBezTo>
                  <a:cubicBezTo>
                    <a:pt x="2448221" y="1787775"/>
                    <a:pt x="2444929" y="1778658"/>
                    <a:pt x="2432521" y="1777899"/>
                  </a:cubicBezTo>
                  <a:cubicBezTo>
                    <a:pt x="2418340" y="1778405"/>
                    <a:pt x="2412769" y="1790560"/>
                    <a:pt x="2419100" y="1799170"/>
                  </a:cubicBezTo>
                  <a:close/>
                  <a:moveTo>
                    <a:pt x="2364657" y="1776886"/>
                  </a:moveTo>
                  <a:cubicBezTo>
                    <a:pt x="2350729" y="1777139"/>
                    <a:pt x="2344905" y="1789547"/>
                    <a:pt x="2350982" y="1797904"/>
                  </a:cubicBezTo>
                  <a:cubicBezTo>
                    <a:pt x="2358832" y="1808539"/>
                    <a:pt x="2377824" y="1804741"/>
                    <a:pt x="2379597" y="1792079"/>
                  </a:cubicBezTo>
                  <a:cubicBezTo>
                    <a:pt x="2380610" y="1786509"/>
                    <a:pt x="2377065" y="1777645"/>
                    <a:pt x="2364657" y="1776886"/>
                  </a:cubicBezTo>
                  <a:close/>
                  <a:moveTo>
                    <a:pt x="2296792" y="1775620"/>
                  </a:moveTo>
                  <a:cubicBezTo>
                    <a:pt x="2282611" y="1776126"/>
                    <a:pt x="2277040" y="1788281"/>
                    <a:pt x="2283118" y="1796637"/>
                  </a:cubicBezTo>
                  <a:cubicBezTo>
                    <a:pt x="2290968" y="1807273"/>
                    <a:pt x="2309960" y="1803475"/>
                    <a:pt x="2311986" y="1790813"/>
                  </a:cubicBezTo>
                  <a:cubicBezTo>
                    <a:pt x="2312745" y="1784989"/>
                    <a:pt x="2308694" y="1776379"/>
                    <a:pt x="2296792" y="1775620"/>
                  </a:cubicBezTo>
                  <a:close/>
                  <a:moveTo>
                    <a:pt x="2228674" y="1774860"/>
                  </a:moveTo>
                  <a:cubicBezTo>
                    <a:pt x="2214494" y="1775367"/>
                    <a:pt x="2208669" y="1787521"/>
                    <a:pt x="2214747" y="1795878"/>
                  </a:cubicBezTo>
                  <a:cubicBezTo>
                    <a:pt x="2222344" y="1806513"/>
                    <a:pt x="2241589" y="1802715"/>
                    <a:pt x="2243615" y="1790054"/>
                  </a:cubicBezTo>
                  <a:cubicBezTo>
                    <a:pt x="2244374" y="1784483"/>
                    <a:pt x="2241082" y="1775367"/>
                    <a:pt x="2228674" y="1774860"/>
                  </a:cubicBezTo>
                  <a:close/>
                  <a:moveTo>
                    <a:pt x="2160557" y="1773847"/>
                  </a:moveTo>
                  <a:cubicBezTo>
                    <a:pt x="2146629" y="1774354"/>
                    <a:pt x="2140298" y="1786762"/>
                    <a:pt x="2146376" y="1795118"/>
                  </a:cubicBezTo>
                  <a:cubicBezTo>
                    <a:pt x="2153973" y="1805754"/>
                    <a:pt x="2173218" y="1801702"/>
                    <a:pt x="2175497" y="1789294"/>
                  </a:cubicBezTo>
                  <a:cubicBezTo>
                    <a:pt x="2176257" y="1783470"/>
                    <a:pt x="2172965" y="1774607"/>
                    <a:pt x="2160557" y="1773847"/>
                  </a:cubicBezTo>
                  <a:close/>
                  <a:moveTo>
                    <a:pt x="2092186" y="1773087"/>
                  </a:moveTo>
                  <a:cubicBezTo>
                    <a:pt x="2076739" y="1773594"/>
                    <a:pt x="2072434" y="1786509"/>
                    <a:pt x="2077752" y="1794358"/>
                  </a:cubicBezTo>
                  <a:cubicBezTo>
                    <a:pt x="2085348" y="1804994"/>
                    <a:pt x="2104594" y="1801195"/>
                    <a:pt x="2106873" y="1788534"/>
                  </a:cubicBezTo>
                  <a:cubicBezTo>
                    <a:pt x="2107885" y="1782710"/>
                    <a:pt x="2104594" y="1773847"/>
                    <a:pt x="2092186" y="1773087"/>
                  </a:cubicBezTo>
                  <a:close/>
                  <a:moveTo>
                    <a:pt x="2023561" y="1772328"/>
                  </a:moveTo>
                  <a:cubicBezTo>
                    <a:pt x="2008368" y="1772834"/>
                    <a:pt x="2004063" y="1786002"/>
                    <a:pt x="2009381" y="1793599"/>
                  </a:cubicBezTo>
                  <a:cubicBezTo>
                    <a:pt x="2016724" y="1804234"/>
                    <a:pt x="2036223" y="1800436"/>
                    <a:pt x="2038502" y="1787521"/>
                  </a:cubicBezTo>
                  <a:cubicBezTo>
                    <a:pt x="2039261" y="1781697"/>
                    <a:pt x="2035463" y="1773087"/>
                    <a:pt x="2023561" y="1772328"/>
                  </a:cubicBezTo>
                  <a:close/>
                  <a:moveTo>
                    <a:pt x="1955950" y="1771821"/>
                  </a:moveTo>
                  <a:cubicBezTo>
                    <a:pt x="1941010" y="1772328"/>
                    <a:pt x="1936452" y="1785496"/>
                    <a:pt x="1941769" y="1793092"/>
                  </a:cubicBezTo>
                  <a:cubicBezTo>
                    <a:pt x="1949113" y="1803728"/>
                    <a:pt x="1968105" y="1799676"/>
                    <a:pt x="1970384" y="1787015"/>
                  </a:cubicBezTo>
                  <a:cubicBezTo>
                    <a:pt x="1971143" y="1781444"/>
                    <a:pt x="1968105" y="1772328"/>
                    <a:pt x="1955950" y="1771821"/>
                  </a:cubicBezTo>
                  <a:close/>
                  <a:moveTo>
                    <a:pt x="1889098" y="1771315"/>
                  </a:moveTo>
                  <a:cubicBezTo>
                    <a:pt x="1875424" y="1771821"/>
                    <a:pt x="1869093" y="1784229"/>
                    <a:pt x="1874664" y="1792586"/>
                  </a:cubicBezTo>
                  <a:cubicBezTo>
                    <a:pt x="1881755" y="1803221"/>
                    <a:pt x="1900747" y="1799170"/>
                    <a:pt x="1903026" y="1786509"/>
                  </a:cubicBezTo>
                  <a:cubicBezTo>
                    <a:pt x="1904039" y="1780938"/>
                    <a:pt x="1901253" y="1771821"/>
                    <a:pt x="1889098" y="1771315"/>
                  </a:cubicBezTo>
                  <a:close/>
                  <a:moveTo>
                    <a:pt x="1836681" y="1786002"/>
                  </a:moveTo>
                  <a:cubicBezTo>
                    <a:pt x="1837947" y="1780178"/>
                    <a:pt x="1834402" y="1771568"/>
                    <a:pt x="1822753" y="1770808"/>
                  </a:cubicBezTo>
                  <a:cubicBezTo>
                    <a:pt x="1808066" y="1771315"/>
                    <a:pt x="1803508" y="1784483"/>
                    <a:pt x="1808572" y="1792079"/>
                  </a:cubicBezTo>
                  <a:cubicBezTo>
                    <a:pt x="1815663" y="1802968"/>
                    <a:pt x="1834148" y="1798663"/>
                    <a:pt x="1836681" y="1786002"/>
                  </a:cubicBezTo>
                  <a:close/>
                  <a:moveTo>
                    <a:pt x="1506474" y="1770555"/>
                  </a:moveTo>
                  <a:cubicBezTo>
                    <a:pt x="1492800" y="1771315"/>
                    <a:pt x="1488242" y="1784229"/>
                    <a:pt x="1492547" y="1791826"/>
                  </a:cubicBezTo>
                  <a:cubicBezTo>
                    <a:pt x="1498624" y="1802462"/>
                    <a:pt x="1515843" y="1798157"/>
                    <a:pt x="1518629" y="1785496"/>
                  </a:cubicBezTo>
                  <a:cubicBezTo>
                    <a:pt x="1519895" y="1780178"/>
                    <a:pt x="1517616" y="1771062"/>
                    <a:pt x="1506474" y="1770555"/>
                  </a:cubicBezTo>
                  <a:close/>
                  <a:moveTo>
                    <a:pt x="113985" y="1848296"/>
                  </a:moveTo>
                  <a:cubicBezTo>
                    <a:pt x="115504" y="1842218"/>
                    <a:pt x="117024" y="1833862"/>
                    <a:pt x="114998" y="1833862"/>
                  </a:cubicBezTo>
                  <a:cubicBezTo>
                    <a:pt x="111199" y="1835634"/>
                    <a:pt x="105882" y="1857665"/>
                    <a:pt x="107401" y="1860957"/>
                  </a:cubicBezTo>
                  <a:cubicBezTo>
                    <a:pt x="108667" y="1863236"/>
                    <a:pt x="111706" y="1857158"/>
                    <a:pt x="113985" y="1848296"/>
                  </a:cubicBezTo>
                  <a:close/>
                  <a:moveTo>
                    <a:pt x="97019" y="1864502"/>
                  </a:moveTo>
                  <a:cubicBezTo>
                    <a:pt x="98032" y="1865768"/>
                    <a:pt x="100564" y="1859691"/>
                    <a:pt x="102843" y="1851588"/>
                  </a:cubicBezTo>
                  <a:cubicBezTo>
                    <a:pt x="104362" y="1845510"/>
                    <a:pt x="105882" y="1837154"/>
                    <a:pt x="104362" y="1837154"/>
                  </a:cubicBezTo>
                  <a:cubicBezTo>
                    <a:pt x="100564" y="1839179"/>
                    <a:pt x="95499" y="1862476"/>
                    <a:pt x="97019" y="1864502"/>
                  </a:cubicBezTo>
                  <a:close/>
                  <a:moveTo>
                    <a:pt x="95246" y="1840192"/>
                  </a:moveTo>
                  <a:cubicBezTo>
                    <a:pt x="95246" y="1840192"/>
                    <a:pt x="95246" y="1840192"/>
                    <a:pt x="95246" y="1840192"/>
                  </a:cubicBezTo>
                  <a:cubicBezTo>
                    <a:pt x="92461" y="1841965"/>
                    <a:pt x="86130" y="1866021"/>
                    <a:pt x="87903" y="1867794"/>
                  </a:cubicBezTo>
                  <a:cubicBezTo>
                    <a:pt x="89169" y="1867794"/>
                    <a:pt x="91701" y="1859944"/>
                    <a:pt x="92967" y="1854626"/>
                  </a:cubicBezTo>
                  <a:cubicBezTo>
                    <a:pt x="94487" y="1849308"/>
                    <a:pt x="96259" y="1841205"/>
                    <a:pt x="95246" y="1840192"/>
                  </a:cubicBezTo>
                  <a:close/>
                  <a:moveTo>
                    <a:pt x="88156" y="1843484"/>
                  </a:moveTo>
                  <a:cubicBezTo>
                    <a:pt x="87903" y="1843484"/>
                    <a:pt x="87903" y="1843484"/>
                    <a:pt x="88156" y="1843484"/>
                  </a:cubicBezTo>
                  <a:cubicBezTo>
                    <a:pt x="85877" y="1845004"/>
                    <a:pt x="80053" y="1867541"/>
                    <a:pt x="80812" y="1870833"/>
                  </a:cubicBezTo>
                  <a:cubicBezTo>
                    <a:pt x="80812" y="1870833"/>
                    <a:pt x="81066" y="1870833"/>
                    <a:pt x="81066" y="1871086"/>
                  </a:cubicBezTo>
                  <a:cubicBezTo>
                    <a:pt x="82332" y="1870073"/>
                    <a:pt x="84611" y="1862476"/>
                    <a:pt x="85624" y="1857918"/>
                  </a:cubicBezTo>
                  <a:cubicBezTo>
                    <a:pt x="86637" y="1853360"/>
                    <a:pt x="88409" y="1845510"/>
                    <a:pt x="88156" y="1843484"/>
                  </a:cubicBezTo>
                  <a:close/>
                  <a:moveTo>
                    <a:pt x="75241" y="1874125"/>
                  </a:moveTo>
                  <a:cubicBezTo>
                    <a:pt x="76254" y="1873112"/>
                    <a:pt x="78280" y="1865515"/>
                    <a:pt x="79293" y="1860957"/>
                  </a:cubicBezTo>
                  <a:lnTo>
                    <a:pt x="79293" y="1860957"/>
                  </a:lnTo>
                  <a:cubicBezTo>
                    <a:pt x="80559" y="1856652"/>
                    <a:pt x="82332" y="1848549"/>
                    <a:pt x="82078" y="1846776"/>
                  </a:cubicBezTo>
                  <a:cubicBezTo>
                    <a:pt x="82078" y="1846776"/>
                    <a:pt x="82078" y="1846776"/>
                    <a:pt x="81825" y="1846776"/>
                  </a:cubicBezTo>
                  <a:cubicBezTo>
                    <a:pt x="80812" y="1848296"/>
                    <a:pt x="74988" y="1870833"/>
                    <a:pt x="75241" y="1874125"/>
                  </a:cubicBezTo>
                  <a:cubicBezTo>
                    <a:pt x="75241" y="1874125"/>
                    <a:pt x="75241" y="1874125"/>
                    <a:pt x="75241" y="1874125"/>
                  </a:cubicBezTo>
                  <a:close/>
                  <a:moveTo>
                    <a:pt x="75495" y="1864502"/>
                  </a:moveTo>
                  <a:cubicBezTo>
                    <a:pt x="76254" y="1861463"/>
                    <a:pt x="78787" y="1851334"/>
                    <a:pt x="78787" y="1850068"/>
                  </a:cubicBezTo>
                  <a:cubicBezTo>
                    <a:pt x="78280" y="1851081"/>
                    <a:pt x="71696" y="1875138"/>
                    <a:pt x="71949" y="1877670"/>
                  </a:cubicBezTo>
                  <a:cubicBezTo>
                    <a:pt x="72203" y="1876404"/>
                    <a:pt x="74228" y="1868554"/>
                    <a:pt x="75495" y="1864502"/>
                  </a:cubicBezTo>
                  <a:close/>
                  <a:moveTo>
                    <a:pt x="69924" y="1880202"/>
                  </a:moveTo>
                  <a:cubicBezTo>
                    <a:pt x="69924" y="1880455"/>
                    <a:pt x="69924" y="1880708"/>
                    <a:pt x="69670" y="1880962"/>
                  </a:cubicBezTo>
                  <a:cubicBezTo>
                    <a:pt x="69670" y="1880962"/>
                    <a:pt x="69670" y="1880962"/>
                    <a:pt x="69670" y="1880962"/>
                  </a:cubicBezTo>
                  <a:lnTo>
                    <a:pt x="69924" y="1880202"/>
                  </a:lnTo>
                  <a:close/>
                  <a:moveTo>
                    <a:pt x="76761" y="1853360"/>
                  </a:moveTo>
                  <a:lnTo>
                    <a:pt x="76761" y="1853360"/>
                  </a:lnTo>
                  <a:lnTo>
                    <a:pt x="69924" y="1880202"/>
                  </a:lnTo>
                  <a:cubicBezTo>
                    <a:pt x="70937" y="1876150"/>
                    <a:pt x="71949" y="1871846"/>
                    <a:pt x="72962" y="1867794"/>
                  </a:cubicBezTo>
                  <a:cubicBezTo>
                    <a:pt x="74228" y="1862983"/>
                    <a:pt x="75495" y="1858171"/>
                    <a:pt x="76761" y="1853360"/>
                  </a:cubicBezTo>
                  <a:close/>
                  <a:moveTo>
                    <a:pt x="4888812" y="1903499"/>
                  </a:moveTo>
                  <a:lnTo>
                    <a:pt x="4887799" y="1899194"/>
                  </a:lnTo>
                  <a:cubicBezTo>
                    <a:pt x="4888052" y="1900460"/>
                    <a:pt x="4888306" y="1901979"/>
                    <a:pt x="4888812" y="1903499"/>
                  </a:cubicBezTo>
                  <a:cubicBezTo>
                    <a:pt x="4888812" y="1903499"/>
                    <a:pt x="4888812" y="1903499"/>
                    <a:pt x="4888812" y="1903499"/>
                  </a:cubicBezTo>
                  <a:close/>
                  <a:moveTo>
                    <a:pt x="4887546" y="1900207"/>
                  </a:moveTo>
                  <a:cubicBezTo>
                    <a:pt x="4886280" y="1894636"/>
                    <a:pt x="4884001" y="1885520"/>
                    <a:pt x="4883495" y="1884254"/>
                  </a:cubicBezTo>
                  <a:cubicBezTo>
                    <a:pt x="4883495" y="1884254"/>
                    <a:pt x="4888812" y="1909829"/>
                    <a:pt x="4890078" y="1911602"/>
                  </a:cubicBezTo>
                  <a:cubicBezTo>
                    <a:pt x="4889825" y="1909829"/>
                    <a:pt x="4888306" y="1902992"/>
                    <a:pt x="4887546" y="1900207"/>
                  </a:cubicBezTo>
                  <a:close/>
                  <a:moveTo>
                    <a:pt x="4868048" y="1873618"/>
                  </a:moveTo>
                  <a:cubicBezTo>
                    <a:pt x="4868048" y="1873618"/>
                    <a:pt x="4867794" y="1873618"/>
                    <a:pt x="4868048" y="1873618"/>
                  </a:cubicBezTo>
                  <a:cubicBezTo>
                    <a:pt x="4866022" y="1875138"/>
                    <a:pt x="4872606" y="1900967"/>
                    <a:pt x="4874631" y="1901220"/>
                  </a:cubicBezTo>
                  <a:cubicBezTo>
                    <a:pt x="4875644" y="1900207"/>
                    <a:pt x="4873872" y="1891344"/>
                    <a:pt x="4873365" y="1889571"/>
                  </a:cubicBezTo>
                  <a:cubicBezTo>
                    <a:pt x="4872099" y="1883747"/>
                    <a:pt x="4869567" y="1874631"/>
                    <a:pt x="4868048" y="1873618"/>
                  </a:cubicBezTo>
                  <a:close/>
                  <a:moveTo>
                    <a:pt x="4858932" y="1870073"/>
                  </a:moveTo>
                  <a:cubicBezTo>
                    <a:pt x="4858932" y="1870073"/>
                    <a:pt x="4858932" y="1869820"/>
                    <a:pt x="4858932" y="1870073"/>
                  </a:cubicBezTo>
                  <a:cubicBezTo>
                    <a:pt x="4856399" y="1870580"/>
                    <a:pt x="4862223" y="1894889"/>
                    <a:pt x="4865262" y="1897421"/>
                  </a:cubicBezTo>
                  <a:cubicBezTo>
                    <a:pt x="4866782" y="1898688"/>
                    <a:pt x="4866528" y="1893623"/>
                    <a:pt x="4865009" y="1886026"/>
                  </a:cubicBezTo>
                  <a:cubicBezTo>
                    <a:pt x="4863489" y="1879949"/>
                    <a:pt x="4860957" y="1871086"/>
                    <a:pt x="4858932" y="1870073"/>
                  </a:cubicBezTo>
                  <a:close/>
                  <a:moveTo>
                    <a:pt x="4847790" y="1866275"/>
                  </a:moveTo>
                  <a:cubicBezTo>
                    <a:pt x="4844751" y="1867034"/>
                    <a:pt x="4850322" y="1890837"/>
                    <a:pt x="4854120" y="1893623"/>
                  </a:cubicBezTo>
                  <a:cubicBezTo>
                    <a:pt x="4855893" y="1894889"/>
                    <a:pt x="4855893" y="1889825"/>
                    <a:pt x="4854373" y="1882228"/>
                  </a:cubicBezTo>
                  <a:lnTo>
                    <a:pt x="4854373" y="1882228"/>
                  </a:lnTo>
                  <a:cubicBezTo>
                    <a:pt x="4853107" y="1876404"/>
                    <a:pt x="4850322" y="1867287"/>
                    <a:pt x="4848043" y="1866275"/>
                  </a:cubicBezTo>
                  <a:cubicBezTo>
                    <a:pt x="4847790" y="1866275"/>
                    <a:pt x="4847790" y="1866275"/>
                    <a:pt x="4847790" y="1866275"/>
                  </a:cubicBezTo>
                  <a:close/>
                  <a:moveTo>
                    <a:pt x="4834875" y="1862476"/>
                  </a:moveTo>
                  <a:cubicBezTo>
                    <a:pt x="4834875" y="1862476"/>
                    <a:pt x="4834622" y="1862476"/>
                    <a:pt x="4834622" y="1862476"/>
                  </a:cubicBezTo>
                  <a:cubicBezTo>
                    <a:pt x="4831077" y="1863236"/>
                    <a:pt x="4836648" y="1887039"/>
                    <a:pt x="4840952" y="1889825"/>
                  </a:cubicBezTo>
                  <a:cubicBezTo>
                    <a:pt x="4842978" y="1891091"/>
                    <a:pt x="4843231" y="1886026"/>
                    <a:pt x="4841712" y="1878429"/>
                  </a:cubicBezTo>
                  <a:cubicBezTo>
                    <a:pt x="4840446" y="1872605"/>
                    <a:pt x="4837407" y="1863742"/>
                    <a:pt x="4834875" y="1862476"/>
                  </a:cubicBezTo>
                  <a:close/>
                  <a:moveTo>
                    <a:pt x="4820188" y="1858931"/>
                  </a:moveTo>
                  <a:cubicBezTo>
                    <a:pt x="4820188" y="1858931"/>
                    <a:pt x="4819935" y="1858931"/>
                    <a:pt x="4819935" y="1858931"/>
                  </a:cubicBezTo>
                  <a:cubicBezTo>
                    <a:pt x="4815883" y="1859691"/>
                    <a:pt x="4821454" y="1883494"/>
                    <a:pt x="4826265" y="1886279"/>
                  </a:cubicBezTo>
                  <a:cubicBezTo>
                    <a:pt x="4828544" y="1887546"/>
                    <a:pt x="4829051" y="1882481"/>
                    <a:pt x="4827278" y="1874884"/>
                  </a:cubicBezTo>
                  <a:cubicBezTo>
                    <a:pt x="4826012" y="1868807"/>
                    <a:pt x="4822974" y="1859944"/>
                    <a:pt x="4820188" y="1858931"/>
                  </a:cubicBezTo>
                  <a:close/>
                  <a:moveTo>
                    <a:pt x="4809046" y="1882228"/>
                  </a:moveTo>
                  <a:cubicBezTo>
                    <a:pt x="4811832" y="1884254"/>
                    <a:pt x="4812591" y="1879189"/>
                    <a:pt x="4811072" y="1871086"/>
                  </a:cubicBezTo>
                  <a:cubicBezTo>
                    <a:pt x="4809806" y="1865262"/>
                    <a:pt x="4806767" y="1856399"/>
                    <a:pt x="4803728" y="1855133"/>
                  </a:cubicBezTo>
                  <a:cubicBezTo>
                    <a:pt x="4803728" y="1855133"/>
                    <a:pt x="4803475" y="1855133"/>
                    <a:pt x="4803222" y="1855133"/>
                  </a:cubicBezTo>
                  <a:cubicBezTo>
                    <a:pt x="4799170" y="1855639"/>
                    <a:pt x="4803982" y="1878176"/>
                    <a:pt x="4809046" y="1882228"/>
                  </a:cubicBezTo>
                  <a:close/>
                  <a:moveTo>
                    <a:pt x="4784736" y="1851588"/>
                  </a:moveTo>
                  <a:cubicBezTo>
                    <a:pt x="4779925" y="1852347"/>
                    <a:pt x="4784736" y="1874378"/>
                    <a:pt x="4790560" y="1878683"/>
                  </a:cubicBezTo>
                  <a:cubicBezTo>
                    <a:pt x="4793599" y="1880708"/>
                    <a:pt x="4794612" y="1875644"/>
                    <a:pt x="4793093" y="1867541"/>
                  </a:cubicBezTo>
                  <a:cubicBezTo>
                    <a:pt x="4791827" y="1861716"/>
                    <a:pt x="4788788" y="1852854"/>
                    <a:pt x="4785243" y="1851588"/>
                  </a:cubicBezTo>
                  <a:cubicBezTo>
                    <a:pt x="4785243" y="1851588"/>
                    <a:pt x="4784990" y="1851334"/>
                    <a:pt x="4784736" y="1851588"/>
                  </a:cubicBezTo>
                  <a:close/>
                  <a:moveTo>
                    <a:pt x="4770303" y="1874884"/>
                  </a:moveTo>
                  <a:cubicBezTo>
                    <a:pt x="4773341" y="1876910"/>
                    <a:pt x="4774860" y="1871846"/>
                    <a:pt x="4773341" y="1863742"/>
                  </a:cubicBezTo>
                  <a:cubicBezTo>
                    <a:pt x="4772328" y="1857918"/>
                    <a:pt x="4768783" y="1849055"/>
                    <a:pt x="4765238" y="1847789"/>
                  </a:cubicBezTo>
                  <a:cubicBezTo>
                    <a:pt x="4764985" y="1847789"/>
                    <a:pt x="4764985" y="1847789"/>
                    <a:pt x="4764732" y="1847789"/>
                  </a:cubicBezTo>
                  <a:cubicBezTo>
                    <a:pt x="4759667" y="1848296"/>
                    <a:pt x="4764478" y="1870833"/>
                    <a:pt x="4770303" y="1874884"/>
                  </a:cubicBezTo>
                  <a:close/>
                  <a:moveTo>
                    <a:pt x="4743461" y="1844244"/>
                  </a:moveTo>
                  <a:cubicBezTo>
                    <a:pt x="4743207" y="1844244"/>
                    <a:pt x="4743207" y="1844244"/>
                    <a:pt x="4742954" y="1844244"/>
                  </a:cubicBezTo>
                  <a:cubicBezTo>
                    <a:pt x="4737636" y="1844750"/>
                    <a:pt x="4742194" y="1867287"/>
                    <a:pt x="4748525" y="1871339"/>
                  </a:cubicBezTo>
                  <a:cubicBezTo>
                    <a:pt x="4751817" y="1873365"/>
                    <a:pt x="4753590" y="1868300"/>
                    <a:pt x="4752070" y="1860197"/>
                  </a:cubicBezTo>
                  <a:cubicBezTo>
                    <a:pt x="4750804" y="1854120"/>
                    <a:pt x="4747512" y="1845257"/>
                    <a:pt x="4743461" y="1844244"/>
                  </a:cubicBezTo>
                  <a:close/>
                  <a:moveTo>
                    <a:pt x="4719910" y="1840446"/>
                  </a:moveTo>
                  <a:cubicBezTo>
                    <a:pt x="4719657" y="1840446"/>
                    <a:pt x="4719404" y="1840446"/>
                    <a:pt x="4719404" y="1840446"/>
                  </a:cubicBezTo>
                  <a:cubicBezTo>
                    <a:pt x="4713580" y="1840952"/>
                    <a:pt x="4717378" y="1861716"/>
                    <a:pt x="4724215" y="1867034"/>
                  </a:cubicBezTo>
                  <a:cubicBezTo>
                    <a:pt x="4728267" y="1870073"/>
                    <a:pt x="4730293" y="1865009"/>
                    <a:pt x="4728774" y="1856399"/>
                  </a:cubicBezTo>
                  <a:cubicBezTo>
                    <a:pt x="4727760" y="1850575"/>
                    <a:pt x="4724215" y="1841712"/>
                    <a:pt x="4719910" y="1840446"/>
                  </a:cubicBezTo>
                  <a:close/>
                  <a:moveTo>
                    <a:pt x="4694841" y="1836900"/>
                  </a:moveTo>
                  <a:cubicBezTo>
                    <a:pt x="4694588" y="1836900"/>
                    <a:pt x="4694335" y="1836900"/>
                    <a:pt x="4694335" y="1836900"/>
                  </a:cubicBezTo>
                  <a:cubicBezTo>
                    <a:pt x="4688510" y="1837407"/>
                    <a:pt x="4692055" y="1858425"/>
                    <a:pt x="4698893" y="1863489"/>
                  </a:cubicBezTo>
                  <a:cubicBezTo>
                    <a:pt x="4702944" y="1866528"/>
                    <a:pt x="4705477" y="1861463"/>
                    <a:pt x="4703957" y="1852854"/>
                  </a:cubicBezTo>
                  <a:cubicBezTo>
                    <a:pt x="4703197" y="1847283"/>
                    <a:pt x="4699906" y="1838166"/>
                    <a:pt x="4694841" y="1836900"/>
                  </a:cubicBezTo>
                  <a:close/>
                  <a:moveTo>
                    <a:pt x="4668253" y="1833355"/>
                  </a:moveTo>
                  <a:cubicBezTo>
                    <a:pt x="4667999" y="1833355"/>
                    <a:pt x="4667746" y="1833355"/>
                    <a:pt x="4667746" y="1833355"/>
                  </a:cubicBezTo>
                  <a:cubicBezTo>
                    <a:pt x="4661162" y="1833862"/>
                    <a:pt x="4664707" y="1854626"/>
                    <a:pt x="4672304" y="1859944"/>
                  </a:cubicBezTo>
                  <a:cubicBezTo>
                    <a:pt x="4676609" y="1862983"/>
                    <a:pt x="4679394" y="1857918"/>
                    <a:pt x="4677875" y="1849308"/>
                  </a:cubicBezTo>
                  <a:cubicBezTo>
                    <a:pt x="4676609" y="1843231"/>
                    <a:pt x="4673064" y="1834368"/>
                    <a:pt x="4668253" y="1833355"/>
                  </a:cubicBezTo>
                  <a:close/>
                  <a:moveTo>
                    <a:pt x="4639891" y="1829557"/>
                  </a:moveTo>
                  <a:cubicBezTo>
                    <a:pt x="4639638" y="1829557"/>
                    <a:pt x="4639385" y="1829557"/>
                    <a:pt x="4639131" y="1829557"/>
                  </a:cubicBezTo>
                  <a:cubicBezTo>
                    <a:pt x="4632041" y="1830063"/>
                    <a:pt x="4635586" y="1850828"/>
                    <a:pt x="4643436" y="1856146"/>
                  </a:cubicBezTo>
                  <a:cubicBezTo>
                    <a:pt x="4647994" y="1859184"/>
                    <a:pt x="4651033" y="1854120"/>
                    <a:pt x="4649514" y="1845510"/>
                  </a:cubicBezTo>
                  <a:lnTo>
                    <a:pt x="4649514" y="1845510"/>
                  </a:lnTo>
                  <a:cubicBezTo>
                    <a:pt x="4648754" y="1839686"/>
                    <a:pt x="4645209" y="1830823"/>
                    <a:pt x="4639891" y="1829557"/>
                  </a:cubicBezTo>
                  <a:close/>
                  <a:moveTo>
                    <a:pt x="4620393" y="1841965"/>
                  </a:moveTo>
                  <a:cubicBezTo>
                    <a:pt x="4619380" y="1836141"/>
                    <a:pt x="4615582" y="1827278"/>
                    <a:pt x="4610264" y="1826012"/>
                  </a:cubicBezTo>
                  <a:cubicBezTo>
                    <a:pt x="4610011" y="1826012"/>
                    <a:pt x="4609757" y="1826012"/>
                    <a:pt x="4609504" y="1826012"/>
                  </a:cubicBezTo>
                  <a:cubicBezTo>
                    <a:pt x="4602667" y="1826518"/>
                    <a:pt x="4605199" y="1845763"/>
                    <a:pt x="4613049" y="1852094"/>
                  </a:cubicBezTo>
                  <a:cubicBezTo>
                    <a:pt x="4618114" y="1856146"/>
                    <a:pt x="4621659" y="1851081"/>
                    <a:pt x="4620393" y="1841965"/>
                  </a:cubicBezTo>
                  <a:close/>
                  <a:moveTo>
                    <a:pt x="4581396" y="1848549"/>
                  </a:moveTo>
                  <a:cubicBezTo>
                    <a:pt x="4586714" y="1852601"/>
                    <a:pt x="4590765" y="1847536"/>
                    <a:pt x="4589246" y="1838420"/>
                  </a:cubicBezTo>
                  <a:cubicBezTo>
                    <a:pt x="4588233" y="1832596"/>
                    <a:pt x="4584434" y="1823733"/>
                    <a:pt x="4578864" y="1822467"/>
                  </a:cubicBezTo>
                  <a:cubicBezTo>
                    <a:pt x="4578610" y="1822467"/>
                    <a:pt x="4578357" y="1822467"/>
                    <a:pt x="4578104" y="1822467"/>
                  </a:cubicBezTo>
                  <a:cubicBezTo>
                    <a:pt x="4571014" y="1823226"/>
                    <a:pt x="4573293" y="1842218"/>
                    <a:pt x="4581396" y="1848549"/>
                  </a:cubicBezTo>
                  <a:close/>
                  <a:moveTo>
                    <a:pt x="4556833" y="1834875"/>
                  </a:moveTo>
                  <a:cubicBezTo>
                    <a:pt x="4556073" y="1829050"/>
                    <a:pt x="4552022" y="1820187"/>
                    <a:pt x="4546198" y="1818921"/>
                  </a:cubicBezTo>
                  <a:cubicBezTo>
                    <a:pt x="4545944" y="1818921"/>
                    <a:pt x="4545691" y="1818921"/>
                    <a:pt x="4545438" y="1818921"/>
                  </a:cubicBezTo>
                  <a:cubicBezTo>
                    <a:pt x="4537841" y="1819428"/>
                    <a:pt x="4540120" y="1838673"/>
                    <a:pt x="4548476" y="1845004"/>
                  </a:cubicBezTo>
                  <a:cubicBezTo>
                    <a:pt x="4553794" y="1849055"/>
                    <a:pt x="4558099" y="1843991"/>
                    <a:pt x="4556833" y="1834875"/>
                  </a:cubicBezTo>
                  <a:close/>
                  <a:moveTo>
                    <a:pt x="4514038" y="1841459"/>
                  </a:moveTo>
                  <a:cubicBezTo>
                    <a:pt x="4519609" y="1845510"/>
                    <a:pt x="4524167" y="1840446"/>
                    <a:pt x="4522901" y="1831329"/>
                  </a:cubicBezTo>
                  <a:cubicBezTo>
                    <a:pt x="4522141" y="1825505"/>
                    <a:pt x="4518089" y="1816642"/>
                    <a:pt x="4512012" y="1815376"/>
                  </a:cubicBezTo>
                  <a:cubicBezTo>
                    <a:pt x="4511506" y="1815376"/>
                    <a:pt x="4510999" y="1815376"/>
                    <a:pt x="4510493" y="1815376"/>
                  </a:cubicBezTo>
                  <a:cubicBezTo>
                    <a:pt x="4503149" y="1817402"/>
                    <a:pt x="4505681" y="1835634"/>
                    <a:pt x="4514038" y="1841459"/>
                  </a:cubicBezTo>
                  <a:close/>
                  <a:moveTo>
                    <a:pt x="4478080" y="1837913"/>
                  </a:moveTo>
                  <a:cubicBezTo>
                    <a:pt x="4483904" y="1841965"/>
                    <a:pt x="4488715" y="1836900"/>
                    <a:pt x="4487449" y="1827784"/>
                  </a:cubicBezTo>
                  <a:cubicBezTo>
                    <a:pt x="4486689" y="1821960"/>
                    <a:pt x="4482638" y="1813097"/>
                    <a:pt x="4476054" y="1811831"/>
                  </a:cubicBezTo>
                  <a:cubicBezTo>
                    <a:pt x="4475548" y="1811831"/>
                    <a:pt x="4474788" y="1811831"/>
                    <a:pt x="4474535" y="1811831"/>
                  </a:cubicBezTo>
                  <a:cubicBezTo>
                    <a:pt x="4467191" y="1814110"/>
                    <a:pt x="4469470" y="1832089"/>
                    <a:pt x="4478080" y="1837913"/>
                  </a:cubicBezTo>
                  <a:close/>
                  <a:moveTo>
                    <a:pt x="4450731" y="1824492"/>
                  </a:moveTo>
                  <a:cubicBezTo>
                    <a:pt x="4449972" y="1818668"/>
                    <a:pt x="4445920" y="1809805"/>
                    <a:pt x="4439083" y="1808539"/>
                  </a:cubicBezTo>
                  <a:cubicBezTo>
                    <a:pt x="4438830" y="1808539"/>
                    <a:pt x="4438577" y="1808539"/>
                    <a:pt x="4438323" y="1808539"/>
                  </a:cubicBezTo>
                  <a:cubicBezTo>
                    <a:pt x="4430220" y="1809046"/>
                    <a:pt x="4431486" y="1826771"/>
                    <a:pt x="4440096" y="1833862"/>
                  </a:cubicBezTo>
                  <a:cubicBezTo>
                    <a:pt x="4446173" y="1839179"/>
                    <a:pt x="4451997" y="1834115"/>
                    <a:pt x="4450731" y="1824492"/>
                  </a:cubicBezTo>
                  <a:close/>
                  <a:moveTo>
                    <a:pt x="4412494" y="1820947"/>
                  </a:moveTo>
                  <a:cubicBezTo>
                    <a:pt x="4411735" y="1815123"/>
                    <a:pt x="4407683" y="1806260"/>
                    <a:pt x="4400846" y="1805247"/>
                  </a:cubicBezTo>
                  <a:cubicBezTo>
                    <a:pt x="4400593" y="1805247"/>
                    <a:pt x="4400340" y="1805247"/>
                    <a:pt x="4399833" y="1805247"/>
                  </a:cubicBezTo>
                  <a:cubicBezTo>
                    <a:pt x="4391476" y="1805754"/>
                    <a:pt x="4392490" y="1823479"/>
                    <a:pt x="4401352" y="1830570"/>
                  </a:cubicBezTo>
                  <a:cubicBezTo>
                    <a:pt x="4407683" y="1835634"/>
                    <a:pt x="4413507" y="1830570"/>
                    <a:pt x="4412494" y="1820947"/>
                  </a:cubicBezTo>
                  <a:close/>
                  <a:moveTo>
                    <a:pt x="4372991" y="1817655"/>
                  </a:moveTo>
                  <a:cubicBezTo>
                    <a:pt x="4372231" y="1811831"/>
                    <a:pt x="4368180" y="1802968"/>
                    <a:pt x="4361089" y="1801955"/>
                  </a:cubicBezTo>
                  <a:cubicBezTo>
                    <a:pt x="4360836" y="1801955"/>
                    <a:pt x="4360330" y="1801955"/>
                    <a:pt x="4360076" y="1801955"/>
                  </a:cubicBezTo>
                  <a:cubicBezTo>
                    <a:pt x="4351214" y="1802462"/>
                    <a:pt x="4352226" y="1820187"/>
                    <a:pt x="4361343" y="1827278"/>
                  </a:cubicBezTo>
                  <a:cubicBezTo>
                    <a:pt x="4367927" y="1832089"/>
                    <a:pt x="4374004" y="1827278"/>
                    <a:pt x="4372991" y="1817655"/>
                  </a:cubicBezTo>
                  <a:close/>
                  <a:moveTo>
                    <a:pt x="4332222" y="1814363"/>
                  </a:moveTo>
                  <a:cubicBezTo>
                    <a:pt x="4331462" y="1808539"/>
                    <a:pt x="4327410" y="1799676"/>
                    <a:pt x="4319814" y="1798663"/>
                  </a:cubicBezTo>
                  <a:cubicBezTo>
                    <a:pt x="4319307" y="1798663"/>
                    <a:pt x="4318547" y="1798663"/>
                    <a:pt x="4318041" y="1798663"/>
                  </a:cubicBezTo>
                  <a:cubicBezTo>
                    <a:pt x="4309938" y="1800436"/>
                    <a:pt x="4311204" y="1817149"/>
                    <a:pt x="4319814" y="1823733"/>
                  </a:cubicBezTo>
                  <a:cubicBezTo>
                    <a:pt x="4326651" y="1828797"/>
                    <a:pt x="4333234" y="1823986"/>
                    <a:pt x="4332222" y="1814363"/>
                  </a:cubicBezTo>
                  <a:close/>
                  <a:moveTo>
                    <a:pt x="4289933" y="1810818"/>
                  </a:moveTo>
                  <a:cubicBezTo>
                    <a:pt x="4289426" y="1804994"/>
                    <a:pt x="4285122" y="1796131"/>
                    <a:pt x="4277525" y="1795118"/>
                  </a:cubicBezTo>
                  <a:cubicBezTo>
                    <a:pt x="4277272" y="1795118"/>
                    <a:pt x="4276765" y="1795118"/>
                    <a:pt x="4276512" y="1795118"/>
                  </a:cubicBezTo>
                  <a:cubicBezTo>
                    <a:pt x="4267649" y="1795625"/>
                    <a:pt x="4267649" y="1812084"/>
                    <a:pt x="4276259" y="1819681"/>
                  </a:cubicBezTo>
                  <a:cubicBezTo>
                    <a:pt x="4283602" y="1825758"/>
                    <a:pt x="4290946" y="1820947"/>
                    <a:pt x="4289933" y="1810818"/>
                  </a:cubicBezTo>
                  <a:close/>
                  <a:moveTo>
                    <a:pt x="4246631" y="1807779"/>
                  </a:moveTo>
                  <a:cubicBezTo>
                    <a:pt x="4246125" y="1801955"/>
                    <a:pt x="4241820" y="1793092"/>
                    <a:pt x="4233970" y="1792079"/>
                  </a:cubicBezTo>
                  <a:cubicBezTo>
                    <a:pt x="4233717" y="1792079"/>
                    <a:pt x="4233210" y="1792079"/>
                    <a:pt x="4232957" y="1792079"/>
                  </a:cubicBezTo>
                  <a:cubicBezTo>
                    <a:pt x="4223841" y="1792586"/>
                    <a:pt x="4223335" y="1809046"/>
                    <a:pt x="4232451" y="1816642"/>
                  </a:cubicBezTo>
                  <a:cubicBezTo>
                    <a:pt x="4240048" y="1822720"/>
                    <a:pt x="4247644" y="1817908"/>
                    <a:pt x="4246631" y="1807779"/>
                  </a:cubicBezTo>
                  <a:close/>
                  <a:moveTo>
                    <a:pt x="4202064" y="1804488"/>
                  </a:moveTo>
                  <a:cubicBezTo>
                    <a:pt x="4201557" y="1798917"/>
                    <a:pt x="4197759" y="1789800"/>
                    <a:pt x="4189149" y="1788787"/>
                  </a:cubicBezTo>
                  <a:cubicBezTo>
                    <a:pt x="4188896" y="1788787"/>
                    <a:pt x="4188389" y="1788787"/>
                    <a:pt x="4188136" y="1788787"/>
                  </a:cubicBezTo>
                  <a:cubicBezTo>
                    <a:pt x="4178767" y="1789294"/>
                    <a:pt x="4178260" y="1805754"/>
                    <a:pt x="4187376" y="1813350"/>
                  </a:cubicBezTo>
                  <a:cubicBezTo>
                    <a:pt x="4194973" y="1819428"/>
                    <a:pt x="4203076" y="1814617"/>
                    <a:pt x="4202064" y="1804488"/>
                  </a:cubicBezTo>
                  <a:close/>
                  <a:moveTo>
                    <a:pt x="4156230" y="1801195"/>
                  </a:moveTo>
                  <a:cubicBezTo>
                    <a:pt x="4155723" y="1795371"/>
                    <a:pt x="4151418" y="1786509"/>
                    <a:pt x="4143062" y="1785496"/>
                  </a:cubicBezTo>
                  <a:cubicBezTo>
                    <a:pt x="4142809" y="1785496"/>
                    <a:pt x="4142302" y="1785496"/>
                    <a:pt x="4142049" y="1785496"/>
                  </a:cubicBezTo>
                  <a:cubicBezTo>
                    <a:pt x="4132426" y="1786002"/>
                    <a:pt x="4131667" y="1802462"/>
                    <a:pt x="4141036" y="1810059"/>
                  </a:cubicBezTo>
                  <a:cubicBezTo>
                    <a:pt x="4148886" y="1816136"/>
                    <a:pt x="4157242" y="1811325"/>
                    <a:pt x="4156230" y="1801195"/>
                  </a:cubicBezTo>
                  <a:close/>
                  <a:moveTo>
                    <a:pt x="4109383" y="1798157"/>
                  </a:moveTo>
                  <a:cubicBezTo>
                    <a:pt x="4108876" y="1792333"/>
                    <a:pt x="4104571" y="1783470"/>
                    <a:pt x="4096215" y="1782457"/>
                  </a:cubicBezTo>
                  <a:cubicBezTo>
                    <a:pt x="4095962" y="1782457"/>
                    <a:pt x="4095455" y="1782457"/>
                    <a:pt x="4095202" y="1782457"/>
                  </a:cubicBezTo>
                  <a:cubicBezTo>
                    <a:pt x="4085326" y="1782963"/>
                    <a:pt x="4084567" y="1799423"/>
                    <a:pt x="4093936" y="1807020"/>
                  </a:cubicBezTo>
                  <a:cubicBezTo>
                    <a:pt x="4101533" y="1813097"/>
                    <a:pt x="4110142" y="1808286"/>
                    <a:pt x="4109383" y="1798157"/>
                  </a:cubicBezTo>
                  <a:close/>
                  <a:moveTo>
                    <a:pt x="4061270" y="1794865"/>
                  </a:moveTo>
                  <a:cubicBezTo>
                    <a:pt x="4060763" y="1789041"/>
                    <a:pt x="4056459" y="1780178"/>
                    <a:pt x="4047849" y="1779165"/>
                  </a:cubicBezTo>
                  <a:cubicBezTo>
                    <a:pt x="4047596" y="1779165"/>
                    <a:pt x="4047089" y="1779165"/>
                    <a:pt x="4046836" y="1779165"/>
                  </a:cubicBezTo>
                  <a:cubicBezTo>
                    <a:pt x="4036960" y="1779671"/>
                    <a:pt x="4035441" y="1794612"/>
                    <a:pt x="4044304" y="1802715"/>
                  </a:cubicBezTo>
                  <a:cubicBezTo>
                    <a:pt x="4052407" y="1810312"/>
                    <a:pt x="4062030" y="1805754"/>
                    <a:pt x="4061270" y="1794865"/>
                  </a:cubicBezTo>
                  <a:close/>
                  <a:moveTo>
                    <a:pt x="4012144" y="1791826"/>
                  </a:moveTo>
                  <a:cubicBezTo>
                    <a:pt x="4011891" y="1786002"/>
                    <a:pt x="4007333" y="1777139"/>
                    <a:pt x="3998470" y="1776126"/>
                  </a:cubicBezTo>
                  <a:cubicBezTo>
                    <a:pt x="3998217" y="1776126"/>
                    <a:pt x="3997710" y="1776126"/>
                    <a:pt x="3997204" y="1776126"/>
                  </a:cubicBezTo>
                  <a:cubicBezTo>
                    <a:pt x="3987328" y="1776633"/>
                    <a:pt x="3985555" y="1791573"/>
                    <a:pt x="3994671" y="1799676"/>
                  </a:cubicBezTo>
                  <a:cubicBezTo>
                    <a:pt x="4002775" y="1807020"/>
                    <a:pt x="4012904" y="1802462"/>
                    <a:pt x="4012144" y="1791826"/>
                  </a:cubicBezTo>
                  <a:close/>
                  <a:moveTo>
                    <a:pt x="3962006" y="1788787"/>
                  </a:moveTo>
                  <a:cubicBezTo>
                    <a:pt x="3961752" y="1782963"/>
                    <a:pt x="3957194" y="1774100"/>
                    <a:pt x="3948331" y="1773087"/>
                  </a:cubicBezTo>
                  <a:cubicBezTo>
                    <a:pt x="3948078" y="1773087"/>
                    <a:pt x="3947571" y="1773087"/>
                    <a:pt x="3947065" y="1773087"/>
                  </a:cubicBezTo>
                  <a:cubicBezTo>
                    <a:pt x="3936936" y="1773594"/>
                    <a:pt x="3934910" y="1788534"/>
                    <a:pt x="3944279" y="1796637"/>
                  </a:cubicBezTo>
                  <a:cubicBezTo>
                    <a:pt x="3952383" y="1804234"/>
                    <a:pt x="3962512" y="1799676"/>
                    <a:pt x="3962006" y="1788787"/>
                  </a:cubicBezTo>
                  <a:close/>
                  <a:moveTo>
                    <a:pt x="3910600" y="1786002"/>
                  </a:moveTo>
                  <a:cubicBezTo>
                    <a:pt x="3910347" y="1780178"/>
                    <a:pt x="3905789" y="1771315"/>
                    <a:pt x="3896673" y="1770302"/>
                  </a:cubicBezTo>
                  <a:cubicBezTo>
                    <a:pt x="3896420" y="1770302"/>
                    <a:pt x="3895914" y="1770302"/>
                    <a:pt x="3895407" y="1770302"/>
                  </a:cubicBezTo>
                  <a:cubicBezTo>
                    <a:pt x="3884772" y="1771062"/>
                    <a:pt x="3882746" y="1785749"/>
                    <a:pt x="3892115" y="1793852"/>
                  </a:cubicBezTo>
                  <a:cubicBezTo>
                    <a:pt x="3900725" y="1801195"/>
                    <a:pt x="3911107" y="1796637"/>
                    <a:pt x="3910600" y="1786002"/>
                  </a:cubicBezTo>
                  <a:close/>
                  <a:moveTo>
                    <a:pt x="3858436" y="1782963"/>
                  </a:moveTo>
                  <a:cubicBezTo>
                    <a:pt x="3858183" y="1777139"/>
                    <a:pt x="3853624" y="1768276"/>
                    <a:pt x="3844255" y="1767263"/>
                  </a:cubicBezTo>
                  <a:cubicBezTo>
                    <a:pt x="3844002" y="1767263"/>
                    <a:pt x="3843496" y="1767263"/>
                    <a:pt x="3842989" y="1767263"/>
                  </a:cubicBezTo>
                  <a:cubicBezTo>
                    <a:pt x="3832354" y="1768023"/>
                    <a:pt x="3830328" y="1782710"/>
                    <a:pt x="3839697" y="1790813"/>
                  </a:cubicBezTo>
                  <a:cubicBezTo>
                    <a:pt x="3848054" y="1798157"/>
                    <a:pt x="3858942" y="1793599"/>
                    <a:pt x="3858436" y="1782963"/>
                  </a:cubicBezTo>
                  <a:close/>
                  <a:moveTo>
                    <a:pt x="3805259" y="1780178"/>
                  </a:moveTo>
                  <a:cubicBezTo>
                    <a:pt x="3805005" y="1774354"/>
                    <a:pt x="3800447" y="1765491"/>
                    <a:pt x="3791078" y="1764478"/>
                  </a:cubicBezTo>
                  <a:cubicBezTo>
                    <a:pt x="3779176" y="1764478"/>
                    <a:pt x="3777151" y="1778912"/>
                    <a:pt x="3785254" y="1787268"/>
                  </a:cubicBezTo>
                  <a:cubicBezTo>
                    <a:pt x="3793357" y="1795625"/>
                    <a:pt x="3805512" y="1791320"/>
                    <a:pt x="3805259" y="1780178"/>
                  </a:cubicBezTo>
                  <a:close/>
                  <a:moveTo>
                    <a:pt x="3751068" y="1777392"/>
                  </a:moveTo>
                  <a:cubicBezTo>
                    <a:pt x="3750815" y="1771568"/>
                    <a:pt x="3746510" y="1762705"/>
                    <a:pt x="3736888" y="1761692"/>
                  </a:cubicBezTo>
                  <a:cubicBezTo>
                    <a:pt x="3724733" y="1761692"/>
                    <a:pt x="3722707" y="1776126"/>
                    <a:pt x="3730810" y="1784483"/>
                  </a:cubicBezTo>
                  <a:cubicBezTo>
                    <a:pt x="3739167" y="1793092"/>
                    <a:pt x="3751321" y="1788787"/>
                    <a:pt x="3751068" y="1777392"/>
                  </a:cubicBezTo>
                  <a:close/>
                  <a:moveTo>
                    <a:pt x="3695865" y="1774607"/>
                  </a:moveTo>
                  <a:cubicBezTo>
                    <a:pt x="3695865" y="1768783"/>
                    <a:pt x="3691307" y="1759920"/>
                    <a:pt x="3681684" y="1758907"/>
                  </a:cubicBezTo>
                  <a:cubicBezTo>
                    <a:pt x="3681178" y="1758907"/>
                    <a:pt x="3680672" y="1758907"/>
                    <a:pt x="3680418" y="1758907"/>
                  </a:cubicBezTo>
                  <a:cubicBezTo>
                    <a:pt x="3669783" y="1759666"/>
                    <a:pt x="3666491" y="1773087"/>
                    <a:pt x="3675101" y="1781697"/>
                  </a:cubicBezTo>
                  <a:cubicBezTo>
                    <a:pt x="3683710" y="1790054"/>
                    <a:pt x="3696118" y="1785749"/>
                    <a:pt x="3695865" y="1774607"/>
                  </a:cubicBezTo>
                  <a:close/>
                  <a:moveTo>
                    <a:pt x="3639902" y="1771821"/>
                  </a:moveTo>
                  <a:cubicBezTo>
                    <a:pt x="3639902" y="1765997"/>
                    <a:pt x="3635344" y="1757134"/>
                    <a:pt x="3625215" y="1756375"/>
                  </a:cubicBezTo>
                  <a:cubicBezTo>
                    <a:pt x="3612807" y="1756375"/>
                    <a:pt x="3610275" y="1771062"/>
                    <a:pt x="3618378" y="1779165"/>
                  </a:cubicBezTo>
                  <a:cubicBezTo>
                    <a:pt x="3626987" y="1787268"/>
                    <a:pt x="3640155" y="1782963"/>
                    <a:pt x="3639902" y="1771821"/>
                  </a:cubicBezTo>
                  <a:close/>
                  <a:moveTo>
                    <a:pt x="3582926" y="1769289"/>
                  </a:moveTo>
                  <a:cubicBezTo>
                    <a:pt x="3582926" y="1763465"/>
                    <a:pt x="3578368" y="1754602"/>
                    <a:pt x="3568492" y="1753842"/>
                  </a:cubicBezTo>
                  <a:cubicBezTo>
                    <a:pt x="3567986" y="1753842"/>
                    <a:pt x="3567480" y="1753842"/>
                    <a:pt x="3567226" y="1753842"/>
                  </a:cubicBezTo>
                  <a:cubicBezTo>
                    <a:pt x="3556338" y="1754602"/>
                    <a:pt x="3552792" y="1768023"/>
                    <a:pt x="3561655" y="1776633"/>
                  </a:cubicBezTo>
                  <a:cubicBezTo>
                    <a:pt x="3570265" y="1784989"/>
                    <a:pt x="3582926" y="1780684"/>
                    <a:pt x="3582926" y="1769289"/>
                  </a:cubicBezTo>
                  <a:close/>
                  <a:moveTo>
                    <a:pt x="3525444" y="1766504"/>
                  </a:moveTo>
                  <a:cubicBezTo>
                    <a:pt x="3525444" y="1760679"/>
                    <a:pt x="3520886" y="1751817"/>
                    <a:pt x="3510757" y="1751057"/>
                  </a:cubicBezTo>
                  <a:cubicBezTo>
                    <a:pt x="3510250" y="1751057"/>
                    <a:pt x="3509744" y="1751057"/>
                    <a:pt x="3509491" y="1751057"/>
                  </a:cubicBezTo>
                  <a:cubicBezTo>
                    <a:pt x="3498349" y="1751817"/>
                    <a:pt x="3494550" y="1765237"/>
                    <a:pt x="3503413" y="1773847"/>
                  </a:cubicBezTo>
                  <a:cubicBezTo>
                    <a:pt x="3512276" y="1782204"/>
                    <a:pt x="3525444" y="1777899"/>
                    <a:pt x="3525444" y="1766504"/>
                  </a:cubicBezTo>
                  <a:close/>
                  <a:moveTo>
                    <a:pt x="3450742" y="1748525"/>
                  </a:moveTo>
                  <a:cubicBezTo>
                    <a:pt x="3439600" y="1749284"/>
                    <a:pt x="3435802" y="1762705"/>
                    <a:pt x="3444412" y="1771315"/>
                  </a:cubicBezTo>
                  <a:cubicBezTo>
                    <a:pt x="3453021" y="1779671"/>
                    <a:pt x="3466695" y="1775367"/>
                    <a:pt x="3466949" y="1763971"/>
                  </a:cubicBezTo>
                  <a:cubicBezTo>
                    <a:pt x="3466949" y="1758400"/>
                    <a:pt x="3463150" y="1749537"/>
                    <a:pt x="3452009" y="1748525"/>
                  </a:cubicBezTo>
                  <a:cubicBezTo>
                    <a:pt x="3451755" y="1748525"/>
                    <a:pt x="3451249" y="1748525"/>
                    <a:pt x="3450742" y="1748525"/>
                  </a:cubicBezTo>
                  <a:close/>
                  <a:moveTo>
                    <a:pt x="3407947" y="1761692"/>
                  </a:moveTo>
                  <a:cubicBezTo>
                    <a:pt x="3408200" y="1755868"/>
                    <a:pt x="3403642" y="1747258"/>
                    <a:pt x="3393007" y="1746246"/>
                  </a:cubicBezTo>
                  <a:cubicBezTo>
                    <a:pt x="3380346" y="1746246"/>
                    <a:pt x="3376801" y="1759666"/>
                    <a:pt x="3384144" y="1768023"/>
                  </a:cubicBezTo>
                  <a:cubicBezTo>
                    <a:pt x="3392500" y="1777392"/>
                    <a:pt x="3407441" y="1773341"/>
                    <a:pt x="3407947" y="1761692"/>
                  </a:cubicBezTo>
                  <a:close/>
                  <a:moveTo>
                    <a:pt x="3347679" y="1759160"/>
                  </a:moveTo>
                  <a:cubicBezTo>
                    <a:pt x="3347933" y="1753336"/>
                    <a:pt x="3343375" y="1744726"/>
                    <a:pt x="3332739" y="1743713"/>
                  </a:cubicBezTo>
                  <a:cubicBezTo>
                    <a:pt x="3320078" y="1743967"/>
                    <a:pt x="3316280" y="1757134"/>
                    <a:pt x="3323623" y="1765491"/>
                  </a:cubicBezTo>
                  <a:cubicBezTo>
                    <a:pt x="3332486" y="1775367"/>
                    <a:pt x="3347426" y="1771315"/>
                    <a:pt x="3347679" y="1759160"/>
                  </a:cubicBezTo>
                  <a:close/>
                  <a:moveTo>
                    <a:pt x="3272218" y="1741434"/>
                  </a:moveTo>
                  <a:cubicBezTo>
                    <a:pt x="3259050" y="1741687"/>
                    <a:pt x="3255252" y="1754855"/>
                    <a:pt x="3262849" y="1763212"/>
                  </a:cubicBezTo>
                  <a:cubicBezTo>
                    <a:pt x="3271458" y="1772834"/>
                    <a:pt x="3286652" y="1768783"/>
                    <a:pt x="3287158" y="1756881"/>
                  </a:cubicBezTo>
                  <a:cubicBezTo>
                    <a:pt x="3287412" y="1751057"/>
                    <a:pt x="3282854" y="1742447"/>
                    <a:pt x="3272218" y="1741434"/>
                  </a:cubicBezTo>
                  <a:close/>
                  <a:moveTo>
                    <a:pt x="3210937" y="1739155"/>
                  </a:moveTo>
                  <a:cubicBezTo>
                    <a:pt x="3198023" y="1739409"/>
                    <a:pt x="3193971" y="1752576"/>
                    <a:pt x="3201315" y="1760933"/>
                  </a:cubicBezTo>
                  <a:cubicBezTo>
                    <a:pt x="3209671" y="1770302"/>
                    <a:pt x="3225371" y="1766504"/>
                    <a:pt x="3226131" y="1754602"/>
                  </a:cubicBezTo>
                  <a:cubicBezTo>
                    <a:pt x="3226131" y="1748778"/>
                    <a:pt x="3221573" y="1740168"/>
                    <a:pt x="3210937" y="1739155"/>
                  </a:cubicBezTo>
                  <a:close/>
                  <a:moveTo>
                    <a:pt x="3148897" y="1737129"/>
                  </a:moveTo>
                  <a:cubicBezTo>
                    <a:pt x="3135729" y="1737383"/>
                    <a:pt x="3131678" y="1750550"/>
                    <a:pt x="3139021" y="1758907"/>
                  </a:cubicBezTo>
                  <a:cubicBezTo>
                    <a:pt x="3147631" y="1768529"/>
                    <a:pt x="3163331" y="1764478"/>
                    <a:pt x="3163837" y="1752576"/>
                  </a:cubicBezTo>
                  <a:cubicBezTo>
                    <a:pt x="3164091" y="1746499"/>
                    <a:pt x="3159786" y="1737889"/>
                    <a:pt x="3148897" y="1737129"/>
                  </a:cubicBezTo>
                  <a:close/>
                  <a:moveTo>
                    <a:pt x="3086350" y="1735104"/>
                  </a:moveTo>
                  <a:cubicBezTo>
                    <a:pt x="3072929" y="1735357"/>
                    <a:pt x="3068624" y="1748778"/>
                    <a:pt x="3076221" y="1756881"/>
                  </a:cubicBezTo>
                  <a:cubicBezTo>
                    <a:pt x="3084831" y="1766504"/>
                    <a:pt x="3100784" y="1762452"/>
                    <a:pt x="3101544" y="1750550"/>
                  </a:cubicBezTo>
                  <a:cubicBezTo>
                    <a:pt x="3101544" y="1744473"/>
                    <a:pt x="3097239" y="1735863"/>
                    <a:pt x="3086350" y="1735104"/>
                  </a:cubicBezTo>
                  <a:close/>
                  <a:moveTo>
                    <a:pt x="3023044" y="1733078"/>
                  </a:moveTo>
                  <a:cubicBezTo>
                    <a:pt x="3009623" y="1733331"/>
                    <a:pt x="3005318" y="1746752"/>
                    <a:pt x="3012662" y="1754855"/>
                  </a:cubicBezTo>
                  <a:cubicBezTo>
                    <a:pt x="3021271" y="1764225"/>
                    <a:pt x="3037478" y="1760173"/>
                    <a:pt x="3038237" y="1748525"/>
                  </a:cubicBezTo>
                  <a:cubicBezTo>
                    <a:pt x="3038491" y="1742954"/>
                    <a:pt x="3034692" y="1733838"/>
                    <a:pt x="3023044" y="1733078"/>
                  </a:cubicBezTo>
                  <a:close/>
                  <a:moveTo>
                    <a:pt x="2959484" y="1731052"/>
                  </a:moveTo>
                  <a:cubicBezTo>
                    <a:pt x="2946063" y="1731305"/>
                    <a:pt x="2941505" y="1744726"/>
                    <a:pt x="2948849" y="1752829"/>
                  </a:cubicBezTo>
                  <a:cubicBezTo>
                    <a:pt x="2957205" y="1762199"/>
                    <a:pt x="2973665" y="1758147"/>
                    <a:pt x="2974678" y="1746246"/>
                  </a:cubicBezTo>
                  <a:cubicBezTo>
                    <a:pt x="2974931" y="1740421"/>
                    <a:pt x="2970626" y="1731812"/>
                    <a:pt x="2959484" y="1731052"/>
                  </a:cubicBezTo>
                  <a:close/>
                  <a:moveTo>
                    <a:pt x="2910105" y="1744473"/>
                  </a:moveTo>
                  <a:cubicBezTo>
                    <a:pt x="2910612" y="1738902"/>
                    <a:pt x="2906813" y="1730039"/>
                    <a:pt x="2895165" y="1729026"/>
                  </a:cubicBezTo>
                  <a:cubicBezTo>
                    <a:pt x="2881491" y="1729279"/>
                    <a:pt x="2876933" y="1742700"/>
                    <a:pt x="2884276" y="1750804"/>
                  </a:cubicBezTo>
                  <a:cubicBezTo>
                    <a:pt x="2892886" y="1760679"/>
                    <a:pt x="2909092" y="1756628"/>
                    <a:pt x="2910105" y="1744473"/>
                  </a:cubicBezTo>
                  <a:close/>
                  <a:moveTo>
                    <a:pt x="2830592" y="1727507"/>
                  </a:moveTo>
                  <a:cubicBezTo>
                    <a:pt x="2817424" y="1727760"/>
                    <a:pt x="2812107" y="1739915"/>
                    <a:pt x="2818437" y="1748271"/>
                  </a:cubicBezTo>
                  <a:cubicBezTo>
                    <a:pt x="2826541" y="1758907"/>
                    <a:pt x="2844520" y="1755108"/>
                    <a:pt x="2845533" y="1742700"/>
                  </a:cubicBezTo>
                  <a:cubicBezTo>
                    <a:pt x="2846039" y="1736876"/>
                    <a:pt x="2841734" y="1728267"/>
                    <a:pt x="2830592" y="1727507"/>
                  </a:cubicBezTo>
                  <a:close/>
                  <a:moveTo>
                    <a:pt x="2765260" y="1725734"/>
                  </a:moveTo>
                  <a:cubicBezTo>
                    <a:pt x="2751839" y="1725988"/>
                    <a:pt x="2746774" y="1738142"/>
                    <a:pt x="2753105" y="1746499"/>
                  </a:cubicBezTo>
                  <a:cubicBezTo>
                    <a:pt x="2760955" y="1757134"/>
                    <a:pt x="2779187" y="1753589"/>
                    <a:pt x="2780454" y="1740928"/>
                  </a:cubicBezTo>
                  <a:cubicBezTo>
                    <a:pt x="2780960" y="1735104"/>
                    <a:pt x="2776655" y="1726494"/>
                    <a:pt x="2765260" y="1725734"/>
                  </a:cubicBezTo>
                  <a:close/>
                  <a:moveTo>
                    <a:pt x="2699674" y="1724215"/>
                  </a:moveTo>
                  <a:cubicBezTo>
                    <a:pt x="2684987" y="1724468"/>
                    <a:pt x="2681695" y="1737383"/>
                    <a:pt x="2687266" y="1744980"/>
                  </a:cubicBezTo>
                  <a:cubicBezTo>
                    <a:pt x="2695116" y="1755615"/>
                    <a:pt x="2713349" y="1752070"/>
                    <a:pt x="2714615" y="1739409"/>
                  </a:cubicBezTo>
                  <a:cubicBezTo>
                    <a:pt x="2715374" y="1733838"/>
                    <a:pt x="2711829" y="1724975"/>
                    <a:pt x="2699674" y="1724215"/>
                  </a:cubicBezTo>
                  <a:close/>
                  <a:moveTo>
                    <a:pt x="2620921" y="1743460"/>
                  </a:moveTo>
                  <a:cubicBezTo>
                    <a:pt x="2628771" y="1754095"/>
                    <a:pt x="2647257" y="1750297"/>
                    <a:pt x="2648776" y="1737889"/>
                  </a:cubicBezTo>
                  <a:cubicBezTo>
                    <a:pt x="2649536" y="1732065"/>
                    <a:pt x="2645231" y="1723455"/>
                    <a:pt x="2633836" y="1722696"/>
                  </a:cubicBezTo>
                  <a:cubicBezTo>
                    <a:pt x="2620415" y="1722949"/>
                    <a:pt x="2614844" y="1735104"/>
                    <a:pt x="2620921" y="1743460"/>
                  </a:cubicBezTo>
                  <a:close/>
                  <a:moveTo>
                    <a:pt x="2554576" y="1741941"/>
                  </a:moveTo>
                  <a:cubicBezTo>
                    <a:pt x="2562426" y="1752576"/>
                    <a:pt x="2581165" y="1748778"/>
                    <a:pt x="2582684" y="1736370"/>
                  </a:cubicBezTo>
                  <a:cubicBezTo>
                    <a:pt x="2583444" y="1730799"/>
                    <a:pt x="2579898" y="1721936"/>
                    <a:pt x="2567744" y="1721176"/>
                  </a:cubicBezTo>
                  <a:cubicBezTo>
                    <a:pt x="2552550" y="1721430"/>
                    <a:pt x="2548752" y="1734344"/>
                    <a:pt x="2554576" y="1741941"/>
                  </a:cubicBezTo>
                  <a:close/>
                  <a:moveTo>
                    <a:pt x="2487724" y="1740675"/>
                  </a:moveTo>
                  <a:cubicBezTo>
                    <a:pt x="2495574" y="1751310"/>
                    <a:pt x="2514313" y="1747512"/>
                    <a:pt x="2515832" y="1735104"/>
                  </a:cubicBezTo>
                  <a:cubicBezTo>
                    <a:pt x="2516592" y="1729279"/>
                    <a:pt x="2512541" y="1720670"/>
                    <a:pt x="2500639" y="1719910"/>
                  </a:cubicBezTo>
                  <a:cubicBezTo>
                    <a:pt x="2486965" y="1720163"/>
                    <a:pt x="2481394" y="1732065"/>
                    <a:pt x="2487724" y="1740675"/>
                  </a:cubicBezTo>
                  <a:close/>
                  <a:moveTo>
                    <a:pt x="2433787" y="1718391"/>
                  </a:moveTo>
                  <a:cubicBezTo>
                    <a:pt x="2419860" y="1718644"/>
                    <a:pt x="2414289" y="1730799"/>
                    <a:pt x="2420366" y="1739155"/>
                  </a:cubicBezTo>
                  <a:cubicBezTo>
                    <a:pt x="2428216" y="1749791"/>
                    <a:pt x="2446702" y="1745992"/>
                    <a:pt x="2448474" y="1733584"/>
                  </a:cubicBezTo>
                  <a:cubicBezTo>
                    <a:pt x="2449487" y="1728267"/>
                    <a:pt x="2446195" y="1719404"/>
                    <a:pt x="2433787" y="1718391"/>
                  </a:cubicBezTo>
                  <a:close/>
                  <a:moveTo>
                    <a:pt x="2366682" y="1717378"/>
                  </a:moveTo>
                  <a:cubicBezTo>
                    <a:pt x="2353008" y="1717631"/>
                    <a:pt x="2346931" y="1730039"/>
                    <a:pt x="2353008" y="1738142"/>
                  </a:cubicBezTo>
                  <a:cubicBezTo>
                    <a:pt x="2360858" y="1748525"/>
                    <a:pt x="2379597" y="1744726"/>
                    <a:pt x="2381370" y="1732318"/>
                  </a:cubicBezTo>
                  <a:cubicBezTo>
                    <a:pt x="2382382" y="1727000"/>
                    <a:pt x="2379090" y="1718137"/>
                    <a:pt x="2366682" y="1717378"/>
                  </a:cubicBezTo>
                  <a:close/>
                  <a:moveTo>
                    <a:pt x="2299071" y="1716365"/>
                  </a:moveTo>
                  <a:cubicBezTo>
                    <a:pt x="2285144" y="1716871"/>
                    <a:pt x="2279320" y="1728773"/>
                    <a:pt x="2285397" y="1737129"/>
                  </a:cubicBezTo>
                  <a:cubicBezTo>
                    <a:pt x="2292994" y="1747765"/>
                    <a:pt x="2311986" y="1743967"/>
                    <a:pt x="2314011" y="1731305"/>
                  </a:cubicBezTo>
                  <a:cubicBezTo>
                    <a:pt x="2315024" y="1725481"/>
                    <a:pt x="2310973" y="1716871"/>
                    <a:pt x="2299071" y="1716365"/>
                  </a:cubicBezTo>
                  <a:close/>
                  <a:moveTo>
                    <a:pt x="2231460" y="1715352"/>
                  </a:moveTo>
                  <a:cubicBezTo>
                    <a:pt x="2217532" y="1715859"/>
                    <a:pt x="2211455" y="1727760"/>
                    <a:pt x="2217532" y="1736370"/>
                  </a:cubicBezTo>
                  <a:cubicBezTo>
                    <a:pt x="2225129" y="1747005"/>
                    <a:pt x="2244121" y="1743207"/>
                    <a:pt x="2246147" y="1730545"/>
                  </a:cubicBezTo>
                  <a:cubicBezTo>
                    <a:pt x="2247160" y="1724975"/>
                    <a:pt x="2243868" y="1716112"/>
                    <a:pt x="2231460" y="1715352"/>
                  </a:cubicBezTo>
                  <a:close/>
                  <a:moveTo>
                    <a:pt x="2163595" y="1714339"/>
                  </a:moveTo>
                  <a:cubicBezTo>
                    <a:pt x="2149668" y="1714846"/>
                    <a:pt x="2143337" y="1727000"/>
                    <a:pt x="2149415" y="1735357"/>
                  </a:cubicBezTo>
                  <a:cubicBezTo>
                    <a:pt x="2157011" y="1745739"/>
                    <a:pt x="2176257" y="1741941"/>
                    <a:pt x="2178282" y="1729533"/>
                  </a:cubicBezTo>
                  <a:cubicBezTo>
                    <a:pt x="2179295" y="1723962"/>
                    <a:pt x="2176003" y="1715099"/>
                    <a:pt x="2163595" y="1714339"/>
                  </a:cubicBezTo>
                  <a:close/>
                  <a:moveTo>
                    <a:pt x="2095731" y="1713579"/>
                  </a:moveTo>
                  <a:cubicBezTo>
                    <a:pt x="2080537" y="1714086"/>
                    <a:pt x="2075979" y="1727000"/>
                    <a:pt x="2081297" y="1734597"/>
                  </a:cubicBezTo>
                  <a:cubicBezTo>
                    <a:pt x="2088893" y="1745233"/>
                    <a:pt x="2108139" y="1741181"/>
                    <a:pt x="2110165" y="1728773"/>
                  </a:cubicBezTo>
                  <a:cubicBezTo>
                    <a:pt x="2111178" y="1723202"/>
                    <a:pt x="2108139" y="1714339"/>
                    <a:pt x="2095731" y="1713579"/>
                  </a:cubicBezTo>
                  <a:close/>
                  <a:moveTo>
                    <a:pt x="2027613" y="1712820"/>
                  </a:moveTo>
                  <a:cubicBezTo>
                    <a:pt x="2012673" y="1713326"/>
                    <a:pt x="2008115" y="1726241"/>
                    <a:pt x="2013179" y="1733838"/>
                  </a:cubicBezTo>
                  <a:cubicBezTo>
                    <a:pt x="2020523" y="1744473"/>
                    <a:pt x="2039768" y="1740421"/>
                    <a:pt x="2042047" y="1728013"/>
                  </a:cubicBezTo>
                  <a:cubicBezTo>
                    <a:pt x="2043313" y="1722189"/>
                    <a:pt x="2039515" y="1713579"/>
                    <a:pt x="2027613" y="1712820"/>
                  </a:cubicBezTo>
                  <a:close/>
                  <a:moveTo>
                    <a:pt x="1960508" y="1712313"/>
                  </a:moveTo>
                  <a:cubicBezTo>
                    <a:pt x="1945568" y="1712820"/>
                    <a:pt x="1941010" y="1725734"/>
                    <a:pt x="1946074" y="1733331"/>
                  </a:cubicBezTo>
                  <a:cubicBezTo>
                    <a:pt x="1953164" y="1743967"/>
                    <a:pt x="1972156" y="1739915"/>
                    <a:pt x="1974435" y="1727254"/>
                  </a:cubicBezTo>
                  <a:cubicBezTo>
                    <a:pt x="1975448" y="1721936"/>
                    <a:pt x="1972663" y="1713073"/>
                    <a:pt x="1960508" y="1712313"/>
                  </a:cubicBezTo>
                  <a:close/>
                  <a:moveTo>
                    <a:pt x="1893910" y="1711807"/>
                  </a:moveTo>
                  <a:cubicBezTo>
                    <a:pt x="1880489" y="1712313"/>
                    <a:pt x="1873905" y="1724468"/>
                    <a:pt x="1879476" y="1732825"/>
                  </a:cubicBezTo>
                  <a:cubicBezTo>
                    <a:pt x="1886566" y="1743207"/>
                    <a:pt x="1905305" y="1739155"/>
                    <a:pt x="1907837" y="1726747"/>
                  </a:cubicBezTo>
                  <a:cubicBezTo>
                    <a:pt x="1908850" y="1721430"/>
                    <a:pt x="1906064" y="1712566"/>
                    <a:pt x="1893910" y="1711807"/>
                  </a:cubicBezTo>
                  <a:close/>
                  <a:moveTo>
                    <a:pt x="1649547" y="1725988"/>
                  </a:moveTo>
                  <a:cubicBezTo>
                    <a:pt x="1650813" y="1720417"/>
                    <a:pt x="1648280" y="1711554"/>
                    <a:pt x="1636885" y="1711047"/>
                  </a:cubicBezTo>
                  <a:cubicBezTo>
                    <a:pt x="1622958" y="1711807"/>
                    <a:pt x="1617893" y="1724721"/>
                    <a:pt x="1622451" y="1732065"/>
                  </a:cubicBezTo>
                  <a:cubicBezTo>
                    <a:pt x="1628782" y="1742447"/>
                    <a:pt x="1646761" y="1738396"/>
                    <a:pt x="1649547" y="1725988"/>
                  </a:cubicBezTo>
                  <a:close/>
                  <a:moveTo>
                    <a:pt x="1587253" y="1725988"/>
                  </a:moveTo>
                  <a:cubicBezTo>
                    <a:pt x="1588519" y="1720163"/>
                    <a:pt x="1585481" y="1711554"/>
                    <a:pt x="1574845" y="1711047"/>
                  </a:cubicBezTo>
                  <a:cubicBezTo>
                    <a:pt x="1561171" y="1711807"/>
                    <a:pt x="1556360" y="1724721"/>
                    <a:pt x="1560664" y="1732065"/>
                  </a:cubicBezTo>
                  <a:cubicBezTo>
                    <a:pt x="1566742" y="1742700"/>
                    <a:pt x="1584214" y="1738396"/>
                    <a:pt x="1587253" y="1725988"/>
                  </a:cubicBezTo>
                  <a:close/>
                  <a:moveTo>
                    <a:pt x="1525719" y="1725988"/>
                  </a:moveTo>
                  <a:cubicBezTo>
                    <a:pt x="1526985" y="1720417"/>
                    <a:pt x="1524706" y="1711554"/>
                    <a:pt x="1513818" y="1711047"/>
                  </a:cubicBezTo>
                  <a:cubicBezTo>
                    <a:pt x="1500397" y="1711807"/>
                    <a:pt x="1495332" y="1724721"/>
                    <a:pt x="1499637" y="1732065"/>
                  </a:cubicBezTo>
                  <a:cubicBezTo>
                    <a:pt x="1505461" y="1742700"/>
                    <a:pt x="1522934" y="1738649"/>
                    <a:pt x="1525719" y="1725988"/>
                  </a:cubicBezTo>
                  <a:close/>
                  <a:moveTo>
                    <a:pt x="1405943" y="1726494"/>
                  </a:moveTo>
                  <a:cubicBezTo>
                    <a:pt x="1407463" y="1720670"/>
                    <a:pt x="1404677" y="1712060"/>
                    <a:pt x="1394548" y="1711807"/>
                  </a:cubicBezTo>
                  <a:cubicBezTo>
                    <a:pt x="1382140" y="1712566"/>
                    <a:pt x="1375810" y="1725988"/>
                    <a:pt x="1381127" y="1734091"/>
                  </a:cubicBezTo>
                  <a:cubicBezTo>
                    <a:pt x="1387458" y="1743207"/>
                    <a:pt x="1403158" y="1738396"/>
                    <a:pt x="1405943" y="1726494"/>
                  </a:cubicBezTo>
                  <a:close/>
                  <a:moveTo>
                    <a:pt x="1347448" y="1727000"/>
                  </a:moveTo>
                  <a:cubicBezTo>
                    <a:pt x="1348714" y="1721430"/>
                    <a:pt x="1346942" y="1712566"/>
                    <a:pt x="1336559" y="1712313"/>
                  </a:cubicBezTo>
                  <a:cubicBezTo>
                    <a:pt x="1324405" y="1713073"/>
                    <a:pt x="1317821" y="1726494"/>
                    <a:pt x="1323139" y="1734597"/>
                  </a:cubicBezTo>
                  <a:cubicBezTo>
                    <a:pt x="1329216" y="1743460"/>
                    <a:pt x="1344663" y="1738902"/>
                    <a:pt x="1347448" y="1727000"/>
                  </a:cubicBezTo>
                  <a:close/>
                  <a:moveTo>
                    <a:pt x="157540" y="1782457"/>
                  </a:moveTo>
                  <a:cubicBezTo>
                    <a:pt x="159312" y="1776633"/>
                    <a:pt x="160579" y="1768276"/>
                    <a:pt x="158046" y="1768276"/>
                  </a:cubicBezTo>
                  <a:cubicBezTo>
                    <a:pt x="153488" y="1770049"/>
                    <a:pt x="147664" y="1791826"/>
                    <a:pt x="149690" y="1795118"/>
                  </a:cubicBezTo>
                  <a:cubicBezTo>
                    <a:pt x="151209" y="1796891"/>
                    <a:pt x="155008" y="1790813"/>
                    <a:pt x="157540" y="1782457"/>
                  </a:cubicBezTo>
                  <a:close/>
                  <a:moveTo>
                    <a:pt x="142853" y="1785242"/>
                  </a:moveTo>
                  <a:cubicBezTo>
                    <a:pt x="144625" y="1779418"/>
                    <a:pt x="146145" y="1771062"/>
                    <a:pt x="143866" y="1771062"/>
                  </a:cubicBezTo>
                  <a:cubicBezTo>
                    <a:pt x="139561" y="1772834"/>
                    <a:pt x="133737" y="1794612"/>
                    <a:pt x="135762" y="1797904"/>
                  </a:cubicBezTo>
                  <a:cubicBezTo>
                    <a:pt x="136775" y="1799929"/>
                    <a:pt x="140067" y="1794105"/>
                    <a:pt x="142853" y="1785242"/>
                  </a:cubicBezTo>
                  <a:close/>
                  <a:moveTo>
                    <a:pt x="129685" y="1788281"/>
                  </a:moveTo>
                  <a:cubicBezTo>
                    <a:pt x="131458" y="1782457"/>
                    <a:pt x="132977" y="1774100"/>
                    <a:pt x="131204" y="1774100"/>
                  </a:cubicBezTo>
                  <a:cubicBezTo>
                    <a:pt x="127406" y="1775873"/>
                    <a:pt x="121582" y="1797650"/>
                    <a:pt x="123101" y="1800942"/>
                  </a:cubicBezTo>
                  <a:cubicBezTo>
                    <a:pt x="124114" y="1802968"/>
                    <a:pt x="127153" y="1796891"/>
                    <a:pt x="129685" y="1788281"/>
                  </a:cubicBezTo>
                  <a:close/>
                  <a:moveTo>
                    <a:pt x="120316" y="1777139"/>
                  </a:moveTo>
                  <a:cubicBezTo>
                    <a:pt x="116770" y="1779165"/>
                    <a:pt x="110946" y="1802462"/>
                    <a:pt x="112466" y="1804234"/>
                  </a:cubicBezTo>
                  <a:cubicBezTo>
                    <a:pt x="113478" y="1805500"/>
                    <a:pt x="116264" y="1799423"/>
                    <a:pt x="118543" y="1791320"/>
                  </a:cubicBezTo>
                  <a:cubicBezTo>
                    <a:pt x="120316" y="1785496"/>
                    <a:pt x="122088" y="1777139"/>
                    <a:pt x="120316" y="1777139"/>
                  </a:cubicBezTo>
                  <a:close/>
                  <a:moveTo>
                    <a:pt x="108920" y="1794612"/>
                  </a:moveTo>
                  <a:cubicBezTo>
                    <a:pt x="110440" y="1789294"/>
                    <a:pt x="112212" y="1781191"/>
                    <a:pt x="111453" y="1780431"/>
                  </a:cubicBezTo>
                  <a:cubicBezTo>
                    <a:pt x="111453" y="1780431"/>
                    <a:pt x="111453" y="1780431"/>
                    <a:pt x="111199" y="1780431"/>
                  </a:cubicBezTo>
                  <a:cubicBezTo>
                    <a:pt x="108414" y="1782204"/>
                    <a:pt x="101830" y="1806007"/>
                    <a:pt x="103349" y="1807779"/>
                  </a:cubicBezTo>
                  <a:cubicBezTo>
                    <a:pt x="104869" y="1807526"/>
                    <a:pt x="107401" y="1799676"/>
                    <a:pt x="108920" y="1794612"/>
                  </a:cubicBezTo>
                  <a:close/>
                  <a:moveTo>
                    <a:pt x="96259" y="1810565"/>
                  </a:moveTo>
                  <a:cubicBezTo>
                    <a:pt x="96259" y="1810565"/>
                    <a:pt x="96512" y="1810565"/>
                    <a:pt x="96259" y="1810565"/>
                  </a:cubicBezTo>
                  <a:cubicBezTo>
                    <a:pt x="97778" y="1809552"/>
                    <a:pt x="100058" y="1801955"/>
                    <a:pt x="101324" y="1797650"/>
                  </a:cubicBezTo>
                  <a:cubicBezTo>
                    <a:pt x="102590" y="1793346"/>
                    <a:pt x="104616" y="1785496"/>
                    <a:pt x="104362" y="1783470"/>
                  </a:cubicBezTo>
                  <a:cubicBezTo>
                    <a:pt x="104362" y="1783470"/>
                    <a:pt x="104109" y="1783470"/>
                    <a:pt x="104109" y="1783216"/>
                  </a:cubicBezTo>
                  <a:cubicBezTo>
                    <a:pt x="102083" y="1785242"/>
                    <a:pt x="95753" y="1807526"/>
                    <a:pt x="96259" y="1810565"/>
                  </a:cubicBezTo>
                  <a:close/>
                  <a:moveTo>
                    <a:pt x="90941" y="1814110"/>
                  </a:moveTo>
                  <a:cubicBezTo>
                    <a:pt x="91954" y="1813097"/>
                    <a:pt x="94233" y="1805500"/>
                    <a:pt x="95499" y="1801195"/>
                  </a:cubicBezTo>
                  <a:cubicBezTo>
                    <a:pt x="96766" y="1796891"/>
                    <a:pt x="98791" y="1789041"/>
                    <a:pt x="98791" y="1787015"/>
                  </a:cubicBezTo>
                  <a:cubicBezTo>
                    <a:pt x="98791" y="1787015"/>
                    <a:pt x="98791" y="1787015"/>
                    <a:pt x="98538" y="1787015"/>
                  </a:cubicBezTo>
                  <a:cubicBezTo>
                    <a:pt x="97019" y="1788534"/>
                    <a:pt x="90688" y="1810818"/>
                    <a:pt x="90941" y="1814110"/>
                  </a:cubicBezTo>
                  <a:cubicBezTo>
                    <a:pt x="90941" y="1813857"/>
                    <a:pt x="90941" y="1813857"/>
                    <a:pt x="90941" y="1814110"/>
                  </a:cubicBezTo>
                  <a:close/>
                  <a:moveTo>
                    <a:pt x="91195" y="1804234"/>
                  </a:moveTo>
                  <a:cubicBezTo>
                    <a:pt x="91954" y="1801195"/>
                    <a:pt x="94740" y="1791320"/>
                    <a:pt x="94740" y="1790054"/>
                  </a:cubicBezTo>
                  <a:cubicBezTo>
                    <a:pt x="94233" y="1791067"/>
                    <a:pt x="87143" y="1814870"/>
                    <a:pt x="87143" y="1817402"/>
                  </a:cubicBezTo>
                  <a:cubicBezTo>
                    <a:pt x="87903" y="1816136"/>
                    <a:pt x="90182" y="1808286"/>
                    <a:pt x="91195" y="1804234"/>
                  </a:cubicBezTo>
                  <a:close/>
                  <a:moveTo>
                    <a:pt x="89169" y="1807779"/>
                  </a:moveTo>
                  <a:cubicBezTo>
                    <a:pt x="87903" y="1812084"/>
                    <a:pt x="86637" y="1816389"/>
                    <a:pt x="85624" y="1820694"/>
                  </a:cubicBezTo>
                  <a:lnTo>
                    <a:pt x="93220" y="1793599"/>
                  </a:lnTo>
                  <a:cubicBezTo>
                    <a:pt x="91701" y="1798157"/>
                    <a:pt x="90435" y="1802968"/>
                    <a:pt x="89169" y="1807779"/>
                  </a:cubicBezTo>
                  <a:close/>
                  <a:moveTo>
                    <a:pt x="4872099" y="1848042"/>
                  </a:moveTo>
                  <a:cubicBezTo>
                    <a:pt x="4872099" y="1846270"/>
                    <a:pt x="4870327" y="1838926"/>
                    <a:pt x="4869567" y="1836647"/>
                  </a:cubicBezTo>
                  <a:cubicBezTo>
                    <a:pt x="4868048" y="1830823"/>
                    <a:pt x="4865515" y="1821707"/>
                    <a:pt x="4864503" y="1820694"/>
                  </a:cubicBezTo>
                  <a:cubicBezTo>
                    <a:pt x="4863743" y="1821707"/>
                    <a:pt x="4871086" y="1846776"/>
                    <a:pt x="4872099" y="1848042"/>
                  </a:cubicBezTo>
                  <a:cubicBezTo>
                    <a:pt x="4872099" y="1848042"/>
                    <a:pt x="4872099" y="1848042"/>
                    <a:pt x="4872099" y="1848042"/>
                  </a:cubicBezTo>
                  <a:close/>
                  <a:moveTo>
                    <a:pt x="4865009" y="1833102"/>
                  </a:moveTo>
                  <a:cubicBezTo>
                    <a:pt x="4863489" y="1827278"/>
                    <a:pt x="4860704" y="1818162"/>
                    <a:pt x="4859691" y="1817149"/>
                  </a:cubicBezTo>
                  <a:cubicBezTo>
                    <a:pt x="4859691" y="1817149"/>
                    <a:pt x="4859691" y="1817149"/>
                    <a:pt x="4859691" y="1817149"/>
                  </a:cubicBezTo>
                  <a:cubicBezTo>
                    <a:pt x="4858932" y="1818162"/>
                    <a:pt x="4864756" y="1843231"/>
                    <a:pt x="4867288" y="1844497"/>
                  </a:cubicBezTo>
                  <a:cubicBezTo>
                    <a:pt x="4867794" y="1843484"/>
                    <a:pt x="4865515" y="1834875"/>
                    <a:pt x="4865009" y="1833102"/>
                  </a:cubicBezTo>
                  <a:close/>
                  <a:moveTo>
                    <a:pt x="4852601" y="1813604"/>
                  </a:moveTo>
                  <a:cubicBezTo>
                    <a:pt x="4852601" y="1813604"/>
                    <a:pt x="4852601" y="1813604"/>
                    <a:pt x="4852601" y="1813604"/>
                  </a:cubicBezTo>
                  <a:cubicBezTo>
                    <a:pt x="4850828" y="1815123"/>
                    <a:pt x="4857918" y="1840952"/>
                    <a:pt x="4859944" y="1840952"/>
                  </a:cubicBezTo>
                  <a:cubicBezTo>
                    <a:pt x="4860957" y="1839939"/>
                    <a:pt x="4858932" y="1831329"/>
                    <a:pt x="4858425" y="1829557"/>
                  </a:cubicBezTo>
                  <a:cubicBezTo>
                    <a:pt x="4856906" y="1823479"/>
                    <a:pt x="4854120" y="1814617"/>
                    <a:pt x="4852601" y="1813604"/>
                  </a:cubicBezTo>
                  <a:close/>
                  <a:moveTo>
                    <a:pt x="4843738" y="1809805"/>
                  </a:moveTo>
                  <a:cubicBezTo>
                    <a:pt x="4843738" y="1809805"/>
                    <a:pt x="4843485" y="1809805"/>
                    <a:pt x="4843738" y="1809805"/>
                  </a:cubicBezTo>
                  <a:cubicBezTo>
                    <a:pt x="4841205" y="1810565"/>
                    <a:pt x="4848296" y="1836394"/>
                    <a:pt x="4850828" y="1837154"/>
                  </a:cubicBezTo>
                  <a:cubicBezTo>
                    <a:pt x="4852094" y="1837407"/>
                    <a:pt x="4851588" y="1832596"/>
                    <a:pt x="4849815" y="1825758"/>
                  </a:cubicBezTo>
                  <a:cubicBezTo>
                    <a:pt x="4848549" y="1819934"/>
                    <a:pt x="4845511" y="1811071"/>
                    <a:pt x="4843738" y="1809805"/>
                  </a:cubicBezTo>
                  <a:close/>
                  <a:moveTo>
                    <a:pt x="4832849" y="1806260"/>
                  </a:moveTo>
                  <a:cubicBezTo>
                    <a:pt x="4832849" y="1806260"/>
                    <a:pt x="4832596" y="1806260"/>
                    <a:pt x="4832596" y="1806260"/>
                  </a:cubicBezTo>
                  <a:cubicBezTo>
                    <a:pt x="4829557" y="1807020"/>
                    <a:pt x="4835888" y="1830823"/>
                    <a:pt x="4839686" y="1833609"/>
                  </a:cubicBezTo>
                  <a:cubicBezTo>
                    <a:pt x="4841459" y="1834875"/>
                    <a:pt x="4841205" y="1829810"/>
                    <a:pt x="4839433" y="1822467"/>
                  </a:cubicBezTo>
                  <a:cubicBezTo>
                    <a:pt x="4837914" y="1816389"/>
                    <a:pt x="4834875" y="1807526"/>
                    <a:pt x="4832849" y="1806260"/>
                  </a:cubicBezTo>
                  <a:close/>
                  <a:moveTo>
                    <a:pt x="4819428" y="1802462"/>
                  </a:moveTo>
                  <a:cubicBezTo>
                    <a:pt x="4815883" y="1803221"/>
                    <a:pt x="4822214" y="1827025"/>
                    <a:pt x="4826519" y="1829810"/>
                  </a:cubicBezTo>
                  <a:cubicBezTo>
                    <a:pt x="4828544" y="1831076"/>
                    <a:pt x="4828544" y="1826012"/>
                    <a:pt x="4826772" y="1818668"/>
                  </a:cubicBezTo>
                  <a:cubicBezTo>
                    <a:pt x="4825253" y="1812844"/>
                    <a:pt x="4822214" y="1803981"/>
                    <a:pt x="4819682" y="1802715"/>
                  </a:cubicBezTo>
                  <a:cubicBezTo>
                    <a:pt x="4819682" y="1802462"/>
                    <a:pt x="4819682" y="1802462"/>
                    <a:pt x="4819428" y="1802462"/>
                  </a:cubicBezTo>
                  <a:close/>
                  <a:moveTo>
                    <a:pt x="4805247" y="1798917"/>
                  </a:moveTo>
                  <a:cubicBezTo>
                    <a:pt x="4805247" y="1798917"/>
                    <a:pt x="4804994" y="1798917"/>
                    <a:pt x="4804994" y="1798917"/>
                  </a:cubicBezTo>
                  <a:cubicBezTo>
                    <a:pt x="4801196" y="1799676"/>
                    <a:pt x="4807273" y="1823479"/>
                    <a:pt x="4812085" y="1826012"/>
                  </a:cubicBezTo>
                  <a:cubicBezTo>
                    <a:pt x="4814364" y="1827278"/>
                    <a:pt x="4814617" y="1822213"/>
                    <a:pt x="4812844" y="1814870"/>
                  </a:cubicBezTo>
                  <a:cubicBezTo>
                    <a:pt x="4811325" y="1809046"/>
                    <a:pt x="4808033" y="1800183"/>
                    <a:pt x="4805247" y="1798917"/>
                  </a:cubicBezTo>
                  <a:close/>
                  <a:moveTo>
                    <a:pt x="4795372" y="1822467"/>
                  </a:moveTo>
                  <a:cubicBezTo>
                    <a:pt x="4797904" y="1823733"/>
                    <a:pt x="4798411" y="1818668"/>
                    <a:pt x="4796638" y="1811325"/>
                  </a:cubicBezTo>
                  <a:cubicBezTo>
                    <a:pt x="4795372" y="1805500"/>
                    <a:pt x="4792080" y="1796637"/>
                    <a:pt x="4788788" y="1795371"/>
                  </a:cubicBezTo>
                  <a:cubicBezTo>
                    <a:pt x="4788788" y="1795371"/>
                    <a:pt x="4788535" y="1795371"/>
                    <a:pt x="4788281" y="1795371"/>
                  </a:cubicBezTo>
                  <a:cubicBezTo>
                    <a:pt x="4783977" y="1795878"/>
                    <a:pt x="4790054" y="1819934"/>
                    <a:pt x="4795372" y="1822467"/>
                  </a:cubicBezTo>
                  <a:close/>
                  <a:moveTo>
                    <a:pt x="4778659" y="1807526"/>
                  </a:moveTo>
                  <a:cubicBezTo>
                    <a:pt x="4777393" y="1801702"/>
                    <a:pt x="4773848" y="1792839"/>
                    <a:pt x="4770556" y="1791573"/>
                  </a:cubicBezTo>
                  <a:cubicBezTo>
                    <a:pt x="4770556" y="1791573"/>
                    <a:pt x="4770303" y="1791573"/>
                    <a:pt x="4770049" y="1791573"/>
                  </a:cubicBezTo>
                  <a:cubicBezTo>
                    <a:pt x="4765238" y="1792333"/>
                    <a:pt x="4770556" y="1814363"/>
                    <a:pt x="4776380" y="1818415"/>
                  </a:cubicBezTo>
                  <a:cubicBezTo>
                    <a:pt x="4779419" y="1820441"/>
                    <a:pt x="4780431" y="1815629"/>
                    <a:pt x="4778659" y="1807526"/>
                  </a:cubicBezTo>
                  <a:close/>
                  <a:moveTo>
                    <a:pt x="4750044" y="1787775"/>
                  </a:moveTo>
                  <a:cubicBezTo>
                    <a:pt x="4745233" y="1788534"/>
                    <a:pt x="4750297" y="1810818"/>
                    <a:pt x="4756375" y="1814617"/>
                  </a:cubicBezTo>
                  <a:cubicBezTo>
                    <a:pt x="4759667" y="1816642"/>
                    <a:pt x="4760933" y="1811578"/>
                    <a:pt x="4759161" y="1803728"/>
                  </a:cubicBezTo>
                  <a:cubicBezTo>
                    <a:pt x="4757894" y="1797904"/>
                    <a:pt x="4754349" y="1789041"/>
                    <a:pt x="4750551" y="1787775"/>
                  </a:cubicBezTo>
                  <a:cubicBezTo>
                    <a:pt x="4750297" y="1788028"/>
                    <a:pt x="4750297" y="1787775"/>
                    <a:pt x="4750044" y="1787775"/>
                  </a:cubicBezTo>
                  <a:close/>
                  <a:moveTo>
                    <a:pt x="4729027" y="1784229"/>
                  </a:moveTo>
                  <a:cubicBezTo>
                    <a:pt x="4728774" y="1784229"/>
                    <a:pt x="4728774" y="1784229"/>
                    <a:pt x="4728520" y="1784229"/>
                  </a:cubicBezTo>
                  <a:cubicBezTo>
                    <a:pt x="4723203" y="1784989"/>
                    <a:pt x="4728267" y="1807273"/>
                    <a:pt x="4734851" y="1811071"/>
                  </a:cubicBezTo>
                  <a:cubicBezTo>
                    <a:pt x="4738396" y="1813097"/>
                    <a:pt x="4739662" y="1808033"/>
                    <a:pt x="4738143" y="1800183"/>
                  </a:cubicBezTo>
                  <a:cubicBezTo>
                    <a:pt x="4736623" y="1794358"/>
                    <a:pt x="4732825" y="1785496"/>
                    <a:pt x="4729027" y="1784229"/>
                  </a:cubicBezTo>
                  <a:close/>
                  <a:moveTo>
                    <a:pt x="4705730" y="1780684"/>
                  </a:moveTo>
                  <a:cubicBezTo>
                    <a:pt x="4705477" y="1780684"/>
                    <a:pt x="4704970" y="1780684"/>
                    <a:pt x="4704717" y="1780684"/>
                  </a:cubicBezTo>
                  <a:cubicBezTo>
                    <a:pt x="4699399" y="1782963"/>
                    <a:pt x="4704464" y="1803475"/>
                    <a:pt x="4711301" y="1807526"/>
                  </a:cubicBezTo>
                  <a:cubicBezTo>
                    <a:pt x="4714846" y="1809552"/>
                    <a:pt x="4716618" y="1804488"/>
                    <a:pt x="4714846" y="1796637"/>
                  </a:cubicBezTo>
                  <a:cubicBezTo>
                    <a:pt x="4713580" y="1790560"/>
                    <a:pt x="4710035" y="1781697"/>
                    <a:pt x="4705730" y="1780684"/>
                  </a:cubicBezTo>
                  <a:close/>
                  <a:moveTo>
                    <a:pt x="4690283" y="1793092"/>
                  </a:moveTo>
                  <a:cubicBezTo>
                    <a:pt x="4689017" y="1787268"/>
                    <a:pt x="4685219" y="1778405"/>
                    <a:pt x="4680660" y="1777139"/>
                  </a:cubicBezTo>
                  <a:cubicBezTo>
                    <a:pt x="4680407" y="1777139"/>
                    <a:pt x="4680154" y="1777139"/>
                    <a:pt x="4680154" y="1777139"/>
                  </a:cubicBezTo>
                  <a:cubicBezTo>
                    <a:pt x="4674330" y="1777645"/>
                    <a:pt x="4678381" y="1798410"/>
                    <a:pt x="4685472" y="1803475"/>
                  </a:cubicBezTo>
                  <a:cubicBezTo>
                    <a:pt x="4689777" y="1806513"/>
                    <a:pt x="4692055" y="1801449"/>
                    <a:pt x="4690283" y="1793092"/>
                  </a:cubicBezTo>
                  <a:close/>
                  <a:moveTo>
                    <a:pt x="4654325" y="1773341"/>
                  </a:moveTo>
                  <a:cubicBezTo>
                    <a:pt x="4654072" y="1773341"/>
                    <a:pt x="4653819" y="1773341"/>
                    <a:pt x="4653819" y="1773341"/>
                  </a:cubicBezTo>
                  <a:cubicBezTo>
                    <a:pt x="4647488" y="1773847"/>
                    <a:pt x="4651540" y="1794612"/>
                    <a:pt x="4658883" y="1799676"/>
                  </a:cubicBezTo>
                  <a:cubicBezTo>
                    <a:pt x="4663441" y="1802715"/>
                    <a:pt x="4665720" y="1797650"/>
                    <a:pt x="4664201" y="1789041"/>
                  </a:cubicBezTo>
                  <a:cubicBezTo>
                    <a:pt x="4662935" y="1783470"/>
                    <a:pt x="4659136" y="1774607"/>
                    <a:pt x="4654325" y="1773341"/>
                  </a:cubicBezTo>
                  <a:close/>
                  <a:moveTo>
                    <a:pt x="4626217" y="1769796"/>
                  </a:moveTo>
                  <a:cubicBezTo>
                    <a:pt x="4625964" y="1769796"/>
                    <a:pt x="4625710" y="1769796"/>
                    <a:pt x="4625457" y="1769796"/>
                  </a:cubicBezTo>
                  <a:cubicBezTo>
                    <a:pt x="4618873" y="1770302"/>
                    <a:pt x="4622672" y="1791067"/>
                    <a:pt x="4630522" y="1796131"/>
                  </a:cubicBezTo>
                  <a:cubicBezTo>
                    <a:pt x="4635080" y="1799170"/>
                    <a:pt x="4637865" y="1794105"/>
                    <a:pt x="4636346" y="1785496"/>
                  </a:cubicBezTo>
                  <a:cubicBezTo>
                    <a:pt x="4635333" y="1779925"/>
                    <a:pt x="4631281" y="1771062"/>
                    <a:pt x="4626217" y="1769796"/>
                  </a:cubicBezTo>
                  <a:close/>
                  <a:moveTo>
                    <a:pt x="4596590" y="1766250"/>
                  </a:moveTo>
                  <a:cubicBezTo>
                    <a:pt x="4596083" y="1766250"/>
                    <a:pt x="4595576" y="1766250"/>
                    <a:pt x="4595323" y="1766250"/>
                  </a:cubicBezTo>
                  <a:cubicBezTo>
                    <a:pt x="4588993" y="1768276"/>
                    <a:pt x="4593044" y="1787775"/>
                    <a:pt x="4600894" y="1792586"/>
                  </a:cubicBezTo>
                  <a:cubicBezTo>
                    <a:pt x="4605706" y="1795625"/>
                    <a:pt x="4608744" y="1790560"/>
                    <a:pt x="4607225" y="1781950"/>
                  </a:cubicBezTo>
                  <a:cubicBezTo>
                    <a:pt x="4605959" y="1776379"/>
                    <a:pt x="4602161" y="1767517"/>
                    <a:pt x="4596590" y="1766250"/>
                  </a:cubicBezTo>
                  <a:close/>
                  <a:moveTo>
                    <a:pt x="4568735" y="1788787"/>
                  </a:moveTo>
                  <a:cubicBezTo>
                    <a:pt x="4574053" y="1792839"/>
                    <a:pt x="4577851" y="1787775"/>
                    <a:pt x="4576331" y="1778912"/>
                  </a:cubicBezTo>
                  <a:cubicBezTo>
                    <a:pt x="4575318" y="1773087"/>
                    <a:pt x="4571267" y="1764225"/>
                    <a:pt x="4565443" y="1762959"/>
                  </a:cubicBezTo>
                  <a:cubicBezTo>
                    <a:pt x="4565189" y="1762959"/>
                    <a:pt x="4564936" y="1762959"/>
                    <a:pt x="4564683" y="1762959"/>
                  </a:cubicBezTo>
                  <a:cubicBezTo>
                    <a:pt x="4557593" y="1763465"/>
                    <a:pt x="4560632" y="1782457"/>
                    <a:pt x="4568735" y="1788787"/>
                  </a:cubicBezTo>
                  <a:close/>
                  <a:moveTo>
                    <a:pt x="4535815" y="1785242"/>
                  </a:moveTo>
                  <a:cubicBezTo>
                    <a:pt x="4541386" y="1789294"/>
                    <a:pt x="4545438" y="1784229"/>
                    <a:pt x="4543919" y="1775367"/>
                  </a:cubicBezTo>
                  <a:cubicBezTo>
                    <a:pt x="4542905" y="1769542"/>
                    <a:pt x="4538854" y="1760679"/>
                    <a:pt x="4533030" y="1759413"/>
                  </a:cubicBezTo>
                  <a:cubicBezTo>
                    <a:pt x="4532777" y="1759413"/>
                    <a:pt x="4532523" y="1759413"/>
                    <a:pt x="4532270" y="1759413"/>
                  </a:cubicBezTo>
                  <a:cubicBezTo>
                    <a:pt x="4524673" y="1759920"/>
                    <a:pt x="4527459" y="1778912"/>
                    <a:pt x="4535815" y="1785242"/>
                  </a:cubicBezTo>
                  <a:close/>
                  <a:moveTo>
                    <a:pt x="4501630" y="1781697"/>
                  </a:moveTo>
                  <a:cubicBezTo>
                    <a:pt x="4507454" y="1785749"/>
                    <a:pt x="4511759" y="1780684"/>
                    <a:pt x="4510239" y="1771821"/>
                  </a:cubicBezTo>
                  <a:cubicBezTo>
                    <a:pt x="4509227" y="1765997"/>
                    <a:pt x="4505175" y="1757134"/>
                    <a:pt x="4499097" y="1755868"/>
                  </a:cubicBezTo>
                  <a:cubicBezTo>
                    <a:pt x="4498591" y="1755868"/>
                    <a:pt x="4498085" y="1755868"/>
                    <a:pt x="4497578" y="1755868"/>
                  </a:cubicBezTo>
                  <a:cubicBezTo>
                    <a:pt x="4490488" y="1757894"/>
                    <a:pt x="4493526" y="1775873"/>
                    <a:pt x="4501630" y="1781697"/>
                  </a:cubicBezTo>
                  <a:close/>
                  <a:moveTo>
                    <a:pt x="4461873" y="1752576"/>
                  </a:moveTo>
                  <a:cubicBezTo>
                    <a:pt x="4454530" y="1754602"/>
                    <a:pt x="4457568" y="1772581"/>
                    <a:pt x="4465925" y="1778405"/>
                  </a:cubicBezTo>
                  <a:cubicBezTo>
                    <a:pt x="4471749" y="1782457"/>
                    <a:pt x="4476560" y="1777392"/>
                    <a:pt x="4475041" y="1768529"/>
                  </a:cubicBezTo>
                  <a:cubicBezTo>
                    <a:pt x="4474028" y="1762705"/>
                    <a:pt x="4469977" y="1753842"/>
                    <a:pt x="4463393" y="1752576"/>
                  </a:cubicBezTo>
                  <a:cubicBezTo>
                    <a:pt x="4462886" y="1752323"/>
                    <a:pt x="4462380" y="1752323"/>
                    <a:pt x="4461873" y="1752576"/>
                  </a:cubicBezTo>
                  <a:close/>
                  <a:moveTo>
                    <a:pt x="4438577" y="1764731"/>
                  </a:moveTo>
                  <a:cubicBezTo>
                    <a:pt x="4437564" y="1758907"/>
                    <a:pt x="4433512" y="1750044"/>
                    <a:pt x="4426675" y="1748778"/>
                  </a:cubicBezTo>
                  <a:cubicBezTo>
                    <a:pt x="4426422" y="1748778"/>
                    <a:pt x="4426168" y="1748778"/>
                    <a:pt x="4425915" y="1748778"/>
                  </a:cubicBezTo>
                  <a:cubicBezTo>
                    <a:pt x="4417812" y="1749284"/>
                    <a:pt x="4419331" y="1767010"/>
                    <a:pt x="4428194" y="1774100"/>
                  </a:cubicBezTo>
                  <a:cubicBezTo>
                    <a:pt x="4434525" y="1779418"/>
                    <a:pt x="4440096" y="1774354"/>
                    <a:pt x="4438577" y="1764731"/>
                  </a:cubicBezTo>
                  <a:close/>
                  <a:moveTo>
                    <a:pt x="4400593" y="1761439"/>
                  </a:moveTo>
                  <a:cubicBezTo>
                    <a:pt x="4399833" y="1755615"/>
                    <a:pt x="4395528" y="1746752"/>
                    <a:pt x="4388691" y="1745739"/>
                  </a:cubicBezTo>
                  <a:cubicBezTo>
                    <a:pt x="4388438" y="1745739"/>
                    <a:pt x="4388184" y="1745739"/>
                    <a:pt x="4387678" y="1745739"/>
                  </a:cubicBezTo>
                  <a:cubicBezTo>
                    <a:pt x="4379322" y="1746246"/>
                    <a:pt x="4380841" y="1763971"/>
                    <a:pt x="4389704" y="1770808"/>
                  </a:cubicBezTo>
                  <a:cubicBezTo>
                    <a:pt x="4396288" y="1775873"/>
                    <a:pt x="4401859" y="1771062"/>
                    <a:pt x="4400593" y="1761439"/>
                  </a:cubicBezTo>
                  <a:close/>
                  <a:moveTo>
                    <a:pt x="4349947" y="1767517"/>
                  </a:moveTo>
                  <a:cubicBezTo>
                    <a:pt x="4356785" y="1772581"/>
                    <a:pt x="4362609" y="1767770"/>
                    <a:pt x="4361343" y="1758147"/>
                  </a:cubicBezTo>
                  <a:cubicBezTo>
                    <a:pt x="4360583" y="1752323"/>
                    <a:pt x="4356278" y="1743460"/>
                    <a:pt x="4349188" y="1742447"/>
                  </a:cubicBezTo>
                  <a:cubicBezTo>
                    <a:pt x="4348935" y="1742447"/>
                    <a:pt x="4348428" y="1742447"/>
                    <a:pt x="4348175" y="1742447"/>
                  </a:cubicBezTo>
                  <a:cubicBezTo>
                    <a:pt x="4339565" y="1742954"/>
                    <a:pt x="4340831" y="1760426"/>
                    <a:pt x="4349947" y="1767517"/>
                  </a:cubicBezTo>
                  <a:close/>
                  <a:moveTo>
                    <a:pt x="4320827" y="1754602"/>
                  </a:moveTo>
                  <a:cubicBezTo>
                    <a:pt x="4320067" y="1748778"/>
                    <a:pt x="4315762" y="1739915"/>
                    <a:pt x="4308165" y="1738902"/>
                  </a:cubicBezTo>
                  <a:cubicBezTo>
                    <a:pt x="4307659" y="1738902"/>
                    <a:pt x="4306899" y="1738902"/>
                    <a:pt x="4306393" y="1739155"/>
                  </a:cubicBezTo>
                  <a:cubicBezTo>
                    <a:pt x="4298290" y="1740928"/>
                    <a:pt x="4299809" y="1757641"/>
                    <a:pt x="4308925" y="1764225"/>
                  </a:cubicBezTo>
                  <a:cubicBezTo>
                    <a:pt x="4315762" y="1769289"/>
                    <a:pt x="4322092" y="1764225"/>
                    <a:pt x="4320827" y="1754602"/>
                  </a:cubicBezTo>
                  <a:close/>
                  <a:moveTo>
                    <a:pt x="4279044" y="1751310"/>
                  </a:moveTo>
                  <a:cubicBezTo>
                    <a:pt x="4278284" y="1745486"/>
                    <a:pt x="4273980" y="1736623"/>
                    <a:pt x="4266383" y="1735610"/>
                  </a:cubicBezTo>
                  <a:cubicBezTo>
                    <a:pt x="4265877" y="1735610"/>
                    <a:pt x="4265117" y="1735610"/>
                    <a:pt x="4264357" y="1735863"/>
                  </a:cubicBezTo>
                  <a:cubicBezTo>
                    <a:pt x="4256001" y="1737636"/>
                    <a:pt x="4257520" y="1754349"/>
                    <a:pt x="4266636" y="1760933"/>
                  </a:cubicBezTo>
                  <a:cubicBezTo>
                    <a:pt x="4273727" y="1765997"/>
                    <a:pt x="4280057" y="1760933"/>
                    <a:pt x="4279044" y="1751310"/>
                  </a:cubicBezTo>
                  <a:close/>
                  <a:moveTo>
                    <a:pt x="4235996" y="1748271"/>
                  </a:moveTo>
                  <a:cubicBezTo>
                    <a:pt x="4235236" y="1742447"/>
                    <a:pt x="4230931" y="1733584"/>
                    <a:pt x="4223081" y="1732571"/>
                  </a:cubicBezTo>
                  <a:cubicBezTo>
                    <a:pt x="4222828" y="1732571"/>
                    <a:pt x="4222322" y="1732571"/>
                    <a:pt x="4222068" y="1732571"/>
                  </a:cubicBezTo>
                  <a:cubicBezTo>
                    <a:pt x="4212952" y="1733078"/>
                    <a:pt x="4212952" y="1749284"/>
                    <a:pt x="4222068" y="1756881"/>
                  </a:cubicBezTo>
                  <a:cubicBezTo>
                    <a:pt x="4229665" y="1762959"/>
                    <a:pt x="4237009" y="1758400"/>
                    <a:pt x="4235996" y="1748271"/>
                  </a:cubicBezTo>
                  <a:close/>
                  <a:moveTo>
                    <a:pt x="4191681" y="1744980"/>
                  </a:moveTo>
                  <a:cubicBezTo>
                    <a:pt x="4190922" y="1739155"/>
                    <a:pt x="4186617" y="1730292"/>
                    <a:pt x="4178513" y="1729279"/>
                  </a:cubicBezTo>
                  <a:cubicBezTo>
                    <a:pt x="4178260" y="1729279"/>
                    <a:pt x="4177754" y="1729279"/>
                    <a:pt x="4177501" y="1729279"/>
                  </a:cubicBezTo>
                  <a:cubicBezTo>
                    <a:pt x="4168131" y="1729786"/>
                    <a:pt x="4168131" y="1745992"/>
                    <a:pt x="4177247" y="1753589"/>
                  </a:cubicBezTo>
                  <a:cubicBezTo>
                    <a:pt x="4184844" y="1759666"/>
                    <a:pt x="4192694" y="1755108"/>
                    <a:pt x="4191681" y="1744980"/>
                  </a:cubicBezTo>
                  <a:close/>
                  <a:moveTo>
                    <a:pt x="4146100" y="1741687"/>
                  </a:moveTo>
                  <a:cubicBezTo>
                    <a:pt x="4145594" y="1735863"/>
                    <a:pt x="4141036" y="1727000"/>
                    <a:pt x="4132679" y="1725988"/>
                  </a:cubicBezTo>
                  <a:cubicBezTo>
                    <a:pt x="4132426" y="1725988"/>
                    <a:pt x="4131920" y="1725988"/>
                    <a:pt x="4131667" y="1725988"/>
                  </a:cubicBezTo>
                  <a:cubicBezTo>
                    <a:pt x="4122044" y="1726494"/>
                    <a:pt x="4121791" y="1742700"/>
                    <a:pt x="4131160" y="1750297"/>
                  </a:cubicBezTo>
                  <a:cubicBezTo>
                    <a:pt x="4139010" y="1756628"/>
                    <a:pt x="4147114" y="1751817"/>
                    <a:pt x="4146100" y="1741687"/>
                  </a:cubicBezTo>
                  <a:close/>
                  <a:moveTo>
                    <a:pt x="4099507" y="1738649"/>
                  </a:moveTo>
                  <a:cubicBezTo>
                    <a:pt x="4099000" y="1732825"/>
                    <a:pt x="4094443" y="1723962"/>
                    <a:pt x="4086086" y="1722949"/>
                  </a:cubicBezTo>
                  <a:cubicBezTo>
                    <a:pt x="4085833" y="1722949"/>
                    <a:pt x="4085326" y="1722949"/>
                    <a:pt x="4085073" y="1722949"/>
                  </a:cubicBezTo>
                  <a:cubicBezTo>
                    <a:pt x="4075197" y="1723708"/>
                    <a:pt x="4074691" y="1739662"/>
                    <a:pt x="4084313" y="1747258"/>
                  </a:cubicBezTo>
                  <a:cubicBezTo>
                    <a:pt x="4092164" y="1753336"/>
                    <a:pt x="4100520" y="1748525"/>
                    <a:pt x="4099507" y="1738649"/>
                  </a:cubicBezTo>
                  <a:close/>
                  <a:moveTo>
                    <a:pt x="4051900" y="1735610"/>
                  </a:moveTo>
                  <a:cubicBezTo>
                    <a:pt x="4051394" y="1729786"/>
                    <a:pt x="4046836" y="1720923"/>
                    <a:pt x="4038479" y="1719910"/>
                  </a:cubicBezTo>
                  <a:cubicBezTo>
                    <a:pt x="4038226" y="1719910"/>
                    <a:pt x="4037720" y="1719910"/>
                    <a:pt x="4037467" y="1719910"/>
                  </a:cubicBezTo>
                  <a:cubicBezTo>
                    <a:pt x="4027844" y="1720417"/>
                    <a:pt x="4026578" y="1735610"/>
                    <a:pt x="4035441" y="1743460"/>
                  </a:cubicBezTo>
                  <a:cubicBezTo>
                    <a:pt x="4043291" y="1750804"/>
                    <a:pt x="4052660" y="1746246"/>
                    <a:pt x="4051900" y="1735610"/>
                  </a:cubicBezTo>
                  <a:close/>
                  <a:moveTo>
                    <a:pt x="3989100" y="1716871"/>
                  </a:moveTo>
                  <a:cubicBezTo>
                    <a:pt x="3988847" y="1716871"/>
                    <a:pt x="3988341" y="1716871"/>
                    <a:pt x="3987834" y="1716871"/>
                  </a:cubicBezTo>
                  <a:cubicBezTo>
                    <a:pt x="3978212" y="1717378"/>
                    <a:pt x="3976692" y="1732571"/>
                    <a:pt x="3985555" y="1740421"/>
                  </a:cubicBezTo>
                  <a:cubicBezTo>
                    <a:pt x="3993659" y="1747512"/>
                    <a:pt x="4003535" y="1742954"/>
                    <a:pt x="4002775" y="1732571"/>
                  </a:cubicBezTo>
                  <a:cubicBezTo>
                    <a:pt x="4002521" y="1726494"/>
                    <a:pt x="3997964" y="1717884"/>
                    <a:pt x="3989100" y="1716871"/>
                  </a:cubicBezTo>
                  <a:close/>
                  <a:moveTo>
                    <a:pt x="3953142" y="1729533"/>
                  </a:moveTo>
                  <a:cubicBezTo>
                    <a:pt x="3952636" y="1723708"/>
                    <a:pt x="3948078" y="1714846"/>
                    <a:pt x="3939215" y="1713833"/>
                  </a:cubicBezTo>
                  <a:cubicBezTo>
                    <a:pt x="3938962" y="1713833"/>
                    <a:pt x="3938455" y="1713833"/>
                    <a:pt x="3937949" y="1713833"/>
                  </a:cubicBezTo>
                  <a:cubicBezTo>
                    <a:pt x="3928073" y="1714339"/>
                    <a:pt x="3926554" y="1729533"/>
                    <a:pt x="3935417" y="1737383"/>
                  </a:cubicBezTo>
                  <a:cubicBezTo>
                    <a:pt x="3943773" y="1744726"/>
                    <a:pt x="3953902" y="1740168"/>
                    <a:pt x="3953142" y="1729533"/>
                  </a:cubicBezTo>
                  <a:close/>
                  <a:moveTo>
                    <a:pt x="3902244" y="1726494"/>
                  </a:moveTo>
                  <a:cubicBezTo>
                    <a:pt x="3901991" y="1720670"/>
                    <a:pt x="3897179" y="1711807"/>
                    <a:pt x="3888317" y="1710794"/>
                  </a:cubicBezTo>
                  <a:cubicBezTo>
                    <a:pt x="3888063" y="1710794"/>
                    <a:pt x="3887557" y="1710794"/>
                    <a:pt x="3887050" y="1710794"/>
                  </a:cubicBezTo>
                  <a:cubicBezTo>
                    <a:pt x="3876922" y="1711554"/>
                    <a:pt x="3875149" y="1726494"/>
                    <a:pt x="3884265" y="1734344"/>
                  </a:cubicBezTo>
                  <a:cubicBezTo>
                    <a:pt x="3892621" y="1741687"/>
                    <a:pt x="3903004" y="1737129"/>
                    <a:pt x="3902244" y="1726494"/>
                  </a:cubicBezTo>
                  <a:close/>
                  <a:moveTo>
                    <a:pt x="3850333" y="1723708"/>
                  </a:moveTo>
                  <a:cubicBezTo>
                    <a:pt x="3850079" y="1717884"/>
                    <a:pt x="3845268" y="1709021"/>
                    <a:pt x="3836152" y="1708008"/>
                  </a:cubicBezTo>
                  <a:cubicBezTo>
                    <a:pt x="3835899" y="1708008"/>
                    <a:pt x="3835393" y="1708008"/>
                    <a:pt x="3834886" y="1708008"/>
                  </a:cubicBezTo>
                  <a:cubicBezTo>
                    <a:pt x="3824504" y="1708768"/>
                    <a:pt x="3822731" y="1723708"/>
                    <a:pt x="3831847" y="1731558"/>
                  </a:cubicBezTo>
                  <a:cubicBezTo>
                    <a:pt x="3840204" y="1738649"/>
                    <a:pt x="3850839" y="1734091"/>
                    <a:pt x="3850333" y="1723708"/>
                  </a:cubicBezTo>
                  <a:close/>
                  <a:moveTo>
                    <a:pt x="3797409" y="1720670"/>
                  </a:moveTo>
                  <a:cubicBezTo>
                    <a:pt x="3797155" y="1714846"/>
                    <a:pt x="3792597" y="1705983"/>
                    <a:pt x="3782975" y="1704970"/>
                  </a:cubicBezTo>
                  <a:cubicBezTo>
                    <a:pt x="3782722" y="1704970"/>
                    <a:pt x="3782215" y="1704970"/>
                    <a:pt x="3781708" y="1704970"/>
                  </a:cubicBezTo>
                  <a:cubicBezTo>
                    <a:pt x="3771326" y="1705729"/>
                    <a:pt x="3769047" y="1720670"/>
                    <a:pt x="3778417" y="1728520"/>
                  </a:cubicBezTo>
                  <a:cubicBezTo>
                    <a:pt x="3787026" y="1735863"/>
                    <a:pt x="3797915" y="1731305"/>
                    <a:pt x="3797409" y="1720670"/>
                  </a:cubicBezTo>
                  <a:close/>
                  <a:moveTo>
                    <a:pt x="3743471" y="1717884"/>
                  </a:moveTo>
                  <a:cubicBezTo>
                    <a:pt x="3743218" y="1712060"/>
                    <a:pt x="3738660" y="1703197"/>
                    <a:pt x="3729037" y="1702184"/>
                  </a:cubicBezTo>
                  <a:cubicBezTo>
                    <a:pt x="3717136" y="1702184"/>
                    <a:pt x="3715110" y="1716618"/>
                    <a:pt x="3723213" y="1724721"/>
                  </a:cubicBezTo>
                  <a:cubicBezTo>
                    <a:pt x="3732076" y="1733584"/>
                    <a:pt x="3743978" y="1729279"/>
                    <a:pt x="3743471" y="1717884"/>
                  </a:cubicBezTo>
                  <a:close/>
                  <a:moveTo>
                    <a:pt x="3689028" y="1715352"/>
                  </a:moveTo>
                  <a:cubicBezTo>
                    <a:pt x="3688775" y="1709528"/>
                    <a:pt x="3684217" y="1700665"/>
                    <a:pt x="3674594" y="1699905"/>
                  </a:cubicBezTo>
                  <a:cubicBezTo>
                    <a:pt x="3674087" y="1699905"/>
                    <a:pt x="3673581" y="1699905"/>
                    <a:pt x="3673328" y="1699905"/>
                  </a:cubicBezTo>
                  <a:cubicBezTo>
                    <a:pt x="3662945" y="1700665"/>
                    <a:pt x="3659907" y="1714339"/>
                    <a:pt x="3668516" y="1722442"/>
                  </a:cubicBezTo>
                  <a:cubicBezTo>
                    <a:pt x="3676873" y="1730799"/>
                    <a:pt x="3689281" y="1726494"/>
                    <a:pt x="3689028" y="1715352"/>
                  </a:cubicBezTo>
                  <a:close/>
                  <a:moveTo>
                    <a:pt x="3633318" y="1712566"/>
                  </a:moveTo>
                  <a:cubicBezTo>
                    <a:pt x="3633318" y="1706742"/>
                    <a:pt x="3628507" y="1697879"/>
                    <a:pt x="3618631" y="1697120"/>
                  </a:cubicBezTo>
                  <a:cubicBezTo>
                    <a:pt x="3618125" y="1697120"/>
                    <a:pt x="3617618" y="1697120"/>
                    <a:pt x="3617365" y="1697120"/>
                  </a:cubicBezTo>
                  <a:cubicBezTo>
                    <a:pt x="3606983" y="1697879"/>
                    <a:pt x="3603691" y="1711554"/>
                    <a:pt x="3612300" y="1719657"/>
                  </a:cubicBezTo>
                  <a:cubicBezTo>
                    <a:pt x="3620657" y="1728013"/>
                    <a:pt x="3633572" y="1723708"/>
                    <a:pt x="3633318" y="1712566"/>
                  </a:cubicBezTo>
                  <a:close/>
                  <a:moveTo>
                    <a:pt x="3576849" y="1710034"/>
                  </a:moveTo>
                  <a:cubicBezTo>
                    <a:pt x="3576849" y="1704210"/>
                    <a:pt x="3572291" y="1695347"/>
                    <a:pt x="3562162" y="1694587"/>
                  </a:cubicBezTo>
                  <a:cubicBezTo>
                    <a:pt x="3561655" y="1694587"/>
                    <a:pt x="3561149" y="1694587"/>
                    <a:pt x="3560895" y="1694587"/>
                  </a:cubicBezTo>
                  <a:cubicBezTo>
                    <a:pt x="3550260" y="1695347"/>
                    <a:pt x="3546968" y="1709021"/>
                    <a:pt x="3555578" y="1717125"/>
                  </a:cubicBezTo>
                  <a:cubicBezTo>
                    <a:pt x="3564188" y="1725481"/>
                    <a:pt x="3576849" y="1721176"/>
                    <a:pt x="3576849" y="1710034"/>
                  </a:cubicBezTo>
                  <a:close/>
                  <a:moveTo>
                    <a:pt x="3519620" y="1707502"/>
                  </a:moveTo>
                  <a:cubicBezTo>
                    <a:pt x="3519620" y="1701678"/>
                    <a:pt x="3515062" y="1693068"/>
                    <a:pt x="3504933" y="1692055"/>
                  </a:cubicBezTo>
                  <a:cubicBezTo>
                    <a:pt x="3504426" y="1692055"/>
                    <a:pt x="3503920" y="1692055"/>
                    <a:pt x="3503667" y="1692055"/>
                  </a:cubicBezTo>
                  <a:cubicBezTo>
                    <a:pt x="3492778" y="1692815"/>
                    <a:pt x="3489232" y="1706489"/>
                    <a:pt x="3497842" y="1714592"/>
                  </a:cubicBezTo>
                  <a:cubicBezTo>
                    <a:pt x="3506705" y="1722949"/>
                    <a:pt x="3519620" y="1718644"/>
                    <a:pt x="3519620" y="1707502"/>
                  </a:cubicBezTo>
                  <a:close/>
                  <a:moveTo>
                    <a:pt x="3461631" y="1704970"/>
                  </a:moveTo>
                  <a:cubicBezTo>
                    <a:pt x="3461631" y="1699146"/>
                    <a:pt x="3457073" y="1690536"/>
                    <a:pt x="3446691" y="1689523"/>
                  </a:cubicBezTo>
                  <a:cubicBezTo>
                    <a:pt x="3446184" y="1689523"/>
                    <a:pt x="3445678" y="1689523"/>
                    <a:pt x="3445425" y="1689523"/>
                  </a:cubicBezTo>
                  <a:cubicBezTo>
                    <a:pt x="3434536" y="1690283"/>
                    <a:pt x="3430991" y="1703957"/>
                    <a:pt x="3439600" y="1712060"/>
                  </a:cubicBezTo>
                  <a:cubicBezTo>
                    <a:pt x="3447957" y="1720417"/>
                    <a:pt x="3461631" y="1715859"/>
                    <a:pt x="3461631" y="1704970"/>
                  </a:cubicBezTo>
                  <a:close/>
                  <a:moveTo>
                    <a:pt x="3402883" y="1702438"/>
                  </a:moveTo>
                  <a:cubicBezTo>
                    <a:pt x="3402883" y="1696613"/>
                    <a:pt x="3398324" y="1688004"/>
                    <a:pt x="3387942" y="1686991"/>
                  </a:cubicBezTo>
                  <a:cubicBezTo>
                    <a:pt x="3387436" y="1686991"/>
                    <a:pt x="3386929" y="1686991"/>
                    <a:pt x="3386676" y="1686991"/>
                  </a:cubicBezTo>
                  <a:cubicBezTo>
                    <a:pt x="3375534" y="1687750"/>
                    <a:pt x="3371736" y="1701425"/>
                    <a:pt x="3380599" y="1709528"/>
                  </a:cubicBezTo>
                  <a:cubicBezTo>
                    <a:pt x="3388955" y="1717884"/>
                    <a:pt x="3402629" y="1713579"/>
                    <a:pt x="3402883" y="1702438"/>
                  </a:cubicBezTo>
                  <a:close/>
                  <a:moveTo>
                    <a:pt x="3343121" y="1700158"/>
                  </a:moveTo>
                  <a:cubicBezTo>
                    <a:pt x="3343121" y="1694334"/>
                    <a:pt x="3338817" y="1685725"/>
                    <a:pt x="3328181" y="1684712"/>
                  </a:cubicBezTo>
                  <a:cubicBezTo>
                    <a:pt x="3315520" y="1684965"/>
                    <a:pt x="3311974" y="1698133"/>
                    <a:pt x="3319318" y="1706489"/>
                  </a:cubicBezTo>
                  <a:cubicBezTo>
                    <a:pt x="3328181" y="1715859"/>
                    <a:pt x="3342868" y="1712060"/>
                    <a:pt x="3343121" y="1700158"/>
                  </a:cubicBezTo>
                  <a:close/>
                  <a:moveTo>
                    <a:pt x="3267913" y="1682433"/>
                  </a:moveTo>
                  <a:cubicBezTo>
                    <a:pt x="3254999" y="1682686"/>
                    <a:pt x="3251200" y="1695854"/>
                    <a:pt x="3258797" y="1704210"/>
                  </a:cubicBezTo>
                  <a:cubicBezTo>
                    <a:pt x="3267407" y="1713833"/>
                    <a:pt x="3282600" y="1709781"/>
                    <a:pt x="3282854" y="1697879"/>
                  </a:cubicBezTo>
                  <a:cubicBezTo>
                    <a:pt x="3283107" y="1691802"/>
                    <a:pt x="3278549" y="1683192"/>
                    <a:pt x="3267913" y="1682433"/>
                  </a:cubicBezTo>
                  <a:close/>
                  <a:moveTo>
                    <a:pt x="3206886" y="1680154"/>
                  </a:moveTo>
                  <a:cubicBezTo>
                    <a:pt x="3193971" y="1680407"/>
                    <a:pt x="3190173" y="1693575"/>
                    <a:pt x="3197516" y="1701931"/>
                  </a:cubicBezTo>
                  <a:cubicBezTo>
                    <a:pt x="3205873" y="1711300"/>
                    <a:pt x="3221573" y="1707249"/>
                    <a:pt x="3222079" y="1695600"/>
                  </a:cubicBezTo>
                  <a:cubicBezTo>
                    <a:pt x="3222333" y="1689776"/>
                    <a:pt x="3217775" y="1680913"/>
                    <a:pt x="3206886" y="1680154"/>
                  </a:cubicBezTo>
                  <a:close/>
                  <a:moveTo>
                    <a:pt x="3135729" y="1699652"/>
                  </a:moveTo>
                  <a:cubicBezTo>
                    <a:pt x="3144086" y="1709021"/>
                    <a:pt x="3159786" y="1704970"/>
                    <a:pt x="3160292" y="1693321"/>
                  </a:cubicBezTo>
                  <a:cubicBezTo>
                    <a:pt x="3160545" y="1687497"/>
                    <a:pt x="3155987" y="1678888"/>
                    <a:pt x="3145352" y="1677875"/>
                  </a:cubicBezTo>
                  <a:cubicBezTo>
                    <a:pt x="3132437" y="1678128"/>
                    <a:pt x="3128386" y="1691549"/>
                    <a:pt x="3135729" y="1699652"/>
                  </a:cubicBezTo>
                  <a:close/>
                  <a:moveTo>
                    <a:pt x="3083312" y="1675849"/>
                  </a:moveTo>
                  <a:cubicBezTo>
                    <a:pt x="3069891" y="1676102"/>
                    <a:pt x="3065839" y="1689270"/>
                    <a:pt x="3073436" y="1697626"/>
                  </a:cubicBezTo>
                  <a:cubicBezTo>
                    <a:pt x="3082045" y="1706996"/>
                    <a:pt x="3097746" y="1703197"/>
                    <a:pt x="3098505" y="1691296"/>
                  </a:cubicBezTo>
                  <a:cubicBezTo>
                    <a:pt x="3098758" y="1685471"/>
                    <a:pt x="3094200" y="1676862"/>
                    <a:pt x="3083312" y="1675849"/>
                  </a:cubicBezTo>
                  <a:close/>
                  <a:moveTo>
                    <a:pt x="3020512" y="1673823"/>
                  </a:moveTo>
                  <a:cubicBezTo>
                    <a:pt x="3007091" y="1674076"/>
                    <a:pt x="3003039" y="1687244"/>
                    <a:pt x="3010382" y="1695600"/>
                  </a:cubicBezTo>
                  <a:cubicBezTo>
                    <a:pt x="3018992" y="1704970"/>
                    <a:pt x="3034945" y="1700918"/>
                    <a:pt x="3035705" y="1689270"/>
                  </a:cubicBezTo>
                  <a:cubicBezTo>
                    <a:pt x="3035958" y="1683446"/>
                    <a:pt x="3031654" y="1674836"/>
                    <a:pt x="3020512" y="1673823"/>
                  </a:cubicBezTo>
                  <a:close/>
                  <a:moveTo>
                    <a:pt x="2957205" y="1672050"/>
                  </a:moveTo>
                  <a:cubicBezTo>
                    <a:pt x="2943784" y="1672304"/>
                    <a:pt x="2939479" y="1685725"/>
                    <a:pt x="2946823" y="1693828"/>
                  </a:cubicBezTo>
                  <a:cubicBezTo>
                    <a:pt x="2955179" y="1703197"/>
                    <a:pt x="2971639" y="1699146"/>
                    <a:pt x="2972399" y="1687497"/>
                  </a:cubicBezTo>
                  <a:cubicBezTo>
                    <a:pt x="2972905" y="1681420"/>
                    <a:pt x="2968347" y="1672810"/>
                    <a:pt x="2957205" y="1672050"/>
                  </a:cubicBezTo>
                  <a:close/>
                  <a:moveTo>
                    <a:pt x="2908586" y="1685471"/>
                  </a:moveTo>
                  <a:cubicBezTo>
                    <a:pt x="2909092" y="1679647"/>
                    <a:pt x="2904787" y="1671037"/>
                    <a:pt x="2893645" y="1670278"/>
                  </a:cubicBezTo>
                  <a:cubicBezTo>
                    <a:pt x="2879971" y="1670531"/>
                    <a:pt x="2875666" y="1683952"/>
                    <a:pt x="2883010" y="1692055"/>
                  </a:cubicBezTo>
                  <a:cubicBezTo>
                    <a:pt x="2891366" y="1701171"/>
                    <a:pt x="2907573" y="1697120"/>
                    <a:pt x="2908586" y="1685471"/>
                  </a:cubicBezTo>
                  <a:close/>
                  <a:moveTo>
                    <a:pt x="2829326" y="1668252"/>
                  </a:moveTo>
                  <a:cubicBezTo>
                    <a:pt x="2816158" y="1668505"/>
                    <a:pt x="2811094" y="1680660"/>
                    <a:pt x="2817424" y="1689016"/>
                  </a:cubicBezTo>
                  <a:cubicBezTo>
                    <a:pt x="2825528" y="1699399"/>
                    <a:pt x="2843253" y="1695854"/>
                    <a:pt x="2844266" y="1683699"/>
                  </a:cubicBezTo>
                  <a:cubicBezTo>
                    <a:pt x="2844773" y="1677875"/>
                    <a:pt x="2840468" y="1669265"/>
                    <a:pt x="2829326" y="1668252"/>
                  </a:cubicBezTo>
                  <a:close/>
                  <a:moveTo>
                    <a:pt x="2764500" y="1666733"/>
                  </a:moveTo>
                  <a:cubicBezTo>
                    <a:pt x="2751333" y="1666986"/>
                    <a:pt x="2746268" y="1679141"/>
                    <a:pt x="2752345" y="1687497"/>
                  </a:cubicBezTo>
                  <a:cubicBezTo>
                    <a:pt x="2760195" y="1698133"/>
                    <a:pt x="2778428" y="1694587"/>
                    <a:pt x="2779441" y="1682179"/>
                  </a:cubicBezTo>
                  <a:cubicBezTo>
                    <a:pt x="2780200" y="1676102"/>
                    <a:pt x="2775895" y="1667492"/>
                    <a:pt x="2764500" y="1666733"/>
                  </a:cubicBezTo>
                  <a:close/>
                  <a:moveTo>
                    <a:pt x="2699421" y="1664960"/>
                  </a:moveTo>
                  <a:cubicBezTo>
                    <a:pt x="2686253" y="1665213"/>
                    <a:pt x="2680936" y="1677368"/>
                    <a:pt x="2687013" y="1685725"/>
                  </a:cubicBezTo>
                  <a:cubicBezTo>
                    <a:pt x="2694863" y="1696360"/>
                    <a:pt x="2712842" y="1692562"/>
                    <a:pt x="2714362" y="1680154"/>
                  </a:cubicBezTo>
                  <a:cubicBezTo>
                    <a:pt x="2714868" y="1674583"/>
                    <a:pt x="2710816" y="1665973"/>
                    <a:pt x="2699421" y="1664960"/>
                  </a:cubicBezTo>
                  <a:close/>
                  <a:moveTo>
                    <a:pt x="2634089" y="1663441"/>
                  </a:moveTo>
                  <a:cubicBezTo>
                    <a:pt x="2620668" y="1663694"/>
                    <a:pt x="2615097" y="1675849"/>
                    <a:pt x="2621428" y="1684205"/>
                  </a:cubicBezTo>
                  <a:cubicBezTo>
                    <a:pt x="2629278" y="1694587"/>
                    <a:pt x="2647510" y="1691042"/>
                    <a:pt x="2649029" y="1678634"/>
                  </a:cubicBezTo>
                  <a:cubicBezTo>
                    <a:pt x="2649536" y="1673063"/>
                    <a:pt x="2645484" y="1664454"/>
                    <a:pt x="2634089" y="1663441"/>
                  </a:cubicBezTo>
                  <a:close/>
                  <a:moveTo>
                    <a:pt x="2555336" y="1682939"/>
                  </a:moveTo>
                  <a:cubicBezTo>
                    <a:pt x="2563186" y="1693575"/>
                    <a:pt x="2581671" y="1689776"/>
                    <a:pt x="2583191" y="1677368"/>
                  </a:cubicBezTo>
                  <a:cubicBezTo>
                    <a:pt x="2583950" y="1671544"/>
                    <a:pt x="2579645" y="1662934"/>
                    <a:pt x="2568250" y="1662175"/>
                  </a:cubicBezTo>
                  <a:cubicBezTo>
                    <a:pt x="2553816" y="1662428"/>
                    <a:pt x="2549511" y="1675342"/>
                    <a:pt x="2555336" y="1682939"/>
                  </a:cubicBezTo>
                  <a:close/>
                  <a:moveTo>
                    <a:pt x="2488737" y="1681420"/>
                  </a:moveTo>
                  <a:cubicBezTo>
                    <a:pt x="2496587" y="1692055"/>
                    <a:pt x="2515073" y="1688257"/>
                    <a:pt x="2516845" y="1675849"/>
                  </a:cubicBezTo>
                  <a:cubicBezTo>
                    <a:pt x="2517605" y="1670024"/>
                    <a:pt x="2513553" y="1661415"/>
                    <a:pt x="2501905" y="1660655"/>
                  </a:cubicBezTo>
                  <a:cubicBezTo>
                    <a:pt x="2488484" y="1661162"/>
                    <a:pt x="2482660" y="1673317"/>
                    <a:pt x="2488737" y="1681420"/>
                  </a:cubicBezTo>
                  <a:close/>
                  <a:moveTo>
                    <a:pt x="2435307" y="1659642"/>
                  </a:moveTo>
                  <a:cubicBezTo>
                    <a:pt x="2421886" y="1659896"/>
                    <a:pt x="2416062" y="1672050"/>
                    <a:pt x="2422139" y="1680407"/>
                  </a:cubicBezTo>
                  <a:cubicBezTo>
                    <a:pt x="2429736" y="1691042"/>
                    <a:pt x="2448474" y="1687244"/>
                    <a:pt x="2450247" y="1674836"/>
                  </a:cubicBezTo>
                  <a:cubicBezTo>
                    <a:pt x="2451007" y="1668758"/>
                    <a:pt x="2446955" y="1660149"/>
                    <a:pt x="2435307" y="1659642"/>
                  </a:cubicBezTo>
                  <a:close/>
                  <a:moveTo>
                    <a:pt x="2368708" y="1658376"/>
                  </a:moveTo>
                  <a:cubicBezTo>
                    <a:pt x="2355034" y="1658629"/>
                    <a:pt x="2348957" y="1670784"/>
                    <a:pt x="2355034" y="1679141"/>
                  </a:cubicBezTo>
                  <a:cubicBezTo>
                    <a:pt x="2362631" y="1689523"/>
                    <a:pt x="2381370" y="1685725"/>
                    <a:pt x="2383395" y="1673570"/>
                  </a:cubicBezTo>
                  <a:cubicBezTo>
                    <a:pt x="2384155" y="1667746"/>
                    <a:pt x="2380357" y="1659136"/>
                    <a:pt x="2368708" y="1658376"/>
                  </a:cubicBezTo>
                  <a:close/>
                  <a:moveTo>
                    <a:pt x="2301603" y="1657363"/>
                  </a:moveTo>
                  <a:cubicBezTo>
                    <a:pt x="2288182" y="1657870"/>
                    <a:pt x="2282105" y="1670024"/>
                    <a:pt x="2287929" y="1678128"/>
                  </a:cubicBezTo>
                  <a:cubicBezTo>
                    <a:pt x="2295526" y="1688763"/>
                    <a:pt x="2314518" y="1684965"/>
                    <a:pt x="2316290" y="1672557"/>
                  </a:cubicBezTo>
                  <a:cubicBezTo>
                    <a:pt x="2317303" y="1666479"/>
                    <a:pt x="2313252" y="1657870"/>
                    <a:pt x="2301603" y="1657363"/>
                  </a:cubicBezTo>
                  <a:close/>
                  <a:moveTo>
                    <a:pt x="2234498" y="1656350"/>
                  </a:moveTo>
                  <a:cubicBezTo>
                    <a:pt x="2220824" y="1656857"/>
                    <a:pt x="2214747" y="1669012"/>
                    <a:pt x="2220571" y="1677115"/>
                  </a:cubicBezTo>
                  <a:cubicBezTo>
                    <a:pt x="2228168" y="1687497"/>
                    <a:pt x="2246907" y="1683699"/>
                    <a:pt x="2248932" y="1671291"/>
                  </a:cubicBezTo>
                  <a:cubicBezTo>
                    <a:pt x="2249945" y="1665466"/>
                    <a:pt x="2246147" y="1657110"/>
                    <a:pt x="2234498" y="1656350"/>
                  </a:cubicBezTo>
                  <a:close/>
                  <a:moveTo>
                    <a:pt x="2167140" y="1655338"/>
                  </a:moveTo>
                  <a:cubicBezTo>
                    <a:pt x="2153213" y="1655844"/>
                    <a:pt x="2146882" y="1667999"/>
                    <a:pt x="2152960" y="1676102"/>
                  </a:cubicBezTo>
                  <a:cubicBezTo>
                    <a:pt x="2160557" y="1686484"/>
                    <a:pt x="2179548" y="1682686"/>
                    <a:pt x="2181574" y="1670278"/>
                  </a:cubicBezTo>
                  <a:cubicBezTo>
                    <a:pt x="2182587" y="1664707"/>
                    <a:pt x="2178789" y="1656097"/>
                    <a:pt x="2167140" y="1655338"/>
                  </a:cubicBezTo>
                  <a:close/>
                  <a:moveTo>
                    <a:pt x="2099782" y="1654578"/>
                  </a:moveTo>
                  <a:cubicBezTo>
                    <a:pt x="2085095" y="1655084"/>
                    <a:pt x="2080031" y="1667999"/>
                    <a:pt x="2085348" y="1675342"/>
                  </a:cubicBezTo>
                  <a:cubicBezTo>
                    <a:pt x="2092692" y="1685725"/>
                    <a:pt x="2111937" y="1681926"/>
                    <a:pt x="2114216" y="1669518"/>
                  </a:cubicBezTo>
                  <a:cubicBezTo>
                    <a:pt x="2115229" y="1663947"/>
                    <a:pt x="2111431" y="1655338"/>
                    <a:pt x="2099782" y="1654578"/>
                  </a:cubicBezTo>
                  <a:close/>
                  <a:moveTo>
                    <a:pt x="2031918" y="1654071"/>
                  </a:moveTo>
                  <a:cubicBezTo>
                    <a:pt x="2018243" y="1654578"/>
                    <a:pt x="2011913" y="1666733"/>
                    <a:pt x="2017484" y="1674836"/>
                  </a:cubicBezTo>
                  <a:cubicBezTo>
                    <a:pt x="2024827" y="1685218"/>
                    <a:pt x="2043819" y="1681420"/>
                    <a:pt x="2046098" y="1669012"/>
                  </a:cubicBezTo>
                  <a:cubicBezTo>
                    <a:pt x="2047618" y="1663187"/>
                    <a:pt x="2043819" y="1654578"/>
                    <a:pt x="2031918" y="1654071"/>
                  </a:cubicBezTo>
                  <a:close/>
                  <a:moveTo>
                    <a:pt x="1979247" y="1668252"/>
                  </a:moveTo>
                  <a:cubicBezTo>
                    <a:pt x="1980513" y="1662428"/>
                    <a:pt x="1976968" y="1653818"/>
                    <a:pt x="1965319" y="1653312"/>
                  </a:cubicBezTo>
                  <a:cubicBezTo>
                    <a:pt x="1951898" y="1653818"/>
                    <a:pt x="1945314" y="1665973"/>
                    <a:pt x="1950885" y="1674076"/>
                  </a:cubicBezTo>
                  <a:cubicBezTo>
                    <a:pt x="1957976" y="1684712"/>
                    <a:pt x="1976714" y="1680913"/>
                    <a:pt x="1979247" y="1668252"/>
                  </a:cubicBezTo>
                  <a:close/>
                  <a:moveTo>
                    <a:pt x="1656384" y="1666986"/>
                  </a:moveTo>
                  <a:cubicBezTo>
                    <a:pt x="1657650" y="1661162"/>
                    <a:pt x="1654864" y="1652552"/>
                    <a:pt x="1643976" y="1652045"/>
                  </a:cubicBezTo>
                  <a:cubicBezTo>
                    <a:pt x="1630301" y="1652805"/>
                    <a:pt x="1624984" y="1665720"/>
                    <a:pt x="1629542" y="1673063"/>
                  </a:cubicBezTo>
                  <a:cubicBezTo>
                    <a:pt x="1635619" y="1683446"/>
                    <a:pt x="1653345" y="1679394"/>
                    <a:pt x="1656384" y="1666986"/>
                  </a:cubicBezTo>
                  <a:close/>
                  <a:moveTo>
                    <a:pt x="1568008" y="1673063"/>
                  </a:moveTo>
                  <a:cubicBezTo>
                    <a:pt x="1574085" y="1683446"/>
                    <a:pt x="1591558" y="1679394"/>
                    <a:pt x="1594597" y="1666986"/>
                  </a:cubicBezTo>
                  <a:cubicBezTo>
                    <a:pt x="1595863" y="1661162"/>
                    <a:pt x="1593077" y="1652552"/>
                    <a:pt x="1582442" y="1652045"/>
                  </a:cubicBezTo>
                  <a:cubicBezTo>
                    <a:pt x="1569781" y="1652805"/>
                    <a:pt x="1563197" y="1664960"/>
                    <a:pt x="1568008" y="1673063"/>
                  </a:cubicBezTo>
                  <a:close/>
                  <a:moveTo>
                    <a:pt x="1414553" y="1667492"/>
                  </a:moveTo>
                  <a:cubicBezTo>
                    <a:pt x="1416072" y="1661668"/>
                    <a:pt x="1413540" y="1653058"/>
                    <a:pt x="1403411" y="1652805"/>
                  </a:cubicBezTo>
                  <a:cubicBezTo>
                    <a:pt x="1391003" y="1653565"/>
                    <a:pt x="1384419" y="1666986"/>
                    <a:pt x="1389737" y="1674836"/>
                  </a:cubicBezTo>
                  <a:cubicBezTo>
                    <a:pt x="1395814" y="1683952"/>
                    <a:pt x="1411514" y="1679394"/>
                    <a:pt x="1414553" y="1667492"/>
                  </a:cubicBezTo>
                  <a:close/>
                  <a:moveTo>
                    <a:pt x="1332255" y="1675342"/>
                  </a:moveTo>
                  <a:cubicBezTo>
                    <a:pt x="1338079" y="1684458"/>
                    <a:pt x="1353526" y="1679647"/>
                    <a:pt x="1356564" y="1667999"/>
                  </a:cubicBezTo>
                  <a:cubicBezTo>
                    <a:pt x="1358084" y="1662175"/>
                    <a:pt x="1355805" y="1653565"/>
                    <a:pt x="1345929" y="1653312"/>
                  </a:cubicBezTo>
                  <a:cubicBezTo>
                    <a:pt x="1333521" y="1654071"/>
                    <a:pt x="1326937" y="1667492"/>
                    <a:pt x="1332255" y="1675342"/>
                  </a:cubicBezTo>
                  <a:close/>
                  <a:moveTo>
                    <a:pt x="166403" y="1735357"/>
                  </a:moveTo>
                  <a:cubicBezTo>
                    <a:pt x="167669" y="1737383"/>
                    <a:pt x="171720" y="1731558"/>
                    <a:pt x="174253" y="1722949"/>
                  </a:cubicBezTo>
                  <a:cubicBezTo>
                    <a:pt x="176279" y="1717125"/>
                    <a:pt x="177798" y="1708768"/>
                    <a:pt x="175266" y="1708768"/>
                  </a:cubicBezTo>
                  <a:cubicBezTo>
                    <a:pt x="170708" y="1710541"/>
                    <a:pt x="164377" y="1732318"/>
                    <a:pt x="166403" y="1735357"/>
                  </a:cubicBezTo>
                  <a:close/>
                  <a:moveTo>
                    <a:pt x="152475" y="1738396"/>
                  </a:moveTo>
                  <a:cubicBezTo>
                    <a:pt x="153488" y="1740421"/>
                    <a:pt x="157033" y="1734597"/>
                    <a:pt x="159819" y="1725988"/>
                  </a:cubicBezTo>
                  <a:cubicBezTo>
                    <a:pt x="161845" y="1720163"/>
                    <a:pt x="163364" y="1711807"/>
                    <a:pt x="161338" y="1711807"/>
                  </a:cubicBezTo>
                  <a:cubicBezTo>
                    <a:pt x="157033" y="1713579"/>
                    <a:pt x="150703" y="1735104"/>
                    <a:pt x="152475" y="1738396"/>
                  </a:cubicBezTo>
                  <a:close/>
                  <a:moveTo>
                    <a:pt x="148677" y="1714592"/>
                  </a:moveTo>
                  <a:cubicBezTo>
                    <a:pt x="144878" y="1716365"/>
                    <a:pt x="138548" y="1738142"/>
                    <a:pt x="139814" y="1741181"/>
                  </a:cubicBezTo>
                  <a:cubicBezTo>
                    <a:pt x="140827" y="1743207"/>
                    <a:pt x="144119" y="1737383"/>
                    <a:pt x="146651" y="1728773"/>
                  </a:cubicBezTo>
                  <a:cubicBezTo>
                    <a:pt x="148677" y="1722949"/>
                    <a:pt x="150703" y="1714592"/>
                    <a:pt x="148677" y="1714592"/>
                  </a:cubicBezTo>
                  <a:close/>
                  <a:moveTo>
                    <a:pt x="138041" y="1717884"/>
                  </a:moveTo>
                  <a:cubicBezTo>
                    <a:pt x="134243" y="1719910"/>
                    <a:pt x="128166" y="1742954"/>
                    <a:pt x="129432" y="1744726"/>
                  </a:cubicBezTo>
                  <a:cubicBezTo>
                    <a:pt x="130191" y="1745739"/>
                    <a:pt x="133230" y="1739915"/>
                    <a:pt x="135762" y="1732065"/>
                  </a:cubicBezTo>
                  <a:cubicBezTo>
                    <a:pt x="137535" y="1725988"/>
                    <a:pt x="139561" y="1717884"/>
                    <a:pt x="138041" y="1717884"/>
                  </a:cubicBezTo>
                  <a:close/>
                  <a:moveTo>
                    <a:pt x="126393" y="1735104"/>
                  </a:moveTo>
                  <a:cubicBezTo>
                    <a:pt x="127912" y="1730039"/>
                    <a:pt x="130191" y="1721936"/>
                    <a:pt x="129178" y="1720923"/>
                  </a:cubicBezTo>
                  <a:lnTo>
                    <a:pt x="128925" y="1720923"/>
                  </a:lnTo>
                  <a:cubicBezTo>
                    <a:pt x="126140" y="1722696"/>
                    <a:pt x="118796" y="1746246"/>
                    <a:pt x="120569" y="1748018"/>
                  </a:cubicBezTo>
                  <a:cubicBezTo>
                    <a:pt x="121835" y="1748018"/>
                    <a:pt x="124620" y="1740421"/>
                    <a:pt x="126393" y="1735104"/>
                  </a:cubicBezTo>
                  <a:close/>
                  <a:moveTo>
                    <a:pt x="113225" y="1751057"/>
                  </a:moveTo>
                  <a:cubicBezTo>
                    <a:pt x="113225" y="1751057"/>
                    <a:pt x="113478" y="1751057"/>
                    <a:pt x="113225" y="1751057"/>
                  </a:cubicBezTo>
                  <a:cubicBezTo>
                    <a:pt x="114745" y="1750044"/>
                    <a:pt x="117277" y="1742700"/>
                    <a:pt x="118543" y="1738396"/>
                  </a:cubicBezTo>
                  <a:cubicBezTo>
                    <a:pt x="119809" y="1734091"/>
                    <a:pt x="122088" y="1726241"/>
                    <a:pt x="121835" y="1724215"/>
                  </a:cubicBezTo>
                  <a:cubicBezTo>
                    <a:pt x="121835" y="1724215"/>
                    <a:pt x="121582" y="1724215"/>
                    <a:pt x="121582" y="1723962"/>
                  </a:cubicBezTo>
                  <a:cubicBezTo>
                    <a:pt x="119809" y="1725734"/>
                    <a:pt x="112719" y="1748018"/>
                    <a:pt x="113225" y="1751057"/>
                  </a:cubicBezTo>
                  <a:close/>
                  <a:moveTo>
                    <a:pt x="107908" y="1754349"/>
                  </a:moveTo>
                  <a:cubicBezTo>
                    <a:pt x="108920" y="1753336"/>
                    <a:pt x="111453" y="1745739"/>
                    <a:pt x="112719" y="1741434"/>
                  </a:cubicBezTo>
                  <a:cubicBezTo>
                    <a:pt x="112719" y="1741181"/>
                    <a:pt x="117024" y="1727760"/>
                    <a:pt x="116264" y="1727254"/>
                  </a:cubicBezTo>
                  <a:cubicBezTo>
                    <a:pt x="114745" y="1729026"/>
                    <a:pt x="107908" y="1751310"/>
                    <a:pt x="107908" y="1754349"/>
                  </a:cubicBezTo>
                  <a:cubicBezTo>
                    <a:pt x="107908" y="1754349"/>
                    <a:pt x="107908" y="1754349"/>
                    <a:pt x="107908" y="1754349"/>
                  </a:cubicBezTo>
                  <a:close/>
                  <a:moveTo>
                    <a:pt x="108667" y="1744726"/>
                  </a:moveTo>
                  <a:cubicBezTo>
                    <a:pt x="109427" y="1742700"/>
                    <a:pt x="112719" y="1731812"/>
                    <a:pt x="112719" y="1730545"/>
                  </a:cubicBezTo>
                  <a:cubicBezTo>
                    <a:pt x="112212" y="1731558"/>
                    <a:pt x="104362" y="1755362"/>
                    <a:pt x="104362" y="1757641"/>
                  </a:cubicBezTo>
                  <a:cubicBezTo>
                    <a:pt x="104869" y="1756628"/>
                    <a:pt x="107401" y="1748778"/>
                    <a:pt x="108667" y="1744726"/>
                  </a:cubicBezTo>
                  <a:close/>
                  <a:moveTo>
                    <a:pt x="106388" y="1748271"/>
                  </a:moveTo>
                  <a:cubicBezTo>
                    <a:pt x="105122" y="1752323"/>
                    <a:pt x="103856" y="1756375"/>
                    <a:pt x="102590" y="1760426"/>
                  </a:cubicBezTo>
                  <a:lnTo>
                    <a:pt x="110440" y="1734597"/>
                  </a:lnTo>
                  <a:cubicBezTo>
                    <a:pt x="109174" y="1739155"/>
                    <a:pt x="107908" y="1743713"/>
                    <a:pt x="106388" y="1748271"/>
                  </a:cubicBezTo>
                  <a:close/>
                  <a:moveTo>
                    <a:pt x="4856146" y="1780431"/>
                  </a:moveTo>
                  <a:cubicBezTo>
                    <a:pt x="4854373" y="1774607"/>
                    <a:pt x="4851841" y="1765744"/>
                    <a:pt x="4851335" y="1764731"/>
                  </a:cubicBezTo>
                  <a:cubicBezTo>
                    <a:pt x="4851335" y="1764731"/>
                    <a:pt x="4858172" y="1789800"/>
                    <a:pt x="4859185" y="1791826"/>
                  </a:cubicBezTo>
                  <a:cubicBezTo>
                    <a:pt x="4858678" y="1790054"/>
                    <a:pt x="4856906" y="1783216"/>
                    <a:pt x="4856146" y="1780431"/>
                  </a:cubicBezTo>
                  <a:close/>
                  <a:moveTo>
                    <a:pt x="4855893" y="1788281"/>
                  </a:moveTo>
                  <a:cubicBezTo>
                    <a:pt x="4855893" y="1786509"/>
                    <a:pt x="4853867" y="1779165"/>
                    <a:pt x="4853107" y="1777139"/>
                  </a:cubicBezTo>
                  <a:cubicBezTo>
                    <a:pt x="4851335" y="1771315"/>
                    <a:pt x="4848549" y="1762452"/>
                    <a:pt x="4847790" y="1761439"/>
                  </a:cubicBezTo>
                  <a:cubicBezTo>
                    <a:pt x="4847030" y="1762199"/>
                    <a:pt x="4854880" y="1787015"/>
                    <a:pt x="4855893" y="1788281"/>
                  </a:cubicBezTo>
                  <a:cubicBezTo>
                    <a:pt x="4855893" y="1788281"/>
                    <a:pt x="4855893" y="1788281"/>
                    <a:pt x="4855893" y="1788281"/>
                  </a:cubicBezTo>
                  <a:close/>
                  <a:moveTo>
                    <a:pt x="4848549" y="1773594"/>
                  </a:moveTo>
                  <a:cubicBezTo>
                    <a:pt x="4846776" y="1767770"/>
                    <a:pt x="4843991" y="1758907"/>
                    <a:pt x="4842725" y="1757894"/>
                  </a:cubicBezTo>
                  <a:cubicBezTo>
                    <a:pt x="4842725" y="1757894"/>
                    <a:pt x="4842725" y="1757894"/>
                    <a:pt x="4842725" y="1757894"/>
                  </a:cubicBezTo>
                  <a:cubicBezTo>
                    <a:pt x="4841966" y="1758907"/>
                    <a:pt x="4848549" y="1783723"/>
                    <a:pt x="4850828" y="1784989"/>
                  </a:cubicBezTo>
                  <a:cubicBezTo>
                    <a:pt x="4851588" y="1783976"/>
                    <a:pt x="4849056" y="1775367"/>
                    <a:pt x="4848549" y="1773594"/>
                  </a:cubicBezTo>
                  <a:close/>
                  <a:moveTo>
                    <a:pt x="4835635" y="1754095"/>
                  </a:moveTo>
                  <a:cubicBezTo>
                    <a:pt x="4834115" y="1755615"/>
                    <a:pt x="4841712" y="1781191"/>
                    <a:pt x="4843738" y="1781191"/>
                  </a:cubicBezTo>
                  <a:cubicBezTo>
                    <a:pt x="4844751" y="1780178"/>
                    <a:pt x="4842472" y="1771568"/>
                    <a:pt x="4841966" y="1769796"/>
                  </a:cubicBezTo>
                  <a:cubicBezTo>
                    <a:pt x="4840446" y="1764225"/>
                    <a:pt x="4837407" y="1755362"/>
                    <a:pt x="4835635" y="1754095"/>
                  </a:cubicBezTo>
                  <a:cubicBezTo>
                    <a:pt x="4835888" y="1754095"/>
                    <a:pt x="4835888" y="1754095"/>
                    <a:pt x="4835635" y="1754095"/>
                  </a:cubicBezTo>
                  <a:close/>
                  <a:moveTo>
                    <a:pt x="4827025" y="1750550"/>
                  </a:moveTo>
                  <a:cubicBezTo>
                    <a:pt x="4827025" y="1750550"/>
                    <a:pt x="4826772" y="1750550"/>
                    <a:pt x="4827025" y="1750550"/>
                  </a:cubicBezTo>
                  <a:cubicBezTo>
                    <a:pt x="4824493" y="1751310"/>
                    <a:pt x="4832090" y="1776886"/>
                    <a:pt x="4834875" y="1777645"/>
                  </a:cubicBezTo>
                  <a:cubicBezTo>
                    <a:pt x="4836141" y="1777899"/>
                    <a:pt x="4835381" y="1773087"/>
                    <a:pt x="4833609" y="1766250"/>
                  </a:cubicBezTo>
                  <a:cubicBezTo>
                    <a:pt x="4831836" y="1760679"/>
                    <a:pt x="4828798" y="1751817"/>
                    <a:pt x="4827025" y="1750550"/>
                  </a:cubicBezTo>
                  <a:close/>
                  <a:moveTo>
                    <a:pt x="4816136" y="1747005"/>
                  </a:moveTo>
                  <a:cubicBezTo>
                    <a:pt x="4816136" y="1747005"/>
                    <a:pt x="4815883" y="1747005"/>
                    <a:pt x="4815883" y="1747005"/>
                  </a:cubicBezTo>
                  <a:cubicBezTo>
                    <a:pt x="4813098" y="1747765"/>
                    <a:pt x="4819935" y="1771315"/>
                    <a:pt x="4823733" y="1773847"/>
                  </a:cubicBezTo>
                  <a:cubicBezTo>
                    <a:pt x="4825506" y="1775113"/>
                    <a:pt x="4825253" y="1770049"/>
                    <a:pt x="4823227" y="1762705"/>
                  </a:cubicBezTo>
                  <a:cubicBezTo>
                    <a:pt x="4821454" y="1756881"/>
                    <a:pt x="4818415" y="1748271"/>
                    <a:pt x="4816136" y="1747005"/>
                  </a:cubicBezTo>
                  <a:close/>
                  <a:moveTo>
                    <a:pt x="4802969" y="1743207"/>
                  </a:moveTo>
                  <a:cubicBezTo>
                    <a:pt x="4799676" y="1743967"/>
                    <a:pt x="4806514" y="1767517"/>
                    <a:pt x="4810565" y="1770049"/>
                  </a:cubicBezTo>
                  <a:cubicBezTo>
                    <a:pt x="4812591" y="1771315"/>
                    <a:pt x="4812591" y="1766250"/>
                    <a:pt x="4810565" y="1758907"/>
                  </a:cubicBezTo>
                  <a:cubicBezTo>
                    <a:pt x="4809046" y="1753083"/>
                    <a:pt x="4805754" y="1744220"/>
                    <a:pt x="4803222" y="1742954"/>
                  </a:cubicBezTo>
                  <a:cubicBezTo>
                    <a:pt x="4803222" y="1743460"/>
                    <a:pt x="4802969" y="1743207"/>
                    <a:pt x="4802969" y="1743207"/>
                  </a:cubicBezTo>
                  <a:close/>
                  <a:moveTo>
                    <a:pt x="4788788" y="1739662"/>
                  </a:moveTo>
                  <a:cubicBezTo>
                    <a:pt x="4788788" y="1739662"/>
                    <a:pt x="4788535" y="1739662"/>
                    <a:pt x="4788535" y="1739662"/>
                  </a:cubicBezTo>
                  <a:cubicBezTo>
                    <a:pt x="4784736" y="1740421"/>
                    <a:pt x="4791573" y="1763971"/>
                    <a:pt x="4796131" y="1766504"/>
                  </a:cubicBezTo>
                  <a:cubicBezTo>
                    <a:pt x="4798411" y="1767770"/>
                    <a:pt x="4798411" y="1762705"/>
                    <a:pt x="4796638" y="1755362"/>
                  </a:cubicBezTo>
                  <a:cubicBezTo>
                    <a:pt x="4795119" y="1749537"/>
                    <a:pt x="4791573" y="1740928"/>
                    <a:pt x="4788788" y="1739662"/>
                  </a:cubicBezTo>
                  <a:close/>
                  <a:moveTo>
                    <a:pt x="4772328" y="1736116"/>
                  </a:moveTo>
                  <a:cubicBezTo>
                    <a:pt x="4772328" y="1736116"/>
                    <a:pt x="4772075" y="1736116"/>
                    <a:pt x="4771822" y="1736116"/>
                  </a:cubicBezTo>
                  <a:cubicBezTo>
                    <a:pt x="4767517" y="1736876"/>
                    <a:pt x="4774101" y="1760426"/>
                    <a:pt x="4779419" y="1762959"/>
                  </a:cubicBezTo>
                  <a:cubicBezTo>
                    <a:pt x="4781951" y="1764225"/>
                    <a:pt x="4782204" y="1759160"/>
                    <a:pt x="4780431" y="1751817"/>
                  </a:cubicBezTo>
                  <a:cubicBezTo>
                    <a:pt x="4779165" y="1745992"/>
                    <a:pt x="4775620" y="1737129"/>
                    <a:pt x="4772328" y="1736116"/>
                  </a:cubicBezTo>
                  <a:close/>
                  <a:moveTo>
                    <a:pt x="4762706" y="1748271"/>
                  </a:moveTo>
                  <a:cubicBezTo>
                    <a:pt x="4761186" y="1742447"/>
                    <a:pt x="4757641" y="1733584"/>
                    <a:pt x="4754096" y="1732571"/>
                  </a:cubicBezTo>
                  <a:cubicBezTo>
                    <a:pt x="4754096" y="1732571"/>
                    <a:pt x="4753843" y="1732571"/>
                    <a:pt x="4753590" y="1732571"/>
                  </a:cubicBezTo>
                  <a:cubicBezTo>
                    <a:pt x="4749031" y="1733331"/>
                    <a:pt x="4754856" y="1755108"/>
                    <a:pt x="4760680" y="1759160"/>
                  </a:cubicBezTo>
                  <a:cubicBezTo>
                    <a:pt x="4763972" y="1761186"/>
                    <a:pt x="4764732" y="1756121"/>
                    <a:pt x="4762706" y="1748271"/>
                  </a:cubicBezTo>
                  <a:close/>
                  <a:moveTo>
                    <a:pt x="4734091" y="1728773"/>
                  </a:moveTo>
                  <a:cubicBezTo>
                    <a:pt x="4729280" y="1729533"/>
                    <a:pt x="4735104" y="1751563"/>
                    <a:pt x="4740928" y="1755362"/>
                  </a:cubicBezTo>
                  <a:cubicBezTo>
                    <a:pt x="4744220" y="1757388"/>
                    <a:pt x="4745233" y="1752323"/>
                    <a:pt x="4743461" y="1744473"/>
                  </a:cubicBezTo>
                  <a:cubicBezTo>
                    <a:pt x="4741941" y="1738649"/>
                    <a:pt x="4738396" y="1729786"/>
                    <a:pt x="4734598" y="1728773"/>
                  </a:cubicBezTo>
                  <a:cubicBezTo>
                    <a:pt x="4734345" y="1728773"/>
                    <a:pt x="4734091" y="1728773"/>
                    <a:pt x="4734091" y="1728773"/>
                  </a:cubicBezTo>
                  <a:close/>
                  <a:moveTo>
                    <a:pt x="4712567" y="1725228"/>
                  </a:moveTo>
                  <a:cubicBezTo>
                    <a:pt x="4707249" y="1725988"/>
                    <a:pt x="4713073" y="1748018"/>
                    <a:pt x="4719404" y="1751817"/>
                  </a:cubicBezTo>
                  <a:cubicBezTo>
                    <a:pt x="4722949" y="1753842"/>
                    <a:pt x="4724215" y="1749031"/>
                    <a:pt x="4722189" y="1740928"/>
                  </a:cubicBezTo>
                  <a:cubicBezTo>
                    <a:pt x="4720670" y="1735104"/>
                    <a:pt x="4717125" y="1726241"/>
                    <a:pt x="4713073" y="1725228"/>
                  </a:cubicBezTo>
                  <a:cubicBezTo>
                    <a:pt x="4712820" y="1725228"/>
                    <a:pt x="4712820" y="1725228"/>
                    <a:pt x="4712567" y="1725228"/>
                  </a:cubicBezTo>
                  <a:close/>
                  <a:moveTo>
                    <a:pt x="4690030" y="1721683"/>
                  </a:moveTo>
                  <a:cubicBezTo>
                    <a:pt x="4689777" y="1721683"/>
                    <a:pt x="4689270" y="1721683"/>
                    <a:pt x="4689017" y="1721683"/>
                  </a:cubicBezTo>
                  <a:cubicBezTo>
                    <a:pt x="4683952" y="1723708"/>
                    <a:pt x="4689523" y="1744220"/>
                    <a:pt x="4696107" y="1748018"/>
                  </a:cubicBezTo>
                  <a:cubicBezTo>
                    <a:pt x="4699652" y="1750044"/>
                    <a:pt x="4701425" y="1745233"/>
                    <a:pt x="4699399" y="1737129"/>
                  </a:cubicBezTo>
                  <a:cubicBezTo>
                    <a:pt x="4698133" y="1731558"/>
                    <a:pt x="4694335" y="1722696"/>
                    <a:pt x="4690030" y="1721683"/>
                  </a:cubicBezTo>
                  <a:close/>
                  <a:moveTo>
                    <a:pt x="4665214" y="1718137"/>
                  </a:moveTo>
                  <a:cubicBezTo>
                    <a:pt x="4664961" y="1718137"/>
                    <a:pt x="4664707" y="1718137"/>
                    <a:pt x="4664707" y="1718137"/>
                  </a:cubicBezTo>
                  <a:cubicBezTo>
                    <a:pt x="4658883" y="1718644"/>
                    <a:pt x="4663694" y="1739409"/>
                    <a:pt x="4670532" y="1744220"/>
                  </a:cubicBezTo>
                  <a:cubicBezTo>
                    <a:pt x="4674836" y="1747258"/>
                    <a:pt x="4676862" y="1742194"/>
                    <a:pt x="4675089" y="1733838"/>
                  </a:cubicBezTo>
                  <a:cubicBezTo>
                    <a:pt x="4673824" y="1728013"/>
                    <a:pt x="4669772" y="1719150"/>
                    <a:pt x="4665214" y="1718137"/>
                  </a:cubicBezTo>
                  <a:close/>
                  <a:moveTo>
                    <a:pt x="4649007" y="1730292"/>
                  </a:moveTo>
                  <a:cubicBezTo>
                    <a:pt x="4647741" y="1724468"/>
                    <a:pt x="4643690" y="1715605"/>
                    <a:pt x="4638878" y="1714592"/>
                  </a:cubicBezTo>
                  <a:cubicBezTo>
                    <a:pt x="4638625" y="1714592"/>
                    <a:pt x="4638372" y="1714592"/>
                    <a:pt x="4638372" y="1714592"/>
                  </a:cubicBezTo>
                  <a:cubicBezTo>
                    <a:pt x="4632294" y="1715099"/>
                    <a:pt x="4636852" y="1735863"/>
                    <a:pt x="4644196" y="1740675"/>
                  </a:cubicBezTo>
                  <a:cubicBezTo>
                    <a:pt x="4648501" y="1743713"/>
                    <a:pt x="4651033" y="1738649"/>
                    <a:pt x="4649007" y="1730292"/>
                  </a:cubicBezTo>
                  <a:lnTo>
                    <a:pt x="4649007" y="1730292"/>
                  </a:lnTo>
                  <a:close/>
                  <a:moveTo>
                    <a:pt x="4616088" y="1737129"/>
                  </a:moveTo>
                  <a:cubicBezTo>
                    <a:pt x="4620646" y="1740168"/>
                    <a:pt x="4623431" y="1735104"/>
                    <a:pt x="4621659" y="1726747"/>
                  </a:cubicBezTo>
                  <a:cubicBezTo>
                    <a:pt x="4620393" y="1720923"/>
                    <a:pt x="4616341" y="1712060"/>
                    <a:pt x="4611277" y="1711047"/>
                  </a:cubicBezTo>
                  <a:cubicBezTo>
                    <a:pt x="4610770" y="1711047"/>
                    <a:pt x="4610264" y="1711047"/>
                    <a:pt x="4610011" y="1711047"/>
                  </a:cubicBezTo>
                  <a:cubicBezTo>
                    <a:pt x="4603933" y="1713073"/>
                    <a:pt x="4608744" y="1732318"/>
                    <a:pt x="4616088" y="1737129"/>
                  </a:cubicBezTo>
                  <a:close/>
                  <a:moveTo>
                    <a:pt x="4581902" y="1707502"/>
                  </a:moveTo>
                  <a:cubicBezTo>
                    <a:pt x="4581396" y="1707502"/>
                    <a:pt x="4580889" y="1707502"/>
                    <a:pt x="4580636" y="1707502"/>
                  </a:cubicBezTo>
                  <a:cubicBezTo>
                    <a:pt x="4574306" y="1709528"/>
                    <a:pt x="4578864" y="1728773"/>
                    <a:pt x="4586714" y="1733584"/>
                  </a:cubicBezTo>
                  <a:cubicBezTo>
                    <a:pt x="4591525" y="1736623"/>
                    <a:pt x="4594564" y="1731558"/>
                    <a:pt x="4592791" y="1723202"/>
                  </a:cubicBezTo>
                  <a:cubicBezTo>
                    <a:pt x="4591272" y="1717378"/>
                    <a:pt x="4587220" y="1708515"/>
                    <a:pt x="4581902" y="1707502"/>
                  </a:cubicBezTo>
                  <a:close/>
                  <a:moveTo>
                    <a:pt x="4551009" y="1703957"/>
                  </a:moveTo>
                  <a:cubicBezTo>
                    <a:pt x="4550502" y="1703957"/>
                    <a:pt x="4549996" y="1703957"/>
                    <a:pt x="4549490" y="1703957"/>
                  </a:cubicBezTo>
                  <a:cubicBezTo>
                    <a:pt x="4542905" y="1705983"/>
                    <a:pt x="4547211" y="1725228"/>
                    <a:pt x="4555314" y="1730039"/>
                  </a:cubicBezTo>
                  <a:cubicBezTo>
                    <a:pt x="4560378" y="1733078"/>
                    <a:pt x="4563417" y="1728013"/>
                    <a:pt x="4561897" y="1719657"/>
                  </a:cubicBezTo>
                  <a:cubicBezTo>
                    <a:pt x="4560885" y="1713833"/>
                    <a:pt x="4556580" y="1704970"/>
                    <a:pt x="4551009" y="1703957"/>
                  </a:cubicBezTo>
                  <a:close/>
                  <a:moveTo>
                    <a:pt x="4518596" y="1700412"/>
                  </a:moveTo>
                  <a:cubicBezTo>
                    <a:pt x="4518343" y="1700412"/>
                    <a:pt x="4518089" y="1700412"/>
                    <a:pt x="4517836" y="1700412"/>
                  </a:cubicBezTo>
                  <a:cubicBezTo>
                    <a:pt x="4510493" y="1700918"/>
                    <a:pt x="4513532" y="1719910"/>
                    <a:pt x="4522141" y="1725988"/>
                  </a:cubicBezTo>
                  <a:cubicBezTo>
                    <a:pt x="4527712" y="1730039"/>
                    <a:pt x="4531510" y="1724975"/>
                    <a:pt x="4529991" y="1716112"/>
                  </a:cubicBezTo>
                  <a:cubicBezTo>
                    <a:pt x="4528725" y="1710288"/>
                    <a:pt x="4524420" y="1701678"/>
                    <a:pt x="4518596" y="1700412"/>
                  </a:cubicBezTo>
                  <a:close/>
                  <a:moveTo>
                    <a:pt x="4488209" y="1722442"/>
                  </a:moveTo>
                  <a:cubicBezTo>
                    <a:pt x="4494033" y="1726494"/>
                    <a:pt x="4498085" y="1721430"/>
                    <a:pt x="4496565" y="1712566"/>
                  </a:cubicBezTo>
                  <a:cubicBezTo>
                    <a:pt x="4495552" y="1706742"/>
                    <a:pt x="4491248" y="1697879"/>
                    <a:pt x="4485170" y="1696867"/>
                  </a:cubicBezTo>
                  <a:cubicBezTo>
                    <a:pt x="4484664" y="1696867"/>
                    <a:pt x="4484157" y="1696867"/>
                    <a:pt x="4483651" y="1696867"/>
                  </a:cubicBezTo>
                  <a:cubicBezTo>
                    <a:pt x="4476560" y="1698892"/>
                    <a:pt x="4479852" y="1716871"/>
                    <a:pt x="4488209" y="1722442"/>
                  </a:cubicBezTo>
                  <a:close/>
                  <a:moveTo>
                    <a:pt x="4449719" y="1693575"/>
                  </a:moveTo>
                  <a:cubicBezTo>
                    <a:pt x="4449212" y="1693575"/>
                    <a:pt x="4448705" y="1693575"/>
                    <a:pt x="4448199" y="1693575"/>
                  </a:cubicBezTo>
                  <a:cubicBezTo>
                    <a:pt x="4441109" y="1695600"/>
                    <a:pt x="4444401" y="1713326"/>
                    <a:pt x="4452757" y="1718897"/>
                  </a:cubicBezTo>
                  <a:cubicBezTo>
                    <a:pt x="4458835" y="1722949"/>
                    <a:pt x="4463139" y="1717884"/>
                    <a:pt x="4461620" y="1709021"/>
                  </a:cubicBezTo>
                  <a:cubicBezTo>
                    <a:pt x="4460354" y="1703450"/>
                    <a:pt x="4456049" y="1694587"/>
                    <a:pt x="4449719" y="1693575"/>
                  </a:cubicBezTo>
                  <a:close/>
                  <a:moveTo>
                    <a:pt x="4411482" y="1690283"/>
                  </a:moveTo>
                  <a:cubicBezTo>
                    <a:pt x="4404138" y="1692308"/>
                    <a:pt x="4407176" y="1710034"/>
                    <a:pt x="4416039" y="1715605"/>
                  </a:cubicBezTo>
                  <a:cubicBezTo>
                    <a:pt x="4422117" y="1719657"/>
                    <a:pt x="4426928" y="1714592"/>
                    <a:pt x="4425409" y="1705729"/>
                  </a:cubicBezTo>
                  <a:cubicBezTo>
                    <a:pt x="4424396" y="1699905"/>
                    <a:pt x="4420091" y="1691296"/>
                    <a:pt x="4413254" y="1690029"/>
                  </a:cubicBezTo>
                  <a:cubicBezTo>
                    <a:pt x="4412747" y="1690283"/>
                    <a:pt x="4411988" y="1690283"/>
                    <a:pt x="4411482" y="1690283"/>
                  </a:cubicBezTo>
                  <a:close/>
                  <a:moveTo>
                    <a:pt x="4377043" y="1711807"/>
                  </a:moveTo>
                  <a:cubicBezTo>
                    <a:pt x="4383627" y="1716871"/>
                    <a:pt x="4389198" y="1712060"/>
                    <a:pt x="4387678" y="1702438"/>
                  </a:cubicBezTo>
                  <a:cubicBezTo>
                    <a:pt x="4386665" y="1696613"/>
                    <a:pt x="4382360" y="1688004"/>
                    <a:pt x="4375523" y="1686737"/>
                  </a:cubicBezTo>
                  <a:cubicBezTo>
                    <a:pt x="4375270" y="1686737"/>
                    <a:pt x="4375017" y="1686737"/>
                    <a:pt x="4374763" y="1686737"/>
                  </a:cubicBezTo>
                  <a:cubicBezTo>
                    <a:pt x="4366154" y="1687497"/>
                    <a:pt x="4367927" y="1704970"/>
                    <a:pt x="4377043" y="1711807"/>
                  </a:cubicBezTo>
                  <a:close/>
                  <a:moveTo>
                    <a:pt x="4348681" y="1699146"/>
                  </a:moveTo>
                  <a:cubicBezTo>
                    <a:pt x="4347669" y="1693321"/>
                    <a:pt x="4343364" y="1684712"/>
                    <a:pt x="4336273" y="1683446"/>
                  </a:cubicBezTo>
                  <a:cubicBezTo>
                    <a:pt x="4335767" y="1683446"/>
                    <a:pt x="4335007" y="1683446"/>
                    <a:pt x="4334501" y="1683446"/>
                  </a:cubicBezTo>
                  <a:cubicBezTo>
                    <a:pt x="4326651" y="1685218"/>
                    <a:pt x="4328677" y="1701678"/>
                    <a:pt x="4337539" y="1708262"/>
                  </a:cubicBezTo>
                  <a:cubicBezTo>
                    <a:pt x="4344376" y="1713326"/>
                    <a:pt x="4350201" y="1708515"/>
                    <a:pt x="4348681" y="1699146"/>
                  </a:cubicBezTo>
                  <a:close/>
                  <a:moveTo>
                    <a:pt x="4308418" y="1695854"/>
                  </a:moveTo>
                  <a:cubicBezTo>
                    <a:pt x="4307659" y="1690029"/>
                    <a:pt x="4303101" y="1681420"/>
                    <a:pt x="4295757" y="1680154"/>
                  </a:cubicBezTo>
                  <a:cubicBezTo>
                    <a:pt x="4295251" y="1680154"/>
                    <a:pt x="4294491" y="1680154"/>
                    <a:pt x="4293985" y="1680154"/>
                  </a:cubicBezTo>
                  <a:cubicBezTo>
                    <a:pt x="4286134" y="1681926"/>
                    <a:pt x="4287907" y="1698386"/>
                    <a:pt x="4297023" y="1704970"/>
                  </a:cubicBezTo>
                  <a:cubicBezTo>
                    <a:pt x="4303607" y="1710034"/>
                    <a:pt x="4309938" y="1705223"/>
                    <a:pt x="4308418" y="1695854"/>
                  </a:cubicBezTo>
                  <a:close/>
                  <a:moveTo>
                    <a:pt x="4266889" y="1692562"/>
                  </a:moveTo>
                  <a:cubicBezTo>
                    <a:pt x="4266130" y="1686737"/>
                    <a:pt x="4261571" y="1678128"/>
                    <a:pt x="4253975" y="1676862"/>
                  </a:cubicBezTo>
                  <a:cubicBezTo>
                    <a:pt x="4253468" y="1676862"/>
                    <a:pt x="4252709" y="1676862"/>
                    <a:pt x="4252202" y="1676862"/>
                  </a:cubicBezTo>
                  <a:cubicBezTo>
                    <a:pt x="4243846" y="1678634"/>
                    <a:pt x="4245872" y="1695094"/>
                    <a:pt x="4254988" y="1701678"/>
                  </a:cubicBezTo>
                  <a:cubicBezTo>
                    <a:pt x="4261825" y="1706742"/>
                    <a:pt x="4268156" y="1701931"/>
                    <a:pt x="4266889" y="1692562"/>
                  </a:cubicBezTo>
                  <a:close/>
                  <a:moveTo>
                    <a:pt x="4224094" y="1689270"/>
                  </a:moveTo>
                  <a:cubicBezTo>
                    <a:pt x="4223335" y="1683446"/>
                    <a:pt x="4218777" y="1674836"/>
                    <a:pt x="4211180" y="1673570"/>
                  </a:cubicBezTo>
                  <a:cubicBezTo>
                    <a:pt x="4210926" y="1673570"/>
                    <a:pt x="4210420" y="1673570"/>
                    <a:pt x="4210167" y="1673570"/>
                  </a:cubicBezTo>
                  <a:cubicBezTo>
                    <a:pt x="4201051" y="1674076"/>
                    <a:pt x="4201557" y="1690283"/>
                    <a:pt x="4210673" y="1697626"/>
                  </a:cubicBezTo>
                  <a:cubicBezTo>
                    <a:pt x="4218017" y="1703957"/>
                    <a:pt x="4225360" y="1699399"/>
                    <a:pt x="4224094" y="1689270"/>
                  </a:cubicBezTo>
                  <a:close/>
                  <a:moveTo>
                    <a:pt x="4180286" y="1685978"/>
                  </a:moveTo>
                  <a:cubicBezTo>
                    <a:pt x="4179526" y="1680154"/>
                    <a:pt x="4174968" y="1671544"/>
                    <a:pt x="4166865" y="1670278"/>
                  </a:cubicBezTo>
                  <a:cubicBezTo>
                    <a:pt x="4166612" y="1670278"/>
                    <a:pt x="4166105" y="1670278"/>
                    <a:pt x="4165852" y="1670278"/>
                  </a:cubicBezTo>
                  <a:cubicBezTo>
                    <a:pt x="4156736" y="1670784"/>
                    <a:pt x="4156736" y="1686991"/>
                    <a:pt x="4166105" y="1694334"/>
                  </a:cubicBezTo>
                  <a:cubicBezTo>
                    <a:pt x="4173702" y="1700665"/>
                    <a:pt x="4181552" y="1696107"/>
                    <a:pt x="4180286" y="1685978"/>
                  </a:cubicBezTo>
                  <a:close/>
                  <a:moveTo>
                    <a:pt x="4134958" y="1682939"/>
                  </a:moveTo>
                  <a:cubicBezTo>
                    <a:pt x="4134199" y="1677115"/>
                    <a:pt x="4129641" y="1668505"/>
                    <a:pt x="4121537" y="1667492"/>
                  </a:cubicBezTo>
                  <a:cubicBezTo>
                    <a:pt x="4121284" y="1667492"/>
                    <a:pt x="4120778" y="1667492"/>
                    <a:pt x="4120525" y="1667492"/>
                  </a:cubicBezTo>
                  <a:cubicBezTo>
                    <a:pt x="4111156" y="1667999"/>
                    <a:pt x="4111156" y="1684205"/>
                    <a:pt x="4120525" y="1691549"/>
                  </a:cubicBezTo>
                  <a:cubicBezTo>
                    <a:pt x="4128375" y="1697626"/>
                    <a:pt x="4136225" y="1692815"/>
                    <a:pt x="4134958" y="1682939"/>
                  </a:cubicBezTo>
                  <a:close/>
                  <a:moveTo>
                    <a:pt x="4088618" y="1679900"/>
                  </a:moveTo>
                  <a:cubicBezTo>
                    <a:pt x="4087858" y="1674076"/>
                    <a:pt x="4083301" y="1665466"/>
                    <a:pt x="4074944" y="1664454"/>
                  </a:cubicBezTo>
                  <a:cubicBezTo>
                    <a:pt x="4074691" y="1664454"/>
                    <a:pt x="4074184" y="1664454"/>
                    <a:pt x="4073931" y="1664454"/>
                  </a:cubicBezTo>
                  <a:cubicBezTo>
                    <a:pt x="4064309" y="1664960"/>
                    <a:pt x="4064056" y="1681166"/>
                    <a:pt x="4073678" y="1688510"/>
                  </a:cubicBezTo>
                  <a:cubicBezTo>
                    <a:pt x="4081528" y="1694587"/>
                    <a:pt x="4089884" y="1689776"/>
                    <a:pt x="4088618" y="1679900"/>
                  </a:cubicBezTo>
                  <a:close/>
                  <a:moveTo>
                    <a:pt x="4041518" y="1676862"/>
                  </a:moveTo>
                  <a:cubicBezTo>
                    <a:pt x="4041012" y="1671037"/>
                    <a:pt x="4036201" y="1662428"/>
                    <a:pt x="4027844" y="1661415"/>
                  </a:cubicBezTo>
                  <a:cubicBezTo>
                    <a:pt x="4027084" y="1661415"/>
                    <a:pt x="4026325" y="1661415"/>
                    <a:pt x="4025565" y="1661668"/>
                  </a:cubicBezTo>
                  <a:cubicBezTo>
                    <a:pt x="4016196" y="1663441"/>
                    <a:pt x="4016702" y="1678634"/>
                    <a:pt x="4026072" y="1685725"/>
                  </a:cubicBezTo>
                  <a:cubicBezTo>
                    <a:pt x="4034175" y="1691549"/>
                    <a:pt x="4042531" y="1686737"/>
                    <a:pt x="4041518" y="1676862"/>
                  </a:cubicBezTo>
                  <a:close/>
                  <a:moveTo>
                    <a:pt x="3992899" y="1673823"/>
                  </a:moveTo>
                  <a:cubicBezTo>
                    <a:pt x="3992393" y="1667999"/>
                    <a:pt x="3987581" y="1659389"/>
                    <a:pt x="3978972" y="1658376"/>
                  </a:cubicBezTo>
                  <a:cubicBezTo>
                    <a:pt x="3978718" y="1658376"/>
                    <a:pt x="3978212" y="1658376"/>
                    <a:pt x="3977958" y="1658376"/>
                  </a:cubicBezTo>
                  <a:cubicBezTo>
                    <a:pt x="3968336" y="1658883"/>
                    <a:pt x="3967323" y="1673823"/>
                    <a:pt x="3976186" y="1681673"/>
                  </a:cubicBezTo>
                  <a:cubicBezTo>
                    <a:pt x="3984036" y="1688763"/>
                    <a:pt x="3993912" y="1684205"/>
                    <a:pt x="3992899" y="1673823"/>
                  </a:cubicBezTo>
                  <a:close/>
                  <a:moveTo>
                    <a:pt x="3943267" y="1670784"/>
                  </a:moveTo>
                  <a:cubicBezTo>
                    <a:pt x="3942760" y="1664960"/>
                    <a:pt x="3938202" y="1656350"/>
                    <a:pt x="3929339" y="1655338"/>
                  </a:cubicBezTo>
                  <a:cubicBezTo>
                    <a:pt x="3929086" y="1655338"/>
                    <a:pt x="3928580" y="1655338"/>
                    <a:pt x="3928073" y="1655338"/>
                  </a:cubicBezTo>
                  <a:cubicBezTo>
                    <a:pt x="3918197" y="1655844"/>
                    <a:pt x="3916931" y="1670784"/>
                    <a:pt x="3926047" y="1678634"/>
                  </a:cubicBezTo>
                  <a:cubicBezTo>
                    <a:pt x="3934404" y="1685725"/>
                    <a:pt x="3944279" y="1681420"/>
                    <a:pt x="3943267" y="1670784"/>
                  </a:cubicBezTo>
                  <a:close/>
                  <a:moveTo>
                    <a:pt x="3892875" y="1667746"/>
                  </a:moveTo>
                  <a:cubicBezTo>
                    <a:pt x="3892368" y="1661921"/>
                    <a:pt x="3887810" y="1653312"/>
                    <a:pt x="3878694" y="1652299"/>
                  </a:cubicBezTo>
                  <a:cubicBezTo>
                    <a:pt x="3878441" y="1652299"/>
                    <a:pt x="3877934" y="1652299"/>
                    <a:pt x="3877428" y="1652299"/>
                  </a:cubicBezTo>
                  <a:cubicBezTo>
                    <a:pt x="3867299" y="1652805"/>
                    <a:pt x="3865780" y="1667746"/>
                    <a:pt x="3875149" y="1675595"/>
                  </a:cubicBezTo>
                  <a:cubicBezTo>
                    <a:pt x="3883505" y="1682939"/>
                    <a:pt x="3893634" y="1678381"/>
                    <a:pt x="3892875" y="1667746"/>
                  </a:cubicBezTo>
                  <a:close/>
                  <a:moveTo>
                    <a:pt x="3841470" y="1664960"/>
                  </a:moveTo>
                  <a:cubicBezTo>
                    <a:pt x="3840963" y="1659136"/>
                    <a:pt x="3836405" y="1650526"/>
                    <a:pt x="3827036" y="1649513"/>
                  </a:cubicBezTo>
                  <a:cubicBezTo>
                    <a:pt x="3826783" y="1649513"/>
                    <a:pt x="3826276" y="1649513"/>
                    <a:pt x="3825770" y="1649513"/>
                  </a:cubicBezTo>
                  <a:cubicBezTo>
                    <a:pt x="3815641" y="1650273"/>
                    <a:pt x="3813868" y="1664960"/>
                    <a:pt x="3823237" y="1672810"/>
                  </a:cubicBezTo>
                  <a:cubicBezTo>
                    <a:pt x="3831594" y="1679900"/>
                    <a:pt x="3842229" y="1675342"/>
                    <a:pt x="3841470" y="1664960"/>
                  </a:cubicBezTo>
                  <a:close/>
                  <a:moveTo>
                    <a:pt x="3789052" y="1662175"/>
                  </a:moveTo>
                  <a:cubicBezTo>
                    <a:pt x="3788799" y="1656350"/>
                    <a:pt x="3783987" y="1647741"/>
                    <a:pt x="3774618" y="1646728"/>
                  </a:cubicBezTo>
                  <a:cubicBezTo>
                    <a:pt x="3774365" y="1646728"/>
                    <a:pt x="3773858" y="1646728"/>
                    <a:pt x="3773352" y="1646728"/>
                  </a:cubicBezTo>
                  <a:cubicBezTo>
                    <a:pt x="3762970" y="1647487"/>
                    <a:pt x="3761197" y="1662175"/>
                    <a:pt x="3770566" y="1670024"/>
                  </a:cubicBezTo>
                  <a:cubicBezTo>
                    <a:pt x="3778670" y="1677115"/>
                    <a:pt x="3789558" y="1672557"/>
                    <a:pt x="3789052" y="1662175"/>
                  </a:cubicBezTo>
                  <a:close/>
                  <a:moveTo>
                    <a:pt x="3735368" y="1659389"/>
                  </a:moveTo>
                  <a:cubicBezTo>
                    <a:pt x="3735115" y="1653565"/>
                    <a:pt x="3730304" y="1644955"/>
                    <a:pt x="3720934" y="1643942"/>
                  </a:cubicBezTo>
                  <a:cubicBezTo>
                    <a:pt x="3720681" y="1643942"/>
                    <a:pt x="3720175" y="1643942"/>
                    <a:pt x="3719668" y="1643942"/>
                  </a:cubicBezTo>
                  <a:cubicBezTo>
                    <a:pt x="3709033" y="1644702"/>
                    <a:pt x="3707007" y="1659389"/>
                    <a:pt x="3716376" y="1667239"/>
                  </a:cubicBezTo>
                  <a:cubicBezTo>
                    <a:pt x="3725239" y="1674329"/>
                    <a:pt x="3736128" y="1670024"/>
                    <a:pt x="3735368" y="1659389"/>
                  </a:cubicBezTo>
                  <a:close/>
                  <a:moveTo>
                    <a:pt x="3681178" y="1656604"/>
                  </a:moveTo>
                  <a:cubicBezTo>
                    <a:pt x="3680925" y="1650779"/>
                    <a:pt x="3676366" y="1642170"/>
                    <a:pt x="3666744" y="1641157"/>
                  </a:cubicBezTo>
                  <a:cubicBezTo>
                    <a:pt x="3666237" y="1641157"/>
                    <a:pt x="3665731" y="1641157"/>
                    <a:pt x="3665478" y="1641157"/>
                  </a:cubicBezTo>
                  <a:cubicBezTo>
                    <a:pt x="3655095" y="1641916"/>
                    <a:pt x="3652310" y="1655338"/>
                    <a:pt x="3660920" y="1663441"/>
                  </a:cubicBezTo>
                  <a:cubicBezTo>
                    <a:pt x="3669530" y="1671797"/>
                    <a:pt x="3681684" y="1667746"/>
                    <a:pt x="3681178" y="1656604"/>
                  </a:cubicBezTo>
                  <a:close/>
                  <a:moveTo>
                    <a:pt x="3625975" y="1654071"/>
                  </a:moveTo>
                  <a:lnTo>
                    <a:pt x="3625975" y="1654071"/>
                  </a:lnTo>
                  <a:cubicBezTo>
                    <a:pt x="3625721" y="1648247"/>
                    <a:pt x="3621163" y="1639637"/>
                    <a:pt x="3611288" y="1638625"/>
                  </a:cubicBezTo>
                  <a:cubicBezTo>
                    <a:pt x="3610781" y="1638625"/>
                    <a:pt x="3610275" y="1638625"/>
                    <a:pt x="3610021" y="1638625"/>
                  </a:cubicBezTo>
                  <a:cubicBezTo>
                    <a:pt x="3599639" y="1639384"/>
                    <a:pt x="3596853" y="1652805"/>
                    <a:pt x="3605210" y="1660908"/>
                  </a:cubicBezTo>
                  <a:cubicBezTo>
                    <a:pt x="3613820" y="1669265"/>
                    <a:pt x="3626481" y="1664960"/>
                    <a:pt x="3625975" y="1654071"/>
                  </a:cubicBezTo>
                  <a:close/>
                  <a:moveTo>
                    <a:pt x="3569759" y="1651286"/>
                  </a:moveTo>
                  <a:cubicBezTo>
                    <a:pt x="3569505" y="1645462"/>
                    <a:pt x="3564947" y="1636852"/>
                    <a:pt x="3555071" y="1635839"/>
                  </a:cubicBezTo>
                  <a:cubicBezTo>
                    <a:pt x="3554565" y="1635839"/>
                    <a:pt x="3554059" y="1635839"/>
                    <a:pt x="3553805" y="1635839"/>
                  </a:cubicBezTo>
                  <a:cubicBezTo>
                    <a:pt x="3543170" y="1636599"/>
                    <a:pt x="3540131" y="1650020"/>
                    <a:pt x="3548741" y="1658123"/>
                  </a:cubicBezTo>
                  <a:cubicBezTo>
                    <a:pt x="3557604" y="1666733"/>
                    <a:pt x="3570265" y="1662428"/>
                    <a:pt x="3569759" y="1651286"/>
                  </a:cubicBezTo>
                  <a:close/>
                  <a:moveTo>
                    <a:pt x="3513036" y="1648754"/>
                  </a:moveTo>
                  <a:cubicBezTo>
                    <a:pt x="3513036" y="1642929"/>
                    <a:pt x="3508224" y="1634320"/>
                    <a:pt x="3498349" y="1633307"/>
                  </a:cubicBezTo>
                  <a:cubicBezTo>
                    <a:pt x="3497842" y="1633307"/>
                    <a:pt x="3497336" y="1633307"/>
                    <a:pt x="3497083" y="1633307"/>
                  </a:cubicBezTo>
                  <a:cubicBezTo>
                    <a:pt x="3486194" y="1634066"/>
                    <a:pt x="3482902" y="1647487"/>
                    <a:pt x="3491765" y="1655591"/>
                  </a:cubicBezTo>
                  <a:cubicBezTo>
                    <a:pt x="3500374" y="1664200"/>
                    <a:pt x="3513289" y="1659896"/>
                    <a:pt x="3513036" y="1648754"/>
                  </a:cubicBezTo>
                  <a:close/>
                  <a:moveTo>
                    <a:pt x="3455554" y="1646221"/>
                  </a:moveTo>
                  <a:cubicBezTo>
                    <a:pt x="3455554" y="1640397"/>
                    <a:pt x="3450742" y="1631788"/>
                    <a:pt x="3440613" y="1630775"/>
                  </a:cubicBezTo>
                  <a:cubicBezTo>
                    <a:pt x="3440107" y="1630775"/>
                    <a:pt x="3439600" y="1630775"/>
                    <a:pt x="3439347" y="1630775"/>
                  </a:cubicBezTo>
                  <a:cubicBezTo>
                    <a:pt x="3428458" y="1631534"/>
                    <a:pt x="3425166" y="1644955"/>
                    <a:pt x="3433776" y="1653058"/>
                  </a:cubicBezTo>
                  <a:cubicBezTo>
                    <a:pt x="3442386" y="1661668"/>
                    <a:pt x="3455554" y="1657363"/>
                    <a:pt x="3455554" y="1646221"/>
                  </a:cubicBezTo>
                  <a:close/>
                  <a:moveTo>
                    <a:pt x="3397058" y="1643942"/>
                  </a:moveTo>
                  <a:cubicBezTo>
                    <a:pt x="3397058" y="1638118"/>
                    <a:pt x="3392500" y="1629508"/>
                    <a:pt x="3382118" y="1628749"/>
                  </a:cubicBezTo>
                  <a:cubicBezTo>
                    <a:pt x="3381611" y="1628749"/>
                    <a:pt x="3381105" y="1628749"/>
                    <a:pt x="3380852" y="1628749"/>
                  </a:cubicBezTo>
                  <a:cubicBezTo>
                    <a:pt x="3369963" y="1629508"/>
                    <a:pt x="3366418" y="1642929"/>
                    <a:pt x="3375028" y="1651033"/>
                  </a:cubicBezTo>
                  <a:cubicBezTo>
                    <a:pt x="3383637" y="1659136"/>
                    <a:pt x="3397058" y="1654831"/>
                    <a:pt x="3397058" y="1643942"/>
                  </a:cubicBezTo>
                  <a:close/>
                  <a:moveTo>
                    <a:pt x="3338057" y="1641663"/>
                  </a:moveTo>
                  <a:cubicBezTo>
                    <a:pt x="3338057" y="1635839"/>
                    <a:pt x="3333499" y="1627229"/>
                    <a:pt x="3323116" y="1626470"/>
                  </a:cubicBezTo>
                  <a:cubicBezTo>
                    <a:pt x="3310455" y="1626723"/>
                    <a:pt x="3307163" y="1639891"/>
                    <a:pt x="3314507" y="1647994"/>
                  </a:cubicBezTo>
                  <a:cubicBezTo>
                    <a:pt x="3322863" y="1657110"/>
                    <a:pt x="3337804" y="1653058"/>
                    <a:pt x="3338057" y="1641663"/>
                  </a:cubicBezTo>
                  <a:close/>
                  <a:moveTo>
                    <a:pt x="3263355" y="1623937"/>
                  </a:moveTo>
                  <a:cubicBezTo>
                    <a:pt x="3250441" y="1624191"/>
                    <a:pt x="3246896" y="1637359"/>
                    <a:pt x="3254492" y="1645462"/>
                  </a:cubicBezTo>
                  <a:cubicBezTo>
                    <a:pt x="3263102" y="1654831"/>
                    <a:pt x="3278042" y="1651033"/>
                    <a:pt x="3278296" y="1639384"/>
                  </a:cubicBezTo>
                  <a:cubicBezTo>
                    <a:pt x="3278296" y="1633560"/>
                    <a:pt x="3273737" y="1624950"/>
                    <a:pt x="3263355" y="1623937"/>
                  </a:cubicBezTo>
                  <a:close/>
                  <a:moveTo>
                    <a:pt x="3193465" y="1643183"/>
                  </a:moveTo>
                  <a:cubicBezTo>
                    <a:pt x="3201821" y="1652552"/>
                    <a:pt x="3217268" y="1648500"/>
                    <a:pt x="3217775" y="1636852"/>
                  </a:cubicBezTo>
                  <a:cubicBezTo>
                    <a:pt x="3218028" y="1631028"/>
                    <a:pt x="3213470" y="1622418"/>
                    <a:pt x="3202581" y="1621658"/>
                  </a:cubicBezTo>
                  <a:cubicBezTo>
                    <a:pt x="3189920" y="1621912"/>
                    <a:pt x="3186121" y="1635079"/>
                    <a:pt x="3193465" y="1643183"/>
                  </a:cubicBezTo>
                  <a:close/>
                  <a:moveTo>
                    <a:pt x="3141553" y="1619633"/>
                  </a:moveTo>
                  <a:cubicBezTo>
                    <a:pt x="3128639" y="1619886"/>
                    <a:pt x="3124841" y="1633054"/>
                    <a:pt x="3132184" y="1641157"/>
                  </a:cubicBezTo>
                  <a:cubicBezTo>
                    <a:pt x="3140541" y="1650526"/>
                    <a:pt x="3156241" y="1646474"/>
                    <a:pt x="3156494" y="1634826"/>
                  </a:cubicBezTo>
                  <a:cubicBezTo>
                    <a:pt x="3156747" y="1629002"/>
                    <a:pt x="3152442" y="1620646"/>
                    <a:pt x="3141553" y="1619633"/>
                  </a:cubicBezTo>
                  <a:close/>
                  <a:moveTo>
                    <a:pt x="3080020" y="1617607"/>
                  </a:moveTo>
                  <a:cubicBezTo>
                    <a:pt x="3066599" y="1617860"/>
                    <a:pt x="3062800" y="1631028"/>
                    <a:pt x="3070144" y="1639131"/>
                  </a:cubicBezTo>
                  <a:cubicBezTo>
                    <a:pt x="3078754" y="1648500"/>
                    <a:pt x="3094453" y="1644702"/>
                    <a:pt x="3094960" y="1632800"/>
                  </a:cubicBezTo>
                  <a:cubicBezTo>
                    <a:pt x="3095213" y="1626976"/>
                    <a:pt x="3090655" y="1618620"/>
                    <a:pt x="3080020" y="1617607"/>
                  </a:cubicBezTo>
                  <a:close/>
                  <a:moveTo>
                    <a:pt x="3017726" y="1615581"/>
                  </a:moveTo>
                  <a:cubicBezTo>
                    <a:pt x="3004558" y="1615834"/>
                    <a:pt x="3000254" y="1629002"/>
                    <a:pt x="3007850" y="1637105"/>
                  </a:cubicBezTo>
                  <a:cubicBezTo>
                    <a:pt x="3016460" y="1646474"/>
                    <a:pt x="3032413" y="1642423"/>
                    <a:pt x="3032920" y="1630775"/>
                  </a:cubicBezTo>
                  <a:cubicBezTo>
                    <a:pt x="3033173" y="1624950"/>
                    <a:pt x="3028615" y="1616594"/>
                    <a:pt x="3017726" y="1615581"/>
                  </a:cubicBezTo>
                  <a:close/>
                  <a:moveTo>
                    <a:pt x="2954926" y="1613808"/>
                  </a:moveTo>
                  <a:cubicBezTo>
                    <a:pt x="2941505" y="1614062"/>
                    <a:pt x="2937200" y="1627229"/>
                    <a:pt x="2944797" y="1635333"/>
                  </a:cubicBezTo>
                  <a:cubicBezTo>
                    <a:pt x="2953154" y="1644702"/>
                    <a:pt x="2969360" y="1640650"/>
                    <a:pt x="2970120" y="1629002"/>
                  </a:cubicBezTo>
                  <a:cubicBezTo>
                    <a:pt x="2970373" y="1623178"/>
                    <a:pt x="2966068" y="1614568"/>
                    <a:pt x="2954926" y="1613808"/>
                  </a:cubicBezTo>
                  <a:close/>
                  <a:moveTo>
                    <a:pt x="2906560" y="1626976"/>
                  </a:moveTo>
                  <a:cubicBezTo>
                    <a:pt x="2907066" y="1621152"/>
                    <a:pt x="2902508" y="1612542"/>
                    <a:pt x="2891620" y="1611783"/>
                  </a:cubicBezTo>
                  <a:cubicBezTo>
                    <a:pt x="2878199" y="1612036"/>
                    <a:pt x="2873641" y="1625204"/>
                    <a:pt x="2881237" y="1633307"/>
                  </a:cubicBezTo>
                  <a:cubicBezTo>
                    <a:pt x="2889594" y="1642676"/>
                    <a:pt x="2905800" y="1638625"/>
                    <a:pt x="2906560" y="1626976"/>
                  </a:cubicBezTo>
                  <a:close/>
                  <a:moveTo>
                    <a:pt x="2827807" y="1610263"/>
                  </a:moveTo>
                  <a:cubicBezTo>
                    <a:pt x="2814639" y="1610516"/>
                    <a:pt x="2809828" y="1622418"/>
                    <a:pt x="2816158" y="1630775"/>
                  </a:cubicBezTo>
                  <a:cubicBezTo>
                    <a:pt x="2824008" y="1641157"/>
                    <a:pt x="2841734" y="1637612"/>
                    <a:pt x="2842747" y="1625457"/>
                  </a:cubicBezTo>
                  <a:cubicBezTo>
                    <a:pt x="2843253" y="1619379"/>
                    <a:pt x="2838949" y="1611023"/>
                    <a:pt x="2827807" y="1610263"/>
                  </a:cubicBezTo>
                  <a:close/>
                  <a:moveTo>
                    <a:pt x="2763487" y="1608491"/>
                  </a:moveTo>
                  <a:cubicBezTo>
                    <a:pt x="2750573" y="1608744"/>
                    <a:pt x="2745508" y="1620646"/>
                    <a:pt x="2751586" y="1629002"/>
                  </a:cubicBezTo>
                  <a:cubicBezTo>
                    <a:pt x="2759436" y="1639384"/>
                    <a:pt x="2777415" y="1635839"/>
                    <a:pt x="2778681" y="1623684"/>
                  </a:cubicBezTo>
                  <a:lnTo>
                    <a:pt x="2778681" y="1623684"/>
                  </a:lnTo>
                  <a:cubicBezTo>
                    <a:pt x="2779187" y="1617860"/>
                    <a:pt x="2774883" y="1609250"/>
                    <a:pt x="2763487" y="1608491"/>
                  </a:cubicBezTo>
                  <a:close/>
                  <a:moveTo>
                    <a:pt x="2698915" y="1606971"/>
                  </a:moveTo>
                  <a:cubicBezTo>
                    <a:pt x="2685747" y="1607225"/>
                    <a:pt x="2680682" y="1619126"/>
                    <a:pt x="2686760" y="1627483"/>
                  </a:cubicBezTo>
                  <a:cubicBezTo>
                    <a:pt x="2694610" y="1637865"/>
                    <a:pt x="2712589" y="1634320"/>
                    <a:pt x="2713855" y="1622165"/>
                  </a:cubicBezTo>
                  <a:cubicBezTo>
                    <a:pt x="2714362" y="1616087"/>
                    <a:pt x="2710310" y="1607731"/>
                    <a:pt x="2698915" y="1606971"/>
                  </a:cubicBezTo>
                  <a:close/>
                  <a:moveTo>
                    <a:pt x="2634089" y="1605452"/>
                  </a:moveTo>
                  <a:cubicBezTo>
                    <a:pt x="2620668" y="1605705"/>
                    <a:pt x="2615350" y="1617860"/>
                    <a:pt x="2621428" y="1625963"/>
                  </a:cubicBezTo>
                  <a:cubicBezTo>
                    <a:pt x="2629278" y="1636346"/>
                    <a:pt x="2647510" y="1632547"/>
                    <a:pt x="2648776" y="1620646"/>
                  </a:cubicBezTo>
                  <a:cubicBezTo>
                    <a:pt x="2649536" y="1614568"/>
                    <a:pt x="2645231" y="1606212"/>
                    <a:pt x="2634089" y="1605452"/>
                  </a:cubicBezTo>
                  <a:close/>
                  <a:moveTo>
                    <a:pt x="2555842" y="1624444"/>
                  </a:moveTo>
                  <a:cubicBezTo>
                    <a:pt x="2563692" y="1634826"/>
                    <a:pt x="2581924" y="1631281"/>
                    <a:pt x="2583444" y="1618873"/>
                  </a:cubicBezTo>
                  <a:cubicBezTo>
                    <a:pt x="2584203" y="1613049"/>
                    <a:pt x="2579898" y="1604692"/>
                    <a:pt x="2568757" y="1603933"/>
                  </a:cubicBezTo>
                  <a:cubicBezTo>
                    <a:pt x="2554576" y="1604186"/>
                    <a:pt x="2550271" y="1617100"/>
                    <a:pt x="2555842" y="1624444"/>
                  </a:cubicBezTo>
                  <a:close/>
                  <a:moveTo>
                    <a:pt x="2437079" y="1601400"/>
                  </a:moveTo>
                  <a:cubicBezTo>
                    <a:pt x="2423658" y="1601654"/>
                    <a:pt x="2417834" y="1613808"/>
                    <a:pt x="2423911" y="1621912"/>
                  </a:cubicBezTo>
                  <a:cubicBezTo>
                    <a:pt x="2431508" y="1632294"/>
                    <a:pt x="2449994" y="1628749"/>
                    <a:pt x="2451766" y="1616341"/>
                  </a:cubicBezTo>
                  <a:cubicBezTo>
                    <a:pt x="2452526" y="1610516"/>
                    <a:pt x="2448474" y="1602160"/>
                    <a:pt x="2437079" y="1601400"/>
                  </a:cubicBezTo>
                  <a:close/>
                  <a:moveTo>
                    <a:pt x="2103834" y="1596589"/>
                  </a:moveTo>
                  <a:cubicBezTo>
                    <a:pt x="2089147" y="1597096"/>
                    <a:pt x="2084082" y="1609757"/>
                    <a:pt x="2089400" y="1617100"/>
                  </a:cubicBezTo>
                  <a:cubicBezTo>
                    <a:pt x="2096744" y="1627483"/>
                    <a:pt x="2115736" y="1623684"/>
                    <a:pt x="2118015" y="1611276"/>
                  </a:cubicBezTo>
                  <a:cubicBezTo>
                    <a:pt x="2119027" y="1605705"/>
                    <a:pt x="2115482" y="1597096"/>
                    <a:pt x="2103834" y="1596589"/>
                  </a:cubicBezTo>
                  <a:close/>
                  <a:moveTo>
                    <a:pt x="2036729" y="1595829"/>
                  </a:moveTo>
                  <a:cubicBezTo>
                    <a:pt x="2023308" y="1596336"/>
                    <a:pt x="2016724" y="1608237"/>
                    <a:pt x="2022295" y="1616341"/>
                  </a:cubicBezTo>
                  <a:cubicBezTo>
                    <a:pt x="2029385" y="1626723"/>
                    <a:pt x="2048377" y="1622924"/>
                    <a:pt x="2050910" y="1610516"/>
                  </a:cubicBezTo>
                  <a:cubicBezTo>
                    <a:pt x="2051923" y="1604946"/>
                    <a:pt x="2048377" y="1596589"/>
                    <a:pt x="2036729" y="1595829"/>
                  </a:cubicBezTo>
                  <a:close/>
                  <a:moveTo>
                    <a:pt x="1970384" y="1595323"/>
                  </a:moveTo>
                  <a:cubicBezTo>
                    <a:pt x="1956203" y="1595829"/>
                    <a:pt x="1951139" y="1608491"/>
                    <a:pt x="1955950" y="1616087"/>
                  </a:cubicBezTo>
                  <a:cubicBezTo>
                    <a:pt x="1962787" y="1626470"/>
                    <a:pt x="1981526" y="1622671"/>
                    <a:pt x="1984058" y="1610263"/>
                  </a:cubicBezTo>
                  <a:cubicBezTo>
                    <a:pt x="1985324" y="1604186"/>
                    <a:pt x="1981779" y="1595829"/>
                    <a:pt x="1970384" y="1595323"/>
                  </a:cubicBezTo>
                  <a:close/>
                  <a:moveTo>
                    <a:pt x="1651572" y="1594057"/>
                  </a:moveTo>
                  <a:cubicBezTo>
                    <a:pt x="1638152" y="1594563"/>
                    <a:pt x="1632581" y="1607478"/>
                    <a:pt x="1636885" y="1614821"/>
                  </a:cubicBezTo>
                  <a:cubicBezTo>
                    <a:pt x="1642963" y="1625204"/>
                    <a:pt x="1660689" y="1621152"/>
                    <a:pt x="1663474" y="1608744"/>
                  </a:cubicBezTo>
                  <a:cubicBezTo>
                    <a:pt x="1664993" y="1602920"/>
                    <a:pt x="1662208" y="1594563"/>
                    <a:pt x="1651572" y="1594057"/>
                  </a:cubicBezTo>
                  <a:close/>
                  <a:moveTo>
                    <a:pt x="1590292" y="1594057"/>
                  </a:moveTo>
                  <a:cubicBezTo>
                    <a:pt x="1577124" y="1594816"/>
                    <a:pt x="1571806" y="1607478"/>
                    <a:pt x="1575858" y="1614821"/>
                  </a:cubicBezTo>
                  <a:cubicBezTo>
                    <a:pt x="1581682" y="1625204"/>
                    <a:pt x="1599155" y="1621152"/>
                    <a:pt x="1602193" y="1608744"/>
                  </a:cubicBezTo>
                  <a:cubicBezTo>
                    <a:pt x="1603713" y="1602920"/>
                    <a:pt x="1600927" y="1594563"/>
                    <a:pt x="1590292" y="1594057"/>
                  </a:cubicBezTo>
                  <a:close/>
                  <a:moveTo>
                    <a:pt x="1530277" y="1594057"/>
                  </a:moveTo>
                  <a:cubicBezTo>
                    <a:pt x="1517363" y="1594816"/>
                    <a:pt x="1511792" y="1607478"/>
                    <a:pt x="1515843" y="1614821"/>
                  </a:cubicBezTo>
                  <a:cubicBezTo>
                    <a:pt x="1521414" y="1624950"/>
                    <a:pt x="1538634" y="1620899"/>
                    <a:pt x="1541672" y="1608744"/>
                  </a:cubicBezTo>
                  <a:cubicBezTo>
                    <a:pt x="1542939" y="1602920"/>
                    <a:pt x="1540406" y="1594563"/>
                    <a:pt x="1530277" y="1594057"/>
                  </a:cubicBezTo>
                  <a:close/>
                  <a:moveTo>
                    <a:pt x="1423669" y="1609250"/>
                  </a:moveTo>
                  <a:cubicBezTo>
                    <a:pt x="1425189" y="1603426"/>
                    <a:pt x="1422909" y="1595070"/>
                    <a:pt x="1412780" y="1594563"/>
                  </a:cubicBezTo>
                  <a:cubicBezTo>
                    <a:pt x="1401132" y="1595323"/>
                    <a:pt x="1394295" y="1607478"/>
                    <a:pt x="1398347" y="1615328"/>
                  </a:cubicBezTo>
                  <a:cubicBezTo>
                    <a:pt x="1403664" y="1625710"/>
                    <a:pt x="1420377" y="1621658"/>
                    <a:pt x="1423669" y="1609250"/>
                  </a:cubicBezTo>
                  <a:close/>
                  <a:moveTo>
                    <a:pt x="167669" y="1656097"/>
                  </a:moveTo>
                  <a:cubicBezTo>
                    <a:pt x="163870" y="1657870"/>
                    <a:pt x="157033" y="1679394"/>
                    <a:pt x="158299" y="1682433"/>
                  </a:cubicBezTo>
                  <a:cubicBezTo>
                    <a:pt x="159059" y="1684458"/>
                    <a:pt x="162604" y="1678634"/>
                    <a:pt x="165390" y="1670278"/>
                  </a:cubicBezTo>
                  <a:cubicBezTo>
                    <a:pt x="167416" y="1664454"/>
                    <a:pt x="169441" y="1656097"/>
                    <a:pt x="167669" y="1656097"/>
                  </a:cubicBezTo>
                  <a:close/>
                  <a:moveTo>
                    <a:pt x="147664" y="1685978"/>
                  </a:moveTo>
                  <a:cubicBezTo>
                    <a:pt x="148424" y="1686991"/>
                    <a:pt x="151462" y="1681166"/>
                    <a:pt x="154248" y="1673317"/>
                  </a:cubicBezTo>
                  <a:cubicBezTo>
                    <a:pt x="156274" y="1667492"/>
                    <a:pt x="158553" y="1659136"/>
                    <a:pt x="156780" y="1659136"/>
                  </a:cubicBezTo>
                  <a:cubicBezTo>
                    <a:pt x="153235" y="1661162"/>
                    <a:pt x="146398" y="1684205"/>
                    <a:pt x="147664" y="1685978"/>
                  </a:cubicBezTo>
                  <a:close/>
                  <a:moveTo>
                    <a:pt x="131964" y="1692308"/>
                  </a:moveTo>
                  <a:cubicBezTo>
                    <a:pt x="133230" y="1691296"/>
                    <a:pt x="136016" y="1683952"/>
                    <a:pt x="137282" y="1679647"/>
                  </a:cubicBezTo>
                  <a:cubicBezTo>
                    <a:pt x="138801" y="1675342"/>
                    <a:pt x="141080" y="1667492"/>
                    <a:pt x="141080" y="1665720"/>
                  </a:cubicBezTo>
                  <a:cubicBezTo>
                    <a:pt x="141080" y="1665720"/>
                    <a:pt x="140827" y="1665720"/>
                    <a:pt x="140827" y="1665466"/>
                  </a:cubicBezTo>
                  <a:cubicBezTo>
                    <a:pt x="138801" y="1666986"/>
                    <a:pt x="131458" y="1689016"/>
                    <a:pt x="131964" y="1692308"/>
                  </a:cubicBezTo>
                  <a:cubicBezTo>
                    <a:pt x="131711" y="1692055"/>
                    <a:pt x="131964" y="1692308"/>
                    <a:pt x="131964" y="1692308"/>
                  </a:cubicBezTo>
                  <a:close/>
                  <a:moveTo>
                    <a:pt x="126393" y="1695347"/>
                  </a:moveTo>
                  <a:cubicBezTo>
                    <a:pt x="127406" y="1694334"/>
                    <a:pt x="129938" y="1686991"/>
                    <a:pt x="131458" y="1682686"/>
                  </a:cubicBezTo>
                  <a:cubicBezTo>
                    <a:pt x="132977" y="1678381"/>
                    <a:pt x="135509" y="1670531"/>
                    <a:pt x="135509" y="1668758"/>
                  </a:cubicBezTo>
                  <a:cubicBezTo>
                    <a:pt x="135509" y="1668758"/>
                    <a:pt x="135509" y="1668758"/>
                    <a:pt x="135509" y="1668505"/>
                  </a:cubicBezTo>
                  <a:cubicBezTo>
                    <a:pt x="133990" y="1670278"/>
                    <a:pt x="126393" y="1692308"/>
                    <a:pt x="126393" y="1695347"/>
                  </a:cubicBezTo>
                  <a:cubicBezTo>
                    <a:pt x="126393" y="1695347"/>
                    <a:pt x="126393" y="1695347"/>
                    <a:pt x="126393" y="1695347"/>
                  </a:cubicBezTo>
                  <a:close/>
                  <a:moveTo>
                    <a:pt x="127406" y="1685978"/>
                  </a:moveTo>
                  <a:cubicBezTo>
                    <a:pt x="128166" y="1683952"/>
                    <a:pt x="131711" y="1673317"/>
                    <a:pt x="131711" y="1671797"/>
                  </a:cubicBezTo>
                  <a:cubicBezTo>
                    <a:pt x="131204" y="1672810"/>
                    <a:pt x="122848" y="1696360"/>
                    <a:pt x="122848" y="1698639"/>
                  </a:cubicBezTo>
                  <a:cubicBezTo>
                    <a:pt x="123608" y="1697626"/>
                    <a:pt x="126140" y="1690029"/>
                    <a:pt x="127406" y="1685978"/>
                  </a:cubicBezTo>
                  <a:close/>
                  <a:moveTo>
                    <a:pt x="4838167" y="1721683"/>
                  </a:moveTo>
                  <a:cubicBezTo>
                    <a:pt x="4836395" y="1715859"/>
                    <a:pt x="4833356" y="1707249"/>
                    <a:pt x="4832849" y="1705983"/>
                  </a:cubicBezTo>
                  <a:cubicBezTo>
                    <a:pt x="4832849" y="1705983"/>
                    <a:pt x="4840193" y="1730799"/>
                    <a:pt x="4841459" y="1732825"/>
                  </a:cubicBezTo>
                  <a:cubicBezTo>
                    <a:pt x="4840952" y="1731052"/>
                    <a:pt x="4838673" y="1723708"/>
                    <a:pt x="4838167" y="1721683"/>
                  </a:cubicBezTo>
                  <a:close/>
                  <a:moveTo>
                    <a:pt x="4838420" y="1729279"/>
                  </a:moveTo>
                  <a:cubicBezTo>
                    <a:pt x="4838420" y="1727507"/>
                    <a:pt x="4836141" y="1720417"/>
                    <a:pt x="4835381" y="1718137"/>
                  </a:cubicBezTo>
                  <a:cubicBezTo>
                    <a:pt x="4833609" y="1712313"/>
                    <a:pt x="4830570" y="1703704"/>
                    <a:pt x="4829810" y="1702438"/>
                  </a:cubicBezTo>
                  <a:cubicBezTo>
                    <a:pt x="4828798" y="1703450"/>
                    <a:pt x="4837154" y="1728013"/>
                    <a:pt x="4838420" y="1729279"/>
                  </a:cubicBezTo>
                  <a:cubicBezTo>
                    <a:pt x="4838167" y="1729279"/>
                    <a:pt x="4838420" y="1729279"/>
                    <a:pt x="4838420" y="1729279"/>
                  </a:cubicBezTo>
                  <a:close/>
                  <a:moveTo>
                    <a:pt x="4830824" y="1714592"/>
                  </a:moveTo>
                  <a:cubicBezTo>
                    <a:pt x="4829051" y="1708768"/>
                    <a:pt x="4826012" y="1700158"/>
                    <a:pt x="4824746" y="1698892"/>
                  </a:cubicBezTo>
                  <a:cubicBezTo>
                    <a:pt x="4824746" y="1698892"/>
                    <a:pt x="4824746" y="1698892"/>
                    <a:pt x="4824746" y="1698892"/>
                  </a:cubicBezTo>
                  <a:cubicBezTo>
                    <a:pt x="4824239" y="1699905"/>
                    <a:pt x="4831077" y="1724468"/>
                    <a:pt x="4833609" y="1725734"/>
                  </a:cubicBezTo>
                  <a:cubicBezTo>
                    <a:pt x="4833862" y="1724975"/>
                    <a:pt x="4831330" y="1716365"/>
                    <a:pt x="4830824" y="1714592"/>
                  </a:cubicBezTo>
                  <a:close/>
                  <a:moveTo>
                    <a:pt x="4817656" y="1695600"/>
                  </a:moveTo>
                  <a:cubicBezTo>
                    <a:pt x="4816136" y="1697120"/>
                    <a:pt x="4824493" y="1722189"/>
                    <a:pt x="4826519" y="1722442"/>
                  </a:cubicBezTo>
                  <a:cubicBezTo>
                    <a:pt x="4827531" y="1721430"/>
                    <a:pt x="4824999" y="1713073"/>
                    <a:pt x="4824239" y="1711300"/>
                  </a:cubicBezTo>
                  <a:cubicBezTo>
                    <a:pt x="4822467" y="1705476"/>
                    <a:pt x="4819175" y="1696613"/>
                    <a:pt x="4817656" y="1695600"/>
                  </a:cubicBezTo>
                  <a:cubicBezTo>
                    <a:pt x="4817656" y="1695600"/>
                    <a:pt x="4817656" y="1695600"/>
                    <a:pt x="4817656" y="1695600"/>
                  </a:cubicBezTo>
                  <a:close/>
                  <a:moveTo>
                    <a:pt x="4808793" y="1692055"/>
                  </a:moveTo>
                  <a:cubicBezTo>
                    <a:pt x="4808793" y="1692055"/>
                    <a:pt x="4808793" y="1692055"/>
                    <a:pt x="4808793" y="1692055"/>
                  </a:cubicBezTo>
                  <a:cubicBezTo>
                    <a:pt x="4806514" y="1692815"/>
                    <a:pt x="4814617" y="1718137"/>
                    <a:pt x="4817403" y="1718897"/>
                  </a:cubicBezTo>
                  <a:cubicBezTo>
                    <a:pt x="4818415" y="1719150"/>
                    <a:pt x="4817909" y="1714339"/>
                    <a:pt x="4815883" y="1707755"/>
                  </a:cubicBezTo>
                  <a:cubicBezTo>
                    <a:pt x="4814111" y="1701931"/>
                    <a:pt x="4810818" y="1693068"/>
                    <a:pt x="4808793" y="1692055"/>
                  </a:cubicBezTo>
                  <a:close/>
                  <a:moveTo>
                    <a:pt x="4805501" y="1703957"/>
                  </a:moveTo>
                  <a:cubicBezTo>
                    <a:pt x="4803728" y="1698133"/>
                    <a:pt x="4800436" y="1689523"/>
                    <a:pt x="4798157" y="1688257"/>
                  </a:cubicBezTo>
                  <a:cubicBezTo>
                    <a:pt x="4798157" y="1688257"/>
                    <a:pt x="4797904" y="1688257"/>
                    <a:pt x="4797904" y="1688257"/>
                  </a:cubicBezTo>
                  <a:cubicBezTo>
                    <a:pt x="4795119" y="1689016"/>
                    <a:pt x="4802462" y="1712313"/>
                    <a:pt x="4806261" y="1714846"/>
                  </a:cubicBezTo>
                  <a:cubicBezTo>
                    <a:pt x="4808033" y="1716112"/>
                    <a:pt x="4807527" y="1711300"/>
                    <a:pt x="4805501" y="1703957"/>
                  </a:cubicBezTo>
                  <a:close/>
                  <a:moveTo>
                    <a:pt x="4784990" y="1684712"/>
                  </a:moveTo>
                  <a:cubicBezTo>
                    <a:pt x="4781698" y="1685471"/>
                    <a:pt x="4789041" y="1708768"/>
                    <a:pt x="4793346" y="1711300"/>
                  </a:cubicBezTo>
                  <a:cubicBezTo>
                    <a:pt x="4795372" y="1712566"/>
                    <a:pt x="4795119" y="1707502"/>
                    <a:pt x="4793093" y="1700412"/>
                  </a:cubicBezTo>
                  <a:cubicBezTo>
                    <a:pt x="4791320" y="1694587"/>
                    <a:pt x="4787775" y="1685978"/>
                    <a:pt x="4785243" y="1684712"/>
                  </a:cubicBezTo>
                  <a:cubicBezTo>
                    <a:pt x="4785243" y="1684712"/>
                    <a:pt x="4785243" y="1684712"/>
                    <a:pt x="4784990" y="1684712"/>
                  </a:cubicBezTo>
                  <a:close/>
                  <a:moveTo>
                    <a:pt x="4770809" y="1681166"/>
                  </a:moveTo>
                  <a:cubicBezTo>
                    <a:pt x="4770809" y="1681166"/>
                    <a:pt x="4770556" y="1681166"/>
                    <a:pt x="4770556" y="1681166"/>
                  </a:cubicBezTo>
                  <a:cubicBezTo>
                    <a:pt x="4766757" y="1681926"/>
                    <a:pt x="4774101" y="1705223"/>
                    <a:pt x="4778912" y="1707755"/>
                  </a:cubicBezTo>
                  <a:cubicBezTo>
                    <a:pt x="4781191" y="1709021"/>
                    <a:pt x="4781191" y="1703957"/>
                    <a:pt x="4779165" y="1696867"/>
                  </a:cubicBezTo>
                  <a:cubicBezTo>
                    <a:pt x="4777393" y="1691042"/>
                    <a:pt x="4773848" y="1682179"/>
                    <a:pt x="4770809" y="1681166"/>
                  </a:cubicBezTo>
                  <a:close/>
                  <a:moveTo>
                    <a:pt x="4754602" y="1677621"/>
                  </a:moveTo>
                  <a:cubicBezTo>
                    <a:pt x="4754602" y="1677621"/>
                    <a:pt x="4754349" y="1677621"/>
                    <a:pt x="4754096" y="1677621"/>
                  </a:cubicBezTo>
                  <a:cubicBezTo>
                    <a:pt x="4749791" y="1678381"/>
                    <a:pt x="4757135" y="1701678"/>
                    <a:pt x="4762453" y="1704210"/>
                  </a:cubicBezTo>
                  <a:cubicBezTo>
                    <a:pt x="4764732" y="1705476"/>
                    <a:pt x="4765238" y="1700665"/>
                    <a:pt x="4762959" y="1693321"/>
                  </a:cubicBezTo>
                  <a:cubicBezTo>
                    <a:pt x="4761439" y="1687244"/>
                    <a:pt x="4757894" y="1678634"/>
                    <a:pt x="4754602" y="1677621"/>
                  </a:cubicBezTo>
                  <a:close/>
                  <a:moveTo>
                    <a:pt x="4736877" y="1673823"/>
                  </a:moveTo>
                  <a:cubicBezTo>
                    <a:pt x="4736623" y="1673823"/>
                    <a:pt x="4736370" y="1673823"/>
                    <a:pt x="4736117" y="1673823"/>
                  </a:cubicBezTo>
                  <a:cubicBezTo>
                    <a:pt x="4732065" y="1676102"/>
                    <a:pt x="4739155" y="1697879"/>
                    <a:pt x="4744726" y="1700412"/>
                  </a:cubicBezTo>
                  <a:cubicBezTo>
                    <a:pt x="4747259" y="1701678"/>
                    <a:pt x="4747765" y="1696867"/>
                    <a:pt x="4745740" y="1689523"/>
                  </a:cubicBezTo>
                  <a:cubicBezTo>
                    <a:pt x="4743967" y="1683699"/>
                    <a:pt x="4740169" y="1675089"/>
                    <a:pt x="4736877" y="1673823"/>
                  </a:cubicBezTo>
                  <a:close/>
                  <a:moveTo>
                    <a:pt x="4724215" y="1696613"/>
                  </a:moveTo>
                  <a:cubicBezTo>
                    <a:pt x="4727507" y="1698639"/>
                    <a:pt x="4728520" y="1693575"/>
                    <a:pt x="4726241" y="1685978"/>
                  </a:cubicBezTo>
                  <a:cubicBezTo>
                    <a:pt x="4724722" y="1680154"/>
                    <a:pt x="4720670" y="1671544"/>
                    <a:pt x="4717125" y="1670278"/>
                  </a:cubicBezTo>
                  <a:cubicBezTo>
                    <a:pt x="4716872" y="1670278"/>
                    <a:pt x="4716872" y="1670278"/>
                    <a:pt x="4716618" y="1670278"/>
                  </a:cubicBezTo>
                  <a:cubicBezTo>
                    <a:pt x="4712061" y="1671037"/>
                    <a:pt x="4718138" y="1692815"/>
                    <a:pt x="4724215" y="1696613"/>
                  </a:cubicBezTo>
                  <a:close/>
                  <a:moveTo>
                    <a:pt x="4695348" y="1666733"/>
                  </a:moveTo>
                  <a:cubicBezTo>
                    <a:pt x="4690283" y="1667492"/>
                    <a:pt x="4696361" y="1689270"/>
                    <a:pt x="4702691" y="1693068"/>
                  </a:cubicBezTo>
                  <a:cubicBezTo>
                    <a:pt x="4706236" y="1695094"/>
                    <a:pt x="4707249" y="1690283"/>
                    <a:pt x="4705223" y="1682433"/>
                  </a:cubicBezTo>
                  <a:cubicBezTo>
                    <a:pt x="4703704" y="1676608"/>
                    <a:pt x="4699652" y="1667999"/>
                    <a:pt x="4695601" y="1666733"/>
                  </a:cubicBezTo>
                  <a:cubicBezTo>
                    <a:pt x="4695601" y="1666733"/>
                    <a:pt x="4695601" y="1666733"/>
                    <a:pt x="4695348" y="1666733"/>
                  </a:cubicBezTo>
                  <a:close/>
                  <a:moveTo>
                    <a:pt x="4672051" y="1663187"/>
                  </a:moveTo>
                  <a:cubicBezTo>
                    <a:pt x="4666986" y="1665213"/>
                    <a:pt x="4673064" y="1685725"/>
                    <a:pt x="4679901" y="1689270"/>
                  </a:cubicBezTo>
                  <a:cubicBezTo>
                    <a:pt x="4683699" y="1691296"/>
                    <a:pt x="4684965" y="1686484"/>
                    <a:pt x="4682939" y="1678634"/>
                  </a:cubicBezTo>
                  <a:cubicBezTo>
                    <a:pt x="4681420" y="1672810"/>
                    <a:pt x="4677369" y="1664200"/>
                    <a:pt x="4673064" y="1662934"/>
                  </a:cubicBezTo>
                  <a:cubicBezTo>
                    <a:pt x="4672810" y="1663187"/>
                    <a:pt x="4672304" y="1663187"/>
                    <a:pt x="4672051" y="1663187"/>
                  </a:cubicBezTo>
                  <a:close/>
                  <a:moveTo>
                    <a:pt x="4648501" y="1659642"/>
                  </a:moveTo>
                  <a:cubicBezTo>
                    <a:pt x="4648248" y="1659642"/>
                    <a:pt x="4647741" y="1659642"/>
                    <a:pt x="4647488" y="1659642"/>
                  </a:cubicBezTo>
                  <a:cubicBezTo>
                    <a:pt x="4642170" y="1661668"/>
                    <a:pt x="4647994" y="1681926"/>
                    <a:pt x="4655085" y="1685725"/>
                  </a:cubicBezTo>
                  <a:cubicBezTo>
                    <a:pt x="4658883" y="1687750"/>
                    <a:pt x="4660656" y="1682686"/>
                    <a:pt x="4658630" y="1675089"/>
                  </a:cubicBezTo>
                  <a:cubicBezTo>
                    <a:pt x="4657111" y="1669518"/>
                    <a:pt x="4653059" y="1660655"/>
                    <a:pt x="4648501" y="1659642"/>
                  </a:cubicBezTo>
                  <a:close/>
                  <a:moveTo>
                    <a:pt x="4622418" y="1656097"/>
                  </a:moveTo>
                  <a:cubicBezTo>
                    <a:pt x="4622165" y="1656097"/>
                    <a:pt x="4621912" y="1656097"/>
                    <a:pt x="4621912" y="1656097"/>
                  </a:cubicBezTo>
                  <a:cubicBezTo>
                    <a:pt x="4615835" y="1656604"/>
                    <a:pt x="4620899" y="1677115"/>
                    <a:pt x="4628243" y="1681926"/>
                  </a:cubicBezTo>
                  <a:cubicBezTo>
                    <a:pt x="4632801" y="1684965"/>
                    <a:pt x="4635080" y="1679900"/>
                    <a:pt x="4632801" y="1671544"/>
                  </a:cubicBezTo>
                  <a:cubicBezTo>
                    <a:pt x="4631281" y="1665973"/>
                    <a:pt x="4627230" y="1657110"/>
                    <a:pt x="4622418" y="1656097"/>
                  </a:cubicBezTo>
                  <a:close/>
                  <a:moveTo>
                    <a:pt x="4593551" y="1652805"/>
                  </a:moveTo>
                  <a:cubicBezTo>
                    <a:pt x="4587727" y="1654831"/>
                    <a:pt x="4592791" y="1673823"/>
                    <a:pt x="4600388" y="1678634"/>
                  </a:cubicBezTo>
                  <a:cubicBezTo>
                    <a:pt x="4605199" y="1681673"/>
                    <a:pt x="4607478" y="1676608"/>
                    <a:pt x="4605452" y="1668252"/>
                  </a:cubicBezTo>
                  <a:cubicBezTo>
                    <a:pt x="4604186" y="1662428"/>
                    <a:pt x="4599881" y="1653818"/>
                    <a:pt x="4594817" y="1652805"/>
                  </a:cubicBezTo>
                  <a:cubicBezTo>
                    <a:pt x="4594310" y="1652552"/>
                    <a:pt x="4593804" y="1652552"/>
                    <a:pt x="4593551" y="1652805"/>
                  </a:cubicBezTo>
                  <a:close/>
                  <a:moveTo>
                    <a:pt x="4565696" y="1649007"/>
                  </a:moveTo>
                  <a:cubicBezTo>
                    <a:pt x="4565189" y="1649007"/>
                    <a:pt x="4564683" y="1649007"/>
                    <a:pt x="4564430" y="1649007"/>
                  </a:cubicBezTo>
                  <a:cubicBezTo>
                    <a:pt x="4558352" y="1651033"/>
                    <a:pt x="4563164" y="1670024"/>
                    <a:pt x="4571014" y="1674836"/>
                  </a:cubicBezTo>
                  <a:cubicBezTo>
                    <a:pt x="4575825" y="1677875"/>
                    <a:pt x="4578610" y="1672810"/>
                    <a:pt x="4576585" y="1664454"/>
                  </a:cubicBezTo>
                  <a:cubicBezTo>
                    <a:pt x="4575318" y="1658883"/>
                    <a:pt x="4571014" y="1650273"/>
                    <a:pt x="4565696" y="1649007"/>
                  </a:cubicBezTo>
                  <a:close/>
                  <a:moveTo>
                    <a:pt x="4535056" y="1645715"/>
                  </a:moveTo>
                  <a:cubicBezTo>
                    <a:pt x="4534549" y="1645715"/>
                    <a:pt x="4534043" y="1645715"/>
                    <a:pt x="4533789" y="1645715"/>
                  </a:cubicBezTo>
                  <a:cubicBezTo>
                    <a:pt x="4527459" y="1647741"/>
                    <a:pt x="4532270" y="1666733"/>
                    <a:pt x="4540373" y="1671544"/>
                  </a:cubicBezTo>
                  <a:cubicBezTo>
                    <a:pt x="4545438" y="1674583"/>
                    <a:pt x="4548476" y="1669518"/>
                    <a:pt x="4546704" y="1661162"/>
                  </a:cubicBezTo>
                  <a:cubicBezTo>
                    <a:pt x="4545185" y="1655338"/>
                    <a:pt x="4540627" y="1646728"/>
                    <a:pt x="4535056" y="1645715"/>
                  </a:cubicBezTo>
                  <a:close/>
                  <a:moveTo>
                    <a:pt x="4502896" y="1642170"/>
                  </a:moveTo>
                  <a:cubicBezTo>
                    <a:pt x="4502643" y="1642170"/>
                    <a:pt x="4502390" y="1642170"/>
                    <a:pt x="4502136" y="1642170"/>
                  </a:cubicBezTo>
                  <a:cubicBezTo>
                    <a:pt x="4494793" y="1642676"/>
                    <a:pt x="4498338" y="1661415"/>
                    <a:pt x="4506947" y="1667492"/>
                  </a:cubicBezTo>
                  <a:cubicBezTo>
                    <a:pt x="4512518" y="1671544"/>
                    <a:pt x="4516317" y="1666479"/>
                    <a:pt x="4514291" y="1657616"/>
                  </a:cubicBezTo>
                  <a:cubicBezTo>
                    <a:pt x="4513278" y="1652045"/>
                    <a:pt x="4508973" y="1643183"/>
                    <a:pt x="4502896" y="1642170"/>
                  </a:cubicBezTo>
                  <a:close/>
                  <a:moveTo>
                    <a:pt x="4469470" y="1638878"/>
                  </a:moveTo>
                  <a:cubicBezTo>
                    <a:pt x="4468964" y="1638878"/>
                    <a:pt x="4468457" y="1638878"/>
                    <a:pt x="4467951" y="1638878"/>
                  </a:cubicBezTo>
                  <a:cubicBezTo>
                    <a:pt x="4461114" y="1640650"/>
                    <a:pt x="4464912" y="1658376"/>
                    <a:pt x="4473268" y="1663947"/>
                  </a:cubicBezTo>
                  <a:cubicBezTo>
                    <a:pt x="4479093" y="1667746"/>
                    <a:pt x="4483144" y="1662934"/>
                    <a:pt x="4481119" y="1654071"/>
                  </a:cubicBezTo>
                  <a:cubicBezTo>
                    <a:pt x="4480106" y="1648500"/>
                    <a:pt x="4475548" y="1639891"/>
                    <a:pt x="4469470" y="1638878"/>
                  </a:cubicBezTo>
                  <a:close/>
                  <a:moveTo>
                    <a:pt x="4438323" y="1660655"/>
                  </a:moveTo>
                  <a:cubicBezTo>
                    <a:pt x="4444401" y="1664707"/>
                    <a:pt x="4448705" y="1659642"/>
                    <a:pt x="4446933" y="1650779"/>
                  </a:cubicBezTo>
                  <a:cubicBezTo>
                    <a:pt x="4445667" y="1644955"/>
                    <a:pt x="4441109" y="1636346"/>
                    <a:pt x="4434778" y="1635333"/>
                  </a:cubicBezTo>
                  <a:cubicBezTo>
                    <a:pt x="4434272" y="1635333"/>
                    <a:pt x="4433765" y="1635333"/>
                    <a:pt x="4433259" y="1635333"/>
                  </a:cubicBezTo>
                  <a:cubicBezTo>
                    <a:pt x="4426168" y="1637359"/>
                    <a:pt x="4429713" y="1655084"/>
                    <a:pt x="4438323" y="1660655"/>
                  </a:cubicBezTo>
                  <a:close/>
                  <a:moveTo>
                    <a:pt x="4398567" y="1632041"/>
                  </a:moveTo>
                  <a:cubicBezTo>
                    <a:pt x="4398060" y="1632041"/>
                    <a:pt x="4397301" y="1632041"/>
                    <a:pt x="4397047" y="1632041"/>
                  </a:cubicBezTo>
                  <a:cubicBezTo>
                    <a:pt x="4389704" y="1633813"/>
                    <a:pt x="4393249" y="1651539"/>
                    <a:pt x="4402112" y="1657110"/>
                  </a:cubicBezTo>
                  <a:cubicBezTo>
                    <a:pt x="4408189" y="1661162"/>
                    <a:pt x="4412747" y="1656097"/>
                    <a:pt x="4410975" y="1647234"/>
                  </a:cubicBezTo>
                  <a:cubicBezTo>
                    <a:pt x="4409709" y="1641663"/>
                    <a:pt x="4405151" y="1633054"/>
                    <a:pt x="4398567" y="1632041"/>
                  </a:cubicBezTo>
                  <a:close/>
                  <a:moveTo>
                    <a:pt x="4363875" y="1653818"/>
                  </a:moveTo>
                  <a:cubicBezTo>
                    <a:pt x="4370206" y="1657616"/>
                    <a:pt x="4375017" y="1652805"/>
                    <a:pt x="4373244" y="1643942"/>
                  </a:cubicBezTo>
                  <a:cubicBezTo>
                    <a:pt x="4372231" y="1638118"/>
                    <a:pt x="4367673" y="1629508"/>
                    <a:pt x="4360836" y="1628495"/>
                  </a:cubicBezTo>
                  <a:cubicBezTo>
                    <a:pt x="4360330" y="1628495"/>
                    <a:pt x="4359570" y="1628495"/>
                    <a:pt x="4359064" y="1628495"/>
                  </a:cubicBezTo>
                  <a:cubicBezTo>
                    <a:pt x="4351720" y="1630775"/>
                    <a:pt x="4355012" y="1648247"/>
                    <a:pt x="4363875" y="1653818"/>
                  </a:cubicBezTo>
                  <a:close/>
                  <a:moveTo>
                    <a:pt x="4334754" y="1640904"/>
                  </a:moveTo>
                  <a:cubicBezTo>
                    <a:pt x="4333741" y="1635079"/>
                    <a:pt x="4329183" y="1626470"/>
                    <a:pt x="4322092" y="1625457"/>
                  </a:cubicBezTo>
                  <a:cubicBezTo>
                    <a:pt x="4321586" y="1625457"/>
                    <a:pt x="4320827" y="1625457"/>
                    <a:pt x="4320320" y="1625457"/>
                  </a:cubicBezTo>
                  <a:cubicBezTo>
                    <a:pt x="4312723" y="1627229"/>
                    <a:pt x="4315002" y="1643436"/>
                    <a:pt x="4323865" y="1650020"/>
                  </a:cubicBezTo>
                  <a:cubicBezTo>
                    <a:pt x="4330702" y="1654831"/>
                    <a:pt x="4336527" y="1650273"/>
                    <a:pt x="4334754" y="1640904"/>
                  </a:cubicBezTo>
                  <a:close/>
                  <a:moveTo>
                    <a:pt x="4294744" y="1637612"/>
                  </a:moveTo>
                  <a:cubicBezTo>
                    <a:pt x="4293731" y="1631788"/>
                    <a:pt x="4289173" y="1623178"/>
                    <a:pt x="4281830" y="1622165"/>
                  </a:cubicBezTo>
                  <a:cubicBezTo>
                    <a:pt x="4281323" y="1622165"/>
                    <a:pt x="4280563" y="1622165"/>
                    <a:pt x="4280057" y="1622165"/>
                  </a:cubicBezTo>
                  <a:cubicBezTo>
                    <a:pt x="4272207" y="1623937"/>
                    <a:pt x="4274486" y="1640144"/>
                    <a:pt x="4283349" y="1646728"/>
                  </a:cubicBezTo>
                  <a:cubicBezTo>
                    <a:pt x="4290439" y="1651792"/>
                    <a:pt x="4296517" y="1646981"/>
                    <a:pt x="4294744" y="1637612"/>
                  </a:cubicBezTo>
                  <a:close/>
                  <a:moveTo>
                    <a:pt x="4253722" y="1634320"/>
                  </a:moveTo>
                  <a:cubicBezTo>
                    <a:pt x="4252709" y="1628495"/>
                    <a:pt x="4248151" y="1619886"/>
                    <a:pt x="4240554" y="1618873"/>
                  </a:cubicBezTo>
                  <a:cubicBezTo>
                    <a:pt x="4240048" y="1618873"/>
                    <a:pt x="4239288" y="1618873"/>
                    <a:pt x="4238781" y="1618873"/>
                  </a:cubicBezTo>
                  <a:cubicBezTo>
                    <a:pt x="4230678" y="1620646"/>
                    <a:pt x="4232704" y="1636852"/>
                    <a:pt x="4242073" y="1643436"/>
                  </a:cubicBezTo>
                  <a:cubicBezTo>
                    <a:pt x="4248910" y="1648500"/>
                    <a:pt x="4255241" y="1643689"/>
                    <a:pt x="4253722" y="1634320"/>
                  </a:cubicBezTo>
                  <a:close/>
                  <a:moveTo>
                    <a:pt x="4211180" y="1631028"/>
                  </a:moveTo>
                  <a:cubicBezTo>
                    <a:pt x="4210167" y="1625204"/>
                    <a:pt x="4205609" y="1616594"/>
                    <a:pt x="4198012" y="1615581"/>
                  </a:cubicBezTo>
                  <a:cubicBezTo>
                    <a:pt x="4197505" y="1615581"/>
                    <a:pt x="4196746" y="1615581"/>
                    <a:pt x="4195986" y="1615834"/>
                  </a:cubicBezTo>
                  <a:cubicBezTo>
                    <a:pt x="4187629" y="1617607"/>
                    <a:pt x="4189402" y="1633813"/>
                    <a:pt x="4199025" y="1640397"/>
                  </a:cubicBezTo>
                  <a:cubicBezTo>
                    <a:pt x="4206368" y="1645208"/>
                    <a:pt x="4212699" y="1640397"/>
                    <a:pt x="4211180" y="1631028"/>
                  </a:cubicBezTo>
                  <a:close/>
                  <a:moveTo>
                    <a:pt x="4167625" y="1627989"/>
                  </a:moveTo>
                  <a:cubicBezTo>
                    <a:pt x="4166865" y="1622165"/>
                    <a:pt x="4162054" y="1613555"/>
                    <a:pt x="4154204" y="1612542"/>
                  </a:cubicBezTo>
                  <a:cubicBezTo>
                    <a:pt x="4153950" y="1612542"/>
                    <a:pt x="4153444" y="1612542"/>
                    <a:pt x="4153191" y="1612542"/>
                  </a:cubicBezTo>
                  <a:cubicBezTo>
                    <a:pt x="4144075" y="1613049"/>
                    <a:pt x="4144581" y="1629002"/>
                    <a:pt x="4153950" y="1636346"/>
                  </a:cubicBezTo>
                  <a:cubicBezTo>
                    <a:pt x="4161547" y="1642423"/>
                    <a:pt x="4169144" y="1637865"/>
                    <a:pt x="4167625" y="1627989"/>
                  </a:cubicBezTo>
                  <a:close/>
                  <a:moveTo>
                    <a:pt x="4123057" y="1624697"/>
                  </a:moveTo>
                  <a:cubicBezTo>
                    <a:pt x="4122297" y="1618873"/>
                    <a:pt x="4117486" y="1610263"/>
                    <a:pt x="4109383" y="1609250"/>
                  </a:cubicBezTo>
                  <a:cubicBezTo>
                    <a:pt x="4109130" y="1609250"/>
                    <a:pt x="4108623" y="1609250"/>
                    <a:pt x="4108370" y="1609250"/>
                  </a:cubicBezTo>
                  <a:cubicBezTo>
                    <a:pt x="4099000" y="1609757"/>
                    <a:pt x="4099254" y="1625710"/>
                    <a:pt x="4108876" y="1633054"/>
                  </a:cubicBezTo>
                  <a:cubicBezTo>
                    <a:pt x="4116473" y="1639384"/>
                    <a:pt x="4124323" y="1634573"/>
                    <a:pt x="4123057" y="1624697"/>
                  </a:cubicBezTo>
                  <a:close/>
                  <a:moveTo>
                    <a:pt x="4076970" y="1621658"/>
                  </a:moveTo>
                  <a:cubicBezTo>
                    <a:pt x="4076210" y="1615834"/>
                    <a:pt x="4071399" y="1607225"/>
                    <a:pt x="4063296" y="1606212"/>
                  </a:cubicBezTo>
                  <a:cubicBezTo>
                    <a:pt x="4062789" y="1606212"/>
                    <a:pt x="4061776" y="1606212"/>
                    <a:pt x="4061270" y="1606465"/>
                  </a:cubicBezTo>
                  <a:cubicBezTo>
                    <a:pt x="4052407" y="1608237"/>
                    <a:pt x="4053167" y="1623178"/>
                    <a:pt x="4062536" y="1630268"/>
                  </a:cubicBezTo>
                  <a:cubicBezTo>
                    <a:pt x="4070133" y="1636092"/>
                    <a:pt x="4078236" y="1631534"/>
                    <a:pt x="4076970" y="1621658"/>
                  </a:cubicBezTo>
                  <a:close/>
                  <a:moveTo>
                    <a:pt x="4030123" y="1618620"/>
                  </a:moveTo>
                  <a:lnTo>
                    <a:pt x="4030123" y="1618620"/>
                  </a:lnTo>
                  <a:cubicBezTo>
                    <a:pt x="4029363" y="1612795"/>
                    <a:pt x="4024552" y="1604439"/>
                    <a:pt x="4016196" y="1603173"/>
                  </a:cubicBezTo>
                  <a:cubicBezTo>
                    <a:pt x="4015436" y="1603173"/>
                    <a:pt x="4014676" y="1603173"/>
                    <a:pt x="4013917" y="1603426"/>
                  </a:cubicBezTo>
                  <a:cubicBezTo>
                    <a:pt x="4004800" y="1605199"/>
                    <a:pt x="4005307" y="1620139"/>
                    <a:pt x="4014930" y="1627229"/>
                  </a:cubicBezTo>
                  <a:cubicBezTo>
                    <a:pt x="4023033" y="1633307"/>
                    <a:pt x="4031136" y="1628495"/>
                    <a:pt x="4030123" y="1618620"/>
                  </a:cubicBezTo>
                  <a:close/>
                  <a:moveTo>
                    <a:pt x="3982010" y="1615581"/>
                  </a:moveTo>
                  <a:cubicBezTo>
                    <a:pt x="3981504" y="1609757"/>
                    <a:pt x="3976692" y="1601400"/>
                    <a:pt x="3967830" y="1600134"/>
                  </a:cubicBezTo>
                  <a:cubicBezTo>
                    <a:pt x="3967070" y="1600134"/>
                    <a:pt x="3966310" y="1600134"/>
                    <a:pt x="3965551" y="1600387"/>
                  </a:cubicBezTo>
                  <a:cubicBezTo>
                    <a:pt x="3956181" y="1602160"/>
                    <a:pt x="3956688" y="1617100"/>
                    <a:pt x="3966310" y="1624191"/>
                  </a:cubicBezTo>
                  <a:cubicBezTo>
                    <a:pt x="3974413" y="1630268"/>
                    <a:pt x="3983023" y="1625457"/>
                    <a:pt x="3982010" y="1615581"/>
                  </a:cubicBezTo>
                  <a:close/>
                  <a:moveTo>
                    <a:pt x="3932884" y="1612795"/>
                  </a:moveTo>
                  <a:cubicBezTo>
                    <a:pt x="3932378" y="1606971"/>
                    <a:pt x="3927567" y="1598615"/>
                    <a:pt x="3918704" y="1597602"/>
                  </a:cubicBezTo>
                  <a:cubicBezTo>
                    <a:pt x="3918451" y="1597602"/>
                    <a:pt x="3917944" y="1597602"/>
                    <a:pt x="3917438" y="1597602"/>
                  </a:cubicBezTo>
                  <a:cubicBezTo>
                    <a:pt x="3907815" y="1598108"/>
                    <a:pt x="3906802" y="1612795"/>
                    <a:pt x="3915918" y="1620646"/>
                  </a:cubicBezTo>
                  <a:cubicBezTo>
                    <a:pt x="3924275" y="1627483"/>
                    <a:pt x="3933897" y="1623178"/>
                    <a:pt x="3932884" y="1612795"/>
                  </a:cubicBezTo>
                  <a:close/>
                  <a:moveTo>
                    <a:pt x="3882746" y="1609757"/>
                  </a:moveTo>
                  <a:cubicBezTo>
                    <a:pt x="3882239" y="1603933"/>
                    <a:pt x="3877428" y="1595576"/>
                    <a:pt x="3868565" y="1594563"/>
                  </a:cubicBezTo>
                  <a:cubicBezTo>
                    <a:pt x="3868312" y="1594563"/>
                    <a:pt x="3867805" y="1594563"/>
                    <a:pt x="3867299" y="1594563"/>
                  </a:cubicBezTo>
                  <a:cubicBezTo>
                    <a:pt x="3857170" y="1595070"/>
                    <a:pt x="3855904" y="1609757"/>
                    <a:pt x="3865273" y="1617607"/>
                  </a:cubicBezTo>
                  <a:cubicBezTo>
                    <a:pt x="3873883" y="1624697"/>
                    <a:pt x="3883758" y="1620139"/>
                    <a:pt x="3882746" y="1609757"/>
                  </a:cubicBezTo>
                  <a:close/>
                  <a:moveTo>
                    <a:pt x="3831594" y="1606971"/>
                  </a:moveTo>
                  <a:cubicBezTo>
                    <a:pt x="3831087" y="1601147"/>
                    <a:pt x="3826276" y="1592791"/>
                    <a:pt x="3817160" y="1591778"/>
                  </a:cubicBezTo>
                  <a:cubicBezTo>
                    <a:pt x="3816907" y="1591778"/>
                    <a:pt x="3816401" y="1591778"/>
                    <a:pt x="3815894" y="1591778"/>
                  </a:cubicBezTo>
                  <a:cubicBezTo>
                    <a:pt x="3805765" y="1592284"/>
                    <a:pt x="3804246" y="1606971"/>
                    <a:pt x="3813615" y="1614821"/>
                  </a:cubicBezTo>
                  <a:cubicBezTo>
                    <a:pt x="3822225" y="1621658"/>
                    <a:pt x="3832607" y="1617354"/>
                    <a:pt x="3831594" y="1606971"/>
                  </a:cubicBezTo>
                  <a:close/>
                  <a:moveTo>
                    <a:pt x="3763730" y="1588992"/>
                  </a:moveTo>
                  <a:cubicBezTo>
                    <a:pt x="3753347" y="1589752"/>
                    <a:pt x="3751828" y="1604186"/>
                    <a:pt x="3761197" y="1612036"/>
                  </a:cubicBezTo>
                  <a:cubicBezTo>
                    <a:pt x="3769554" y="1619126"/>
                    <a:pt x="3780189" y="1614568"/>
                    <a:pt x="3779429" y="1604186"/>
                  </a:cubicBezTo>
                  <a:cubicBezTo>
                    <a:pt x="3778923" y="1598362"/>
                    <a:pt x="3774112" y="1590005"/>
                    <a:pt x="3764742" y="1588992"/>
                  </a:cubicBezTo>
                  <a:cubicBezTo>
                    <a:pt x="3764742" y="1588992"/>
                    <a:pt x="3764236" y="1588739"/>
                    <a:pt x="3763730" y="1588992"/>
                  </a:cubicBezTo>
                  <a:close/>
                  <a:moveTo>
                    <a:pt x="3726505" y="1601400"/>
                  </a:moveTo>
                  <a:cubicBezTo>
                    <a:pt x="3725999" y="1595576"/>
                    <a:pt x="3721441" y="1587220"/>
                    <a:pt x="3712071" y="1586207"/>
                  </a:cubicBezTo>
                  <a:cubicBezTo>
                    <a:pt x="3711818" y="1586207"/>
                    <a:pt x="3711312" y="1586207"/>
                    <a:pt x="3710805" y="1586207"/>
                  </a:cubicBezTo>
                  <a:cubicBezTo>
                    <a:pt x="3700423" y="1586966"/>
                    <a:pt x="3698397" y="1601400"/>
                    <a:pt x="3708020" y="1609250"/>
                  </a:cubicBezTo>
                  <a:cubicBezTo>
                    <a:pt x="3716630" y="1616341"/>
                    <a:pt x="3727265" y="1611783"/>
                    <a:pt x="3726505" y="1601400"/>
                  </a:cubicBezTo>
                  <a:close/>
                  <a:moveTo>
                    <a:pt x="3672568" y="1598615"/>
                  </a:moveTo>
                  <a:cubicBezTo>
                    <a:pt x="3672315" y="1592791"/>
                    <a:pt x="3667504" y="1584434"/>
                    <a:pt x="3657881" y="1583421"/>
                  </a:cubicBezTo>
                  <a:cubicBezTo>
                    <a:pt x="3657374" y="1583421"/>
                    <a:pt x="3656868" y="1583421"/>
                    <a:pt x="3656615" y="1583421"/>
                  </a:cubicBezTo>
                  <a:cubicBezTo>
                    <a:pt x="3646486" y="1583928"/>
                    <a:pt x="3643700" y="1597602"/>
                    <a:pt x="3652310" y="1605452"/>
                  </a:cubicBezTo>
                  <a:cubicBezTo>
                    <a:pt x="3661426" y="1613808"/>
                    <a:pt x="3673328" y="1609757"/>
                    <a:pt x="3672568" y="1598615"/>
                  </a:cubicBezTo>
                  <a:close/>
                  <a:moveTo>
                    <a:pt x="3617871" y="1596083"/>
                  </a:moveTo>
                  <a:cubicBezTo>
                    <a:pt x="3617618" y="1590258"/>
                    <a:pt x="3612807" y="1581902"/>
                    <a:pt x="3602931" y="1580889"/>
                  </a:cubicBezTo>
                  <a:cubicBezTo>
                    <a:pt x="3602424" y="1580889"/>
                    <a:pt x="3601918" y="1580889"/>
                    <a:pt x="3601665" y="1580889"/>
                  </a:cubicBezTo>
                  <a:cubicBezTo>
                    <a:pt x="3591283" y="1581396"/>
                    <a:pt x="3588750" y="1595070"/>
                    <a:pt x="3597107" y="1602920"/>
                  </a:cubicBezTo>
                  <a:cubicBezTo>
                    <a:pt x="3605970" y="1611023"/>
                    <a:pt x="3618378" y="1606971"/>
                    <a:pt x="3617871" y="1596083"/>
                  </a:cubicBezTo>
                  <a:close/>
                  <a:moveTo>
                    <a:pt x="3562415" y="1593550"/>
                  </a:moveTo>
                  <a:cubicBezTo>
                    <a:pt x="3562162" y="1587726"/>
                    <a:pt x="3557350" y="1579370"/>
                    <a:pt x="3547728" y="1578357"/>
                  </a:cubicBezTo>
                  <a:cubicBezTo>
                    <a:pt x="3547221" y="1578357"/>
                    <a:pt x="3546715" y="1578357"/>
                    <a:pt x="3546462" y="1578357"/>
                  </a:cubicBezTo>
                  <a:cubicBezTo>
                    <a:pt x="3536079" y="1579117"/>
                    <a:pt x="3533294" y="1592537"/>
                    <a:pt x="3541650" y="1600387"/>
                  </a:cubicBezTo>
                  <a:cubicBezTo>
                    <a:pt x="3550260" y="1608744"/>
                    <a:pt x="3562668" y="1604439"/>
                    <a:pt x="3562415" y="1593550"/>
                  </a:cubicBezTo>
                  <a:close/>
                  <a:moveTo>
                    <a:pt x="3505945" y="1591018"/>
                  </a:moveTo>
                  <a:cubicBezTo>
                    <a:pt x="3505692" y="1585194"/>
                    <a:pt x="3501134" y="1576837"/>
                    <a:pt x="3491258" y="1575825"/>
                  </a:cubicBezTo>
                  <a:cubicBezTo>
                    <a:pt x="3490752" y="1575825"/>
                    <a:pt x="3490246" y="1575825"/>
                    <a:pt x="3489993" y="1575825"/>
                  </a:cubicBezTo>
                  <a:cubicBezTo>
                    <a:pt x="3479357" y="1576584"/>
                    <a:pt x="3476065" y="1590005"/>
                    <a:pt x="3484928" y="1597855"/>
                  </a:cubicBezTo>
                  <a:cubicBezTo>
                    <a:pt x="3493538" y="1605958"/>
                    <a:pt x="3506199" y="1601907"/>
                    <a:pt x="3505945" y="1591018"/>
                  </a:cubicBezTo>
                  <a:close/>
                  <a:moveTo>
                    <a:pt x="3448970" y="1588486"/>
                  </a:moveTo>
                  <a:cubicBezTo>
                    <a:pt x="3448970" y="1582662"/>
                    <a:pt x="3444158" y="1574305"/>
                    <a:pt x="3434029" y="1573292"/>
                  </a:cubicBezTo>
                  <a:cubicBezTo>
                    <a:pt x="3433523" y="1573292"/>
                    <a:pt x="3433017" y="1573292"/>
                    <a:pt x="3432763" y="1573292"/>
                  </a:cubicBezTo>
                  <a:cubicBezTo>
                    <a:pt x="3422128" y="1574052"/>
                    <a:pt x="3418836" y="1587473"/>
                    <a:pt x="3427446" y="1595323"/>
                  </a:cubicBezTo>
                  <a:cubicBezTo>
                    <a:pt x="3435802" y="1603679"/>
                    <a:pt x="3448970" y="1599375"/>
                    <a:pt x="3448970" y="1588486"/>
                  </a:cubicBezTo>
                  <a:close/>
                  <a:moveTo>
                    <a:pt x="3390981" y="1586207"/>
                  </a:moveTo>
                  <a:cubicBezTo>
                    <a:pt x="3390981" y="1580383"/>
                    <a:pt x="3386170" y="1572026"/>
                    <a:pt x="3376041" y="1571013"/>
                  </a:cubicBezTo>
                  <a:cubicBezTo>
                    <a:pt x="3375534" y="1571013"/>
                    <a:pt x="3375028" y="1571013"/>
                    <a:pt x="3374775" y="1571013"/>
                  </a:cubicBezTo>
                  <a:cubicBezTo>
                    <a:pt x="3363886" y="1571773"/>
                    <a:pt x="3360594" y="1585194"/>
                    <a:pt x="3369204" y="1593044"/>
                  </a:cubicBezTo>
                  <a:cubicBezTo>
                    <a:pt x="3377813" y="1601147"/>
                    <a:pt x="3390981" y="1596842"/>
                    <a:pt x="3390981" y="1586207"/>
                  </a:cubicBezTo>
                  <a:close/>
                  <a:moveTo>
                    <a:pt x="3309189" y="1589752"/>
                  </a:moveTo>
                  <a:cubicBezTo>
                    <a:pt x="3317545" y="1598868"/>
                    <a:pt x="3332233" y="1595070"/>
                    <a:pt x="3332233" y="1583675"/>
                  </a:cubicBezTo>
                  <a:cubicBezTo>
                    <a:pt x="3332233" y="1577850"/>
                    <a:pt x="3327675" y="1569494"/>
                    <a:pt x="3317292" y="1568481"/>
                  </a:cubicBezTo>
                  <a:cubicBezTo>
                    <a:pt x="3304884" y="1568734"/>
                    <a:pt x="3301592" y="1581902"/>
                    <a:pt x="3309189" y="1589752"/>
                  </a:cubicBezTo>
                  <a:close/>
                  <a:moveTo>
                    <a:pt x="3258038" y="1566455"/>
                  </a:moveTo>
                  <a:cubicBezTo>
                    <a:pt x="3245376" y="1566708"/>
                    <a:pt x="3241831" y="1579623"/>
                    <a:pt x="3249428" y="1587726"/>
                  </a:cubicBezTo>
                  <a:cubicBezTo>
                    <a:pt x="3258038" y="1597096"/>
                    <a:pt x="3272978" y="1593297"/>
                    <a:pt x="3272978" y="1581649"/>
                  </a:cubicBezTo>
                  <a:cubicBezTo>
                    <a:pt x="3272978" y="1575825"/>
                    <a:pt x="3268420" y="1567215"/>
                    <a:pt x="3258038" y="1566455"/>
                  </a:cubicBezTo>
                  <a:close/>
                  <a:moveTo>
                    <a:pt x="3198023" y="1564176"/>
                  </a:moveTo>
                  <a:cubicBezTo>
                    <a:pt x="3185362" y="1564429"/>
                    <a:pt x="3181816" y="1577344"/>
                    <a:pt x="3189160" y="1585447"/>
                  </a:cubicBezTo>
                  <a:cubicBezTo>
                    <a:pt x="3197516" y="1594563"/>
                    <a:pt x="3212963" y="1590765"/>
                    <a:pt x="3213216" y="1579370"/>
                  </a:cubicBezTo>
                  <a:cubicBezTo>
                    <a:pt x="3213216" y="1573546"/>
                    <a:pt x="3208658" y="1565189"/>
                    <a:pt x="3198023" y="1564176"/>
                  </a:cubicBezTo>
                  <a:close/>
                  <a:moveTo>
                    <a:pt x="3137502" y="1562150"/>
                  </a:moveTo>
                  <a:cubicBezTo>
                    <a:pt x="3124587" y="1562404"/>
                    <a:pt x="3121042" y="1575318"/>
                    <a:pt x="3128386" y="1583421"/>
                  </a:cubicBezTo>
                  <a:cubicBezTo>
                    <a:pt x="3136742" y="1592537"/>
                    <a:pt x="3152189" y="1588739"/>
                    <a:pt x="3152442" y="1577344"/>
                  </a:cubicBezTo>
                  <a:cubicBezTo>
                    <a:pt x="3152442" y="1571520"/>
                    <a:pt x="3147884" y="1562910"/>
                    <a:pt x="3137502" y="1562150"/>
                  </a:cubicBezTo>
                  <a:close/>
                  <a:moveTo>
                    <a:pt x="3076221" y="1560125"/>
                  </a:moveTo>
                  <a:cubicBezTo>
                    <a:pt x="3063053" y="1560378"/>
                    <a:pt x="3059255" y="1573292"/>
                    <a:pt x="3066599" y="1581396"/>
                  </a:cubicBezTo>
                  <a:cubicBezTo>
                    <a:pt x="3075208" y="1590765"/>
                    <a:pt x="3090655" y="1586713"/>
                    <a:pt x="3091162" y="1575318"/>
                  </a:cubicBezTo>
                  <a:cubicBezTo>
                    <a:pt x="3091415" y="1569494"/>
                    <a:pt x="3086857" y="1560884"/>
                    <a:pt x="3076221" y="1560125"/>
                  </a:cubicBezTo>
                  <a:close/>
                  <a:moveTo>
                    <a:pt x="3014434" y="1558099"/>
                  </a:moveTo>
                  <a:cubicBezTo>
                    <a:pt x="3001266" y="1558352"/>
                    <a:pt x="2997215" y="1571266"/>
                    <a:pt x="3004812" y="1579370"/>
                  </a:cubicBezTo>
                  <a:cubicBezTo>
                    <a:pt x="3013421" y="1588486"/>
                    <a:pt x="3029121" y="1584688"/>
                    <a:pt x="3029628" y="1573039"/>
                  </a:cubicBezTo>
                  <a:cubicBezTo>
                    <a:pt x="3029881" y="1567468"/>
                    <a:pt x="3025323" y="1558858"/>
                    <a:pt x="3014434" y="1558099"/>
                  </a:cubicBezTo>
                  <a:close/>
                  <a:moveTo>
                    <a:pt x="2952141" y="1556326"/>
                  </a:moveTo>
                  <a:cubicBezTo>
                    <a:pt x="2938973" y="1556579"/>
                    <a:pt x="2934668" y="1569494"/>
                    <a:pt x="2942012" y="1577597"/>
                  </a:cubicBezTo>
                  <a:cubicBezTo>
                    <a:pt x="2950368" y="1586713"/>
                    <a:pt x="2966321" y="1582662"/>
                    <a:pt x="2967081" y="1571266"/>
                  </a:cubicBezTo>
                  <a:cubicBezTo>
                    <a:pt x="2967587" y="1565442"/>
                    <a:pt x="2963282" y="1557086"/>
                    <a:pt x="2952141" y="1556326"/>
                  </a:cubicBezTo>
                  <a:close/>
                  <a:moveTo>
                    <a:pt x="2904281" y="1569241"/>
                  </a:moveTo>
                  <a:cubicBezTo>
                    <a:pt x="2904787" y="1563417"/>
                    <a:pt x="2900229" y="1555060"/>
                    <a:pt x="2889341" y="1554300"/>
                  </a:cubicBezTo>
                  <a:cubicBezTo>
                    <a:pt x="2875920" y="1554554"/>
                    <a:pt x="2871615" y="1567468"/>
                    <a:pt x="2878958" y="1575571"/>
                  </a:cubicBezTo>
                  <a:cubicBezTo>
                    <a:pt x="2887568" y="1584688"/>
                    <a:pt x="2903521" y="1580636"/>
                    <a:pt x="2904281" y="1569241"/>
                  </a:cubicBezTo>
                  <a:close/>
                  <a:moveTo>
                    <a:pt x="2826287" y="1552781"/>
                  </a:moveTo>
                  <a:cubicBezTo>
                    <a:pt x="2813373" y="1553034"/>
                    <a:pt x="2808308" y="1564936"/>
                    <a:pt x="2814639" y="1573039"/>
                  </a:cubicBezTo>
                  <a:cubicBezTo>
                    <a:pt x="2822489" y="1583168"/>
                    <a:pt x="2840215" y="1579876"/>
                    <a:pt x="2841228" y="1567721"/>
                  </a:cubicBezTo>
                  <a:cubicBezTo>
                    <a:pt x="2841481" y="1561897"/>
                    <a:pt x="2837176" y="1553541"/>
                    <a:pt x="2826287" y="1552781"/>
                  </a:cubicBezTo>
                  <a:close/>
                  <a:moveTo>
                    <a:pt x="2762474" y="1551008"/>
                  </a:moveTo>
                  <a:cubicBezTo>
                    <a:pt x="2749560" y="1551262"/>
                    <a:pt x="2744495" y="1563163"/>
                    <a:pt x="2750826" y="1571266"/>
                  </a:cubicBezTo>
                  <a:cubicBezTo>
                    <a:pt x="2758676" y="1581649"/>
                    <a:pt x="2776402" y="1578104"/>
                    <a:pt x="2777668" y="1565949"/>
                  </a:cubicBezTo>
                  <a:cubicBezTo>
                    <a:pt x="2777921" y="1560125"/>
                    <a:pt x="2773616" y="1551768"/>
                    <a:pt x="2762474" y="1551008"/>
                  </a:cubicBezTo>
                  <a:close/>
                  <a:moveTo>
                    <a:pt x="2698408" y="1549489"/>
                  </a:moveTo>
                  <a:cubicBezTo>
                    <a:pt x="2685494" y="1549742"/>
                    <a:pt x="2680176" y="1561644"/>
                    <a:pt x="2686507" y="1569747"/>
                  </a:cubicBezTo>
                  <a:cubicBezTo>
                    <a:pt x="2694357" y="1580129"/>
                    <a:pt x="2712082" y="1576584"/>
                    <a:pt x="2713349" y="1564429"/>
                  </a:cubicBezTo>
                  <a:cubicBezTo>
                    <a:pt x="2713855" y="1558605"/>
                    <a:pt x="2709550" y="1550249"/>
                    <a:pt x="2698408" y="1549489"/>
                  </a:cubicBezTo>
                  <a:close/>
                  <a:moveTo>
                    <a:pt x="2634089" y="1547970"/>
                  </a:moveTo>
                  <a:cubicBezTo>
                    <a:pt x="2620921" y="1548223"/>
                    <a:pt x="2615603" y="1560125"/>
                    <a:pt x="2621681" y="1568228"/>
                  </a:cubicBezTo>
                  <a:cubicBezTo>
                    <a:pt x="2629531" y="1578357"/>
                    <a:pt x="2647510" y="1574812"/>
                    <a:pt x="2648776" y="1562910"/>
                  </a:cubicBezTo>
                  <a:cubicBezTo>
                    <a:pt x="2649283" y="1557086"/>
                    <a:pt x="2645231" y="1548729"/>
                    <a:pt x="2634089" y="1547970"/>
                  </a:cubicBezTo>
                  <a:close/>
                  <a:moveTo>
                    <a:pt x="2108139" y="1539107"/>
                  </a:moveTo>
                  <a:cubicBezTo>
                    <a:pt x="2093705" y="1539613"/>
                    <a:pt x="2088640" y="1552021"/>
                    <a:pt x="2093705" y="1559365"/>
                  </a:cubicBezTo>
                  <a:cubicBezTo>
                    <a:pt x="2101048" y="1569494"/>
                    <a:pt x="2119787" y="1565949"/>
                    <a:pt x="2122066" y="1553794"/>
                  </a:cubicBezTo>
                  <a:cubicBezTo>
                    <a:pt x="2123332" y="1548223"/>
                    <a:pt x="2119534" y="1539867"/>
                    <a:pt x="2108139" y="1539107"/>
                  </a:cubicBezTo>
                  <a:close/>
                  <a:moveTo>
                    <a:pt x="1610550" y="1551262"/>
                  </a:moveTo>
                  <a:cubicBezTo>
                    <a:pt x="1612069" y="1545437"/>
                    <a:pt x="1609284" y="1537334"/>
                    <a:pt x="1598901" y="1536828"/>
                  </a:cubicBezTo>
                  <a:cubicBezTo>
                    <a:pt x="1585987" y="1537587"/>
                    <a:pt x="1580416" y="1549995"/>
                    <a:pt x="1584468" y="1557339"/>
                  </a:cubicBezTo>
                  <a:cubicBezTo>
                    <a:pt x="1590039" y="1567215"/>
                    <a:pt x="1607511" y="1563417"/>
                    <a:pt x="1610550" y="1551262"/>
                  </a:cubicBezTo>
                  <a:close/>
                  <a:moveTo>
                    <a:pt x="1539393" y="1536828"/>
                  </a:moveTo>
                  <a:cubicBezTo>
                    <a:pt x="1526479" y="1537587"/>
                    <a:pt x="1520908" y="1549995"/>
                    <a:pt x="1524960" y="1557339"/>
                  </a:cubicBezTo>
                  <a:cubicBezTo>
                    <a:pt x="1530530" y="1567468"/>
                    <a:pt x="1547497" y="1563417"/>
                    <a:pt x="1550535" y="1551262"/>
                  </a:cubicBezTo>
                  <a:cubicBezTo>
                    <a:pt x="1551801" y="1545437"/>
                    <a:pt x="1549522" y="1537334"/>
                    <a:pt x="1539393" y="1536828"/>
                  </a:cubicBezTo>
                  <a:close/>
                  <a:moveTo>
                    <a:pt x="1480645" y="1537081"/>
                  </a:moveTo>
                  <a:cubicBezTo>
                    <a:pt x="1468743" y="1537841"/>
                    <a:pt x="1461653" y="1549742"/>
                    <a:pt x="1465958" y="1557592"/>
                  </a:cubicBezTo>
                  <a:cubicBezTo>
                    <a:pt x="1471276" y="1567468"/>
                    <a:pt x="1488242" y="1563417"/>
                    <a:pt x="1491534" y="1551515"/>
                  </a:cubicBezTo>
                  <a:cubicBezTo>
                    <a:pt x="1493053" y="1545691"/>
                    <a:pt x="1490521" y="1537587"/>
                    <a:pt x="1480645" y="1537081"/>
                  </a:cubicBezTo>
                  <a:close/>
                  <a:moveTo>
                    <a:pt x="178051" y="1624444"/>
                  </a:moveTo>
                  <a:cubicBezTo>
                    <a:pt x="178811" y="1626470"/>
                    <a:pt x="182356" y="1620646"/>
                    <a:pt x="185395" y="1612289"/>
                  </a:cubicBezTo>
                  <a:cubicBezTo>
                    <a:pt x="187674" y="1606465"/>
                    <a:pt x="189953" y="1598362"/>
                    <a:pt x="187927" y="1598362"/>
                  </a:cubicBezTo>
                  <a:cubicBezTo>
                    <a:pt x="184382" y="1600134"/>
                    <a:pt x="176785" y="1621405"/>
                    <a:pt x="178051" y="1624444"/>
                  </a:cubicBezTo>
                  <a:close/>
                  <a:moveTo>
                    <a:pt x="174253" y="1615328"/>
                  </a:moveTo>
                  <a:cubicBezTo>
                    <a:pt x="176532" y="1609504"/>
                    <a:pt x="178811" y="1601400"/>
                    <a:pt x="177291" y="1601400"/>
                  </a:cubicBezTo>
                  <a:cubicBezTo>
                    <a:pt x="173493" y="1603426"/>
                    <a:pt x="166149" y="1625963"/>
                    <a:pt x="167416" y="1627736"/>
                  </a:cubicBezTo>
                  <a:cubicBezTo>
                    <a:pt x="168175" y="1628749"/>
                    <a:pt x="171467" y="1622924"/>
                    <a:pt x="174253" y="1615328"/>
                  </a:cubicBezTo>
                  <a:close/>
                  <a:moveTo>
                    <a:pt x="168682" y="1604439"/>
                  </a:moveTo>
                  <a:cubicBezTo>
                    <a:pt x="168682" y="1604439"/>
                    <a:pt x="168682" y="1604439"/>
                    <a:pt x="168682" y="1604439"/>
                  </a:cubicBezTo>
                  <a:cubicBezTo>
                    <a:pt x="165896" y="1606212"/>
                    <a:pt x="157287" y="1629255"/>
                    <a:pt x="158806" y="1631028"/>
                  </a:cubicBezTo>
                  <a:cubicBezTo>
                    <a:pt x="160072" y="1631028"/>
                    <a:pt x="163111" y="1623431"/>
                    <a:pt x="165137" y="1618366"/>
                  </a:cubicBezTo>
                  <a:cubicBezTo>
                    <a:pt x="166909" y="1613302"/>
                    <a:pt x="169441" y="1605199"/>
                    <a:pt x="168682" y="1604439"/>
                  </a:cubicBezTo>
                  <a:close/>
                  <a:moveTo>
                    <a:pt x="151716" y="1634066"/>
                  </a:moveTo>
                  <a:cubicBezTo>
                    <a:pt x="152982" y="1633054"/>
                    <a:pt x="155767" y="1625710"/>
                    <a:pt x="157540" y="1621405"/>
                  </a:cubicBezTo>
                  <a:cubicBezTo>
                    <a:pt x="159059" y="1617100"/>
                    <a:pt x="161845" y="1609504"/>
                    <a:pt x="161591" y="1607478"/>
                  </a:cubicBezTo>
                  <a:cubicBezTo>
                    <a:pt x="161591" y="1607478"/>
                    <a:pt x="161591" y="1607478"/>
                    <a:pt x="161338" y="1607225"/>
                  </a:cubicBezTo>
                  <a:cubicBezTo>
                    <a:pt x="159312" y="1608997"/>
                    <a:pt x="151462" y="1630775"/>
                    <a:pt x="151716" y="1634066"/>
                  </a:cubicBezTo>
                  <a:cubicBezTo>
                    <a:pt x="151716" y="1633813"/>
                    <a:pt x="151716" y="1634066"/>
                    <a:pt x="151716" y="1634066"/>
                  </a:cubicBezTo>
                  <a:close/>
                  <a:moveTo>
                    <a:pt x="146398" y="1637105"/>
                  </a:moveTo>
                  <a:cubicBezTo>
                    <a:pt x="147411" y="1636092"/>
                    <a:pt x="150196" y="1628749"/>
                    <a:pt x="151716" y="1624444"/>
                  </a:cubicBezTo>
                  <a:cubicBezTo>
                    <a:pt x="153235" y="1620139"/>
                    <a:pt x="156020" y="1612542"/>
                    <a:pt x="156020" y="1610516"/>
                  </a:cubicBezTo>
                  <a:cubicBezTo>
                    <a:pt x="156020" y="1610516"/>
                    <a:pt x="156020" y="1610516"/>
                    <a:pt x="156020" y="1610263"/>
                  </a:cubicBezTo>
                  <a:cubicBezTo>
                    <a:pt x="154501" y="1612289"/>
                    <a:pt x="146651" y="1634066"/>
                    <a:pt x="146398" y="1637105"/>
                  </a:cubicBezTo>
                  <a:cubicBezTo>
                    <a:pt x="146398" y="1637105"/>
                    <a:pt x="146398" y="1637105"/>
                    <a:pt x="146398" y="1637105"/>
                  </a:cubicBezTo>
                  <a:close/>
                  <a:moveTo>
                    <a:pt x="147664" y="1627736"/>
                  </a:moveTo>
                  <a:cubicBezTo>
                    <a:pt x="148424" y="1625710"/>
                    <a:pt x="152222" y="1615075"/>
                    <a:pt x="152475" y="1613808"/>
                  </a:cubicBezTo>
                  <a:cubicBezTo>
                    <a:pt x="151969" y="1614821"/>
                    <a:pt x="143106" y="1638118"/>
                    <a:pt x="142853" y="1640397"/>
                  </a:cubicBezTo>
                  <a:cubicBezTo>
                    <a:pt x="143359" y="1639384"/>
                    <a:pt x="146398" y="1631788"/>
                    <a:pt x="147664" y="1627736"/>
                  </a:cubicBezTo>
                  <a:close/>
                  <a:moveTo>
                    <a:pt x="145638" y="1631028"/>
                  </a:moveTo>
                  <a:cubicBezTo>
                    <a:pt x="144625" y="1633813"/>
                    <a:pt x="143612" y="1636346"/>
                    <a:pt x="142599" y="1639131"/>
                  </a:cubicBezTo>
                  <a:lnTo>
                    <a:pt x="148930" y="1621658"/>
                  </a:lnTo>
                  <a:cubicBezTo>
                    <a:pt x="147917" y="1624950"/>
                    <a:pt x="146651" y="1627989"/>
                    <a:pt x="145638" y="1631028"/>
                  </a:cubicBezTo>
                  <a:close/>
                  <a:moveTo>
                    <a:pt x="4818668" y="1663187"/>
                  </a:moveTo>
                  <a:cubicBezTo>
                    <a:pt x="4816896" y="1657870"/>
                    <a:pt x="4813604" y="1649007"/>
                    <a:pt x="4813098" y="1647741"/>
                  </a:cubicBezTo>
                  <a:cubicBezTo>
                    <a:pt x="4813098" y="1647741"/>
                    <a:pt x="4821201" y="1672304"/>
                    <a:pt x="4822467" y="1674329"/>
                  </a:cubicBezTo>
                  <a:cubicBezTo>
                    <a:pt x="4821960" y="1672557"/>
                    <a:pt x="4819428" y="1665213"/>
                    <a:pt x="4818668" y="1663187"/>
                  </a:cubicBezTo>
                  <a:close/>
                  <a:moveTo>
                    <a:pt x="4815883" y="1659642"/>
                  </a:moveTo>
                  <a:cubicBezTo>
                    <a:pt x="4814111" y="1654325"/>
                    <a:pt x="4810818" y="1645462"/>
                    <a:pt x="4809806" y="1644196"/>
                  </a:cubicBezTo>
                  <a:cubicBezTo>
                    <a:pt x="4809806" y="1644196"/>
                    <a:pt x="4809806" y="1644196"/>
                    <a:pt x="4809806" y="1644196"/>
                  </a:cubicBezTo>
                  <a:cubicBezTo>
                    <a:pt x="4810059" y="1647234"/>
                    <a:pt x="4817656" y="1668758"/>
                    <a:pt x="4819175" y="1670784"/>
                  </a:cubicBezTo>
                  <a:cubicBezTo>
                    <a:pt x="4819428" y="1670531"/>
                    <a:pt x="4816896" y="1662934"/>
                    <a:pt x="4815883" y="1659642"/>
                  </a:cubicBezTo>
                  <a:close/>
                  <a:moveTo>
                    <a:pt x="4811325" y="1656350"/>
                  </a:moveTo>
                  <a:cubicBezTo>
                    <a:pt x="4809299" y="1650526"/>
                    <a:pt x="4806261" y="1642170"/>
                    <a:pt x="4804994" y="1640904"/>
                  </a:cubicBezTo>
                  <a:cubicBezTo>
                    <a:pt x="4804994" y="1640904"/>
                    <a:pt x="4804994" y="1640904"/>
                    <a:pt x="4804994" y="1640904"/>
                  </a:cubicBezTo>
                  <a:cubicBezTo>
                    <a:pt x="4804488" y="1641916"/>
                    <a:pt x="4812085" y="1665973"/>
                    <a:pt x="4814364" y="1667492"/>
                  </a:cubicBezTo>
                  <a:cubicBezTo>
                    <a:pt x="4814870" y="1666479"/>
                    <a:pt x="4811832" y="1657870"/>
                    <a:pt x="4811325" y="1656350"/>
                  </a:cubicBezTo>
                  <a:close/>
                  <a:moveTo>
                    <a:pt x="4778659" y="1630268"/>
                  </a:moveTo>
                  <a:cubicBezTo>
                    <a:pt x="4778659" y="1630268"/>
                    <a:pt x="4778406" y="1630268"/>
                    <a:pt x="4778406" y="1630268"/>
                  </a:cubicBezTo>
                  <a:cubicBezTo>
                    <a:pt x="4775874" y="1630775"/>
                    <a:pt x="4784483" y="1655844"/>
                    <a:pt x="4787775" y="1656857"/>
                  </a:cubicBezTo>
                  <a:cubicBezTo>
                    <a:pt x="4789041" y="1657110"/>
                    <a:pt x="4788535" y="1652299"/>
                    <a:pt x="4786256" y="1645715"/>
                  </a:cubicBezTo>
                  <a:cubicBezTo>
                    <a:pt x="4784483" y="1640144"/>
                    <a:pt x="4780685" y="1631534"/>
                    <a:pt x="4778659" y="1630268"/>
                  </a:cubicBezTo>
                  <a:close/>
                  <a:moveTo>
                    <a:pt x="4765998" y="1626723"/>
                  </a:moveTo>
                  <a:cubicBezTo>
                    <a:pt x="4765998" y="1626723"/>
                    <a:pt x="4765744" y="1626723"/>
                    <a:pt x="4765744" y="1626723"/>
                  </a:cubicBezTo>
                  <a:cubicBezTo>
                    <a:pt x="4762453" y="1627483"/>
                    <a:pt x="4770556" y="1650526"/>
                    <a:pt x="4774607" y="1653058"/>
                  </a:cubicBezTo>
                  <a:cubicBezTo>
                    <a:pt x="4776633" y="1654325"/>
                    <a:pt x="4776380" y="1649260"/>
                    <a:pt x="4773848" y="1641916"/>
                  </a:cubicBezTo>
                  <a:cubicBezTo>
                    <a:pt x="4772328" y="1636346"/>
                    <a:pt x="4768530" y="1627989"/>
                    <a:pt x="4765998" y="1626723"/>
                  </a:cubicBezTo>
                  <a:close/>
                  <a:moveTo>
                    <a:pt x="4751817" y="1623178"/>
                  </a:moveTo>
                  <a:cubicBezTo>
                    <a:pt x="4751817" y="1623178"/>
                    <a:pt x="4751564" y="1623178"/>
                    <a:pt x="4751564" y="1623178"/>
                  </a:cubicBezTo>
                  <a:cubicBezTo>
                    <a:pt x="4747765" y="1623937"/>
                    <a:pt x="4755615" y="1646981"/>
                    <a:pt x="4760427" y="1649513"/>
                  </a:cubicBezTo>
                  <a:cubicBezTo>
                    <a:pt x="4762706" y="1650779"/>
                    <a:pt x="4762453" y="1645715"/>
                    <a:pt x="4760173" y="1638625"/>
                  </a:cubicBezTo>
                  <a:cubicBezTo>
                    <a:pt x="4758401" y="1632800"/>
                    <a:pt x="4754602" y="1624444"/>
                    <a:pt x="4751817" y="1623178"/>
                  </a:cubicBezTo>
                  <a:close/>
                  <a:moveTo>
                    <a:pt x="4735610" y="1619633"/>
                  </a:moveTo>
                  <a:cubicBezTo>
                    <a:pt x="4735610" y="1619633"/>
                    <a:pt x="4735357" y="1619633"/>
                    <a:pt x="4735357" y="1619633"/>
                  </a:cubicBezTo>
                  <a:cubicBezTo>
                    <a:pt x="4731306" y="1620392"/>
                    <a:pt x="4738902" y="1643436"/>
                    <a:pt x="4744220" y="1645968"/>
                  </a:cubicBezTo>
                  <a:cubicBezTo>
                    <a:pt x="4746499" y="1647234"/>
                    <a:pt x="4746752" y="1642170"/>
                    <a:pt x="4744473" y="1635079"/>
                  </a:cubicBezTo>
                  <a:cubicBezTo>
                    <a:pt x="4742701" y="1629255"/>
                    <a:pt x="4738649" y="1620646"/>
                    <a:pt x="4735610" y="1619633"/>
                  </a:cubicBezTo>
                  <a:close/>
                  <a:moveTo>
                    <a:pt x="4717885" y="1616087"/>
                  </a:moveTo>
                  <a:cubicBezTo>
                    <a:pt x="4717632" y="1616087"/>
                    <a:pt x="4717378" y="1616087"/>
                    <a:pt x="4717125" y="1616087"/>
                  </a:cubicBezTo>
                  <a:cubicBezTo>
                    <a:pt x="4713327" y="1618113"/>
                    <a:pt x="4720923" y="1639891"/>
                    <a:pt x="4726241" y="1642423"/>
                  </a:cubicBezTo>
                  <a:cubicBezTo>
                    <a:pt x="4728774" y="1643689"/>
                    <a:pt x="4729027" y="1638625"/>
                    <a:pt x="4727001" y="1631534"/>
                  </a:cubicBezTo>
                  <a:cubicBezTo>
                    <a:pt x="4725228" y="1625710"/>
                    <a:pt x="4721177" y="1617100"/>
                    <a:pt x="4717885" y="1616087"/>
                  </a:cubicBezTo>
                  <a:close/>
                  <a:moveTo>
                    <a:pt x="4698386" y="1612542"/>
                  </a:moveTo>
                  <a:cubicBezTo>
                    <a:pt x="4698133" y="1612542"/>
                    <a:pt x="4698133" y="1612542"/>
                    <a:pt x="4697880" y="1612542"/>
                  </a:cubicBezTo>
                  <a:cubicBezTo>
                    <a:pt x="4693069" y="1613049"/>
                    <a:pt x="4699652" y="1634573"/>
                    <a:pt x="4705983" y="1638625"/>
                  </a:cubicBezTo>
                  <a:cubicBezTo>
                    <a:pt x="4709275" y="1640650"/>
                    <a:pt x="4710035" y="1635586"/>
                    <a:pt x="4707756" y="1627989"/>
                  </a:cubicBezTo>
                  <a:cubicBezTo>
                    <a:pt x="4706236" y="1622165"/>
                    <a:pt x="4702185" y="1613555"/>
                    <a:pt x="4698386" y="1612542"/>
                  </a:cubicBezTo>
                  <a:close/>
                  <a:moveTo>
                    <a:pt x="4684965" y="1634826"/>
                  </a:moveTo>
                  <a:cubicBezTo>
                    <a:pt x="4688257" y="1636852"/>
                    <a:pt x="4689270" y="1631788"/>
                    <a:pt x="4687245" y="1624191"/>
                  </a:cubicBezTo>
                  <a:cubicBezTo>
                    <a:pt x="4685472" y="1618620"/>
                    <a:pt x="4681420" y="1610010"/>
                    <a:pt x="4677622" y="1608997"/>
                  </a:cubicBezTo>
                  <a:cubicBezTo>
                    <a:pt x="4677369" y="1608997"/>
                    <a:pt x="4677369" y="1608997"/>
                    <a:pt x="4677115" y="1608997"/>
                  </a:cubicBezTo>
                  <a:cubicBezTo>
                    <a:pt x="4671544" y="1609504"/>
                    <a:pt x="4678128" y="1631028"/>
                    <a:pt x="4684965" y="1634826"/>
                  </a:cubicBezTo>
                  <a:close/>
                  <a:moveTo>
                    <a:pt x="4653565" y="1605452"/>
                  </a:moveTo>
                  <a:cubicBezTo>
                    <a:pt x="4648754" y="1607478"/>
                    <a:pt x="4655085" y="1627483"/>
                    <a:pt x="4661922" y="1631281"/>
                  </a:cubicBezTo>
                  <a:cubicBezTo>
                    <a:pt x="4665467" y="1633307"/>
                    <a:pt x="4666733" y="1628242"/>
                    <a:pt x="4664454" y="1620646"/>
                  </a:cubicBezTo>
                  <a:cubicBezTo>
                    <a:pt x="4662935" y="1615075"/>
                    <a:pt x="4658630" y="1606465"/>
                    <a:pt x="4654325" y="1605452"/>
                  </a:cubicBezTo>
                  <a:cubicBezTo>
                    <a:pt x="4654325" y="1605452"/>
                    <a:pt x="4653819" y="1605452"/>
                    <a:pt x="4653565" y="1605452"/>
                  </a:cubicBezTo>
                  <a:close/>
                  <a:moveTo>
                    <a:pt x="4629256" y="1601907"/>
                  </a:moveTo>
                  <a:cubicBezTo>
                    <a:pt x="4623938" y="1603933"/>
                    <a:pt x="4630522" y="1623937"/>
                    <a:pt x="4637612" y="1627736"/>
                  </a:cubicBezTo>
                  <a:cubicBezTo>
                    <a:pt x="4641410" y="1629762"/>
                    <a:pt x="4642930" y="1624697"/>
                    <a:pt x="4640904" y="1617100"/>
                  </a:cubicBezTo>
                  <a:cubicBezTo>
                    <a:pt x="4639385" y="1611783"/>
                    <a:pt x="4635333" y="1602920"/>
                    <a:pt x="4630522" y="1601907"/>
                  </a:cubicBezTo>
                  <a:cubicBezTo>
                    <a:pt x="4630015" y="1601907"/>
                    <a:pt x="4629509" y="1601907"/>
                    <a:pt x="4629256" y="1601907"/>
                  </a:cubicBezTo>
                  <a:close/>
                  <a:moveTo>
                    <a:pt x="4604440" y="1598362"/>
                  </a:moveTo>
                  <a:cubicBezTo>
                    <a:pt x="4604186" y="1598362"/>
                    <a:pt x="4603680" y="1598362"/>
                    <a:pt x="4603173" y="1598362"/>
                  </a:cubicBezTo>
                  <a:cubicBezTo>
                    <a:pt x="4597602" y="1600387"/>
                    <a:pt x="4603933" y="1620392"/>
                    <a:pt x="4611277" y="1624191"/>
                  </a:cubicBezTo>
                  <a:cubicBezTo>
                    <a:pt x="4615328" y="1626217"/>
                    <a:pt x="4617101" y="1621152"/>
                    <a:pt x="4614822" y="1613555"/>
                  </a:cubicBezTo>
                  <a:cubicBezTo>
                    <a:pt x="4613556" y="1607984"/>
                    <a:pt x="4609251" y="1599375"/>
                    <a:pt x="4604440" y="1598362"/>
                  </a:cubicBezTo>
                  <a:close/>
                  <a:moveTo>
                    <a:pt x="4577091" y="1594816"/>
                  </a:moveTo>
                  <a:cubicBezTo>
                    <a:pt x="4576838" y="1594816"/>
                    <a:pt x="4576331" y="1594816"/>
                    <a:pt x="4575825" y="1594816"/>
                  </a:cubicBezTo>
                  <a:cubicBezTo>
                    <a:pt x="4570254" y="1596589"/>
                    <a:pt x="4575572" y="1615581"/>
                    <a:pt x="4583169" y="1620139"/>
                  </a:cubicBezTo>
                  <a:cubicBezTo>
                    <a:pt x="4587727" y="1623178"/>
                    <a:pt x="4590259" y="1618113"/>
                    <a:pt x="4587980" y="1609757"/>
                  </a:cubicBezTo>
                  <a:lnTo>
                    <a:pt x="4587980" y="1609757"/>
                  </a:lnTo>
                  <a:cubicBezTo>
                    <a:pt x="4586460" y="1604439"/>
                    <a:pt x="4582156" y="1596083"/>
                    <a:pt x="4577091" y="1594816"/>
                  </a:cubicBezTo>
                  <a:close/>
                  <a:moveTo>
                    <a:pt x="4546957" y="1591525"/>
                  </a:moveTo>
                  <a:cubicBezTo>
                    <a:pt x="4540880" y="1593297"/>
                    <a:pt x="4546198" y="1612289"/>
                    <a:pt x="4554047" y="1616847"/>
                  </a:cubicBezTo>
                  <a:cubicBezTo>
                    <a:pt x="4558859" y="1619886"/>
                    <a:pt x="4561391" y="1614821"/>
                    <a:pt x="4559365" y="1606465"/>
                  </a:cubicBezTo>
                  <a:cubicBezTo>
                    <a:pt x="4557846" y="1600894"/>
                    <a:pt x="4553541" y="1592284"/>
                    <a:pt x="4548223" y="1591271"/>
                  </a:cubicBezTo>
                  <a:cubicBezTo>
                    <a:pt x="4547970" y="1591525"/>
                    <a:pt x="4547464" y="1591525"/>
                    <a:pt x="4546957" y="1591525"/>
                  </a:cubicBezTo>
                  <a:close/>
                  <a:moveTo>
                    <a:pt x="4517836" y="1587979"/>
                  </a:moveTo>
                  <a:cubicBezTo>
                    <a:pt x="4517330" y="1587979"/>
                    <a:pt x="4516823" y="1587979"/>
                    <a:pt x="4516570" y="1587979"/>
                  </a:cubicBezTo>
                  <a:cubicBezTo>
                    <a:pt x="4510239" y="1589752"/>
                    <a:pt x="4515557" y="1608744"/>
                    <a:pt x="4523660" y="1613302"/>
                  </a:cubicBezTo>
                  <a:cubicBezTo>
                    <a:pt x="4528725" y="1616341"/>
                    <a:pt x="4531510" y="1611276"/>
                    <a:pt x="4529485" y="1602920"/>
                  </a:cubicBezTo>
                  <a:cubicBezTo>
                    <a:pt x="4527965" y="1597602"/>
                    <a:pt x="4523660" y="1588992"/>
                    <a:pt x="4517836" y="1587979"/>
                  </a:cubicBezTo>
                  <a:close/>
                  <a:moveTo>
                    <a:pt x="4497831" y="1599881"/>
                  </a:moveTo>
                  <a:cubicBezTo>
                    <a:pt x="4496565" y="1594310"/>
                    <a:pt x="4492007" y="1585700"/>
                    <a:pt x="4486183" y="1584688"/>
                  </a:cubicBezTo>
                  <a:cubicBezTo>
                    <a:pt x="4485677" y="1584688"/>
                    <a:pt x="4485170" y="1584688"/>
                    <a:pt x="4484664" y="1584688"/>
                  </a:cubicBezTo>
                  <a:cubicBezTo>
                    <a:pt x="4478080" y="1586460"/>
                    <a:pt x="4483144" y="1605199"/>
                    <a:pt x="4491501" y="1610010"/>
                  </a:cubicBezTo>
                  <a:cubicBezTo>
                    <a:pt x="4496819" y="1613049"/>
                    <a:pt x="4499857" y="1607984"/>
                    <a:pt x="4497831" y="1599881"/>
                  </a:cubicBezTo>
                  <a:close/>
                  <a:moveTo>
                    <a:pt x="4453011" y="1581142"/>
                  </a:moveTo>
                  <a:cubicBezTo>
                    <a:pt x="4452504" y="1581142"/>
                    <a:pt x="4451997" y="1581142"/>
                    <a:pt x="4451491" y="1581142"/>
                  </a:cubicBezTo>
                  <a:cubicBezTo>
                    <a:pt x="4444654" y="1582915"/>
                    <a:pt x="4448705" y="1600134"/>
                    <a:pt x="4457315" y="1605958"/>
                  </a:cubicBezTo>
                  <a:cubicBezTo>
                    <a:pt x="4463139" y="1610010"/>
                    <a:pt x="4466938" y="1604946"/>
                    <a:pt x="4464912" y="1596083"/>
                  </a:cubicBezTo>
                  <a:cubicBezTo>
                    <a:pt x="4463646" y="1590765"/>
                    <a:pt x="4459088" y="1582408"/>
                    <a:pt x="4453011" y="1581142"/>
                  </a:cubicBezTo>
                  <a:close/>
                  <a:moveTo>
                    <a:pt x="4418318" y="1577850"/>
                  </a:moveTo>
                  <a:cubicBezTo>
                    <a:pt x="4417812" y="1577850"/>
                    <a:pt x="4417306" y="1577850"/>
                    <a:pt x="4416799" y="1577850"/>
                  </a:cubicBezTo>
                  <a:cubicBezTo>
                    <a:pt x="4409709" y="1579623"/>
                    <a:pt x="4413760" y="1596842"/>
                    <a:pt x="4422370" y="1602667"/>
                  </a:cubicBezTo>
                  <a:cubicBezTo>
                    <a:pt x="4428448" y="1606718"/>
                    <a:pt x="4432499" y="1601654"/>
                    <a:pt x="4430473" y="1592791"/>
                  </a:cubicBezTo>
                  <a:cubicBezTo>
                    <a:pt x="4429460" y="1587473"/>
                    <a:pt x="4424649" y="1578863"/>
                    <a:pt x="4418318" y="1577850"/>
                  </a:cubicBezTo>
                  <a:close/>
                  <a:moveTo>
                    <a:pt x="4382614" y="1574558"/>
                  </a:moveTo>
                  <a:cubicBezTo>
                    <a:pt x="4382107" y="1574558"/>
                    <a:pt x="4381601" y="1574558"/>
                    <a:pt x="4381094" y="1574558"/>
                  </a:cubicBezTo>
                  <a:cubicBezTo>
                    <a:pt x="4373751" y="1576331"/>
                    <a:pt x="4377549" y="1593550"/>
                    <a:pt x="4386665" y="1599375"/>
                  </a:cubicBezTo>
                  <a:cubicBezTo>
                    <a:pt x="4392743" y="1603426"/>
                    <a:pt x="4397301" y="1598362"/>
                    <a:pt x="4395275" y="1589499"/>
                  </a:cubicBezTo>
                  <a:cubicBezTo>
                    <a:pt x="4393755" y="1583928"/>
                    <a:pt x="4389198" y="1575571"/>
                    <a:pt x="4382614" y="1574558"/>
                  </a:cubicBezTo>
                  <a:close/>
                  <a:moveTo>
                    <a:pt x="4358051" y="1586460"/>
                  </a:moveTo>
                  <a:cubicBezTo>
                    <a:pt x="4356785" y="1580889"/>
                    <a:pt x="4352226" y="1572279"/>
                    <a:pt x="4345390" y="1571266"/>
                  </a:cubicBezTo>
                  <a:cubicBezTo>
                    <a:pt x="4344883" y="1571266"/>
                    <a:pt x="4344123" y="1571266"/>
                    <a:pt x="4343617" y="1571266"/>
                  </a:cubicBezTo>
                  <a:cubicBezTo>
                    <a:pt x="4336020" y="1573039"/>
                    <a:pt x="4339565" y="1590258"/>
                    <a:pt x="4348935" y="1596083"/>
                  </a:cubicBezTo>
                  <a:cubicBezTo>
                    <a:pt x="4355265" y="1600134"/>
                    <a:pt x="4359823" y="1595070"/>
                    <a:pt x="4358051" y="1586460"/>
                  </a:cubicBezTo>
                  <a:close/>
                  <a:moveTo>
                    <a:pt x="4319814" y="1583168"/>
                  </a:moveTo>
                  <a:cubicBezTo>
                    <a:pt x="4318547" y="1577597"/>
                    <a:pt x="4313989" y="1568987"/>
                    <a:pt x="4306899" y="1567975"/>
                  </a:cubicBezTo>
                  <a:cubicBezTo>
                    <a:pt x="4306393" y="1567975"/>
                    <a:pt x="4305633" y="1567975"/>
                    <a:pt x="4305126" y="1567975"/>
                  </a:cubicBezTo>
                  <a:cubicBezTo>
                    <a:pt x="4297023" y="1569747"/>
                    <a:pt x="4300568" y="1586966"/>
                    <a:pt x="4310191" y="1592791"/>
                  </a:cubicBezTo>
                  <a:cubicBezTo>
                    <a:pt x="4316775" y="1596842"/>
                    <a:pt x="4321586" y="1591778"/>
                    <a:pt x="4319814" y="1583168"/>
                  </a:cubicBezTo>
                  <a:close/>
                  <a:moveTo>
                    <a:pt x="4280057" y="1579876"/>
                  </a:moveTo>
                  <a:cubicBezTo>
                    <a:pt x="4279044" y="1574305"/>
                    <a:pt x="4274233" y="1565949"/>
                    <a:pt x="4266889" y="1564683"/>
                  </a:cubicBezTo>
                  <a:cubicBezTo>
                    <a:pt x="4266383" y="1564683"/>
                    <a:pt x="4265623" y="1564683"/>
                    <a:pt x="4265117" y="1564683"/>
                  </a:cubicBezTo>
                  <a:cubicBezTo>
                    <a:pt x="4257520" y="1566455"/>
                    <a:pt x="4260052" y="1582408"/>
                    <a:pt x="4268915" y="1588739"/>
                  </a:cubicBezTo>
                  <a:cubicBezTo>
                    <a:pt x="4276006" y="1593804"/>
                    <a:pt x="4281830" y="1588992"/>
                    <a:pt x="4280057" y="1579876"/>
                  </a:cubicBezTo>
                  <a:close/>
                  <a:moveTo>
                    <a:pt x="4239288" y="1576584"/>
                  </a:moveTo>
                  <a:cubicBezTo>
                    <a:pt x="4238275" y="1571013"/>
                    <a:pt x="4233463" y="1562657"/>
                    <a:pt x="4226120" y="1561391"/>
                  </a:cubicBezTo>
                  <a:cubicBezTo>
                    <a:pt x="4225613" y="1561391"/>
                    <a:pt x="4224854" y="1561391"/>
                    <a:pt x="4224348" y="1561391"/>
                  </a:cubicBezTo>
                  <a:cubicBezTo>
                    <a:pt x="4216497" y="1563163"/>
                    <a:pt x="4218777" y="1579117"/>
                    <a:pt x="4227893" y="1585447"/>
                  </a:cubicBezTo>
                  <a:cubicBezTo>
                    <a:pt x="4234983" y="1590765"/>
                    <a:pt x="4241060" y="1585954"/>
                    <a:pt x="4239288" y="1576584"/>
                  </a:cubicBezTo>
                  <a:close/>
                  <a:moveTo>
                    <a:pt x="4197252" y="1573292"/>
                  </a:moveTo>
                  <a:cubicBezTo>
                    <a:pt x="4196240" y="1567721"/>
                    <a:pt x="4191428" y="1559365"/>
                    <a:pt x="4183831" y="1558099"/>
                  </a:cubicBezTo>
                  <a:cubicBezTo>
                    <a:pt x="4183325" y="1558099"/>
                    <a:pt x="4182565" y="1558099"/>
                    <a:pt x="4181805" y="1558099"/>
                  </a:cubicBezTo>
                  <a:cubicBezTo>
                    <a:pt x="4173196" y="1559871"/>
                    <a:pt x="4175475" y="1575571"/>
                    <a:pt x="4185097" y="1582155"/>
                  </a:cubicBezTo>
                  <a:cubicBezTo>
                    <a:pt x="4192694" y="1587473"/>
                    <a:pt x="4199025" y="1582662"/>
                    <a:pt x="4197252" y="1573292"/>
                  </a:cubicBezTo>
                  <a:close/>
                  <a:moveTo>
                    <a:pt x="4154204" y="1570254"/>
                  </a:moveTo>
                  <a:cubicBezTo>
                    <a:pt x="4153191" y="1564936"/>
                    <a:pt x="4148886" y="1556326"/>
                    <a:pt x="4140529" y="1555313"/>
                  </a:cubicBezTo>
                  <a:cubicBezTo>
                    <a:pt x="4140023" y="1555313"/>
                    <a:pt x="4139264" y="1555313"/>
                    <a:pt x="4138504" y="1555313"/>
                  </a:cubicBezTo>
                  <a:cubicBezTo>
                    <a:pt x="4130147" y="1557086"/>
                    <a:pt x="4132173" y="1573039"/>
                    <a:pt x="4141543" y="1579370"/>
                  </a:cubicBezTo>
                  <a:cubicBezTo>
                    <a:pt x="4149139" y="1584434"/>
                    <a:pt x="4155723" y="1579623"/>
                    <a:pt x="4154204" y="1570254"/>
                  </a:cubicBezTo>
                  <a:close/>
                  <a:moveTo>
                    <a:pt x="4109636" y="1567215"/>
                  </a:moveTo>
                  <a:cubicBezTo>
                    <a:pt x="4108623" y="1561644"/>
                    <a:pt x="4103812" y="1553287"/>
                    <a:pt x="4095962" y="1552275"/>
                  </a:cubicBezTo>
                  <a:cubicBezTo>
                    <a:pt x="4095709" y="1552275"/>
                    <a:pt x="4095202" y="1552275"/>
                    <a:pt x="4094949" y="1552275"/>
                  </a:cubicBezTo>
                  <a:cubicBezTo>
                    <a:pt x="4085833" y="1552781"/>
                    <a:pt x="4086339" y="1568481"/>
                    <a:pt x="4095962" y="1575825"/>
                  </a:cubicBezTo>
                  <a:cubicBezTo>
                    <a:pt x="4103559" y="1581649"/>
                    <a:pt x="4111409" y="1577091"/>
                    <a:pt x="4109636" y="1567215"/>
                  </a:cubicBezTo>
                  <a:close/>
                  <a:moveTo>
                    <a:pt x="4064309" y="1564176"/>
                  </a:moveTo>
                  <a:cubicBezTo>
                    <a:pt x="4063549" y="1558605"/>
                    <a:pt x="4058485" y="1550249"/>
                    <a:pt x="4050381" y="1549236"/>
                  </a:cubicBezTo>
                  <a:cubicBezTo>
                    <a:pt x="4049875" y="1549236"/>
                    <a:pt x="4048862" y="1549236"/>
                    <a:pt x="4048355" y="1549236"/>
                  </a:cubicBezTo>
                  <a:cubicBezTo>
                    <a:pt x="4039746" y="1551008"/>
                    <a:pt x="4040759" y="1565696"/>
                    <a:pt x="4049875" y="1572533"/>
                  </a:cubicBezTo>
                  <a:cubicBezTo>
                    <a:pt x="4057725" y="1578610"/>
                    <a:pt x="4065575" y="1573799"/>
                    <a:pt x="4064309" y="1564176"/>
                  </a:cubicBezTo>
                  <a:close/>
                  <a:moveTo>
                    <a:pt x="4017715" y="1561137"/>
                  </a:moveTo>
                  <a:cubicBezTo>
                    <a:pt x="4016955" y="1555566"/>
                    <a:pt x="4012144" y="1547210"/>
                    <a:pt x="4003788" y="1546197"/>
                  </a:cubicBezTo>
                  <a:cubicBezTo>
                    <a:pt x="4003028" y="1546197"/>
                    <a:pt x="4002268" y="1546197"/>
                    <a:pt x="4001762" y="1546197"/>
                  </a:cubicBezTo>
                  <a:cubicBezTo>
                    <a:pt x="3992899" y="1547970"/>
                    <a:pt x="3993659" y="1562657"/>
                    <a:pt x="4003028" y="1569494"/>
                  </a:cubicBezTo>
                  <a:cubicBezTo>
                    <a:pt x="4011131" y="1575571"/>
                    <a:pt x="4018981" y="1571013"/>
                    <a:pt x="4017715" y="1561137"/>
                  </a:cubicBezTo>
                  <a:close/>
                  <a:moveTo>
                    <a:pt x="3970109" y="1558099"/>
                  </a:moveTo>
                  <a:cubicBezTo>
                    <a:pt x="3969349" y="1552528"/>
                    <a:pt x="3964538" y="1544171"/>
                    <a:pt x="3955928" y="1543158"/>
                  </a:cubicBezTo>
                  <a:cubicBezTo>
                    <a:pt x="3955168" y="1543158"/>
                    <a:pt x="3954409" y="1543158"/>
                    <a:pt x="3953649" y="1543412"/>
                  </a:cubicBezTo>
                  <a:cubicBezTo>
                    <a:pt x="3944533" y="1545184"/>
                    <a:pt x="3945293" y="1559871"/>
                    <a:pt x="3954662" y="1566708"/>
                  </a:cubicBezTo>
                  <a:cubicBezTo>
                    <a:pt x="3963018" y="1572533"/>
                    <a:pt x="3971375" y="1567975"/>
                    <a:pt x="3970109" y="1558099"/>
                  </a:cubicBezTo>
                  <a:close/>
                  <a:moveTo>
                    <a:pt x="3921236" y="1555060"/>
                  </a:moveTo>
                  <a:cubicBezTo>
                    <a:pt x="3920476" y="1549489"/>
                    <a:pt x="3915665" y="1541133"/>
                    <a:pt x="3907055" y="1540120"/>
                  </a:cubicBezTo>
                  <a:cubicBezTo>
                    <a:pt x="3906296" y="1540120"/>
                    <a:pt x="3905536" y="1540120"/>
                    <a:pt x="3904776" y="1540373"/>
                  </a:cubicBezTo>
                  <a:cubicBezTo>
                    <a:pt x="3895407" y="1542146"/>
                    <a:pt x="3895914" y="1556833"/>
                    <a:pt x="3905536" y="1563670"/>
                  </a:cubicBezTo>
                  <a:cubicBezTo>
                    <a:pt x="3913892" y="1569747"/>
                    <a:pt x="3922502" y="1564936"/>
                    <a:pt x="3921236" y="1555060"/>
                  </a:cubicBezTo>
                  <a:close/>
                  <a:moveTo>
                    <a:pt x="3871604" y="1552275"/>
                  </a:moveTo>
                  <a:cubicBezTo>
                    <a:pt x="3871097" y="1546704"/>
                    <a:pt x="3866033" y="1538347"/>
                    <a:pt x="3857423" y="1537334"/>
                  </a:cubicBezTo>
                  <a:cubicBezTo>
                    <a:pt x="3857170" y="1537334"/>
                    <a:pt x="3856663" y="1537334"/>
                    <a:pt x="3856157" y="1537334"/>
                  </a:cubicBezTo>
                  <a:cubicBezTo>
                    <a:pt x="3846028" y="1537841"/>
                    <a:pt x="3845015" y="1552021"/>
                    <a:pt x="3854638" y="1560125"/>
                  </a:cubicBezTo>
                  <a:cubicBezTo>
                    <a:pt x="3862994" y="1567215"/>
                    <a:pt x="3872870" y="1562657"/>
                    <a:pt x="3871604" y="1552275"/>
                  </a:cubicBezTo>
                  <a:close/>
                  <a:moveTo>
                    <a:pt x="3820959" y="1549489"/>
                  </a:moveTo>
                  <a:cubicBezTo>
                    <a:pt x="3820452" y="1543918"/>
                    <a:pt x="3815388" y="1535562"/>
                    <a:pt x="3806525" y="1534549"/>
                  </a:cubicBezTo>
                  <a:cubicBezTo>
                    <a:pt x="3806271" y="1534549"/>
                    <a:pt x="3805765" y="1534549"/>
                    <a:pt x="3805259" y="1534549"/>
                  </a:cubicBezTo>
                  <a:cubicBezTo>
                    <a:pt x="3795129" y="1535055"/>
                    <a:pt x="3793864" y="1549236"/>
                    <a:pt x="3803486" y="1557339"/>
                  </a:cubicBezTo>
                  <a:cubicBezTo>
                    <a:pt x="3811842" y="1564176"/>
                    <a:pt x="3821971" y="1559871"/>
                    <a:pt x="3820959" y="1549489"/>
                  </a:cubicBezTo>
                  <a:close/>
                  <a:moveTo>
                    <a:pt x="3769554" y="1546704"/>
                  </a:moveTo>
                  <a:cubicBezTo>
                    <a:pt x="3769047" y="1541133"/>
                    <a:pt x="3764236" y="1532776"/>
                    <a:pt x="3754867" y="1531763"/>
                  </a:cubicBezTo>
                  <a:cubicBezTo>
                    <a:pt x="3754613" y="1531763"/>
                    <a:pt x="3754107" y="1531763"/>
                    <a:pt x="3753600" y="1531763"/>
                  </a:cubicBezTo>
                  <a:cubicBezTo>
                    <a:pt x="3743218" y="1532270"/>
                    <a:pt x="3741952" y="1546450"/>
                    <a:pt x="3751321" y="1554554"/>
                  </a:cubicBezTo>
                  <a:cubicBezTo>
                    <a:pt x="3759931" y="1561391"/>
                    <a:pt x="3770313" y="1557086"/>
                    <a:pt x="3769554" y="1546704"/>
                  </a:cubicBezTo>
                  <a:close/>
                  <a:moveTo>
                    <a:pt x="3716883" y="1543918"/>
                  </a:moveTo>
                  <a:cubicBezTo>
                    <a:pt x="3716376" y="1538347"/>
                    <a:pt x="3711565" y="1529991"/>
                    <a:pt x="3702196" y="1528978"/>
                  </a:cubicBezTo>
                  <a:cubicBezTo>
                    <a:pt x="3701942" y="1528978"/>
                    <a:pt x="3701436" y="1528978"/>
                    <a:pt x="3700929" y="1528978"/>
                  </a:cubicBezTo>
                  <a:cubicBezTo>
                    <a:pt x="3690294" y="1529484"/>
                    <a:pt x="3688775" y="1543918"/>
                    <a:pt x="3698397" y="1551768"/>
                  </a:cubicBezTo>
                  <a:cubicBezTo>
                    <a:pt x="3707260" y="1558858"/>
                    <a:pt x="3717642" y="1554554"/>
                    <a:pt x="3716883" y="1543918"/>
                  </a:cubicBezTo>
                  <a:close/>
                  <a:moveTo>
                    <a:pt x="3663452" y="1541386"/>
                  </a:moveTo>
                  <a:cubicBezTo>
                    <a:pt x="3662945" y="1535815"/>
                    <a:pt x="3658134" y="1527458"/>
                    <a:pt x="3648765" y="1526445"/>
                  </a:cubicBezTo>
                  <a:cubicBezTo>
                    <a:pt x="3648512" y="1526445"/>
                    <a:pt x="3648005" y="1526445"/>
                    <a:pt x="3647499" y="1526445"/>
                  </a:cubicBezTo>
                  <a:cubicBezTo>
                    <a:pt x="3636610" y="1527205"/>
                    <a:pt x="3634837" y="1541386"/>
                    <a:pt x="3644713" y="1549236"/>
                  </a:cubicBezTo>
                  <a:cubicBezTo>
                    <a:pt x="3653576" y="1556073"/>
                    <a:pt x="3664212" y="1551768"/>
                    <a:pt x="3663452" y="1541386"/>
                  </a:cubicBezTo>
                  <a:close/>
                  <a:moveTo>
                    <a:pt x="3609262" y="1538600"/>
                  </a:moveTo>
                  <a:cubicBezTo>
                    <a:pt x="3609009" y="1533029"/>
                    <a:pt x="3604197" y="1524673"/>
                    <a:pt x="3594321" y="1523660"/>
                  </a:cubicBezTo>
                  <a:cubicBezTo>
                    <a:pt x="3594068" y="1523660"/>
                    <a:pt x="3593308" y="1523660"/>
                    <a:pt x="3593055" y="1523660"/>
                  </a:cubicBezTo>
                  <a:cubicBezTo>
                    <a:pt x="3582673" y="1524166"/>
                    <a:pt x="3580394" y="1537334"/>
                    <a:pt x="3589004" y="1545437"/>
                  </a:cubicBezTo>
                  <a:cubicBezTo>
                    <a:pt x="3597614" y="1553794"/>
                    <a:pt x="3609768" y="1549489"/>
                    <a:pt x="3609262" y="1538600"/>
                  </a:cubicBezTo>
                  <a:close/>
                  <a:moveTo>
                    <a:pt x="3554059" y="1536068"/>
                  </a:moveTo>
                  <a:cubicBezTo>
                    <a:pt x="3553805" y="1530497"/>
                    <a:pt x="3548994" y="1522141"/>
                    <a:pt x="3539371" y="1521128"/>
                  </a:cubicBezTo>
                  <a:cubicBezTo>
                    <a:pt x="3539118" y="1521128"/>
                    <a:pt x="3538358" y="1521128"/>
                    <a:pt x="3538105" y="1521128"/>
                  </a:cubicBezTo>
                  <a:cubicBezTo>
                    <a:pt x="3527723" y="1521634"/>
                    <a:pt x="3524937" y="1534802"/>
                    <a:pt x="3533800" y="1542905"/>
                  </a:cubicBezTo>
                  <a:cubicBezTo>
                    <a:pt x="3542410" y="1551262"/>
                    <a:pt x="3554565" y="1547210"/>
                    <a:pt x="3554059" y="1536068"/>
                  </a:cubicBezTo>
                  <a:close/>
                  <a:moveTo>
                    <a:pt x="3498096" y="1533536"/>
                  </a:moveTo>
                  <a:cubicBezTo>
                    <a:pt x="3497842" y="1527965"/>
                    <a:pt x="3493031" y="1519608"/>
                    <a:pt x="3483155" y="1518596"/>
                  </a:cubicBezTo>
                  <a:cubicBezTo>
                    <a:pt x="3482649" y="1518596"/>
                    <a:pt x="3482142" y="1518596"/>
                    <a:pt x="3481889" y="1518596"/>
                  </a:cubicBezTo>
                  <a:cubicBezTo>
                    <a:pt x="3471001" y="1519102"/>
                    <a:pt x="3468215" y="1532270"/>
                    <a:pt x="3477078" y="1540373"/>
                  </a:cubicBezTo>
                  <a:cubicBezTo>
                    <a:pt x="3486194" y="1548729"/>
                    <a:pt x="3498602" y="1544678"/>
                    <a:pt x="3498096" y="1533536"/>
                  </a:cubicBezTo>
                  <a:close/>
                  <a:moveTo>
                    <a:pt x="3441626" y="1531257"/>
                  </a:moveTo>
                  <a:cubicBezTo>
                    <a:pt x="3441373" y="1525939"/>
                    <a:pt x="3437321" y="1517329"/>
                    <a:pt x="3426686" y="1516570"/>
                  </a:cubicBezTo>
                  <a:cubicBezTo>
                    <a:pt x="3426179" y="1516570"/>
                    <a:pt x="3425673" y="1516570"/>
                    <a:pt x="3425420" y="1516570"/>
                  </a:cubicBezTo>
                  <a:cubicBezTo>
                    <a:pt x="3414531" y="1517329"/>
                    <a:pt x="3411745" y="1530244"/>
                    <a:pt x="3420355" y="1538347"/>
                  </a:cubicBezTo>
                  <a:cubicBezTo>
                    <a:pt x="3428965" y="1546197"/>
                    <a:pt x="3441879" y="1542146"/>
                    <a:pt x="3441626" y="1531257"/>
                  </a:cubicBezTo>
                  <a:close/>
                  <a:moveTo>
                    <a:pt x="3384144" y="1528725"/>
                  </a:moveTo>
                  <a:cubicBezTo>
                    <a:pt x="3384144" y="1523154"/>
                    <a:pt x="3379333" y="1514797"/>
                    <a:pt x="3369204" y="1514037"/>
                  </a:cubicBezTo>
                  <a:cubicBezTo>
                    <a:pt x="3368697" y="1514037"/>
                    <a:pt x="3368191" y="1514037"/>
                    <a:pt x="3367937" y="1514037"/>
                  </a:cubicBezTo>
                  <a:cubicBezTo>
                    <a:pt x="3357049" y="1514797"/>
                    <a:pt x="3353757" y="1527712"/>
                    <a:pt x="3362620" y="1535815"/>
                  </a:cubicBezTo>
                  <a:cubicBezTo>
                    <a:pt x="3371230" y="1543918"/>
                    <a:pt x="3384397" y="1539613"/>
                    <a:pt x="3384144" y="1528725"/>
                  </a:cubicBezTo>
                  <a:close/>
                  <a:moveTo>
                    <a:pt x="3311215" y="1511758"/>
                  </a:moveTo>
                  <a:cubicBezTo>
                    <a:pt x="3310709" y="1511758"/>
                    <a:pt x="3310202" y="1511758"/>
                    <a:pt x="3309949" y="1511758"/>
                  </a:cubicBezTo>
                  <a:cubicBezTo>
                    <a:pt x="3298807" y="1512518"/>
                    <a:pt x="3295515" y="1525433"/>
                    <a:pt x="3304378" y="1533536"/>
                  </a:cubicBezTo>
                  <a:cubicBezTo>
                    <a:pt x="3313241" y="1541639"/>
                    <a:pt x="3326408" y="1537587"/>
                    <a:pt x="3326408" y="1526445"/>
                  </a:cubicBezTo>
                  <a:cubicBezTo>
                    <a:pt x="3325902" y="1520875"/>
                    <a:pt x="3321344" y="1512518"/>
                    <a:pt x="3311215" y="1511758"/>
                  </a:cubicBezTo>
                  <a:close/>
                  <a:moveTo>
                    <a:pt x="3243857" y="1530244"/>
                  </a:moveTo>
                  <a:cubicBezTo>
                    <a:pt x="3252467" y="1539613"/>
                    <a:pt x="3267154" y="1535815"/>
                    <a:pt x="3267154" y="1524166"/>
                  </a:cubicBezTo>
                  <a:cubicBezTo>
                    <a:pt x="3267154" y="1518596"/>
                    <a:pt x="3262595" y="1510239"/>
                    <a:pt x="3252213" y="1509479"/>
                  </a:cubicBezTo>
                  <a:cubicBezTo>
                    <a:pt x="3239552" y="1509733"/>
                    <a:pt x="3236260" y="1522141"/>
                    <a:pt x="3243857" y="1530244"/>
                  </a:cubicBezTo>
                  <a:close/>
                  <a:moveTo>
                    <a:pt x="3192705" y="1507200"/>
                  </a:moveTo>
                  <a:cubicBezTo>
                    <a:pt x="3180044" y="1507454"/>
                    <a:pt x="3176499" y="1519862"/>
                    <a:pt x="3184095" y="1527965"/>
                  </a:cubicBezTo>
                  <a:cubicBezTo>
                    <a:pt x="3192452" y="1537081"/>
                    <a:pt x="3207645" y="1533283"/>
                    <a:pt x="3207899" y="1521887"/>
                  </a:cubicBezTo>
                  <a:cubicBezTo>
                    <a:pt x="3207899" y="1516570"/>
                    <a:pt x="3203341" y="1508213"/>
                    <a:pt x="3192705" y="1507200"/>
                  </a:cubicBezTo>
                  <a:close/>
                  <a:moveTo>
                    <a:pt x="3132691" y="1505175"/>
                  </a:moveTo>
                  <a:cubicBezTo>
                    <a:pt x="3119776" y="1505428"/>
                    <a:pt x="3116231" y="1517836"/>
                    <a:pt x="3123828" y="1525939"/>
                  </a:cubicBezTo>
                  <a:cubicBezTo>
                    <a:pt x="3132437" y="1535308"/>
                    <a:pt x="3147378" y="1531510"/>
                    <a:pt x="3147631" y="1519862"/>
                  </a:cubicBezTo>
                  <a:cubicBezTo>
                    <a:pt x="3147884" y="1514291"/>
                    <a:pt x="3143326" y="1506187"/>
                    <a:pt x="3132691" y="1505175"/>
                  </a:cubicBezTo>
                  <a:close/>
                  <a:moveTo>
                    <a:pt x="3072170" y="1503149"/>
                  </a:moveTo>
                  <a:cubicBezTo>
                    <a:pt x="3059002" y="1503402"/>
                    <a:pt x="3055204" y="1515810"/>
                    <a:pt x="3062800" y="1523913"/>
                  </a:cubicBezTo>
                  <a:cubicBezTo>
                    <a:pt x="3071410" y="1533283"/>
                    <a:pt x="3086604" y="1529231"/>
                    <a:pt x="3087110" y="1517836"/>
                  </a:cubicBezTo>
                  <a:cubicBezTo>
                    <a:pt x="3087363" y="1512265"/>
                    <a:pt x="3082805" y="1504162"/>
                    <a:pt x="3072170" y="1503149"/>
                  </a:cubicBezTo>
                  <a:close/>
                  <a:moveTo>
                    <a:pt x="3010889" y="1501376"/>
                  </a:moveTo>
                  <a:cubicBezTo>
                    <a:pt x="2997721" y="1501629"/>
                    <a:pt x="2993923" y="1514291"/>
                    <a:pt x="3001266" y="1522141"/>
                  </a:cubicBezTo>
                  <a:cubicBezTo>
                    <a:pt x="3009623" y="1531257"/>
                    <a:pt x="3025323" y="1527458"/>
                    <a:pt x="3025829" y="1516063"/>
                  </a:cubicBezTo>
                  <a:cubicBezTo>
                    <a:pt x="3026083" y="1510746"/>
                    <a:pt x="3022284" y="1502136"/>
                    <a:pt x="3010889" y="1501376"/>
                  </a:cubicBezTo>
                  <a:close/>
                  <a:moveTo>
                    <a:pt x="2949102" y="1499350"/>
                  </a:moveTo>
                  <a:cubicBezTo>
                    <a:pt x="2935934" y="1499604"/>
                    <a:pt x="2931882" y="1512265"/>
                    <a:pt x="2939226" y="1520115"/>
                  </a:cubicBezTo>
                  <a:cubicBezTo>
                    <a:pt x="2947583" y="1529231"/>
                    <a:pt x="2963536" y="1525433"/>
                    <a:pt x="2964042" y="1513784"/>
                  </a:cubicBezTo>
                  <a:cubicBezTo>
                    <a:pt x="2964549" y="1508466"/>
                    <a:pt x="2959991" y="1500110"/>
                    <a:pt x="2949102" y="1499350"/>
                  </a:cubicBezTo>
                  <a:close/>
                  <a:moveTo>
                    <a:pt x="2902002" y="1512265"/>
                  </a:moveTo>
                  <a:cubicBezTo>
                    <a:pt x="2902255" y="1506947"/>
                    <a:pt x="2898710" y="1498591"/>
                    <a:pt x="2887062" y="1497578"/>
                  </a:cubicBezTo>
                  <a:cubicBezTo>
                    <a:pt x="2873641" y="1497831"/>
                    <a:pt x="2869589" y="1510492"/>
                    <a:pt x="2876933" y="1518342"/>
                  </a:cubicBezTo>
                  <a:cubicBezTo>
                    <a:pt x="2885542" y="1527712"/>
                    <a:pt x="2900989" y="1523913"/>
                    <a:pt x="2902002" y="1512265"/>
                  </a:cubicBezTo>
                  <a:close/>
                  <a:moveTo>
                    <a:pt x="2824515" y="1495805"/>
                  </a:moveTo>
                  <a:cubicBezTo>
                    <a:pt x="2810841" y="1496058"/>
                    <a:pt x="2806536" y="1508720"/>
                    <a:pt x="2813879" y="1516570"/>
                  </a:cubicBezTo>
                  <a:cubicBezTo>
                    <a:pt x="2822489" y="1525686"/>
                    <a:pt x="2838442" y="1521887"/>
                    <a:pt x="2839202" y="1510239"/>
                  </a:cubicBezTo>
                  <a:cubicBezTo>
                    <a:pt x="2839708" y="1505175"/>
                    <a:pt x="2835910" y="1496818"/>
                    <a:pt x="2824515" y="1495805"/>
                  </a:cubicBezTo>
                  <a:close/>
                  <a:moveTo>
                    <a:pt x="2761208" y="1494286"/>
                  </a:moveTo>
                  <a:cubicBezTo>
                    <a:pt x="2747534" y="1494539"/>
                    <a:pt x="2743229" y="1507200"/>
                    <a:pt x="2750573" y="1515050"/>
                  </a:cubicBezTo>
                  <a:cubicBezTo>
                    <a:pt x="2758929" y="1524166"/>
                    <a:pt x="2775136" y="1520115"/>
                    <a:pt x="2776149" y="1508720"/>
                  </a:cubicBezTo>
                  <a:cubicBezTo>
                    <a:pt x="2776655" y="1503149"/>
                    <a:pt x="2772350" y="1495046"/>
                    <a:pt x="2761208" y="1494286"/>
                  </a:cubicBezTo>
                  <a:close/>
                  <a:moveTo>
                    <a:pt x="2697649" y="1492766"/>
                  </a:moveTo>
                  <a:cubicBezTo>
                    <a:pt x="2684481" y="1493020"/>
                    <a:pt x="2679670" y="1504668"/>
                    <a:pt x="2685747" y="1512518"/>
                  </a:cubicBezTo>
                  <a:cubicBezTo>
                    <a:pt x="2693597" y="1522900"/>
                    <a:pt x="2711069" y="1519355"/>
                    <a:pt x="2712336" y="1507200"/>
                  </a:cubicBezTo>
                  <a:cubicBezTo>
                    <a:pt x="2712842" y="1502136"/>
                    <a:pt x="2709297" y="1493526"/>
                    <a:pt x="2697649" y="1492766"/>
                  </a:cubicBezTo>
                  <a:close/>
                  <a:moveTo>
                    <a:pt x="2633836" y="1491247"/>
                  </a:moveTo>
                  <a:cubicBezTo>
                    <a:pt x="2620415" y="1491500"/>
                    <a:pt x="2615350" y="1503149"/>
                    <a:pt x="2621681" y="1510999"/>
                  </a:cubicBezTo>
                  <a:cubicBezTo>
                    <a:pt x="2629531" y="1521128"/>
                    <a:pt x="2647257" y="1517583"/>
                    <a:pt x="2648523" y="1505681"/>
                  </a:cubicBezTo>
                  <a:cubicBezTo>
                    <a:pt x="2649029" y="1500616"/>
                    <a:pt x="2645484" y="1492007"/>
                    <a:pt x="2633836" y="1491247"/>
                  </a:cubicBezTo>
                  <a:close/>
                  <a:moveTo>
                    <a:pt x="2126624" y="1496818"/>
                  </a:moveTo>
                  <a:cubicBezTo>
                    <a:pt x="2127637" y="1491500"/>
                    <a:pt x="2124852" y="1483144"/>
                    <a:pt x="2112697" y="1482384"/>
                  </a:cubicBezTo>
                  <a:cubicBezTo>
                    <a:pt x="2098010" y="1482891"/>
                    <a:pt x="2093198" y="1495046"/>
                    <a:pt x="2098263" y="1502389"/>
                  </a:cubicBezTo>
                  <a:cubicBezTo>
                    <a:pt x="2105353" y="1512771"/>
                    <a:pt x="2124092" y="1508973"/>
                    <a:pt x="2126624" y="1496818"/>
                  </a:cubicBezTo>
                  <a:close/>
                  <a:moveTo>
                    <a:pt x="1559905" y="1494286"/>
                  </a:moveTo>
                  <a:cubicBezTo>
                    <a:pt x="1561424" y="1488968"/>
                    <a:pt x="1559651" y="1480612"/>
                    <a:pt x="1549016" y="1480105"/>
                  </a:cubicBezTo>
                  <a:cubicBezTo>
                    <a:pt x="1536861" y="1480612"/>
                    <a:pt x="1530277" y="1492260"/>
                    <a:pt x="1534329" y="1500363"/>
                  </a:cubicBezTo>
                  <a:cubicBezTo>
                    <a:pt x="1539393" y="1510492"/>
                    <a:pt x="1556360" y="1506441"/>
                    <a:pt x="1559905" y="1494286"/>
                  </a:cubicBezTo>
                  <a:close/>
                  <a:moveTo>
                    <a:pt x="188687" y="1570000"/>
                  </a:moveTo>
                  <a:cubicBezTo>
                    <a:pt x="189446" y="1571013"/>
                    <a:pt x="192738" y="1565189"/>
                    <a:pt x="195777" y="1557592"/>
                  </a:cubicBezTo>
                  <a:cubicBezTo>
                    <a:pt x="198056" y="1552021"/>
                    <a:pt x="200588" y="1543918"/>
                    <a:pt x="199069" y="1543918"/>
                  </a:cubicBezTo>
                  <a:cubicBezTo>
                    <a:pt x="195524" y="1545944"/>
                    <a:pt x="187674" y="1568481"/>
                    <a:pt x="188687" y="1570000"/>
                  </a:cubicBezTo>
                  <a:close/>
                  <a:moveTo>
                    <a:pt x="180077" y="1573292"/>
                  </a:moveTo>
                  <a:cubicBezTo>
                    <a:pt x="181343" y="1573292"/>
                    <a:pt x="184635" y="1565696"/>
                    <a:pt x="186661" y="1560631"/>
                  </a:cubicBezTo>
                  <a:cubicBezTo>
                    <a:pt x="188687" y="1555566"/>
                    <a:pt x="191472" y="1547970"/>
                    <a:pt x="190712" y="1546957"/>
                  </a:cubicBezTo>
                  <a:cubicBezTo>
                    <a:pt x="190712" y="1546957"/>
                    <a:pt x="190712" y="1546957"/>
                    <a:pt x="190459" y="1546957"/>
                  </a:cubicBezTo>
                  <a:cubicBezTo>
                    <a:pt x="187674" y="1548729"/>
                    <a:pt x="178811" y="1571520"/>
                    <a:pt x="180077" y="1573292"/>
                  </a:cubicBezTo>
                  <a:close/>
                  <a:moveTo>
                    <a:pt x="172987" y="1576331"/>
                  </a:moveTo>
                  <a:cubicBezTo>
                    <a:pt x="174253" y="1575318"/>
                    <a:pt x="177291" y="1567975"/>
                    <a:pt x="179064" y="1563670"/>
                  </a:cubicBezTo>
                  <a:cubicBezTo>
                    <a:pt x="180837" y="1559618"/>
                    <a:pt x="183622" y="1552021"/>
                    <a:pt x="183369" y="1550249"/>
                  </a:cubicBezTo>
                  <a:cubicBezTo>
                    <a:pt x="183369" y="1550249"/>
                    <a:pt x="183116" y="1550249"/>
                    <a:pt x="183116" y="1550249"/>
                  </a:cubicBezTo>
                  <a:cubicBezTo>
                    <a:pt x="181343" y="1551768"/>
                    <a:pt x="172733" y="1573039"/>
                    <a:pt x="172987" y="1576331"/>
                  </a:cubicBezTo>
                  <a:cubicBezTo>
                    <a:pt x="172987" y="1576331"/>
                    <a:pt x="172987" y="1576331"/>
                    <a:pt x="172987" y="1576331"/>
                  </a:cubicBezTo>
                  <a:close/>
                  <a:moveTo>
                    <a:pt x="167669" y="1579623"/>
                  </a:moveTo>
                  <a:cubicBezTo>
                    <a:pt x="168682" y="1578610"/>
                    <a:pt x="171720" y="1571266"/>
                    <a:pt x="173240" y="1566962"/>
                  </a:cubicBezTo>
                  <a:cubicBezTo>
                    <a:pt x="175012" y="1562910"/>
                    <a:pt x="177798" y="1555313"/>
                    <a:pt x="178051" y="1553541"/>
                  </a:cubicBezTo>
                  <a:cubicBezTo>
                    <a:pt x="178051" y="1553541"/>
                    <a:pt x="178051" y="1553541"/>
                    <a:pt x="178051" y="1553541"/>
                  </a:cubicBezTo>
                  <a:cubicBezTo>
                    <a:pt x="176532" y="1555060"/>
                    <a:pt x="167922" y="1576331"/>
                    <a:pt x="167669" y="1579623"/>
                  </a:cubicBezTo>
                  <a:cubicBezTo>
                    <a:pt x="167669" y="1579370"/>
                    <a:pt x="167669" y="1579623"/>
                    <a:pt x="167669" y="1579623"/>
                  </a:cubicBezTo>
                  <a:close/>
                  <a:moveTo>
                    <a:pt x="174506" y="1556579"/>
                  </a:moveTo>
                  <a:cubicBezTo>
                    <a:pt x="173999" y="1557339"/>
                    <a:pt x="164630" y="1580383"/>
                    <a:pt x="164124" y="1582662"/>
                  </a:cubicBezTo>
                  <a:cubicBezTo>
                    <a:pt x="164883" y="1581649"/>
                    <a:pt x="167922" y="1574052"/>
                    <a:pt x="169441" y="1570000"/>
                  </a:cubicBezTo>
                  <a:cubicBezTo>
                    <a:pt x="170201" y="1568228"/>
                    <a:pt x="174253" y="1557846"/>
                    <a:pt x="174506" y="1556579"/>
                  </a:cubicBezTo>
                  <a:close/>
                  <a:moveTo>
                    <a:pt x="168175" y="1570760"/>
                  </a:moveTo>
                  <a:lnTo>
                    <a:pt x="166656" y="1574558"/>
                  </a:lnTo>
                  <a:cubicBezTo>
                    <a:pt x="166909" y="1574052"/>
                    <a:pt x="166909" y="1573546"/>
                    <a:pt x="167162" y="1573292"/>
                  </a:cubicBezTo>
                  <a:cubicBezTo>
                    <a:pt x="167669" y="1572533"/>
                    <a:pt x="167922" y="1571520"/>
                    <a:pt x="168175" y="1570760"/>
                  </a:cubicBezTo>
                  <a:close/>
                  <a:moveTo>
                    <a:pt x="4797904" y="1605452"/>
                  </a:moveTo>
                  <a:cubicBezTo>
                    <a:pt x="4795878" y="1599881"/>
                    <a:pt x="4792586" y="1591271"/>
                    <a:pt x="4792080" y="1590258"/>
                  </a:cubicBezTo>
                  <a:cubicBezTo>
                    <a:pt x="4792080" y="1590258"/>
                    <a:pt x="4800690" y="1614568"/>
                    <a:pt x="4801956" y="1616341"/>
                  </a:cubicBezTo>
                  <a:cubicBezTo>
                    <a:pt x="4801196" y="1614568"/>
                    <a:pt x="4798664" y="1607478"/>
                    <a:pt x="4797904" y="1605452"/>
                  </a:cubicBezTo>
                  <a:close/>
                  <a:moveTo>
                    <a:pt x="4795119" y="1602160"/>
                  </a:moveTo>
                  <a:cubicBezTo>
                    <a:pt x="4793093" y="1596842"/>
                    <a:pt x="4789801" y="1588233"/>
                    <a:pt x="4788788" y="1586966"/>
                  </a:cubicBezTo>
                  <a:cubicBezTo>
                    <a:pt x="4788788" y="1586966"/>
                    <a:pt x="4788788" y="1586966"/>
                    <a:pt x="4788788" y="1586966"/>
                  </a:cubicBezTo>
                  <a:cubicBezTo>
                    <a:pt x="4789294" y="1590005"/>
                    <a:pt x="4797144" y="1611276"/>
                    <a:pt x="4798664" y="1613049"/>
                  </a:cubicBezTo>
                  <a:cubicBezTo>
                    <a:pt x="4798917" y="1612795"/>
                    <a:pt x="4796385" y="1605199"/>
                    <a:pt x="4795119" y="1602160"/>
                  </a:cubicBezTo>
                  <a:close/>
                  <a:moveTo>
                    <a:pt x="4790560" y="1598615"/>
                  </a:moveTo>
                  <a:cubicBezTo>
                    <a:pt x="4788535" y="1593044"/>
                    <a:pt x="4784990" y="1584434"/>
                    <a:pt x="4783723" y="1583421"/>
                  </a:cubicBezTo>
                  <a:cubicBezTo>
                    <a:pt x="4783723" y="1583421"/>
                    <a:pt x="4783723" y="1583421"/>
                    <a:pt x="4783723" y="1583421"/>
                  </a:cubicBezTo>
                  <a:cubicBezTo>
                    <a:pt x="4783217" y="1584434"/>
                    <a:pt x="4791320" y="1608237"/>
                    <a:pt x="4793852" y="1609757"/>
                  </a:cubicBezTo>
                  <a:cubicBezTo>
                    <a:pt x="4794359" y="1608744"/>
                    <a:pt x="4791320" y="1600387"/>
                    <a:pt x="4790560" y="1598615"/>
                  </a:cubicBezTo>
                  <a:close/>
                  <a:moveTo>
                    <a:pt x="4777139" y="1580129"/>
                  </a:moveTo>
                  <a:cubicBezTo>
                    <a:pt x="4776886" y="1580129"/>
                    <a:pt x="4776886" y="1580129"/>
                    <a:pt x="4777139" y="1580129"/>
                  </a:cubicBezTo>
                  <a:cubicBezTo>
                    <a:pt x="4775620" y="1581649"/>
                    <a:pt x="4784990" y="1606212"/>
                    <a:pt x="4787015" y="1606465"/>
                  </a:cubicBezTo>
                  <a:cubicBezTo>
                    <a:pt x="4787775" y="1605452"/>
                    <a:pt x="4784483" y="1596336"/>
                    <a:pt x="4784230" y="1595323"/>
                  </a:cubicBezTo>
                  <a:cubicBezTo>
                    <a:pt x="4782204" y="1589499"/>
                    <a:pt x="4778659" y="1581142"/>
                    <a:pt x="4777139" y="1580129"/>
                  </a:cubicBezTo>
                  <a:close/>
                  <a:moveTo>
                    <a:pt x="4768277" y="1576584"/>
                  </a:moveTo>
                  <a:cubicBezTo>
                    <a:pt x="4768277" y="1576584"/>
                    <a:pt x="4768277" y="1576584"/>
                    <a:pt x="4768277" y="1576584"/>
                  </a:cubicBezTo>
                  <a:cubicBezTo>
                    <a:pt x="4765998" y="1577091"/>
                    <a:pt x="4775367" y="1601907"/>
                    <a:pt x="4778152" y="1602920"/>
                  </a:cubicBezTo>
                  <a:cubicBezTo>
                    <a:pt x="4779165" y="1603173"/>
                    <a:pt x="4778406" y="1598615"/>
                    <a:pt x="4775874" y="1591778"/>
                  </a:cubicBezTo>
                  <a:cubicBezTo>
                    <a:pt x="4773848" y="1586207"/>
                    <a:pt x="4770303" y="1577597"/>
                    <a:pt x="4768277" y="1576584"/>
                  </a:cubicBezTo>
                  <a:close/>
                  <a:moveTo>
                    <a:pt x="4757894" y="1573039"/>
                  </a:moveTo>
                  <a:cubicBezTo>
                    <a:pt x="4757641" y="1573039"/>
                    <a:pt x="4757641" y="1573039"/>
                    <a:pt x="4757894" y="1573039"/>
                  </a:cubicBezTo>
                  <a:cubicBezTo>
                    <a:pt x="4755109" y="1573546"/>
                    <a:pt x="4764478" y="1598362"/>
                    <a:pt x="4767517" y="1599375"/>
                  </a:cubicBezTo>
                  <a:cubicBezTo>
                    <a:pt x="4768783" y="1599628"/>
                    <a:pt x="4768023" y="1595070"/>
                    <a:pt x="4765744" y="1588233"/>
                  </a:cubicBezTo>
                  <a:cubicBezTo>
                    <a:pt x="4763718" y="1582662"/>
                    <a:pt x="4759920" y="1574052"/>
                    <a:pt x="4757894" y="1573039"/>
                  </a:cubicBezTo>
                  <a:close/>
                  <a:moveTo>
                    <a:pt x="4745233" y="1569494"/>
                  </a:moveTo>
                  <a:cubicBezTo>
                    <a:pt x="4745233" y="1569494"/>
                    <a:pt x="4744980" y="1569494"/>
                    <a:pt x="4744980" y="1569494"/>
                  </a:cubicBezTo>
                  <a:cubicBezTo>
                    <a:pt x="4741941" y="1570254"/>
                    <a:pt x="4750297" y="1593044"/>
                    <a:pt x="4754602" y="1595576"/>
                  </a:cubicBezTo>
                  <a:cubicBezTo>
                    <a:pt x="4756628" y="1596842"/>
                    <a:pt x="4756122" y="1591778"/>
                    <a:pt x="4753590" y="1584688"/>
                  </a:cubicBezTo>
                  <a:cubicBezTo>
                    <a:pt x="4751817" y="1579117"/>
                    <a:pt x="4747765" y="1570507"/>
                    <a:pt x="4745233" y="1569494"/>
                  </a:cubicBezTo>
                  <a:close/>
                  <a:moveTo>
                    <a:pt x="4731052" y="1565949"/>
                  </a:moveTo>
                  <a:cubicBezTo>
                    <a:pt x="4731052" y="1565949"/>
                    <a:pt x="4730799" y="1565949"/>
                    <a:pt x="4730799" y="1565949"/>
                  </a:cubicBezTo>
                  <a:cubicBezTo>
                    <a:pt x="4727254" y="1566708"/>
                    <a:pt x="4735610" y="1589499"/>
                    <a:pt x="4740422" y="1592031"/>
                  </a:cubicBezTo>
                  <a:cubicBezTo>
                    <a:pt x="4742701" y="1593297"/>
                    <a:pt x="4742448" y="1588233"/>
                    <a:pt x="4739915" y="1581142"/>
                  </a:cubicBezTo>
                  <a:cubicBezTo>
                    <a:pt x="4737890" y="1575571"/>
                    <a:pt x="4733838" y="1566962"/>
                    <a:pt x="4731052" y="1565949"/>
                  </a:cubicBezTo>
                  <a:close/>
                  <a:moveTo>
                    <a:pt x="4715353" y="1562404"/>
                  </a:moveTo>
                  <a:cubicBezTo>
                    <a:pt x="4715353" y="1562404"/>
                    <a:pt x="4715099" y="1562404"/>
                    <a:pt x="4715099" y="1562404"/>
                  </a:cubicBezTo>
                  <a:cubicBezTo>
                    <a:pt x="4711047" y="1563163"/>
                    <a:pt x="4719404" y="1585954"/>
                    <a:pt x="4724469" y="1588486"/>
                  </a:cubicBezTo>
                  <a:cubicBezTo>
                    <a:pt x="4726748" y="1589752"/>
                    <a:pt x="4726748" y="1584688"/>
                    <a:pt x="4724469" y="1577597"/>
                  </a:cubicBezTo>
                  <a:cubicBezTo>
                    <a:pt x="4722443" y="1572026"/>
                    <a:pt x="4718391" y="1563417"/>
                    <a:pt x="4715353" y="1562404"/>
                  </a:cubicBezTo>
                  <a:close/>
                  <a:moveTo>
                    <a:pt x="4697626" y="1558858"/>
                  </a:moveTo>
                  <a:cubicBezTo>
                    <a:pt x="4697373" y="1558858"/>
                    <a:pt x="4697120" y="1558858"/>
                    <a:pt x="4696867" y="1558858"/>
                  </a:cubicBezTo>
                  <a:cubicBezTo>
                    <a:pt x="4693322" y="1560884"/>
                    <a:pt x="4701425" y="1582408"/>
                    <a:pt x="4706743" y="1584688"/>
                  </a:cubicBezTo>
                  <a:cubicBezTo>
                    <a:pt x="4709275" y="1585954"/>
                    <a:pt x="4709528" y="1580889"/>
                    <a:pt x="4706996" y="1573799"/>
                  </a:cubicBezTo>
                  <a:cubicBezTo>
                    <a:pt x="4705223" y="1568481"/>
                    <a:pt x="4700919" y="1559871"/>
                    <a:pt x="4697626" y="1558858"/>
                  </a:cubicBezTo>
                  <a:close/>
                  <a:moveTo>
                    <a:pt x="4678381" y="1555313"/>
                  </a:moveTo>
                  <a:cubicBezTo>
                    <a:pt x="4678128" y="1555313"/>
                    <a:pt x="4677875" y="1555313"/>
                    <a:pt x="4677622" y="1555313"/>
                  </a:cubicBezTo>
                  <a:cubicBezTo>
                    <a:pt x="4673570" y="1557339"/>
                    <a:pt x="4681674" y="1578863"/>
                    <a:pt x="4687245" y="1581142"/>
                  </a:cubicBezTo>
                  <a:cubicBezTo>
                    <a:pt x="4690030" y="1582408"/>
                    <a:pt x="4690536" y="1577344"/>
                    <a:pt x="4688004" y="1570254"/>
                  </a:cubicBezTo>
                  <a:cubicBezTo>
                    <a:pt x="4686231" y="1564936"/>
                    <a:pt x="4682180" y="1556326"/>
                    <a:pt x="4678381" y="1555313"/>
                  </a:cubicBezTo>
                  <a:close/>
                  <a:moveTo>
                    <a:pt x="4665720" y="1577597"/>
                  </a:moveTo>
                  <a:cubicBezTo>
                    <a:pt x="4669265" y="1579623"/>
                    <a:pt x="4670025" y="1574558"/>
                    <a:pt x="4667493" y="1566962"/>
                  </a:cubicBezTo>
                  <a:cubicBezTo>
                    <a:pt x="4665720" y="1561391"/>
                    <a:pt x="4661415" y="1553034"/>
                    <a:pt x="4657364" y="1551768"/>
                  </a:cubicBezTo>
                  <a:cubicBezTo>
                    <a:pt x="4657111" y="1551768"/>
                    <a:pt x="4657111" y="1551768"/>
                    <a:pt x="4656857" y="1551768"/>
                  </a:cubicBezTo>
                  <a:cubicBezTo>
                    <a:pt x="4651793" y="1552528"/>
                    <a:pt x="4658883" y="1573546"/>
                    <a:pt x="4665720" y="1577597"/>
                  </a:cubicBezTo>
                  <a:close/>
                  <a:moveTo>
                    <a:pt x="4642930" y="1574052"/>
                  </a:moveTo>
                  <a:cubicBezTo>
                    <a:pt x="4646475" y="1576078"/>
                    <a:pt x="4647741" y="1571013"/>
                    <a:pt x="4645209" y="1563417"/>
                  </a:cubicBezTo>
                  <a:cubicBezTo>
                    <a:pt x="4643436" y="1557846"/>
                    <a:pt x="4639131" y="1549489"/>
                    <a:pt x="4634827" y="1548223"/>
                  </a:cubicBezTo>
                  <a:cubicBezTo>
                    <a:pt x="4634573" y="1548223"/>
                    <a:pt x="4634067" y="1548223"/>
                    <a:pt x="4633814" y="1548223"/>
                  </a:cubicBezTo>
                  <a:cubicBezTo>
                    <a:pt x="4629256" y="1550502"/>
                    <a:pt x="4636093" y="1570254"/>
                    <a:pt x="4642930" y="1574052"/>
                  </a:cubicBezTo>
                  <a:close/>
                  <a:moveTo>
                    <a:pt x="4618620" y="1570507"/>
                  </a:moveTo>
                  <a:cubicBezTo>
                    <a:pt x="4622418" y="1572533"/>
                    <a:pt x="4623938" y="1567468"/>
                    <a:pt x="4621406" y="1559871"/>
                  </a:cubicBezTo>
                  <a:cubicBezTo>
                    <a:pt x="4619886" y="1554554"/>
                    <a:pt x="4615582" y="1545944"/>
                    <a:pt x="4610770" y="1544678"/>
                  </a:cubicBezTo>
                  <a:cubicBezTo>
                    <a:pt x="4610517" y="1544678"/>
                    <a:pt x="4610011" y="1544678"/>
                    <a:pt x="4609757" y="1544678"/>
                  </a:cubicBezTo>
                  <a:cubicBezTo>
                    <a:pt x="4604693" y="1546957"/>
                    <a:pt x="4611530" y="1566708"/>
                    <a:pt x="4618620" y="1570507"/>
                  </a:cubicBezTo>
                  <a:close/>
                  <a:moveTo>
                    <a:pt x="4593044" y="1566962"/>
                  </a:moveTo>
                  <a:cubicBezTo>
                    <a:pt x="4597096" y="1568987"/>
                    <a:pt x="4598615" y="1563923"/>
                    <a:pt x="4596336" y="1556326"/>
                  </a:cubicBezTo>
                  <a:cubicBezTo>
                    <a:pt x="4594564" y="1550755"/>
                    <a:pt x="4590259" y="1542399"/>
                    <a:pt x="4585448" y="1541386"/>
                  </a:cubicBezTo>
                  <a:cubicBezTo>
                    <a:pt x="4585195" y="1541386"/>
                    <a:pt x="4584688" y="1541386"/>
                    <a:pt x="4584434" y="1541386"/>
                  </a:cubicBezTo>
                  <a:cubicBezTo>
                    <a:pt x="4578610" y="1543412"/>
                    <a:pt x="4585448" y="1563163"/>
                    <a:pt x="4593044" y="1566962"/>
                  </a:cubicBezTo>
                  <a:close/>
                  <a:moveTo>
                    <a:pt x="4558352" y="1537841"/>
                  </a:moveTo>
                  <a:cubicBezTo>
                    <a:pt x="4558099" y="1537841"/>
                    <a:pt x="4557593" y="1537841"/>
                    <a:pt x="4557086" y="1537841"/>
                  </a:cubicBezTo>
                  <a:cubicBezTo>
                    <a:pt x="4551262" y="1539867"/>
                    <a:pt x="4557846" y="1559618"/>
                    <a:pt x="4565696" y="1563417"/>
                  </a:cubicBezTo>
                  <a:cubicBezTo>
                    <a:pt x="4570001" y="1565442"/>
                    <a:pt x="4571773" y="1560378"/>
                    <a:pt x="4569494" y="1552781"/>
                  </a:cubicBezTo>
                  <a:cubicBezTo>
                    <a:pt x="4567722" y="1547463"/>
                    <a:pt x="4563164" y="1539107"/>
                    <a:pt x="4558352" y="1537841"/>
                  </a:cubicBezTo>
                  <a:close/>
                  <a:moveTo>
                    <a:pt x="4529738" y="1534549"/>
                  </a:moveTo>
                  <a:cubicBezTo>
                    <a:pt x="4529231" y="1534549"/>
                    <a:pt x="4528725" y="1534549"/>
                    <a:pt x="4528472" y="1534549"/>
                  </a:cubicBezTo>
                  <a:cubicBezTo>
                    <a:pt x="4522648" y="1536321"/>
                    <a:pt x="4528219" y="1555060"/>
                    <a:pt x="4536322" y="1559618"/>
                  </a:cubicBezTo>
                  <a:cubicBezTo>
                    <a:pt x="4541133" y="1562404"/>
                    <a:pt x="4543665" y="1557592"/>
                    <a:pt x="4541386" y="1549489"/>
                  </a:cubicBezTo>
                  <a:cubicBezTo>
                    <a:pt x="4539614" y="1543918"/>
                    <a:pt x="4535056" y="1535562"/>
                    <a:pt x="4529738" y="1534549"/>
                  </a:cubicBezTo>
                  <a:close/>
                  <a:moveTo>
                    <a:pt x="4499604" y="1531004"/>
                  </a:moveTo>
                  <a:cubicBezTo>
                    <a:pt x="4499097" y="1531004"/>
                    <a:pt x="4498591" y="1531004"/>
                    <a:pt x="4498338" y="1531004"/>
                  </a:cubicBezTo>
                  <a:cubicBezTo>
                    <a:pt x="4492260" y="1532776"/>
                    <a:pt x="4497831" y="1551515"/>
                    <a:pt x="4505935" y="1556073"/>
                  </a:cubicBezTo>
                  <a:cubicBezTo>
                    <a:pt x="4510999" y="1559112"/>
                    <a:pt x="4513785" y="1554047"/>
                    <a:pt x="4511506" y="1545944"/>
                  </a:cubicBezTo>
                  <a:cubicBezTo>
                    <a:pt x="4509986" y="1540626"/>
                    <a:pt x="4505175" y="1532270"/>
                    <a:pt x="4499604" y="1531004"/>
                  </a:cubicBezTo>
                  <a:close/>
                  <a:moveTo>
                    <a:pt x="4468204" y="1527712"/>
                  </a:moveTo>
                  <a:cubicBezTo>
                    <a:pt x="4467697" y="1527712"/>
                    <a:pt x="4467191" y="1527712"/>
                    <a:pt x="4466685" y="1527712"/>
                  </a:cubicBezTo>
                  <a:cubicBezTo>
                    <a:pt x="4460101" y="1529484"/>
                    <a:pt x="4465672" y="1547970"/>
                    <a:pt x="4474028" y="1552781"/>
                  </a:cubicBezTo>
                  <a:cubicBezTo>
                    <a:pt x="4479346" y="1555820"/>
                    <a:pt x="4482131" y="1550755"/>
                    <a:pt x="4479852" y="1542652"/>
                  </a:cubicBezTo>
                  <a:cubicBezTo>
                    <a:pt x="4478586" y="1537081"/>
                    <a:pt x="4474028" y="1528725"/>
                    <a:pt x="4468204" y="1527712"/>
                  </a:cubicBezTo>
                  <a:close/>
                  <a:moveTo>
                    <a:pt x="4447440" y="1539360"/>
                  </a:moveTo>
                  <a:cubicBezTo>
                    <a:pt x="4445920" y="1533789"/>
                    <a:pt x="4441362" y="1525433"/>
                    <a:pt x="4435284" y="1524420"/>
                  </a:cubicBezTo>
                  <a:cubicBezTo>
                    <a:pt x="4434778" y="1524420"/>
                    <a:pt x="4434272" y="1524420"/>
                    <a:pt x="4433765" y="1524420"/>
                  </a:cubicBezTo>
                  <a:cubicBezTo>
                    <a:pt x="4426675" y="1526445"/>
                    <a:pt x="4431993" y="1544678"/>
                    <a:pt x="4441109" y="1549489"/>
                  </a:cubicBezTo>
                  <a:cubicBezTo>
                    <a:pt x="4446426" y="1552528"/>
                    <a:pt x="4449719" y="1547463"/>
                    <a:pt x="4447440" y="1539360"/>
                  </a:cubicBezTo>
                  <a:close/>
                  <a:moveTo>
                    <a:pt x="4401099" y="1521128"/>
                  </a:moveTo>
                  <a:cubicBezTo>
                    <a:pt x="4400593" y="1521128"/>
                    <a:pt x="4400086" y="1521128"/>
                    <a:pt x="4399580" y="1521128"/>
                  </a:cubicBezTo>
                  <a:cubicBezTo>
                    <a:pt x="4392490" y="1522900"/>
                    <a:pt x="4396794" y="1539867"/>
                    <a:pt x="4405657" y="1545691"/>
                  </a:cubicBezTo>
                  <a:cubicBezTo>
                    <a:pt x="4411735" y="1549489"/>
                    <a:pt x="4415786" y="1544678"/>
                    <a:pt x="4413507" y="1536068"/>
                  </a:cubicBezTo>
                  <a:cubicBezTo>
                    <a:pt x="4412241" y="1530497"/>
                    <a:pt x="4407430" y="1522141"/>
                    <a:pt x="4401099" y="1521128"/>
                  </a:cubicBezTo>
                  <a:close/>
                  <a:moveTo>
                    <a:pt x="4365647" y="1517583"/>
                  </a:moveTo>
                  <a:cubicBezTo>
                    <a:pt x="4365141" y="1517583"/>
                    <a:pt x="4364635" y="1517583"/>
                    <a:pt x="4364128" y="1517583"/>
                  </a:cubicBezTo>
                  <a:cubicBezTo>
                    <a:pt x="4356785" y="1519355"/>
                    <a:pt x="4361089" y="1536321"/>
                    <a:pt x="4370206" y="1542146"/>
                  </a:cubicBezTo>
                  <a:cubicBezTo>
                    <a:pt x="4376536" y="1545944"/>
                    <a:pt x="4380588" y="1541133"/>
                    <a:pt x="4378562" y="1532523"/>
                  </a:cubicBezTo>
                  <a:cubicBezTo>
                    <a:pt x="4376789" y="1527205"/>
                    <a:pt x="4371978" y="1518849"/>
                    <a:pt x="4365647" y="1517583"/>
                  </a:cubicBezTo>
                  <a:close/>
                  <a:moveTo>
                    <a:pt x="4341591" y="1529484"/>
                  </a:moveTo>
                  <a:cubicBezTo>
                    <a:pt x="4340325" y="1523913"/>
                    <a:pt x="4335514" y="1515557"/>
                    <a:pt x="4328677" y="1514544"/>
                  </a:cubicBezTo>
                  <a:cubicBezTo>
                    <a:pt x="4328170" y="1514544"/>
                    <a:pt x="4327410" y="1514544"/>
                    <a:pt x="4326904" y="1514544"/>
                  </a:cubicBezTo>
                  <a:cubicBezTo>
                    <a:pt x="4319307" y="1516317"/>
                    <a:pt x="4323359" y="1533283"/>
                    <a:pt x="4332728" y="1539107"/>
                  </a:cubicBezTo>
                  <a:cubicBezTo>
                    <a:pt x="4339059" y="1542905"/>
                    <a:pt x="4343617" y="1538094"/>
                    <a:pt x="4341591" y="1529484"/>
                  </a:cubicBezTo>
                  <a:close/>
                  <a:moveTo>
                    <a:pt x="4303607" y="1526192"/>
                  </a:moveTo>
                  <a:cubicBezTo>
                    <a:pt x="4302341" y="1520621"/>
                    <a:pt x="4297530" y="1512265"/>
                    <a:pt x="4290693" y="1511252"/>
                  </a:cubicBezTo>
                  <a:cubicBezTo>
                    <a:pt x="4290186" y="1511252"/>
                    <a:pt x="4289426" y="1511252"/>
                    <a:pt x="4288920" y="1511252"/>
                  </a:cubicBezTo>
                  <a:cubicBezTo>
                    <a:pt x="4281070" y="1513025"/>
                    <a:pt x="4284869" y="1529991"/>
                    <a:pt x="4294491" y="1535815"/>
                  </a:cubicBezTo>
                  <a:cubicBezTo>
                    <a:pt x="4300822" y="1539613"/>
                    <a:pt x="4305633" y="1534802"/>
                    <a:pt x="4303607" y="1526192"/>
                  </a:cubicBezTo>
                  <a:close/>
                  <a:moveTo>
                    <a:pt x="4264357" y="1522900"/>
                  </a:moveTo>
                  <a:cubicBezTo>
                    <a:pt x="4263091" y="1517329"/>
                    <a:pt x="4258280" y="1508973"/>
                    <a:pt x="4251190" y="1507960"/>
                  </a:cubicBezTo>
                  <a:cubicBezTo>
                    <a:pt x="4250683" y="1507960"/>
                    <a:pt x="4249923" y="1507960"/>
                    <a:pt x="4249417" y="1507960"/>
                  </a:cubicBezTo>
                  <a:cubicBezTo>
                    <a:pt x="4241820" y="1509733"/>
                    <a:pt x="4244859" y="1525433"/>
                    <a:pt x="4253722" y="1531763"/>
                  </a:cubicBezTo>
                  <a:cubicBezTo>
                    <a:pt x="4260812" y="1536828"/>
                    <a:pt x="4266383" y="1532016"/>
                    <a:pt x="4264357" y="1522900"/>
                  </a:cubicBezTo>
                  <a:close/>
                  <a:moveTo>
                    <a:pt x="4223841" y="1519608"/>
                  </a:moveTo>
                  <a:cubicBezTo>
                    <a:pt x="4222575" y="1514037"/>
                    <a:pt x="4217764" y="1505681"/>
                    <a:pt x="4210420" y="1504668"/>
                  </a:cubicBezTo>
                  <a:cubicBezTo>
                    <a:pt x="4209914" y="1504668"/>
                    <a:pt x="4209154" y="1504668"/>
                    <a:pt x="4208647" y="1504668"/>
                  </a:cubicBezTo>
                  <a:cubicBezTo>
                    <a:pt x="4200797" y="1506441"/>
                    <a:pt x="4203583" y="1522141"/>
                    <a:pt x="4212699" y="1528471"/>
                  </a:cubicBezTo>
                  <a:cubicBezTo>
                    <a:pt x="4220042" y="1533789"/>
                    <a:pt x="4225867" y="1528978"/>
                    <a:pt x="4223841" y="1519608"/>
                  </a:cubicBezTo>
                  <a:close/>
                  <a:moveTo>
                    <a:pt x="4182312" y="1516570"/>
                  </a:moveTo>
                  <a:cubicBezTo>
                    <a:pt x="4181299" y="1510999"/>
                    <a:pt x="4176234" y="1502642"/>
                    <a:pt x="4168891" y="1501629"/>
                  </a:cubicBezTo>
                  <a:cubicBezTo>
                    <a:pt x="4168384" y="1501629"/>
                    <a:pt x="4167625" y="1501629"/>
                    <a:pt x="4167118" y="1501629"/>
                  </a:cubicBezTo>
                  <a:cubicBezTo>
                    <a:pt x="4158762" y="1503402"/>
                    <a:pt x="4161294" y="1519102"/>
                    <a:pt x="4170917" y="1525433"/>
                  </a:cubicBezTo>
                  <a:cubicBezTo>
                    <a:pt x="4178007" y="1530497"/>
                    <a:pt x="4184084" y="1525686"/>
                    <a:pt x="4182312" y="1516570"/>
                  </a:cubicBezTo>
                  <a:close/>
                  <a:moveTo>
                    <a:pt x="4139517" y="1513531"/>
                  </a:moveTo>
                  <a:cubicBezTo>
                    <a:pt x="4138504" y="1508466"/>
                    <a:pt x="4133946" y="1499857"/>
                    <a:pt x="4125589" y="1498591"/>
                  </a:cubicBezTo>
                  <a:cubicBezTo>
                    <a:pt x="4125083" y="1498591"/>
                    <a:pt x="4124323" y="1498591"/>
                    <a:pt x="4123563" y="1498591"/>
                  </a:cubicBezTo>
                  <a:cubicBezTo>
                    <a:pt x="4115207" y="1500363"/>
                    <a:pt x="4117739" y="1516063"/>
                    <a:pt x="4127108" y="1522394"/>
                  </a:cubicBezTo>
                  <a:cubicBezTo>
                    <a:pt x="4134958" y="1527458"/>
                    <a:pt x="4141289" y="1522647"/>
                    <a:pt x="4139517" y="1513531"/>
                  </a:cubicBezTo>
                  <a:close/>
                  <a:moveTo>
                    <a:pt x="4095709" y="1510492"/>
                  </a:moveTo>
                  <a:cubicBezTo>
                    <a:pt x="4094696" y="1504921"/>
                    <a:pt x="4089631" y="1496565"/>
                    <a:pt x="4081781" y="1495552"/>
                  </a:cubicBezTo>
                  <a:cubicBezTo>
                    <a:pt x="4081275" y="1495552"/>
                    <a:pt x="4080262" y="1495552"/>
                    <a:pt x="4079755" y="1495552"/>
                  </a:cubicBezTo>
                  <a:cubicBezTo>
                    <a:pt x="4071146" y="1497325"/>
                    <a:pt x="4073425" y="1513025"/>
                    <a:pt x="4083047" y="1519355"/>
                  </a:cubicBezTo>
                  <a:cubicBezTo>
                    <a:pt x="4090644" y="1524420"/>
                    <a:pt x="4097228" y="1519608"/>
                    <a:pt x="4095709" y="1510492"/>
                  </a:cubicBezTo>
                  <a:close/>
                  <a:moveTo>
                    <a:pt x="4050381" y="1507454"/>
                  </a:moveTo>
                  <a:cubicBezTo>
                    <a:pt x="4049368" y="1501883"/>
                    <a:pt x="4044557" y="1493526"/>
                    <a:pt x="4036454" y="1492513"/>
                  </a:cubicBezTo>
                  <a:cubicBezTo>
                    <a:pt x="4035947" y="1492513"/>
                    <a:pt x="4034934" y="1492513"/>
                    <a:pt x="4034428" y="1492513"/>
                  </a:cubicBezTo>
                  <a:cubicBezTo>
                    <a:pt x="4025818" y="1494286"/>
                    <a:pt x="4027337" y="1508720"/>
                    <a:pt x="4036454" y="1515557"/>
                  </a:cubicBezTo>
                  <a:cubicBezTo>
                    <a:pt x="4044557" y="1521634"/>
                    <a:pt x="4052154" y="1517076"/>
                    <a:pt x="4050381" y="1507454"/>
                  </a:cubicBezTo>
                  <a:close/>
                  <a:moveTo>
                    <a:pt x="4004294" y="1504415"/>
                  </a:moveTo>
                  <a:cubicBezTo>
                    <a:pt x="4003281" y="1498844"/>
                    <a:pt x="3998470" y="1490487"/>
                    <a:pt x="3990114" y="1489475"/>
                  </a:cubicBezTo>
                  <a:cubicBezTo>
                    <a:pt x="3989607" y="1489475"/>
                    <a:pt x="3988594" y="1489475"/>
                    <a:pt x="3988088" y="1489475"/>
                  </a:cubicBezTo>
                  <a:cubicBezTo>
                    <a:pt x="3979225" y="1491247"/>
                    <a:pt x="3980491" y="1505681"/>
                    <a:pt x="3989860" y="1512518"/>
                  </a:cubicBezTo>
                  <a:cubicBezTo>
                    <a:pt x="3998217" y="1518849"/>
                    <a:pt x="4006067" y="1514291"/>
                    <a:pt x="4004294" y="1504415"/>
                  </a:cubicBezTo>
                  <a:close/>
                  <a:moveTo>
                    <a:pt x="3957194" y="1501376"/>
                  </a:moveTo>
                  <a:cubicBezTo>
                    <a:pt x="3956435" y="1495805"/>
                    <a:pt x="3951370" y="1487449"/>
                    <a:pt x="3942760" y="1486689"/>
                  </a:cubicBezTo>
                  <a:cubicBezTo>
                    <a:pt x="3942000" y="1486689"/>
                    <a:pt x="3941241" y="1486689"/>
                    <a:pt x="3940734" y="1486689"/>
                  </a:cubicBezTo>
                  <a:cubicBezTo>
                    <a:pt x="3931872" y="1488462"/>
                    <a:pt x="3932631" y="1502895"/>
                    <a:pt x="3942254" y="1509733"/>
                  </a:cubicBezTo>
                  <a:cubicBezTo>
                    <a:pt x="3950357" y="1515810"/>
                    <a:pt x="3958713" y="1511252"/>
                    <a:pt x="3957194" y="1501376"/>
                  </a:cubicBezTo>
                  <a:close/>
                  <a:moveTo>
                    <a:pt x="3908828" y="1498591"/>
                  </a:moveTo>
                  <a:cubicBezTo>
                    <a:pt x="3908068" y="1493020"/>
                    <a:pt x="3903004" y="1484663"/>
                    <a:pt x="3894394" y="1483904"/>
                  </a:cubicBezTo>
                  <a:cubicBezTo>
                    <a:pt x="3893634" y="1483904"/>
                    <a:pt x="3892875" y="1483904"/>
                    <a:pt x="3892115" y="1484157"/>
                  </a:cubicBezTo>
                  <a:cubicBezTo>
                    <a:pt x="3882999" y="1485929"/>
                    <a:pt x="3883758" y="1500363"/>
                    <a:pt x="3893381" y="1507200"/>
                  </a:cubicBezTo>
                  <a:cubicBezTo>
                    <a:pt x="3901738" y="1512771"/>
                    <a:pt x="3910347" y="1508213"/>
                    <a:pt x="3908828" y="1498591"/>
                  </a:cubicBezTo>
                  <a:close/>
                  <a:moveTo>
                    <a:pt x="3859702" y="1495552"/>
                  </a:moveTo>
                  <a:cubicBezTo>
                    <a:pt x="3858942" y="1489981"/>
                    <a:pt x="3854131" y="1481878"/>
                    <a:pt x="3845268" y="1480865"/>
                  </a:cubicBezTo>
                  <a:cubicBezTo>
                    <a:pt x="3845015" y="1480865"/>
                    <a:pt x="3844509" y="1480865"/>
                    <a:pt x="3844002" y="1480865"/>
                  </a:cubicBezTo>
                  <a:cubicBezTo>
                    <a:pt x="3834126" y="1481371"/>
                    <a:pt x="3833367" y="1495552"/>
                    <a:pt x="3842736" y="1503149"/>
                  </a:cubicBezTo>
                  <a:cubicBezTo>
                    <a:pt x="3851599" y="1510239"/>
                    <a:pt x="3860968" y="1505934"/>
                    <a:pt x="3859702" y="1495552"/>
                  </a:cubicBezTo>
                  <a:close/>
                  <a:moveTo>
                    <a:pt x="3809563" y="1492766"/>
                  </a:moveTo>
                  <a:cubicBezTo>
                    <a:pt x="3808804" y="1487195"/>
                    <a:pt x="3803992" y="1479092"/>
                    <a:pt x="3794876" y="1478079"/>
                  </a:cubicBezTo>
                  <a:cubicBezTo>
                    <a:pt x="3794623" y="1478079"/>
                    <a:pt x="3794117" y="1478079"/>
                    <a:pt x="3793610" y="1478079"/>
                  </a:cubicBezTo>
                  <a:cubicBezTo>
                    <a:pt x="3783481" y="1478586"/>
                    <a:pt x="3782722" y="1492766"/>
                    <a:pt x="3792091" y="1500363"/>
                  </a:cubicBezTo>
                  <a:cubicBezTo>
                    <a:pt x="3800700" y="1507454"/>
                    <a:pt x="3810830" y="1503149"/>
                    <a:pt x="3809563" y="1492766"/>
                  </a:cubicBezTo>
                  <a:close/>
                  <a:moveTo>
                    <a:pt x="3758412" y="1490234"/>
                  </a:moveTo>
                  <a:cubicBezTo>
                    <a:pt x="3757905" y="1484663"/>
                    <a:pt x="3752841" y="1476560"/>
                    <a:pt x="3743725" y="1475547"/>
                  </a:cubicBezTo>
                  <a:cubicBezTo>
                    <a:pt x="3743471" y="1475547"/>
                    <a:pt x="3742965" y="1475547"/>
                    <a:pt x="3742458" y="1475547"/>
                  </a:cubicBezTo>
                  <a:cubicBezTo>
                    <a:pt x="3732329" y="1476054"/>
                    <a:pt x="3731063" y="1490234"/>
                    <a:pt x="3740686" y="1497831"/>
                  </a:cubicBezTo>
                  <a:cubicBezTo>
                    <a:pt x="3749296" y="1504668"/>
                    <a:pt x="3759678" y="1500363"/>
                    <a:pt x="3758412" y="1490234"/>
                  </a:cubicBezTo>
                  <a:close/>
                  <a:moveTo>
                    <a:pt x="3706500" y="1487449"/>
                  </a:moveTo>
                  <a:cubicBezTo>
                    <a:pt x="3705994" y="1481878"/>
                    <a:pt x="3700929" y="1473775"/>
                    <a:pt x="3691813" y="1472762"/>
                  </a:cubicBezTo>
                  <a:cubicBezTo>
                    <a:pt x="3691560" y="1472762"/>
                    <a:pt x="3691054" y="1472762"/>
                    <a:pt x="3690547" y="1472762"/>
                  </a:cubicBezTo>
                  <a:cubicBezTo>
                    <a:pt x="3680165" y="1473268"/>
                    <a:pt x="3678899" y="1487449"/>
                    <a:pt x="3688521" y="1495046"/>
                  </a:cubicBezTo>
                  <a:cubicBezTo>
                    <a:pt x="3697131" y="1502136"/>
                    <a:pt x="3707513" y="1497831"/>
                    <a:pt x="3706500" y="1487449"/>
                  </a:cubicBezTo>
                  <a:close/>
                  <a:moveTo>
                    <a:pt x="3636357" y="1470229"/>
                  </a:moveTo>
                  <a:cubicBezTo>
                    <a:pt x="3626734" y="1472002"/>
                    <a:pt x="3625721" y="1485170"/>
                    <a:pt x="3635091" y="1492513"/>
                  </a:cubicBezTo>
                  <a:cubicBezTo>
                    <a:pt x="3643953" y="1499604"/>
                    <a:pt x="3654336" y="1495046"/>
                    <a:pt x="3653576" y="1484916"/>
                  </a:cubicBezTo>
                  <a:cubicBezTo>
                    <a:pt x="3653070" y="1479345"/>
                    <a:pt x="3648259" y="1471242"/>
                    <a:pt x="3638889" y="1470229"/>
                  </a:cubicBezTo>
                  <a:cubicBezTo>
                    <a:pt x="3638129" y="1469976"/>
                    <a:pt x="3637117" y="1469976"/>
                    <a:pt x="3636357" y="1470229"/>
                  </a:cubicBezTo>
                  <a:close/>
                  <a:moveTo>
                    <a:pt x="3599892" y="1482131"/>
                  </a:moveTo>
                  <a:cubicBezTo>
                    <a:pt x="3599386" y="1476560"/>
                    <a:pt x="3594575" y="1468457"/>
                    <a:pt x="3584952" y="1467444"/>
                  </a:cubicBezTo>
                  <a:cubicBezTo>
                    <a:pt x="3584446" y="1467444"/>
                    <a:pt x="3584192" y="1467444"/>
                    <a:pt x="3583686" y="1467444"/>
                  </a:cubicBezTo>
                  <a:cubicBezTo>
                    <a:pt x="3573557" y="1467950"/>
                    <a:pt x="3571278" y="1480865"/>
                    <a:pt x="3579887" y="1488968"/>
                  </a:cubicBezTo>
                  <a:cubicBezTo>
                    <a:pt x="3588497" y="1497071"/>
                    <a:pt x="3600652" y="1492766"/>
                    <a:pt x="3599892" y="1482131"/>
                  </a:cubicBezTo>
                  <a:close/>
                  <a:moveTo>
                    <a:pt x="3545196" y="1479599"/>
                  </a:moveTo>
                  <a:cubicBezTo>
                    <a:pt x="3544942" y="1474028"/>
                    <a:pt x="3539878" y="1465925"/>
                    <a:pt x="3530508" y="1464912"/>
                  </a:cubicBezTo>
                  <a:cubicBezTo>
                    <a:pt x="3530255" y="1464912"/>
                    <a:pt x="3529496" y="1464912"/>
                    <a:pt x="3529242" y="1464912"/>
                  </a:cubicBezTo>
                  <a:cubicBezTo>
                    <a:pt x="3518860" y="1465418"/>
                    <a:pt x="3516328" y="1478333"/>
                    <a:pt x="3525191" y="1486436"/>
                  </a:cubicBezTo>
                  <a:cubicBezTo>
                    <a:pt x="3533800" y="1494539"/>
                    <a:pt x="3545955" y="1490487"/>
                    <a:pt x="3545196" y="1479599"/>
                  </a:cubicBezTo>
                  <a:close/>
                  <a:moveTo>
                    <a:pt x="3489739" y="1477067"/>
                  </a:moveTo>
                  <a:cubicBezTo>
                    <a:pt x="3489486" y="1471496"/>
                    <a:pt x="3484675" y="1463392"/>
                    <a:pt x="3474799" y="1462379"/>
                  </a:cubicBezTo>
                  <a:cubicBezTo>
                    <a:pt x="3474546" y="1462379"/>
                    <a:pt x="3473786" y="1462379"/>
                    <a:pt x="3473533" y="1462379"/>
                  </a:cubicBezTo>
                  <a:cubicBezTo>
                    <a:pt x="3462897" y="1462886"/>
                    <a:pt x="3460112" y="1475800"/>
                    <a:pt x="3468975" y="1483904"/>
                  </a:cubicBezTo>
                  <a:cubicBezTo>
                    <a:pt x="3478091" y="1492007"/>
                    <a:pt x="3490499" y="1487955"/>
                    <a:pt x="3489739" y="1477067"/>
                  </a:cubicBezTo>
                  <a:close/>
                  <a:moveTo>
                    <a:pt x="3433776" y="1474787"/>
                  </a:moveTo>
                  <a:cubicBezTo>
                    <a:pt x="3433523" y="1469723"/>
                    <a:pt x="3429218" y="1461113"/>
                    <a:pt x="3418836" y="1460100"/>
                  </a:cubicBezTo>
                  <a:cubicBezTo>
                    <a:pt x="3418330" y="1460100"/>
                    <a:pt x="3417823" y="1460100"/>
                    <a:pt x="3417570" y="1460100"/>
                  </a:cubicBezTo>
                  <a:cubicBezTo>
                    <a:pt x="3406934" y="1460607"/>
                    <a:pt x="3404149" y="1473521"/>
                    <a:pt x="3412759" y="1481624"/>
                  </a:cubicBezTo>
                  <a:cubicBezTo>
                    <a:pt x="3421368" y="1489728"/>
                    <a:pt x="3434283" y="1485423"/>
                    <a:pt x="3433776" y="1474787"/>
                  </a:cubicBezTo>
                  <a:close/>
                  <a:moveTo>
                    <a:pt x="3360594" y="1457821"/>
                  </a:moveTo>
                  <a:cubicBezTo>
                    <a:pt x="3349705" y="1458581"/>
                    <a:pt x="3346667" y="1471242"/>
                    <a:pt x="3355529" y="1479345"/>
                  </a:cubicBezTo>
                  <a:cubicBezTo>
                    <a:pt x="3364139" y="1487195"/>
                    <a:pt x="3377307" y="1483144"/>
                    <a:pt x="3377054" y="1472508"/>
                  </a:cubicBezTo>
                  <a:cubicBezTo>
                    <a:pt x="3376801" y="1466937"/>
                    <a:pt x="3371989" y="1458834"/>
                    <a:pt x="3362113" y="1457821"/>
                  </a:cubicBezTo>
                  <a:cubicBezTo>
                    <a:pt x="3361607" y="1457821"/>
                    <a:pt x="3360847" y="1457821"/>
                    <a:pt x="3360594" y="1457821"/>
                  </a:cubicBezTo>
                  <a:close/>
                  <a:moveTo>
                    <a:pt x="3304378" y="1455542"/>
                  </a:moveTo>
                  <a:cubicBezTo>
                    <a:pt x="3303871" y="1455542"/>
                    <a:pt x="3303365" y="1455542"/>
                    <a:pt x="3303112" y="1455542"/>
                  </a:cubicBezTo>
                  <a:cubicBezTo>
                    <a:pt x="3292223" y="1456302"/>
                    <a:pt x="3288931" y="1468963"/>
                    <a:pt x="3297794" y="1477067"/>
                  </a:cubicBezTo>
                  <a:cubicBezTo>
                    <a:pt x="3306657" y="1485170"/>
                    <a:pt x="3319571" y="1481118"/>
                    <a:pt x="3319318" y="1470229"/>
                  </a:cubicBezTo>
                  <a:cubicBezTo>
                    <a:pt x="3319065" y="1464658"/>
                    <a:pt x="3314507" y="1456302"/>
                    <a:pt x="3304378" y="1455542"/>
                  </a:cubicBezTo>
                  <a:close/>
                  <a:moveTo>
                    <a:pt x="3246136" y="1453263"/>
                  </a:moveTo>
                  <a:cubicBezTo>
                    <a:pt x="3233475" y="1453517"/>
                    <a:pt x="3230436" y="1465925"/>
                    <a:pt x="3238033" y="1473775"/>
                  </a:cubicBezTo>
                  <a:cubicBezTo>
                    <a:pt x="3246642" y="1482891"/>
                    <a:pt x="3261076" y="1479092"/>
                    <a:pt x="3261076" y="1467697"/>
                  </a:cubicBezTo>
                  <a:cubicBezTo>
                    <a:pt x="3261076" y="1462379"/>
                    <a:pt x="3256265" y="1454276"/>
                    <a:pt x="3246136" y="1453263"/>
                  </a:cubicBezTo>
                  <a:close/>
                  <a:moveTo>
                    <a:pt x="3187134" y="1451237"/>
                  </a:moveTo>
                  <a:cubicBezTo>
                    <a:pt x="3174473" y="1451491"/>
                    <a:pt x="3171434" y="1463899"/>
                    <a:pt x="3178778" y="1471749"/>
                  </a:cubicBezTo>
                  <a:cubicBezTo>
                    <a:pt x="3187387" y="1480865"/>
                    <a:pt x="3202074" y="1477067"/>
                    <a:pt x="3202328" y="1465671"/>
                  </a:cubicBezTo>
                  <a:cubicBezTo>
                    <a:pt x="3202328" y="1460100"/>
                    <a:pt x="3197516" y="1451997"/>
                    <a:pt x="3187134" y="1451237"/>
                  </a:cubicBezTo>
                  <a:close/>
                  <a:moveTo>
                    <a:pt x="3127626" y="1449212"/>
                  </a:moveTo>
                  <a:cubicBezTo>
                    <a:pt x="3114965" y="1449465"/>
                    <a:pt x="3111420" y="1461873"/>
                    <a:pt x="3119016" y="1469723"/>
                  </a:cubicBezTo>
                  <a:cubicBezTo>
                    <a:pt x="3127626" y="1479092"/>
                    <a:pt x="3142313" y="1475294"/>
                    <a:pt x="3142566" y="1463645"/>
                  </a:cubicBezTo>
                  <a:cubicBezTo>
                    <a:pt x="3142820" y="1458075"/>
                    <a:pt x="3138262" y="1449971"/>
                    <a:pt x="3127626" y="1449212"/>
                  </a:cubicBezTo>
                  <a:close/>
                  <a:moveTo>
                    <a:pt x="3067612" y="1447186"/>
                  </a:moveTo>
                  <a:cubicBezTo>
                    <a:pt x="3054444" y="1447439"/>
                    <a:pt x="3050899" y="1459847"/>
                    <a:pt x="3058495" y="1467697"/>
                  </a:cubicBezTo>
                  <a:cubicBezTo>
                    <a:pt x="3067105" y="1476813"/>
                    <a:pt x="3082299" y="1473015"/>
                    <a:pt x="3082552" y="1461620"/>
                  </a:cubicBezTo>
                  <a:lnTo>
                    <a:pt x="3082552" y="1461620"/>
                  </a:lnTo>
                  <a:cubicBezTo>
                    <a:pt x="3082805" y="1456049"/>
                    <a:pt x="3078247" y="1447946"/>
                    <a:pt x="3067612" y="1447186"/>
                  </a:cubicBezTo>
                  <a:close/>
                  <a:moveTo>
                    <a:pt x="3007091" y="1445160"/>
                  </a:moveTo>
                  <a:cubicBezTo>
                    <a:pt x="2994176" y="1445413"/>
                    <a:pt x="2990378" y="1457821"/>
                    <a:pt x="2997721" y="1465671"/>
                  </a:cubicBezTo>
                  <a:cubicBezTo>
                    <a:pt x="3006078" y="1474787"/>
                    <a:pt x="3021524" y="1470989"/>
                    <a:pt x="3022031" y="1459594"/>
                  </a:cubicBezTo>
                  <a:cubicBezTo>
                    <a:pt x="3022284" y="1454529"/>
                    <a:pt x="3018233" y="1445920"/>
                    <a:pt x="3007091" y="1445160"/>
                  </a:cubicBezTo>
                  <a:close/>
                  <a:moveTo>
                    <a:pt x="2945810" y="1443387"/>
                  </a:moveTo>
                  <a:cubicBezTo>
                    <a:pt x="2932642" y="1443641"/>
                    <a:pt x="2928844" y="1456049"/>
                    <a:pt x="2936187" y="1463899"/>
                  </a:cubicBezTo>
                  <a:cubicBezTo>
                    <a:pt x="2944544" y="1473015"/>
                    <a:pt x="2960244" y="1468963"/>
                    <a:pt x="2960750" y="1457821"/>
                  </a:cubicBezTo>
                  <a:cubicBezTo>
                    <a:pt x="2961257" y="1452250"/>
                    <a:pt x="2956699" y="1444147"/>
                    <a:pt x="2945810" y="1443387"/>
                  </a:cubicBezTo>
                  <a:close/>
                  <a:moveTo>
                    <a:pt x="2884276" y="1441615"/>
                  </a:moveTo>
                  <a:cubicBezTo>
                    <a:pt x="2871108" y="1441868"/>
                    <a:pt x="2867057" y="1454276"/>
                    <a:pt x="2874400" y="1462126"/>
                  </a:cubicBezTo>
                  <a:cubicBezTo>
                    <a:pt x="2883010" y="1471242"/>
                    <a:pt x="2898457" y="1467444"/>
                    <a:pt x="2899216" y="1456049"/>
                  </a:cubicBezTo>
                  <a:cubicBezTo>
                    <a:pt x="2899470" y="1450731"/>
                    <a:pt x="2895671" y="1442375"/>
                    <a:pt x="2884276" y="1441615"/>
                  </a:cubicBezTo>
                  <a:close/>
                  <a:moveTo>
                    <a:pt x="2822236" y="1439842"/>
                  </a:moveTo>
                  <a:cubicBezTo>
                    <a:pt x="2808815" y="1440095"/>
                    <a:pt x="2804510" y="1452504"/>
                    <a:pt x="2811853" y="1460354"/>
                  </a:cubicBezTo>
                  <a:cubicBezTo>
                    <a:pt x="2820463" y="1469470"/>
                    <a:pt x="2836163" y="1465671"/>
                    <a:pt x="2836923" y="1454276"/>
                  </a:cubicBezTo>
                  <a:cubicBezTo>
                    <a:pt x="2837429" y="1449212"/>
                    <a:pt x="2833884" y="1440602"/>
                    <a:pt x="2822236" y="1439842"/>
                  </a:cubicBezTo>
                  <a:close/>
                  <a:moveTo>
                    <a:pt x="2759689" y="1438070"/>
                  </a:moveTo>
                  <a:cubicBezTo>
                    <a:pt x="2746268" y="1438323"/>
                    <a:pt x="2741963" y="1450731"/>
                    <a:pt x="2749053" y="1458581"/>
                  </a:cubicBezTo>
                  <a:cubicBezTo>
                    <a:pt x="2757410" y="1467697"/>
                    <a:pt x="2773363" y="1463645"/>
                    <a:pt x="2774376" y="1452250"/>
                  </a:cubicBezTo>
                  <a:cubicBezTo>
                    <a:pt x="2775136" y="1447186"/>
                    <a:pt x="2770831" y="1439083"/>
                    <a:pt x="2759689" y="1438070"/>
                  </a:cubicBezTo>
                  <a:close/>
                  <a:moveTo>
                    <a:pt x="2696889" y="1436550"/>
                  </a:moveTo>
                  <a:cubicBezTo>
                    <a:pt x="2683974" y="1436804"/>
                    <a:pt x="2679163" y="1448199"/>
                    <a:pt x="2685241" y="1456049"/>
                  </a:cubicBezTo>
                  <a:cubicBezTo>
                    <a:pt x="2692837" y="1466178"/>
                    <a:pt x="2710310" y="1462886"/>
                    <a:pt x="2711576" y="1450731"/>
                  </a:cubicBezTo>
                  <a:cubicBezTo>
                    <a:pt x="2711829" y="1445920"/>
                    <a:pt x="2708284" y="1437563"/>
                    <a:pt x="2696889" y="1436550"/>
                  </a:cubicBezTo>
                  <a:close/>
                  <a:moveTo>
                    <a:pt x="2312492" y="1429207"/>
                  </a:moveTo>
                  <a:cubicBezTo>
                    <a:pt x="2299071" y="1429460"/>
                    <a:pt x="2293500" y="1440855"/>
                    <a:pt x="2299071" y="1448958"/>
                  </a:cubicBezTo>
                  <a:cubicBezTo>
                    <a:pt x="2306415" y="1459087"/>
                    <a:pt x="2324647" y="1455542"/>
                    <a:pt x="2326673" y="1443387"/>
                  </a:cubicBezTo>
                  <a:cubicBezTo>
                    <a:pt x="2327686" y="1437816"/>
                    <a:pt x="2323887" y="1429713"/>
                    <a:pt x="2312492" y="1429207"/>
                  </a:cubicBezTo>
                  <a:close/>
                  <a:moveTo>
                    <a:pt x="1559145" y="1424142"/>
                  </a:moveTo>
                  <a:cubicBezTo>
                    <a:pt x="1546990" y="1424649"/>
                    <a:pt x="1540406" y="1436297"/>
                    <a:pt x="1544458" y="1444147"/>
                  </a:cubicBezTo>
                  <a:cubicBezTo>
                    <a:pt x="1549522" y="1454023"/>
                    <a:pt x="1566489" y="1450225"/>
                    <a:pt x="1569781" y="1438323"/>
                  </a:cubicBezTo>
                  <a:cubicBezTo>
                    <a:pt x="1571300" y="1433005"/>
                    <a:pt x="1569527" y="1424649"/>
                    <a:pt x="1559145" y="1424142"/>
                  </a:cubicBezTo>
                  <a:close/>
                  <a:moveTo>
                    <a:pt x="1511792" y="1438323"/>
                  </a:moveTo>
                  <a:cubicBezTo>
                    <a:pt x="1513311" y="1433258"/>
                    <a:pt x="1511792" y="1424902"/>
                    <a:pt x="1501410" y="1424395"/>
                  </a:cubicBezTo>
                  <a:cubicBezTo>
                    <a:pt x="1489508" y="1425155"/>
                    <a:pt x="1482671" y="1436550"/>
                    <a:pt x="1486469" y="1444400"/>
                  </a:cubicBezTo>
                  <a:cubicBezTo>
                    <a:pt x="1491534" y="1454276"/>
                    <a:pt x="1508247" y="1450225"/>
                    <a:pt x="1511792" y="1438323"/>
                  </a:cubicBezTo>
                  <a:close/>
                  <a:moveTo>
                    <a:pt x="211224" y="1513278"/>
                  </a:moveTo>
                  <a:cubicBezTo>
                    <a:pt x="211983" y="1514291"/>
                    <a:pt x="215275" y="1508720"/>
                    <a:pt x="218567" y="1501123"/>
                  </a:cubicBezTo>
                  <a:cubicBezTo>
                    <a:pt x="221099" y="1495552"/>
                    <a:pt x="223632" y="1487702"/>
                    <a:pt x="222366" y="1487702"/>
                  </a:cubicBezTo>
                  <a:cubicBezTo>
                    <a:pt x="218567" y="1489475"/>
                    <a:pt x="210211" y="1511505"/>
                    <a:pt x="211224" y="1513278"/>
                  </a:cubicBezTo>
                  <a:close/>
                  <a:moveTo>
                    <a:pt x="202614" y="1516317"/>
                  </a:moveTo>
                  <a:cubicBezTo>
                    <a:pt x="203627" y="1516317"/>
                    <a:pt x="207425" y="1508973"/>
                    <a:pt x="209451" y="1503908"/>
                  </a:cubicBezTo>
                  <a:cubicBezTo>
                    <a:pt x="211477" y="1499097"/>
                    <a:pt x="214516" y="1491247"/>
                    <a:pt x="213756" y="1490487"/>
                  </a:cubicBezTo>
                  <a:cubicBezTo>
                    <a:pt x="213756" y="1490487"/>
                    <a:pt x="213756" y="1490487"/>
                    <a:pt x="213503" y="1490487"/>
                  </a:cubicBezTo>
                  <a:cubicBezTo>
                    <a:pt x="210970" y="1492260"/>
                    <a:pt x="201348" y="1514797"/>
                    <a:pt x="202614" y="1516317"/>
                  </a:cubicBezTo>
                  <a:close/>
                  <a:moveTo>
                    <a:pt x="195777" y="1519608"/>
                  </a:moveTo>
                  <a:cubicBezTo>
                    <a:pt x="197043" y="1518596"/>
                    <a:pt x="200335" y="1511252"/>
                    <a:pt x="202108" y="1507200"/>
                  </a:cubicBezTo>
                  <a:cubicBezTo>
                    <a:pt x="203880" y="1503149"/>
                    <a:pt x="206919" y="1495552"/>
                    <a:pt x="206919" y="1493779"/>
                  </a:cubicBezTo>
                  <a:cubicBezTo>
                    <a:pt x="206919" y="1493779"/>
                    <a:pt x="206919" y="1493779"/>
                    <a:pt x="206666" y="1493779"/>
                  </a:cubicBezTo>
                  <a:cubicBezTo>
                    <a:pt x="204640" y="1495299"/>
                    <a:pt x="195524" y="1516317"/>
                    <a:pt x="195777" y="1519608"/>
                  </a:cubicBezTo>
                  <a:cubicBezTo>
                    <a:pt x="195777" y="1519355"/>
                    <a:pt x="195777" y="1519355"/>
                    <a:pt x="195777" y="1519608"/>
                  </a:cubicBezTo>
                  <a:close/>
                  <a:moveTo>
                    <a:pt x="190459" y="1522647"/>
                  </a:moveTo>
                  <a:cubicBezTo>
                    <a:pt x="191472" y="1521634"/>
                    <a:pt x="194764" y="1514037"/>
                    <a:pt x="196283" y="1510239"/>
                  </a:cubicBezTo>
                  <a:cubicBezTo>
                    <a:pt x="198056" y="1506187"/>
                    <a:pt x="201095" y="1498591"/>
                    <a:pt x="201348" y="1496818"/>
                  </a:cubicBezTo>
                  <a:cubicBezTo>
                    <a:pt x="201348" y="1496818"/>
                    <a:pt x="201348" y="1496818"/>
                    <a:pt x="201348" y="1496818"/>
                  </a:cubicBezTo>
                  <a:cubicBezTo>
                    <a:pt x="199829" y="1498337"/>
                    <a:pt x="190966" y="1519355"/>
                    <a:pt x="190459" y="1522647"/>
                  </a:cubicBezTo>
                  <a:cubicBezTo>
                    <a:pt x="190459" y="1522647"/>
                    <a:pt x="190459" y="1522647"/>
                    <a:pt x="190459" y="1522647"/>
                  </a:cubicBezTo>
                  <a:close/>
                  <a:moveTo>
                    <a:pt x="197803" y="1499857"/>
                  </a:moveTo>
                  <a:cubicBezTo>
                    <a:pt x="197296" y="1500616"/>
                    <a:pt x="187420" y="1523407"/>
                    <a:pt x="186914" y="1525686"/>
                  </a:cubicBezTo>
                  <a:cubicBezTo>
                    <a:pt x="187420" y="1524673"/>
                    <a:pt x="190459" y="1517836"/>
                    <a:pt x="192485" y="1513278"/>
                  </a:cubicBezTo>
                  <a:cubicBezTo>
                    <a:pt x="193751" y="1510492"/>
                    <a:pt x="197549" y="1501123"/>
                    <a:pt x="197803" y="1499857"/>
                  </a:cubicBezTo>
                  <a:close/>
                  <a:moveTo>
                    <a:pt x="4775620" y="1548476"/>
                  </a:moveTo>
                  <a:cubicBezTo>
                    <a:pt x="4773341" y="1542905"/>
                    <a:pt x="4770049" y="1534549"/>
                    <a:pt x="4769289" y="1533536"/>
                  </a:cubicBezTo>
                  <a:cubicBezTo>
                    <a:pt x="4769289" y="1533536"/>
                    <a:pt x="4778659" y="1557339"/>
                    <a:pt x="4779672" y="1559365"/>
                  </a:cubicBezTo>
                  <a:cubicBezTo>
                    <a:pt x="4779165" y="1557339"/>
                    <a:pt x="4776380" y="1550502"/>
                    <a:pt x="4775620" y="1548476"/>
                  </a:cubicBezTo>
                  <a:close/>
                  <a:moveTo>
                    <a:pt x="4776886" y="1555820"/>
                  </a:moveTo>
                  <a:cubicBezTo>
                    <a:pt x="4776633" y="1554047"/>
                    <a:pt x="4773848" y="1547210"/>
                    <a:pt x="4773088" y="1545184"/>
                  </a:cubicBezTo>
                  <a:cubicBezTo>
                    <a:pt x="4770809" y="1539613"/>
                    <a:pt x="4767264" y="1531257"/>
                    <a:pt x="4766504" y="1530244"/>
                  </a:cubicBezTo>
                  <a:cubicBezTo>
                    <a:pt x="4766504" y="1530244"/>
                    <a:pt x="4766504" y="1530244"/>
                    <a:pt x="4766504" y="1530244"/>
                  </a:cubicBezTo>
                  <a:cubicBezTo>
                    <a:pt x="4766757" y="1533283"/>
                    <a:pt x="4775367" y="1554047"/>
                    <a:pt x="4776886" y="1555820"/>
                  </a:cubicBezTo>
                  <a:cubicBezTo>
                    <a:pt x="4776886" y="1555820"/>
                    <a:pt x="4776886" y="1555820"/>
                    <a:pt x="4776886" y="1555820"/>
                  </a:cubicBezTo>
                  <a:close/>
                  <a:moveTo>
                    <a:pt x="4768530" y="1541639"/>
                  </a:moveTo>
                  <a:cubicBezTo>
                    <a:pt x="4766251" y="1536068"/>
                    <a:pt x="4762706" y="1527712"/>
                    <a:pt x="4761439" y="1526699"/>
                  </a:cubicBezTo>
                  <a:cubicBezTo>
                    <a:pt x="4761439" y="1526699"/>
                    <a:pt x="4761439" y="1526699"/>
                    <a:pt x="4761186" y="1526699"/>
                  </a:cubicBezTo>
                  <a:cubicBezTo>
                    <a:pt x="4761186" y="1529231"/>
                    <a:pt x="4769796" y="1551262"/>
                    <a:pt x="4771822" y="1552528"/>
                  </a:cubicBezTo>
                  <a:cubicBezTo>
                    <a:pt x="4772328" y="1551768"/>
                    <a:pt x="4769036" y="1543412"/>
                    <a:pt x="4768530" y="1541639"/>
                  </a:cubicBezTo>
                  <a:close/>
                  <a:moveTo>
                    <a:pt x="4754602" y="1523407"/>
                  </a:moveTo>
                  <a:cubicBezTo>
                    <a:pt x="4754602" y="1523407"/>
                    <a:pt x="4754602" y="1523407"/>
                    <a:pt x="4754602" y="1523407"/>
                  </a:cubicBezTo>
                  <a:cubicBezTo>
                    <a:pt x="4753083" y="1524926"/>
                    <a:pt x="4763212" y="1548983"/>
                    <a:pt x="4765238" y="1549236"/>
                  </a:cubicBezTo>
                  <a:cubicBezTo>
                    <a:pt x="4765998" y="1548223"/>
                    <a:pt x="4762706" y="1540120"/>
                    <a:pt x="4762199" y="1538347"/>
                  </a:cubicBezTo>
                  <a:cubicBezTo>
                    <a:pt x="4759920" y="1532776"/>
                    <a:pt x="4756122" y="1524420"/>
                    <a:pt x="4754602" y="1523407"/>
                  </a:cubicBezTo>
                  <a:close/>
                  <a:moveTo>
                    <a:pt x="4745993" y="1519862"/>
                  </a:moveTo>
                  <a:cubicBezTo>
                    <a:pt x="4745993" y="1519862"/>
                    <a:pt x="4745993" y="1519862"/>
                    <a:pt x="4745993" y="1519862"/>
                  </a:cubicBezTo>
                  <a:cubicBezTo>
                    <a:pt x="4743714" y="1520368"/>
                    <a:pt x="4753843" y="1544931"/>
                    <a:pt x="4756375" y="1545691"/>
                  </a:cubicBezTo>
                  <a:cubicBezTo>
                    <a:pt x="4757388" y="1545944"/>
                    <a:pt x="4756375" y="1541386"/>
                    <a:pt x="4753843" y="1534802"/>
                  </a:cubicBezTo>
                  <a:cubicBezTo>
                    <a:pt x="4751817" y="1529231"/>
                    <a:pt x="4748019" y="1520875"/>
                    <a:pt x="4745993" y="1519862"/>
                  </a:cubicBezTo>
                  <a:close/>
                  <a:moveTo>
                    <a:pt x="4735610" y="1516317"/>
                  </a:moveTo>
                  <a:cubicBezTo>
                    <a:pt x="4735610" y="1516317"/>
                    <a:pt x="4735357" y="1516317"/>
                    <a:pt x="4735610" y="1516317"/>
                  </a:cubicBezTo>
                  <a:cubicBezTo>
                    <a:pt x="4732572" y="1517076"/>
                    <a:pt x="4742448" y="1541133"/>
                    <a:pt x="4745993" y="1542146"/>
                  </a:cubicBezTo>
                  <a:cubicBezTo>
                    <a:pt x="4747259" y="1542399"/>
                    <a:pt x="4746499" y="1537841"/>
                    <a:pt x="4743967" y="1531257"/>
                  </a:cubicBezTo>
                  <a:cubicBezTo>
                    <a:pt x="4741688" y="1525686"/>
                    <a:pt x="4737890" y="1517583"/>
                    <a:pt x="4735610" y="1516317"/>
                  </a:cubicBezTo>
                  <a:close/>
                  <a:moveTo>
                    <a:pt x="4723203" y="1512771"/>
                  </a:moveTo>
                  <a:cubicBezTo>
                    <a:pt x="4723203" y="1512771"/>
                    <a:pt x="4722949" y="1512771"/>
                    <a:pt x="4722949" y="1512771"/>
                  </a:cubicBezTo>
                  <a:cubicBezTo>
                    <a:pt x="4719910" y="1513531"/>
                    <a:pt x="4728774" y="1535815"/>
                    <a:pt x="4733078" y="1538347"/>
                  </a:cubicBezTo>
                  <a:cubicBezTo>
                    <a:pt x="4735104" y="1539360"/>
                    <a:pt x="4734598" y="1534802"/>
                    <a:pt x="4731812" y="1527712"/>
                  </a:cubicBezTo>
                  <a:cubicBezTo>
                    <a:pt x="4729786" y="1522394"/>
                    <a:pt x="4725735" y="1514037"/>
                    <a:pt x="4723203" y="1512771"/>
                  </a:cubicBezTo>
                  <a:close/>
                  <a:moveTo>
                    <a:pt x="4709275" y="1509226"/>
                  </a:moveTo>
                  <a:cubicBezTo>
                    <a:pt x="4709275" y="1509226"/>
                    <a:pt x="4709022" y="1509226"/>
                    <a:pt x="4709022" y="1509226"/>
                  </a:cubicBezTo>
                  <a:cubicBezTo>
                    <a:pt x="4705477" y="1509986"/>
                    <a:pt x="4714339" y="1532270"/>
                    <a:pt x="4719151" y="1534802"/>
                  </a:cubicBezTo>
                  <a:cubicBezTo>
                    <a:pt x="4721430" y="1535815"/>
                    <a:pt x="4720923" y="1531257"/>
                    <a:pt x="4718391" y="1524166"/>
                  </a:cubicBezTo>
                  <a:cubicBezTo>
                    <a:pt x="4716112" y="1518849"/>
                    <a:pt x="4712061" y="1510492"/>
                    <a:pt x="4709275" y="1509226"/>
                  </a:cubicBezTo>
                  <a:close/>
                  <a:moveTo>
                    <a:pt x="4693575" y="1505934"/>
                  </a:moveTo>
                  <a:cubicBezTo>
                    <a:pt x="4693575" y="1505934"/>
                    <a:pt x="4693322" y="1505934"/>
                    <a:pt x="4693322" y="1505934"/>
                  </a:cubicBezTo>
                  <a:cubicBezTo>
                    <a:pt x="4689270" y="1506694"/>
                    <a:pt x="4698133" y="1528978"/>
                    <a:pt x="4703451" y="1531510"/>
                  </a:cubicBezTo>
                  <a:cubicBezTo>
                    <a:pt x="4705730" y="1532523"/>
                    <a:pt x="4705730" y="1527965"/>
                    <a:pt x="4703197" y="1520875"/>
                  </a:cubicBezTo>
                  <a:cubicBezTo>
                    <a:pt x="4700919" y="1515304"/>
                    <a:pt x="4696614" y="1506947"/>
                    <a:pt x="4693575" y="1505934"/>
                  </a:cubicBezTo>
                  <a:close/>
                  <a:moveTo>
                    <a:pt x="4676103" y="1502389"/>
                  </a:moveTo>
                  <a:cubicBezTo>
                    <a:pt x="4675849" y="1502389"/>
                    <a:pt x="4675596" y="1502389"/>
                    <a:pt x="4675343" y="1502389"/>
                  </a:cubicBezTo>
                  <a:cubicBezTo>
                    <a:pt x="4671798" y="1504415"/>
                    <a:pt x="4680407" y="1525433"/>
                    <a:pt x="4685725" y="1527712"/>
                  </a:cubicBezTo>
                  <a:cubicBezTo>
                    <a:pt x="4688257" y="1528725"/>
                    <a:pt x="4688510" y="1524166"/>
                    <a:pt x="4685725" y="1517076"/>
                  </a:cubicBezTo>
                  <a:cubicBezTo>
                    <a:pt x="4683699" y="1511758"/>
                    <a:pt x="4679394" y="1503402"/>
                    <a:pt x="4676103" y="1502389"/>
                  </a:cubicBezTo>
                  <a:close/>
                  <a:moveTo>
                    <a:pt x="4666480" y="1524420"/>
                  </a:moveTo>
                  <a:cubicBezTo>
                    <a:pt x="4669265" y="1525433"/>
                    <a:pt x="4669518" y="1520875"/>
                    <a:pt x="4666986" y="1513784"/>
                  </a:cubicBezTo>
                  <a:lnTo>
                    <a:pt x="4666986" y="1513784"/>
                  </a:lnTo>
                  <a:cubicBezTo>
                    <a:pt x="4664961" y="1508213"/>
                    <a:pt x="4660656" y="1499857"/>
                    <a:pt x="4656857" y="1498844"/>
                  </a:cubicBezTo>
                  <a:cubicBezTo>
                    <a:pt x="4656604" y="1498844"/>
                    <a:pt x="4656351" y="1498844"/>
                    <a:pt x="4656097" y="1498844"/>
                  </a:cubicBezTo>
                  <a:cubicBezTo>
                    <a:pt x="4652299" y="1500870"/>
                    <a:pt x="4660656" y="1522141"/>
                    <a:pt x="4666480" y="1524420"/>
                  </a:cubicBezTo>
                  <a:close/>
                  <a:moveTo>
                    <a:pt x="4636346" y="1495299"/>
                  </a:moveTo>
                  <a:cubicBezTo>
                    <a:pt x="4636093" y="1495299"/>
                    <a:pt x="4636093" y="1495299"/>
                    <a:pt x="4635840" y="1495299"/>
                  </a:cubicBezTo>
                  <a:cubicBezTo>
                    <a:pt x="4631028" y="1495805"/>
                    <a:pt x="4638625" y="1516823"/>
                    <a:pt x="4644955" y="1520621"/>
                  </a:cubicBezTo>
                  <a:cubicBezTo>
                    <a:pt x="4648501" y="1522647"/>
                    <a:pt x="4649261" y="1517836"/>
                    <a:pt x="4646475" y="1510239"/>
                  </a:cubicBezTo>
                  <a:cubicBezTo>
                    <a:pt x="4644702" y="1504668"/>
                    <a:pt x="4640144" y="1496565"/>
                    <a:pt x="4636346" y="1495299"/>
                  </a:cubicBezTo>
                  <a:close/>
                  <a:moveTo>
                    <a:pt x="4624698" y="1506694"/>
                  </a:moveTo>
                  <a:cubicBezTo>
                    <a:pt x="4622925" y="1501123"/>
                    <a:pt x="4618367" y="1492766"/>
                    <a:pt x="4614062" y="1491754"/>
                  </a:cubicBezTo>
                  <a:cubicBezTo>
                    <a:pt x="4613809" y="1491754"/>
                    <a:pt x="4613302" y="1491754"/>
                    <a:pt x="4613049" y="1491754"/>
                  </a:cubicBezTo>
                  <a:cubicBezTo>
                    <a:pt x="4608238" y="1493779"/>
                    <a:pt x="4615835" y="1513278"/>
                    <a:pt x="4622672" y="1516823"/>
                  </a:cubicBezTo>
                  <a:cubicBezTo>
                    <a:pt x="4626217" y="1519102"/>
                    <a:pt x="4627230" y="1514291"/>
                    <a:pt x="4624698" y="1506694"/>
                  </a:cubicBezTo>
                  <a:close/>
                  <a:moveTo>
                    <a:pt x="4601147" y="1503402"/>
                  </a:moveTo>
                  <a:cubicBezTo>
                    <a:pt x="4599375" y="1498337"/>
                    <a:pt x="4595070" y="1489728"/>
                    <a:pt x="4590259" y="1488462"/>
                  </a:cubicBezTo>
                  <a:cubicBezTo>
                    <a:pt x="4590005" y="1488462"/>
                    <a:pt x="4589499" y="1488462"/>
                    <a:pt x="4589246" y="1488462"/>
                  </a:cubicBezTo>
                  <a:cubicBezTo>
                    <a:pt x="4584434" y="1490234"/>
                    <a:pt x="4591778" y="1509986"/>
                    <a:pt x="4598615" y="1513531"/>
                  </a:cubicBezTo>
                  <a:cubicBezTo>
                    <a:pt x="4602414" y="1515557"/>
                    <a:pt x="4603680" y="1510746"/>
                    <a:pt x="4601147" y="1503402"/>
                  </a:cubicBezTo>
                  <a:close/>
                  <a:moveTo>
                    <a:pt x="4563923" y="1485170"/>
                  </a:moveTo>
                  <a:cubicBezTo>
                    <a:pt x="4558606" y="1487195"/>
                    <a:pt x="4565949" y="1506694"/>
                    <a:pt x="4573293" y="1510239"/>
                  </a:cubicBezTo>
                  <a:cubicBezTo>
                    <a:pt x="4577344" y="1512265"/>
                    <a:pt x="4578610" y="1507454"/>
                    <a:pt x="4576331" y="1499857"/>
                  </a:cubicBezTo>
                  <a:cubicBezTo>
                    <a:pt x="4574559" y="1494286"/>
                    <a:pt x="4570001" y="1486183"/>
                    <a:pt x="4565189" y="1484916"/>
                  </a:cubicBezTo>
                  <a:cubicBezTo>
                    <a:pt x="4564683" y="1484916"/>
                    <a:pt x="4564177" y="1484916"/>
                    <a:pt x="4563923" y="1485170"/>
                  </a:cubicBezTo>
                  <a:close/>
                  <a:moveTo>
                    <a:pt x="4546198" y="1506694"/>
                  </a:moveTo>
                  <a:cubicBezTo>
                    <a:pt x="4550502" y="1508720"/>
                    <a:pt x="4552022" y="1503908"/>
                    <a:pt x="4549743" y="1496312"/>
                  </a:cubicBezTo>
                  <a:cubicBezTo>
                    <a:pt x="4547970" y="1490741"/>
                    <a:pt x="4543412" y="1482637"/>
                    <a:pt x="4538348" y="1481371"/>
                  </a:cubicBezTo>
                  <a:cubicBezTo>
                    <a:pt x="4538094" y="1481371"/>
                    <a:pt x="4537588" y="1481371"/>
                    <a:pt x="4537081" y="1481371"/>
                  </a:cubicBezTo>
                  <a:cubicBezTo>
                    <a:pt x="4531257" y="1483650"/>
                    <a:pt x="4538601" y="1503402"/>
                    <a:pt x="4546198" y="1506694"/>
                  </a:cubicBezTo>
                  <a:close/>
                  <a:moveTo>
                    <a:pt x="4508720" y="1478333"/>
                  </a:moveTo>
                  <a:cubicBezTo>
                    <a:pt x="4502896" y="1480105"/>
                    <a:pt x="4508973" y="1498337"/>
                    <a:pt x="4517077" y="1502895"/>
                  </a:cubicBezTo>
                  <a:cubicBezTo>
                    <a:pt x="4522141" y="1505681"/>
                    <a:pt x="4524167" y="1501123"/>
                    <a:pt x="4521635" y="1493020"/>
                  </a:cubicBezTo>
                  <a:cubicBezTo>
                    <a:pt x="4519862" y="1487449"/>
                    <a:pt x="4515051" y="1479345"/>
                    <a:pt x="4509986" y="1478079"/>
                  </a:cubicBezTo>
                  <a:cubicBezTo>
                    <a:pt x="4509480" y="1478333"/>
                    <a:pt x="4508973" y="1478333"/>
                    <a:pt x="4508720" y="1478333"/>
                  </a:cubicBezTo>
                  <a:close/>
                  <a:moveTo>
                    <a:pt x="4480106" y="1474787"/>
                  </a:moveTo>
                  <a:cubicBezTo>
                    <a:pt x="4479599" y="1474787"/>
                    <a:pt x="4479093" y="1474787"/>
                    <a:pt x="4478839" y="1474787"/>
                  </a:cubicBezTo>
                  <a:cubicBezTo>
                    <a:pt x="4472762" y="1476560"/>
                    <a:pt x="4478839" y="1494792"/>
                    <a:pt x="4486943" y="1499350"/>
                  </a:cubicBezTo>
                  <a:cubicBezTo>
                    <a:pt x="4492007" y="1502136"/>
                    <a:pt x="4494540" y="1497325"/>
                    <a:pt x="4492260" y="1489475"/>
                  </a:cubicBezTo>
                  <a:cubicBezTo>
                    <a:pt x="4490488" y="1484157"/>
                    <a:pt x="4485677" y="1475800"/>
                    <a:pt x="4480106" y="1474787"/>
                  </a:cubicBezTo>
                  <a:close/>
                  <a:moveTo>
                    <a:pt x="4448959" y="1471496"/>
                  </a:moveTo>
                  <a:cubicBezTo>
                    <a:pt x="4448452" y="1471496"/>
                    <a:pt x="4447946" y="1471496"/>
                    <a:pt x="4447693" y="1471496"/>
                  </a:cubicBezTo>
                  <a:cubicBezTo>
                    <a:pt x="4441362" y="1473268"/>
                    <a:pt x="4447186" y="1491500"/>
                    <a:pt x="4455543" y="1496058"/>
                  </a:cubicBezTo>
                  <a:cubicBezTo>
                    <a:pt x="4460861" y="1498844"/>
                    <a:pt x="4463646" y="1494286"/>
                    <a:pt x="4461114" y="1486183"/>
                  </a:cubicBezTo>
                  <a:cubicBezTo>
                    <a:pt x="4459594" y="1480865"/>
                    <a:pt x="4454783" y="1472508"/>
                    <a:pt x="4448959" y="1471496"/>
                  </a:cubicBezTo>
                  <a:close/>
                  <a:moveTo>
                    <a:pt x="4416546" y="1468204"/>
                  </a:moveTo>
                  <a:cubicBezTo>
                    <a:pt x="4416039" y="1468204"/>
                    <a:pt x="4415533" y="1468204"/>
                    <a:pt x="4415027" y="1468204"/>
                  </a:cubicBezTo>
                  <a:cubicBezTo>
                    <a:pt x="4408189" y="1469976"/>
                    <a:pt x="4414014" y="1488208"/>
                    <a:pt x="4422623" y="1492766"/>
                  </a:cubicBezTo>
                  <a:cubicBezTo>
                    <a:pt x="4428194" y="1495552"/>
                    <a:pt x="4430980" y="1490994"/>
                    <a:pt x="4428701" y="1482891"/>
                  </a:cubicBezTo>
                  <a:cubicBezTo>
                    <a:pt x="4427181" y="1477573"/>
                    <a:pt x="4422370" y="1469216"/>
                    <a:pt x="4416546" y="1468204"/>
                  </a:cubicBezTo>
                  <a:close/>
                  <a:moveTo>
                    <a:pt x="4382614" y="1464912"/>
                  </a:moveTo>
                  <a:cubicBezTo>
                    <a:pt x="4382107" y="1464912"/>
                    <a:pt x="4381601" y="1464912"/>
                    <a:pt x="4381094" y="1464912"/>
                  </a:cubicBezTo>
                  <a:cubicBezTo>
                    <a:pt x="4374004" y="1466684"/>
                    <a:pt x="4379575" y="1484916"/>
                    <a:pt x="4388691" y="1489475"/>
                  </a:cubicBezTo>
                  <a:cubicBezTo>
                    <a:pt x="4394262" y="1492260"/>
                    <a:pt x="4397554" y="1487449"/>
                    <a:pt x="4395275" y="1479599"/>
                  </a:cubicBezTo>
                  <a:cubicBezTo>
                    <a:pt x="4393755" y="1474281"/>
                    <a:pt x="4388691" y="1465925"/>
                    <a:pt x="4382614" y="1464912"/>
                  </a:cubicBezTo>
                  <a:close/>
                  <a:moveTo>
                    <a:pt x="4347415" y="1461620"/>
                  </a:moveTo>
                  <a:cubicBezTo>
                    <a:pt x="4346909" y="1461620"/>
                    <a:pt x="4346402" y="1461620"/>
                    <a:pt x="4345896" y="1461620"/>
                  </a:cubicBezTo>
                  <a:cubicBezTo>
                    <a:pt x="4338805" y="1463392"/>
                    <a:pt x="4343364" y="1480358"/>
                    <a:pt x="4352226" y="1485676"/>
                  </a:cubicBezTo>
                  <a:cubicBezTo>
                    <a:pt x="4358557" y="1489475"/>
                    <a:pt x="4362609" y="1484663"/>
                    <a:pt x="4360330" y="1476307"/>
                  </a:cubicBezTo>
                  <a:cubicBezTo>
                    <a:pt x="4358811" y="1470989"/>
                    <a:pt x="4353746" y="1462633"/>
                    <a:pt x="4347415" y="1461620"/>
                  </a:cubicBezTo>
                  <a:close/>
                  <a:moveTo>
                    <a:pt x="4315509" y="1482637"/>
                  </a:moveTo>
                  <a:cubicBezTo>
                    <a:pt x="4321839" y="1486436"/>
                    <a:pt x="4326144" y="1481624"/>
                    <a:pt x="4323865" y="1473268"/>
                  </a:cubicBezTo>
                  <a:cubicBezTo>
                    <a:pt x="4322346" y="1467697"/>
                    <a:pt x="4317535" y="1459594"/>
                    <a:pt x="4310951" y="1458581"/>
                  </a:cubicBezTo>
                  <a:cubicBezTo>
                    <a:pt x="4310444" y="1458581"/>
                    <a:pt x="4309685" y="1458581"/>
                    <a:pt x="4309431" y="1458581"/>
                  </a:cubicBezTo>
                  <a:cubicBezTo>
                    <a:pt x="4302088" y="1460354"/>
                    <a:pt x="4306393" y="1477067"/>
                    <a:pt x="4315509" y="1482637"/>
                  </a:cubicBezTo>
                  <a:close/>
                  <a:moveTo>
                    <a:pt x="4277525" y="1479345"/>
                  </a:moveTo>
                  <a:cubicBezTo>
                    <a:pt x="4284109" y="1483144"/>
                    <a:pt x="4288414" y="1478333"/>
                    <a:pt x="4286388" y="1469976"/>
                  </a:cubicBezTo>
                  <a:lnTo>
                    <a:pt x="4286388" y="1469976"/>
                  </a:lnTo>
                  <a:cubicBezTo>
                    <a:pt x="4285122" y="1464405"/>
                    <a:pt x="4280057" y="1456302"/>
                    <a:pt x="4273220" y="1455289"/>
                  </a:cubicBezTo>
                  <a:cubicBezTo>
                    <a:pt x="4272713" y="1455289"/>
                    <a:pt x="4271954" y="1455289"/>
                    <a:pt x="4271447" y="1455289"/>
                  </a:cubicBezTo>
                  <a:cubicBezTo>
                    <a:pt x="4263597" y="1457062"/>
                    <a:pt x="4267902" y="1473775"/>
                    <a:pt x="4277525" y="1479345"/>
                  </a:cubicBezTo>
                  <a:close/>
                  <a:moveTo>
                    <a:pt x="4238275" y="1476054"/>
                  </a:moveTo>
                  <a:cubicBezTo>
                    <a:pt x="4244859" y="1479852"/>
                    <a:pt x="4249670" y="1475041"/>
                    <a:pt x="4247644" y="1466684"/>
                  </a:cubicBezTo>
                  <a:cubicBezTo>
                    <a:pt x="4246378" y="1461113"/>
                    <a:pt x="4241314" y="1453010"/>
                    <a:pt x="4234223" y="1451997"/>
                  </a:cubicBezTo>
                  <a:cubicBezTo>
                    <a:pt x="4233717" y="1451997"/>
                    <a:pt x="4232957" y="1451997"/>
                    <a:pt x="4232451" y="1451997"/>
                  </a:cubicBezTo>
                  <a:cubicBezTo>
                    <a:pt x="4224601" y="1453770"/>
                    <a:pt x="4228652" y="1470736"/>
                    <a:pt x="4238275" y="1476054"/>
                  </a:cubicBezTo>
                  <a:close/>
                  <a:moveTo>
                    <a:pt x="4207635" y="1463645"/>
                  </a:moveTo>
                  <a:cubicBezTo>
                    <a:pt x="4206368" y="1458075"/>
                    <a:pt x="4201304" y="1449971"/>
                    <a:pt x="4194214" y="1448958"/>
                  </a:cubicBezTo>
                  <a:cubicBezTo>
                    <a:pt x="4193707" y="1448958"/>
                    <a:pt x="4192947" y="1448958"/>
                    <a:pt x="4192441" y="1448958"/>
                  </a:cubicBezTo>
                  <a:cubicBezTo>
                    <a:pt x="4184591" y="1450731"/>
                    <a:pt x="4187629" y="1466178"/>
                    <a:pt x="4196999" y="1472508"/>
                  </a:cubicBezTo>
                  <a:cubicBezTo>
                    <a:pt x="4204090" y="1477320"/>
                    <a:pt x="4209661" y="1472508"/>
                    <a:pt x="4207635" y="1463645"/>
                  </a:cubicBezTo>
                  <a:close/>
                  <a:moveTo>
                    <a:pt x="4166359" y="1460354"/>
                  </a:moveTo>
                  <a:cubicBezTo>
                    <a:pt x="4165092" y="1454783"/>
                    <a:pt x="4160028" y="1446679"/>
                    <a:pt x="4152685" y="1445666"/>
                  </a:cubicBezTo>
                  <a:cubicBezTo>
                    <a:pt x="4152178" y="1445666"/>
                    <a:pt x="4151418" y="1445666"/>
                    <a:pt x="4150912" y="1445666"/>
                  </a:cubicBezTo>
                  <a:cubicBezTo>
                    <a:pt x="4142809" y="1447439"/>
                    <a:pt x="4145594" y="1462886"/>
                    <a:pt x="4155217" y="1469216"/>
                  </a:cubicBezTo>
                  <a:cubicBezTo>
                    <a:pt x="4162307" y="1474028"/>
                    <a:pt x="4168384" y="1469470"/>
                    <a:pt x="4166359" y="1460354"/>
                  </a:cubicBezTo>
                  <a:close/>
                  <a:moveTo>
                    <a:pt x="4124070" y="1457315"/>
                  </a:moveTo>
                  <a:cubicBezTo>
                    <a:pt x="4123057" y="1452250"/>
                    <a:pt x="4118246" y="1443641"/>
                    <a:pt x="4110142" y="1442628"/>
                  </a:cubicBezTo>
                  <a:cubicBezTo>
                    <a:pt x="4109636" y="1442628"/>
                    <a:pt x="4108876" y="1442628"/>
                    <a:pt x="4108117" y="1442628"/>
                  </a:cubicBezTo>
                  <a:cubicBezTo>
                    <a:pt x="4099760" y="1444400"/>
                    <a:pt x="4102546" y="1459847"/>
                    <a:pt x="4112168" y="1465925"/>
                  </a:cubicBezTo>
                  <a:cubicBezTo>
                    <a:pt x="4119765" y="1470989"/>
                    <a:pt x="4125842" y="1466431"/>
                    <a:pt x="4124070" y="1457315"/>
                  </a:cubicBezTo>
                  <a:close/>
                  <a:moveTo>
                    <a:pt x="4080515" y="1454276"/>
                  </a:moveTo>
                  <a:cubicBezTo>
                    <a:pt x="4079502" y="1448705"/>
                    <a:pt x="4074437" y="1440602"/>
                    <a:pt x="4066334" y="1439589"/>
                  </a:cubicBezTo>
                  <a:cubicBezTo>
                    <a:pt x="4065828" y="1439589"/>
                    <a:pt x="4064815" y="1439589"/>
                    <a:pt x="4064309" y="1439589"/>
                  </a:cubicBezTo>
                  <a:cubicBezTo>
                    <a:pt x="4055699" y="1441362"/>
                    <a:pt x="4058231" y="1456808"/>
                    <a:pt x="4068107" y="1462886"/>
                  </a:cubicBezTo>
                  <a:cubicBezTo>
                    <a:pt x="4075957" y="1467950"/>
                    <a:pt x="4082288" y="1463392"/>
                    <a:pt x="4080515" y="1454276"/>
                  </a:cubicBezTo>
                  <a:close/>
                  <a:moveTo>
                    <a:pt x="4035947" y="1451237"/>
                  </a:moveTo>
                  <a:cubicBezTo>
                    <a:pt x="4034934" y="1445666"/>
                    <a:pt x="4029870" y="1437563"/>
                    <a:pt x="4021767" y="1436550"/>
                  </a:cubicBezTo>
                  <a:cubicBezTo>
                    <a:pt x="4021260" y="1436550"/>
                    <a:pt x="4020247" y="1436550"/>
                    <a:pt x="4019741" y="1436550"/>
                  </a:cubicBezTo>
                  <a:cubicBezTo>
                    <a:pt x="4011384" y="1438323"/>
                    <a:pt x="4012904" y="1452504"/>
                    <a:pt x="4022273" y="1459341"/>
                  </a:cubicBezTo>
                  <a:cubicBezTo>
                    <a:pt x="4030123" y="1465165"/>
                    <a:pt x="4037720" y="1460860"/>
                    <a:pt x="4035947" y="1451237"/>
                  </a:cubicBezTo>
                  <a:close/>
                  <a:moveTo>
                    <a:pt x="3990114" y="1448452"/>
                  </a:moveTo>
                  <a:cubicBezTo>
                    <a:pt x="3989100" y="1442881"/>
                    <a:pt x="3984036" y="1434778"/>
                    <a:pt x="3975933" y="1433765"/>
                  </a:cubicBezTo>
                  <a:cubicBezTo>
                    <a:pt x="3975426" y="1433765"/>
                    <a:pt x="3974413" y="1433765"/>
                    <a:pt x="3973907" y="1433765"/>
                  </a:cubicBezTo>
                  <a:cubicBezTo>
                    <a:pt x="3965044" y="1435537"/>
                    <a:pt x="3966563" y="1449718"/>
                    <a:pt x="3975933" y="1456555"/>
                  </a:cubicBezTo>
                  <a:cubicBezTo>
                    <a:pt x="3984289" y="1462379"/>
                    <a:pt x="3991886" y="1458075"/>
                    <a:pt x="3990114" y="1448452"/>
                  </a:cubicBezTo>
                  <a:close/>
                  <a:moveTo>
                    <a:pt x="3943520" y="1445413"/>
                  </a:moveTo>
                  <a:cubicBezTo>
                    <a:pt x="3942507" y="1439842"/>
                    <a:pt x="3937443" y="1431739"/>
                    <a:pt x="3929086" y="1430726"/>
                  </a:cubicBezTo>
                  <a:cubicBezTo>
                    <a:pt x="3928326" y="1430726"/>
                    <a:pt x="3927567" y="1430726"/>
                    <a:pt x="3927060" y="1430726"/>
                  </a:cubicBezTo>
                  <a:cubicBezTo>
                    <a:pt x="3918197" y="1432499"/>
                    <a:pt x="3919463" y="1446679"/>
                    <a:pt x="3928833" y="1453517"/>
                  </a:cubicBezTo>
                  <a:cubicBezTo>
                    <a:pt x="3936936" y="1459341"/>
                    <a:pt x="3945039" y="1455036"/>
                    <a:pt x="3943520" y="1445413"/>
                  </a:cubicBezTo>
                  <a:close/>
                  <a:moveTo>
                    <a:pt x="3895660" y="1442628"/>
                  </a:moveTo>
                  <a:cubicBezTo>
                    <a:pt x="3894900" y="1437057"/>
                    <a:pt x="3889836" y="1428954"/>
                    <a:pt x="3881226" y="1427941"/>
                  </a:cubicBezTo>
                  <a:cubicBezTo>
                    <a:pt x="3880467" y="1427941"/>
                    <a:pt x="3879707" y="1427941"/>
                    <a:pt x="3878947" y="1427941"/>
                  </a:cubicBezTo>
                  <a:cubicBezTo>
                    <a:pt x="3869831" y="1429713"/>
                    <a:pt x="3870844" y="1443894"/>
                    <a:pt x="3880467" y="1450731"/>
                  </a:cubicBezTo>
                  <a:cubicBezTo>
                    <a:pt x="3888823" y="1456555"/>
                    <a:pt x="3897179" y="1451997"/>
                    <a:pt x="3895660" y="1442628"/>
                  </a:cubicBezTo>
                  <a:close/>
                  <a:moveTo>
                    <a:pt x="3847041" y="1439842"/>
                  </a:moveTo>
                  <a:cubicBezTo>
                    <a:pt x="3846281" y="1434271"/>
                    <a:pt x="3841217" y="1426168"/>
                    <a:pt x="3832607" y="1425155"/>
                  </a:cubicBezTo>
                  <a:cubicBezTo>
                    <a:pt x="3832354" y="1425155"/>
                    <a:pt x="3831847" y="1425155"/>
                    <a:pt x="3831594" y="1425155"/>
                  </a:cubicBezTo>
                  <a:cubicBezTo>
                    <a:pt x="3821718" y="1425662"/>
                    <a:pt x="3821212" y="1439589"/>
                    <a:pt x="3830834" y="1447186"/>
                  </a:cubicBezTo>
                  <a:cubicBezTo>
                    <a:pt x="3839191" y="1454023"/>
                    <a:pt x="3848560" y="1449718"/>
                    <a:pt x="3847041" y="1439842"/>
                  </a:cubicBezTo>
                  <a:close/>
                  <a:moveTo>
                    <a:pt x="3797409" y="1437057"/>
                  </a:moveTo>
                  <a:cubicBezTo>
                    <a:pt x="3796649" y="1431486"/>
                    <a:pt x="3791584" y="1423383"/>
                    <a:pt x="3782722" y="1422370"/>
                  </a:cubicBezTo>
                  <a:cubicBezTo>
                    <a:pt x="3782468" y="1422370"/>
                    <a:pt x="3781962" y="1422370"/>
                    <a:pt x="3781455" y="1422370"/>
                  </a:cubicBezTo>
                  <a:cubicBezTo>
                    <a:pt x="3771580" y="1422876"/>
                    <a:pt x="3770820" y="1436804"/>
                    <a:pt x="3780442" y="1444400"/>
                  </a:cubicBezTo>
                  <a:cubicBezTo>
                    <a:pt x="3788799" y="1451237"/>
                    <a:pt x="3798675" y="1446933"/>
                    <a:pt x="3797409" y="1437057"/>
                  </a:cubicBezTo>
                  <a:close/>
                  <a:moveTo>
                    <a:pt x="3746764" y="1434271"/>
                  </a:moveTo>
                  <a:cubicBezTo>
                    <a:pt x="3746003" y="1428700"/>
                    <a:pt x="3741193" y="1420597"/>
                    <a:pt x="3732076" y="1419837"/>
                  </a:cubicBezTo>
                  <a:cubicBezTo>
                    <a:pt x="3731317" y="1419837"/>
                    <a:pt x="3730557" y="1419837"/>
                    <a:pt x="3729797" y="1420091"/>
                  </a:cubicBezTo>
                  <a:cubicBezTo>
                    <a:pt x="3720681" y="1421610"/>
                    <a:pt x="3720428" y="1434778"/>
                    <a:pt x="3729544" y="1441868"/>
                  </a:cubicBezTo>
                  <a:cubicBezTo>
                    <a:pt x="3737900" y="1448452"/>
                    <a:pt x="3748029" y="1444147"/>
                    <a:pt x="3746764" y="1434271"/>
                  </a:cubicBezTo>
                  <a:close/>
                  <a:moveTo>
                    <a:pt x="3695358" y="1431486"/>
                  </a:moveTo>
                  <a:cubicBezTo>
                    <a:pt x="3694852" y="1425915"/>
                    <a:pt x="3689788" y="1417812"/>
                    <a:pt x="3680672" y="1417052"/>
                  </a:cubicBezTo>
                  <a:cubicBezTo>
                    <a:pt x="3679912" y="1417052"/>
                    <a:pt x="3679152" y="1417052"/>
                    <a:pt x="3678392" y="1417305"/>
                  </a:cubicBezTo>
                  <a:cubicBezTo>
                    <a:pt x="3669023" y="1418824"/>
                    <a:pt x="3668516" y="1431992"/>
                    <a:pt x="3677633" y="1439083"/>
                  </a:cubicBezTo>
                  <a:cubicBezTo>
                    <a:pt x="3686243" y="1445920"/>
                    <a:pt x="3696371" y="1441615"/>
                    <a:pt x="3695358" y="1431486"/>
                  </a:cubicBezTo>
                  <a:close/>
                  <a:moveTo>
                    <a:pt x="3625721" y="1414520"/>
                  </a:moveTo>
                  <a:cubicBezTo>
                    <a:pt x="3616099" y="1416292"/>
                    <a:pt x="3615339" y="1429207"/>
                    <a:pt x="3624708" y="1436297"/>
                  </a:cubicBezTo>
                  <a:cubicBezTo>
                    <a:pt x="3633572" y="1443134"/>
                    <a:pt x="3643953" y="1438829"/>
                    <a:pt x="3642941" y="1428700"/>
                  </a:cubicBezTo>
                  <a:cubicBezTo>
                    <a:pt x="3642434" y="1423129"/>
                    <a:pt x="3637370" y="1415026"/>
                    <a:pt x="3628254" y="1414266"/>
                  </a:cubicBezTo>
                  <a:cubicBezTo>
                    <a:pt x="3627494" y="1414520"/>
                    <a:pt x="3626481" y="1414520"/>
                    <a:pt x="3625721" y="1414520"/>
                  </a:cubicBezTo>
                  <a:close/>
                  <a:moveTo>
                    <a:pt x="3589763" y="1426421"/>
                  </a:moveTo>
                  <a:cubicBezTo>
                    <a:pt x="3589257" y="1420850"/>
                    <a:pt x="3584446" y="1412747"/>
                    <a:pt x="3574823" y="1411987"/>
                  </a:cubicBezTo>
                  <a:cubicBezTo>
                    <a:pt x="3574570" y="1411987"/>
                    <a:pt x="3574063" y="1411987"/>
                    <a:pt x="3573557" y="1411987"/>
                  </a:cubicBezTo>
                  <a:cubicBezTo>
                    <a:pt x="3563428" y="1412494"/>
                    <a:pt x="3561402" y="1425155"/>
                    <a:pt x="3570012" y="1433005"/>
                  </a:cubicBezTo>
                  <a:cubicBezTo>
                    <a:pt x="3578622" y="1440855"/>
                    <a:pt x="3590776" y="1436804"/>
                    <a:pt x="3589763" y="1426421"/>
                  </a:cubicBezTo>
                  <a:close/>
                  <a:moveTo>
                    <a:pt x="3535573" y="1423889"/>
                  </a:moveTo>
                  <a:cubicBezTo>
                    <a:pt x="3535067" y="1418318"/>
                    <a:pt x="3530255" y="1410215"/>
                    <a:pt x="3520633" y="1409455"/>
                  </a:cubicBezTo>
                  <a:cubicBezTo>
                    <a:pt x="3520380" y="1409455"/>
                    <a:pt x="3519620" y="1409455"/>
                    <a:pt x="3519366" y="1409455"/>
                  </a:cubicBezTo>
                  <a:cubicBezTo>
                    <a:pt x="3508984" y="1409962"/>
                    <a:pt x="3506705" y="1422623"/>
                    <a:pt x="3515568" y="1430473"/>
                  </a:cubicBezTo>
                  <a:cubicBezTo>
                    <a:pt x="3524431" y="1438576"/>
                    <a:pt x="3536586" y="1434525"/>
                    <a:pt x="3535573" y="1423889"/>
                  </a:cubicBezTo>
                  <a:close/>
                  <a:moveTo>
                    <a:pt x="3480876" y="1421357"/>
                  </a:moveTo>
                  <a:cubicBezTo>
                    <a:pt x="3480623" y="1415786"/>
                    <a:pt x="3475558" y="1407936"/>
                    <a:pt x="3465936" y="1406923"/>
                  </a:cubicBezTo>
                  <a:cubicBezTo>
                    <a:pt x="3465430" y="1406923"/>
                    <a:pt x="3464923" y="1406923"/>
                    <a:pt x="3464670" y="1406923"/>
                  </a:cubicBezTo>
                  <a:cubicBezTo>
                    <a:pt x="3454034" y="1407429"/>
                    <a:pt x="3451502" y="1420091"/>
                    <a:pt x="3460365" y="1427941"/>
                  </a:cubicBezTo>
                  <a:cubicBezTo>
                    <a:pt x="3469481" y="1436044"/>
                    <a:pt x="3481636" y="1431992"/>
                    <a:pt x="3480876" y="1421357"/>
                  </a:cubicBezTo>
                  <a:close/>
                  <a:moveTo>
                    <a:pt x="3425420" y="1419078"/>
                  </a:moveTo>
                  <a:cubicBezTo>
                    <a:pt x="3425166" y="1414013"/>
                    <a:pt x="3420862" y="1405657"/>
                    <a:pt x="3410479" y="1404644"/>
                  </a:cubicBezTo>
                  <a:cubicBezTo>
                    <a:pt x="3409973" y="1404644"/>
                    <a:pt x="3409466" y="1404644"/>
                    <a:pt x="3409213" y="1404644"/>
                  </a:cubicBezTo>
                  <a:cubicBezTo>
                    <a:pt x="3398578" y="1405150"/>
                    <a:pt x="3396046" y="1417812"/>
                    <a:pt x="3404655" y="1425662"/>
                  </a:cubicBezTo>
                  <a:cubicBezTo>
                    <a:pt x="3413265" y="1433512"/>
                    <a:pt x="3425926" y="1429460"/>
                    <a:pt x="3425420" y="1419078"/>
                  </a:cubicBezTo>
                  <a:close/>
                  <a:moveTo>
                    <a:pt x="3352744" y="1402365"/>
                  </a:moveTo>
                  <a:cubicBezTo>
                    <a:pt x="3341855" y="1403125"/>
                    <a:pt x="3339070" y="1415533"/>
                    <a:pt x="3347933" y="1423383"/>
                  </a:cubicBezTo>
                  <a:cubicBezTo>
                    <a:pt x="3356542" y="1431233"/>
                    <a:pt x="3369457" y="1426928"/>
                    <a:pt x="3369204" y="1416545"/>
                  </a:cubicBezTo>
                  <a:cubicBezTo>
                    <a:pt x="3368950" y="1410975"/>
                    <a:pt x="3364139" y="1403125"/>
                    <a:pt x="3354263" y="1402112"/>
                  </a:cubicBezTo>
                  <a:cubicBezTo>
                    <a:pt x="3353757" y="1402365"/>
                    <a:pt x="3353250" y="1402365"/>
                    <a:pt x="3352744" y="1402365"/>
                  </a:cubicBezTo>
                  <a:close/>
                  <a:moveTo>
                    <a:pt x="3297034" y="1400086"/>
                  </a:moveTo>
                  <a:cubicBezTo>
                    <a:pt x="3296528" y="1400086"/>
                    <a:pt x="3296021" y="1400086"/>
                    <a:pt x="3295768" y="1400086"/>
                  </a:cubicBezTo>
                  <a:cubicBezTo>
                    <a:pt x="3284879" y="1400845"/>
                    <a:pt x="3281841" y="1413254"/>
                    <a:pt x="3290703" y="1421104"/>
                  </a:cubicBezTo>
                  <a:cubicBezTo>
                    <a:pt x="3299567" y="1428954"/>
                    <a:pt x="3312481" y="1424902"/>
                    <a:pt x="3311974" y="1414266"/>
                  </a:cubicBezTo>
                  <a:cubicBezTo>
                    <a:pt x="3311974" y="1408949"/>
                    <a:pt x="3307163" y="1400845"/>
                    <a:pt x="3297034" y="1400086"/>
                  </a:cubicBezTo>
                  <a:close/>
                  <a:moveTo>
                    <a:pt x="3181057" y="1395781"/>
                  </a:moveTo>
                  <a:cubicBezTo>
                    <a:pt x="3168649" y="1396034"/>
                    <a:pt x="3165610" y="1408442"/>
                    <a:pt x="3172954" y="1416039"/>
                  </a:cubicBezTo>
                  <a:cubicBezTo>
                    <a:pt x="3181310" y="1424902"/>
                    <a:pt x="3196250" y="1421104"/>
                    <a:pt x="3195997" y="1410215"/>
                  </a:cubicBezTo>
                  <a:cubicBezTo>
                    <a:pt x="3196250" y="1404644"/>
                    <a:pt x="3191439" y="1396541"/>
                    <a:pt x="3181057" y="1395781"/>
                  </a:cubicBezTo>
                  <a:close/>
                  <a:moveTo>
                    <a:pt x="3122308" y="1393755"/>
                  </a:moveTo>
                  <a:cubicBezTo>
                    <a:pt x="3109900" y="1394008"/>
                    <a:pt x="3106608" y="1406416"/>
                    <a:pt x="3113952" y="1414013"/>
                  </a:cubicBezTo>
                  <a:cubicBezTo>
                    <a:pt x="3122308" y="1422876"/>
                    <a:pt x="3137249" y="1419078"/>
                    <a:pt x="3137249" y="1408189"/>
                  </a:cubicBezTo>
                  <a:cubicBezTo>
                    <a:pt x="3137249" y="1402618"/>
                    <a:pt x="3132691" y="1394515"/>
                    <a:pt x="3122308" y="1393755"/>
                  </a:cubicBezTo>
                  <a:close/>
                  <a:moveTo>
                    <a:pt x="3063053" y="1391729"/>
                  </a:moveTo>
                  <a:cubicBezTo>
                    <a:pt x="3050392" y="1391983"/>
                    <a:pt x="3046847" y="1404391"/>
                    <a:pt x="3054191" y="1411987"/>
                  </a:cubicBezTo>
                  <a:cubicBezTo>
                    <a:pt x="3062800" y="1420850"/>
                    <a:pt x="3077741" y="1417305"/>
                    <a:pt x="3077994" y="1406163"/>
                  </a:cubicBezTo>
                  <a:cubicBezTo>
                    <a:pt x="3077994" y="1400592"/>
                    <a:pt x="3073436" y="1392489"/>
                    <a:pt x="3063053" y="1391729"/>
                  </a:cubicBezTo>
                  <a:close/>
                  <a:moveTo>
                    <a:pt x="3002786" y="1389704"/>
                  </a:moveTo>
                  <a:cubicBezTo>
                    <a:pt x="2990125" y="1389957"/>
                    <a:pt x="2986326" y="1402365"/>
                    <a:pt x="2993670" y="1409962"/>
                  </a:cubicBezTo>
                  <a:cubicBezTo>
                    <a:pt x="3002026" y="1418824"/>
                    <a:pt x="3017473" y="1415026"/>
                    <a:pt x="3017726" y="1403884"/>
                  </a:cubicBezTo>
                  <a:cubicBezTo>
                    <a:pt x="3017979" y="1399073"/>
                    <a:pt x="3013928" y="1390716"/>
                    <a:pt x="3002786" y="1389704"/>
                  </a:cubicBezTo>
                  <a:close/>
                  <a:moveTo>
                    <a:pt x="2942265" y="1387931"/>
                  </a:moveTo>
                  <a:cubicBezTo>
                    <a:pt x="2929350" y="1388184"/>
                    <a:pt x="2925552" y="1400592"/>
                    <a:pt x="2932895" y="1408189"/>
                  </a:cubicBezTo>
                  <a:cubicBezTo>
                    <a:pt x="2941252" y="1417052"/>
                    <a:pt x="2956699" y="1413254"/>
                    <a:pt x="2957205" y="1402112"/>
                  </a:cubicBezTo>
                  <a:cubicBezTo>
                    <a:pt x="2957458" y="1396794"/>
                    <a:pt x="2953154" y="1388691"/>
                    <a:pt x="2942265" y="1387931"/>
                  </a:cubicBezTo>
                  <a:close/>
                  <a:moveTo>
                    <a:pt x="2881491" y="1386158"/>
                  </a:moveTo>
                  <a:cubicBezTo>
                    <a:pt x="2868576" y="1386412"/>
                    <a:pt x="2864525" y="1398820"/>
                    <a:pt x="2871868" y="1406416"/>
                  </a:cubicBezTo>
                  <a:cubicBezTo>
                    <a:pt x="2880224" y="1415279"/>
                    <a:pt x="2895671" y="1411228"/>
                    <a:pt x="2896178" y="1400339"/>
                  </a:cubicBezTo>
                  <a:cubicBezTo>
                    <a:pt x="2896431" y="1395021"/>
                    <a:pt x="2892126" y="1386918"/>
                    <a:pt x="2881491" y="1386158"/>
                  </a:cubicBezTo>
                  <a:close/>
                  <a:moveTo>
                    <a:pt x="2819957" y="1384639"/>
                  </a:moveTo>
                  <a:cubicBezTo>
                    <a:pt x="2807295" y="1384892"/>
                    <a:pt x="2802737" y="1396034"/>
                    <a:pt x="2808815" y="1403884"/>
                  </a:cubicBezTo>
                  <a:cubicBezTo>
                    <a:pt x="2816665" y="1413760"/>
                    <a:pt x="2833631" y="1410468"/>
                    <a:pt x="2834391" y="1398820"/>
                  </a:cubicBezTo>
                  <a:lnTo>
                    <a:pt x="2834391" y="1398820"/>
                  </a:lnTo>
                  <a:cubicBezTo>
                    <a:pt x="2835150" y="1393249"/>
                    <a:pt x="2830845" y="1385399"/>
                    <a:pt x="2819957" y="1384639"/>
                  </a:cubicBezTo>
                  <a:close/>
                  <a:moveTo>
                    <a:pt x="2758170" y="1382866"/>
                  </a:moveTo>
                  <a:cubicBezTo>
                    <a:pt x="2745255" y="1383120"/>
                    <a:pt x="2740950" y="1394262"/>
                    <a:pt x="2747028" y="1402112"/>
                  </a:cubicBezTo>
                  <a:cubicBezTo>
                    <a:pt x="2754878" y="1411987"/>
                    <a:pt x="2772097" y="1408696"/>
                    <a:pt x="2772857" y="1397047"/>
                  </a:cubicBezTo>
                  <a:cubicBezTo>
                    <a:pt x="2773363" y="1391729"/>
                    <a:pt x="2769058" y="1383626"/>
                    <a:pt x="2758170" y="1382866"/>
                  </a:cubicBezTo>
                  <a:close/>
                  <a:moveTo>
                    <a:pt x="2494561" y="1396541"/>
                  </a:moveTo>
                  <a:cubicBezTo>
                    <a:pt x="2501905" y="1406416"/>
                    <a:pt x="2519884" y="1403125"/>
                    <a:pt x="2521403" y="1391223"/>
                  </a:cubicBezTo>
                  <a:cubicBezTo>
                    <a:pt x="2522163" y="1385905"/>
                    <a:pt x="2518112" y="1377802"/>
                    <a:pt x="2506970" y="1377042"/>
                  </a:cubicBezTo>
                  <a:cubicBezTo>
                    <a:pt x="2493802" y="1377549"/>
                    <a:pt x="2488737" y="1388691"/>
                    <a:pt x="2494561" y="1396541"/>
                  </a:cubicBezTo>
                  <a:close/>
                  <a:moveTo>
                    <a:pt x="2443410" y="1376029"/>
                  </a:moveTo>
                  <a:cubicBezTo>
                    <a:pt x="2430242" y="1376283"/>
                    <a:pt x="2424924" y="1387678"/>
                    <a:pt x="2430748" y="1395274"/>
                  </a:cubicBezTo>
                  <a:cubicBezTo>
                    <a:pt x="2438092" y="1405150"/>
                    <a:pt x="2455818" y="1401605"/>
                    <a:pt x="2457591" y="1389957"/>
                  </a:cubicBezTo>
                  <a:cubicBezTo>
                    <a:pt x="2458350" y="1385146"/>
                    <a:pt x="2455058" y="1376789"/>
                    <a:pt x="2443410" y="1376029"/>
                  </a:cubicBezTo>
                  <a:close/>
                  <a:moveTo>
                    <a:pt x="2379597" y="1375016"/>
                  </a:moveTo>
                  <a:cubicBezTo>
                    <a:pt x="2366429" y="1375270"/>
                    <a:pt x="2360605" y="1386665"/>
                    <a:pt x="2366429" y="1394262"/>
                  </a:cubicBezTo>
                  <a:cubicBezTo>
                    <a:pt x="2373773" y="1404137"/>
                    <a:pt x="2391752" y="1400592"/>
                    <a:pt x="2393524" y="1388944"/>
                  </a:cubicBezTo>
                  <a:cubicBezTo>
                    <a:pt x="2394537" y="1383879"/>
                    <a:pt x="2391245" y="1375776"/>
                    <a:pt x="2379597" y="1375016"/>
                  </a:cubicBezTo>
                  <a:close/>
                  <a:moveTo>
                    <a:pt x="1580163" y="1382866"/>
                  </a:moveTo>
                  <a:cubicBezTo>
                    <a:pt x="1581682" y="1377802"/>
                    <a:pt x="1580163" y="1369699"/>
                    <a:pt x="1569781" y="1369192"/>
                  </a:cubicBezTo>
                  <a:cubicBezTo>
                    <a:pt x="1556866" y="1369952"/>
                    <a:pt x="1551548" y="1381854"/>
                    <a:pt x="1555093" y="1388691"/>
                  </a:cubicBezTo>
                  <a:cubicBezTo>
                    <a:pt x="1559905" y="1398313"/>
                    <a:pt x="1576618" y="1394515"/>
                    <a:pt x="1580163" y="1382866"/>
                  </a:cubicBezTo>
                  <a:close/>
                  <a:moveTo>
                    <a:pt x="226670" y="1460100"/>
                  </a:moveTo>
                  <a:cubicBezTo>
                    <a:pt x="227683" y="1460100"/>
                    <a:pt x="231482" y="1452757"/>
                    <a:pt x="233761" y="1447946"/>
                  </a:cubicBezTo>
                  <a:cubicBezTo>
                    <a:pt x="236040" y="1443134"/>
                    <a:pt x="239079" y="1435537"/>
                    <a:pt x="238319" y="1434778"/>
                  </a:cubicBezTo>
                  <a:cubicBezTo>
                    <a:pt x="238319" y="1434778"/>
                    <a:pt x="238319" y="1434778"/>
                    <a:pt x="238066" y="1434778"/>
                  </a:cubicBezTo>
                  <a:cubicBezTo>
                    <a:pt x="235533" y="1436550"/>
                    <a:pt x="225404" y="1458581"/>
                    <a:pt x="226670" y="1460100"/>
                  </a:cubicBezTo>
                  <a:close/>
                  <a:moveTo>
                    <a:pt x="219833" y="1463139"/>
                  </a:moveTo>
                  <a:cubicBezTo>
                    <a:pt x="221099" y="1462126"/>
                    <a:pt x="224391" y="1455036"/>
                    <a:pt x="226417" y="1450984"/>
                  </a:cubicBezTo>
                  <a:lnTo>
                    <a:pt x="226417" y="1450984"/>
                  </a:lnTo>
                  <a:cubicBezTo>
                    <a:pt x="228190" y="1446933"/>
                    <a:pt x="231482" y="1439589"/>
                    <a:pt x="231482" y="1437816"/>
                  </a:cubicBezTo>
                  <a:cubicBezTo>
                    <a:pt x="231482" y="1437816"/>
                    <a:pt x="231482" y="1437816"/>
                    <a:pt x="231229" y="1437816"/>
                  </a:cubicBezTo>
                  <a:cubicBezTo>
                    <a:pt x="229203" y="1439336"/>
                    <a:pt x="219833" y="1460100"/>
                    <a:pt x="219833" y="1463139"/>
                  </a:cubicBezTo>
                  <a:cubicBezTo>
                    <a:pt x="219833" y="1463139"/>
                    <a:pt x="219833" y="1463139"/>
                    <a:pt x="219833" y="1463139"/>
                  </a:cubicBezTo>
                  <a:close/>
                  <a:moveTo>
                    <a:pt x="216795" y="1457315"/>
                  </a:moveTo>
                  <a:cubicBezTo>
                    <a:pt x="218061" y="1454529"/>
                    <a:pt x="222112" y="1445160"/>
                    <a:pt x="222366" y="1444147"/>
                  </a:cubicBezTo>
                  <a:cubicBezTo>
                    <a:pt x="221859" y="1444907"/>
                    <a:pt x="211477" y="1467444"/>
                    <a:pt x="210970" y="1469470"/>
                  </a:cubicBezTo>
                  <a:cubicBezTo>
                    <a:pt x="211730" y="1468457"/>
                    <a:pt x="215022" y="1461113"/>
                    <a:pt x="216795" y="1457315"/>
                  </a:cubicBezTo>
                  <a:lnTo>
                    <a:pt x="216795" y="1457315"/>
                  </a:lnTo>
                  <a:close/>
                  <a:moveTo>
                    <a:pt x="4752070" y="1492007"/>
                  </a:moveTo>
                  <a:cubicBezTo>
                    <a:pt x="4749791" y="1486436"/>
                    <a:pt x="4745993" y="1478333"/>
                    <a:pt x="4745486" y="1477320"/>
                  </a:cubicBezTo>
                  <a:cubicBezTo>
                    <a:pt x="4745486" y="1477320"/>
                    <a:pt x="4755362" y="1500870"/>
                    <a:pt x="4756628" y="1502642"/>
                  </a:cubicBezTo>
                  <a:cubicBezTo>
                    <a:pt x="4755109" y="1499097"/>
                    <a:pt x="4753590" y="1495552"/>
                    <a:pt x="4752070" y="1492007"/>
                  </a:cubicBezTo>
                  <a:close/>
                  <a:moveTo>
                    <a:pt x="4753590" y="1499350"/>
                  </a:moveTo>
                  <a:cubicBezTo>
                    <a:pt x="4753336" y="1497578"/>
                    <a:pt x="4750297" y="1490741"/>
                    <a:pt x="4749538" y="1488715"/>
                  </a:cubicBezTo>
                  <a:cubicBezTo>
                    <a:pt x="4747259" y="1483650"/>
                    <a:pt x="4743461" y="1475041"/>
                    <a:pt x="4742448" y="1474028"/>
                  </a:cubicBezTo>
                  <a:cubicBezTo>
                    <a:pt x="4742448" y="1474028"/>
                    <a:pt x="4742448" y="1474028"/>
                    <a:pt x="4742448" y="1474028"/>
                  </a:cubicBezTo>
                  <a:cubicBezTo>
                    <a:pt x="4742954" y="1476813"/>
                    <a:pt x="4751311" y="1496312"/>
                    <a:pt x="4753590" y="1499350"/>
                  </a:cubicBezTo>
                  <a:cubicBezTo>
                    <a:pt x="4753336" y="1499350"/>
                    <a:pt x="4753590" y="1499350"/>
                    <a:pt x="4753590" y="1499350"/>
                  </a:cubicBezTo>
                  <a:close/>
                  <a:moveTo>
                    <a:pt x="4748778" y="1496058"/>
                  </a:moveTo>
                  <a:cubicBezTo>
                    <a:pt x="4748778" y="1494286"/>
                    <a:pt x="4745740" y="1487449"/>
                    <a:pt x="4744980" y="1485423"/>
                  </a:cubicBezTo>
                  <a:cubicBezTo>
                    <a:pt x="4742701" y="1479852"/>
                    <a:pt x="4738902" y="1471749"/>
                    <a:pt x="4737636" y="1470736"/>
                  </a:cubicBezTo>
                  <a:cubicBezTo>
                    <a:pt x="4737636" y="1470736"/>
                    <a:pt x="4737636" y="1470736"/>
                    <a:pt x="4737383" y="1470736"/>
                  </a:cubicBezTo>
                  <a:cubicBezTo>
                    <a:pt x="4737636" y="1473775"/>
                    <a:pt x="4746752" y="1494286"/>
                    <a:pt x="4748778" y="1496058"/>
                  </a:cubicBezTo>
                  <a:cubicBezTo>
                    <a:pt x="4748778" y="1496058"/>
                    <a:pt x="4748778" y="1496058"/>
                    <a:pt x="4748778" y="1496058"/>
                  </a:cubicBezTo>
                  <a:close/>
                  <a:moveTo>
                    <a:pt x="4731052" y="1467191"/>
                  </a:moveTo>
                  <a:cubicBezTo>
                    <a:pt x="4730799" y="1467191"/>
                    <a:pt x="4730799" y="1467191"/>
                    <a:pt x="4731052" y="1467191"/>
                  </a:cubicBezTo>
                  <a:cubicBezTo>
                    <a:pt x="4729786" y="1468710"/>
                    <a:pt x="4740169" y="1492513"/>
                    <a:pt x="4742194" y="1492766"/>
                  </a:cubicBezTo>
                  <a:cubicBezTo>
                    <a:pt x="4742954" y="1491754"/>
                    <a:pt x="4739662" y="1483650"/>
                    <a:pt x="4738902" y="1482131"/>
                  </a:cubicBezTo>
                  <a:cubicBezTo>
                    <a:pt x="4736370" y="1476560"/>
                    <a:pt x="4732572" y="1468457"/>
                    <a:pt x="4731052" y="1467191"/>
                  </a:cubicBezTo>
                  <a:close/>
                  <a:moveTo>
                    <a:pt x="4722443" y="1463899"/>
                  </a:moveTo>
                  <a:cubicBezTo>
                    <a:pt x="4722443" y="1463899"/>
                    <a:pt x="4722443" y="1463899"/>
                    <a:pt x="4722443" y="1463899"/>
                  </a:cubicBezTo>
                  <a:cubicBezTo>
                    <a:pt x="4720417" y="1465418"/>
                    <a:pt x="4731052" y="1489221"/>
                    <a:pt x="4733584" y="1489475"/>
                  </a:cubicBezTo>
                  <a:cubicBezTo>
                    <a:pt x="4734598" y="1488715"/>
                    <a:pt x="4731306" y="1480358"/>
                    <a:pt x="4730546" y="1478839"/>
                  </a:cubicBezTo>
                  <a:cubicBezTo>
                    <a:pt x="4728267" y="1473268"/>
                    <a:pt x="4724215" y="1464912"/>
                    <a:pt x="4722443" y="1463899"/>
                  </a:cubicBezTo>
                  <a:close/>
                  <a:moveTo>
                    <a:pt x="4712061" y="1460354"/>
                  </a:moveTo>
                  <a:cubicBezTo>
                    <a:pt x="4712061" y="1460354"/>
                    <a:pt x="4711807" y="1460354"/>
                    <a:pt x="4712061" y="1460354"/>
                  </a:cubicBezTo>
                  <a:cubicBezTo>
                    <a:pt x="4709022" y="1461113"/>
                    <a:pt x="4719404" y="1484916"/>
                    <a:pt x="4722949" y="1485676"/>
                  </a:cubicBezTo>
                  <a:cubicBezTo>
                    <a:pt x="4724215" y="1485929"/>
                    <a:pt x="4723203" y="1481371"/>
                    <a:pt x="4720670" y="1475041"/>
                  </a:cubicBezTo>
                  <a:cubicBezTo>
                    <a:pt x="4718391" y="1469723"/>
                    <a:pt x="4714339" y="1461620"/>
                    <a:pt x="4712061" y="1460354"/>
                  </a:cubicBezTo>
                  <a:close/>
                  <a:moveTo>
                    <a:pt x="4699906" y="1456808"/>
                  </a:moveTo>
                  <a:cubicBezTo>
                    <a:pt x="4699652" y="1456808"/>
                    <a:pt x="4699652" y="1456808"/>
                    <a:pt x="4699399" y="1456808"/>
                  </a:cubicBezTo>
                  <a:cubicBezTo>
                    <a:pt x="4697120" y="1458834"/>
                    <a:pt x="4707249" y="1481371"/>
                    <a:pt x="4710794" y="1482131"/>
                  </a:cubicBezTo>
                  <a:cubicBezTo>
                    <a:pt x="4712314" y="1482384"/>
                    <a:pt x="4711554" y="1477826"/>
                    <a:pt x="4709022" y="1471496"/>
                  </a:cubicBezTo>
                  <a:cubicBezTo>
                    <a:pt x="4706743" y="1466178"/>
                    <a:pt x="4702438" y="1458075"/>
                    <a:pt x="4699906" y="1456808"/>
                  </a:cubicBezTo>
                  <a:close/>
                  <a:moveTo>
                    <a:pt x="4685978" y="1453517"/>
                  </a:moveTo>
                  <a:cubicBezTo>
                    <a:pt x="4685978" y="1453517"/>
                    <a:pt x="4685725" y="1453517"/>
                    <a:pt x="4685725" y="1453517"/>
                  </a:cubicBezTo>
                  <a:cubicBezTo>
                    <a:pt x="4682180" y="1454023"/>
                    <a:pt x="4691549" y="1476307"/>
                    <a:pt x="4696361" y="1478839"/>
                  </a:cubicBezTo>
                  <a:cubicBezTo>
                    <a:pt x="4698640" y="1479852"/>
                    <a:pt x="4698133" y="1475294"/>
                    <a:pt x="4695348" y="1468457"/>
                  </a:cubicBezTo>
                  <a:cubicBezTo>
                    <a:pt x="4693069" y="1462886"/>
                    <a:pt x="4688764" y="1454529"/>
                    <a:pt x="4685978" y="1453517"/>
                  </a:cubicBezTo>
                  <a:close/>
                  <a:moveTo>
                    <a:pt x="4670532" y="1449971"/>
                  </a:moveTo>
                  <a:cubicBezTo>
                    <a:pt x="4670532" y="1449971"/>
                    <a:pt x="4670278" y="1449971"/>
                    <a:pt x="4670278" y="1449971"/>
                  </a:cubicBezTo>
                  <a:cubicBezTo>
                    <a:pt x="4666480" y="1450478"/>
                    <a:pt x="4675596" y="1472762"/>
                    <a:pt x="4680914" y="1475294"/>
                  </a:cubicBezTo>
                  <a:cubicBezTo>
                    <a:pt x="4683193" y="1476307"/>
                    <a:pt x="4682939" y="1471749"/>
                    <a:pt x="4680154" y="1464912"/>
                  </a:cubicBezTo>
                  <a:cubicBezTo>
                    <a:pt x="4677875" y="1459341"/>
                    <a:pt x="4673570" y="1450984"/>
                    <a:pt x="4670532" y="1449971"/>
                  </a:cubicBezTo>
                  <a:close/>
                  <a:moveTo>
                    <a:pt x="4653312" y="1446426"/>
                  </a:moveTo>
                  <a:cubicBezTo>
                    <a:pt x="4653059" y="1446426"/>
                    <a:pt x="4652806" y="1446426"/>
                    <a:pt x="4652552" y="1446426"/>
                  </a:cubicBezTo>
                  <a:cubicBezTo>
                    <a:pt x="4649007" y="1448452"/>
                    <a:pt x="4658123" y="1469216"/>
                    <a:pt x="4663441" y="1471496"/>
                  </a:cubicBezTo>
                  <a:cubicBezTo>
                    <a:pt x="4665973" y="1472508"/>
                    <a:pt x="4665973" y="1467950"/>
                    <a:pt x="4663188" y="1461113"/>
                  </a:cubicBezTo>
                  <a:cubicBezTo>
                    <a:pt x="4661162" y="1455796"/>
                    <a:pt x="4656604" y="1447692"/>
                    <a:pt x="4653312" y="1446426"/>
                  </a:cubicBezTo>
                  <a:close/>
                  <a:moveTo>
                    <a:pt x="4634320" y="1443134"/>
                  </a:moveTo>
                  <a:cubicBezTo>
                    <a:pt x="4634067" y="1443134"/>
                    <a:pt x="4633814" y="1443134"/>
                    <a:pt x="4633560" y="1443134"/>
                  </a:cubicBezTo>
                  <a:cubicBezTo>
                    <a:pt x="4629762" y="1445160"/>
                    <a:pt x="4638878" y="1465925"/>
                    <a:pt x="4644449" y="1468204"/>
                  </a:cubicBezTo>
                  <a:cubicBezTo>
                    <a:pt x="4647235" y="1469216"/>
                    <a:pt x="4647488" y="1464658"/>
                    <a:pt x="4644702" y="1457821"/>
                  </a:cubicBezTo>
                  <a:cubicBezTo>
                    <a:pt x="4642677" y="1452250"/>
                    <a:pt x="4638119" y="1444147"/>
                    <a:pt x="4634320" y="1443134"/>
                  </a:cubicBezTo>
                  <a:close/>
                  <a:moveTo>
                    <a:pt x="4613809" y="1439589"/>
                  </a:moveTo>
                  <a:cubicBezTo>
                    <a:pt x="4613556" y="1439589"/>
                    <a:pt x="4613049" y="1439589"/>
                    <a:pt x="4613049" y="1439589"/>
                  </a:cubicBezTo>
                  <a:cubicBezTo>
                    <a:pt x="4608744" y="1441615"/>
                    <a:pt x="4617860" y="1462379"/>
                    <a:pt x="4623685" y="1464658"/>
                  </a:cubicBezTo>
                  <a:cubicBezTo>
                    <a:pt x="4626724" y="1465671"/>
                    <a:pt x="4626977" y="1461113"/>
                    <a:pt x="4624444" y="1454276"/>
                  </a:cubicBezTo>
                  <a:cubicBezTo>
                    <a:pt x="4622418" y="1448958"/>
                    <a:pt x="4617860" y="1440602"/>
                    <a:pt x="4613809" y="1439589"/>
                  </a:cubicBezTo>
                  <a:close/>
                  <a:moveTo>
                    <a:pt x="4592031" y="1436297"/>
                  </a:moveTo>
                  <a:cubicBezTo>
                    <a:pt x="4591778" y="1436297"/>
                    <a:pt x="4591272" y="1436297"/>
                    <a:pt x="4591019" y="1436297"/>
                  </a:cubicBezTo>
                  <a:cubicBezTo>
                    <a:pt x="4586460" y="1438323"/>
                    <a:pt x="4594310" y="1457568"/>
                    <a:pt x="4601147" y="1461113"/>
                  </a:cubicBezTo>
                  <a:cubicBezTo>
                    <a:pt x="4604946" y="1463139"/>
                    <a:pt x="4605706" y="1458328"/>
                    <a:pt x="4602920" y="1450984"/>
                  </a:cubicBezTo>
                  <a:cubicBezTo>
                    <a:pt x="4600641" y="1445413"/>
                    <a:pt x="4596083" y="1437310"/>
                    <a:pt x="4592031" y="1436297"/>
                  </a:cubicBezTo>
                  <a:close/>
                  <a:moveTo>
                    <a:pt x="4577344" y="1457568"/>
                  </a:moveTo>
                  <a:cubicBezTo>
                    <a:pt x="4581143" y="1459594"/>
                    <a:pt x="4582156" y="1454783"/>
                    <a:pt x="4579624" y="1447439"/>
                  </a:cubicBezTo>
                  <a:cubicBezTo>
                    <a:pt x="4577851" y="1442375"/>
                    <a:pt x="4573039" y="1433765"/>
                    <a:pt x="4568482" y="1432752"/>
                  </a:cubicBezTo>
                  <a:cubicBezTo>
                    <a:pt x="4568228" y="1432752"/>
                    <a:pt x="4567722" y="1432752"/>
                    <a:pt x="4567468" y="1432752"/>
                  </a:cubicBezTo>
                  <a:cubicBezTo>
                    <a:pt x="4562657" y="1434778"/>
                    <a:pt x="4570507" y="1454276"/>
                    <a:pt x="4577344" y="1457568"/>
                  </a:cubicBezTo>
                  <a:close/>
                  <a:moveTo>
                    <a:pt x="4552022" y="1454276"/>
                  </a:moveTo>
                  <a:cubicBezTo>
                    <a:pt x="4556073" y="1456302"/>
                    <a:pt x="4557340" y="1451491"/>
                    <a:pt x="4554807" y="1444147"/>
                  </a:cubicBezTo>
                  <a:cubicBezTo>
                    <a:pt x="4552781" y="1438576"/>
                    <a:pt x="4547970" y="1430473"/>
                    <a:pt x="4543412" y="1429460"/>
                  </a:cubicBezTo>
                  <a:cubicBezTo>
                    <a:pt x="4543159" y="1429460"/>
                    <a:pt x="4542652" y="1429460"/>
                    <a:pt x="4542399" y="1429460"/>
                  </a:cubicBezTo>
                  <a:cubicBezTo>
                    <a:pt x="4537081" y="1431486"/>
                    <a:pt x="4544931" y="1450731"/>
                    <a:pt x="4552022" y="1454276"/>
                  </a:cubicBezTo>
                  <a:close/>
                  <a:moveTo>
                    <a:pt x="4515557" y="1426168"/>
                  </a:moveTo>
                  <a:cubicBezTo>
                    <a:pt x="4509986" y="1427941"/>
                    <a:pt x="4517583" y="1447439"/>
                    <a:pt x="4525180" y="1450984"/>
                  </a:cubicBezTo>
                  <a:cubicBezTo>
                    <a:pt x="4529485" y="1453010"/>
                    <a:pt x="4530751" y="1448199"/>
                    <a:pt x="4528219" y="1440855"/>
                  </a:cubicBezTo>
                  <a:cubicBezTo>
                    <a:pt x="4526446" y="1435284"/>
                    <a:pt x="4521381" y="1427181"/>
                    <a:pt x="4516570" y="1426168"/>
                  </a:cubicBezTo>
                  <a:cubicBezTo>
                    <a:pt x="4516570" y="1425915"/>
                    <a:pt x="4516064" y="1425915"/>
                    <a:pt x="4515557" y="1426168"/>
                  </a:cubicBezTo>
                  <a:close/>
                  <a:moveTo>
                    <a:pt x="4487702" y="1422876"/>
                  </a:moveTo>
                  <a:cubicBezTo>
                    <a:pt x="4481625" y="1424902"/>
                    <a:pt x="4488969" y="1443894"/>
                    <a:pt x="4497325" y="1447692"/>
                  </a:cubicBezTo>
                  <a:cubicBezTo>
                    <a:pt x="4501883" y="1449718"/>
                    <a:pt x="4503402" y="1444907"/>
                    <a:pt x="4500870" y="1437563"/>
                  </a:cubicBezTo>
                  <a:cubicBezTo>
                    <a:pt x="4499097" y="1431992"/>
                    <a:pt x="4494033" y="1423889"/>
                    <a:pt x="4488969" y="1422876"/>
                  </a:cubicBezTo>
                  <a:cubicBezTo>
                    <a:pt x="4488462" y="1422623"/>
                    <a:pt x="4487955" y="1422623"/>
                    <a:pt x="4487702" y="1422876"/>
                  </a:cubicBezTo>
                  <a:close/>
                  <a:moveTo>
                    <a:pt x="4458075" y="1419331"/>
                  </a:moveTo>
                  <a:cubicBezTo>
                    <a:pt x="4452251" y="1421104"/>
                    <a:pt x="4458582" y="1439083"/>
                    <a:pt x="4466685" y="1443641"/>
                  </a:cubicBezTo>
                  <a:cubicBezTo>
                    <a:pt x="4471749" y="1446426"/>
                    <a:pt x="4474028" y="1441615"/>
                    <a:pt x="4471496" y="1433765"/>
                  </a:cubicBezTo>
                  <a:lnTo>
                    <a:pt x="4471496" y="1433765"/>
                  </a:lnTo>
                  <a:cubicBezTo>
                    <a:pt x="4469723" y="1428447"/>
                    <a:pt x="4464659" y="1420091"/>
                    <a:pt x="4459341" y="1419078"/>
                  </a:cubicBezTo>
                  <a:cubicBezTo>
                    <a:pt x="4459088" y="1419331"/>
                    <a:pt x="4458582" y="1419331"/>
                    <a:pt x="4458075" y="1419331"/>
                  </a:cubicBezTo>
                  <a:close/>
                  <a:moveTo>
                    <a:pt x="4428701" y="1416039"/>
                  </a:moveTo>
                  <a:cubicBezTo>
                    <a:pt x="4428194" y="1416039"/>
                    <a:pt x="4427688" y="1416039"/>
                    <a:pt x="4427435" y="1416039"/>
                  </a:cubicBezTo>
                  <a:cubicBezTo>
                    <a:pt x="4421104" y="1417812"/>
                    <a:pt x="4427435" y="1435791"/>
                    <a:pt x="4435791" y="1440349"/>
                  </a:cubicBezTo>
                  <a:cubicBezTo>
                    <a:pt x="4441109" y="1443134"/>
                    <a:pt x="4443641" y="1438576"/>
                    <a:pt x="4441109" y="1430473"/>
                  </a:cubicBezTo>
                  <a:cubicBezTo>
                    <a:pt x="4439336" y="1425155"/>
                    <a:pt x="4434272" y="1417052"/>
                    <a:pt x="4428701" y="1416039"/>
                  </a:cubicBezTo>
                  <a:close/>
                  <a:moveTo>
                    <a:pt x="4395022" y="1412747"/>
                  </a:moveTo>
                  <a:cubicBezTo>
                    <a:pt x="4388438" y="1414520"/>
                    <a:pt x="4394515" y="1432499"/>
                    <a:pt x="4403125" y="1437057"/>
                  </a:cubicBezTo>
                  <a:cubicBezTo>
                    <a:pt x="4408696" y="1439842"/>
                    <a:pt x="4411482" y="1435284"/>
                    <a:pt x="4408949" y="1427181"/>
                  </a:cubicBezTo>
                  <a:cubicBezTo>
                    <a:pt x="4407176" y="1421863"/>
                    <a:pt x="4402365" y="1413507"/>
                    <a:pt x="4396288" y="1412494"/>
                  </a:cubicBezTo>
                  <a:cubicBezTo>
                    <a:pt x="4396035" y="1412747"/>
                    <a:pt x="4395528" y="1412747"/>
                    <a:pt x="4395022" y="1412747"/>
                  </a:cubicBezTo>
                  <a:close/>
                  <a:moveTo>
                    <a:pt x="4361343" y="1409708"/>
                  </a:moveTo>
                  <a:cubicBezTo>
                    <a:pt x="4354506" y="1411481"/>
                    <a:pt x="4360330" y="1429460"/>
                    <a:pt x="4369446" y="1434018"/>
                  </a:cubicBezTo>
                  <a:cubicBezTo>
                    <a:pt x="4375017" y="1436804"/>
                    <a:pt x="4378056" y="1431992"/>
                    <a:pt x="4375777" y="1424142"/>
                  </a:cubicBezTo>
                  <a:cubicBezTo>
                    <a:pt x="4374257" y="1418824"/>
                    <a:pt x="4369192" y="1410468"/>
                    <a:pt x="4362862" y="1409455"/>
                  </a:cubicBezTo>
                  <a:cubicBezTo>
                    <a:pt x="4362356" y="1409455"/>
                    <a:pt x="4361849" y="1409455"/>
                    <a:pt x="4361343" y="1409708"/>
                  </a:cubicBezTo>
                  <a:close/>
                  <a:moveTo>
                    <a:pt x="4328170" y="1406163"/>
                  </a:moveTo>
                  <a:cubicBezTo>
                    <a:pt x="4327663" y="1406163"/>
                    <a:pt x="4327157" y="1406163"/>
                    <a:pt x="4326651" y="1406163"/>
                  </a:cubicBezTo>
                  <a:cubicBezTo>
                    <a:pt x="4319814" y="1407936"/>
                    <a:pt x="4324625" y="1424649"/>
                    <a:pt x="4333488" y="1429966"/>
                  </a:cubicBezTo>
                  <a:cubicBezTo>
                    <a:pt x="4339819" y="1433765"/>
                    <a:pt x="4343617" y="1428954"/>
                    <a:pt x="4341084" y="1420597"/>
                  </a:cubicBezTo>
                  <a:cubicBezTo>
                    <a:pt x="4339565" y="1415533"/>
                    <a:pt x="4334501" y="1407429"/>
                    <a:pt x="4328170" y="1406163"/>
                  </a:cubicBezTo>
                  <a:close/>
                  <a:moveTo>
                    <a:pt x="4297276" y="1426928"/>
                  </a:moveTo>
                  <a:cubicBezTo>
                    <a:pt x="4303607" y="1430726"/>
                    <a:pt x="4307659" y="1425915"/>
                    <a:pt x="4305380" y="1417558"/>
                  </a:cubicBezTo>
                  <a:cubicBezTo>
                    <a:pt x="4303861" y="1412241"/>
                    <a:pt x="4298796" y="1404137"/>
                    <a:pt x="4292212" y="1403125"/>
                  </a:cubicBezTo>
                  <a:cubicBezTo>
                    <a:pt x="4291705" y="1403125"/>
                    <a:pt x="4291199" y="1403125"/>
                    <a:pt x="4290693" y="1403125"/>
                  </a:cubicBezTo>
                  <a:cubicBezTo>
                    <a:pt x="4283349" y="1404897"/>
                    <a:pt x="4288160" y="1421610"/>
                    <a:pt x="4297276" y="1426928"/>
                  </a:cubicBezTo>
                  <a:close/>
                  <a:moveTo>
                    <a:pt x="4259546" y="1423636"/>
                  </a:moveTo>
                  <a:cubicBezTo>
                    <a:pt x="4266130" y="1427434"/>
                    <a:pt x="4270435" y="1422623"/>
                    <a:pt x="4268156" y="1414266"/>
                  </a:cubicBezTo>
                  <a:cubicBezTo>
                    <a:pt x="4266636" y="1408949"/>
                    <a:pt x="4261571" y="1400845"/>
                    <a:pt x="4254735" y="1399833"/>
                  </a:cubicBezTo>
                  <a:cubicBezTo>
                    <a:pt x="4254228" y="1399833"/>
                    <a:pt x="4253468" y="1399833"/>
                    <a:pt x="4252962" y="1399833"/>
                  </a:cubicBezTo>
                  <a:cubicBezTo>
                    <a:pt x="4245365" y="1401858"/>
                    <a:pt x="4249923" y="1418318"/>
                    <a:pt x="4259546" y="1423636"/>
                  </a:cubicBezTo>
                  <a:close/>
                  <a:moveTo>
                    <a:pt x="4220549" y="1420597"/>
                  </a:moveTo>
                  <a:cubicBezTo>
                    <a:pt x="4227133" y="1424395"/>
                    <a:pt x="4231944" y="1419584"/>
                    <a:pt x="4229665" y="1411228"/>
                  </a:cubicBezTo>
                  <a:cubicBezTo>
                    <a:pt x="4228146" y="1405910"/>
                    <a:pt x="4223081" y="1397807"/>
                    <a:pt x="4215991" y="1396794"/>
                  </a:cubicBezTo>
                  <a:cubicBezTo>
                    <a:pt x="4215485" y="1396794"/>
                    <a:pt x="4214725" y="1396794"/>
                    <a:pt x="4214218" y="1396794"/>
                  </a:cubicBezTo>
                  <a:cubicBezTo>
                    <a:pt x="4206622" y="1398566"/>
                    <a:pt x="4211180" y="1415279"/>
                    <a:pt x="4220549" y="1420597"/>
                  </a:cubicBezTo>
                  <a:close/>
                  <a:moveTo>
                    <a:pt x="4180539" y="1417558"/>
                  </a:moveTo>
                  <a:cubicBezTo>
                    <a:pt x="4187376" y="1421357"/>
                    <a:pt x="4192188" y="1416545"/>
                    <a:pt x="4189909" y="1408189"/>
                  </a:cubicBezTo>
                  <a:cubicBezTo>
                    <a:pt x="4188643" y="1402871"/>
                    <a:pt x="4183325" y="1394768"/>
                    <a:pt x="4176234" y="1393755"/>
                  </a:cubicBezTo>
                  <a:cubicBezTo>
                    <a:pt x="4175728" y="1393755"/>
                    <a:pt x="4174968" y="1393755"/>
                    <a:pt x="4174462" y="1393755"/>
                  </a:cubicBezTo>
                  <a:cubicBezTo>
                    <a:pt x="4166612" y="1395528"/>
                    <a:pt x="4170917" y="1412241"/>
                    <a:pt x="4180539" y="1417558"/>
                  </a:cubicBezTo>
                  <a:close/>
                  <a:moveTo>
                    <a:pt x="4149392" y="1405150"/>
                  </a:moveTo>
                  <a:cubicBezTo>
                    <a:pt x="4148126" y="1399833"/>
                    <a:pt x="4142809" y="1391729"/>
                    <a:pt x="4135465" y="1390716"/>
                  </a:cubicBezTo>
                  <a:cubicBezTo>
                    <a:pt x="4134958" y="1390716"/>
                    <a:pt x="4134199" y="1390716"/>
                    <a:pt x="4133693" y="1390716"/>
                  </a:cubicBezTo>
                  <a:cubicBezTo>
                    <a:pt x="4125842" y="1392489"/>
                    <a:pt x="4128881" y="1407683"/>
                    <a:pt x="4138504" y="1413760"/>
                  </a:cubicBezTo>
                  <a:cubicBezTo>
                    <a:pt x="4145847" y="1418571"/>
                    <a:pt x="4151418" y="1414013"/>
                    <a:pt x="4149392" y="1405150"/>
                  </a:cubicBezTo>
                  <a:close/>
                  <a:moveTo>
                    <a:pt x="4107610" y="1402112"/>
                  </a:moveTo>
                  <a:cubicBezTo>
                    <a:pt x="4106344" y="1397047"/>
                    <a:pt x="4101533" y="1388691"/>
                    <a:pt x="4093429" y="1387678"/>
                  </a:cubicBezTo>
                  <a:cubicBezTo>
                    <a:pt x="4092923" y="1387678"/>
                    <a:pt x="4092164" y="1387678"/>
                    <a:pt x="4091657" y="1387678"/>
                  </a:cubicBezTo>
                  <a:cubicBezTo>
                    <a:pt x="4083554" y="1389450"/>
                    <a:pt x="4086593" y="1404644"/>
                    <a:pt x="4096215" y="1410721"/>
                  </a:cubicBezTo>
                  <a:cubicBezTo>
                    <a:pt x="4103559" y="1415533"/>
                    <a:pt x="4109636" y="1410975"/>
                    <a:pt x="4107610" y="1402112"/>
                  </a:cubicBezTo>
                  <a:close/>
                  <a:moveTo>
                    <a:pt x="4052660" y="1407683"/>
                  </a:moveTo>
                  <a:cubicBezTo>
                    <a:pt x="4060257" y="1412494"/>
                    <a:pt x="4066588" y="1407936"/>
                    <a:pt x="4064562" y="1398820"/>
                  </a:cubicBezTo>
                  <a:cubicBezTo>
                    <a:pt x="4063296" y="1393502"/>
                    <a:pt x="4058231" y="1385399"/>
                    <a:pt x="4050381" y="1384386"/>
                  </a:cubicBezTo>
                  <a:cubicBezTo>
                    <a:pt x="4049875" y="1384386"/>
                    <a:pt x="4049115" y="1384386"/>
                    <a:pt x="4048355" y="1384386"/>
                  </a:cubicBezTo>
                  <a:cubicBezTo>
                    <a:pt x="4039999" y="1386412"/>
                    <a:pt x="4042784" y="1401605"/>
                    <a:pt x="4052660" y="1407683"/>
                  </a:cubicBezTo>
                  <a:close/>
                  <a:moveTo>
                    <a:pt x="4008092" y="1404897"/>
                  </a:moveTo>
                  <a:cubicBezTo>
                    <a:pt x="4015942" y="1409708"/>
                    <a:pt x="4022273" y="1404897"/>
                    <a:pt x="4020501" y="1396034"/>
                  </a:cubicBezTo>
                  <a:cubicBezTo>
                    <a:pt x="4019488" y="1390716"/>
                    <a:pt x="4014170" y="1382613"/>
                    <a:pt x="4006320" y="1381600"/>
                  </a:cubicBezTo>
                  <a:cubicBezTo>
                    <a:pt x="4005813" y="1381600"/>
                    <a:pt x="4004800" y="1381600"/>
                    <a:pt x="4004294" y="1381600"/>
                  </a:cubicBezTo>
                  <a:cubicBezTo>
                    <a:pt x="3995431" y="1383373"/>
                    <a:pt x="3997964" y="1398820"/>
                    <a:pt x="4008092" y="1404897"/>
                  </a:cubicBezTo>
                  <a:close/>
                  <a:moveTo>
                    <a:pt x="3975173" y="1392995"/>
                  </a:moveTo>
                  <a:cubicBezTo>
                    <a:pt x="3974160" y="1387678"/>
                    <a:pt x="3968842" y="1379575"/>
                    <a:pt x="3960739" y="1378562"/>
                  </a:cubicBezTo>
                  <a:cubicBezTo>
                    <a:pt x="3960233" y="1378562"/>
                    <a:pt x="3959220" y="1378562"/>
                    <a:pt x="3958713" y="1378562"/>
                  </a:cubicBezTo>
                  <a:cubicBezTo>
                    <a:pt x="3950104" y="1380334"/>
                    <a:pt x="3951623" y="1394262"/>
                    <a:pt x="3961245" y="1400845"/>
                  </a:cubicBezTo>
                  <a:cubicBezTo>
                    <a:pt x="3969602" y="1406923"/>
                    <a:pt x="3976946" y="1402618"/>
                    <a:pt x="3975173" y="1392995"/>
                  </a:cubicBezTo>
                  <a:close/>
                  <a:moveTo>
                    <a:pt x="3929086" y="1390210"/>
                  </a:moveTo>
                  <a:cubicBezTo>
                    <a:pt x="3928073" y="1384892"/>
                    <a:pt x="3923009" y="1376789"/>
                    <a:pt x="3914652" y="1375776"/>
                  </a:cubicBezTo>
                  <a:cubicBezTo>
                    <a:pt x="3914146" y="1375776"/>
                    <a:pt x="3913133" y="1375776"/>
                    <a:pt x="3912626" y="1375776"/>
                  </a:cubicBezTo>
                  <a:cubicBezTo>
                    <a:pt x="3903763" y="1377549"/>
                    <a:pt x="3905283" y="1391476"/>
                    <a:pt x="3914905" y="1398060"/>
                  </a:cubicBezTo>
                  <a:cubicBezTo>
                    <a:pt x="3922755" y="1404137"/>
                    <a:pt x="3930605" y="1399579"/>
                    <a:pt x="3929086" y="1390210"/>
                  </a:cubicBezTo>
                  <a:close/>
                  <a:moveTo>
                    <a:pt x="3881733" y="1387425"/>
                  </a:moveTo>
                  <a:cubicBezTo>
                    <a:pt x="3880720" y="1382107"/>
                    <a:pt x="3875655" y="1374004"/>
                    <a:pt x="3867299" y="1372991"/>
                  </a:cubicBezTo>
                  <a:cubicBezTo>
                    <a:pt x="3866539" y="1372991"/>
                    <a:pt x="3865780" y="1372991"/>
                    <a:pt x="3865273" y="1372991"/>
                  </a:cubicBezTo>
                  <a:cubicBezTo>
                    <a:pt x="3856410" y="1374763"/>
                    <a:pt x="3857423" y="1388691"/>
                    <a:pt x="3867299" y="1395274"/>
                  </a:cubicBezTo>
                  <a:cubicBezTo>
                    <a:pt x="3875149" y="1401099"/>
                    <a:pt x="3883252" y="1396794"/>
                    <a:pt x="3881733" y="1387425"/>
                  </a:cubicBezTo>
                  <a:close/>
                  <a:moveTo>
                    <a:pt x="3833620" y="1384639"/>
                  </a:moveTo>
                  <a:cubicBezTo>
                    <a:pt x="3832860" y="1379321"/>
                    <a:pt x="3827542" y="1371218"/>
                    <a:pt x="3818933" y="1370205"/>
                  </a:cubicBezTo>
                  <a:cubicBezTo>
                    <a:pt x="3818173" y="1370205"/>
                    <a:pt x="3817413" y="1370205"/>
                    <a:pt x="3816654" y="1370458"/>
                  </a:cubicBezTo>
                  <a:cubicBezTo>
                    <a:pt x="3807284" y="1372231"/>
                    <a:pt x="3808297" y="1386158"/>
                    <a:pt x="3818173" y="1392742"/>
                  </a:cubicBezTo>
                  <a:cubicBezTo>
                    <a:pt x="3826783" y="1398313"/>
                    <a:pt x="3835139" y="1394008"/>
                    <a:pt x="3833620" y="1384639"/>
                  </a:cubicBezTo>
                  <a:close/>
                  <a:moveTo>
                    <a:pt x="3784494" y="1381854"/>
                  </a:moveTo>
                  <a:cubicBezTo>
                    <a:pt x="3783734" y="1376536"/>
                    <a:pt x="3778670" y="1368433"/>
                    <a:pt x="3769807" y="1367420"/>
                  </a:cubicBezTo>
                  <a:cubicBezTo>
                    <a:pt x="3769047" y="1367420"/>
                    <a:pt x="3768287" y="1367420"/>
                    <a:pt x="3767528" y="1367420"/>
                  </a:cubicBezTo>
                  <a:cubicBezTo>
                    <a:pt x="3758665" y="1368939"/>
                    <a:pt x="3758918" y="1381854"/>
                    <a:pt x="3767781" y="1388944"/>
                  </a:cubicBezTo>
                  <a:cubicBezTo>
                    <a:pt x="3776137" y="1395781"/>
                    <a:pt x="3786013" y="1391729"/>
                    <a:pt x="3784494" y="1381854"/>
                  </a:cubicBezTo>
                  <a:close/>
                  <a:moveTo>
                    <a:pt x="3734355" y="1379068"/>
                  </a:moveTo>
                  <a:cubicBezTo>
                    <a:pt x="3733596" y="1373750"/>
                    <a:pt x="3728531" y="1365647"/>
                    <a:pt x="3719415" y="1364634"/>
                  </a:cubicBezTo>
                  <a:cubicBezTo>
                    <a:pt x="3718655" y="1364634"/>
                    <a:pt x="3717896" y="1364634"/>
                    <a:pt x="3717136" y="1364887"/>
                  </a:cubicBezTo>
                  <a:cubicBezTo>
                    <a:pt x="3708020" y="1366407"/>
                    <a:pt x="3708020" y="1379321"/>
                    <a:pt x="3717136" y="1386412"/>
                  </a:cubicBezTo>
                  <a:cubicBezTo>
                    <a:pt x="3725746" y="1393249"/>
                    <a:pt x="3735875" y="1388944"/>
                    <a:pt x="3734355" y="1379068"/>
                  </a:cubicBezTo>
                  <a:close/>
                  <a:moveTo>
                    <a:pt x="3683457" y="1376536"/>
                  </a:moveTo>
                  <a:cubicBezTo>
                    <a:pt x="3682697" y="1371218"/>
                    <a:pt x="3677633" y="1363115"/>
                    <a:pt x="3668770" y="1362102"/>
                  </a:cubicBezTo>
                  <a:cubicBezTo>
                    <a:pt x="3668010" y="1362102"/>
                    <a:pt x="3667251" y="1362102"/>
                    <a:pt x="3666491" y="1362355"/>
                  </a:cubicBezTo>
                  <a:cubicBezTo>
                    <a:pt x="3657374" y="1363875"/>
                    <a:pt x="3657121" y="1376789"/>
                    <a:pt x="3666237" y="1383879"/>
                  </a:cubicBezTo>
                  <a:cubicBezTo>
                    <a:pt x="3674847" y="1390716"/>
                    <a:pt x="3684723" y="1386412"/>
                    <a:pt x="3683457" y="1376536"/>
                  </a:cubicBezTo>
                  <a:close/>
                  <a:moveTo>
                    <a:pt x="3616859" y="1359570"/>
                  </a:moveTo>
                  <a:cubicBezTo>
                    <a:pt x="3616099" y="1359570"/>
                    <a:pt x="3615086" y="1359570"/>
                    <a:pt x="3614580" y="1359823"/>
                  </a:cubicBezTo>
                  <a:cubicBezTo>
                    <a:pt x="3604957" y="1361342"/>
                    <a:pt x="3604704" y="1374257"/>
                    <a:pt x="3613820" y="1381347"/>
                  </a:cubicBezTo>
                  <a:cubicBezTo>
                    <a:pt x="3622683" y="1387931"/>
                    <a:pt x="3632812" y="1383879"/>
                    <a:pt x="3631546" y="1374004"/>
                  </a:cubicBezTo>
                  <a:cubicBezTo>
                    <a:pt x="3631039" y="1368433"/>
                    <a:pt x="3625975" y="1360583"/>
                    <a:pt x="3616859" y="1359570"/>
                  </a:cubicBezTo>
                  <a:close/>
                  <a:moveTo>
                    <a:pt x="3561655" y="1357291"/>
                  </a:moveTo>
                  <a:cubicBezTo>
                    <a:pt x="3552033" y="1358810"/>
                    <a:pt x="3551526" y="1371724"/>
                    <a:pt x="3560642" y="1378815"/>
                  </a:cubicBezTo>
                  <a:cubicBezTo>
                    <a:pt x="3569252" y="1385399"/>
                    <a:pt x="3579887" y="1381094"/>
                    <a:pt x="3578875" y="1371471"/>
                  </a:cubicBezTo>
                  <a:cubicBezTo>
                    <a:pt x="3578368" y="1366154"/>
                    <a:pt x="3573304" y="1358050"/>
                    <a:pt x="3563934" y="1357291"/>
                  </a:cubicBezTo>
                  <a:cubicBezTo>
                    <a:pt x="3563175" y="1357037"/>
                    <a:pt x="3562415" y="1357037"/>
                    <a:pt x="3561655" y="1357291"/>
                  </a:cubicBezTo>
                  <a:close/>
                  <a:moveTo>
                    <a:pt x="3525444" y="1368939"/>
                  </a:moveTo>
                  <a:cubicBezTo>
                    <a:pt x="3524937" y="1363621"/>
                    <a:pt x="3520126" y="1355518"/>
                    <a:pt x="3510504" y="1354758"/>
                  </a:cubicBezTo>
                  <a:cubicBezTo>
                    <a:pt x="3509997" y="1354758"/>
                    <a:pt x="3509744" y="1354758"/>
                    <a:pt x="3509238" y="1354758"/>
                  </a:cubicBezTo>
                  <a:cubicBezTo>
                    <a:pt x="3499108" y="1355265"/>
                    <a:pt x="3497083" y="1367926"/>
                    <a:pt x="3505692" y="1375523"/>
                  </a:cubicBezTo>
                  <a:cubicBezTo>
                    <a:pt x="3514809" y="1383373"/>
                    <a:pt x="3526457" y="1379321"/>
                    <a:pt x="3525444" y="1368939"/>
                  </a:cubicBezTo>
                  <a:close/>
                  <a:moveTo>
                    <a:pt x="3471254" y="1366407"/>
                  </a:moveTo>
                  <a:cubicBezTo>
                    <a:pt x="3470747" y="1361089"/>
                    <a:pt x="3465936" y="1352986"/>
                    <a:pt x="3456313" y="1352226"/>
                  </a:cubicBezTo>
                  <a:cubicBezTo>
                    <a:pt x="3456060" y="1352226"/>
                    <a:pt x="3455554" y="1352226"/>
                    <a:pt x="3455047" y="1352226"/>
                  </a:cubicBezTo>
                  <a:cubicBezTo>
                    <a:pt x="3444665" y="1352733"/>
                    <a:pt x="3442132" y="1365394"/>
                    <a:pt x="3451249" y="1372991"/>
                  </a:cubicBezTo>
                  <a:cubicBezTo>
                    <a:pt x="3460112" y="1380841"/>
                    <a:pt x="3472013" y="1376789"/>
                    <a:pt x="3471254" y="1366407"/>
                  </a:cubicBezTo>
                  <a:close/>
                  <a:moveTo>
                    <a:pt x="3416304" y="1364128"/>
                  </a:moveTo>
                  <a:cubicBezTo>
                    <a:pt x="3416050" y="1359063"/>
                    <a:pt x="3411492" y="1350707"/>
                    <a:pt x="3401363" y="1349947"/>
                  </a:cubicBezTo>
                  <a:cubicBezTo>
                    <a:pt x="3400857" y="1349947"/>
                    <a:pt x="3400350" y="1349947"/>
                    <a:pt x="3400097" y="1349947"/>
                  </a:cubicBezTo>
                  <a:cubicBezTo>
                    <a:pt x="3389715" y="1350454"/>
                    <a:pt x="3387182" y="1363115"/>
                    <a:pt x="3396046" y="1370712"/>
                  </a:cubicBezTo>
                  <a:cubicBezTo>
                    <a:pt x="3404655" y="1378308"/>
                    <a:pt x="3417063" y="1374510"/>
                    <a:pt x="3416304" y="1364128"/>
                  </a:cubicBezTo>
                  <a:close/>
                  <a:moveTo>
                    <a:pt x="3345653" y="1347668"/>
                  </a:moveTo>
                  <a:cubicBezTo>
                    <a:pt x="3345147" y="1347668"/>
                    <a:pt x="3344641" y="1347668"/>
                    <a:pt x="3344388" y="1347668"/>
                  </a:cubicBezTo>
                  <a:cubicBezTo>
                    <a:pt x="3333752" y="1348175"/>
                    <a:pt x="3330966" y="1360836"/>
                    <a:pt x="3339829" y="1368433"/>
                  </a:cubicBezTo>
                  <a:cubicBezTo>
                    <a:pt x="3348439" y="1376029"/>
                    <a:pt x="3361100" y="1371978"/>
                    <a:pt x="3360594" y="1361849"/>
                  </a:cubicBezTo>
                  <a:cubicBezTo>
                    <a:pt x="3360594" y="1356531"/>
                    <a:pt x="3355529" y="1348428"/>
                    <a:pt x="3345653" y="1347668"/>
                  </a:cubicBezTo>
                  <a:close/>
                  <a:moveTo>
                    <a:pt x="3288171" y="1345389"/>
                  </a:moveTo>
                  <a:cubicBezTo>
                    <a:pt x="3277283" y="1345896"/>
                    <a:pt x="3274497" y="1358557"/>
                    <a:pt x="3283360" y="1366154"/>
                  </a:cubicBezTo>
                  <a:cubicBezTo>
                    <a:pt x="3292223" y="1374004"/>
                    <a:pt x="3304884" y="1369952"/>
                    <a:pt x="3304378" y="1359570"/>
                  </a:cubicBezTo>
                  <a:cubicBezTo>
                    <a:pt x="3304124" y="1354252"/>
                    <a:pt x="3299313" y="1346149"/>
                    <a:pt x="3289437" y="1345389"/>
                  </a:cubicBezTo>
                  <a:cubicBezTo>
                    <a:pt x="3288931" y="1345389"/>
                    <a:pt x="3288425" y="1345389"/>
                    <a:pt x="3288171" y="1345389"/>
                  </a:cubicBezTo>
                  <a:close/>
                  <a:moveTo>
                    <a:pt x="3232462" y="1343110"/>
                  </a:moveTo>
                  <a:cubicBezTo>
                    <a:pt x="3220307" y="1343110"/>
                    <a:pt x="3217521" y="1355518"/>
                    <a:pt x="3224865" y="1363115"/>
                  </a:cubicBezTo>
                  <a:cubicBezTo>
                    <a:pt x="3233475" y="1371978"/>
                    <a:pt x="3247655" y="1368433"/>
                    <a:pt x="3247402" y="1357291"/>
                  </a:cubicBezTo>
                  <a:cubicBezTo>
                    <a:pt x="3247149" y="1351973"/>
                    <a:pt x="3242337" y="1344123"/>
                    <a:pt x="3232462" y="1343110"/>
                  </a:cubicBezTo>
                  <a:close/>
                  <a:moveTo>
                    <a:pt x="3174726" y="1341084"/>
                  </a:moveTo>
                  <a:cubicBezTo>
                    <a:pt x="3162571" y="1341337"/>
                    <a:pt x="3159532" y="1353492"/>
                    <a:pt x="3166876" y="1361089"/>
                  </a:cubicBezTo>
                  <a:cubicBezTo>
                    <a:pt x="3175233" y="1369699"/>
                    <a:pt x="3189920" y="1366154"/>
                    <a:pt x="3189666" y="1355265"/>
                  </a:cubicBezTo>
                  <a:cubicBezTo>
                    <a:pt x="3189666" y="1349947"/>
                    <a:pt x="3184855" y="1341844"/>
                    <a:pt x="3174726" y="1341084"/>
                  </a:cubicBezTo>
                  <a:close/>
                  <a:moveTo>
                    <a:pt x="3116484" y="1339058"/>
                  </a:moveTo>
                  <a:cubicBezTo>
                    <a:pt x="3104076" y="1339312"/>
                    <a:pt x="3101037" y="1351466"/>
                    <a:pt x="3108381" y="1359063"/>
                  </a:cubicBezTo>
                  <a:cubicBezTo>
                    <a:pt x="3116737" y="1367673"/>
                    <a:pt x="3131425" y="1364128"/>
                    <a:pt x="3131425" y="1353239"/>
                  </a:cubicBezTo>
                  <a:cubicBezTo>
                    <a:pt x="3131425" y="1347921"/>
                    <a:pt x="3126613" y="1339818"/>
                    <a:pt x="3116484" y="1339058"/>
                  </a:cubicBezTo>
                  <a:close/>
                  <a:moveTo>
                    <a:pt x="3057736" y="1337033"/>
                  </a:moveTo>
                  <a:cubicBezTo>
                    <a:pt x="3045074" y="1337286"/>
                    <a:pt x="3041783" y="1349441"/>
                    <a:pt x="3049126" y="1357037"/>
                  </a:cubicBezTo>
                  <a:cubicBezTo>
                    <a:pt x="3057736" y="1365900"/>
                    <a:pt x="3072423" y="1362102"/>
                    <a:pt x="3072423" y="1351213"/>
                  </a:cubicBezTo>
                  <a:cubicBezTo>
                    <a:pt x="3072676" y="1345896"/>
                    <a:pt x="3068118" y="1338045"/>
                    <a:pt x="3057736" y="1337033"/>
                  </a:cubicBezTo>
                  <a:close/>
                  <a:moveTo>
                    <a:pt x="2998228" y="1335260"/>
                  </a:moveTo>
                  <a:cubicBezTo>
                    <a:pt x="2985566" y="1335513"/>
                    <a:pt x="2982021" y="1347668"/>
                    <a:pt x="2989365" y="1355265"/>
                  </a:cubicBezTo>
                  <a:cubicBezTo>
                    <a:pt x="2997721" y="1363875"/>
                    <a:pt x="3012915" y="1360329"/>
                    <a:pt x="3013168" y="1349441"/>
                  </a:cubicBezTo>
                  <a:cubicBezTo>
                    <a:pt x="3013421" y="1344376"/>
                    <a:pt x="3009370" y="1336020"/>
                    <a:pt x="2998228" y="1335260"/>
                  </a:cubicBezTo>
                  <a:close/>
                  <a:moveTo>
                    <a:pt x="2938466" y="1333487"/>
                  </a:moveTo>
                  <a:cubicBezTo>
                    <a:pt x="2925805" y="1333741"/>
                    <a:pt x="2922007" y="1345896"/>
                    <a:pt x="2929350" y="1353492"/>
                  </a:cubicBezTo>
                  <a:cubicBezTo>
                    <a:pt x="2937707" y="1362102"/>
                    <a:pt x="2952900" y="1358304"/>
                    <a:pt x="2953407" y="1347668"/>
                  </a:cubicBezTo>
                  <a:cubicBezTo>
                    <a:pt x="2953660" y="1342097"/>
                    <a:pt x="2949102" y="1334247"/>
                    <a:pt x="2938466" y="1333487"/>
                  </a:cubicBezTo>
                  <a:close/>
                  <a:moveTo>
                    <a:pt x="2878199" y="1331715"/>
                  </a:moveTo>
                  <a:cubicBezTo>
                    <a:pt x="2865537" y="1331968"/>
                    <a:pt x="2861486" y="1344123"/>
                    <a:pt x="2868576" y="1351720"/>
                  </a:cubicBezTo>
                  <a:cubicBezTo>
                    <a:pt x="2876933" y="1360329"/>
                    <a:pt x="2892126" y="1356531"/>
                    <a:pt x="2892633" y="1345896"/>
                  </a:cubicBezTo>
                  <a:cubicBezTo>
                    <a:pt x="2893139" y="1340325"/>
                    <a:pt x="2888834" y="1332474"/>
                    <a:pt x="2878199" y="1331715"/>
                  </a:cubicBezTo>
                  <a:close/>
                  <a:moveTo>
                    <a:pt x="2756397" y="1328423"/>
                  </a:moveTo>
                  <a:cubicBezTo>
                    <a:pt x="2743736" y="1328676"/>
                    <a:pt x="2739431" y="1339565"/>
                    <a:pt x="2745255" y="1347415"/>
                  </a:cubicBezTo>
                  <a:cubicBezTo>
                    <a:pt x="2752852" y="1357291"/>
                    <a:pt x="2770071" y="1353999"/>
                    <a:pt x="2770831" y="1342350"/>
                  </a:cubicBezTo>
                  <a:cubicBezTo>
                    <a:pt x="2771337" y="1337033"/>
                    <a:pt x="2767032" y="1329183"/>
                    <a:pt x="2756397" y="1328423"/>
                  </a:cubicBezTo>
                  <a:close/>
                  <a:moveTo>
                    <a:pt x="2445182" y="1321586"/>
                  </a:moveTo>
                  <a:cubicBezTo>
                    <a:pt x="2432268" y="1321839"/>
                    <a:pt x="2426950" y="1332981"/>
                    <a:pt x="2432521" y="1340578"/>
                  </a:cubicBezTo>
                  <a:cubicBezTo>
                    <a:pt x="2439865" y="1350454"/>
                    <a:pt x="2457337" y="1346908"/>
                    <a:pt x="2459110" y="1335513"/>
                  </a:cubicBezTo>
                  <a:cubicBezTo>
                    <a:pt x="2459869" y="1330449"/>
                    <a:pt x="2456578" y="1322346"/>
                    <a:pt x="2445182" y="1321586"/>
                  </a:cubicBezTo>
                  <a:close/>
                  <a:moveTo>
                    <a:pt x="2382129" y="1320573"/>
                  </a:moveTo>
                  <a:cubicBezTo>
                    <a:pt x="2369215" y="1320826"/>
                    <a:pt x="2363390" y="1331968"/>
                    <a:pt x="2369215" y="1339565"/>
                  </a:cubicBezTo>
                  <a:cubicBezTo>
                    <a:pt x="2376305" y="1349187"/>
                    <a:pt x="2394284" y="1345642"/>
                    <a:pt x="2396057" y="1334247"/>
                  </a:cubicBezTo>
                  <a:cubicBezTo>
                    <a:pt x="2396563" y="1329436"/>
                    <a:pt x="2393524" y="1321333"/>
                    <a:pt x="2382129" y="1320573"/>
                  </a:cubicBezTo>
                  <a:close/>
                  <a:moveTo>
                    <a:pt x="2255010" y="1318547"/>
                  </a:moveTo>
                  <a:cubicBezTo>
                    <a:pt x="2241842" y="1318800"/>
                    <a:pt x="2236018" y="1329942"/>
                    <a:pt x="2241589" y="1337539"/>
                  </a:cubicBezTo>
                  <a:cubicBezTo>
                    <a:pt x="2248426" y="1347162"/>
                    <a:pt x="2266405" y="1343870"/>
                    <a:pt x="2268684" y="1332221"/>
                  </a:cubicBezTo>
                  <a:cubicBezTo>
                    <a:pt x="2269444" y="1327410"/>
                    <a:pt x="2266658" y="1319307"/>
                    <a:pt x="2255010" y="1318547"/>
                  </a:cubicBezTo>
                  <a:close/>
                  <a:moveTo>
                    <a:pt x="2204871" y="1331462"/>
                  </a:moveTo>
                  <a:cubicBezTo>
                    <a:pt x="2205884" y="1326397"/>
                    <a:pt x="2203098" y="1318294"/>
                    <a:pt x="2191450" y="1317787"/>
                  </a:cubicBezTo>
                  <a:cubicBezTo>
                    <a:pt x="2178282" y="1318294"/>
                    <a:pt x="2172205" y="1329436"/>
                    <a:pt x="2177523" y="1336779"/>
                  </a:cubicBezTo>
                  <a:cubicBezTo>
                    <a:pt x="2184360" y="1346402"/>
                    <a:pt x="2202592" y="1342857"/>
                    <a:pt x="2204871" y="1331462"/>
                  </a:cubicBezTo>
                  <a:close/>
                  <a:moveTo>
                    <a:pt x="2076739" y="1330195"/>
                  </a:moveTo>
                  <a:cubicBezTo>
                    <a:pt x="2078005" y="1324878"/>
                    <a:pt x="2074713" y="1317028"/>
                    <a:pt x="2063571" y="1316521"/>
                  </a:cubicBezTo>
                  <a:cubicBezTo>
                    <a:pt x="2049390" y="1317028"/>
                    <a:pt x="2044832" y="1328676"/>
                    <a:pt x="2049390" y="1335766"/>
                  </a:cubicBezTo>
                  <a:cubicBezTo>
                    <a:pt x="2055974" y="1345136"/>
                    <a:pt x="2074207" y="1341591"/>
                    <a:pt x="2076739" y="1330195"/>
                  </a:cubicBezTo>
                  <a:close/>
                  <a:moveTo>
                    <a:pt x="2000518" y="1315762"/>
                  </a:moveTo>
                  <a:cubicBezTo>
                    <a:pt x="1986590" y="1316268"/>
                    <a:pt x="1981779" y="1327916"/>
                    <a:pt x="1986084" y="1335007"/>
                  </a:cubicBezTo>
                  <a:cubicBezTo>
                    <a:pt x="1992414" y="1344629"/>
                    <a:pt x="2010394" y="1341084"/>
                    <a:pt x="2013179" y="1329689"/>
                  </a:cubicBezTo>
                  <a:cubicBezTo>
                    <a:pt x="2014192" y="1324625"/>
                    <a:pt x="2011913" y="1316521"/>
                    <a:pt x="2000518" y="1315762"/>
                  </a:cubicBezTo>
                  <a:close/>
                  <a:moveTo>
                    <a:pt x="259337" y="1392742"/>
                  </a:moveTo>
                  <a:cubicBezTo>
                    <a:pt x="261616" y="1387931"/>
                    <a:pt x="264908" y="1380587"/>
                    <a:pt x="264401" y="1379575"/>
                  </a:cubicBezTo>
                  <a:cubicBezTo>
                    <a:pt x="264401" y="1379575"/>
                    <a:pt x="264401" y="1379575"/>
                    <a:pt x="264148" y="1379575"/>
                  </a:cubicBezTo>
                  <a:cubicBezTo>
                    <a:pt x="261362" y="1381347"/>
                    <a:pt x="250980" y="1403125"/>
                    <a:pt x="251993" y="1404644"/>
                  </a:cubicBezTo>
                  <a:cubicBezTo>
                    <a:pt x="253006" y="1404644"/>
                    <a:pt x="256804" y="1397554"/>
                    <a:pt x="259337" y="1392742"/>
                  </a:cubicBezTo>
                  <a:close/>
                  <a:moveTo>
                    <a:pt x="4727254" y="1436550"/>
                  </a:moveTo>
                  <a:cubicBezTo>
                    <a:pt x="4724722" y="1430979"/>
                    <a:pt x="4720923" y="1422876"/>
                    <a:pt x="4720164" y="1421863"/>
                  </a:cubicBezTo>
                  <a:lnTo>
                    <a:pt x="4720164" y="1421863"/>
                  </a:lnTo>
                  <a:cubicBezTo>
                    <a:pt x="4720164" y="1422116"/>
                    <a:pt x="4730799" y="1445413"/>
                    <a:pt x="4731812" y="1447186"/>
                  </a:cubicBezTo>
                  <a:cubicBezTo>
                    <a:pt x="4730546" y="1443387"/>
                    <a:pt x="4728774" y="1439842"/>
                    <a:pt x="4727254" y="1436550"/>
                  </a:cubicBezTo>
                  <a:close/>
                  <a:moveTo>
                    <a:pt x="4724469" y="1433258"/>
                  </a:moveTo>
                  <a:cubicBezTo>
                    <a:pt x="4721936" y="1427687"/>
                    <a:pt x="4717885" y="1419584"/>
                    <a:pt x="4717125" y="1418571"/>
                  </a:cubicBezTo>
                  <a:cubicBezTo>
                    <a:pt x="4717125" y="1418824"/>
                    <a:pt x="4727507" y="1443641"/>
                    <a:pt x="4729027" y="1443894"/>
                  </a:cubicBezTo>
                  <a:cubicBezTo>
                    <a:pt x="4728520" y="1442121"/>
                    <a:pt x="4725481" y="1435284"/>
                    <a:pt x="4724469" y="1433258"/>
                  </a:cubicBezTo>
                  <a:close/>
                  <a:moveTo>
                    <a:pt x="4724215" y="1440349"/>
                  </a:moveTo>
                  <a:cubicBezTo>
                    <a:pt x="4723962" y="1438576"/>
                    <a:pt x="4721177" y="1431992"/>
                    <a:pt x="4720164" y="1429966"/>
                  </a:cubicBezTo>
                  <a:cubicBezTo>
                    <a:pt x="4717632" y="1424395"/>
                    <a:pt x="4713580" y="1416292"/>
                    <a:pt x="4712314" y="1415279"/>
                  </a:cubicBezTo>
                  <a:cubicBezTo>
                    <a:pt x="4712314" y="1415279"/>
                    <a:pt x="4712314" y="1415279"/>
                    <a:pt x="4712061" y="1415279"/>
                  </a:cubicBezTo>
                  <a:cubicBezTo>
                    <a:pt x="4712567" y="1418318"/>
                    <a:pt x="4722189" y="1438829"/>
                    <a:pt x="4724215" y="1440349"/>
                  </a:cubicBezTo>
                  <a:cubicBezTo>
                    <a:pt x="4724215" y="1440349"/>
                    <a:pt x="4724215" y="1440349"/>
                    <a:pt x="4724215" y="1440349"/>
                  </a:cubicBezTo>
                  <a:close/>
                  <a:moveTo>
                    <a:pt x="4705730" y="1411734"/>
                  </a:moveTo>
                  <a:cubicBezTo>
                    <a:pt x="4705730" y="1411734"/>
                    <a:pt x="4705730" y="1411734"/>
                    <a:pt x="4705730" y="1411734"/>
                  </a:cubicBezTo>
                  <a:cubicBezTo>
                    <a:pt x="4704464" y="1413254"/>
                    <a:pt x="4715859" y="1436804"/>
                    <a:pt x="4717632" y="1437057"/>
                  </a:cubicBezTo>
                  <a:cubicBezTo>
                    <a:pt x="4718391" y="1436044"/>
                    <a:pt x="4714846" y="1428194"/>
                    <a:pt x="4714086" y="1426421"/>
                  </a:cubicBezTo>
                  <a:cubicBezTo>
                    <a:pt x="4711554" y="1421104"/>
                    <a:pt x="4707249" y="1413000"/>
                    <a:pt x="4705730" y="1411734"/>
                  </a:cubicBezTo>
                  <a:close/>
                  <a:moveTo>
                    <a:pt x="4697120" y="1408442"/>
                  </a:moveTo>
                  <a:cubicBezTo>
                    <a:pt x="4695601" y="1409962"/>
                    <a:pt x="4706743" y="1433512"/>
                    <a:pt x="4709022" y="1433765"/>
                  </a:cubicBezTo>
                  <a:cubicBezTo>
                    <a:pt x="4710035" y="1433005"/>
                    <a:pt x="4706490" y="1424902"/>
                    <a:pt x="4705730" y="1423129"/>
                  </a:cubicBezTo>
                  <a:cubicBezTo>
                    <a:pt x="4703451" y="1417812"/>
                    <a:pt x="4699146" y="1409455"/>
                    <a:pt x="4697120" y="1408442"/>
                  </a:cubicBezTo>
                  <a:cubicBezTo>
                    <a:pt x="4697373" y="1408442"/>
                    <a:pt x="4697373" y="1408442"/>
                    <a:pt x="4697120" y="1408442"/>
                  </a:cubicBezTo>
                  <a:close/>
                  <a:moveTo>
                    <a:pt x="4687245" y="1404897"/>
                  </a:moveTo>
                  <a:cubicBezTo>
                    <a:pt x="4686991" y="1404897"/>
                    <a:pt x="4686991" y="1404897"/>
                    <a:pt x="4687245" y="1404897"/>
                  </a:cubicBezTo>
                  <a:cubicBezTo>
                    <a:pt x="4684459" y="1405657"/>
                    <a:pt x="4695348" y="1429207"/>
                    <a:pt x="4698893" y="1430220"/>
                  </a:cubicBezTo>
                  <a:cubicBezTo>
                    <a:pt x="4700159" y="1430473"/>
                    <a:pt x="4699146" y="1426168"/>
                    <a:pt x="4696361" y="1419837"/>
                  </a:cubicBezTo>
                  <a:cubicBezTo>
                    <a:pt x="4693828" y="1414266"/>
                    <a:pt x="4689270" y="1406163"/>
                    <a:pt x="4687245" y="1404897"/>
                  </a:cubicBezTo>
                  <a:close/>
                  <a:moveTo>
                    <a:pt x="4675089" y="1401605"/>
                  </a:moveTo>
                  <a:cubicBezTo>
                    <a:pt x="4674836" y="1401605"/>
                    <a:pt x="4674836" y="1401605"/>
                    <a:pt x="4674583" y="1401605"/>
                  </a:cubicBezTo>
                  <a:cubicBezTo>
                    <a:pt x="4672557" y="1403631"/>
                    <a:pt x="4683193" y="1425915"/>
                    <a:pt x="4686485" y="1426675"/>
                  </a:cubicBezTo>
                  <a:cubicBezTo>
                    <a:pt x="4688004" y="1426928"/>
                    <a:pt x="4686991" y="1422623"/>
                    <a:pt x="4684206" y="1416292"/>
                  </a:cubicBezTo>
                  <a:cubicBezTo>
                    <a:pt x="4682180" y="1410975"/>
                    <a:pt x="4677622" y="1402618"/>
                    <a:pt x="4675089" y="1401605"/>
                  </a:cubicBezTo>
                  <a:close/>
                  <a:moveTo>
                    <a:pt x="4661415" y="1398060"/>
                  </a:moveTo>
                  <a:cubicBezTo>
                    <a:pt x="4661415" y="1398060"/>
                    <a:pt x="4661162" y="1398060"/>
                    <a:pt x="4661162" y="1398060"/>
                  </a:cubicBezTo>
                  <a:cubicBezTo>
                    <a:pt x="4657870" y="1398820"/>
                    <a:pt x="4667746" y="1420850"/>
                    <a:pt x="4672557" y="1423129"/>
                  </a:cubicBezTo>
                  <a:cubicBezTo>
                    <a:pt x="4674836" y="1424142"/>
                    <a:pt x="4674077" y="1419584"/>
                    <a:pt x="4671291" y="1412747"/>
                  </a:cubicBezTo>
                  <a:cubicBezTo>
                    <a:pt x="4668759" y="1407429"/>
                    <a:pt x="4664201" y="1399326"/>
                    <a:pt x="4661415" y="1398060"/>
                  </a:cubicBezTo>
                  <a:close/>
                  <a:moveTo>
                    <a:pt x="4645969" y="1394768"/>
                  </a:moveTo>
                  <a:cubicBezTo>
                    <a:pt x="4645969" y="1394768"/>
                    <a:pt x="4645715" y="1394768"/>
                    <a:pt x="4645715" y="1394768"/>
                  </a:cubicBezTo>
                  <a:cubicBezTo>
                    <a:pt x="4641917" y="1395528"/>
                    <a:pt x="4651793" y="1417558"/>
                    <a:pt x="4657111" y="1419837"/>
                  </a:cubicBezTo>
                  <a:cubicBezTo>
                    <a:pt x="4659390" y="1420850"/>
                    <a:pt x="4659136" y="1416292"/>
                    <a:pt x="4656097" y="1409455"/>
                  </a:cubicBezTo>
                  <a:cubicBezTo>
                    <a:pt x="4653565" y="1403884"/>
                    <a:pt x="4649007" y="1395781"/>
                    <a:pt x="4645969" y="1394768"/>
                  </a:cubicBezTo>
                  <a:close/>
                  <a:moveTo>
                    <a:pt x="4629002" y="1391223"/>
                  </a:moveTo>
                  <a:cubicBezTo>
                    <a:pt x="4628749" y="1391223"/>
                    <a:pt x="4628496" y="1391223"/>
                    <a:pt x="4628243" y="1391223"/>
                  </a:cubicBezTo>
                  <a:cubicBezTo>
                    <a:pt x="4624951" y="1393249"/>
                    <a:pt x="4634320" y="1413760"/>
                    <a:pt x="4639638" y="1416039"/>
                  </a:cubicBezTo>
                  <a:cubicBezTo>
                    <a:pt x="4642170" y="1417052"/>
                    <a:pt x="4641917" y="1412494"/>
                    <a:pt x="4639131" y="1405657"/>
                  </a:cubicBezTo>
                  <a:lnTo>
                    <a:pt x="4639131" y="1405657"/>
                  </a:lnTo>
                  <a:cubicBezTo>
                    <a:pt x="4637106" y="1400592"/>
                    <a:pt x="4632294" y="1392489"/>
                    <a:pt x="4629002" y="1391223"/>
                  </a:cubicBezTo>
                  <a:close/>
                  <a:moveTo>
                    <a:pt x="4610264" y="1387931"/>
                  </a:moveTo>
                  <a:cubicBezTo>
                    <a:pt x="4610011" y="1387931"/>
                    <a:pt x="4609757" y="1387931"/>
                    <a:pt x="4609504" y="1387931"/>
                  </a:cubicBezTo>
                  <a:cubicBezTo>
                    <a:pt x="4605959" y="1389957"/>
                    <a:pt x="4615328" y="1410721"/>
                    <a:pt x="4620899" y="1412747"/>
                  </a:cubicBezTo>
                  <a:cubicBezTo>
                    <a:pt x="4623685" y="1413760"/>
                    <a:pt x="4623685" y="1409202"/>
                    <a:pt x="4620899" y="1402365"/>
                  </a:cubicBezTo>
                  <a:cubicBezTo>
                    <a:pt x="4618620" y="1397047"/>
                    <a:pt x="4614062" y="1388944"/>
                    <a:pt x="4610264" y="1387931"/>
                  </a:cubicBezTo>
                  <a:close/>
                  <a:moveTo>
                    <a:pt x="4590259" y="1384386"/>
                  </a:moveTo>
                  <a:cubicBezTo>
                    <a:pt x="4590005" y="1384386"/>
                    <a:pt x="4589752" y="1384386"/>
                    <a:pt x="4589499" y="1384386"/>
                  </a:cubicBezTo>
                  <a:cubicBezTo>
                    <a:pt x="4585448" y="1386412"/>
                    <a:pt x="4595070" y="1407176"/>
                    <a:pt x="4600894" y="1409202"/>
                  </a:cubicBezTo>
                  <a:cubicBezTo>
                    <a:pt x="4603933" y="1410215"/>
                    <a:pt x="4603933" y="1405910"/>
                    <a:pt x="4601401" y="1398820"/>
                  </a:cubicBezTo>
                  <a:cubicBezTo>
                    <a:pt x="4598869" y="1393755"/>
                    <a:pt x="4594057" y="1385652"/>
                    <a:pt x="4590259" y="1384386"/>
                  </a:cubicBezTo>
                  <a:close/>
                  <a:moveTo>
                    <a:pt x="4568482" y="1381094"/>
                  </a:moveTo>
                  <a:cubicBezTo>
                    <a:pt x="4568228" y="1381094"/>
                    <a:pt x="4567722" y="1381094"/>
                    <a:pt x="4567468" y="1381094"/>
                  </a:cubicBezTo>
                  <a:cubicBezTo>
                    <a:pt x="4562911" y="1383120"/>
                    <a:pt x="4572027" y="1403631"/>
                    <a:pt x="4578864" y="1405910"/>
                  </a:cubicBezTo>
                  <a:cubicBezTo>
                    <a:pt x="4582156" y="1406923"/>
                    <a:pt x="4582409" y="1402618"/>
                    <a:pt x="4579624" y="1395528"/>
                  </a:cubicBezTo>
                  <a:cubicBezTo>
                    <a:pt x="4577344" y="1390210"/>
                    <a:pt x="4572533" y="1382107"/>
                    <a:pt x="4568482" y="1381094"/>
                  </a:cubicBezTo>
                  <a:close/>
                  <a:moveTo>
                    <a:pt x="4545185" y="1377802"/>
                  </a:moveTo>
                  <a:cubicBezTo>
                    <a:pt x="4544931" y="1377802"/>
                    <a:pt x="4544425" y="1377802"/>
                    <a:pt x="4544172" y="1377802"/>
                  </a:cubicBezTo>
                  <a:cubicBezTo>
                    <a:pt x="4539614" y="1379575"/>
                    <a:pt x="4547970" y="1399073"/>
                    <a:pt x="4554807" y="1402365"/>
                  </a:cubicBezTo>
                  <a:cubicBezTo>
                    <a:pt x="4558606" y="1404391"/>
                    <a:pt x="4559618" y="1399579"/>
                    <a:pt x="4556833" y="1392236"/>
                  </a:cubicBezTo>
                  <a:cubicBezTo>
                    <a:pt x="4554554" y="1386918"/>
                    <a:pt x="4549490" y="1378815"/>
                    <a:pt x="4545185" y="1377802"/>
                  </a:cubicBezTo>
                  <a:close/>
                  <a:moveTo>
                    <a:pt x="4529738" y="1399073"/>
                  </a:moveTo>
                  <a:cubicBezTo>
                    <a:pt x="4533789" y="1400845"/>
                    <a:pt x="4534802" y="1396287"/>
                    <a:pt x="4532017" y="1388944"/>
                  </a:cubicBezTo>
                  <a:cubicBezTo>
                    <a:pt x="4529991" y="1383626"/>
                    <a:pt x="4524927" y="1375270"/>
                    <a:pt x="4520368" y="1374257"/>
                  </a:cubicBezTo>
                  <a:cubicBezTo>
                    <a:pt x="4520115" y="1374257"/>
                    <a:pt x="4519609" y="1374257"/>
                    <a:pt x="4519356" y="1374257"/>
                  </a:cubicBezTo>
                  <a:cubicBezTo>
                    <a:pt x="4514291" y="1376536"/>
                    <a:pt x="4522141" y="1395528"/>
                    <a:pt x="4529738" y="1399073"/>
                  </a:cubicBezTo>
                  <a:close/>
                  <a:moveTo>
                    <a:pt x="4506188" y="1385652"/>
                  </a:moveTo>
                  <a:cubicBezTo>
                    <a:pt x="4504162" y="1380334"/>
                    <a:pt x="4499097" y="1371978"/>
                    <a:pt x="4494286" y="1370965"/>
                  </a:cubicBezTo>
                  <a:cubicBezTo>
                    <a:pt x="4494033" y="1370965"/>
                    <a:pt x="4493526" y="1370965"/>
                    <a:pt x="4493020" y="1370965"/>
                  </a:cubicBezTo>
                  <a:cubicBezTo>
                    <a:pt x="4487449" y="1372991"/>
                    <a:pt x="4495552" y="1391983"/>
                    <a:pt x="4503402" y="1395528"/>
                  </a:cubicBezTo>
                  <a:cubicBezTo>
                    <a:pt x="4507454" y="1397554"/>
                    <a:pt x="4508720" y="1392995"/>
                    <a:pt x="4506188" y="1385652"/>
                  </a:cubicBezTo>
                  <a:close/>
                  <a:moveTo>
                    <a:pt x="4475548" y="1392489"/>
                  </a:moveTo>
                  <a:cubicBezTo>
                    <a:pt x="4480106" y="1394515"/>
                    <a:pt x="4481372" y="1389704"/>
                    <a:pt x="4478839" y="1382360"/>
                  </a:cubicBezTo>
                  <a:cubicBezTo>
                    <a:pt x="4476813" y="1377042"/>
                    <a:pt x="4471749" y="1368686"/>
                    <a:pt x="4466685" y="1367673"/>
                  </a:cubicBezTo>
                  <a:cubicBezTo>
                    <a:pt x="4466432" y="1367673"/>
                    <a:pt x="4465925" y="1367673"/>
                    <a:pt x="4465418" y="1367673"/>
                  </a:cubicBezTo>
                  <a:cubicBezTo>
                    <a:pt x="4459341" y="1369699"/>
                    <a:pt x="4467191" y="1388944"/>
                    <a:pt x="4475548" y="1392489"/>
                  </a:cubicBezTo>
                  <a:close/>
                  <a:moveTo>
                    <a:pt x="4436044" y="1364634"/>
                  </a:moveTo>
                  <a:cubicBezTo>
                    <a:pt x="4429713" y="1366660"/>
                    <a:pt x="4437564" y="1385652"/>
                    <a:pt x="4445920" y="1389197"/>
                  </a:cubicBezTo>
                  <a:cubicBezTo>
                    <a:pt x="4450478" y="1391223"/>
                    <a:pt x="4452251" y="1386412"/>
                    <a:pt x="4449719" y="1379068"/>
                  </a:cubicBezTo>
                  <a:cubicBezTo>
                    <a:pt x="4447693" y="1373750"/>
                    <a:pt x="4442628" y="1365647"/>
                    <a:pt x="4437310" y="1364381"/>
                  </a:cubicBezTo>
                  <a:cubicBezTo>
                    <a:pt x="4437057" y="1364381"/>
                    <a:pt x="4436551" y="1364381"/>
                    <a:pt x="4436044" y="1364634"/>
                  </a:cubicBezTo>
                  <a:close/>
                  <a:moveTo>
                    <a:pt x="4405657" y="1361342"/>
                  </a:moveTo>
                  <a:cubicBezTo>
                    <a:pt x="4399580" y="1363115"/>
                    <a:pt x="4406164" y="1381094"/>
                    <a:pt x="4414773" y="1385399"/>
                  </a:cubicBezTo>
                  <a:cubicBezTo>
                    <a:pt x="4420091" y="1388184"/>
                    <a:pt x="4422370" y="1383626"/>
                    <a:pt x="4419838" y="1375776"/>
                  </a:cubicBezTo>
                  <a:cubicBezTo>
                    <a:pt x="4418065" y="1370458"/>
                    <a:pt x="4412747" y="1362355"/>
                    <a:pt x="4407176" y="1361089"/>
                  </a:cubicBezTo>
                  <a:cubicBezTo>
                    <a:pt x="4406670" y="1361089"/>
                    <a:pt x="4406164" y="1361089"/>
                    <a:pt x="4405657" y="1361342"/>
                  </a:cubicBezTo>
                  <a:close/>
                  <a:moveTo>
                    <a:pt x="4375270" y="1357797"/>
                  </a:moveTo>
                  <a:cubicBezTo>
                    <a:pt x="4374763" y="1357797"/>
                    <a:pt x="4374257" y="1357797"/>
                    <a:pt x="4373751" y="1357797"/>
                  </a:cubicBezTo>
                  <a:cubicBezTo>
                    <a:pt x="4367167" y="1359570"/>
                    <a:pt x="4373751" y="1377549"/>
                    <a:pt x="4382614" y="1381854"/>
                  </a:cubicBezTo>
                  <a:cubicBezTo>
                    <a:pt x="4388184" y="1384639"/>
                    <a:pt x="4390717" y="1380081"/>
                    <a:pt x="4388184" y="1372231"/>
                  </a:cubicBezTo>
                  <a:cubicBezTo>
                    <a:pt x="4386412" y="1367166"/>
                    <a:pt x="4381094" y="1359063"/>
                    <a:pt x="4375270" y="1357797"/>
                  </a:cubicBezTo>
                  <a:close/>
                  <a:moveTo>
                    <a:pt x="4340578" y="1354758"/>
                  </a:moveTo>
                  <a:cubicBezTo>
                    <a:pt x="4333741" y="1356531"/>
                    <a:pt x="4340072" y="1374510"/>
                    <a:pt x="4349188" y="1378815"/>
                  </a:cubicBezTo>
                  <a:cubicBezTo>
                    <a:pt x="4354759" y="1381600"/>
                    <a:pt x="4357797" y="1376789"/>
                    <a:pt x="4355265" y="1369192"/>
                  </a:cubicBezTo>
                  <a:cubicBezTo>
                    <a:pt x="4353493" y="1363875"/>
                    <a:pt x="4348175" y="1355771"/>
                    <a:pt x="4342098" y="1354758"/>
                  </a:cubicBezTo>
                  <a:cubicBezTo>
                    <a:pt x="4341591" y="1354758"/>
                    <a:pt x="4341084" y="1354758"/>
                    <a:pt x="4340578" y="1354758"/>
                  </a:cubicBezTo>
                  <a:close/>
                  <a:moveTo>
                    <a:pt x="4314496" y="1375776"/>
                  </a:moveTo>
                  <a:cubicBezTo>
                    <a:pt x="4320320" y="1378562"/>
                    <a:pt x="4323359" y="1373750"/>
                    <a:pt x="4321080" y="1366154"/>
                  </a:cubicBezTo>
                  <a:cubicBezTo>
                    <a:pt x="4319307" y="1360836"/>
                    <a:pt x="4313989" y="1352733"/>
                    <a:pt x="4307659" y="1351720"/>
                  </a:cubicBezTo>
                  <a:cubicBezTo>
                    <a:pt x="4307152" y="1351720"/>
                    <a:pt x="4306646" y="1351720"/>
                    <a:pt x="4306139" y="1351720"/>
                  </a:cubicBezTo>
                  <a:cubicBezTo>
                    <a:pt x="4299049" y="1353492"/>
                    <a:pt x="4305380" y="1371218"/>
                    <a:pt x="4314496" y="1375776"/>
                  </a:cubicBezTo>
                  <a:close/>
                  <a:moveTo>
                    <a:pt x="4270435" y="1348428"/>
                  </a:moveTo>
                  <a:cubicBezTo>
                    <a:pt x="4263597" y="1350200"/>
                    <a:pt x="4268662" y="1366660"/>
                    <a:pt x="4277778" y="1371978"/>
                  </a:cubicBezTo>
                  <a:cubicBezTo>
                    <a:pt x="4284109" y="1375776"/>
                    <a:pt x="4288160" y="1370965"/>
                    <a:pt x="4285628" y="1362862"/>
                  </a:cubicBezTo>
                  <a:cubicBezTo>
                    <a:pt x="4283855" y="1357544"/>
                    <a:pt x="4278791" y="1349441"/>
                    <a:pt x="4272207" y="1348428"/>
                  </a:cubicBezTo>
                  <a:cubicBezTo>
                    <a:pt x="4271701" y="1348428"/>
                    <a:pt x="4270941" y="1348428"/>
                    <a:pt x="4270435" y="1348428"/>
                  </a:cubicBezTo>
                  <a:close/>
                  <a:moveTo>
                    <a:pt x="4240554" y="1368939"/>
                  </a:moveTo>
                  <a:cubicBezTo>
                    <a:pt x="4247138" y="1372484"/>
                    <a:pt x="4251190" y="1367926"/>
                    <a:pt x="4248910" y="1359823"/>
                  </a:cubicBezTo>
                  <a:cubicBezTo>
                    <a:pt x="4247391" y="1354505"/>
                    <a:pt x="4242073" y="1346402"/>
                    <a:pt x="4235236" y="1345389"/>
                  </a:cubicBezTo>
                  <a:cubicBezTo>
                    <a:pt x="4234730" y="1345389"/>
                    <a:pt x="4233970" y="1345389"/>
                    <a:pt x="4233463" y="1345389"/>
                  </a:cubicBezTo>
                  <a:cubicBezTo>
                    <a:pt x="4226120" y="1347162"/>
                    <a:pt x="4230931" y="1363368"/>
                    <a:pt x="4240554" y="1368939"/>
                  </a:cubicBezTo>
                  <a:close/>
                  <a:moveTo>
                    <a:pt x="4210926" y="1356531"/>
                  </a:moveTo>
                  <a:cubicBezTo>
                    <a:pt x="4209407" y="1351213"/>
                    <a:pt x="4204090" y="1343110"/>
                    <a:pt x="4196999" y="1342097"/>
                  </a:cubicBezTo>
                  <a:cubicBezTo>
                    <a:pt x="4196493" y="1342097"/>
                    <a:pt x="4195733" y="1342097"/>
                    <a:pt x="4195226" y="1342097"/>
                  </a:cubicBezTo>
                  <a:cubicBezTo>
                    <a:pt x="4187629" y="1343870"/>
                    <a:pt x="4192441" y="1360329"/>
                    <a:pt x="4202064" y="1365647"/>
                  </a:cubicBezTo>
                  <a:cubicBezTo>
                    <a:pt x="4208901" y="1369446"/>
                    <a:pt x="4213206" y="1364887"/>
                    <a:pt x="4210926" y="1356531"/>
                  </a:cubicBezTo>
                  <a:close/>
                  <a:moveTo>
                    <a:pt x="4162560" y="1362608"/>
                  </a:moveTo>
                  <a:cubicBezTo>
                    <a:pt x="4169397" y="1366154"/>
                    <a:pt x="4173955" y="1361595"/>
                    <a:pt x="4171676" y="1353492"/>
                  </a:cubicBezTo>
                  <a:cubicBezTo>
                    <a:pt x="4170157" y="1348175"/>
                    <a:pt x="4164839" y="1340071"/>
                    <a:pt x="4157749" y="1339058"/>
                  </a:cubicBezTo>
                  <a:cubicBezTo>
                    <a:pt x="4157242" y="1339058"/>
                    <a:pt x="4156483" y="1339058"/>
                    <a:pt x="4155976" y="1339058"/>
                  </a:cubicBezTo>
                  <a:cubicBezTo>
                    <a:pt x="4148126" y="1340831"/>
                    <a:pt x="4152685" y="1357544"/>
                    <a:pt x="4162560" y="1362608"/>
                  </a:cubicBezTo>
                  <a:close/>
                  <a:moveTo>
                    <a:pt x="4120778" y="1359063"/>
                  </a:moveTo>
                  <a:cubicBezTo>
                    <a:pt x="4128122" y="1363621"/>
                    <a:pt x="4133693" y="1359063"/>
                    <a:pt x="4131413" y="1350454"/>
                  </a:cubicBezTo>
                  <a:cubicBezTo>
                    <a:pt x="4129894" y="1345136"/>
                    <a:pt x="4124576" y="1337033"/>
                    <a:pt x="4117486" y="1336020"/>
                  </a:cubicBezTo>
                  <a:cubicBezTo>
                    <a:pt x="4116980" y="1336020"/>
                    <a:pt x="4116220" y="1336020"/>
                    <a:pt x="4115713" y="1336020"/>
                  </a:cubicBezTo>
                  <a:cubicBezTo>
                    <a:pt x="4107863" y="1337792"/>
                    <a:pt x="4111156" y="1352986"/>
                    <a:pt x="4120778" y="1359063"/>
                  </a:cubicBezTo>
                  <a:close/>
                  <a:moveTo>
                    <a:pt x="4078743" y="1356024"/>
                  </a:moveTo>
                  <a:cubicBezTo>
                    <a:pt x="4086339" y="1360836"/>
                    <a:pt x="4092164" y="1356278"/>
                    <a:pt x="4089884" y="1347415"/>
                  </a:cubicBezTo>
                  <a:cubicBezTo>
                    <a:pt x="4088618" y="1342097"/>
                    <a:pt x="4083301" y="1333994"/>
                    <a:pt x="4075704" y="1332981"/>
                  </a:cubicBezTo>
                  <a:cubicBezTo>
                    <a:pt x="4075197" y="1332981"/>
                    <a:pt x="4074437" y="1332981"/>
                    <a:pt x="4073931" y="1332981"/>
                  </a:cubicBezTo>
                  <a:cubicBezTo>
                    <a:pt x="4065828" y="1334754"/>
                    <a:pt x="4069120" y="1349947"/>
                    <a:pt x="4078743" y="1356024"/>
                  </a:cubicBezTo>
                  <a:close/>
                  <a:moveTo>
                    <a:pt x="4035947" y="1352986"/>
                  </a:moveTo>
                  <a:cubicBezTo>
                    <a:pt x="4043544" y="1357544"/>
                    <a:pt x="4049621" y="1353239"/>
                    <a:pt x="4047596" y="1344376"/>
                  </a:cubicBezTo>
                  <a:cubicBezTo>
                    <a:pt x="4046329" y="1339058"/>
                    <a:pt x="4041012" y="1330955"/>
                    <a:pt x="4033162" y="1329942"/>
                  </a:cubicBezTo>
                  <a:cubicBezTo>
                    <a:pt x="4032655" y="1329942"/>
                    <a:pt x="4031896" y="1329942"/>
                    <a:pt x="4031136" y="1329942"/>
                  </a:cubicBezTo>
                  <a:cubicBezTo>
                    <a:pt x="4023033" y="1331968"/>
                    <a:pt x="4026072" y="1347162"/>
                    <a:pt x="4035947" y="1352986"/>
                  </a:cubicBezTo>
                  <a:close/>
                  <a:moveTo>
                    <a:pt x="3991886" y="1350200"/>
                  </a:moveTo>
                  <a:cubicBezTo>
                    <a:pt x="3999483" y="1354758"/>
                    <a:pt x="4005813" y="1350200"/>
                    <a:pt x="4003788" y="1341591"/>
                  </a:cubicBezTo>
                  <a:cubicBezTo>
                    <a:pt x="4002521" y="1336273"/>
                    <a:pt x="3997204" y="1328170"/>
                    <a:pt x="3989354" y="1327157"/>
                  </a:cubicBezTo>
                  <a:cubicBezTo>
                    <a:pt x="3988847" y="1327157"/>
                    <a:pt x="3988088" y="1327157"/>
                    <a:pt x="3987328" y="1327157"/>
                  </a:cubicBezTo>
                  <a:cubicBezTo>
                    <a:pt x="3978972" y="1328929"/>
                    <a:pt x="3982010" y="1344123"/>
                    <a:pt x="3991886" y="1350200"/>
                  </a:cubicBezTo>
                  <a:close/>
                  <a:moveTo>
                    <a:pt x="3959220" y="1338552"/>
                  </a:moveTo>
                  <a:cubicBezTo>
                    <a:pt x="3957954" y="1333234"/>
                    <a:pt x="3952889" y="1325131"/>
                    <a:pt x="3944786" y="1324118"/>
                  </a:cubicBezTo>
                  <a:cubicBezTo>
                    <a:pt x="3944279" y="1324118"/>
                    <a:pt x="3943267" y="1324118"/>
                    <a:pt x="3942760" y="1324118"/>
                  </a:cubicBezTo>
                  <a:cubicBezTo>
                    <a:pt x="3934404" y="1325891"/>
                    <a:pt x="3936176" y="1339818"/>
                    <a:pt x="3945799" y="1346402"/>
                  </a:cubicBezTo>
                  <a:cubicBezTo>
                    <a:pt x="3953902" y="1352226"/>
                    <a:pt x="3961245" y="1347921"/>
                    <a:pt x="3959220" y="1338552"/>
                  </a:cubicBezTo>
                  <a:close/>
                  <a:moveTo>
                    <a:pt x="3913639" y="1335766"/>
                  </a:moveTo>
                  <a:cubicBezTo>
                    <a:pt x="3912626" y="1330449"/>
                    <a:pt x="3907309" y="1322346"/>
                    <a:pt x="3898952" y="1321333"/>
                  </a:cubicBezTo>
                  <a:cubicBezTo>
                    <a:pt x="3898446" y="1321333"/>
                    <a:pt x="3897433" y="1321333"/>
                    <a:pt x="3896926" y="1321333"/>
                  </a:cubicBezTo>
                  <a:cubicBezTo>
                    <a:pt x="3888317" y="1323105"/>
                    <a:pt x="3890089" y="1337033"/>
                    <a:pt x="3899712" y="1343616"/>
                  </a:cubicBezTo>
                  <a:cubicBezTo>
                    <a:pt x="3907815" y="1349441"/>
                    <a:pt x="3915412" y="1344883"/>
                    <a:pt x="3913639" y="1335766"/>
                  </a:cubicBezTo>
                  <a:close/>
                  <a:moveTo>
                    <a:pt x="3866792" y="1332981"/>
                  </a:moveTo>
                  <a:cubicBezTo>
                    <a:pt x="3865780" y="1327663"/>
                    <a:pt x="3860462" y="1319560"/>
                    <a:pt x="3852105" y="1318547"/>
                  </a:cubicBezTo>
                  <a:cubicBezTo>
                    <a:pt x="3851599" y="1318547"/>
                    <a:pt x="3850586" y="1318547"/>
                    <a:pt x="3850079" y="1318800"/>
                  </a:cubicBezTo>
                  <a:cubicBezTo>
                    <a:pt x="3841217" y="1320573"/>
                    <a:pt x="3842736" y="1334500"/>
                    <a:pt x="3852612" y="1341084"/>
                  </a:cubicBezTo>
                  <a:cubicBezTo>
                    <a:pt x="3860715" y="1346655"/>
                    <a:pt x="3868565" y="1342097"/>
                    <a:pt x="3866792" y="1332981"/>
                  </a:cubicBezTo>
                  <a:close/>
                  <a:moveTo>
                    <a:pt x="3819186" y="1330195"/>
                  </a:moveTo>
                  <a:cubicBezTo>
                    <a:pt x="3818173" y="1324878"/>
                    <a:pt x="3813109" y="1316775"/>
                    <a:pt x="3804499" y="1315762"/>
                  </a:cubicBezTo>
                  <a:cubicBezTo>
                    <a:pt x="3803739" y="1315762"/>
                    <a:pt x="3802979" y="1315762"/>
                    <a:pt x="3802473" y="1316015"/>
                  </a:cubicBezTo>
                  <a:cubicBezTo>
                    <a:pt x="3793357" y="1317787"/>
                    <a:pt x="3794623" y="1331715"/>
                    <a:pt x="3804499" y="1338299"/>
                  </a:cubicBezTo>
                  <a:cubicBezTo>
                    <a:pt x="3812855" y="1343870"/>
                    <a:pt x="3820959" y="1339565"/>
                    <a:pt x="3819186" y="1330195"/>
                  </a:cubicBezTo>
                  <a:close/>
                  <a:moveTo>
                    <a:pt x="3770566" y="1327410"/>
                  </a:moveTo>
                  <a:cubicBezTo>
                    <a:pt x="3769554" y="1322092"/>
                    <a:pt x="3764489" y="1313989"/>
                    <a:pt x="3755626" y="1313229"/>
                  </a:cubicBezTo>
                  <a:cubicBezTo>
                    <a:pt x="3754867" y="1313229"/>
                    <a:pt x="3754107" y="1313229"/>
                    <a:pt x="3753347" y="1313483"/>
                  </a:cubicBezTo>
                  <a:cubicBezTo>
                    <a:pt x="3744231" y="1315255"/>
                    <a:pt x="3745244" y="1329183"/>
                    <a:pt x="3755120" y="1335766"/>
                  </a:cubicBezTo>
                  <a:cubicBezTo>
                    <a:pt x="3763730" y="1341084"/>
                    <a:pt x="3772086" y="1336779"/>
                    <a:pt x="3770566" y="1327410"/>
                  </a:cubicBezTo>
                  <a:close/>
                  <a:moveTo>
                    <a:pt x="3706247" y="1310444"/>
                  </a:moveTo>
                  <a:cubicBezTo>
                    <a:pt x="3705488" y="1310444"/>
                    <a:pt x="3704728" y="1310444"/>
                    <a:pt x="3703968" y="1310697"/>
                  </a:cubicBezTo>
                  <a:cubicBezTo>
                    <a:pt x="3695105" y="1312216"/>
                    <a:pt x="3695358" y="1325131"/>
                    <a:pt x="3704474" y="1332221"/>
                  </a:cubicBezTo>
                  <a:cubicBezTo>
                    <a:pt x="3713084" y="1338805"/>
                    <a:pt x="3722707" y="1334500"/>
                    <a:pt x="3721187" y="1324878"/>
                  </a:cubicBezTo>
                  <a:cubicBezTo>
                    <a:pt x="3720428" y="1319560"/>
                    <a:pt x="3715110" y="1311457"/>
                    <a:pt x="3706247" y="1310444"/>
                  </a:cubicBezTo>
                  <a:close/>
                  <a:moveTo>
                    <a:pt x="3670796" y="1322092"/>
                  </a:moveTo>
                  <a:cubicBezTo>
                    <a:pt x="3670036" y="1316775"/>
                    <a:pt x="3664971" y="1308671"/>
                    <a:pt x="3655855" y="1307912"/>
                  </a:cubicBezTo>
                  <a:cubicBezTo>
                    <a:pt x="3655095" y="1307912"/>
                    <a:pt x="3654336" y="1307912"/>
                    <a:pt x="3653576" y="1308165"/>
                  </a:cubicBezTo>
                  <a:cubicBezTo>
                    <a:pt x="3644460" y="1309684"/>
                    <a:pt x="3644460" y="1322599"/>
                    <a:pt x="3653576" y="1329689"/>
                  </a:cubicBezTo>
                  <a:cubicBezTo>
                    <a:pt x="3662439" y="1336273"/>
                    <a:pt x="3672315" y="1331968"/>
                    <a:pt x="3670796" y="1322092"/>
                  </a:cubicBezTo>
                  <a:close/>
                  <a:moveTo>
                    <a:pt x="3604704" y="1305379"/>
                  </a:moveTo>
                  <a:cubicBezTo>
                    <a:pt x="3603944" y="1305379"/>
                    <a:pt x="3603184" y="1305379"/>
                    <a:pt x="3602424" y="1305633"/>
                  </a:cubicBezTo>
                  <a:cubicBezTo>
                    <a:pt x="3593055" y="1307405"/>
                    <a:pt x="3592802" y="1320066"/>
                    <a:pt x="3602171" y="1326904"/>
                  </a:cubicBezTo>
                  <a:cubicBezTo>
                    <a:pt x="3611034" y="1333487"/>
                    <a:pt x="3620910" y="1329436"/>
                    <a:pt x="3619644" y="1319560"/>
                  </a:cubicBezTo>
                  <a:cubicBezTo>
                    <a:pt x="3618884" y="1314242"/>
                    <a:pt x="3613820" y="1306392"/>
                    <a:pt x="3604704" y="1305379"/>
                  </a:cubicBezTo>
                  <a:close/>
                  <a:moveTo>
                    <a:pt x="3552539" y="1302847"/>
                  </a:moveTo>
                  <a:cubicBezTo>
                    <a:pt x="3551779" y="1302847"/>
                    <a:pt x="3550767" y="1302847"/>
                    <a:pt x="3550260" y="1303100"/>
                  </a:cubicBezTo>
                  <a:cubicBezTo>
                    <a:pt x="3540891" y="1304873"/>
                    <a:pt x="3540384" y="1317534"/>
                    <a:pt x="3549753" y="1324371"/>
                  </a:cubicBezTo>
                  <a:cubicBezTo>
                    <a:pt x="3558363" y="1330955"/>
                    <a:pt x="3568999" y="1326650"/>
                    <a:pt x="3567733" y="1317028"/>
                  </a:cubicBezTo>
                  <a:cubicBezTo>
                    <a:pt x="3566973" y="1311710"/>
                    <a:pt x="3561909" y="1303860"/>
                    <a:pt x="3552539" y="1302847"/>
                  </a:cubicBezTo>
                  <a:close/>
                  <a:moveTo>
                    <a:pt x="3514809" y="1314749"/>
                  </a:moveTo>
                  <a:cubicBezTo>
                    <a:pt x="3514302" y="1309431"/>
                    <a:pt x="3509238" y="1301328"/>
                    <a:pt x="3499868" y="1300568"/>
                  </a:cubicBezTo>
                  <a:cubicBezTo>
                    <a:pt x="3499108" y="1300568"/>
                    <a:pt x="3498096" y="1300568"/>
                    <a:pt x="3497336" y="1300821"/>
                  </a:cubicBezTo>
                  <a:cubicBezTo>
                    <a:pt x="3487713" y="1302594"/>
                    <a:pt x="3487207" y="1315255"/>
                    <a:pt x="3496323" y="1322092"/>
                  </a:cubicBezTo>
                  <a:cubicBezTo>
                    <a:pt x="3505439" y="1328676"/>
                    <a:pt x="3515821" y="1324371"/>
                    <a:pt x="3514809" y="1314749"/>
                  </a:cubicBezTo>
                  <a:close/>
                  <a:moveTo>
                    <a:pt x="3461124" y="1312216"/>
                  </a:moveTo>
                  <a:cubicBezTo>
                    <a:pt x="3460618" y="1306899"/>
                    <a:pt x="3455554" y="1299049"/>
                    <a:pt x="3446184" y="1298036"/>
                  </a:cubicBezTo>
                  <a:cubicBezTo>
                    <a:pt x="3445678" y="1298036"/>
                    <a:pt x="3445425" y="1298036"/>
                    <a:pt x="3444918" y="1298036"/>
                  </a:cubicBezTo>
                  <a:cubicBezTo>
                    <a:pt x="3434789" y="1298542"/>
                    <a:pt x="3432510" y="1311204"/>
                    <a:pt x="3441373" y="1318800"/>
                  </a:cubicBezTo>
                  <a:cubicBezTo>
                    <a:pt x="3450236" y="1326397"/>
                    <a:pt x="3462138" y="1322599"/>
                    <a:pt x="3461124" y="1312216"/>
                  </a:cubicBezTo>
                  <a:close/>
                  <a:moveTo>
                    <a:pt x="3406934" y="1309937"/>
                  </a:moveTo>
                  <a:cubicBezTo>
                    <a:pt x="3406428" y="1304620"/>
                    <a:pt x="3401617" y="1296770"/>
                    <a:pt x="3391741" y="1295757"/>
                  </a:cubicBezTo>
                  <a:cubicBezTo>
                    <a:pt x="3391487" y="1295757"/>
                    <a:pt x="3390728" y="1295757"/>
                    <a:pt x="3390475" y="1295757"/>
                  </a:cubicBezTo>
                  <a:cubicBezTo>
                    <a:pt x="3380346" y="1296263"/>
                    <a:pt x="3378066" y="1308924"/>
                    <a:pt x="3386676" y="1316521"/>
                  </a:cubicBezTo>
                  <a:cubicBezTo>
                    <a:pt x="3395539" y="1324118"/>
                    <a:pt x="3407694" y="1320066"/>
                    <a:pt x="3406934" y="1309937"/>
                  </a:cubicBezTo>
                  <a:close/>
                  <a:moveTo>
                    <a:pt x="3336791" y="1293478"/>
                  </a:moveTo>
                  <a:cubicBezTo>
                    <a:pt x="3336284" y="1293478"/>
                    <a:pt x="3335778" y="1293478"/>
                    <a:pt x="3335525" y="1293478"/>
                  </a:cubicBezTo>
                  <a:cubicBezTo>
                    <a:pt x="3325142" y="1293984"/>
                    <a:pt x="3322610" y="1306645"/>
                    <a:pt x="3331220" y="1314242"/>
                  </a:cubicBezTo>
                  <a:cubicBezTo>
                    <a:pt x="3339829" y="1321839"/>
                    <a:pt x="3352491" y="1317787"/>
                    <a:pt x="3351731" y="1307658"/>
                  </a:cubicBezTo>
                  <a:cubicBezTo>
                    <a:pt x="3351478" y="1302341"/>
                    <a:pt x="3346667" y="1294491"/>
                    <a:pt x="3336791" y="1293478"/>
                  </a:cubicBezTo>
                  <a:close/>
                  <a:moveTo>
                    <a:pt x="3281081" y="1291452"/>
                  </a:moveTo>
                  <a:cubicBezTo>
                    <a:pt x="3280575" y="1291452"/>
                    <a:pt x="3280068" y="1291452"/>
                    <a:pt x="3279815" y="1291452"/>
                  </a:cubicBezTo>
                  <a:cubicBezTo>
                    <a:pt x="3269433" y="1292212"/>
                    <a:pt x="3266647" y="1304620"/>
                    <a:pt x="3275257" y="1312216"/>
                  </a:cubicBezTo>
                  <a:cubicBezTo>
                    <a:pt x="3284120" y="1319813"/>
                    <a:pt x="3296528" y="1316015"/>
                    <a:pt x="3296021" y="1305633"/>
                  </a:cubicBezTo>
                  <a:cubicBezTo>
                    <a:pt x="3295768" y="1300062"/>
                    <a:pt x="3290957" y="1292212"/>
                    <a:pt x="3281081" y="1291452"/>
                  </a:cubicBezTo>
                  <a:close/>
                  <a:moveTo>
                    <a:pt x="3217521" y="1308924"/>
                  </a:moveTo>
                  <a:cubicBezTo>
                    <a:pt x="3226131" y="1317534"/>
                    <a:pt x="3240058" y="1313989"/>
                    <a:pt x="3239552" y="1303354"/>
                  </a:cubicBezTo>
                  <a:cubicBezTo>
                    <a:pt x="3239299" y="1298036"/>
                    <a:pt x="3234488" y="1290186"/>
                    <a:pt x="3224612" y="1289173"/>
                  </a:cubicBezTo>
                  <a:cubicBezTo>
                    <a:pt x="3212710" y="1289426"/>
                    <a:pt x="3210178" y="1301581"/>
                    <a:pt x="3217521" y="1308924"/>
                  </a:cubicBezTo>
                  <a:close/>
                  <a:moveTo>
                    <a:pt x="3167889" y="1287147"/>
                  </a:moveTo>
                  <a:cubicBezTo>
                    <a:pt x="3155734" y="1287400"/>
                    <a:pt x="3152949" y="1299555"/>
                    <a:pt x="3160292" y="1306899"/>
                  </a:cubicBezTo>
                  <a:cubicBezTo>
                    <a:pt x="3168649" y="1315508"/>
                    <a:pt x="3183082" y="1311963"/>
                    <a:pt x="3182829" y="1301075"/>
                  </a:cubicBezTo>
                  <a:cubicBezTo>
                    <a:pt x="3182576" y="1295757"/>
                    <a:pt x="3178018" y="1287907"/>
                    <a:pt x="3167889" y="1287147"/>
                  </a:cubicBezTo>
                  <a:close/>
                  <a:moveTo>
                    <a:pt x="3110407" y="1285121"/>
                  </a:moveTo>
                  <a:cubicBezTo>
                    <a:pt x="3098252" y="1285374"/>
                    <a:pt x="3095213" y="1297529"/>
                    <a:pt x="3102557" y="1304873"/>
                  </a:cubicBezTo>
                  <a:cubicBezTo>
                    <a:pt x="3110913" y="1313483"/>
                    <a:pt x="3125347" y="1309684"/>
                    <a:pt x="3125347" y="1299049"/>
                  </a:cubicBezTo>
                  <a:cubicBezTo>
                    <a:pt x="3125094" y="1293731"/>
                    <a:pt x="3120536" y="1285881"/>
                    <a:pt x="3110407" y="1285121"/>
                  </a:cubicBezTo>
                  <a:close/>
                  <a:moveTo>
                    <a:pt x="2446702" y="1267902"/>
                  </a:moveTo>
                  <a:cubicBezTo>
                    <a:pt x="2434041" y="1268155"/>
                    <a:pt x="2428723" y="1279297"/>
                    <a:pt x="2434294" y="1286894"/>
                  </a:cubicBezTo>
                  <a:cubicBezTo>
                    <a:pt x="2441384" y="1296516"/>
                    <a:pt x="2458857" y="1293224"/>
                    <a:pt x="2460629" y="1281829"/>
                  </a:cubicBezTo>
                  <a:cubicBezTo>
                    <a:pt x="2461389" y="1276258"/>
                    <a:pt x="2457591" y="1268662"/>
                    <a:pt x="2446702" y="1267902"/>
                  </a:cubicBezTo>
                  <a:close/>
                  <a:moveTo>
                    <a:pt x="2398082" y="1280563"/>
                  </a:moveTo>
                  <a:cubicBezTo>
                    <a:pt x="2398842" y="1275245"/>
                    <a:pt x="2395297" y="1267395"/>
                    <a:pt x="2384408" y="1266889"/>
                  </a:cubicBezTo>
                  <a:cubicBezTo>
                    <a:pt x="2371494" y="1267142"/>
                    <a:pt x="2365923" y="1278284"/>
                    <a:pt x="2371494" y="1285881"/>
                  </a:cubicBezTo>
                  <a:cubicBezTo>
                    <a:pt x="2378584" y="1295250"/>
                    <a:pt x="2396310" y="1291705"/>
                    <a:pt x="2398082" y="1280563"/>
                  </a:cubicBezTo>
                  <a:close/>
                  <a:moveTo>
                    <a:pt x="2335282" y="1279550"/>
                  </a:moveTo>
                  <a:cubicBezTo>
                    <a:pt x="2336295" y="1274233"/>
                    <a:pt x="2332750" y="1266383"/>
                    <a:pt x="2321608" y="1265876"/>
                  </a:cubicBezTo>
                  <a:cubicBezTo>
                    <a:pt x="2308947" y="1266129"/>
                    <a:pt x="2303123" y="1277271"/>
                    <a:pt x="2308441" y="1284868"/>
                  </a:cubicBezTo>
                  <a:cubicBezTo>
                    <a:pt x="2315531" y="1294237"/>
                    <a:pt x="2333257" y="1290945"/>
                    <a:pt x="2335282" y="1279550"/>
                  </a:cubicBezTo>
                  <a:close/>
                  <a:moveTo>
                    <a:pt x="2259061" y="1264863"/>
                  </a:moveTo>
                  <a:cubicBezTo>
                    <a:pt x="2246400" y="1265116"/>
                    <a:pt x="2240323" y="1276258"/>
                    <a:pt x="2245640" y="1283855"/>
                  </a:cubicBezTo>
                  <a:cubicBezTo>
                    <a:pt x="2252477" y="1293478"/>
                    <a:pt x="2270203" y="1289933"/>
                    <a:pt x="2272229" y="1278537"/>
                  </a:cubicBezTo>
                  <a:cubicBezTo>
                    <a:pt x="2273242" y="1273220"/>
                    <a:pt x="2269950" y="1265623"/>
                    <a:pt x="2259061" y="1264863"/>
                  </a:cubicBezTo>
                  <a:close/>
                  <a:moveTo>
                    <a:pt x="2209176" y="1277778"/>
                  </a:moveTo>
                  <a:cubicBezTo>
                    <a:pt x="2210189" y="1272460"/>
                    <a:pt x="2206897" y="1264610"/>
                    <a:pt x="2196008" y="1264103"/>
                  </a:cubicBezTo>
                  <a:cubicBezTo>
                    <a:pt x="2183094" y="1264610"/>
                    <a:pt x="2176763" y="1275499"/>
                    <a:pt x="2182081" y="1283095"/>
                  </a:cubicBezTo>
                  <a:cubicBezTo>
                    <a:pt x="2188918" y="1292465"/>
                    <a:pt x="2206897" y="1288920"/>
                    <a:pt x="2209176" y="1277778"/>
                  </a:cubicBezTo>
                  <a:close/>
                  <a:moveTo>
                    <a:pt x="2146123" y="1277018"/>
                  </a:moveTo>
                  <a:cubicBezTo>
                    <a:pt x="2147389" y="1271700"/>
                    <a:pt x="2144097" y="1263850"/>
                    <a:pt x="2133208" y="1263344"/>
                  </a:cubicBezTo>
                  <a:cubicBezTo>
                    <a:pt x="2119534" y="1263850"/>
                    <a:pt x="2114216" y="1275499"/>
                    <a:pt x="2119027" y="1282336"/>
                  </a:cubicBezTo>
                  <a:cubicBezTo>
                    <a:pt x="2125611" y="1291958"/>
                    <a:pt x="2143590" y="1288413"/>
                    <a:pt x="2146123" y="1277018"/>
                  </a:cubicBezTo>
                  <a:close/>
                  <a:moveTo>
                    <a:pt x="2082816" y="1276258"/>
                  </a:moveTo>
                  <a:cubicBezTo>
                    <a:pt x="2084082" y="1270941"/>
                    <a:pt x="2080790" y="1263091"/>
                    <a:pt x="2069902" y="1262584"/>
                  </a:cubicBezTo>
                  <a:cubicBezTo>
                    <a:pt x="2057240" y="1263091"/>
                    <a:pt x="2050657" y="1273979"/>
                    <a:pt x="2055721" y="1281576"/>
                  </a:cubicBezTo>
                  <a:cubicBezTo>
                    <a:pt x="2062052" y="1291199"/>
                    <a:pt x="2080031" y="1287653"/>
                    <a:pt x="2082816" y="1276258"/>
                  </a:cubicBezTo>
                  <a:close/>
                  <a:moveTo>
                    <a:pt x="2019763" y="1275752"/>
                  </a:moveTo>
                  <a:cubicBezTo>
                    <a:pt x="2021029" y="1270434"/>
                    <a:pt x="2017990" y="1262584"/>
                    <a:pt x="2007355" y="1262078"/>
                  </a:cubicBezTo>
                  <a:cubicBezTo>
                    <a:pt x="1994693" y="1262584"/>
                    <a:pt x="1988110" y="1273726"/>
                    <a:pt x="1992921" y="1281070"/>
                  </a:cubicBezTo>
                  <a:cubicBezTo>
                    <a:pt x="1999252" y="1290692"/>
                    <a:pt x="2016977" y="1287147"/>
                    <a:pt x="2019763" y="1275752"/>
                  </a:cubicBezTo>
                  <a:close/>
                  <a:moveTo>
                    <a:pt x="522438" y="1291958"/>
                  </a:moveTo>
                  <a:cubicBezTo>
                    <a:pt x="515095" y="1293224"/>
                    <a:pt x="506485" y="1308924"/>
                    <a:pt x="508511" y="1314749"/>
                  </a:cubicBezTo>
                  <a:cubicBezTo>
                    <a:pt x="510030" y="1319560"/>
                    <a:pt x="517627" y="1314495"/>
                    <a:pt x="522438" y="1305126"/>
                  </a:cubicBezTo>
                  <a:cubicBezTo>
                    <a:pt x="525224" y="1299555"/>
                    <a:pt x="526996" y="1291958"/>
                    <a:pt x="522438" y="1291958"/>
                  </a:cubicBezTo>
                  <a:close/>
                  <a:moveTo>
                    <a:pt x="4700919" y="1381600"/>
                  </a:moveTo>
                  <a:cubicBezTo>
                    <a:pt x="4697626" y="1375016"/>
                    <a:pt x="4694081" y="1367926"/>
                    <a:pt x="4693575" y="1367166"/>
                  </a:cubicBezTo>
                  <a:lnTo>
                    <a:pt x="4693575" y="1367166"/>
                  </a:lnTo>
                  <a:cubicBezTo>
                    <a:pt x="4693575" y="1367420"/>
                    <a:pt x="4704717" y="1390210"/>
                    <a:pt x="4705983" y="1391983"/>
                  </a:cubicBezTo>
                  <a:cubicBezTo>
                    <a:pt x="4704464" y="1388437"/>
                    <a:pt x="4702691" y="1384892"/>
                    <a:pt x="4700919" y="1381600"/>
                  </a:cubicBezTo>
                  <a:close/>
                  <a:moveTo>
                    <a:pt x="4698386" y="1378308"/>
                  </a:moveTo>
                  <a:cubicBezTo>
                    <a:pt x="4695854" y="1372991"/>
                    <a:pt x="4691549" y="1364887"/>
                    <a:pt x="4690790" y="1363875"/>
                  </a:cubicBezTo>
                  <a:cubicBezTo>
                    <a:pt x="4690790" y="1364128"/>
                    <a:pt x="4701931" y="1388437"/>
                    <a:pt x="4703197" y="1388691"/>
                  </a:cubicBezTo>
                  <a:cubicBezTo>
                    <a:pt x="4702691" y="1386918"/>
                    <a:pt x="4699399" y="1380334"/>
                    <a:pt x="4698386" y="1378308"/>
                  </a:cubicBezTo>
                  <a:close/>
                  <a:moveTo>
                    <a:pt x="4698386" y="1385399"/>
                  </a:moveTo>
                  <a:cubicBezTo>
                    <a:pt x="4698133" y="1383879"/>
                    <a:pt x="4695094" y="1377042"/>
                    <a:pt x="4694081" y="1375016"/>
                  </a:cubicBezTo>
                  <a:cubicBezTo>
                    <a:pt x="4691549" y="1369699"/>
                    <a:pt x="4687245" y="1361595"/>
                    <a:pt x="4685978" y="1360583"/>
                  </a:cubicBezTo>
                  <a:cubicBezTo>
                    <a:pt x="4685978" y="1360583"/>
                    <a:pt x="4685978" y="1360583"/>
                    <a:pt x="4685725" y="1360583"/>
                  </a:cubicBezTo>
                  <a:cubicBezTo>
                    <a:pt x="4686231" y="1363621"/>
                    <a:pt x="4696361" y="1383879"/>
                    <a:pt x="4698386" y="1385399"/>
                  </a:cubicBezTo>
                  <a:cubicBezTo>
                    <a:pt x="4698386" y="1385399"/>
                    <a:pt x="4698386" y="1385399"/>
                    <a:pt x="4698386" y="1385399"/>
                  </a:cubicBezTo>
                  <a:close/>
                  <a:moveTo>
                    <a:pt x="4691802" y="1382107"/>
                  </a:moveTo>
                  <a:cubicBezTo>
                    <a:pt x="4692309" y="1381347"/>
                    <a:pt x="4688764" y="1373244"/>
                    <a:pt x="4688004" y="1371724"/>
                  </a:cubicBezTo>
                  <a:cubicBezTo>
                    <a:pt x="4685472" y="1366407"/>
                    <a:pt x="4681167" y="1358304"/>
                    <a:pt x="4679648" y="1357037"/>
                  </a:cubicBezTo>
                  <a:cubicBezTo>
                    <a:pt x="4679648" y="1357037"/>
                    <a:pt x="4679648" y="1357037"/>
                    <a:pt x="4679394" y="1357037"/>
                  </a:cubicBezTo>
                  <a:cubicBezTo>
                    <a:pt x="4678381" y="1358557"/>
                    <a:pt x="4690030" y="1382107"/>
                    <a:pt x="4691802" y="1382107"/>
                  </a:cubicBezTo>
                  <a:close/>
                  <a:moveTo>
                    <a:pt x="4671038" y="1353999"/>
                  </a:moveTo>
                  <a:cubicBezTo>
                    <a:pt x="4671038" y="1353999"/>
                    <a:pt x="4671038" y="1353999"/>
                    <a:pt x="4671038" y="1353999"/>
                  </a:cubicBezTo>
                  <a:cubicBezTo>
                    <a:pt x="4669518" y="1355518"/>
                    <a:pt x="4681167" y="1378815"/>
                    <a:pt x="4683446" y="1379068"/>
                  </a:cubicBezTo>
                  <a:cubicBezTo>
                    <a:pt x="4684459" y="1378308"/>
                    <a:pt x="4680660" y="1370205"/>
                    <a:pt x="4679901" y="1368686"/>
                  </a:cubicBezTo>
                  <a:cubicBezTo>
                    <a:pt x="4677369" y="1363115"/>
                    <a:pt x="4673064" y="1355012"/>
                    <a:pt x="4671038" y="1353999"/>
                  </a:cubicBezTo>
                  <a:close/>
                  <a:moveTo>
                    <a:pt x="4661162" y="1350454"/>
                  </a:moveTo>
                  <a:cubicBezTo>
                    <a:pt x="4660909" y="1350454"/>
                    <a:pt x="4660909" y="1350454"/>
                    <a:pt x="4661162" y="1350454"/>
                  </a:cubicBezTo>
                  <a:cubicBezTo>
                    <a:pt x="4658377" y="1351213"/>
                    <a:pt x="4670025" y="1374510"/>
                    <a:pt x="4673317" y="1375270"/>
                  </a:cubicBezTo>
                  <a:cubicBezTo>
                    <a:pt x="4674583" y="1375523"/>
                    <a:pt x="4673317" y="1371218"/>
                    <a:pt x="4670278" y="1364887"/>
                  </a:cubicBezTo>
                  <a:cubicBezTo>
                    <a:pt x="4667746" y="1359570"/>
                    <a:pt x="4663188" y="1351720"/>
                    <a:pt x="4661162" y="1350454"/>
                  </a:cubicBezTo>
                  <a:close/>
                  <a:moveTo>
                    <a:pt x="4649007" y="1347162"/>
                  </a:moveTo>
                  <a:cubicBezTo>
                    <a:pt x="4648754" y="1347162"/>
                    <a:pt x="4648754" y="1347162"/>
                    <a:pt x="4648501" y="1347162"/>
                  </a:cubicBezTo>
                  <a:cubicBezTo>
                    <a:pt x="4646475" y="1349187"/>
                    <a:pt x="4657617" y="1371218"/>
                    <a:pt x="4661162" y="1371978"/>
                  </a:cubicBezTo>
                  <a:cubicBezTo>
                    <a:pt x="4662682" y="1372231"/>
                    <a:pt x="4661668" y="1367926"/>
                    <a:pt x="4658630" y="1361595"/>
                  </a:cubicBezTo>
                  <a:cubicBezTo>
                    <a:pt x="4656351" y="1356278"/>
                    <a:pt x="4651540" y="1348175"/>
                    <a:pt x="4649007" y="1347162"/>
                  </a:cubicBezTo>
                  <a:close/>
                  <a:moveTo>
                    <a:pt x="4635586" y="1343616"/>
                  </a:moveTo>
                  <a:cubicBezTo>
                    <a:pt x="4635333" y="1343616"/>
                    <a:pt x="4635080" y="1343616"/>
                    <a:pt x="4635080" y="1343616"/>
                  </a:cubicBezTo>
                  <a:cubicBezTo>
                    <a:pt x="4632548" y="1345642"/>
                    <a:pt x="4643690" y="1367420"/>
                    <a:pt x="4647741" y="1368433"/>
                  </a:cubicBezTo>
                  <a:cubicBezTo>
                    <a:pt x="4649514" y="1368686"/>
                    <a:pt x="4648501" y="1364381"/>
                    <a:pt x="4645715" y="1358050"/>
                  </a:cubicBezTo>
                  <a:cubicBezTo>
                    <a:pt x="4643183" y="1352986"/>
                    <a:pt x="4638372" y="1344883"/>
                    <a:pt x="4635586" y="1343616"/>
                  </a:cubicBezTo>
                  <a:close/>
                  <a:moveTo>
                    <a:pt x="4620393" y="1340325"/>
                  </a:moveTo>
                  <a:cubicBezTo>
                    <a:pt x="4620393" y="1340325"/>
                    <a:pt x="4620139" y="1340325"/>
                    <a:pt x="4620139" y="1340325"/>
                  </a:cubicBezTo>
                  <a:cubicBezTo>
                    <a:pt x="4616594" y="1341084"/>
                    <a:pt x="4626977" y="1362608"/>
                    <a:pt x="4632041" y="1365141"/>
                  </a:cubicBezTo>
                  <a:cubicBezTo>
                    <a:pt x="4634320" y="1366154"/>
                    <a:pt x="4633814" y="1361849"/>
                    <a:pt x="4630775" y="1355012"/>
                  </a:cubicBezTo>
                  <a:cubicBezTo>
                    <a:pt x="4628243" y="1349441"/>
                    <a:pt x="4623431" y="1341337"/>
                    <a:pt x="4620393" y="1340325"/>
                  </a:cubicBezTo>
                  <a:close/>
                  <a:moveTo>
                    <a:pt x="4603680" y="1337033"/>
                  </a:moveTo>
                  <a:cubicBezTo>
                    <a:pt x="4603426" y="1337033"/>
                    <a:pt x="4603173" y="1337033"/>
                    <a:pt x="4602920" y="1337033"/>
                  </a:cubicBezTo>
                  <a:cubicBezTo>
                    <a:pt x="4599628" y="1339058"/>
                    <a:pt x="4609504" y="1359316"/>
                    <a:pt x="4615075" y="1361595"/>
                  </a:cubicBezTo>
                  <a:cubicBezTo>
                    <a:pt x="4617607" y="1362608"/>
                    <a:pt x="4617354" y="1358304"/>
                    <a:pt x="4614315" y="1351466"/>
                  </a:cubicBezTo>
                  <a:cubicBezTo>
                    <a:pt x="4611783" y="1346149"/>
                    <a:pt x="4606972" y="1338045"/>
                    <a:pt x="4603680" y="1337033"/>
                  </a:cubicBezTo>
                  <a:close/>
                  <a:moveTo>
                    <a:pt x="4585195" y="1333487"/>
                  </a:moveTo>
                  <a:cubicBezTo>
                    <a:pt x="4584941" y="1333487"/>
                    <a:pt x="4584688" y="1333487"/>
                    <a:pt x="4584434" y="1333487"/>
                  </a:cubicBezTo>
                  <a:cubicBezTo>
                    <a:pt x="4580889" y="1335513"/>
                    <a:pt x="4591019" y="1355771"/>
                    <a:pt x="4596336" y="1358050"/>
                  </a:cubicBezTo>
                  <a:cubicBezTo>
                    <a:pt x="4599122" y="1359063"/>
                    <a:pt x="4598869" y="1354505"/>
                    <a:pt x="4596083" y="1347921"/>
                  </a:cubicBezTo>
                  <a:cubicBezTo>
                    <a:pt x="4593804" y="1342604"/>
                    <a:pt x="4588740" y="1334754"/>
                    <a:pt x="4585195" y="1333487"/>
                  </a:cubicBezTo>
                  <a:close/>
                  <a:moveTo>
                    <a:pt x="4565189" y="1330195"/>
                  </a:moveTo>
                  <a:cubicBezTo>
                    <a:pt x="4564936" y="1330195"/>
                    <a:pt x="4564683" y="1330195"/>
                    <a:pt x="4564430" y="1330195"/>
                  </a:cubicBezTo>
                  <a:cubicBezTo>
                    <a:pt x="4560632" y="1332221"/>
                    <a:pt x="4570507" y="1352479"/>
                    <a:pt x="4576331" y="1354758"/>
                  </a:cubicBezTo>
                  <a:cubicBezTo>
                    <a:pt x="4579370" y="1355771"/>
                    <a:pt x="4579370" y="1351466"/>
                    <a:pt x="4576331" y="1344629"/>
                  </a:cubicBezTo>
                  <a:cubicBezTo>
                    <a:pt x="4574053" y="1339312"/>
                    <a:pt x="4568988" y="1331208"/>
                    <a:pt x="4565189" y="1330195"/>
                  </a:cubicBezTo>
                  <a:close/>
                  <a:moveTo>
                    <a:pt x="4543665" y="1326904"/>
                  </a:moveTo>
                  <a:cubicBezTo>
                    <a:pt x="4543412" y="1326904"/>
                    <a:pt x="4542905" y="1326904"/>
                    <a:pt x="4542652" y="1326904"/>
                  </a:cubicBezTo>
                  <a:cubicBezTo>
                    <a:pt x="4538094" y="1328929"/>
                    <a:pt x="4547970" y="1349187"/>
                    <a:pt x="4554554" y="1351466"/>
                  </a:cubicBezTo>
                  <a:cubicBezTo>
                    <a:pt x="4557593" y="1352479"/>
                    <a:pt x="4557846" y="1348175"/>
                    <a:pt x="4555061" y="1341337"/>
                  </a:cubicBezTo>
                  <a:cubicBezTo>
                    <a:pt x="4552781" y="1336020"/>
                    <a:pt x="4547717" y="1327916"/>
                    <a:pt x="4543665" y="1326904"/>
                  </a:cubicBezTo>
                  <a:close/>
                  <a:moveTo>
                    <a:pt x="4520622" y="1323612"/>
                  </a:moveTo>
                  <a:cubicBezTo>
                    <a:pt x="4520368" y="1323612"/>
                    <a:pt x="4519862" y="1323612"/>
                    <a:pt x="4519609" y="1323612"/>
                  </a:cubicBezTo>
                  <a:cubicBezTo>
                    <a:pt x="4514797" y="1325637"/>
                    <a:pt x="4524420" y="1345896"/>
                    <a:pt x="4531257" y="1348175"/>
                  </a:cubicBezTo>
                  <a:cubicBezTo>
                    <a:pt x="4534549" y="1349187"/>
                    <a:pt x="4535056" y="1344883"/>
                    <a:pt x="4532270" y="1338045"/>
                  </a:cubicBezTo>
                  <a:cubicBezTo>
                    <a:pt x="4530244" y="1332728"/>
                    <a:pt x="4525180" y="1324625"/>
                    <a:pt x="4520622" y="1323612"/>
                  </a:cubicBezTo>
                  <a:close/>
                  <a:moveTo>
                    <a:pt x="4496312" y="1320320"/>
                  </a:moveTo>
                  <a:cubicBezTo>
                    <a:pt x="4496059" y="1320320"/>
                    <a:pt x="4495552" y="1320320"/>
                    <a:pt x="4495299" y="1320320"/>
                  </a:cubicBezTo>
                  <a:cubicBezTo>
                    <a:pt x="4490235" y="1322346"/>
                    <a:pt x="4498844" y="1341084"/>
                    <a:pt x="4506188" y="1344629"/>
                  </a:cubicBezTo>
                  <a:cubicBezTo>
                    <a:pt x="4510239" y="1346402"/>
                    <a:pt x="4511252" y="1341844"/>
                    <a:pt x="4508214" y="1334754"/>
                  </a:cubicBezTo>
                  <a:cubicBezTo>
                    <a:pt x="4505935" y="1329436"/>
                    <a:pt x="4500870" y="1321333"/>
                    <a:pt x="4496312" y="1320320"/>
                  </a:cubicBezTo>
                  <a:close/>
                  <a:moveTo>
                    <a:pt x="4482638" y="1331462"/>
                  </a:moveTo>
                  <a:cubicBezTo>
                    <a:pt x="4480612" y="1326144"/>
                    <a:pt x="4475294" y="1318041"/>
                    <a:pt x="4470483" y="1317028"/>
                  </a:cubicBezTo>
                  <a:cubicBezTo>
                    <a:pt x="4470230" y="1317028"/>
                    <a:pt x="4469723" y="1317028"/>
                    <a:pt x="4469470" y="1317028"/>
                  </a:cubicBezTo>
                  <a:cubicBezTo>
                    <a:pt x="4464152" y="1319054"/>
                    <a:pt x="4472509" y="1337792"/>
                    <a:pt x="4480359" y="1341337"/>
                  </a:cubicBezTo>
                  <a:cubicBezTo>
                    <a:pt x="4484410" y="1343110"/>
                    <a:pt x="4485423" y="1338552"/>
                    <a:pt x="4482638" y="1331462"/>
                  </a:cubicBezTo>
                  <a:close/>
                  <a:moveTo>
                    <a:pt x="4455543" y="1328170"/>
                  </a:moveTo>
                  <a:cubicBezTo>
                    <a:pt x="4453517" y="1322852"/>
                    <a:pt x="4448199" y="1314749"/>
                    <a:pt x="4443135" y="1313736"/>
                  </a:cubicBezTo>
                  <a:cubicBezTo>
                    <a:pt x="4442881" y="1313736"/>
                    <a:pt x="4442375" y="1313736"/>
                    <a:pt x="4441869" y="1313736"/>
                  </a:cubicBezTo>
                  <a:cubicBezTo>
                    <a:pt x="4436044" y="1315762"/>
                    <a:pt x="4444401" y="1334500"/>
                    <a:pt x="4452504" y="1338045"/>
                  </a:cubicBezTo>
                  <a:cubicBezTo>
                    <a:pt x="4457062" y="1339818"/>
                    <a:pt x="4458328" y="1335260"/>
                    <a:pt x="4455543" y="1328170"/>
                  </a:cubicBezTo>
                  <a:close/>
                  <a:moveTo>
                    <a:pt x="4413254" y="1310444"/>
                  </a:moveTo>
                  <a:cubicBezTo>
                    <a:pt x="4407176" y="1312470"/>
                    <a:pt x="4415280" y="1331208"/>
                    <a:pt x="4423636" y="1334500"/>
                  </a:cubicBezTo>
                  <a:cubicBezTo>
                    <a:pt x="4428194" y="1336273"/>
                    <a:pt x="4429713" y="1331715"/>
                    <a:pt x="4427181" y="1324625"/>
                  </a:cubicBezTo>
                  <a:cubicBezTo>
                    <a:pt x="4425156" y="1319307"/>
                    <a:pt x="4419838" y="1311204"/>
                    <a:pt x="4414520" y="1310191"/>
                  </a:cubicBezTo>
                  <a:cubicBezTo>
                    <a:pt x="4414014" y="1310444"/>
                    <a:pt x="4413507" y="1310444"/>
                    <a:pt x="4413254" y="1310444"/>
                  </a:cubicBezTo>
                  <a:close/>
                  <a:moveTo>
                    <a:pt x="4383120" y="1307405"/>
                  </a:moveTo>
                  <a:cubicBezTo>
                    <a:pt x="4376789" y="1309431"/>
                    <a:pt x="4384639" y="1328170"/>
                    <a:pt x="4393502" y="1331462"/>
                  </a:cubicBezTo>
                  <a:cubicBezTo>
                    <a:pt x="4398314" y="1333234"/>
                    <a:pt x="4400086" y="1328676"/>
                    <a:pt x="4397301" y="1321586"/>
                  </a:cubicBezTo>
                  <a:cubicBezTo>
                    <a:pt x="4395275" y="1316268"/>
                    <a:pt x="4389957" y="1308165"/>
                    <a:pt x="4384386" y="1307152"/>
                  </a:cubicBezTo>
                  <a:cubicBezTo>
                    <a:pt x="4383880" y="1307152"/>
                    <a:pt x="4383373" y="1307152"/>
                    <a:pt x="4383120" y="1307405"/>
                  </a:cubicBezTo>
                  <a:close/>
                  <a:moveTo>
                    <a:pt x="4351720" y="1304113"/>
                  </a:moveTo>
                  <a:cubicBezTo>
                    <a:pt x="4345390" y="1305886"/>
                    <a:pt x="4352226" y="1323612"/>
                    <a:pt x="4361089" y="1327916"/>
                  </a:cubicBezTo>
                  <a:cubicBezTo>
                    <a:pt x="4366660" y="1330702"/>
                    <a:pt x="4368939" y="1326144"/>
                    <a:pt x="4366154" y="1318294"/>
                  </a:cubicBezTo>
                  <a:cubicBezTo>
                    <a:pt x="4364128" y="1312976"/>
                    <a:pt x="4358811" y="1304873"/>
                    <a:pt x="4353240" y="1303860"/>
                  </a:cubicBezTo>
                  <a:cubicBezTo>
                    <a:pt x="4352480" y="1304113"/>
                    <a:pt x="4351973" y="1304113"/>
                    <a:pt x="4351720" y="1304113"/>
                  </a:cubicBezTo>
                  <a:close/>
                  <a:moveTo>
                    <a:pt x="4327917" y="1324625"/>
                  </a:moveTo>
                  <a:cubicBezTo>
                    <a:pt x="4333488" y="1327410"/>
                    <a:pt x="4336273" y="1322852"/>
                    <a:pt x="4333488" y="1315002"/>
                  </a:cubicBezTo>
                  <a:cubicBezTo>
                    <a:pt x="4331715" y="1309684"/>
                    <a:pt x="4326144" y="1301581"/>
                    <a:pt x="4320067" y="1300568"/>
                  </a:cubicBezTo>
                  <a:cubicBezTo>
                    <a:pt x="4319560" y="1300568"/>
                    <a:pt x="4319054" y="1300568"/>
                    <a:pt x="4318547" y="1300568"/>
                  </a:cubicBezTo>
                  <a:cubicBezTo>
                    <a:pt x="4312217" y="1302847"/>
                    <a:pt x="4319054" y="1320320"/>
                    <a:pt x="4327917" y="1324625"/>
                  </a:cubicBezTo>
                  <a:close/>
                  <a:moveTo>
                    <a:pt x="4293731" y="1321586"/>
                  </a:moveTo>
                  <a:cubicBezTo>
                    <a:pt x="4299555" y="1324371"/>
                    <a:pt x="4302341" y="1319813"/>
                    <a:pt x="4299809" y="1311963"/>
                  </a:cubicBezTo>
                  <a:cubicBezTo>
                    <a:pt x="4298036" y="1306645"/>
                    <a:pt x="4292719" y="1298795"/>
                    <a:pt x="4286388" y="1297529"/>
                  </a:cubicBezTo>
                  <a:cubicBezTo>
                    <a:pt x="4285881" y="1297529"/>
                    <a:pt x="4285375" y="1297529"/>
                    <a:pt x="4284869" y="1297529"/>
                  </a:cubicBezTo>
                  <a:cubicBezTo>
                    <a:pt x="4277778" y="1299555"/>
                    <a:pt x="4284362" y="1317028"/>
                    <a:pt x="4293731" y="1321586"/>
                  </a:cubicBezTo>
                  <a:close/>
                  <a:moveTo>
                    <a:pt x="4258280" y="1318294"/>
                  </a:moveTo>
                  <a:cubicBezTo>
                    <a:pt x="4264104" y="1321079"/>
                    <a:pt x="4267396" y="1316268"/>
                    <a:pt x="4264864" y="1308671"/>
                  </a:cubicBezTo>
                  <a:cubicBezTo>
                    <a:pt x="4263091" y="1303354"/>
                    <a:pt x="4257773" y="1295504"/>
                    <a:pt x="4251190" y="1294237"/>
                  </a:cubicBezTo>
                  <a:cubicBezTo>
                    <a:pt x="4250430" y="1294237"/>
                    <a:pt x="4249670" y="1294237"/>
                    <a:pt x="4248910" y="1294491"/>
                  </a:cubicBezTo>
                  <a:cubicBezTo>
                    <a:pt x="4242833" y="1297783"/>
                    <a:pt x="4249164" y="1314242"/>
                    <a:pt x="4258280" y="1318294"/>
                  </a:cubicBezTo>
                  <a:close/>
                  <a:moveTo>
                    <a:pt x="4220549" y="1314749"/>
                  </a:moveTo>
                  <a:cubicBezTo>
                    <a:pt x="4227133" y="1318294"/>
                    <a:pt x="4230931" y="1313736"/>
                    <a:pt x="4228399" y="1305633"/>
                  </a:cubicBezTo>
                  <a:cubicBezTo>
                    <a:pt x="4226627" y="1300315"/>
                    <a:pt x="4221309" y="1292465"/>
                    <a:pt x="4214725" y="1291452"/>
                  </a:cubicBezTo>
                  <a:cubicBezTo>
                    <a:pt x="4214218" y="1291452"/>
                    <a:pt x="4213459" y="1291452"/>
                    <a:pt x="4213206" y="1291452"/>
                  </a:cubicBezTo>
                  <a:cubicBezTo>
                    <a:pt x="4205862" y="1293224"/>
                    <a:pt x="4211180" y="1309684"/>
                    <a:pt x="4220549" y="1314749"/>
                  </a:cubicBezTo>
                  <a:close/>
                  <a:moveTo>
                    <a:pt x="4182565" y="1311710"/>
                  </a:moveTo>
                  <a:cubicBezTo>
                    <a:pt x="4189149" y="1315255"/>
                    <a:pt x="4193454" y="1310697"/>
                    <a:pt x="4190922" y="1302594"/>
                  </a:cubicBezTo>
                  <a:cubicBezTo>
                    <a:pt x="4189402" y="1297276"/>
                    <a:pt x="4183831" y="1289426"/>
                    <a:pt x="4176994" y="1288413"/>
                  </a:cubicBezTo>
                  <a:cubicBezTo>
                    <a:pt x="4176487" y="1288413"/>
                    <a:pt x="4175728" y="1288413"/>
                    <a:pt x="4175222" y="1288413"/>
                  </a:cubicBezTo>
                  <a:cubicBezTo>
                    <a:pt x="4167878" y="1290186"/>
                    <a:pt x="4172942" y="1306392"/>
                    <a:pt x="4182565" y="1311710"/>
                  </a:cubicBezTo>
                  <a:close/>
                  <a:moveTo>
                    <a:pt x="4152178" y="1299555"/>
                  </a:moveTo>
                  <a:cubicBezTo>
                    <a:pt x="4150659" y="1294237"/>
                    <a:pt x="4145088" y="1286387"/>
                    <a:pt x="4138250" y="1285374"/>
                  </a:cubicBezTo>
                  <a:cubicBezTo>
                    <a:pt x="4137744" y="1285374"/>
                    <a:pt x="4136984" y="1285374"/>
                    <a:pt x="4136478" y="1285374"/>
                  </a:cubicBezTo>
                  <a:cubicBezTo>
                    <a:pt x="4128881" y="1287147"/>
                    <a:pt x="4133693" y="1303354"/>
                    <a:pt x="4143315" y="1308671"/>
                  </a:cubicBezTo>
                  <a:cubicBezTo>
                    <a:pt x="4150152" y="1312216"/>
                    <a:pt x="4154710" y="1307658"/>
                    <a:pt x="4152178" y="1299555"/>
                  </a:cubicBezTo>
                  <a:close/>
                  <a:moveTo>
                    <a:pt x="4112421" y="1296516"/>
                  </a:moveTo>
                  <a:cubicBezTo>
                    <a:pt x="4110902" y="1291199"/>
                    <a:pt x="4105585" y="1283349"/>
                    <a:pt x="4098241" y="1282336"/>
                  </a:cubicBezTo>
                  <a:cubicBezTo>
                    <a:pt x="4097481" y="1282336"/>
                    <a:pt x="4096468" y="1282336"/>
                    <a:pt x="4095709" y="1282589"/>
                  </a:cubicBezTo>
                  <a:cubicBezTo>
                    <a:pt x="4088618" y="1285374"/>
                    <a:pt x="4093683" y="1300568"/>
                    <a:pt x="4103052" y="1305633"/>
                  </a:cubicBezTo>
                  <a:cubicBezTo>
                    <a:pt x="4110142" y="1309178"/>
                    <a:pt x="4114701" y="1304620"/>
                    <a:pt x="4112421" y="1296516"/>
                  </a:cubicBezTo>
                  <a:close/>
                  <a:moveTo>
                    <a:pt x="4071652" y="1293731"/>
                  </a:moveTo>
                  <a:cubicBezTo>
                    <a:pt x="4070133" y="1288413"/>
                    <a:pt x="4064815" y="1280563"/>
                    <a:pt x="4057218" y="1279550"/>
                  </a:cubicBezTo>
                  <a:cubicBezTo>
                    <a:pt x="4056712" y="1279550"/>
                    <a:pt x="4055952" y="1279550"/>
                    <a:pt x="4055446" y="1279550"/>
                  </a:cubicBezTo>
                  <a:cubicBezTo>
                    <a:pt x="4047596" y="1281323"/>
                    <a:pt x="4051141" y="1296263"/>
                    <a:pt x="4060763" y="1302087"/>
                  </a:cubicBezTo>
                  <a:cubicBezTo>
                    <a:pt x="4068360" y="1306645"/>
                    <a:pt x="4073931" y="1302341"/>
                    <a:pt x="4071652" y="1293731"/>
                  </a:cubicBezTo>
                  <a:close/>
                  <a:moveTo>
                    <a:pt x="4029617" y="1290692"/>
                  </a:moveTo>
                  <a:cubicBezTo>
                    <a:pt x="4028351" y="1285374"/>
                    <a:pt x="4022780" y="1277525"/>
                    <a:pt x="4015183" y="1276512"/>
                  </a:cubicBezTo>
                  <a:cubicBezTo>
                    <a:pt x="4014676" y="1276512"/>
                    <a:pt x="4013917" y="1276512"/>
                    <a:pt x="4013410" y="1276512"/>
                  </a:cubicBezTo>
                  <a:cubicBezTo>
                    <a:pt x="4005307" y="1278284"/>
                    <a:pt x="4008599" y="1293224"/>
                    <a:pt x="4018475" y="1299049"/>
                  </a:cubicBezTo>
                  <a:cubicBezTo>
                    <a:pt x="4026072" y="1303860"/>
                    <a:pt x="4031896" y="1299302"/>
                    <a:pt x="4029617" y="1290692"/>
                  </a:cubicBezTo>
                  <a:close/>
                  <a:moveTo>
                    <a:pt x="3974920" y="1296263"/>
                  </a:moveTo>
                  <a:cubicBezTo>
                    <a:pt x="3982517" y="1300821"/>
                    <a:pt x="3988594" y="1296516"/>
                    <a:pt x="3986568" y="1287653"/>
                  </a:cubicBezTo>
                  <a:cubicBezTo>
                    <a:pt x="3985302" y="1282336"/>
                    <a:pt x="3979731" y="1274486"/>
                    <a:pt x="3972134" y="1273473"/>
                  </a:cubicBezTo>
                  <a:cubicBezTo>
                    <a:pt x="3971628" y="1273473"/>
                    <a:pt x="3970868" y="1273473"/>
                    <a:pt x="3970109" y="1273473"/>
                  </a:cubicBezTo>
                  <a:cubicBezTo>
                    <a:pt x="3961752" y="1275499"/>
                    <a:pt x="3964791" y="1290439"/>
                    <a:pt x="3974920" y="1296263"/>
                  </a:cubicBezTo>
                  <a:close/>
                  <a:moveTo>
                    <a:pt x="3930352" y="1293478"/>
                  </a:moveTo>
                  <a:cubicBezTo>
                    <a:pt x="3938202" y="1298036"/>
                    <a:pt x="3944533" y="1293478"/>
                    <a:pt x="3942507" y="1284868"/>
                  </a:cubicBezTo>
                  <a:cubicBezTo>
                    <a:pt x="3941241" y="1279550"/>
                    <a:pt x="3935923" y="1271700"/>
                    <a:pt x="3928073" y="1270687"/>
                  </a:cubicBezTo>
                  <a:cubicBezTo>
                    <a:pt x="3927567" y="1270687"/>
                    <a:pt x="3926554" y="1270687"/>
                    <a:pt x="3926047" y="1270687"/>
                  </a:cubicBezTo>
                  <a:cubicBezTo>
                    <a:pt x="3917184" y="1272713"/>
                    <a:pt x="3920223" y="1287653"/>
                    <a:pt x="3930352" y="1293478"/>
                  </a:cubicBezTo>
                  <a:close/>
                  <a:moveTo>
                    <a:pt x="3897179" y="1282083"/>
                  </a:moveTo>
                  <a:cubicBezTo>
                    <a:pt x="3895914" y="1276765"/>
                    <a:pt x="3890596" y="1268915"/>
                    <a:pt x="3882493" y="1267902"/>
                  </a:cubicBezTo>
                  <a:cubicBezTo>
                    <a:pt x="3881986" y="1267902"/>
                    <a:pt x="3880973" y="1267902"/>
                    <a:pt x="3880467" y="1267902"/>
                  </a:cubicBezTo>
                  <a:cubicBezTo>
                    <a:pt x="3872110" y="1269674"/>
                    <a:pt x="3873883" y="1283349"/>
                    <a:pt x="3883505" y="1289679"/>
                  </a:cubicBezTo>
                  <a:cubicBezTo>
                    <a:pt x="3891862" y="1295504"/>
                    <a:pt x="3899205" y="1291199"/>
                    <a:pt x="3897179" y="1282083"/>
                  </a:cubicBezTo>
                  <a:close/>
                  <a:moveTo>
                    <a:pt x="3851092" y="1279297"/>
                  </a:moveTo>
                  <a:cubicBezTo>
                    <a:pt x="3850079" y="1273979"/>
                    <a:pt x="3844762" y="1266129"/>
                    <a:pt x="3836405" y="1265116"/>
                  </a:cubicBezTo>
                  <a:cubicBezTo>
                    <a:pt x="3835899" y="1265116"/>
                    <a:pt x="3834886" y="1265116"/>
                    <a:pt x="3834379" y="1265116"/>
                  </a:cubicBezTo>
                  <a:cubicBezTo>
                    <a:pt x="3825770" y="1266889"/>
                    <a:pt x="3827542" y="1280563"/>
                    <a:pt x="3837165" y="1286894"/>
                  </a:cubicBezTo>
                  <a:cubicBezTo>
                    <a:pt x="3845268" y="1292718"/>
                    <a:pt x="3853118" y="1288413"/>
                    <a:pt x="3851092" y="1279297"/>
                  </a:cubicBezTo>
                  <a:close/>
                  <a:moveTo>
                    <a:pt x="3787279" y="1262584"/>
                  </a:moveTo>
                  <a:cubicBezTo>
                    <a:pt x="3778417" y="1264357"/>
                    <a:pt x="3779936" y="1278031"/>
                    <a:pt x="3789812" y="1284362"/>
                  </a:cubicBezTo>
                  <a:cubicBezTo>
                    <a:pt x="3798168" y="1289933"/>
                    <a:pt x="3806018" y="1285628"/>
                    <a:pt x="3804246" y="1276512"/>
                  </a:cubicBezTo>
                  <a:cubicBezTo>
                    <a:pt x="3803233" y="1271194"/>
                    <a:pt x="3797915" y="1263344"/>
                    <a:pt x="3789558" y="1262331"/>
                  </a:cubicBezTo>
                  <a:cubicBezTo>
                    <a:pt x="3788799" y="1262584"/>
                    <a:pt x="3787786" y="1262584"/>
                    <a:pt x="3787279" y="1262584"/>
                  </a:cubicBezTo>
                  <a:close/>
                  <a:moveTo>
                    <a:pt x="3756133" y="1273979"/>
                  </a:moveTo>
                  <a:cubicBezTo>
                    <a:pt x="3755120" y="1268662"/>
                    <a:pt x="3749802" y="1260812"/>
                    <a:pt x="3741193" y="1259799"/>
                  </a:cubicBezTo>
                  <a:cubicBezTo>
                    <a:pt x="3740433" y="1259799"/>
                    <a:pt x="3739673" y="1259799"/>
                    <a:pt x="3738913" y="1260052"/>
                  </a:cubicBezTo>
                  <a:cubicBezTo>
                    <a:pt x="3729797" y="1261825"/>
                    <a:pt x="3731063" y="1275499"/>
                    <a:pt x="3740939" y="1281829"/>
                  </a:cubicBezTo>
                  <a:cubicBezTo>
                    <a:pt x="3749549" y="1287400"/>
                    <a:pt x="3757905" y="1283095"/>
                    <a:pt x="3756133" y="1273979"/>
                  </a:cubicBezTo>
                  <a:close/>
                  <a:moveTo>
                    <a:pt x="3692320" y="1257266"/>
                  </a:moveTo>
                  <a:cubicBezTo>
                    <a:pt x="3691560" y="1257266"/>
                    <a:pt x="3690800" y="1257266"/>
                    <a:pt x="3690041" y="1257520"/>
                  </a:cubicBezTo>
                  <a:cubicBezTo>
                    <a:pt x="3681178" y="1259039"/>
                    <a:pt x="3681684" y="1271700"/>
                    <a:pt x="3690800" y="1278537"/>
                  </a:cubicBezTo>
                  <a:cubicBezTo>
                    <a:pt x="3699410" y="1285121"/>
                    <a:pt x="3708780" y="1280816"/>
                    <a:pt x="3707260" y="1271447"/>
                  </a:cubicBezTo>
                  <a:cubicBezTo>
                    <a:pt x="3706500" y="1266129"/>
                    <a:pt x="3701183" y="1258279"/>
                    <a:pt x="3692320" y="1257266"/>
                  </a:cubicBezTo>
                  <a:close/>
                  <a:moveTo>
                    <a:pt x="3642688" y="1254734"/>
                  </a:moveTo>
                  <a:cubicBezTo>
                    <a:pt x="3641928" y="1254734"/>
                    <a:pt x="3641168" y="1254734"/>
                    <a:pt x="3640408" y="1254987"/>
                  </a:cubicBezTo>
                  <a:cubicBezTo>
                    <a:pt x="3631546" y="1256507"/>
                    <a:pt x="3631799" y="1269168"/>
                    <a:pt x="3640915" y="1276005"/>
                  </a:cubicBezTo>
                  <a:cubicBezTo>
                    <a:pt x="3649778" y="1282589"/>
                    <a:pt x="3659147" y="1278537"/>
                    <a:pt x="3657628" y="1268915"/>
                  </a:cubicBezTo>
                  <a:cubicBezTo>
                    <a:pt x="3656615" y="1263344"/>
                    <a:pt x="3651550" y="1255494"/>
                    <a:pt x="3642688" y="1254734"/>
                  </a:cubicBezTo>
                  <a:close/>
                  <a:moveTo>
                    <a:pt x="3592043" y="1252202"/>
                  </a:moveTo>
                  <a:cubicBezTo>
                    <a:pt x="3591283" y="1252202"/>
                    <a:pt x="3590523" y="1252202"/>
                    <a:pt x="3589763" y="1252455"/>
                  </a:cubicBezTo>
                  <a:cubicBezTo>
                    <a:pt x="3580394" y="1253975"/>
                    <a:pt x="3580647" y="1266636"/>
                    <a:pt x="3589763" y="1273473"/>
                  </a:cubicBezTo>
                  <a:cubicBezTo>
                    <a:pt x="3598626" y="1280057"/>
                    <a:pt x="3608249" y="1276005"/>
                    <a:pt x="3606983" y="1266383"/>
                  </a:cubicBezTo>
                  <a:cubicBezTo>
                    <a:pt x="3606223" y="1260812"/>
                    <a:pt x="3600905" y="1252962"/>
                    <a:pt x="3592043" y="1252202"/>
                  </a:cubicBezTo>
                  <a:close/>
                  <a:moveTo>
                    <a:pt x="3540638" y="1249670"/>
                  </a:moveTo>
                  <a:cubicBezTo>
                    <a:pt x="3539878" y="1249670"/>
                    <a:pt x="3539118" y="1249670"/>
                    <a:pt x="3538358" y="1249923"/>
                  </a:cubicBezTo>
                  <a:cubicBezTo>
                    <a:pt x="3528989" y="1251442"/>
                    <a:pt x="3528989" y="1264103"/>
                    <a:pt x="3538105" y="1270941"/>
                  </a:cubicBezTo>
                  <a:cubicBezTo>
                    <a:pt x="3546715" y="1277271"/>
                    <a:pt x="3557097" y="1273220"/>
                    <a:pt x="3555831" y="1263850"/>
                  </a:cubicBezTo>
                  <a:cubicBezTo>
                    <a:pt x="3554818" y="1258533"/>
                    <a:pt x="3549753" y="1250683"/>
                    <a:pt x="3540638" y="1249670"/>
                  </a:cubicBezTo>
                  <a:close/>
                  <a:moveTo>
                    <a:pt x="3488473" y="1247391"/>
                  </a:moveTo>
                  <a:cubicBezTo>
                    <a:pt x="3487713" y="1247391"/>
                    <a:pt x="3486700" y="1247391"/>
                    <a:pt x="3486194" y="1247644"/>
                  </a:cubicBezTo>
                  <a:cubicBezTo>
                    <a:pt x="3476825" y="1249163"/>
                    <a:pt x="3476318" y="1261825"/>
                    <a:pt x="3485687" y="1268662"/>
                  </a:cubicBezTo>
                  <a:cubicBezTo>
                    <a:pt x="3494550" y="1275245"/>
                    <a:pt x="3504679" y="1271194"/>
                    <a:pt x="3503667" y="1261571"/>
                  </a:cubicBezTo>
                  <a:cubicBezTo>
                    <a:pt x="3502654" y="1256000"/>
                    <a:pt x="3497589" y="1248150"/>
                    <a:pt x="3488473" y="1247391"/>
                  </a:cubicBezTo>
                  <a:close/>
                  <a:moveTo>
                    <a:pt x="3450489" y="1258786"/>
                  </a:moveTo>
                  <a:cubicBezTo>
                    <a:pt x="3449983" y="1253468"/>
                    <a:pt x="3444918" y="1245618"/>
                    <a:pt x="3435549" y="1244858"/>
                  </a:cubicBezTo>
                  <a:cubicBezTo>
                    <a:pt x="3435296" y="1244858"/>
                    <a:pt x="3434789" y="1244858"/>
                    <a:pt x="3434283" y="1244858"/>
                  </a:cubicBezTo>
                  <a:cubicBezTo>
                    <a:pt x="3424407" y="1245365"/>
                    <a:pt x="3422381" y="1257773"/>
                    <a:pt x="3430991" y="1265116"/>
                  </a:cubicBezTo>
                  <a:cubicBezTo>
                    <a:pt x="3439854" y="1272713"/>
                    <a:pt x="3451502" y="1268915"/>
                    <a:pt x="3450489" y="1258786"/>
                  </a:cubicBezTo>
                  <a:close/>
                  <a:moveTo>
                    <a:pt x="3380599" y="1242579"/>
                  </a:moveTo>
                  <a:cubicBezTo>
                    <a:pt x="3370723" y="1243086"/>
                    <a:pt x="3368444" y="1255494"/>
                    <a:pt x="3377054" y="1262837"/>
                  </a:cubicBezTo>
                  <a:cubicBezTo>
                    <a:pt x="3385663" y="1270181"/>
                    <a:pt x="3397818" y="1266383"/>
                    <a:pt x="3396805" y="1256507"/>
                  </a:cubicBezTo>
                  <a:cubicBezTo>
                    <a:pt x="3396299" y="1251189"/>
                    <a:pt x="3391234" y="1243339"/>
                    <a:pt x="3381865" y="1242579"/>
                  </a:cubicBezTo>
                  <a:cubicBezTo>
                    <a:pt x="3381358" y="1242579"/>
                    <a:pt x="3380852" y="1242579"/>
                    <a:pt x="3380599" y="1242579"/>
                  </a:cubicBezTo>
                  <a:close/>
                  <a:moveTo>
                    <a:pt x="3327421" y="1240300"/>
                  </a:moveTo>
                  <a:cubicBezTo>
                    <a:pt x="3326915" y="1240300"/>
                    <a:pt x="3326408" y="1240300"/>
                    <a:pt x="3326155" y="1240300"/>
                  </a:cubicBezTo>
                  <a:cubicBezTo>
                    <a:pt x="3316026" y="1240807"/>
                    <a:pt x="3313747" y="1253215"/>
                    <a:pt x="3322357" y="1260558"/>
                  </a:cubicBezTo>
                  <a:cubicBezTo>
                    <a:pt x="3330966" y="1267902"/>
                    <a:pt x="3343375" y="1264103"/>
                    <a:pt x="3342615" y="1254228"/>
                  </a:cubicBezTo>
                  <a:cubicBezTo>
                    <a:pt x="3342108" y="1249163"/>
                    <a:pt x="3337297" y="1241313"/>
                    <a:pt x="3327421" y="1240300"/>
                  </a:cubicBezTo>
                  <a:close/>
                  <a:moveTo>
                    <a:pt x="3272471" y="1238275"/>
                  </a:moveTo>
                  <a:cubicBezTo>
                    <a:pt x="3271965" y="1238275"/>
                    <a:pt x="3271458" y="1238275"/>
                    <a:pt x="3271205" y="1238275"/>
                  </a:cubicBezTo>
                  <a:cubicBezTo>
                    <a:pt x="3260823" y="1238781"/>
                    <a:pt x="3258291" y="1251189"/>
                    <a:pt x="3266900" y="1258533"/>
                  </a:cubicBezTo>
                  <a:cubicBezTo>
                    <a:pt x="3275763" y="1266129"/>
                    <a:pt x="3287918" y="1262331"/>
                    <a:pt x="3287412" y="1251949"/>
                  </a:cubicBezTo>
                  <a:cubicBezTo>
                    <a:pt x="3286905" y="1246884"/>
                    <a:pt x="3282094" y="1239034"/>
                    <a:pt x="3272471" y="1238275"/>
                  </a:cubicBezTo>
                  <a:close/>
                  <a:moveTo>
                    <a:pt x="3215496" y="1236249"/>
                  </a:moveTo>
                  <a:cubicBezTo>
                    <a:pt x="3204860" y="1237008"/>
                    <a:pt x="3202074" y="1249163"/>
                    <a:pt x="3210684" y="1256507"/>
                  </a:cubicBezTo>
                  <a:cubicBezTo>
                    <a:pt x="3219547" y="1264103"/>
                    <a:pt x="3231955" y="1260052"/>
                    <a:pt x="3231449" y="1249923"/>
                  </a:cubicBezTo>
                  <a:cubicBezTo>
                    <a:pt x="3231195" y="1244605"/>
                    <a:pt x="3226384" y="1236755"/>
                    <a:pt x="3216762" y="1235995"/>
                  </a:cubicBezTo>
                  <a:cubicBezTo>
                    <a:pt x="3216508" y="1236249"/>
                    <a:pt x="3216002" y="1236249"/>
                    <a:pt x="3215496" y="1236249"/>
                  </a:cubicBezTo>
                  <a:close/>
                  <a:moveTo>
                    <a:pt x="3046341" y="1230171"/>
                  </a:moveTo>
                  <a:cubicBezTo>
                    <a:pt x="3033932" y="1230424"/>
                    <a:pt x="3030894" y="1242326"/>
                    <a:pt x="3038237" y="1249670"/>
                  </a:cubicBezTo>
                  <a:cubicBezTo>
                    <a:pt x="3046847" y="1258279"/>
                    <a:pt x="3061028" y="1254734"/>
                    <a:pt x="3061028" y="1244099"/>
                  </a:cubicBezTo>
                  <a:lnTo>
                    <a:pt x="3061028" y="1244099"/>
                  </a:lnTo>
                  <a:cubicBezTo>
                    <a:pt x="3061028" y="1238781"/>
                    <a:pt x="3056470" y="1230931"/>
                    <a:pt x="3046341" y="1230171"/>
                  </a:cubicBezTo>
                  <a:close/>
                  <a:moveTo>
                    <a:pt x="2862245" y="1244352"/>
                  </a:moveTo>
                  <a:cubicBezTo>
                    <a:pt x="2870349" y="1252708"/>
                    <a:pt x="2885289" y="1249163"/>
                    <a:pt x="2885795" y="1238528"/>
                  </a:cubicBezTo>
                  <a:cubicBezTo>
                    <a:pt x="2886049" y="1233210"/>
                    <a:pt x="2881744" y="1225613"/>
                    <a:pt x="2871362" y="1224853"/>
                  </a:cubicBezTo>
                  <a:cubicBezTo>
                    <a:pt x="2858700" y="1225107"/>
                    <a:pt x="2855155" y="1237008"/>
                    <a:pt x="2862245" y="1244352"/>
                  </a:cubicBezTo>
                  <a:close/>
                  <a:moveTo>
                    <a:pt x="2812107" y="1223334"/>
                  </a:moveTo>
                  <a:cubicBezTo>
                    <a:pt x="2799952" y="1223587"/>
                    <a:pt x="2795647" y="1234476"/>
                    <a:pt x="2801724" y="1241820"/>
                  </a:cubicBezTo>
                  <a:cubicBezTo>
                    <a:pt x="2809321" y="1251189"/>
                    <a:pt x="2825781" y="1248150"/>
                    <a:pt x="2826541" y="1237008"/>
                  </a:cubicBezTo>
                  <a:cubicBezTo>
                    <a:pt x="2826541" y="1231691"/>
                    <a:pt x="2822489" y="1224094"/>
                    <a:pt x="2812107" y="1223334"/>
                  </a:cubicBezTo>
                  <a:close/>
                  <a:moveTo>
                    <a:pt x="2752092" y="1221815"/>
                  </a:moveTo>
                  <a:cubicBezTo>
                    <a:pt x="2739937" y="1222068"/>
                    <a:pt x="2735632" y="1232957"/>
                    <a:pt x="2741457" y="1240300"/>
                  </a:cubicBezTo>
                  <a:cubicBezTo>
                    <a:pt x="2749053" y="1249923"/>
                    <a:pt x="2765513" y="1246631"/>
                    <a:pt x="2766526" y="1235489"/>
                  </a:cubicBezTo>
                  <a:cubicBezTo>
                    <a:pt x="2767032" y="1230171"/>
                    <a:pt x="2762728" y="1222321"/>
                    <a:pt x="2752092" y="1221815"/>
                  </a:cubicBezTo>
                  <a:close/>
                  <a:moveTo>
                    <a:pt x="2692078" y="1220295"/>
                  </a:moveTo>
                  <a:cubicBezTo>
                    <a:pt x="2679923" y="1220549"/>
                    <a:pt x="2675365" y="1231437"/>
                    <a:pt x="2681189" y="1238781"/>
                  </a:cubicBezTo>
                  <a:cubicBezTo>
                    <a:pt x="2688786" y="1248404"/>
                    <a:pt x="2705245" y="1245112"/>
                    <a:pt x="2706258" y="1233970"/>
                  </a:cubicBezTo>
                  <a:cubicBezTo>
                    <a:pt x="2706765" y="1228652"/>
                    <a:pt x="2702713" y="1221055"/>
                    <a:pt x="2692078" y="1220295"/>
                  </a:cubicBezTo>
                  <a:close/>
                  <a:moveTo>
                    <a:pt x="2631810" y="1218776"/>
                  </a:moveTo>
                  <a:cubicBezTo>
                    <a:pt x="2619402" y="1219029"/>
                    <a:pt x="2614591" y="1229918"/>
                    <a:pt x="2620415" y="1237262"/>
                  </a:cubicBezTo>
                  <a:cubicBezTo>
                    <a:pt x="2627758" y="1246631"/>
                    <a:pt x="2644724" y="1243339"/>
                    <a:pt x="2645737" y="1232450"/>
                  </a:cubicBezTo>
                  <a:cubicBezTo>
                    <a:pt x="2646244" y="1227133"/>
                    <a:pt x="2642192" y="1219536"/>
                    <a:pt x="2631810" y="1218776"/>
                  </a:cubicBezTo>
                  <a:close/>
                  <a:moveTo>
                    <a:pt x="2386941" y="1213965"/>
                  </a:moveTo>
                  <a:cubicBezTo>
                    <a:pt x="2374279" y="1214218"/>
                    <a:pt x="2368708" y="1225107"/>
                    <a:pt x="2374279" y="1232704"/>
                  </a:cubicBezTo>
                  <a:cubicBezTo>
                    <a:pt x="2381370" y="1242073"/>
                    <a:pt x="2398589" y="1238781"/>
                    <a:pt x="2400361" y="1227639"/>
                  </a:cubicBezTo>
                  <a:cubicBezTo>
                    <a:pt x="2401121" y="1222321"/>
                    <a:pt x="2397576" y="1214725"/>
                    <a:pt x="2386941" y="1213965"/>
                  </a:cubicBezTo>
                  <a:close/>
                  <a:moveTo>
                    <a:pt x="2338321" y="1226626"/>
                  </a:moveTo>
                  <a:cubicBezTo>
                    <a:pt x="2339334" y="1221308"/>
                    <a:pt x="2335789" y="1213712"/>
                    <a:pt x="2324900" y="1212952"/>
                  </a:cubicBezTo>
                  <a:cubicBezTo>
                    <a:pt x="2312492" y="1213205"/>
                    <a:pt x="2306668" y="1224094"/>
                    <a:pt x="2311986" y="1231691"/>
                  </a:cubicBezTo>
                  <a:cubicBezTo>
                    <a:pt x="2318823" y="1241060"/>
                    <a:pt x="2336295" y="1237768"/>
                    <a:pt x="2338321" y="1226626"/>
                  </a:cubicBezTo>
                  <a:close/>
                  <a:moveTo>
                    <a:pt x="2262860" y="1212192"/>
                  </a:moveTo>
                  <a:cubicBezTo>
                    <a:pt x="2250198" y="1212445"/>
                    <a:pt x="2244374" y="1223334"/>
                    <a:pt x="2249692" y="1230931"/>
                  </a:cubicBezTo>
                  <a:cubicBezTo>
                    <a:pt x="2256529" y="1240300"/>
                    <a:pt x="2274002" y="1237008"/>
                    <a:pt x="2276027" y="1225866"/>
                  </a:cubicBezTo>
                  <a:cubicBezTo>
                    <a:pt x="2277040" y="1220295"/>
                    <a:pt x="2273749" y="1212699"/>
                    <a:pt x="2262860" y="1212192"/>
                  </a:cubicBezTo>
                  <a:close/>
                  <a:moveTo>
                    <a:pt x="2200820" y="1211433"/>
                  </a:moveTo>
                  <a:cubicBezTo>
                    <a:pt x="2187905" y="1211939"/>
                    <a:pt x="2181828" y="1222828"/>
                    <a:pt x="2187145" y="1230171"/>
                  </a:cubicBezTo>
                  <a:cubicBezTo>
                    <a:pt x="2193729" y="1239541"/>
                    <a:pt x="2211455" y="1235995"/>
                    <a:pt x="2213734" y="1225107"/>
                  </a:cubicBezTo>
                  <a:cubicBezTo>
                    <a:pt x="2215000" y="1219536"/>
                    <a:pt x="2211708" y="1211939"/>
                    <a:pt x="2200820" y="1211433"/>
                  </a:cubicBezTo>
                  <a:close/>
                  <a:moveTo>
                    <a:pt x="2151440" y="1224094"/>
                  </a:moveTo>
                  <a:cubicBezTo>
                    <a:pt x="2152707" y="1218776"/>
                    <a:pt x="2149415" y="1211179"/>
                    <a:pt x="2138779" y="1210673"/>
                  </a:cubicBezTo>
                  <a:cubicBezTo>
                    <a:pt x="2125105" y="1211179"/>
                    <a:pt x="2120040" y="1222574"/>
                    <a:pt x="2124598" y="1229412"/>
                  </a:cubicBezTo>
                  <a:cubicBezTo>
                    <a:pt x="2130929" y="1238781"/>
                    <a:pt x="2148908" y="1235236"/>
                    <a:pt x="2151440" y="1224094"/>
                  </a:cubicBezTo>
                  <a:close/>
                  <a:moveTo>
                    <a:pt x="2088893" y="1223334"/>
                  </a:moveTo>
                  <a:cubicBezTo>
                    <a:pt x="2090160" y="1218016"/>
                    <a:pt x="2087121" y="1210420"/>
                    <a:pt x="2076232" y="1209913"/>
                  </a:cubicBezTo>
                  <a:cubicBezTo>
                    <a:pt x="2063571" y="1210420"/>
                    <a:pt x="2057240" y="1221308"/>
                    <a:pt x="2062052" y="1228652"/>
                  </a:cubicBezTo>
                  <a:cubicBezTo>
                    <a:pt x="2068382" y="1238021"/>
                    <a:pt x="2086108" y="1234729"/>
                    <a:pt x="2088893" y="1223334"/>
                  </a:cubicBezTo>
                  <a:close/>
                  <a:moveTo>
                    <a:pt x="2026600" y="1222828"/>
                  </a:moveTo>
                  <a:cubicBezTo>
                    <a:pt x="2027866" y="1217510"/>
                    <a:pt x="2025081" y="1209913"/>
                    <a:pt x="2014445" y="1209407"/>
                  </a:cubicBezTo>
                  <a:cubicBezTo>
                    <a:pt x="2002037" y="1209913"/>
                    <a:pt x="1995453" y="1220802"/>
                    <a:pt x="2000264" y="1228145"/>
                  </a:cubicBezTo>
                  <a:cubicBezTo>
                    <a:pt x="2006342" y="1237515"/>
                    <a:pt x="2023814" y="1233970"/>
                    <a:pt x="2026600" y="1222828"/>
                  </a:cubicBezTo>
                  <a:close/>
                  <a:moveTo>
                    <a:pt x="547508" y="1251695"/>
                  </a:moveTo>
                  <a:cubicBezTo>
                    <a:pt x="550293" y="1246378"/>
                    <a:pt x="552319" y="1238781"/>
                    <a:pt x="548014" y="1238781"/>
                  </a:cubicBezTo>
                  <a:cubicBezTo>
                    <a:pt x="540924" y="1240047"/>
                    <a:pt x="531808" y="1255494"/>
                    <a:pt x="533580" y="1261318"/>
                  </a:cubicBezTo>
                  <a:cubicBezTo>
                    <a:pt x="535100" y="1266129"/>
                    <a:pt x="542696" y="1260812"/>
                    <a:pt x="547508" y="1251695"/>
                  </a:cubicBezTo>
                  <a:close/>
                  <a:moveTo>
                    <a:pt x="520919" y="1253721"/>
                  </a:moveTo>
                  <a:cubicBezTo>
                    <a:pt x="523704" y="1248404"/>
                    <a:pt x="525983" y="1240807"/>
                    <a:pt x="521679" y="1240807"/>
                  </a:cubicBezTo>
                  <a:cubicBezTo>
                    <a:pt x="514841" y="1242073"/>
                    <a:pt x="505979" y="1257520"/>
                    <a:pt x="507245" y="1263344"/>
                  </a:cubicBezTo>
                  <a:cubicBezTo>
                    <a:pt x="508511" y="1268155"/>
                    <a:pt x="515854" y="1263091"/>
                    <a:pt x="520919" y="1253721"/>
                  </a:cubicBezTo>
                  <a:close/>
                  <a:moveTo>
                    <a:pt x="496609" y="1243086"/>
                  </a:moveTo>
                  <a:cubicBezTo>
                    <a:pt x="489772" y="1244352"/>
                    <a:pt x="480656" y="1261065"/>
                    <a:pt x="482429" y="1266129"/>
                  </a:cubicBezTo>
                  <a:cubicBezTo>
                    <a:pt x="483948" y="1269928"/>
                    <a:pt x="490785" y="1264610"/>
                    <a:pt x="495343" y="1256000"/>
                  </a:cubicBezTo>
                  <a:cubicBezTo>
                    <a:pt x="498382" y="1250683"/>
                    <a:pt x="500661" y="1243339"/>
                    <a:pt x="496609" y="1243086"/>
                  </a:cubicBezTo>
                  <a:close/>
                  <a:moveTo>
                    <a:pt x="459132" y="1268662"/>
                  </a:moveTo>
                  <a:cubicBezTo>
                    <a:pt x="460398" y="1272460"/>
                    <a:pt x="466982" y="1267142"/>
                    <a:pt x="471540" y="1258533"/>
                  </a:cubicBezTo>
                  <a:cubicBezTo>
                    <a:pt x="474325" y="1253215"/>
                    <a:pt x="476858" y="1245618"/>
                    <a:pt x="473059" y="1245618"/>
                  </a:cubicBezTo>
                  <a:cubicBezTo>
                    <a:pt x="466729" y="1246884"/>
                    <a:pt x="457359" y="1263597"/>
                    <a:pt x="459132" y="1268662"/>
                  </a:cubicBezTo>
                  <a:close/>
                  <a:moveTo>
                    <a:pt x="4673317" y="1327410"/>
                  </a:moveTo>
                  <a:cubicBezTo>
                    <a:pt x="4670785" y="1322599"/>
                    <a:pt x="4668506" y="1317787"/>
                    <a:pt x="4665720" y="1312976"/>
                  </a:cubicBezTo>
                  <a:lnTo>
                    <a:pt x="4665720" y="1312976"/>
                  </a:lnTo>
                  <a:cubicBezTo>
                    <a:pt x="4666227" y="1313989"/>
                    <a:pt x="4677875" y="1336526"/>
                    <a:pt x="4678635" y="1337539"/>
                  </a:cubicBezTo>
                  <a:cubicBezTo>
                    <a:pt x="4677115" y="1334247"/>
                    <a:pt x="4675089" y="1330702"/>
                    <a:pt x="4673317" y="1327410"/>
                  </a:cubicBezTo>
                  <a:close/>
                  <a:moveTo>
                    <a:pt x="4670785" y="1324118"/>
                  </a:moveTo>
                  <a:cubicBezTo>
                    <a:pt x="4667999" y="1318800"/>
                    <a:pt x="4663694" y="1310697"/>
                    <a:pt x="4662682" y="1309684"/>
                  </a:cubicBezTo>
                  <a:cubicBezTo>
                    <a:pt x="4662682" y="1309937"/>
                    <a:pt x="4674330" y="1333994"/>
                    <a:pt x="4675596" y="1334247"/>
                  </a:cubicBezTo>
                  <a:cubicBezTo>
                    <a:pt x="4675343" y="1332728"/>
                    <a:pt x="4671798" y="1326144"/>
                    <a:pt x="4670785" y="1324118"/>
                  </a:cubicBezTo>
                  <a:close/>
                  <a:moveTo>
                    <a:pt x="4671291" y="1331208"/>
                  </a:moveTo>
                  <a:cubicBezTo>
                    <a:pt x="4671038" y="1329689"/>
                    <a:pt x="4667746" y="1323105"/>
                    <a:pt x="4666733" y="1321079"/>
                  </a:cubicBezTo>
                  <a:cubicBezTo>
                    <a:pt x="4663947" y="1315762"/>
                    <a:pt x="4659643" y="1307658"/>
                    <a:pt x="4658377" y="1306645"/>
                  </a:cubicBezTo>
                  <a:cubicBezTo>
                    <a:pt x="4658377" y="1306645"/>
                    <a:pt x="4658377" y="1306645"/>
                    <a:pt x="4658377" y="1306645"/>
                  </a:cubicBezTo>
                  <a:cubicBezTo>
                    <a:pt x="4658630" y="1309684"/>
                    <a:pt x="4669265" y="1329689"/>
                    <a:pt x="4671291" y="1331208"/>
                  </a:cubicBezTo>
                  <a:cubicBezTo>
                    <a:pt x="4671038" y="1331208"/>
                    <a:pt x="4671291" y="1331208"/>
                    <a:pt x="4671291" y="1331208"/>
                  </a:cubicBezTo>
                  <a:close/>
                  <a:moveTo>
                    <a:pt x="4664707" y="1327916"/>
                  </a:moveTo>
                  <a:cubicBezTo>
                    <a:pt x="4665214" y="1327157"/>
                    <a:pt x="4661415" y="1319307"/>
                    <a:pt x="4660402" y="1317787"/>
                  </a:cubicBezTo>
                  <a:cubicBezTo>
                    <a:pt x="4657617" y="1312470"/>
                    <a:pt x="4653059" y="1304366"/>
                    <a:pt x="4651540" y="1303354"/>
                  </a:cubicBezTo>
                  <a:cubicBezTo>
                    <a:pt x="4651540" y="1303354"/>
                    <a:pt x="4651540" y="1303354"/>
                    <a:pt x="4651286" y="1303354"/>
                  </a:cubicBezTo>
                  <a:cubicBezTo>
                    <a:pt x="4650780" y="1304873"/>
                    <a:pt x="4662935" y="1327916"/>
                    <a:pt x="4664707" y="1327916"/>
                  </a:cubicBezTo>
                  <a:close/>
                  <a:moveTo>
                    <a:pt x="4643690" y="1300062"/>
                  </a:moveTo>
                  <a:cubicBezTo>
                    <a:pt x="4643436" y="1300062"/>
                    <a:pt x="4643436" y="1300062"/>
                    <a:pt x="4643690" y="1300062"/>
                  </a:cubicBezTo>
                  <a:cubicBezTo>
                    <a:pt x="4642170" y="1301581"/>
                    <a:pt x="4654578" y="1324371"/>
                    <a:pt x="4656604" y="1324625"/>
                  </a:cubicBezTo>
                  <a:cubicBezTo>
                    <a:pt x="4657364" y="1323865"/>
                    <a:pt x="4653565" y="1316015"/>
                    <a:pt x="4652806" y="1314495"/>
                  </a:cubicBezTo>
                  <a:cubicBezTo>
                    <a:pt x="4650020" y="1309178"/>
                    <a:pt x="4645462" y="1301075"/>
                    <a:pt x="4643690" y="1300062"/>
                  </a:cubicBezTo>
                  <a:close/>
                  <a:moveTo>
                    <a:pt x="4633560" y="1296770"/>
                  </a:moveTo>
                  <a:cubicBezTo>
                    <a:pt x="4633560" y="1296770"/>
                    <a:pt x="4633560" y="1296770"/>
                    <a:pt x="4633560" y="1296770"/>
                  </a:cubicBezTo>
                  <a:cubicBezTo>
                    <a:pt x="4631028" y="1297529"/>
                    <a:pt x="4642930" y="1320320"/>
                    <a:pt x="4646222" y="1321333"/>
                  </a:cubicBezTo>
                  <a:cubicBezTo>
                    <a:pt x="4647488" y="1321586"/>
                    <a:pt x="4646222" y="1317281"/>
                    <a:pt x="4642930" y="1311204"/>
                  </a:cubicBezTo>
                  <a:cubicBezTo>
                    <a:pt x="4640398" y="1305886"/>
                    <a:pt x="4635840" y="1297783"/>
                    <a:pt x="4633560" y="1296770"/>
                  </a:cubicBezTo>
                  <a:close/>
                  <a:moveTo>
                    <a:pt x="4621912" y="1293478"/>
                  </a:moveTo>
                  <a:cubicBezTo>
                    <a:pt x="4621659" y="1293478"/>
                    <a:pt x="4621659" y="1293478"/>
                    <a:pt x="4621406" y="1293478"/>
                  </a:cubicBezTo>
                  <a:cubicBezTo>
                    <a:pt x="4619633" y="1295504"/>
                    <a:pt x="4631281" y="1317028"/>
                    <a:pt x="4634573" y="1318041"/>
                  </a:cubicBezTo>
                  <a:cubicBezTo>
                    <a:pt x="4636093" y="1318294"/>
                    <a:pt x="4634827" y="1313989"/>
                    <a:pt x="4631788" y="1307912"/>
                  </a:cubicBezTo>
                  <a:cubicBezTo>
                    <a:pt x="4629256" y="1302341"/>
                    <a:pt x="4624191" y="1294491"/>
                    <a:pt x="4621912" y="1293478"/>
                  </a:cubicBezTo>
                  <a:close/>
                  <a:moveTo>
                    <a:pt x="4608491" y="1290186"/>
                  </a:moveTo>
                  <a:cubicBezTo>
                    <a:pt x="4608238" y="1290186"/>
                    <a:pt x="4607985" y="1290186"/>
                    <a:pt x="4607985" y="1290186"/>
                  </a:cubicBezTo>
                  <a:cubicBezTo>
                    <a:pt x="4605452" y="1292212"/>
                    <a:pt x="4617101" y="1313736"/>
                    <a:pt x="4621153" y="1314495"/>
                  </a:cubicBezTo>
                  <a:cubicBezTo>
                    <a:pt x="4622925" y="1314749"/>
                    <a:pt x="4621912" y="1310444"/>
                    <a:pt x="4618873" y="1304366"/>
                  </a:cubicBezTo>
                  <a:cubicBezTo>
                    <a:pt x="4616088" y="1299049"/>
                    <a:pt x="4611277" y="1291199"/>
                    <a:pt x="4608491" y="1290186"/>
                  </a:cubicBezTo>
                  <a:close/>
                  <a:moveTo>
                    <a:pt x="4593551" y="1286641"/>
                  </a:moveTo>
                  <a:cubicBezTo>
                    <a:pt x="4593298" y="1286641"/>
                    <a:pt x="4593044" y="1286641"/>
                    <a:pt x="4593044" y="1286641"/>
                  </a:cubicBezTo>
                  <a:cubicBezTo>
                    <a:pt x="4590259" y="1288666"/>
                    <a:pt x="4601654" y="1310191"/>
                    <a:pt x="4606212" y="1310950"/>
                  </a:cubicBezTo>
                  <a:cubicBezTo>
                    <a:pt x="4607985" y="1311204"/>
                    <a:pt x="4607225" y="1306899"/>
                    <a:pt x="4604186" y="1300821"/>
                  </a:cubicBezTo>
                  <a:cubicBezTo>
                    <a:pt x="4601401" y="1295757"/>
                    <a:pt x="4596590" y="1287907"/>
                    <a:pt x="4593551" y="1286641"/>
                  </a:cubicBezTo>
                  <a:close/>
                  <a:moveTo>
                    <a:pt x="4576331" y="1283602"/>
                  </a:moveTo>
                  <a:cubicBezTo>
                    <a:pt x="4573293" y="1285628"/>
                    <a:pt x="4583675" y="1305633"/>
                    <a:pt x="4588993" y="1307912"/>
                  </a:cubicBezTo>
                  <a:cubicBezTo>
                    <a:pt x="4591525" y="1308924"/>
                    <a:pt x="4591019" y="1304620"/>
                    <a:pt x="4587980" y="1297783"/>
                  </a:cubicBezTo>
                  <a:cubicBezTo>
                    <a:pt x="4585448" y="1292465"/>
                    <a:pt x="4580383" y="1284615"/>
                    <a:pt x="4577091" y="1283602"/>
                  </a:cubicBezTo>
                  <a:cubicBezTo>
                    <a:pt x="4576585" y="1283349"/>
                    <a:pt x="4576331" y="1283349"/>
                    <a:pt x="4576331" y="1283602"/>
                  </a:cubicBezTo>
                  <a:close/>
                  <a:moveTo>
                    <a:pt x="4558606" y="1280057"/>
                  </a:moveTo>
                  <a:cubicBezTo>
                    <a:pt x="4558352" y="1280057"/>
                    <a:pt x="4558099" y="1280057"/>
                    <a:pt x="4557846" y="1280057"/>
                  </a:cubicBezTo>
                  <a:cubicBezTo>
                    <a:pt x="4554554" y="1282083"/>
                    <a:pt x="4564936" y="1302087"/>
                    <a:pt x="4570507" y="1304366"/>
                  </a:cubicBezTo>
                  <a:cubicBezTo>
                    <a:pt x="4573293" y="1305379"/>
                    <a:pt x="4573039" y="1300821"/>
                    <a:pt x="4569748" y="1294237"/>
                  </a:cubicBezTo>
                  <a:cubicBezTo>
                    <a:pt x="4567468" y="1289173"/>
                    <a:pt x="4562404" y="1281070"/>
                    <a:pt x="4558606" y="1280057"/>
                  </a:cubicBezTo>
                  <a:close/>
                  <a:moveTo>
                    <a:pt x="4539107" y="1276765"/>
                  </a:moveTo>
                  <a:cubicBezTo>
                    <a:pt x="4538854" y="1276765"/>
                    <a:pt x="4538601" y="1276765"/>
                    <a:pt x="4538348" y="1276765"/>
                  </a:cubicBezTo>
                  <a:cubicBezTo>
                    <a:pt x="4534549" y="1278791"/>
                    <a:pt x="4544931" y="1298795"/>
                    <a:pt x="4550756" y="1301075"/>
                  </a:cubicBezTo>
                  <a:cubicBezTo>
                    <a:pt x="4553794" y="1302087"/>
                    <a:pt x="4553541" y="1297783"/>
                    <a:pt x="4550502" y="1290945"/>
                  </a:cubicBezTo>
                  <a:cubicBezTo>
                    <a:pt x="4547970" y="1285628"/>
                    <a:pt x="4542905" y="1277778"/>
                    <a:pt x="4539107" y="1276765"/>
                  </a:cubicBezTo>
                  <a:close/>
                  <a:moveTo>
                    <a:pt x="4517836" y="1273473"/>
                  </a:moveTo>
                  <a:cubicBezTo>
                    <a:pt x="4517583" y="1273473"/>
                    <a:pt x="4517077" y="1273473"/>
                    <a:pt x="4516823" y="1273473"/>
                  </a:cubicBezTo>
                  <a:cubicBezTo>
                    <a:pt x="4512518" y="1275499"/>
                    <a:pt x="4522648" y="1295504"/>
                    <a:pt x="4529231" y="1297529"/>
                  </a:cubicBezTo>
                  <a:cubicBezTo>
                    <a:pt x="4532270" y="1298542"/>
                    <a:pt x="4532523" y="1294237"/>
                    <a:pt x="4529485" y="1287400"/>
                  </a:cubicBezTo>
                  <a:cubicBezTo>
                    <a:pt x="4527206" y="1282336"/>
                    <a:pt x="4521888" y="1274486"/>
                    <a:pt x="4517836" y="1273473"/>
                  </a:cubicBezTo>
                  <a:close/>
                  <a:moveTo>
                    <a:pt x="4495046" y="1270181"/>
                  </a:moveTo>
                  <a:cubicBezTo>
                    <a:pt x="4494793" y="1270181"/>
                    <a:pt x="4494286" y="1270181"/>
                    <a:pt x="4494033" y="1270181"/>
                  </a:cubicBezTo>
                  <a:cubicBezTo>
                    <a:pt x="4489222" y="1272207"/>
                    <a:pt x="4499351" y="1292212"/>
                    <a:pt x="4506188" y="1294237"/>
                  </a:cubicBezTo>
                  <a:cubicBezTo>
                    <a:pt x="4509480" y="1295250"/>
                    <a:pt x="4509986" y="1290945"/>
                    <a:pt x="4506947" y="1284108"/>
                  </a:cubicBezTo>
                  <a:cubicBezTo>
                    <a:pt x="4504668" y="1279044"/>
                    <a:pt x="4499604" y="1271194"/>
                    <a:pt x="4495046" y="1270181"/>
                  </a:cubicBezTo>
                  <a:close/>
                  <a:moveTo>
                    <a:pt x="4470989" y="1266889"/>
                  </a:moveTo>
                  <a:cubicBezTo>
                    <a:pt x="4470736" y="1266889"/>
                    <a:pt x="4470230" y="1266889"/>
                    <a:pt x="4469977" y="1266889"/>
                  </a:cubicBezTo>
                  <a:cubicBezTo>
                    <a:pt x="4464912" y="1268915"/>
                    <a:pt x="4474788" y="1288920"/>
                    <a:pt x="4482131" y="1290945"/>
                  </a:cubicBezTo>
                  <a:cubicBezTo>
                    <a:pt x="4485677" y="1291958"/>
                    <a:pt x="4485930" y="1287400"/>
                    <a:pt x="4483144" y="1280816"/>
                  </a:cubicBezTo>
                  <a:cubicBezTo>
                    <a:pt x="4480865" y="1275752"/>
                    <a:pt x="4475548" y="1267902"/>
                    <a:pt x="4470989" y="1266889"/>
                  </a:cubicBezTo>
                  <a:close/>
                  <a:moveTo>
                    <a:pt x="4445414" y="1263597"/>
                  </a:moveTo>
                  <a:cubicBezTo>
                    <a:pt x="4445160" y="1263597"/>
                    <a:pt x="4444654" y="1263597"/>
                    <a:pt x="4444401" y="1263597"/>
                  </a:cubicBezTo>
                  <a:cubicBezTo>
                    <a:pt x="4439083" y="1265623"/>
                    <a:pt x="4447946" y="1284108"/>
                    <a:pt x="4455796" y="1287400"/>
                  </a:cubicBezTo>
                  <a:cubicBezTo>
                    <a:pt x="4459847" y="1289173"/>
                    <a:pt x="4460861" y="1284615"/>
                    <a:pt x="4457822" y="1277778"/>
                  </a:cubicBezTo>
                  <a:cubicBezTo>
                    <a:pt x="4455543" y="1272713"/>
                    <a:pt x="4450225" y="1264610"/>
                    <a:pt x="4445414" y="1263597"/>
                  </a:cubicBezTo>
                  <a:close/>
                  <a:moveTo>
                    <a:pt x="4428701" y="1284362"/>
                  </a:moveTo>
                  <a:cubicBezTo>
                    <a:pt x="4433006" y="1286134"/>
                    <a:pt x="4434272" y="1281829"/>
                    <a:pt x="4431233" y="1274739"/>
                  </a:cubicBezTo>
                  <a:cubicBezTo>
                    <a:pt x="4428954" y="1269421"/>
                    <a:pt x="4423636" y="1261571"/>
                    <a:pt x="4418572" y="1260558"/>
                  </a:cubicBezTo>
                  <a:cubicBezTo>
                    <a:pt x="4418318" y="1260558"/>
                    <a:pt x="4417812" y="1260558"/>
                    <a:pt x="4417306" y="1260558"/>
                  </a:cubicBezTo>
                  <a:cubicBezTo>
                    <a:pt x="4411735" y="1262584"/>
                    <a:pt x="4420598" y="1281070"/>
                    <a:pt x="4428701" y="1284362"/>
                  </a:cubicBezTo>
                  <a:close/>
                  <a:moveTo>
                    <a:pt x="4403125" y="1271447"/>
                  </a:moveTo>
                  <a:cubicBezTo>
                    <a:pt x="4400846" y="1266129"/>
                    <a:pt x="4395528" y="1258279"/>
                    <a:pt x="4390210" y="1257266"/>
                  </a:cubicBezTo>
                  <a:cubicBezTo>
                    <a:pt x="4389957" y="1257266"/>
                    <a:pt x="4389451" y="1257266"/>
                    <a:pt x="4388944" y="1257266"/>
                  </a:cubicBezTo>
                  <a:cubicBezTo>
                    <a:pt x="4383120" y="1259292"/>
                    <a:pt x="4391476" y="1277778"/>
                    <a:pt x="4399833" y="1281070"/>
                  </a:cubicBezTo>
                  <a:cubicBezTo>
                    <a:pt x="4404644" y="1283095"/>
                    <a:pt x="4405911" y="1278537"/>
                    <a:pt x="4403125" y="1271447"/>
                  </a:cubicBezTo>
                  <a:close/>
                  <a:moveTo>
                    <a:pt x="4359317" y="1254228"/>
                  </a:moveTo>
                  <a:cubicBezTo>
                    <a:pt x="4352986" y="1256254"/>
                    <a:pt x="4361343" y="1274739"/>
                    <a:pt x="4370206" y="1278031"/>
                  </a:cubicBezTo>
                  <a:cubicBezTo>
                    <a:pt x="4374763" y="1279804"/>
                    <a:pt x="4376536" y="1275245"/>
                    <a:pt x="4373751" y="1268408"/>
                  </a:cubicBezTo>
                  <a:cubicBezTo>
                    <a:pt x="4371725" y="1263091"/>
                    <a:pt x="4366154" y="1255241"/>
                    <a:pt x="4360836" y="1254228"/>
                  </a:cubicBezTo>
                  <a:cubicBezTo>
                    <a:pt x="4360076" y="1253975"/>
                    <a:pt x="4359570" y="1253975"/>
                    <a:pt x="4359317" y="1254228"/>
                  </a:cubicBezTo>
                  <a:close/>
                  <a:moveTo>
                    <a:pt x="4327663" y="1251189"/>
                  </a:moveTo>
                  <a:cubicBezTo>
                    <a:pt x="4322346" y="1254228"/>
                    <a:pt x="4330449" y="1271700"/>
                    <a:pt x="4338805" y="1274739"/>
                  </a:cubicBezTo>
                  <a:cubicBezTo>
                    <a:pt x="4343617" y="1276512"/>
                    <a:pt x="4345390" y="1271954"/>
                    <a:pt x="4342857" y="1265116"/>
                  </a:cubicBezTo>
                  <a:cubicBezTo>
                    <a:pt x="4340831" y="1259799"/>
                    <a:pt x="4335260" y="1251949"/>
                    <a:pt x="4329689" y="1250936"/>
                  </a:cubicBezTo>
                  <a:cubicBezTo>
                    <a:pt x="4329183" y="1250936"/>
                    <a:pt x="4328423" y="1250936"/>
                    <a:pt x="4327663" y="1251189"/>
                  </a:cubicBezTo>
                  <a:close/>
                  <a:moveTo>
                    <a:pt x="4296010" y="1247897"/>
                  </a:moveTo>
                  <a:cubicBezTo>
                    <a:pt x="4289680" y="1249670"/>
                    <a:pt x="4296770" y="1266889"/>
                    <a:pt x="4305633" y="1271194"/>
                  </a:cubicBezTo>
                  <a:cubicBezTo>
                    <a:pt x="4311204" y="1273979"/>
                    <a:pt x="4313736" y="1269421"/>
                    <a:pt x="4310951" y="1261825"/>
                  </a:cubicBezTo>
                  <a:cubicBezTo>
                    <a:pt x="4308925" y="1256507"/>
                    <a:pt x="4303354" y="1248657"/>
                    <a:pt x="4297530" y="1247644"/>
                  </a:cubicBezTo>
                  <a:cubicBezTo>
                    <a:pt x="4296770" y="1247644"/>
                    <a:pt x="4296264" y="1247644"/>
                    <a:pt x="4296010" y="1247897"/>
                  </a:cubicBezTo>
                  <a:close/>
                  <a:moveTo>
                    <a:pt x="4263851" y="1244605"/>
                  </a:moveTo>
                  <a:cubicBezTo>
                    <a:pt x="4263344" y="1244605"/>
                    <a:pt x="4262838" y="1244605"/>
                    <a:pt x="4262332" y="1244605"/>
                  </a:cubicBezTo>
                  <a:cubicBezTo>
                    <a:pt x="4255494" y="1246378"/>
                    <a:pt x="4262585" y="1263597"/>
                    <a:pt x="4271701" y="1267902"/>
                  </a:cubicBezTo>
                  <a:cubicBezTo>
                    <a:pt x="4277525" y="1270687"/>
                    <a:pt x="4280310" y="1266129"/>
                    <a:pt x="4277525" y="1258533"/>
                  </a:cubicBezTo>
                  <a:cubicBezTo>
                    <a:pt x="4275499" y="1253468"/>
                    <a:pt x="4269928" y="1245618"/>
                    <a:pt x="4263851" y="1244605"/>
                  </a:cubicBezTo>
                  <a:close/>
                  <a:moveTo>
                    <a:pt x="4236755" y="1265116"/>
                  </a:moveTo>
                  <a:cubicBezTo>
                    <a:pt x="4242580" y="1267649"/>
                    <a:pt x="4245619" y="1263344"/>
                    <a:pt x="4242833" y="1255747"/>
                  </a:cubicBezTo>
                  <a:cubicBezTo>
                    <a:pt x="4241060" y="1250429"/>
                    <a:pt x="4235489" y="1242579"/>
                    <a:pt x="4229159" y="1241566"/>
                  </a:cubicBezTo>
                  <a:cubicBezTo>
                    <a:pt x="4228652" y="1241566"/>
                    <a:pt x="4227639" y="1241566"/>
                    <a:pt x="4226880" y="1241820"/>
                  </a:cubicBezTo>
                  <a:cubicBezTo>
                    <a:pt x="4221056" y="1244858"/>
                    <a:pt x="4227893" y="1261065"/>
                    <a:pt x="4236755" y="1265116"/>
                  </a:cubicBezTo>
                  <a:close/>
                  <a:moveTo>
                    <a:pt x="4200544" y="1261825"/>
                  </a:moveTo>
                  <a:cubicBezTo>
                    <a:pt x="4206622" y="1264610"/>
                    <a:pt x="4209661" y="1260052"/>
                    <a:pt x="4207128" y="1252455"/>
                  </a:cubicBezTo>
                  <a:cubicBezTo>
                    <a:pt x="4205356" y="1247137"/>
                    <a:pt x="4199785" y="1239287"/>
                    <a:pt x="4193200" y="1238275"/>
                  </a:cubicBezTo>
                  <a:cubicBezTo>
                    <a:pt x="4192441" y="1238275"/>
                    <a:pt x="4191681" y="1238275"/>
                    <a:pt x="4190922" y="1238528"/>
                  </a:cubicBezTo>
                  <a:cubicBezTo>
                    <a:pt x="4184338" y="1241820"/>
                    <a:pt x="4190922" y="1257773"/>
                    <a:pt x="4200544" y="1261825"/>
                  </a:cubicBezTo>
                  <a:close/>
                  <a:moveTo>
                    <a:pt x="4162054" y="1258533"/>
                  </a:moveTo>
                  <a:cubicBezTo>
                    <a:pt x="4168638" y="1262078"/>
                    <a:pt x="4172942" y="1257520"/>
                    <a:pt x="4170157" y="1249670"/>
                  </a:cubicBezTo>
                  <a:cubicBezTo>
                    <a:pt x="4168384" y="1244352"/>
                    <a:pt x="4162813" y="1236502"/>
                    <a:pt x="4155976" y="1235489"/>
                  </a:cubicBezTo>
                  <a:cubicBezTo>
                    <a:pt x="4155470" y="1235489"/>
                    <a:pt x="4154710" y="1235489"/>
                    <a:pt x="4154457" y="1235489"/>
                  </a:cubicBezTo>
                  <a:cubicBezTo>
                    <a:pt x="4147114" y="1237262"/>
                    <a:pt x="4152431" y="1253215"/>
                    <a:pt x="4162054" y="1258533"/>
                  </a:cubicBezTo>
                  <a:close/>
                  <a:moveTo>
                    <a:pt x="4123310" y="1255494"/>
                  </a:moveTo>
                  <a:cubicBezTo>
                    <a:pt x="4130147" y="1259039"/>
                    <a:pt x="4134452" y="1254481"/>
                    <a:pt x="4131667" y="1246631"/>
                  </a:cubicBezTo>
                  <a:cubicBezTo>
                    <a:pt x="4129894" y="1241313"/>
                    <a:pt x="4124576" y="1233463"/>
                    <a:pt x="4117486" y="1232704"/>
                  </a:cubicBezTo>
                  <a:cubicBezTo>
                    <a:pt x="4116980" y="1232704"/>
                    <a:pt x="4116220" y="1232704"/>
                    <a:pt x="4115713" y="1232704"/>
                  </a:cubicBezTo>
                  <a:cubicBezTo>
                    <a:pt x="4108623" y="1234223"/>
                    <a:pt x="4113688" y="1250429"/>
                    <a:pt x="4123310" y="1255494"/>
                  </a:cubicBezTo>
                  <a:close/>
                  <a:moveTo>
                    <a:pt x="4083554" y="1252455"/>
                  </a:moveTo>
                  <a:cubicBezTo>
                    <a:pt x="4090391" y="1256000"/>
                    <a:pt x="4094949" y="1251442"/>
                    <a:pt x="4092417" y="1243592"/>
                  </a:cubicBezTo>
                  <a:cubicBezTo>
                    <a:pt x="4090897" y="1238275"/>
                    <a:pt x="4085326" y="1230424"/>
                    <a:pt x="4078236" y="1229665"/>
                  </a:cubicBezTo>
                  <a:cubicBezTo>
                    <a:pt x="4077476" y="1229665"/>
                    <a:pt x="4076717" y="1229665"/>
                    <a:pt x="4075704" y="1229918"/>
                  </a:cubicBezTo>
                  <a:cubicBezTo>
                    <a:pt x="4068866" y="1232704"/>
                    <a:pt x="4074184" y="1247644"/>
                    <a:pt x="4083554" y="1252455"/>
                  </a:cubicBezTo>
                  <a:close/>
                  <a:moveTo>
                    <a:pt x="4042784" y="1249416"/>
                  </a:moveTo>
                  <a:cubicBezTo>
                    <a:pt x="4049875" y="1252962"/>
                    <a:pt x="4054686" y="1248404"/>
                    <a:pt x="4052154" y="1240554"/>
                  </a:cubicBezTo>
                  <a:cubicBezTo>
                    <a:pt x="4050635" y="1235236"/>
                    <a:pt x="4045064" y="1227386"/>
                    <a:pt x="4037720" y="1226626"/>
                  </a:cubicBezTo>
                  <a:cubicBezTo>
                    <a:pt x="4036960" y="1226626"/>
                    <a:pt x="4035947" y="1226626"/>
                    <a:pt x="4035188" y="1226879"/>
                  </a:cubicBezTo>
                  <a:cubicBezTo>
                    <a:pt x="4028097" y="1229665"/>
                    <a:pt x="4033162" y="1244605"/>
                    <a:pt x="4042784" y="1249416"/>
                  </a:cubicBezTo>
                  <a:close/>
                  <a:moveTo>
                    <a:pt x="3999736" y="1246124"/>
                  </a:moveTo>
                  <a:cubicBezTo>
                    <a:pt x="4007333" y="1250683"/>
                    <a:pt x="4013157" y="1246378"/>
                    <a:pt x="4010625" y="1237768"/>
                  </a:cubicBezTo>
                  <a:cubicBezTo>
                    <a:pt x="4009106" y="1232450"/>
                    <a:pt x="4003535" y="1224853"/>
                    <a:pt x="3995938" y="1223841"/>
                  </a:cubicBezTo>
                  <a:cubicBezTo>
                    <a:pt x="3995431" y="1223841"/>
                    <a:pt x="3994671" y="1223841"/>
                    <a:pt x="3994165" y="1223841"/>
                  </a:cubicBezTo>
                  <a:cubicBezTo>
                    <a:pt x="3986315" y="1225613"/>
                    <a:pt x="3990114" y="1240300"/>
                    <a:pt x="3999736" y="1246124"/>
                  </a:cubicBezTo>
                  <a:close/>
                  <a:moveTo>
                    <a:pt x="3968083" y="1234729"/>
                  </a:moveTo>
                  <a:cubicBezTo>
                    <a:pt x="3966563" y="1229412"/>
                    <a:pt x="3961245" y="1221815"/>
                    <a:pt x="3953649" y="1220802"/>
                  </a:cubicBezTo>
                  <a:cubicBezTo>
                    <a:pt x="3953142" y="1220802"/>
                    <a:pt x="3952383" y="1220802"/>
                    <a:pt x="3951623" y="1220802"/>
                  </a:cubicBezTo>
                  <a:cubicBezTo>
                    <a:pt x="3943520" y="1222574"/>
                    <a:pt x="3946812" y="1237262"/>
                    <a:pt x="3956941" y="1243086"/>
                  </a:cubicBezTo>
                  <a:cubicBezTo>
                    <a:pt x="3964538" y="1247644"/>
                    <a:pt x="3970615" y="1243339"/>
                    <a:pt x="3968083" y="1234729"/>
                  </a:cubicBezTo>
                  <a:close/>
                  <a:moveTo>
                    <a:pt x="3924781" y="1231944"/>
                  </a:moveTo>
                  <a:cubicBezTo>
                    <a:pt x="3923515" y="1226626"/>
                    <a:pt x="3917944" y="1219029"/>
                    <a:pt x="3910094" y="1218016"/>
                  </a:cubicBezTo>
                  <a:cubicBezTo>
                    <a:pt x="3909588" y="1218016"/>
                    <a:pt x="3908828" y="1218016"/>
                    <a:pt x="3908068" y="1218016"/>
                  </a:cubicBezTo>
                  <a:cubicBezTo>
                    <a:pt x="3899712" y="1219789"/>
                    <a:pt x="3902750" y="1234476"/>
                    <a:pt x="3912880" y="1240300"/>
                  </a:cubicBezTo>
                  <a:cubicBezTo>
                    <a:pt x="3920730" y="1244858"/>
                    <a:pt x="3926807" y="1240554"/>
                    <a:pt x="3924781" y="1231944"/>
                  </a:cubicBezTo>
                  <a:close/>
                  <a:moveTo>
                    <a:pt x="3880213" y="1229158"/>
                  </a:moveTo>
                  <a:cubicBezTo>
                    <a:pt x="3878947" y="1223841"/>
                    <a:pt x="3873376" y="1216244"/>
                    <a:pt x="3865273" y="1215231"/>
                  </a:cubicBezTo>
                  <a:cubicBezTo>
                    <a:pt x="3864513" y="1215231"/>
                    <a:pt x="3863501" y="1215231"/>
                    <a:pt x="3862488" y="1215484"/>
                  </a:cubicBezTo>
                  <a:cubicBezTo>
                    <a:pt x="3854891" y="1218270"/>
                    <a:pt x="3858183" y="1231944"/>
                    <a:pt x="3868059" y="1237515"/>
                  </a:cubicBezTo>
                  <a:cubicBezTo>
                    <a:pt x="3875908" y="1242073"/>
                    <a:pt x="3882239" y="1237768"/>
                    <a:pt x="3880213" y="1229158"/>
                  </a:cubicBezTo>
                  <a:close/>
                  <a:moveTo>
                    <a:pt x="3817666" y="1212699"/>
                  </a:moveTo>
                  <a:cubicBezTo>
                    <a:pt x="3809057" y="1214218"/>
                    <a:pt x="3811083" y="1227892"/>
                    <a:pt x="3820959" y="1234223"/>
                  </a:cubicBezTo>
                  <a:cubicBezTo>
                    <a:pt x="3829062" y="1239541"/>
                    <a:pt x="3836658" y="1235489"/>
                    <a:pt x="3834633" y="1226373"/>
                  </a:cubicBezTo>
                  <a:lnTo>
                    <a:pt x="3834633" y="1226373"/>
                  </a:lnTo>
                  <a:cubicBezTo>
                    <a:pt x="3833367" y="1221055"/>
                    <a:pt x="3828049" y="1213458"/>
                    <a:pt x="3819946" y="1212445"/>
                  </a:cubicBezTo>
                  <a:cubicBezTo>
                    <a:pt x="3819186" y="1212699"/>
                    <a:pt x="3818426" y="1212699"/>
                    <a:pt x="3817666" y="1212699"/>
                  </a:cubicBezTo>
                  <a:close/>
                  <a:moveTo>
                    <a:pt x="3771326" y="1209913"/>
                  </a:moveTo>
                  <a:cubicBezTo>
                    <a:pt x="3762463" y="1211686"/>
                    <a:pt x="3764236" y="1225107"/>
                    <a:pt x="3774112" y="1231437"/>
                  </a:cubicBezTo>
                  <a:cubicBezTo>
                    <a:pt x="3782468" y="1237008"/>
                    <a:pt x="3790318" y="1232704"/>
                    <a:pt x="3788293" y="1223587"/>
                  </a:cubicBezTo>
                  <a:cubicBezTo>
                    <a:pt x="3787026" y="1218270"/>
                    <a:pt x="3781708" y="1210673"/>
                    <a:pt x="3773605" y="1209660"/>
                  </a:cubicBezTo>
                  <a:cubicBezTo>
                    <a:pt x="3772846" y="1209913"/>
                    <a:pt x="3771833" y="1209913"/>
                    <a:pt x="3771326" y="1209913"/>
                  </a:cubicBezTo>
                  <a:close/>
                  <a:moveTo>
                    <a:pt x="3723720" y="1207381"/>
                  </a:moveTo>
                  <a:cubicBezTo>
                    <a:pt x="3714857" y="1209154"/>
                    <a:pt x="3716376" y="1222574"/>
                    <a:pt x="3726252" y="1228905"/>
                  </a:cubicBezTo>
                  <a:cubicBezTo>
                    <a:pt x="3734608" y="1234223"/>
                    <a:pt x="3742712" y="1230171"/>
                    <a:pt x="3740939" y="1221055"/>
                  </a:cubicBezTo>
                  <a:cubicBezTo>
                    <a:pt x="3739926" y="1215737"/>
                    <a:pt x="3734608" y="1208141"/>
                    <a:pt x="3725999" y="1207128"/>
                  </a:cubicBezTo>
                  <a:cubicBezTo>
                    <a:pt x="3725239" y="1207381"/>
                    <a:pt x="3724480" y="1207381"/>
                    <a:pt x="3723720" y="1207381"/>
                  </a:cubicBezTo>
                  <a:close/>
                  <a:moveTo>
                    <a:pt x="3677633" y="1204595"/>
                  </a:moveTo>
                  <a:cubicBezTo>
                    <a:pt x="3676873" y="1204595"/>
                    <a:pt x="3676113" y="1204595"/>
                    <a:pt x="3675354" y="1204849"/>
                  </a:cubicBezTo>
                  <a:cubicBezTo>
                    <a:pt x="3666237" y="1206621"/>
                    <a:pt x="3667504" y="1220042"/>
                    <a:pt x="3677633" y="1226373"/>
                  </a:cubicBezTo>
                  <a:cubicBezTo>
                    <a:pt x="3685989" y="1231691"/>
                    <a:pt x="3694346" y="1227386"/>
                    <a:pt x="3692573" y="1218523"/>
                  </a:cubicBezTo>
                  <a:cubicBezTo>
                    <a:pt x="3691560" y="1213458"/>
                    <a:pt x="3686243" y="1205608"/>
                    <a:pt x="3677633" y="1204595"/>
                  </a:cubicBezTo>
                  <a:close/>
                  <a:moveTo>
                    <a:pt x="3626481" y="1202316"/>
                  </a:moveTo>
                  <a:cubicBezTo>
                    <a:pt x="3617618" y="1203836"/>
                    <a:pt x="3618125" y="1216244"/>
                    <a:pt x="3627241" y="1223081"/>
                  </a:cubicBezTo>
                  <a:cubicBezTo>
                    <a:pt x="3636104" y="1229665"/>
                    <a:pt x="3645220" y="1225613"/>
                    <a:pt x="3643700" y="1215991"/>
                  </a:cubicBezTo>
                  <a:cubicBezTo>
                    <a:pt x="3642688" y="1210673"/>
                    <a:pt x="3637623" y="1203076"/>
                    <a:pt x="3628760" y="1202063"/>
                  </a:cubicBezTo>
                  <a:cubicBezTo>
                    <a:pt x="3628001" y="1202063"/>
                    <a:pt x="3626987" y="1202316"/>
                    <a:pt x="3626481" y="1202316"/>
                  </a:cubicBezTo>
                  <a:close/>
                  <a:moveTo>
                    <a:pt x="3578622" y="1199784"/>
                  </a:moveTo>
                  <a:cubicBezTo>
                    <a:pt x="3577862" y="1199784"/>
                    <a:pt x="3577102" y="1199784"/>
                    <a:pt x="3576342" y="1200037"/>
                  </a:cubicBezTo>
                  <a:cubicBezTo>
                    <a:pt x="3567226" y="1201557"/>
                    <a:pt x="3567480" y="1213965"/>
                    <a:pt x="3576596" y="1220802"/>
                  </a:cubicBezTo>
                  <a:cubicBezTo>
                    <a:pt x="3585458" y="1227133"/>
                    <a:pt x="3595081" y="1223081"/>
                    <a:pt x="3593308" y="1213712"/>
                  </a:cubicBezTo>
                  <a:cubicBezTo>
                    <a:pt x="3592802" y="1208394"/>
                    <a:pt x="3587484" y="1200544"/>
                    <a:pt x="3578622" y="1199784"/>
                  </a:cubicBezTo>
                  <a:close/>
                  <a:moveTo>
                    <a:pt x="3527723" y="1197252"/>
                  </a:moveTo>
                  <a:cubicBezTo>
                    <a:pt x="3526963" y="1197252"/>
                    <a:pt x="3526204" y="1197252"/>
                    <a:pt x="3525444" y="1197505"/>
                  </a:cubicBezTo>
                  <a:cubicBezTo>
                    <a:pt x="3516328" y="1199024"/>
                    <a:pt x="3516328" y="1211433"/>
                    <a:pt x="3525444" y="1218270"/>
                  </a:cubicBezTo>
                  <a:cubicBezTo>
                    <a:pt x="3534054" y="1224600"/>
                    <a:pt x="3544183" y="1220549"/>
                    <a:pt x="3542663" y="1211179"/>
                  </a:cubicBezTo>
                  <a:cubicBezTo>
                    <a:pt x="3542157" y="1205862"/>
                    <a:pt x="3537092" y="1198265"/>
                    <a:pt x="3527723" y="1197252"/>
                  </a:cubicBezTo>
                  <a:close/>
                  <a:moveTo>
                    <a:pt x="3476318" y="1194973"/>
                  </a:moveTo>
                  <a:cubicBezTo>
                    <a:pt x="3475558" y="1194973"/>
                    <a:pt x="3474799" y="1194973"/>
                    <a:pt x="3474039" y="1195226"/>
                  </a:cubicBezTo>
                  <a:cubicBezTo>
                    <a:pt x="3464670" y="1196745"/>
                    <a:pt x="3464416" y="1209154"/>
                    <a:pt x="3473786" y="1215991"/>
                  </a:cubicBezTo>
                  <a:cubicBezTo>
                    <a:pt x="3482649" y="1222321"/>
                    <a:pt x="3492525" y="1218270"/>
                    <a:pt x="3491258" y="1208900"/>
                  </a:cubicBezTo>
                  <a:cubicBezTo>
                    <a:pt x="3490499" y="1203583"/>
                    <a:pt x="3485434" y="1195733"/>
                    <a:pt x="3476318" y="1194973"/>
                  </a:cubicBezTo>
                  <a:close/>
                  <a:moveTo>
                    <a:pt x="3422887" y="1192694"/>
                  </a:moveTo>
                  <a:cubicBezTo>
                    <a:pt x="3413012" y="1193200"/>
                    <a:pt x="3411239" y="1205355"/>
                    <a:pt x="3420102" y="1212699"/>
                  </a:cubicBezTo>
                  <a:cubicBezTo>
                    <a:pt x="3428965" y="1220042"/>
                    <a:pt x="3440360" y="1216244"/>
                    <a:pt x="3439094" y="1206368"/>
                  </a:cubicBezTo>
                  <a:cubicBezTo>
                    <a:pt x="3438587" y="1201050"/>
                    <a:pt x="3433523" y="1193454"/>
                    <a:pt x="3424154" y="1192694"/>
                  </a:cubicBezTo>
                  <a:cubicBezTo>
                    <a:pt x="3423901" y="1192694"/>
                    <a:pt x="3423394" y="1192694"/>
                    <a:pt x="3422887" y="1192694"/>
                  </a:cubicBezTo>
                  <a:close/>
                  <a:moveTo>
                    <a:pt x="3369963" y="1190415"/>
                  </a:moveTo>
                  <a:cubicBezTo>
                    <a:pt x="3360088" y="1190921"/>
                    <a:pt x="3358062" y="1203076"/>
                    <a:pt x="3366671" y="1210420"/>
                  </a:cubicBezTo>
                  <a:cubicBezTo>
                    <a:pt x="3375281" y="1217763"/>
                    <a:pt x="3387182" y="1213965"/>
                    <a:pt x="3386170" y="1204089"/>
                  </a:cubicBezTo>
                  <a:cubicBezTo>
                    <a:pt x="3385663" y="1198771"/>
                    <a:pt x="3380599" y="1191175"/>
                    <a:pt x="3371230" y="1190415"/>
                  </a:cubicBezTo>
                  <a:cubicBezTo>
                    <a:pt x="3370723" y="1190415"/>
                    <a:pt x="3370216" y="1190415"/>
                    <a:pt x="3369963" y="1190415"/>
                  </a:cubicBezTo>
                  <a:close/>
                  <a:moveTo>
                    <a:pt x="3317545" y="1188136"/>
                  </a:moveTo>
                  <a:cubicBezTo>
                    <a:pt x="3317039" y="1188136"/>
                    <a:pt x="3316533" y="1188136"/>
                    <a:pt x="3316280" y="1188136"/>
                  </a:cubicBezTo>
                  <a:cubicBezTo>
                    <a:pt x="3306404" y="1188642"/>
                    <a:pt x="3304124" y="1200797"/>
                    <a:pt x="3312734" y="1208141"/>
                  </a:cubicBezTo>
                  <a:cubicBezTo>
                    <a:pt x="3321344" y="1215484"/>
                    <a:pt x="3333499" y="1211686"/>
                    <a:pt x="3332486" y="1201810"/>
                  </a:cubicBezTo>
                  <a:cubicBezTo>
                    <a:pt x="3332233" y="1196745"/>
                    <a:pt x="3327168" y="1188895"/>
                    <a:pt x="3317545" y="1188136"/>
                  </a:cubicBezTo>
                  <a:close/>
                  <a:moveTo>
                    <a:pt x="3263355" y="1185857"/>
                  </a:moveTo>
                  <a:cubicBezTo>
                    <a:pt x="3263102" y="1185857"/>
                    <a:pt x="3262342" y="1185857"/>
                    <a:pt x="3262089" y="1185857"/>
                  </a:cubicBezTo>
                  <a:cubicBezTo>
                    <a:pt x="3251960" y="1186363"/>
                    <a:pt x="3249428" y="1198771"/>
                    <a:pt x="3258038" y="1205862"/>
                  </a:cubicBezTo>
                  <a:cubicBezTo>
                    <a:pt x="3266900" y="1213205"/>
                    <a:pt x="3278802" y="1209407"/>
                    <a:pt x="3278042" y="1199531"/>
                  </a:cubicBezTo>
                  <a:cubicBezTo>
                    <a:pt x="3277789" y="1194466"/>
                    <a:pt x="3272978" y="1186870"/>
                    <a:pt x="3263355" y="1185857"/>
                  </a:cubicBezTo>
                  <a:close/>
                  <a:moveTo>
                    <a:pt x="3208405" y="1183831"/>
                  </a:moveTo>
                  <a:cubicBezTo>
                    <a:pt x="3207899" y="1183831"/>
                    <a:pt x="3207392" y="1183831"/>
                    <a:pt x="3207139" y="1183831"/>
                  </a:cubicBezTo>
                  <a:cubicBezTo>
                    <a:pt x="3196757" y="1184337"/>
                    <a:pt x="3193971" y="1196745"/>
                    <a:pt x="3202834" y="1203836"/>
                  </a:cubicBezTo>
                  <a:cubicBezTo>
                    <a:pt x="3211697" y="1211179"/>
                    <a:pt x="3223852" y="1207381"/>
                    <a:pt x="3223346" y="1197505"/>
                  </a:cubicBezTo>
                  <a:cubicBezTo>
                    <a:pt x="3222839" y="1192441"/>
                    <a:pt x="3218281" y="1184844"/>
                    <a:pt x="3208405" y="1183831"/>
                  </a:cubicBezTo>
                  <a:close/>
                  <a:moveTo>
                    <a:pt x="3152949" y="1181805"/>
                  </a:moveTo>
                  <a:cubicBezTo>
                    <a:pt x="3141300" y="1182058"/>
                    <a:pt x="3138768" y="1193707"/>
                    <a:pt x="3145858" y="1201050"/>
                  </a:cubicBezTo>
                  <a:cubicBezTo>
                    <a:pt x="3154215" y="1209407"/>
                    <a:pt x="3168142" y="1205862"/>
                    <a:pt x="3167636" y="1195479"/>
                  </a:cubicBezTo>
                  <a:cubicBezTo>
                    <a:pt x="3167636" y="1190415"/>
                    <a:pt x="3162825" y="1182818"/>
                    <a:pt x="3152949" y="1181805"/>
                  </a:cubicBezTo>
                  <a:close/>
                  <a:moveTo>
                    <a:pt x="3040263" y="1178007"/>
                  </a:moveTo>
                  <a:cubicBezTo>
                    <a:pt x="3028108" y="1178260"/>
                    <a:pt x="3025070" y="1189908"/>
                    <a:pt x="3032413" y="1197252"/>
                  </a:cubicBezTo>
                  <a:cubicBezTo>
                    <a:pt x="3041023" y="1205608"/>
                    <a:pt x="3054950" y="1202063"/>
                    <a:pt x="3054697" y="1191681"/>
                  </a:cubicBezTo>
                  <a:cubicBezTo>
                    <a:pt x="3054697" y="1186363"/>
                    <a:pt x="3050139" y="1178766"/>
                    <a:pt x="3040263" y="1178007"/>
                  </a:cubicBezTo>
                  <a:close/>
                  <a:moveTo>
                    <a:pt x="2983034" y="1176234"/>
                  </a:moveTo>
                  <a:cubicBezTo>
                    <a:pt x="2970879" y="1176487"/>
                    <a:pt x="2967841" y="1188136"/>
                    <a:pt x="2974931" y="1195479"/>
                  </a:cubicBezTo>
                  <a:cubicBezTo>
                    <a:pt x="2983287" y="1203836"/>
                    <a:pt x="2997721" y="1200291"/>
                    <a:pt x="2997721" y="1189908"/>
                  </a:cubicBezTo>
                  <a:cubicBezTo>
                    <a:pt x="2997721" y="1184591"/>
                    <a:pt x="2993163" y="1176994"/>
                    <a:pt x="2983034" y="1176234"/>
                  </a:cubicBezTo>
                  <a:close/>
                  <a:moveTo>
                    <a:pt x="2939986" y="1188136"/>
                  </a:moveTo>
                  <a:cubicBezTo>
                    <a:pt x="2939986" y="1183071"/>
                    <a:pt x="2935681" y="1175221"/>
                    <a:pt x="2925552" y="1174462"/>
                  </a:cubicBezTo>
                  <a:cubicBezTo>
                    <a:pt x="2913397" y="1174715"/>
                    <a:pt x="2909852" y="1186363"/>
                    <a:pt x="2916942" y="1193707"/>
                  </a:cubicBezTo>
                  <a:cubicBezTo>
                    <a:pt x="2925045" y="1202063"/>
                    <a:pt x="2939732" y="1198518"/>
                    <a:pt x="2939986" y="1188136"/>
                  </a:cubicBezTo>
                  <a:close/>
                  <a:moveTo>
                    <a:pt x="2867310" y="1172689"/>
                  </a:moveTo>
                  <a:cubicBezTo>
                    <a:pt x="2854902" y="1172942"/>
                    <a:pt x="2851357" y="1184591"/>
                    <a:pt x="2858447" y="1191934"/>
                  </a:cubicBezTo>
                  <a:cubicBezTo>
                    <a:pt x="2866550" y="1200291"/>
                    <a:pt x="2881237" y="1196492"/>
                    <a:pt x="2881491" y="1186363"/>
                  </a:cubicBezTo>
                  <a:cubicBezTo>
                    <a:pt x="2881997" y="1181045"/>
                    <a:pt x="2877439" y="1173449"/>
                    <a:pt x="2867310" y="1172689"/>
                  </a:cubicBezTo>
                  <a:close/>
                  <a:moveTo>
                    <a:pt x="2808815" y="1171170"/>
                  </a:moveTo>
                  <a:cubicBezTo>
                    <a:pt x="2796913" y="1171423"/>
                    <a:pt x="2792608" y="1182058"/>
                    <a:pt x="2798686" y="1189402"/>
                  </a:cubicBezTo>
                  <a:cubicBezTo>
                    <a:pt x="2806282" y="1198771"/>
                    <a:pt x="2822489" y="1195479"/>
                    <a:pt x="2822995" y="1184591"/>
                  </a:cubicBezTo>
                  <a:cubicBezTo>
                    <a:pt x="2823502" y="1179526"/>
                    <a:pt x="2819197" y="1171929"/>
                    <a:pt x="2808815" y="1171170"/>
                  </a:cubicBezTo>
                  <a:close/>
                  <a:moveTo>
                    <a:pt x="2749813" y="1169650"/>
                  </a:moveTo>
                  <a:cubicBezTo>
                    <a:pt x="2737912" y="1169904"/>
                    <a:pt x="2733607" y="1180539"/>
                    <a:pt x="2739431" y="1187883"/>
                  </a:cubicBezTo>
                  <a:cubicBezTo>
                    <a:pt x="2747028" y="1197252"/>
                    <a:pt x="2763234" y="1194213"/>
                    <a:pt x="2763994" y="1183071"/>
                  </a:cubicBezTo>
                  <a:cubicBezTo>
                    <a:pt x="2764500" y="1178007"/>
                    <a:pt x="2760195" y="1170410"/>
                    <a:pt x="2749813" y="1169650"/>
                  </a:cubicBezTo>
                  <a:close/>
                  <a:moveTo>
                    <a:pt x="2690558" y="1168131"/>
                  </a:moveTo>
                  <a:cubicBezTo>
                    <a:pt x="2678657" y="1168384"/>
                    <a:pt x="2674099" y="1179020"/>
                    <a:pt x="2679670" y="1186363"/>
                  </a:cubicBezTo>
                  <a:cubicBezTo>
                    <a:pt x="2687013" y="1195733"/>
                    <a:pt x="2703473" y="1192441"/>
                    <a:pt x="2704486" y="1181552"/>
                  </a:cubicBezTo>
                  <a:cubicBezTo>
                    <a:pt x="2704992" y="1176487"/>
                    <a:pt x="2700941" y="1168891"/>
                    <a:pt x="2690558" y="1168131"/>
                  </a:cubicBezTo>
                  <a:close/>
                  <a:moveTo>
                    <a:pt x="2631050" y="1166865"/>
                  </a:moveTo>
                  <a:cubicBezTo>
                    <a:pt x="2618895" y="1167118"/>
                    <a:pt x="2614084" y="1177753"/>
                    <a:pt x="2619908" y="1185097"/>
                  </a:cubicBezTo>
                  <a:cubicBezTo>
                    <a:pt x="2627252" y="1194466"/>
                    <a:pt x="2643965" y="1191175"/>
                    <a:pt x="2644978" y="1180286"/>
                  </a:cubicBezTo>
                  <a:cubicBezTo>
                    <a:pt x="2645231" y="1175221"/>
                    <a:pt x="2641432" y="1167624"/>
                    <a:pt x="2631050" y="1166865"/>
                  </a:cubicBezTo>
                  <a:close/>
                  <a:moveTo>
                    <a:pt x="2389473" y="1162053"/>
                  </a:moveTo>
                  <a:cubicBezTo>
                    <a:pt x="2377065" y="1162307"/>
                    <a:pt x="2371494" y="1173195"/>
                    <a:pt x="2376811" y="1180286"/>
                  </a:cubicBezTo>
                  <a:cubicBezTo>
                    <a:pt x="2383648" y="1189402"/>
                    <a:pt x="2400868" y="1186110"/>
                    <a:pt x="2402640" y="1175221"/>
                  </a:cubicBezTo>
                  <a:cubicBezTo>
                    <a:pt x="2403400" y="1170157"/>
                    <a:pt x="2399855" y="1162813"/>
                    <a:pt x="2389473" y="1162053"/>
                  </a:cubicBezTo>
                  <a:close/>
                  <a:moveTo>
                    <a:pt x="2341613" y="1174462"/>
                  </a:moveTo>
                  <a:cubicBezTo>
                    <a:pt x="2342626" y="1169397"/>
                    <a:pt x="2339081" y="1161800"/>
                    <a:pt x="2328445" y="1161041"/>
                  </a:cubicBezTo>
                  <a:cubicBezTo>
                    <a:pt x="2316037" y="1161294"/>
                    <a:pt x="2310213" y="1172183"/>
                    <a:pt x="2315531" y="1179273"/>
                  </a:cubicBezTo>
                  <a:cubicBezTo>
                    <a:pt x="2322115" y="1188895"/>
                    <a:pt x="2339587" y="1185350"/>
                    <a:pt x="2341613" y="1174462"/>
                  </a:cubicBezTo>
                  <a:close/>
                  <a:moveTo>
                    <a:pt x="2267165" y="1160281"/>
                  </a:moveTo>
                  <a:cubicBezTo>
                    <a:pt x="2254757" y="1160534"/>
                    <a:pt x="2248932" y="1171423"/>
                    <a:pt x="2253997" y="1178766"/>
                  </a:cubicBezTo>
                  <a:cubicBezTo>
                    <a:pt x="2260581" y="1188136"/>
                    <a:pt x="2277800" y="1184591"/>
                    <a:pt x="2280079" y="1173702"/>
                  </a:cubicBezTo>
                  <a:cubicBezTo>
                    <a:pt x="2281092" y="1168384"/>
                    <a:pt x="2277800" y="1160787"/>
                    <a:pt x="2267165" y="1160281"/>
                  </a:cubicBezTo>
                  <a:close/>
                  <a:moveTo>
                    <a:pt x="2218545" y="1172689"/>
                  </a:moveTo>
                  <a:cubicBezTo>
                    <a:pt x="2219558" y="1167624"/>
                    <a:pt x="2216519" y="1160028"/>
                    <a:pt x="2205884" y="1159521"/>
                  </a:cubicBezTo>
                  <a:cubicBezTo>
                    <a:pt x="2193223" y="1160028"/>
                    <a:pt x="2187145" y="1170663"/>
                    <a:pt x="2192210" y="1178007"/>
                  </a:cubicBezTo>
                  <a:cubicBezTo>
                    <a:pt x="2198794" y="1186870"/>
                    <a:pt x="2216266" y="1183578"/>
                    <a:pt x="2218545" y="1172689"/>
                  </a:cubicBezTo>
                  <a:close/>
                  <a:moveTo>
                    <a:pt x="2144350" y="1158762"/>
                  </a:moveTo>
                  <a:cubicBezTo>
                    <a:pt x="2130929" y="1159268"/>
                    <a:pt x="2125865" y="1170410"/>
                    <a:pt x="2130423" y="1177247"/>
                  </a:cubicBezTo>
                  <a:cubicBezTo>
                    <a:pt x="2136753" y="1186616"/>
                    <a:pt x="2154479" y="1183071"/>
                    <a:pt x="2157011" y="1172183"/>
                  </a:cubicBezTo>
                  <a:cubicBezTo>
                    <a:pt x="2158024" y="1166865"/>
                    <a:pt x="2154986" y="1159268"/>
                    <a:pt x="2144350" y="1158762"/>
                  </a:cubicBezTo>
                  <a:close/>
                  <a:moveTo>
                    <a:pt x="2095224" y="1171423"/>
                  </a:moveTo>
                  <a:cubicBezTo>
                    <a:pt x="2096490" y="1166358"/>
                    <a:pt x="2093452" y="1158762"/>
                    <a:pt x="2082816" y="1158255"/>
                  </a:cubicBezTo>
                  <a:cubicBezTo>
                    <a:pt x="2070408" y="1158762"/>
                    <a:pt x="2064077" y="1169397"/>
                    <a:pt x="2068889" y="1176741"/>
                  </a:cubicBezTo>
                  <a:cubicBezTo>
                    <a:pt x="2074966" y="1185857"/>
                    <a:pt x="2092439" y="1182312"/>
                    <a:pt x="2095224" y="1171423"/>
                  </a:cubicBezTo>
                  <a:close/>
                  <a:moveTo>
                    <a:pt x="2033944" y="1170663"/>
                  </a:moveTo>
                  <a:cubicBezTo>
                    <a:pt x="2035210" y="1165599"/>
                    <a:pt x="2032424" y="1158002"/>
                    <a:pt x="2022042" y="1157495"/>
                  </a:cubicBezTo>
                  <a:cubicBezTo>
                    <a:pt x="2009887" y="1158002"/>
                    <a:pt x="2003303" y="1168637"/>
                    <a:pt x="2007861" y="1175981"/>
                  </a:cubicBezTo>
                  <a:cubicBezTo>
                    <a:pt x="2013685" y="1185097"/>
                    <a:pt x="2030905" y="1181805"/>
                    <a:pt x="2033944" y="1170663"/>
                  </a:cubicBezTo>
                  <a:close/>
                  <a:moveTo>
                    <a:pt x="573843" y="1199278"/>
                  </a:moveTo>
                  <a:cubicBezTo>
                    <a:pt x="576882" y="1193960"/>
                    <a:pt x="578908" y="1186616"/>
                    <a:pt x="574603" y="1186616"/>
                  </a:cubicBezTo>
                  <a:cubicBezTo>
                    <a:pt x="567512" y="1187883"/>
                    <a:pt x="558143" y="1203076"/>
                    <a:pt x="559916" y="1208647"/>
                  </a:cubicBezTo>
                  <a:cubicBezTo>
                    <a:pt x="561182" y="1213458"/>
                    <a:pt x="568779" y="1208141"/>
                    <a:pt x="573843" y="1199278"/>
                  </a:cubicBezTo>
                  <a:close/>
                  <a:moveTo>
                    <a:pt x="547508" y="1201303"/>
                  </a:moveTo>
                  <a:cubicBezTo>
                    <a:pt x="550546" y="1195986"/>
                    <a:pt x="552825" y="1188642"/>
                    <a:pt x="548774" y="1188642"/>
                  </a:cubicBezTo>
                  <a:cubicBezTo>
                    <a:pt x="541937" y="1189908"/>
                    <a:pt x="532821" y="1205102"/>
                    <a:pt x="534087" y="1210673"/>
                  </a:cubicBezTo>
                  <a:cubicBezTo>
                    <a:pt x="535100" y="1215484"/>
                    <a:pt x="542443" y="1210420"/>
                    <a:pt x="547508" y="1201303"/>
                  </a:cubicBezTo>
                  <a:close/>
                  <a:moveTo>
                    <a:pt x="522438" y="1203583"/>
                  </a:moveTo>
                  <a:cubicBezTo>
                    <a:pt x="525477" y="1198265"/>
                    <a:pt x="528009" y="1190921"/>
                    <a:pt x="523958" y="1190921"/>
                  </a:cubicBezTo>
                  <a:cubicBezTo>
                    <a:pt x="517374" y="1192187"/>
                    <a:pt x="507498" y="1208647"/>
                    <a:pt x="509271" y="1213712"/>
                  </a:cubicBezTo>
                  <a:cubicBezTo>
                    <a:pt x="510790" y="1217257"/>
                    <a:pt x="517627" y="1211939"/>
                    <a:pt x="522438" y="1203583"/>
                  </a:cubicBezTo>
                  <a:close/>
                  <a:moveTo>
                    <a:pt x="498888" y="1205862"/>
                  </a:moveTo>
                  <a:cubicBezTo>
                    <a:pt x="501927" y="1200544"/>
                    <a:pt x="504459" y="1193200"/>
                    <a:pt x="500914" y="1193200"/>
                  </a:cubicBezTo>
                  <a:cubicBezTo>
                    <a:pt x="494583" y="1194466"/>
                    <a:pt x="484961" y="1210926"/>
                    <a:pt x="486227" y="1215991"/>
                  </a:cubicBezTo>
                  <a:cubicBezTo>
                    <a:pt x="487240" y="1219536"/>
                    <a:pt x="493824" y="1214218"/>
                    <a:pt x="498888" y="1205862"/>
                  </a:cubicBezTo>
                  <a:close/>
                  <a:moveTo>
                    <a:pt x="4647994" y="1280310"/>
                  </a:moveTo>
                  <a:cubicBezTo>
                    <a:pt x="4647741" y="1280057"/>
                    <a:pt x="4647741" y="1279804"/>
                    <a:pt x="4647488" y="1279550"/>
                  </a:cubicBezTo>
                  <a:lnTo>
                    <a:pt x="4639131" y="1264610"/>
                  </a:lnTo>
                  <a:cubicBezTo>
                    <a:pt x="4638372" y="1263091"/>
                    <a:pt x="4637359" y="1261571"/>
                    <a:pt x="4636599" y="1260052"/>
                  </a:cubicBezTo>
                  <a:lnTo>
                    <a:pt x="4636599" y="1260052"/>
                  </a:lnTo>
                  <a:cubicBezTo>
                    <a:pt x="4637106" y="1261065"/>
                    <a:pt x="4649261" y="1283095"/>
                    <a:pt x="4650273" y="1284362"/>
                  </a:cubicBezTo>
                  <a:cubicBezTo>
                    <a:pt x="4649514" y="1282842"/>
                    <a:pt x="4648754" y="1281576"/>
                    <a:pt x="4647994" y="1280310"/>
                  </a:cubicBezTo>
                  <a:close/>
                  <a:moveTo>
                    <a:pt x="4641917" y="1270687"/>
                  </a:moveTo>
                  <a:cubicBezTo>
                    <a:pt x="4639131" y="1265370"/>
                    <a:pt x="4634573" y="1257773"/>
                    <a:pt x="4633560" y="1256760"/>
                  </a:cubicBezTo>
                  <a:cubicBezTo>
                    <a:pt x="4633560" y="1257013"/>
                    <a:pt x="4645969" y="1280563"/>
                    <a:pt x="4646981" y="1280816"/>
                  </a:cubicBezTo>
                  <a:cubicBezTo>
                    <a:pt x="4646728" y="1279297"/>
                    <a:pt x="4643183" y="1272713"/>
                    <a:pt x="4641917" y="1270687"/>
                  </a:cubicBezTo>
                  <a:close/>
                  <a:moveTo>
                    <a:pt x="4642677" y="1277778"/>
                  </a:moveTo>
                  <a:cubicBezTo>
                    <a:pt x="4642423" y="1276258"/>
                    <a:pt x="4638878" y="1269674"/>
                    <a:pt x="4637612" y="1267649"/>
                  </a:cubicBezTo>
                  <a:cubicBezTo>
                    <a:pt x="4634827" y="1262331"/>
                    <a:pt x="4630269" y="1254734"/>
                    <a:pt x="4629002" y="1253721"/>
                  </a:cubicBezTo>
                  <a:cubicBezTo>
                    <a:pt x="4629002" y="1253721"/>
                    <a:pt x="4629002" y="1253721"/>
                    <a:pt x="4629002" y="1253721"/>
                  </a:cubicBezTo>
                  <a:cubicBezTo>
                    <a:pt x="4629509" y="1256507"/>
                    <a:pt x="4640651" y="1276258"/>
                    <a:pt x="4642677" y="1277778"/>
                  </a:cubicBezTo>
                  <a:cubicBezTo>
                    <a:pt x="4642677" y="1277778"/>
                    <a:pt x="4642677" y="1277778"/>
                    <a:pt x="4642677" y="1277778"/>
                  </a:cubicBezTo>
                  <a:close/>
                  <a:moveTo>
                    <a:pt x="4636346" y="1274486"/>
                  </a:moveTo>
                  <a:cubicBezTo>
                    <a:pt x="4636852" y="1273473"/>
                    <a:pt x="4632294" y="1265116"/>
                    <a:pt x="4631788" y="1264357"/>
                  </a:cubicBezTo>
                  <a:cubicBezTo>
                    <a:pt x="4629002" y="1259039"/>
                    <a:pt x="4624191" y="1251442"/>
                    <a:pt x="4622672" y="1250429"/>
                  </a:cubicBezTo>
                  <a:cubicBezTo>
                    <a:pt x="4622672" y="1250429"/>
                    <a:pt x="4622672" y="1250429"/>
                    <a:pt x="4622672" y="1250429"/>
                  </a:cubicBezTo>
                  <a:cubicBezTo>
                    <a:pt x="4621912" y="1251695"/>
                    <a:pt x="4634573" y="1274486"/>
                    <a:pt x="4636346" y="1274486"/>
                  </a:cubicBezTo>
                  <a:close/>
                  <a:moveTo>
                    <a:pt x="4614822" y="1247137"/>
                  </a:moveTo>
                  <a:cubicBezTo>
                    <a:pt x="4614822" y="1247137"/>
                    <a:pt x="4614568" y="1247137"/>
                    <a:pt x="4614822" y="1247137"/>
                  </a:cubicBezTo>
                  <a:cubicBezTo>
                    <a:pt x="4613302" y="1248657"/>
                    <a:pt x="4626217" y="1271194"/>
                    <a:pt x="4628496" y="1271447"/>
                  </a:cubicBezTo>
                  <a:cubicBezTo>
                    <a:pt x="4629256" y="1270687"/>
                    <a:pt x="4625204" y="1262837"/>
                    <a:pt x="4624191" y="1261318"/>
                  </a:cubicBezTo>
                  <a:cubicBezTo>
                    <a:pt x="4621406" y="1256000"/>
                    <a:pt x="4616594" y="1248150"/>
                    <a:pt x="4614822" y="1247137"/>
                  </a:cubicBezTo>
                  <a:close/>
                  <a:moveTo>
                    <a:pt x="4604946" y="1243845"/>
                  </a:moveTo>
                  <a:cubicBezTo>
                    <a:pt x="4604946" y="1243845"/>
                    <a:pt x="4604693" y="1243845"/>
                    <a:pt x="4604946" y="1243845"/>
                  </a:cubicBezTo>
                  <a:cubicBezTo>
                    <a:pt x="4602667" y="1244352"/>
                    <a:pt x="4615328" y="1267395"/>
                    <a:pt x="4618367" y="1268155"/>
                  </a:cubicBezTo>
                  <a:cubicBezTo>
                    <a:pt x="4619633" y="1268408"/>
                    <a:pt x="4618114" y="1264103"/>
                    <a:pt x="4614822" y="1258026"/>
                  </a:cubicBezTo>
                  <a:cubicBezTo>
                    <a:pt x="4611783" y="1252708"/>
                    <a:pt x="4606972" y="1244858"/>
                    <a:pt x="4604946" y="1243845"/>
                  </a:cubicBezTo>
                  <a:close/>
                  <a:moveTo>
                    <a:pt x="4593298" y="1240554"/>
                  </a:moveTo>
                  <a:cubicBezTo>
                    <a:pt x="4593044" y="1240554"/>
                    <a:pt x="4593044" y="1240554"/>
                    <a:pt x="4592791" y="1240554"/>
                  </a:cubicBezTo>
                  <a:cubicBezTo>
                    <a:pt x="4591019" y="1242579"/>
                    <a:pt x="4603173" y="1263850"/>
                    <a:pt x="4606465" y="1264610"/>
                  </a:cubicBezTo>
                  <a:cubicBezTo>
                    <a:pt x="4607985" y="1264863"/>
                    <a:pt x="4606465" y="1260558"/>
                    <a:pt x="4603426" y="1254481"/>
                  </a:cubicBezTo>
                  <a:cubicBezTo>
                    <a:pt x="4600641" y="1249416"/>
                    <a:pt x="4595830" y="1241566"/>
                    <a:pt x="4593298" y="1240554"/>
                  </a:cubicBezTo>
                  <a:close/>
                  <a:moveTo>
                    <a:pt x="4580130" y="1237262"/>
                  </a:moveTo>
                  <a:cubicBezTo>
                    <a:pt x="4579877" y="1237262"/>
                    <a:pt x="4579624" y="1237262"/>
                    <a:pt x="4579624" y="1237262"/>
                  </a:cubicBezTo>
                  <a:cubicBezTo>
                    <a:pt x="4577344" y="1239287"/>
                    <a:pt x="4589499" y="1260558"/>
                    <a:pt x="4593298" y="1261318"/>
                  </a:cubicBezTo>
                  <a:cubicBezTo>
                    <a:pt x="4594817" y="1261571"/>
                    <a:pt x="4593804" y="1257266"/>
                    <a:pt x="4590512" y="1251189"/>
                  </a:cubicBezTo>
                  <a:cubicBezTo>
                    <a:pt x="4587980" y="1246124"/>
                    <a:pt x="4582915" y="1238275"/>
                    <a:pt x="4580130" y="1237262"/>
                  </a:cubicBezTo>
                  <a:close/>
                  <a:moveTo>
                    <a:pt x="4565443" y="1233970"/>
                  </a:moveTo>
                  <a:cubicBezTo>
                    <a:pt x="4565189" y="1233970"/>
                    <a:pt x="4564936" y="1233970"/>
                    <a:pt x="4564936" y="1233970"/>
                  </a:cubicBezTo>
                  <a:cubicBezTo>
                    <a:pt x="4562404" y="1235995"/>
                    <a:pt x="4574559" y="1257266"/>
                    <a:pt x="4578610" y="1258026"/>
                  </a:cubicBezTo>
                  <a:cubicBezTo>
                    <a:pt x="4580383" y="1258279"/>
                    <a:pt x="4579370" y="1253975"/>
                    <a:pt x="4576331" y="1247897"/>
                  </a:cubicBezTo>
                  <a:cubicBezTo>
                    <a:pt x="4573293" y="1242579"/>
                    <a:pt x="4568228" y="1234983"/>
                    <a:pt x="4565443" y="1233970"/>
                  </a:cubicBezTo>
                  <a:close/>
                  <a:moveTo>
                    <a:pt x="4548983" y="1230678"/>
                  </a:moveTo>
                  <a:cubicBezTo>
                    <a:pt x="4548730" y="1230678"/>
                    <a:pt x="4548476" y="1230678"/>
                    <a:pt x="4548223" y="1230678"/>
                  </a:cubicBezTo>
                  <a:cubicBezTo>
                    <a:pt x="4545438" y="1232450"/>
                    <a:pt x="4556326" y="1252455"/>
                    <a:pt x="4561391" y="1254481"/>
                  </a:cubicBezTo>
                  <a:cubicBezTo>
                    <a:pt x="4563923" y="1255494"/>
                    <a:pt x="4563164" y="1250936"/>
                    <a:pt x="4559872" y="1244352"/>
                  </a:cubicBezTo>
                  <a:cubicBezTo>
                    <a:pt x="4557340" y="1239287"/>
                    <a:pt x="4552275" y="1231691"/>
                    <a:pt x="4548983" y="1230678"/>
                  </a:cubicBezTo>
                  <a:close/>
                  <a:moveTo>
                    <a:pt x="4531004" y="1227386"/>
                  </a:moveTo>
                  <a:cubicBezTo>
                    <a:pt x="4530751" y="1227386"/>
                    <a:pt x="4530498" y="1227386"/>
                    <a:pt x="4530244" y="1227386"/>
                  </a:cubicBezTo>
                  <a:cubicBezTo>
                    <a:pt x="4526952" y="1229158"/>
                    <a:pt x="4537841" y="1249163"/>
                    <a:pt x="4543412" y="1251189"/>
                  </a:cubicBezTo>
                  <a:cubicBezTo>
                    <a:pt x="4546198" y="1252202"/>
                    <a:pt x="4545691" y="1247897"/>
                    <a:pt x="4542399" y="1241060"/>
                  </a:cubicBezTo>
                  <a:cubicBezTo>
                    <a:pt x="4539867" y="1236249"/>
                    <a:pt x="4534549" y="1228399"/>
                    <a:pt x="4531004" y="1227386"/>
                  </a:cubicBezTo>
                  <a:close/>
                  <a:moveTo>
                    <a:pt x="4511759" y="1224094"/>
                  </a:moveTo>
                  <a:cubicBezTo>
                    <a:pt x="4511506" y="1224094"/>
                    <a:pt x="4511252" y="1224094"/>
                    <a:pt x="4510999" y="1224094"/>
                  </a:cubicBezTo>
                  <a:cubicBezTo>
                    <a:pt x="4507201" y="1225866"/>
                    <a:pt x="4518089" y="1245871"/>
                    <a:pt x="4523914" y="1247897"/>
                  </a:cubicBezTo>
                  <a:cubicBezTo>
                    <a:pt x="4526699" y="1248910"/>
                    <a:pt x="4526446" y="1244352"/>
                    <a:pt x="4523154" y="1237768"/>
                  </a:cubicBezTo>
                  <a:cubicBezTo>
                    <a:pt x="4520622" y="1232957"/>
                    <a:pt x="4515304" y="1225107"/>
                    <a:pt x="4511759" y="1224094"/>
                  </a:cubicBezTo>
                  <a:close/>
                  <a:moveTo>
                    <a:pt x="4490741" y="1220802"/>
                  </a:moveTo>
                  <a:cubicBezTo>
                    <a:pt x="4490488" y="1220802"/>
                    <a:pt x="4489981" y="1220802"/>
                    <a:pt x="4489981" y="1220802"/>
                  </a:cubicBezTo>
                  <a:cubicBezTo>
                    <a:pt x="4485677" y="1222828"/>
                    <a:pt x="4496312" y="1242326"/>
                    <a:pt x="4502896" y="1244605"/>
                  </a:cubicBezTo>
                  <a:cubicBezTo>
                    <a:pt x="4505935" y="1245618"/>
                    <a:pt x="4505935" y="1241060"/>
                    <a:pt x="4502643" y="1234476"/>
                  </a:cubicBezTo>
                  <a:cubicBezTo>
                    <a:pt x="4500111" y="1229665"/>
                    <a:pt x="4494793" y="1221815"/>
                    <a:pt x="4490741" y="1220802"/>
                  </a:cubicBezTo>
                  <a:close/>
                  <a:moveTo>
                    <a:pt x="4468457" y="1217510"/>
                  </a:moveTo>
                  <a:cubicBezTo>
                    <a:pt x="4468204" y="1217510"/>
                    <a:pt x="4467697" y="1217510"/>
                    <a:pt x="4467444" y="1217510"/>
                  </a:cubicBezTo>
                  <a:cubicBezTo>
                    <a:pt x="4463139" y="1219283"/>
                    <a:pt x="4473775" y="1239287"/>
                    <a:pt x="4480106" y="1241313"/>
                  </a:cubicBezTo>
                  <a:cubicBezTo>
                    <a:pt x="4483398" y="1242326"/>
                    <a:pt x="4483651" y="1238021"/>
                    <a:pt x="4480359" y="1231437"/>
                  </a:cubicBezTo>
                  <a:cubicBezTo>
                    <a:pt x="4478333" y="1226626"/>
                    <a:pt x="4473015" y="1218776"/>
                    <a:pt x="4468457" y="1217510"/>
                  </a:cubicBezTo>
                  <a:close/>
                  <a:moveTo>
                    <a:pt x="4444654" y="1214471"/>
                  </a:moveTo>
                  <a:cubicBezTo>
                    <a:pt x="4444401" y="1214471"/>
                    <a:pt x="4443894" y="1214471"/>
                    <a:pt x="4443641" y="1214471"/>
                  </a:cubicBezTo>
                  <a:cubicBezTo>
                    <a:pt x="4438830" y="1216244"/>
                    <a:pt x="4449465" y="1235995"/>
                    <a:pt x="4456302" y="1238275"/>
                  </a:cubicBezTo>
                  <a:cubicBezTo>
                    <a:pt x="4459847" y="1239287"/>
                    <a:pt x="4460101" y="1234729"/>
                    <a:pt x="4457062" y="1228399"/>
                  </a:cubicBezTo>
                  <a:cubicBezTo>
                    <a:pt x="4454530" y="1223081"/>
                    <a:pt x="4449212" y="1215484"/>
                    <a:pt x="4444654" y="1214471"/>
                  </a:cubicBezTo>
                  <a:close/>
                  <a:moveTo>
                    <a:pt x="4419331" y="1211179"/>
                  </a:moveTo>
                  <a:cubicBezTo>
                    <a:pt x="4418825" y="1211179"/>
                    <a:pt x="4418318" y="1211179"/>
                    <a:pt x="4417812" y="1211433"/>
                  </a:cubicBezTo>
                  <a:cubicBezTo>
                    <a:pt x="4413760" y="1214471"/>
                    <a:pt x="4423889" y="1232957"/>
                    <a:pt x="4430727" y="1234983"/>
                  </a:cubicBezTo>
                  <a:cubicBezTo>
                    <a:pt x="4434272" y="1235995"/>
                    <a:pt x="4434778" y="1231437"/>
                    <a:pt x="4431739" y="1225107"/>
                  </a:cubicBezTo>
                  <a:cubicBezTo>
                    <a:pt x="4429713" y="1219789"/>
                    <a:pt x="4424143" y="1212192"/>
                    <a:pt x="4419331" y="1211179"/>
                  </a:cubicBezTo>
                  <a:close/>
                  <a:moveTo>
                    <a:pt x="4392996" y="1207887"/>
                  </a:moveTo>
                  <a:cubicBezTo>
                    <a:pt x="4392743" y="1207887"/>
                    <a:pt x="4392236" y="1207887"/>
                    <a:pt x="4391730" y="1207887"/>
                  </a:cubicBezTo>
                  <a:cubicBezTo>
                    <a:pt x="4386159" y="1209660"/>
                    <a:pt x="4395275" y="1227892"/>
                    <a:pt x="4403378" y="1231437"/>
                  </a:cubicBezTo>
                  <a:cubicBezTo>
                    <a:pt x="4407683" y="1233210"/>
                    <a:pt x="4408696" y="1228652"/>
                    <a:pt x="4405657" y="1221815"/>
                  </a:cubicBezTo>
                  <a:cubicBezTo>
                    <a:pt x="4403378" y="1216750"/>
                    <a:pt x="4397807" y="1208900"/>
                    <a:pt x="4392996" y="1207887"/>
                  </a:cubicBezTo>
                  <a:close/>
                  <a:moveTo>
                    <a:pt x="4364888" y="1204849"/>
                  </a:moveTo>
                  <a:cubicBezTo>
                    <a:pt x="4364635" y="1204849"/>
                    <a:pt x="4364128" y="1204849"/>
                    <a:pt x="4363622" y="1204849"/>
                  </a:cubicBezTo>
                  <a:cubicBezTo>
                    <a:pt x="4357797" y="1206621"/>
                    <a:pt x="4366660" y="1224853"/>
                    <a:pt x="4375017" y="1228399"/>
                  </a:cubicBezTo>
                  <a:cubicBezTo>
                    <a:pt x="4379575" y="1230171"/>
                    <a:pt x="4380841" y="1225613"/>
                    <a:pt x="4377802" y="1218776"/>
                  </a:cubicBezTo>
                  <a:cubicBezTo>
                    <a:pt x="4375777" y="1213458"/>
                    <a:pt x="4370206" y="1205862"/>
                    <a:pt x="4364888" y="1204849"/>
                  </a:cubicBezTo>
                  <a:close/>
                  <a:moveTo>
                    <a:pt x="4348935" y="1215484"/>
                  </a:moveTo>
                  <a:cubicBezTo>
                    <a:pt x="4346655" y="1210420"/>
                    <a:pt x="4341084" y="1202570"/>
                    <a:pt x="4335767" y="1201557"/>
                  </a:cubicBezTo>
                  <a:cubicBezTo>
                    <a:pt x="4335260" y="1201557"/>
                    <a:pt x="4334501" y="1201557"/>
                    <a:pt x="4333994" y="1201810"/>
                  </a:cubicBezTo>
                  <a:cubicBezTo>
                    <a:pt x="4328930" y="1204595"/>
                    <a:pt x="4337793" y="1221815"/>
                    <a:pt x="4345896" y="1225107"/>
                  </a:cubicBezTo>
                  <a:cubicBezTo>
                    <a:pt x="4350454" y="1227133"/>
                    <a:pt x="4351973" y="1222574"/>
                    <a:pt x="4348935" y="1215484"/>
                  </a:cubicBezTo>
                  <a:close/>
                  <a:moveTo>
                    <a:pt x="4315002" y="1222068"/>
                  </a:moveTo>
                  <a:cubicBezTo>
                    <a:pt x="4319814" y="1223841"/>
                    <a:pt x="4321586" y="1219283"/>
                    <a:pt x="4318547" y="1212445"/>
                  </a:cubicBezTo>
                  <a:cubicBezTo>
                    <a:pt x="4316522" y="1207381"/>
                    <a:pt x="4310951" y="1199531"/>
                    <a:pt x="4305126" y="1198771"/>
                  </a:cubicBezTo>
                  <a:cubicBezTo>
                    <a:pt x="4304620" y="1198771"/>
                    <a:pt x="4303861" y="1198771"/>
                    <a:pt x="4303354" y="1199024"/>
                  </a:cubicBezTo>
                  <a:cubicBezTo>
                    <a:pt x="4298036" y="1201810"/>
                    <a:pt x="4306646" y="1218776"/>
                    <a:pt x="4315002" y="1222068"/>
                  </a:cubicBezTo>
                  <a:close/>
                  <a:moveTo>
                    <a:pt x="4282843" y="1219029"/>
                  </a:moveTo>
                  <a:cubicBezTo>
                    <a:pt x="4287907" y="1220802"/>
                    <a:pt x="4289680" y="1216244"/>
                    <a:pt x="4286894" y="1209407"/>
                  </a:cubicBezTo>
                  <a:cubicBezTo>
                    <a:pt x="4284869" y="1204342"/>
                    <a:pt x="4279298" y="1196745"/>
                    <a:pt x="4273220" y="1195733"/>
                  </a:cubicBezTo>
                  <a:cubicBezTo>
                    <a:pt x="4272713" y="1195733"/>
                    <a:pt x="4271954" y="1195733"/>
                    <a:pt x="4271194" y="1195986"/>
                  </a:cubicBezTo>
                  <a:cubicBezTo>
                    <a:pt x="4265623" y="1198771"/>
                    <a:pt x="4274233" y="1215737"/>
                    <a:pt x="4282843" y="1219029"/>
                  </a:cubicBezTo>
                  <a:close/>
                  <a:moveTo>
                    <a:pt x="4238781" y="1192441"/>
                  </a:moveTo>
                  <a:cubicBezTo>
                    <a:pt x="4232198" y="1194213"/>
                    <a:pt x="4239541" y="1211179"/>
                    <a:pt x="4248657" y="1215484"/>
                  </a:cubicBezTo>
                  <a:cubicBezTo>
                    <a:pt x="4254481" y="1218270"/>
                    <a:pt x="4257014" y="1213712"/>
                    <a:pt x="4253975" y="1206115"/>
                  </a:cubicBezTo>
                  <a:cubicBezTo>
                    <a:pt x="4251949" y="1201050"/>
                    <a:pt x="4246378" y="1193454"/>
                    <a:pt x="4240301" y="1192441"/>
                  </a:cubicBezTo>
                  <a:cubicBezTo>
                    <a:pt x="4239794" y="1192441"/>
                    <a:pt x="4239288" y="1192441"/>
                    <a:pt x="4238781" y="1192441"/>
                  </a:cubicBezTo>
                  <a:close/>
                  <a:moveTo>
                    <a:pt x="4219789" y="1203076"/>
                  </a:moveTo>
                  <a:cubicBezTo>
                    <a:pt x="4217764" y="1198012"/>
                    <a:pt x="4212193" y="1190415"/>
                    <a:pt x="4205862" y="1189402"/>
                  </a:cubicBezTo>
                  <a:cubicBezTo>
                    <a:pt x="4205356" y="1189402"/>
                    <a:pt x="4204343" y="1189402"/>
                    <a:pt x="4203836" y="1189655"/>
                  </a:cubicBezTo>
                  <a:cubicBezTo>
                    <a:pt x="4198012" y="1192441"/>
                    <a:pt x="4205102" y="1208394"/>
                    <a:pt x="4213965" y="1212445"/>
                  </a:cubicBezTo>
                  <a:cubicBezTo>
                    <a:pt x="4220042" y="1214978"/>
                    <a:pt x="4222828" y="1210673"/>
                    <a:pt x="4219789" y="1203076"/>
                  </a:cubicBezTo>
                  <a:close/>
                  <a:moveTo>
                    <a:pt x="4178260" y="1209407"/>
                  </a:moveTo>
                  <a:cubicBezTo>
                    <a:pt x="4184338" y="1211939"/>
                    <a:pt x="4187123" y="1207634"/>
                    <a:pt x="4184338" y="1200037"/>
                  </a:cubicBezTo>
                  <a:cubicBezTo>
                    <a:pt x="4182312" y="1194973"/>
                    <a:pt x="4176741" y="1187376"/>
                    <a:pt x="4170410" y="1186363"/>
                  </a:cubicBezTo>
                  <a:cubicBezTo>
                    <a:pt x="4169651" y="1186363"/>
                    <a:pt x="4168891" y="1186363"/>
                    <a:pt x="4168131" y="1186616"/>
                  </a:cubicBezTo>
                  <a:cubicBezTo>
                    <a:pt x="4162054" y="1189402"/>
                    <a:pt x="4168891" y="1205102"/>
                    <a:pt x="4178260" y="1209407"/>
                  </a:cubicBezTo>
                  <a:close/>
                  <a:moveTo>
                    <a:pt x="4141289" y="1206368"/>
                  </a:moveTo>
                  <a:cubicBezTo>
                    <a:pt x="4147367" y="1209154"/>
                    <a:pt x="4150659" y="1204595"/>
                    <a:pt x="4148126" y="1196999"/>
                  </a:cubicBezTo>
                  <a:cubicBezTo>
                    <a:pt x="4146354" y="1191934"/>
                    <a:pt x="4140783" y="1184337"/>
                    <a:pt x="4133946" y="1183324"/>
                  </a:cubicBezTo>
                  <a:cubicBezTo>
                    <a:pt x="4133186" y="1183324"/>
                    <a:pt x="4132426" y="1183324"/>
                    <a:pt x="4131667" y="1183578"/>
                  </a:cubicBezTo>
                  <a:cubicBezTo>
                    <a:pt x="4125083" y="1186616"/>
                    <a:pt x="4131667" y="1202316"/>
                    <a:pt x="4141289" y="1206368"/>
                  </a:cubicBezTo>
                  <a:close/>
                  <a:moveTo>
                    <a:pt x="4102292" y="1203076"/>
                  </a:moveTo>
                  <a:cubicBezTo>
                    <a:pt x="4109130" y="1206621"/>
                    <a:pt x="4113181" y="1202063"/>
                    <a:pt x="4110396" y="1194213"/>
                  </a:cubicBezTo>
                  <a:cubicBezTo>
                    <a:pt x="4108623" y="1189149"/>
                    <a:pt x="4103052" y="1181552"/>
                    <a:pt x="4096215" y="1180539"/>
                  </a:cubicBezTo>
                  <a:cubicBezTo>
                    <a:pt x="4095709" y="1180539"/>
                    <a:pt x="4094949" y="1180539"/>
                    <a:pt x="4094443" y="1180539"/>
                  </a:cubicBezTo>
                  <a:cubicBezTo>
                    <a:pt x="4087099" y="1182312"/>
                    <a:pt x="4092417" y="1197758"/>
                    <a:pt x="4102292" y="1203076"/>
                  </a:cubicBezTo>
                  <a:close/>
                  <a:moveTo>
                    <a:pt x="4063042" y="1200037"/>
                  </a:moveTo>
                  <a:cubicBezTo>
                    <a:pt x="4069880" y="1203583"/>
                    <a:pt x="4074184" y="1199024"/>
                    <a:pt x="4071652" y="1191175"/>
                  </a:cubicBezTo>
                  <a:cubicBezTo>
                    <a:pt x="4069880" y="1186110"/>
                    <a:pt x="4064309" y="1178513"/>
                    <a:pt x="4057218" y="1177500"/>
                  </a:cubicBezTo>
                  <a:cubicBezTo>
                    <a:pt x="4056459" y="1177500"/>
                    <a:pt x="4055699" y="1177500"/>
                    <a:pt x="4054686" y="1177753"/>
                  </a:cubicBezTo>
                  <a:cubicBezTo>
                    <a:pt x="4048102" y="1180539"/>
                    <a:pt x="4053420" y="1194973"/>
                    <a:pt x="4063042" y="1200037"/>
                  </a:cubicBezTo>
                  <a:close/>
                  <a:moveTo>
                    <a:pt x="4022780" y="1197252"/>
                  </a:moveTo>
                  <a:cubicBezTo>
                    <a:pt x="4029870" y="1200797"/>
                    <a:pt x="4034428" y="1196239"/>
                    <a:pt x="4031896" y="1188389"/>
                  </a:cubicBezTo>
                  <a:cubicBezTo>
                    <a:pt x="4030376" y="1183578"/>
                    <a:pt x="4025059" y="1175728"/>
                    <a:pt x="4017462" y="1174715"/>
                  </a:cubicBezTo>
                  <a:cubicBezTo>
                    <a:pt x="4016702" y="1174715"/>
                    <a:pt x="4015689" y="1174715"/>
                    <a:pt x="4014930" y="1174968"/>
                  </a:cubicBezTo>
                  <a:cubicBezTo>
                    <a:pt x="4007839" y="1177500"/>
                    <a:pt x="4013157" y="1192187"/>
                    <a:pt x="4022780" y="1197252"/>
                  </a:cubicBezTo>
                  <a:close/>
                  <a:moveTo>
                    <a:pt x="3981504" y="1194213"/>
                  </a:moveTo>
                  <a:cubicBezTo>
                    <a:pt x="3988594" y="1197758"/>
                    <a:pt x="3993405" y="1193200"/>
                    <a:pt x="3991126" y="1185350"/>
                  </a:cubicBezTo>
                  <a:cubicBezTo>
                    <a:pt x="3989607" y="1180286"/>
                    <a:pt x="3984036" y="1172689"/>
                    <a:pt x="3976439" y="1171676"/>
                  </a:cubicBezTo>
                  <a:cubicBezTo>
                    <a:pt x="3975680" y="1171676"/>
                    <a:pt x="3974667" y="1171676"/>
                    <a:pt x="3973907" y="1171929"/>
                  </a:cubicBezTo>
                  <a:cubicBezTo>
                    <a:pt x="3966563" y="1174715"/>
                    <a:pt x="3971881" y="1189402"/>
                    <a:pt x="3981504" y="1194213"/>
                  </a:cubicBezTo>
                  <a:close/>
                  <a:moveTo>
                    <a:pt x="3949091" y="1182565"/>
                  </a:moveTo>
                  <a:cubicBezTo>
                    <a:pt x="3947571" y="1177500"/>
                    <a:pt x="3942000" y="1169904"/>
                    <a:pt x="3934404" y="1168891"/>
                  </a:cubicBezTo>
                  <a:cubicBezTo>
                    <a:pt x="3933897" y="1168891"/>
                    <a:pt x="3933138" y="1168891"/>
                    <a:pt x="3932631" y="1168891"/>
                  </a:cubicBezTo>
                  <a:cubicBezTo>
                    <a:pt x="3924781" y="1170410"/>
                    <a:pt x="3928326" y="1184844"/>
                    <a:pt x="3938202" y="1190668"/>
                  </a:cubicBezTo>
                  <a:cubicBezTo>
                    <a:pt x="3945799" y="1195479"/>
                    <a:pt x="3951623" y="1191175"/>
                    <a:pt x="3949091" y="1182565"/>
                  </a:cubicBezTo>
                  <a:close/>
                  <a:moveTo>
                    <a:pt x="3894647" y="1188136"/>
                  </a:moveTo>
                  <a:cubicBezTo>
                    <a:pt x="3902497" y="1192694"/>
                    <a:pt x="3908321" y="1188136"/>
                    <a:pt x="3906042" y="1179779"/>
                  </a:cubicBezTo>
                  <a:cubicBezTo>
                    <a:pt x="3904523" y="1174715"/>
                    <a:pt x="3899205" y="1167118"/>
                    <a:pt x="3891355" y="1166105"/>
                  </a:cubicBezTo>
                  <a:cubicBezTo>
                    <a:pt x="3890596" y="1166105"/>
                    <a:pt x="3889583" y="1166105"/>
                    <a:pt x="3888570" y="1166358"/>
                  </a:cubicBezTo>
                  <a:cubicBezTo>
                    <a:pt x="3881226" y="1169144"/>
                    <a:pt x="3885025" y="1182565"/>
                    <a:pt x="3894647" y="1188136"/>
                  </a:cubicBezTo>
                  <a:close/>
                  <a:moveTo>
                    <a:pt x="3847294" y="1163573"/>
                  </a:moveTo>
                  <a:cubicBezTo>
                    <a:pt x="3846534" y="1163573"/>
                    <a:pt x="3845521" y="1163573"/>
                    <a:pt x="3844509" y="1163826"/>
                  </a:cubicBezTo>
                  <a:cubicBezTo>
                    <a:pt x="3836912" y="1166358"/>
                    <a:pt x="3840710" y="1179779"/>
                    <a:pt x="3850333" y="1185350"/>
                  </a:cubicBezTo>
                  <a:cubicBezTo>
                    <a:pt x="3858183" y="1189655"/>
                    <a:pt x="3864513" y="1185350"/>
                    <a:pt x="3862234" y="1176994"/>
                  </a:cubicBezTo>
                  <a:cubicBezTo>
                    <a:pt x="3860715" y="1171929"/>
                    <a:pt x="3855397" y="1164333"/>
                    <a:pt x="3847294" y="1163573"/>
                  </a:cubicBezTo>
                  <a:close/>
                  <a:moveTo>
                    <a:pt x="3799434" y="1161041"/>
                  </a:moveTo>
                  <a:cubicBezTo>
                    <a:pt x="3791838" y="1163573"/>
                    <a:pt x="3795129" y="1176994"/>
                    <a:pt x="3805005" y="1182565"/>
                  </a:cubicBezTo>
                  <a:cubicBezTo>
                    <a:pt x="3812855" y="1187123"/>
                    <a:pt x="3819439" y="1182565"/>
                    <a:pt x="3817160" y="1174208"/>
                  </a:cubicBezTo>
                  <a:cubicBezTo>
                    <a:pt x="3815894" y="1169144"/>
                    <a:pt x="3810323" y="1161547"/>
                    <a:pt x="3802473" y="1160534"/>
                  </a:cubicBezTo>
                  <a:cubicBezTo>
                    <a:pt x="3801713" y="1160787"/>
                    <a:pt x="3800700" y="1160787"/>
                    <a:pt x="3799434" y="1161041"/>
                  </a:cubicBezTo>
                  <a:close/>
                  <a:moveTo>
                    <a:pt x="3756639" y="1158255"/>
                  </a:moveTo>
                  <a:cubicBezTo>
                    <a:pt x="3756133" y="1158255"/>
                    <a:pt x="3755120" y="1158255"/>
                    <a:pt x="3754613" y="1158255"/>
                  </a:cubicBezTo>
                  <a:cubicBezTo>
                    <a:pt x="3746003" y="1159774"/>
                    <a:pt x="3748029" y="1172942"/>
                    <a:pt x="3757652" y="1179273"/>
                  </a:cubicBezTo>
                  <a:cubicBezTo>
                    <a:pt x="3766009" y="1184591"/>
                    <a:pt x="3773605" y="1180286"/>
                    <a:pt x="3771326" y="1171676"/>
                  </a:cubicBezTo>
                  <a:cubicBezTo>
                    <a:pt x="3770313" y="1166612"/>
                    <a:pt x="3764742" y="1159015"/>
                    <a:pt x="3756639" y="1158255"/>
                  </a:cubicBezTo>
                  <a:close/>
                  <a:moveTo>
                    <a:pt x="3707767" y="1155723"/>
                  </a:moveTo>
                  <a:cubicBezTo>
                    <a:pt x="3699157" y="1157242"/>
                    <a:pt x="3700929" y="1170410"/>
                    <a:pt x="3710552" y="1176741"/>
                  </a:cubicBezTo>
                  <a:cubicBezTo>
                    <a:pt x="3718909" y="1182058"/>
                    <a:pt x="3726758" y="1178007"/>
                    <a:pt x="3724733" y="1169144"/>
                  </a:cubicBezTo>
                  <a:cubicBezTo>
                    <a:pt x="3723720" y="1164079"/>
                    <a:pt x="3718149" y="1156482"/>
                    <a:pt x="3709792" y="1155723"/>
                  </a:cubicBezTo>
                  <a:cubicBezTo>
                    <a:pt x="3709286" y="1155470"/>
                    <a:pt x="3708273" y="1155470"/>
                    <a:pt x="3707767" y="1155723"/>
                  </a:cubicBezTo>
                  <a:close/>
                  <a:moveTo>
                    <a:pt x="3662186" y="1152937"/>
                  </a:moveTo>
                  <a:cubicBezTo>
                    <a:pt x="3661426" y="1152937"/>
                    <a:pt x="3660666" y="1152937"/>
                    <a:pt x="3660160" y="1152937"/>
                  </a:cubicBezTo>
                  <a:cubicBezTo>
                    <a:pt x="3651297" y="1154457"/>
                    <a:pt x="3652817" y="1167624"/>
                    <a:pt x="3662692" y="1173955"/>
                  </a:cubicBezTo>
                  <a:cubicBezTo>
                    <a:pt x="3671049" y="1179273"/>
                    <a:pt x="3679152" y="1175221"/>
                    <a:pt x="3677379" y="1166105"/>
                  </a:cubicBezTo>
                  <a:cubicBezTo>
                    <a:pt x="3676113" y="1161547"/>
                    <a:pt x="3670796" y="1153950"/>
                    <a:pt x="3662186" y="1152937"/>
                  </a:cubicBezTo>
                  <a:close/>
                  <a:moveTo>
                    <a:pt x="3613820" y="1150658"/>
                  </a:moveTo>
                  <a:cubicBezTo>
                    <a:pt x="3613060" y="1150658"/>
                    <a:pt x="3612300" y="1150658"/>
                    <a:pt x="3611541" y="1150658"/>
                  </a:cubicBezTo>
                  <a:cubicBezTo>
                    <a:pt x="3602424" y="1152178"/>
                    <a:pt x="3603691" y="1165345"/>
                    <a:pt x="3613566" y="1171676"/>
                  </a:cubicBezTo>
                  <a:cubicBezTo>
                    <a:pt x="3621923" y="1176994"/>
                    <a:pt x="3630279" y="1172689"/>
                    <a:pt x="3628507" y="1163826"/>
                  </a:cubicBezTo>
                  <a:cubicBezTo>
                    <a:pt x="3627747" y="1159015"/>
                    <a:pt x="3622430" y="1151418"/>
                    <a:pt x="3613820" y="1150658"/>
                  </a:cubicBezTo>
                  <a:close/>
                  <a:moveTo>
                    <a:pt x="3562415" y="1148126"/>
                  </a:moveTo>
                  <a:cubicBezTo>
                    <a:pt x="3553552" y="1149645"/>
                    <a:pt x="3553805" y="1161800"/>
                    <a:pt x="3563175" y="1168384"/>
                  </a:cubicBezTo>
                  <a:cubicBezTo>
                    <a:pt x="3572037" y="1174715"/>
                    <a:pt x="3581407" y="1170663"/>
                    <a:pt x="3579634" y="1161294"/>
                  </a:cubicBezTo>
                  <a:cubicBezTo>
                    <a:pt x="3578622" y="1156229"/>
                    <a:pt x="3573557" y="1148633"/>
                    <a:pt x="3564694" y="1147873"/>
                  </a:cubicBezTo>
                  <a:cubicBezTo>
                    <a:pt x="3563934" y="1148126"/>
                    <a:pt x="3563175" y="1148126"/>
                    <a:pt x="3562415" y="1148126"/>
                  </a:cubicBezTo>
                  <a:close/>
                  <a:moveTo>
                    <a:pt x="3514555" y="1145594"/>
                  </a:moveTo>
                  <a:cubicBezTo>
                    <a:pt x="3513795" y="1145594"/>
                    <a:pt x="3513036" y="1145594"/>
                    <a:pt x="3512276" y="1145847"/>
                  </a:cubicBezTo>
                  <a:cubicBezTo>
                    <a:pt x="3503413" y="1147366"/>
                    <a:pt x="3503667" y="1159521"/>
                    <a:pt x="3512530" y="1166105"/>
                  </a:cubicBezTo>
                  <a:cubicBezTo>
                    <a:pt x="3521139" y="1172436"/>
                    <a:pt x="3531015" y="1168384"/>
                    <a:pt x="3529496" y="1159015"/>
                  </a:cubicBezTo>
                  <a:cubicBezTo>
                    <a:pt x="3528736" y="1154204"/>
                    <a:pt x="3523418" y="1146607"/>
                    <a:pt x="3514555" y="1145594"/>
                  </a:cubicBezTo>
                  <a:close/>
                  <a:moveTo>
                    <a:pt x="3463910" y="1143315"/>
                  </a:moveTo>
                  <a:cubicBezTo>
                    <a:pt x="3463150" y="1143315"/>
                    <a:pt x="3462391" y="1143315"/>
                    <a:pt x="3461631" y="1143568"/>
                  </a:cubicBezTo>
                  <a:cubicBezTo>
                    <a:pt x="3452515" y="1145087"/>
                    <a:pt x="3452515" y="1157242"/>
                    <a:pt x="3461631" y="1163826"/>
                  </a:cubicBezTo>
                  <a:cubicBezTo>
                    <a:pt x="3470494" y="1170157"/>
                    <a:pt x="3480116" y="1166358"/>
                    <a:pt x="3478851" y="1156736"/>
                  </a:cubicBezTo>
                  <a:cubicBezTo>
                    <a:pt x="3477837" y="1151671"/>
                    <a:pt x="3472773" y="1144328"/>
                    <a:pt x="3463910" y="1143315"/>
                  </a:cubicBezTo>
                  <a:close/>
                  <a:moveTo>
                    <a:pt x="3412252" y="1141036"/>
                  </a:moveTo>
                  <a:cubicBezTo>
                    <a:pt x="3411492" y="1141036"/>
                    <a:pt x="3410479" y="1141036"/>
                    <a:pt x="3409973" y="1141289"/>
                  </a:cubicBezTo>
                  <a:cubicBezTo>
                    <a:pt x="3400603" y="1142808"/>
                    <a:pt x="3400350" y="1154963"/>
                    <a:pt x="3409466" y="1161547"/>
                  </a:cubicBezTo>
                  <a:cubicBezTo>
                    <a:pt x="3418330" y="1167878"/>
                    <a:pt x="3428458" y="1163826"/>
                    <a:pt x="3427192" y="1154457"/>
                  </a:cubicBezTo>
                  <a:cubicBezTo>
                    <a:pt x="3426433" y="1149392"/>
                    <a:pt x="3421368" y="1141795"/>
                    <a:pt x="3412252" y="1141036"/>
                  </a:cubicBezTo>
                  <a:close/>
                  <a:moveTo>
                    <a:pt x="3358821" y="1138757"/>
                  </a:moveTo>
                  <a:cubicBezTo>
                    <a:pt x="3348946" y="1139263"/>
                    <a:pt x="3347173" y="1151165"/>
                    <a:pt x="3355783" y="1158508"/>
                  </a:cubicBezTo>
                  <a:cubicBezTo>
                    <a:pt x="3364392" y="1165852"/>
                    <a:pt x="3376041" y="1162053"/>
                    <a:pt x="3374775" y="1152178"/>
                  </a:cubicBezTo>
                  <a:cubicBezTo>
                    <a:pt x="3374268" y="1147366"/>
                    <a:pt x="3369710" y="1139770"/>
                    <a:pt x="3359834" y="1138757"/>
                  </a:cubicBezTo>
                  <a:cubicBezTo>
                    <a:pt x="3359581" y="1138757"/>
                    <a:pt x="3359328" y="1138757"/>
                    <a:pt x="3358821" y="1138757"/>
                  </a:cubicBezTo>
                  <a:close/>
                  <a:moveTo>
                    <a:pt x="3307163" y="1136731"/>
                  </a:moveTo>
                  <a:cubicBezTo>
                    <a:pt x="3306910" y="1136731"/>
                    <a:pt x="3306404" y="1136731"/>
                    <a:pt x="3305897" y="1136731"/>
                  </a:cubicBezTo>
                  <a:cubicBezTo>
                    <a:pt x="3296021" y="1137237"/>
                    <a:pt x="3293996" y="1149139"/>
                    <a:pt x="3302605" y="1156482"/>
                  </a:cubicBezTo>
                  <a:cubicBezTo>
                    <a:pt x="3311215" y="1163826"/>
                    <a:pt x="3323116" y="1160028"/>
                    <a:pt x="3322104" y="1150152"/>
                  </a:cubicBezTo>
                  <a:cubicBezTo>
                    <a:pt x="3321597" y="1145087"/>
                    <a:pt x="3316786" y="1137491"/>
                    <a:pt x="3307163" y="1136731"/>
                  </a:cubicBezTo>
                  <a:close/>
                  <a:moveTo>
                    <a:pt x="3253733" y="1134452"/>
                  </a:moveTo>
                  <a:cubicBezTo>
                    <a:pt x="3253479" y="1134452"/>
                    <a:pt x="3252973" y="1134452"/>
                    <a:pt x="3252467" y="1134452"/>
                  </a:cubicBezTo>
                  <a:cubicBezTo>
                    <a:pt x="3242337" y="1134958"/>
                    <a:pt x="3240058" y="1146860"/>
                    <a:pt x="3248668" y="1154204"/>
                  </a:cubicBezTo>
                  <a:cubicBezTo>
                    <a:pt x="3257531" y="1161547"/>
                    <a:pt x="3269180" y="1157749"/>
                    <a:pt x="3268420" y="1147873"/>
                  </a:cubicBezTo>
                  <a:cubicBezTo>
                    <a:pt x="3268166" y="1142808"/>
                    <a:pt x="3263102" y="1135465"/>
                    <a:pt x="3253733" y="1134452"/>
                  </a:cubicBezTo>
                  <a:close/>
                  <a:moveTo>
                    <a:pt x="3199542" y="1132426"/>
                  </a:moveTo>
                  <a:cubicBezTo>
                    <a:pt x="3199289" y="1132426"/>
                    <a:pt x="3198529" y="1132426"/>
                    <a:pt x="3198276" y="1132426"/>
                  </a:cubicBezTo>
                  <a:cubicBezTo>
                    <a:pt x="3187894" y="1132933"/>
                    <a:pt x="3185362" y="1144834"/>
                    <a:pt x="3194224" y="1152178"/>
                  </a:cubicBezTo>
                  <a:cubicBezTo>
                    <a:pt x="3203087" y="1159521"/>
                    <a:pt x="3214989" y="1155723"/>
                    <a:pt x="3214229" y="1145847"/>
                  </a:cubicBezTo>
                  <a:cubicBezTo>
                    <a:pt x="3213976" y="1140783"/>
                    <a:pt x="3209165" y="1133439"/>
                    <a:pt x="3199542" y="1132426"/>
                  </a:cubicBezTo>
                  <a:close/>
                  <a:moveTo>
                    <a:pt x="3144846" y="1130654"/>
                  </a:moveTo>
                  <a:cubicBezTo>
                    <a:pt x="3144339" y="1130654"/>
                    <a:pt x="3143833" y="1130654"/>
                    <a:pt x="3143579" y="1130654"/>
                  </a:cubicBezTo>
                  <a:cubicBezTo>
                    <a:pt x="3133197" y="1131160"/>
                    <a:pt x="3130412" y="1143062"/>
                    <a:pt x="3139021" y="1150405"/>
                  </a:cubicBezTo>
                  <a:cubicBezTo>
                    <a:pt x="3147631" y="1157749"/>
                    <a:pt x="3160039" y="1153697"/>
                    <a:pt x="3159532" y="1144074"/>
                  </a:cubicBezTo>
                  <a:cubicBezTo>
                    <a:pt x="3159279" y="1138757"/>
                    <a:pt x="3154468" y="1131413"/>
                    <a:pt x="3144846" y="1130654"/>
                  </a:cubicBezTo>
                  <a:close/>
                  <a:moveTo>
                    <a:pt x="3089642" y="1128628"/>
                  </a:moveTo>
                  <a:cubicBezTo>
                    <a:pt x="3077741" y="1128881"/>
                    <a:pt x="3075208" y="1140023"/>
                    <a:pt x="3082552" y="1147366"/>
                  </a:cubicBezTo>
                  <a:cubicBezTo>
                    <a:pt x="3090908" y="1155723"/>
                    <a:pt x="3104583" y="1152178"/>
                    <a:pt x="3104076" y="1141795"/>
                  </a:cubicBezTo>
                  <a:cubicBezTo>
                    <a:pt x="3103823" y="1136731"/>
                    <a:pt x="3099265" y="1129387"/>
                    <a:pt x="3089642" y="1128628"/>
                  </a:cubicBezTo>
                  <a:close/>
                  <a:moveTo>
                    <a:pt x="3033679" y="1126855"/>
                  </a:moveTo>
                  <a:cubicBezTo>
                    <a:pt x="3021524" y="1127108"/>
                    <a:pt x="3018739" y="1138250"/>
                    <a:pt x="3026083" y="1145594"/>
                  </a:cubicBezTo>
                  <a:cubicBezTo>
                    <a:pt x="3034439" y="1153950"/>
                    <a:pt x="3048366" y="1150405"/>
                    <a:pt x="3048113" y="1140023"/>
                  </a:cubicBezTo>
                  <a:cubicBezTo>
                    <a:pt x="3048113" y="1134958"/>
                    <a:pt x="3043555" y="1127615"/>
                    <a:pt x="3033679" y="1126855"/>
                  </a:cubicBezTo>
                  <a:close/>
                  <a:moveTo>
                    <a:pt x="2977210" y="1124829"/>
                  </a:moveTo>
                  <a:cubicBezTo>
                    <a:pt x="2965055" y="1125083"/>
                    <a:pt x="2962270" y="1136224"/>
                    <a:pt x="2969360" y="1143568"/>
                  </a:cubicBezTo>
                  <a:cubicBezTo>
                    <a:pt x="2977463" y="1151925"/>
                    <a:pt x="2991897" y="1148379"/>
                    <a:pt x="2991644" y="1137997"/>
                  </a:cubicBezTo>
                  <a:cubicBezTo>
                    <a:pt x="2991897" y="1133439"/>
                    <a:pt x="2987845" y="1125842"/>
                    <a:pt x="2977210" y="1124829"/>
                  </a:cubicBezTo>
                  <a:close/>
                  <a:moveTo>
                    <a:pt x="2920487" y="1123310"/>
                  </a:moveTo>
                  <a:cubicBezTo>
                    <a:pt x="2908332" y="1123563"/>
                    <a:pt x="2905041" y="1134958"/>
                    <a:pt x="2912131" y="1142049"/>
                  </a:cubicBezTo>
                  <a:cubicBezTo>
                    <a:pt x="2920234" y="1150405"/>
                    <a:pt x="2934668" y="1146860"/>
                    <a:pt x="2934921" y="1136478"/>
                  </a:cubicBezTo>
                  <a:cubicBezTo>
                    <a:pt x="2934921" y="1131413"/>
                    <a:pt x="2930616" y="1124070"/>
                    <a:pt x="2920487" y="1123310"/>
                  </a:cubicBezTo>
                  <a:close/>
                  <a:moveTo>
                    <a:pt x="2863258" y="1121537"/>
                  </a:moveTo>
                  <a:cubicBezTo>
                    <a:pt x="2850850" y="1121791"/>
                    <a:pt x="2847558" y="1133186"/>
                    <a:pt x="2854649" y="1140276"/>
                  </a:cubicBezTo>
                  <a:cubicBezTo>
                    <a:pt x="2862752" y="1148633"/>
                    <a:pt x="2877186" y="1144834"/>
                    <a:pt x="2877439" y="1134705"/>
                  </a:cubicBezTo>
                  <a:cubicBezTo>
                    <a:pt x="2877692" y="1129641"/>
                    <a:pt x="2873387" y="1122297"/>
                    <a:pt x="2863258" y="1121537"/>
                  </a:cubicBezTo>
                  <a:close/>
                  <a:moveTo>
                    <a:pt x="2805523" y="1120018"/>
                  </a:moveTo>
                  <a:cubicBezTo>
                    <a:pt x="2792862" y="1120271"/>
                    <a:pt x="2789316" y="1131666"/>
                    <a:pt x="2796407" y="1138757"/>
                  </a:cubicBezTo>
                  <a:cubicBezTo>
                    <a:pt x="2804510" y="1147113"/>
                    <a:pt x="2819197" y="1143568"/>
                    <a:pt x="2819703" y="1133186"/>
                  </a:cubicBezTo>
                  <a:cubicBezTo>
                    <a:pt x="2819957" y="1128121"/>
                    <a:pt x="2815652" y="1120778"/>
                    <a:pt x="2805523" y="1120018"/>
                  </a:cubicBezTo>
                  <a:close/>
                  <a:moveTo>
                    <a:pt x="2747534" y="1118499"/>
                  </a:moveTo>
                  <a:cubicBezTo>
                    <a:pt x="2735126" y="1118752"/>
                    <a:pt x="2731074" y="1130147"/>
                    <a:pt x="2738165" y="1137237"/>
                  </a:cubicBezTo>
                  <a:cubicBezTo>
                    <a:pt x="2746015" y="1145594"/>
                    <a:pt x="2760955" y="1141795"/>
                    <a:pt x="2761715" y="1131666"/>
                  </a:cubicBezTo>
                  <a:cubicBezTo>
                    <a:pt x="2761715" y="1126602"/>
                    <a:pt x="2757663" y="1119258"/>
                    <a:pt x="2747534" y="1118499"/>
                  </a:cubicBezTo>
                  <a:close/>
                  <a:moveTo>
                    <a:pt x="2689039" y="1116979"/>
                  </a:moveTo>
                  <a:cubicBezTo>
                    <a:pt x="2677137" y="1117233"/>
                    <a:pt x="2672833" y="1127615"/>
                    <a:pt x="2678403" y="1134958"/>
                  </a:cubicBezTo>
                  <a:cubicBezTo>
                    <a:pt x="2685747" y="1144328"/>
                    <a:pt x="2701953" y="1141036"/>
                    <a:pt x="2702713" y="1130147"/>
                  </a:cubicBezTo>
                  <a:cubicBezTo>
                    <a:pt x="2703220" y="1125336"/>
                    <a:pt x="2699674" y="1117739"/>
                    <a:pt x="2689039" y="1116979"/>
                  </a:cubicBezTo>
                  <a:close/>
                  <a:moveTo>
                    <a:pt x="2630291" y="1115713"/>
                  </a:moveTo>
                  <a:cubicBezTo>
                    <a:pt x="2617882" y="1115966"/>
                    <a:pt x="2613578" y="1126349"/>
                    <a:pt x="2619149" y="1133692"/>
                  </a:cubicBezTo>
                  <a:cubicBezTo>
                    <a:pt x="2626492" y="1142808"/>
                    <a:pt x="2642699" y="1139770"/>
                    <a:pt x="2643965" y="1128881"/>
                  </a:cubicBezTo>
                  <a:cubicBezTo>
                    <a:pt x="2644218" y="1124070"/>
                    <a:pt x="2640926" y="1116473"/>
                    <a:pt x="2630291" y="1115713"/>
                  </a:cubicBezTo>
                  <a:close/>
                  <a:moveTo>
                    <a:pt x="2439865" y="1129894"/>
                  </a:moveTo>
                  <a:cubicBezTo>
                    <a:pt x="2446702" y="1139263"/>
                    <a:pt x="2463415" y="1135971"/>
                    <a:pt x="2465187" y="1125083"/>
                  </a:cubicBezTo>
                  <a:cubicBezTo>
                    <a:pt x="2465947" y="1120524"/>
                    <a:pt x="2462908" y="1112674"/>
                    <a:pt x="2452020" y="1112168"/>
                  </a:cubicBezTo>
                  <a:cubicBezTo>
                    <a:pt x="2439611" y="1112421"/>
                    <a:pt x="2434547" y="1122804"/>
                    <a:pt x="2439865" y="1129894"/>
                  </a:cubicBezTo>
                  <a:close/>
                  <a:moveTo>
                    <a:pt x="2392005" y="1110902"/>
                  </a:moveTo>
                  <a:cubicBezTo>
                    <a:pt x="2379344" y="1111155"/>
                    <a:pt x="2374279" y="1121537"/>
                    <a:pt x="2379597" y="1128881"/>
                  </a:cubicBezTo>
                  <a:cubicBezTo>
                    <a:pt x="2386434" y="1137997"/>
                    <a:pt x="2403400" y="1134705"/>
                    <a:pt x="2405173" y="1124070"/>
                  </a:cubicBezTo>
                  <a:cubicBezTo>
                    <a:pt x="2405679" y="1119258"/>
                    <a:pt x="2402894" y="1111662"/>
                    <a:pt x="2392005" y="1110902"/>
                  </a:cubicBezTo>
                  <a:close/>
                  <a:moveTo>
                    <a:pt x="2344652" y="1123057"/>
                  </a:moveTo>
                  <a:cubicBezTo>
                    <a:pt x="2345665" y="1117992"/>
                    <a:pt x="2342119" y="1110649"/>
                    <a:pt x="2331737" y="1110142"/>
                  </a:cubicBezTo>
                  <a:cubicBezTo>
                    <a:pt x="2319329" y="1110395"/>
                    <a:pt x="2313758" y="1120778"/>
                    <a:pt x="2319076" y="1128121"/>
                  </a:cubicBezTo>
                  <a:cubicBezTo>
                    <a:pt x="2325660" y="1137237"/>
                    <a:pt x="2342626" y="1133945"/>
                    <a:pt x="2344652" y="1123057"/>
                  </a:cubicBezTo>
                  <a:close/>
                  <a:moveTo>
                    <a:pt x="2284131" y="1122044"/>
                  </a:moveTo>
                  <a:cubicBezTo>
                    <a:pt x="2285144" y="1117486"/>
                    <a:pt x="2282358" y="1109636"/>
                    <a:pt x="2271469" y="1109129"/>
                  </a:cubicBezTo>
                  <a:cubicBezTo>
                    <a:pt x="2259061" y="1109383"/>
                    <a:pt x="2253490" y="1119765"/>
                    <a:pt x="2258302" y="1127108"/>
                  </a:cubicBezTo>
                  <a:cubicBezTo>
                    <a:pt x="2264886" y="1136224"/>
                    <a:pt x="2281852" y="1132933"/>
                    <a:pt x="2284131" y="1122044"/>
                  </a:cubicBezTo>
                  <a:close/>
                  <a:moveTo>
                    <a:pt x="2223357" y="1121284"/>
                  </a:moveTo>
                  <a:cubicBezTo>
                    <a:pt x="2224369" y="1116726"/>
                    <a:pt x="2221837" y="1108876"/>
                    <a:pt x="2210948" y="1108370"/>
                  </a:cubicBezTo>
                  <a:cubicBezTo>
                    <a:pt x="2198287" y="1108623"/>
                    <a:pt x="2192463" y="1119258"/>
                    <a:pt x="2197527" y="1126349"/>
                  </a:cubicBezTo>
                  <a:cubicBezTo>
                    <a:pt x="2203858" y="1135465"/>
                    <a:pt x="2221077" y="1132173"/>
                    <a:pt x="2223357" y="1121284"/>
                  </a:cubicBezTo>
                  <a:close/>
                  <a:moveTo>
                    <a:pt x="2162582" y="1120524"/>
                  </a:moveTo>
                  <a:cubicBezTo>
                    <a:pt x="2163595" y="1115966"/>
                    <a:pt x="2161316" y="1108116"/>
                    <a:pt x="2150174" y="1107610"/>
                  </a:cubicBezTo>
                  <a:cubicBezTo>
                    <a:pt x="2136500" y="1108116"/>
                    <a:pt x="2131942" y="1119005"/>
                    <a:pt x="2136247" y="1125589"/>
                  </a:cubicBezTo>
                  <a:cubicBezTo>
                    <a:pt x="2142831" y="1134958"/>
                    <a:pt x="2160050" y="1131413"/>
                    <a:pt x="2162582" y="1120524"/>
                  </a:cubicBezTo>
                  <a:close/>
                  <a:moveTo>
                    <a:pt x="628793" y="1145341"/>
                  </a:moveTo>
                  <a:cubicBezTo>
                    <a:pt x="631832" y="1140276"/>
                    <a:pt x="634111" y="1132933"/>
                    <a:pt x="629553" y="1132933"/>
                  </a:cubicBezTo>
                  <a:cubicBezTo>
                    <a:pt x="622463" y="1133945"/>
                    <a:pt x="612840" y="1149139"/>
                    <a:pt x="614359" y="1154710"/>
                  </a:cubicBezTo>
                  <a:cubicBezTo>
                    <a:pt x="615625" y="1159521"/>
                    <a:pt x="623729" y="1154204"/>
                    <a:pt x="628793" y="1145341"/>
                  </a:cubicBezTo>
                  <a:close/>
                  <a:moveTo>
                    <a:pt x="601445" y="1147366"/>
                  </a:moveTo>
                  <a:cubicBezTo>
                    <a:pt x="604483" y="1142302"/>
                    <a:pt x="606762" y="1134958"/>
                    <a:pt x="602458" y="1134958"/>
                  </a:cubicBezTo>
                  <a:cubicBezTo>
                    <a:pt x="595621" y="1136224"/>
                    <a:pt x="585998" y="1151165"/>
                    <a:pt x="587264" y="1156736"/>
                  </a:cubicBezTo>
                  <a:cubicBezTo>
                    <a:pt x="588530" y="1161547"/>
                    <a:pt x="596127" y="1156482"/>
                    <a:pt x="601445" y="1147366"/>
                  </a:cubicBezTo>
                  <a:close/>
                  <a:moveTo>
                    <a:pt x="576882" y="1137237"/>
                  </a:moveTo>
                  <a:cubicBezTo>
                    <a:pt x="570298" y="1138503"/>
                    <a:pt x="560675" y="1153444"/>
                    <a:pt x="561688" y="1159015"/>
                  </a:cubicBezTo>
                  <a:cubicBezTo>
                    <a:pt x="562448" y="1163826"/>
                    <a:pt x="570045" y="1158762"/>
                    <a:pt x="575362" y="1149645"/>
                  </a:cubicBezTo>
                  <a:lnTo>
                    <a:pt x="575362" y="1149645"/>
                  </a:lnTo>
                  <a:cubicBezTo>
                    <a:pt x="578654" y="1144328"/>
                    <a:pt x="580933" y="1137237"/>
                    <a:pt x="576882" y="1137237"/>
                  </a:cubicBezTo>
                  <a:close/>
                  <a:moveTo>
                    <a:pt x="550800" y="1151671"/>
                  </a:moveTo>
                  <a:cubicBezTo>
                    <a:pt x="553838" y="1146607"/>
                    <a:pt x="556371" y="1139263"/>
                    <a:pt x="552572" y="1139263"/>
                  </a:cubicBezTo>
                  <a:cubicBezTo>
                    <a:pt x="545988" y="1140529"/>
                    <a:pt x="536112" y="1156736"/>
                    <a:pt x="537632" y="1161547"/>
                  </a:cubicBezTo>
                  <a:cubicBezTo>
                    <a:pt x="538645" y="1165345"/>
                    <a:pt x="545735" y="1160028"/>
                    <a:pt x="550800" y="1151671"/>
                  </a:cubicBezTo>
                  <a:close/>
                  <a:moveTo>
                    <a:pt x="514588" y="1163826"/>
                  </a:moveTo>
                  <a:cubicBezTo>
                    <a:pt x="515601" y="1167624"/>
                    <a:pt x="522185" y="1162307"/>
                    <a:pt x="527250" y="1153950"/>
                  </a:cubicBezTo>
                  <a:cubicBezTo>
                    <a:pt x="530288" y="1148886"/>
                    <a:pt x="533074" y="1141542"/>
                    <a:pt x="529529" y="1141542"/>
                  </a:cubicBezTo>
                  <a:cubicBezTo>
                    <a:pt x="523451" y="1142808"/>
                    <a:pt x="513575" y="1159015"/>
                    <a:pt x="514588" y="1163826"/>
                  </a:cubicBezTo>
                  <a:close/>
                  <a:moveTo>
                    <a:pt x="493064" y="1166358"/>
                  </a:moveTo>
                  <a:cubicBezTo>
                    <a:pt x="493824" y="1170157"/>
                    <a:pt x="500154" y="1164839"/>
                    <a:pt x="505472" y="1156229"/>
                  </a:cubicBezTo>
                  <a:cubicBezTo>
                    <a:pt x="508511" y="1151165"/>
                    <a:pt x="511550" y="1143821"/>
                    <a:pt x="508004" y="1143821"/>
                  </a:cubicBezTo>
                  <a:cubicBezTo>
                    <a:pt x="502433" y="1145087"/>
                    <a:pt x="492304" y="1161547"/>
                    <a:pt x="493064" y="1166358"/>
                  </a:cubicBezTo>
                  <a:close/>
                  <a:moveTo>
                    <a:pt x="359614" y="1193707"/>
                  </a:moveTo>
                  <a:cubicBezTo>
                    <a:pt x="360880" y="1192694"/>
                    <a:pt x="365185" y="1186110"/>
                    <a:pt x="367464" y="1182312"/>
                  </a:cubicBezTo>
                  <a:cubicBezTo>
                    <a:pt x="369743" y="1178513"/>
                    <a:pt x="373795" y="1171676"/>
                    <a:pt x="374048" y="1170157"/>
                  </a:cubicBezTo>
                  <a:cubicBezTo>
                    <a:pt x="374048" y="1170157"/>
                    <a:pt x="374048" y="1170157"/>
                    <a:pt x="374048" y="1170157"/>
                  </a:cubicBezTo>
                  <a:cubicBezTo>
                    <a:pt x="372022" y="1171423"/>
                    <a:pt x="360121" y="1190668"/>
                    <a:pt x="359614" y="1193707"/>
                  </a:cubicBezTo>
                  <a:cubicBezTo>
                    <a:pt x="359614" y="1193707"/>
                    <a:pt x="359614" y="1193707"/>
                    <a:pt x="359614" y="1193707"/>
                  </a:cubicBezTo>
                  <a:close/>
                  <a:moveTo>
                    <a:pt x="4619380" y="1229665"/>
                  </a:moveTo>
                  <a:cubicBezTo>
                    <a:pt x="4619380" y="1229665"/>
                    <a:pt x="4619380" y="1229665"/>
                    <a:pt x="4619380" y="1229665"/>
                  </a:cubicBezTo>
                  <a:lnTo>
                    <a:pt x="4607225" y="1209154"/>
                  </a:lnTo>
                  <a:cubicBezTo>
                    <a:pt x="4606972" y="1208647"/>
                    <a:pt x="4606718" y="1208141"/>
                    <a:pt x="4606212" y="1207634"/>
                  </a:cubicBezTo>
                  <a:cubicBezTo>
                    <a:pt x="4606972" y="1208900"/>
                    <a:pt x="4619633" y="1230424"/>
                    <a:pt x="4620393" y="1231437"/>
                  </a:cubicBezTo>
                  <a:cubicBezTo>
                    <a:pt x="4620139" y="1230931"/>
                    <a:pt x="4619633" y="1230171"/>
                    <a:pt x="4619380" y="1229665"/>
                  </a:cubicBezTo>
                  <a:close/>
                  <a:moveTo>
                    <a:pt x="4606212" y="1207381"/>
                  </a:moveTo>
                  <a:lnTo>
                    <a:pt x="4606212" y="1207381"/>
                  </a:lnTo>
                  <a:cubicBezTo>
                    <a:pt x="4606212" y="1207381"/>
                    <a:pt x="4606212" y="1207381"/>
                    <a:pt x="4606212" y="1207381"/>
                  </a:cubicBezTo>
                  <a:cubicBezTo>
                    <a:pt x="4606212" y="1207634"/>
                    <a:pt x="4606212" y="1207381"/>
                    <a:pt x="4606212" y="1207381"/>
                  </a:cubicBezTo>
                  <a:close/>
                  <a:moveTo>
                    <a:pt x="4612036" y="1218270"/>
                  </a:moveTo>
                  <a:cubicBezTo>
                    <a:pt x="4608997" y="1213205"/>
                    <a:pt x="4604440" y="1205355"/>
                    <a:pt x="4603426" y="1204595"/>
                  </a:cubicBezTo>
                  <a:cubicBezTo>
                    <a:pt x="4603426" y="1204849"/>
                    <a:pt x="4616341" y="1228145"/>
                    <a:pt x="4617607" y="1228399"/>
                  </a:cubicBezTo>
                  <a:cubicBezTo>
                    <a:pt x="4616848" y="1226626"/>
                    <a:pt x="4613049" y="1220042"/>
                    <a:pt x="4612036" y="1218270"/>
                  </a:cubicBezTo>
                  <a:close/>
                  <a:moveTo>
                    <a:pt x="4613049" y="1225107"/>
                  </a:moveTo>
                  <a:cubicBezTo>
                    <a:pt x="4612543" y="1223587"/>
                    <a:pt x="4608997" y="1217004"/>
                    <a:pt x="4607732" y="1214978"/>
                  </a:cubicBezTo>
                  <a:cubicBezTo>
                    <a:pt x="4604693" y="1209913"/>
                    <a:pt x="4600135" y="1202063"/>
                    <a:pt x="4598869" y="1201303"/>
                  </a:cubicBezTo>
                  <a:cubicBezTo>
                    <a:pt x="4598869" y="1201303"/>
                    <a:pt x="4598869" y="1201303"/>
                    <a:pt x="4598869" y="1201303"/>
                  </a:cubicBezTo>
                  <a:cubicBezTo>
                    <a:pt x="4599375" y="1204089"/>
                    <a:pt x="4611023" y="1223587"/>
                    <a:pt x="4613049" y="1225107"/>
                  </a:cubicBezTo>
                  <a:cubicBezTo>
                    <a:pt x="4613049" y="1225107"/>
                    <a:pt x="4613049" y="1225107"/>
                    <a:pt x="4613049" y="1225107"/>
                  </a:cubicBezTo>
                  <a:close/>
                  <a:moveTo>
                    <a:pt x="4606718" y="1222068"/>
                  </a:moveTo>
                  <a:cubicBezTo>
                    <a:pt x="4607225" y="1221055"/>
                    <a:pt x="4602414" y="1212952"/>
                    <a:pt x="4601907" y="1211939"/>
                  </a:cubicBezTo>
                  <a:cubicBezTo>
                    <a:pt x="4598869" y="1206874"/>
                    <a:pt x="4594057" y="1199278"/>
                    <a:pt x="4592538" y="1198265"/>
                  </a:cubicBezTo>
                  <a:cubicBezTo>
                    <a:pt x="4592538" y="1198265"/>
                    <a:pt x="4592538" y="1198265"/>
                    <a:pt x="4592285" y="1198265"/>
                  </a:cubicBezTo>
                  <a:cubicBezTo>
                    <a:pt x="4591778" y="1199531"/>
                    <a:pt x="4605199" y="1221815"/>
                    <a:pt x="4606718" y="1222068"/>
                  </a:cubicBezTo>
                  <a:close/>
                  <a:moveTo>
                    <a:pt x="4584688" y="1194973"/>
                  </a:moveTo>
                  <a:cubicBezTo>
                    <a:pt x="4584688" y="1194973"/>
                    <a:pt x="4584688" y="1194973"/>
                    <a:pt x="4584688" y="1194973"/>
                  </a:cubicBezTo>
                  <a:cubicBezTo>
                    <a:pt x="4583169" y="1196239"/>
                    <a:pt x="4596590" y="1218776"/>
                    <a:pt x="4598869" y="1218776"/>
                  </a:cubicBezTo>
                  <a:cubicBezTo>
                    <a:pt x="4599628" y="1218016"/>
                    <a:pt x="4594817" y="1209660"/>
                    <a:pt x="4594310" y="1208647"/>
                  </a:cubicBezTo>
                  <a:cubicBezTo>
                    <a:pt x="4591525" y="1203583"/>
                    <a:pt x="4586460" y="1195986"/>
                    <a:pt x="4584688" y="1194973"/>
                  </a:cubicBezTo>
                  <a:close/>
                  <a:moveTo>
                    <a:pt x="4575065" y="1191681"/>
                  </a:moveTo>
                  <a:cubicBezTo>
                    <a:pt x="4574812" y="1191681"/>
                    <a:pt x="4574812" y="1191681"/>
                    <a:pt x="4575065" y="1191681"/>
                  </a:cubicBezTo>
                  <a:cubicBezTo>
                    <a:pt x="4572786" y="1192187"/>
                    <a:pt x="4586207" y="1214725"/>
                    <a:pt x="4588993" y="1215484"/>
                  </a:cubicBezTo>
                  <a:cubicBezTo>
                    <a:pt x="4590259" y="1215737"/>
                    <a:pt x="4588486" y="1211433"/>
                    <a:pt x="4585195" y="1205355"/>
                  </a:cubicBezTo>
                  <a:cubicBezTo>
                    <a:pt x="4582156" y="1200291"/>
                    <a:pt x="4577091" y="1192694"/>
                    <a:pt x="4575065" y="1191681"/>
                  </a:cubicBezTo>
                  <a:close/>
                  <a:moveTo>
                    <a:pt x="4563670" y="1188389"/>
                  </a:moveTo>
                  <a:cubicBezTo>
                    <a:pt x="4563670" y="1188389"/>
                    <a:pt x="4563417" y="1188389"/>
                    <a:pt x="4563164" y="1188389"/>
                  </a:cubicBezTo>
                  <a:cubicBezTo>
                    <a:pt x="4561391" y="1190162"/>
                    <a:pt x="4574053" y="1211433"/>
                    <a:pt x="4577344" y="1212192"/>
                  </a:cubicBezTo>
                  <a:cubicBezTo>
                    <a:pt x="4578864" y="1212445"/>
                    <a:pt x="4577344" y="1208141"/>
                    <a:pt x="4573799" y="1202063"/>
                  </a:cubicBezTo>
                  <a:cubicBezTo>
                    <a:pt x="4571014" y="1196999"/>
                    <a:pt x="4565949" y="1189402"/>
                    <a:pt x="4563670" y="1188389"/>
                  </a:cubicBezTo>
                  <a:close/>
                  <a:moveTo>
                    <a:pt x="4550502" y="1185097"/>
                  </a:moveTo>
                  <a:cubicBezTo>
                    <a:pt x="4550249" y="1185097"/>
                    <a:pt x="4549996" y="1185097"/>
                    <a:pt x="4549996" y="1185097"/>
                  </a:cubicBezTo>
                  <a:cubicBezTo>
                    <a:pt x="4547970" y="1186870"/>
                    <a:pt x="4560632" y="1208141"/>
                    <a:pt x="4564177" y="1208900"/>
                  </a:cubicBezTo>
                  <a:cubicBezTo>
                    <a:pt x="4565696" y="1209154"/>
                    <a:pt x="4564430" y="1204849"/>
                    <a:pt x="4561138" y="1198771"/>
                  </a:cubicBezTo>
                  <a:cubicBezTo>
                    <a:pt x="4558352" y="1193707"/>
                    <a:pt x="4553288" y="1186110"/>
                    <a:pt x="4550502" y="1185097"/>
                  </a:cubicBezTo>
                  <a:close/>
                  <a:moveTo>
                    <a:pt x="4536069" y="1181805"/>
                  </a:moveTo>
                  <a:cubicBezTo>
                    <a:pt x="4535815" y="1181805"/>
                    <a:pt x="4535562" y="1181805"/>
                    <a:pt x="4535562" y="1181805"/>
                  </a:cubicBezTo>
                  <a:cubicBezTo>
                    <a:pt x="4533030" y="1183578"/>
                    <a:pt x="4545691" y="1204595"/>
                    <a:pt x="4549743" y="1205355"/>
                  </a:cubicBezTo>
                  <a:cubicBezTo>
                    <a:pt x="4551515" y="1205608"/>
                    <a:pt x="4550502" y="1201303"/>
                    <a:pt x="4547211" y="1195226"/>
                  </a:cubicBezTo>
                  <a:cubicBezTo>
                    <a:pt x="4544172" y="1190668"/>
                    <a:pt x="4538854" y="1182818"/>
                    <a:pt x="4536069" y="1181805"/>
                  </a:cubicBezTo>
                  <a:close/>
                  <a:moveTo>
                    <a:pt x="4533536" y="1202316"/>
                  </a:moveTo>
                  <a:cubicBezTo>
                    <a:pt x="4535562" y="1202570"/>
                    <a:pt x="4534549" y="1198265"/>
                    <a:pt x="4531257" y="1192187"/>
                  </a:cubicBezTo>
                  <a:cubicBezTo>
                    <a:pt x="4528472" y="1187123"/>
                    <a:pt x="4523154" y="1179526"/>
                    <a:pt x="4520115" y="1178513"/>
                  </a:cubicBezTo>
                  <a:cubicBezTo>
                    <a:pt x="4519862" y="1178513"/>
                    <a:pt x="4519609" y="1178513"/>
                    <a:pt x="4519356" y="1178513"/>
                  </a:cubicBezTo>
                  <a:cubicBezTo>
                    <a:pt x="4516064" y="1180792"/>
                    <a:pt x="4528472" y="1201557"/>
                    <a:pt x="4533536" y="1202316"/>
                  </a:cubicBezTo>
                  <a:close/>
                  <a:moveTo>
                    <a:pt x="4501630" y="1175474"/>
                  </a:moveTo>
                  <a:cubicBezTo>
                    <a:pt x="4498591" y="1177247"/>
                    <a:pt x="4509733" y="1196745"/>
                    <a:pt x="4515304" y="1199024"/>
                  </a:cubicBezTo>
                  <a:cubicBezTo>
                    <a:pt x="4518089" y="1200037"/>
                    <a:pt x="4517330" y="1195733"/>
                    <a:pt x="4514038" y="1189149"/>
                  </a:cubicBezTo>
                  <a:cubicBezTo>
                    <a:pt x="4511252" y="1184084"/>
                    <a:pt x="4505935" y="1176487"/>
                    <a:pt x="4502390" y="1175474"/>
                  </a:cubicBezTo>
                  <a:cubicBezTo>
                    <a:pt x="4502136" y="1175474"/>
                    <a:pt x="4501630" y="1175474"/>
                    <a:pt x="4501630" y="1175474"/>
                  </a:cubicBezTo>
                  <a:close/>
                  <a:moveTo>
                    <a:pt x="4483144" y="1172183"/>
                  </a:moveTo>
                  <a:cubicBezTo>
                    <a:pt x="4482891" y="1172183"/>
                    <a:pt x="4482638" y="1172183"/>
                    <a:pt x="4482384" y="1172183"/>
                  </a:cubicBezTo>
                  <a:cubicBezTo>
                    <a:pt x="4478839" y="1173955"/>
                    <a:pt x="4489981" y="1193454"/>
                    <a:pt x="4495805" y="1195733"/>
                  </a:cubicBezTo>
                  <a:cubicBezTo>
                    <a:pt x="4498591" y="1196745"/>
                    <a:pt x="4498338" y="1192441"/>
                    <a:pt x="4494793" y="1185857"/>
                  </a:cubicBezTo>
                  <a:cubicBezTo>
                    <a:pt x="4492260" y="1180792"/>
                    <a:pt x="4486943" y="1173195"/>
                    <a:pt x="4483144" y="1172183"/>
                  </a:cubicBezTo>
                  <a:close/>
                  <a:moveTo>
                    <a:pt x="4462633" y="1168891"/>
                  </a:moveTo>
                  <a:cubicBezTo>
                    <a:pt x="4462380" y="1168891"/>
                    <a:pt x="4462127" y="1168891"/>
                    <a:pt x="4461873" y="1168891"/>
                  </a:cubicBezTo>
                  <a:cubicBezTo>
                    <a:pt x="4457822" y="1170916"/>
                    <a:pt x="4468710" y="1190162"/>
                    <a:pt x="4475294" y="1192441"/>
                  </a:cubicBezTo>
                  <a:cubicBezTo>
                    <a:pt x="4478333" y="1193454"/>
                    <a:pt x="4478080" y="1189149"/>
                    <a:pt x="4474788" y="1182565"/>
                  </a:cubicBezTo>
                  <a:cubicBezTo>
                    <a:pt x="4472003" y="1177500"/>
                    <a:pt x="4466432" y="1169904"/>
                    <a:pt x="4462633" y="1168891"/>
                  </a:cubicBezTo>
                  <a:close/>
                  <a:moveTo>
                    <a:pt x="4440349" y="1165852"/>
                  </a:moveTo>
                  <a:cubicBezTo>
                    <a:pt x="4440096" y="1165852"/>
                    <a:pt x="4439590" y="1165852"/>
                    <a:pt x="4439336" y="1165852"/>
                  </a:cubicBezTo>
                  <a:cubicBezTo>
                    <a:pt x="4435031" y="1167624"/>
                    <a:pt x="4446173" y="1187123"/>
                    <a:pt x="4452757" y="1189149"/>
                  </a:cubicBezTo>
                  <a:cubicBezTo>
                    <a:pt x="4456049" y="1190162"/>
                    <a:pt x="4456049" y="1185857"/>
                    <a:pt x="4452757" y="1179273"/>
                  </a:cubicBezTo>
                  <a:cubicBezTo>
                    <a:pt x="4450478" y="1174715"/>
                    <a:pt x="4444907" y="1166865"/>
                    <a:pt x="4440349" y="1165852"/>
                  </a:cubicBezTo>
                  <a:close/>
                  <a:moveTo>
                    <a:pt x="4417052" y="1162560"/>
                  </a:moveTo>
                  <a:cubicBezTo>
                    <a:pt x="4416799" y="1162560"/>
                    <a:pt x="4416293" y="1162560"/>
                    <a:pt x="4416039" y="1162560"/>
                  </a:cubicBezTo>
                  <a:cubicBezTo>
                    <a:pt x="4411482" y="1164333"/>
                    <a:pt x="4422370" y="1183831"/>
                    <a:pt x="4429207" y="1185857"/>
                  </a:cubicBezTo>
                  <a:cubicBezTo>
                    <a:pt x="4432499" y="1186870"/>
                    <a:pt x="4432752" y="1182565"/>
                    <a:pt x="4429460" y="1175981"/>
                  </a:cubicBezTo>
                  <a:cubicBezTo>
                    <a:pt x="4426928" y="1171170"/>
                    <a:pt x="4421610" y="1163573"/>
                    <a:pt x="4417052" y="1162560"/>
                  </a:cubicBezTo>
                  <a:close/>
                  <a:moveTo>
                    <a:pt x="4392236" y="1159521"/>
                  </a:moveTo>
                  <a:cubicBezTo>
                    <a:pt x="4391730" y="1159521"/>
                    <a:pt x="4391223" y="1159521"/>
                    <a:pt x="4390717" y="1159774"/>
                  </a:cubicBezTo>
                  <a:cubicBezTo>
                    <a:pt x="4386665" y="1162813"/>
                    <a:pt x="4397301" y="1181045"/>
                    <a:pt x="4404138" y="1182818"/>
                  </a:cubicBezTo>
                  <a:cubicBezTo>
                    <a:pt x="4407683" y="1183831"/>
                    <a:pt x="4407936" y="1179526"/>
                    <a:pt x="4404897" y="1172942"/>
                  </a:cubicBezTo>
                  <a:cubicBezTo>
                    <a:pt x="4402618" y="1168131"/>
                    <a:pt x="4396794" y="1160534"/>
                    <a:pt x="4392236" y="1159521"/>
                  </a:cubicBezTo>
                  <a:close/>
                  <a:moveTo>
                    <a:pt x="4366154" y="1156229"/>
                  </a:moveTo>
                  <a:cubicBezTo>
                    <a:pt x="4365647" y="1156229"/>
                    <a:pt x="4365141" y="1156229"/>
                    <a:pt x="4364635" y="1156482"/>
                  </a:cubicBezTo>
                  <a:cubicBezTo>
                    <a:pt x="4360076" y="1159521"/>
                    <a:pt x="4370459" y="1177500"/>
                    <a:pt x="4378056" y="1179526"/>
                  </a:cubicBezTo>
                  <a:cubicBezTo>
                    <a:pt x="4381854" y="1180539"/>
                    <a:pt x="4382360" y="1176234"/>
                    <a:pt x="4379322" y="1169650"/>
                  </a:cubicBezTo>
                  <a:cubicBezTo>
                    <a:pt x="4376536" y="1164839"/>
                    <a:pt x="4370965" y="1157242"/>
                    <a:pt x="4366154" y="1156229"/>
                  </a:cubicBezTo>
                  <a:close/>
                  <a:moveTo>
                    <a:pt x="4338552" y="1153191"/>
                  </a:moveTo>
                  <a:cubicBezTo>
                    <a:pt x="4338299" y="1153191"/>
                    <a:pt x="4337793" y="1153191"/>
                    <a:pt x="4337286" y="1153191"/>
                  </a:cubicBezTo>
                  <a:cubicBezTo>
                    <a:pt x="4331715" y="1154963"/>
                    <a:pt x="4341084" y="1172942"/>
                    <a:pt x="4349188" y="1176234"/>
                  </a:cubicBezTo>
                  <a:cubicBezTo>
                    <a:pt x="4353746" y="1178007"/>
                    <a:pt x="4354759" y="1173702"/>
                    <a:pt x="4351467" y="1166612"/>
                  </a:cubicBezTo>
                  <a:cubicBezTo>
                    <a:pt x="4349441" y="1161800"/>
                    <a:pt x="4343617" y="1154204"/>
                    <a:pt x="4338552" y="1153191"/>
                  </a:cubicBezTo>
                  <a:close/>
                  <a:moveTo>
                    <a:pt x="4323106" y="1163826"/>
                  </a:moveTo>
                  <a:cubicBezTo>
                    <a:pt x="4320827" y="1158762"/>
                    <a:pt x="4315002" y="1151165"/>
                    <a:pt x="4309685" y="1150152"/>
                  </a:cubicBezTo>
                  <a:cubicBezTo>
                    <a:pt x="4309178" y="1150152"/>
                    <a:pt x="4308418" y="1150152"/>
                    <a:pt x="4307912" y="1150405"/>
                  </a:cubicBezTo>
                  <a:cubicBezTo>
                    <a:pt x="4303101" y="1153191"/>
                    <a:pt x="4312217" y="1170157"/>
                    <a:pt x="4320320" y="1173195"/>
                  </a:cubicBezTo>
                  <a:cubicBezTo>
                    <a:pt x="4324878" y="1174968"/>
                    <a:pt x="4326144" y="1170663"/>
                    <a:pt x="4323106" y="1163826"/>
                  </a:cubicBezTo>
                  <a:close/>
                  <a:moveTo>
                    <a:pt x="4277778" y="1147366"/>
                  </a:moveTo>
                  <a:cubicBezTo>
                    <a:pt x="4272713" y="1150152"/>
                    <a:pt x="4281577" y="1167118"/>
                    <a:pt x="4289933" y="1170157"/>
                  </a:cubicBezTo>
                  <a:cubicBezTo>
                    <a:pt x="4294744" y="1171929"/>
                    <a:pt x="4296264" y="1167371"/>
                    <a:pt x="4293225" y="1160534"/>
                  </a:cubicBezTo>
                  <a:cubicBezTo>
                    <a:pt x="4290946" y="1155470"/>
                    <a:pt x="4285375" y="1147873"/>
                    <a:pt x="4279804" y="1146860"/>
                  </a:cubicBezTo>
                  <a:cubicBezTo>
                    <a:pt x="4279044" y="1147113"/>
                    <a:pt x="4278538" y="1147113"/>
                    <a:pt x="4277778" y="1147366"/>
                  </a:cubicBezTo>
                  <a:close/>
                  <a:moveTo>
                    <a:pt x="4246378" y="1144328"/>
                  </a:moveTo>
                  <a:cubicBezTo>
                    <a:pt x="4241060" y="1147113"/>
                    <a:pt x="4249670" y="1164079"/>
                    <a:pt x="4258280" y="1167118"/>
                  </a:cubicBezTo>
                  <a:cubicBezTo>
                    <a:pt x="4263344" y="1168891"/>
                    <a:pt x="4265117" y="1164586"/>
                    <a:pt x="4262078" y="1157495"/>
                  </a:cubicBezTo>
                  <a:cubicBezTo>
                    <a:pt x="4259799" y="1152431"/>
                    <a:pt x="4254228" y="1144834"/>
                    <a:pt x="4248404" y="1143821"/>
                  </a:cubicBezTo>
                  <a:cubicBezTo>
                    <a:pt x="4247644" y="1144074"/>
                    <a:pt x="4246885" y="1144074"/>
                    <a:pt x="4246378" y="1144328"/>
                  </a:cubicBezTo>
                  <a:close/>
                  <a:moveTo>
                    <a:pt x="4213712" y="1141289"/>
                  </a:moveTo>
                  <a:cubicBezTo>
                    <a:pt x="4207888" y="1144074"/>
                    <a:pt x="4216751" y="1161041"/>
                    <a:pt x="4225360" y="1164079"/>
                  </a:cubicBezTo>
                  <a:cubicBezTo>
                    <a:pt x="4230425" y="1165852"/>
                    <a:pt x="4232451" y="1161547"/>
                    <a:pt x="4229412" y="1154457"/>
                  </a:cubicBezTo>
                  <a:cubicBezTo>
                    <a:pt x="4227386" y="1149392"/>
                    <a:pt x="4221562" y="1141795"/>
                    <a:pt x="4215485" y="1141036"/>
                  </a:cubicBezTo>
                  <a:cubicBezTo>
                    <a:pt x="4215232" y="1141036"/>
                    <a:pt x="4214471" y="1141036"/>
                    <a:pt x="4213712" y="1141289"/>
                  </a:cubicBezTo>
                  <a:close/>
                  <a:moveTo>
                    <a:pt x="4179780" y="1138250"/>
                  </a:moveTo>
                  <a:cubicBezTo>
                    <a:pt x="4174209" y="1141036"/>
                    <a:pt x="4181552" y="1156736"/>
                    <a:pt x="4190415" y="1160534"/>
                  </a:cubicBezTo>
                  <a:cubicBezTo>
                    <a:pt x="4196240" y="1163066"/>
                    <a:pt x="4198772" y="1158762"/>
                    <a:pt x="4195733" y="1151418"/>
                  </a:cubicBezTo>
                  <a:cubicBezTo>
                    <a:pt x="4193707" y="1146354"/>
                    <a:pt x="4187883" y="1138757"/>
                    <a:pt x="4181805" y="1137997"/>
                  </a:cubicBezTo>
                  <a:cubicBezTo>
                    <a:pt x="4181299" y="1137997"/>
                    <a:pt x="4180539" y="1137997"/>
                    <a:pt x="4179780" y="1138250"/>
                  </a:cubicBezTo>
                  <a:close/>
                  <a:moveTo>
                    <a:pt x="4161041" y="1148633"/>
                  </a:moveTo>
                  <a:cubicBezTo>
                    <a:pt x="4159015" y="1143568"/>
                    <a:pt x="4153444" y="1135971"/>
                    <a:pt x="4146860" y="1135212"/>
                  </a:cubicBezTo>
                  <a:cubicBezTo>
                    <a:pt x="4146100" y="1135212"/>
                    <a:pt x="4145341" y="1135212"/>
                    <a:pt x="4144581" y="1135465"/>
                  </a:cubicBezTo>
                  <a:cubicBezTo>
                    <a:pt x="4138504" y="1138250"/>
                    <a:pt x="4145594" y="1153697"/>
                    <a:pt x="4154963" y="1157749"/>
                  </a:cubicBezTo>
                  <a:cubicBezTo>
                    <a:pt x="4161294" y="1160281"/>
                    <a:pt x="4164080" y="1155976"/>
                    <a:pt x="4161041" y="1148633"/>
                  </a:cubicBezTo>
                  <a:close/>
                  <a:moveTo>
                    <a:pt x="4118752" y="1154710"/>
                  </a:moveTo>
                  <a:cubicBezTo>
                    <a:pt x="4124830" y="1157242"/>
                    <a:pt x="4127868" y="1152937"/>
                    <a:pt x="4125083" y="1145594"/>
                  </a:cubicBezTo>
                  <a:cubicBezTo>
                    <a:pt x="4123057" y="1140529"/>
                    <a:pt x="4117486" y="1133186"/>
                    <a:pt x="4110902" y="1132173"/>
                  </a:cubicBezTo>
                  <a:cubicBezTo>
                    <a:pt x="4110142" y="1132173"/>
                    <a:pt x="4109383" y="1132173"/>
                    <a:pt x="4108623" y="1132426"/>
                  </a:cubicBezTo>
                  <a:cubicBezTo>
                    <a:pt x="4102546" y="1135212"/>
                    <a:pt x="4109636" y="1150658"/>
                    <a:pt x="4118752" y="1154710"/>
                  </a:cubicBezTo>
                  <a:close/>
                  <a:moveTo>
                    <a:pt x="4081275" y="1151925"/>
                  </a:moveTo>
                  <a:cubicBezTo>
                    <a:pt x="4087605" y="1154457"/>
                    <a:pt x="4090644" y="1150152"/>
                    <a:pt x="4088112" y="1142808"/>
                  </a:cubicBezTo>
                  <a:cubicBezTo>
                    <a:pt x="4086339" y="1137744"/>
                    <a:pt x="4080515" y="1130400"/>
                    <a:pt x="4073678" y="1129387"/>
                  </a:cubicBezTo>
                  <a:cubicBezTo>
                    <a:pt x="4072918" y="1129387"/>
                    <a:pt x="4072159" y="1129387"/>
                    <a:pt x="4071399" y="1129641"/>
                  </a:cubicBezTo>
                  <a:cubicBezTo>
                    <a:pt x="4064815" y="1132173"/>
                    <a:pt x="4071905" y="1147873"/>
                    <a:pt x="4081275" y="1151925"/>
                  </a:cubicBezTo>
                  <a:close/>
                  <a:moveTo>
                    <a:pt x="4041772" y="1148379"/>
                  </a:moveTo>
                  <a:cubicBezTo>
                    <a:pt x="4048609" y="1151925"/>
                    <a:pt x="4052660" y="1147366"/>
                    <a:pt x="4049875" y="1139516"/>
                  </a:cubicBezTo>
                  <a:cubicBezTo>
                    <a:pt x="4048102" y="1134452"/>
                    <a:pt x="4042278" y="1127108"/>
                    <a:pt x="4035441" y="1126095"/>
                  </a:cubicBezTo>
                  <a:cubicBezTo>
                    <a:pt x="4034681" y="1126095"/>
                    <a:pt x="4033922" y="1126095"/>
                    <a:pt x="4032908" y="1126349"/>
                  </a:cubicBezTo>
                  <a:cubicBezTo>
                    <a:pt x="4026325" y="1129387"/>
                    <a:pt x="4032149" y="1143568"/>
                    <a:pt x="4041772" y="1148379"/>
                  </a:cubicBezTo>
                  <a:close/>
                  <a:moveTo>
                    <a:pt x="4010625" y="1136984"/>
                  </a:moveTo>
                  <a:cubicBezTo>
                    <a:pt x="4009106" y="1132426"/>
                    <a:pt x="4003535" y="1124576"/>
                    <a:pt x="3995938" y="1123563"/>
                  </a:cubicBezTo>
                  <a:cubicBezTo>
                    <a:pt x="3995178" y="1123563"/>
                    <a:pt x="3994418" y="1123563"/>
                    <a:pt x="3993405" y="1123816"/>
                  </a:cubicBezTo>
                  <a:cubicBezTo>
                    <a:pt x="3986822" y="1126349"/>
                    <a:pt x="3992393" y="1140783"/>
                    <a:pt x="4001762" y="1145594"/>
                  </a:cubicBezTo>
                  <a:cubicBezTo>
                    <a:pt x="4009106" y="1149139"/>
                    <a:pt x="4013410" y="1144834"/>
                    <a:pt x="4010625" y="1136984"/>
                  </a:cubicBezTo>
                  <a:close/>
                  <a:moveTo>
                    <a:pt x="3961245" y="1142808"/>
                  </a:moveTo>
                  <a:cubicBezTo>
                    <a:pt x="3968336" y="1146354"/>
                    <a:pt x="3972894" y="1141795"/>
                    <a:pt x="3970362" y="1133945"/>
                  </a:cubicBezTo>
                  <a:cubicBezTo>
                    <a:pt x="3968589" y="1128881"/>
                    <a:pt x="3963018" y="1121537"/>
                    <a:pt x="3955675" y="1120524"/>
                  </a:cubicBezTo>
                  <a:cubicBezTo>
                    <a:pt x="3954915" y="1120524"/>
                    <a:pt x="3953902" y="1120524"/>
                    <a:pt x="3953142" y="1120778"/>
                  </a:cubicBezTo>
                  <a:cubicBezTo>
                    <a:pt x="3946305" y="1123563"/>
                    <a:pt x="3951623" y="1137997"/>
                    <a:pt x="3961245" y="1142808"/>
                  </a:cubicBezTo>
                  <a:close/>
                  <a:moveTo>
                    <a:pt x="3919463" y="1140023"/>
                  </a:moveTo>
                  <a:cubicBezTo>
                    <a:pt x="3926554" y="1143568"/>
                    <a:pt x="3931365" y="1139010"/>
                    <a:pt x="3928833" y="1131160"/>
                  </a:cubicBezTo>
                  <a:cubicBezTo>
                    <a:pt x="3927313" y="1126095"/>
                    <a:pt x="3921742" y="1118752"/>
                    <a:pt x="3914146" y="1117739"/>
                  </a:cubicBezTo>
                  <a:cubicBezTo>
                    <a:pt x="3913386" y="1117739"/>
                    <a:pt x="3912373" y="1117739"/>
                    <a:pt x="3911613" y="1117992"/>
                  </a:cubicBezTo>
                  <a:cubicBezTo>
                    <a:pt x="3904523" y="1120778"/>
                    <a:pt x="3909841" y="1135212"/>
                    <a:pt x="3919463" y="1140023"/>
                  </a:cubicBezTo>
                  <a:close/>
                  <a:moveTo>
                    <a:pt x="3875655" y="1136731"/>
                  </a:moveTo>
                  <a:cubicBezTo>
                    <a:pt x="3883505" y="1141036"/>
                    <a:pt x="3889076" y="1136731"/>
                    <a:pt x="3886544" y="1128628"/>
                  </a:cubicBezTo>
                  <a:cubicBezTo>
                    <a:pt x="3885025" y="1123563"/>
                    <a:pt x="3879454" y="1116220"/>
                    <a:pt x="3871857" y="1115207"/>
                  </a:cubicBezTo>
                  <a:cubicBezTo>
                    <a:pt x="3871097" y="1115207"/>
                    <a:pt x="3870084" y="1115207"/>
                    <a:pt x="3869071" y="1115460"/>
                  </a:cubicBezTo>
                  <a:cubicBezTo>
                    <a:pt x="3861981" y="1117992"/>
                    <a:pt x="3866033" y="1131413"/>
                    <a:pt x="3875655" y="1136731"/>
                  </a:cubicBezTo>
                  <a:close/>
                  <a:moveTo>
                    <a:pt x="3831847" y="1133945"/>
                  </a:moveTo>
                  <a:cubicBezTo>
                    <a:pt x="3839697" y="1138250"/>
                    <a:pt x="3845775" y="1133945"/>
                    <a:pt x="3843496" y="1125842"/>
                  </a:cubicBezTo>
                  <a:cubicBezTo>
                    <a:pt x="3841976" y="1120778"/>
                    <a:pt x="3836405" y="1113434"/>
                    <a:pt x="3828555" y="1112421"/>
                  </a:cubicBezTo>
                  <a:cubicBezTo>
                    <a:pt x="3827796" y="1112421"/>
                    <a:pt x="3826783" y="1112421"/>
                    <a:pt x="3825770" y="1112674"/>
                  </a:cubicBezTo>
                  <a:cubicBezTo>
                    <a:pt x="3818426" y="1115460"/>
                    <a:pt x="3822225" y="1128628"/>
                    <a:pt x="3831847" y="1133945"/>
                  </a:cubicBezTo>
                  <a:close/>
                  <a:moveTo>
                    <a:pt x="3787279" y="1131413"/>
                  </a:moveTo>
                  <a:cubicBezTo>
                    <a:pt x="3795129" y="1135718"/>
                    <a:pt x="3801460" y="1131413"/>
                    <a:pt x="3799181" y="1123310"/>
                  </a:cubicBezTo>
                  <a:cubicBezTo>
                    <a:pt x="3797915" y="1118245"/>
                    <a:pt x="3792344" y="1110902"/>
                    <a:pt x="3784241" y="1109889"/>
                  </a:cubicBezTo>
                  <a:cubicBezTo>
                    <a:pt x="3783481" y="1109889"/>
                    <a:pt x="3782468" y="1109889"/>
                    <a:pt x="3781455" y="1110142"/>
                  </a:cubicBezTo>
                  <a:cubicBezTo>
                    <a:pt x="3773858" y="1112674"/>
                    <a:pt x="3777657" y="1126095"/>
                    <a:pt x="3787279" y="1131413"/>
                  </a:cubicBezTo>
                  <a:close/>
                  <a:moveTo>
                    <a:pt x="3739167" y="1107357"/>
                  </a:moveTo>
                  <a:cubicBezTo>
                    <a:pt x="3738407" y="1107357"/>
                    <a:pt x="3737394" y="1107357"/>
                    <a:pt x="3736128" y="1107610"/>
                  </a:cubicBezTo>
                  <a:cubicBezTo>
                    <a:pt x="3728278" y="1110142"/>
                    <a:pt x="3731823" y="1123310"/>
                    <a:pt x="3741699" y="1128881"/>
                  </a:cubicBezTo>
                  <a:cubicBezTo>
                    <a:pt x="3749802" y="1133186"/>
                    <a:pt x="3756133" y="1128881"/>
                    <a:pt x="3753854" y="1120778"/>
                  </a:cubicBezTo>
                  <a:cubicBezTo>
                    <a:pt x="3752841" y="1115713"/>
                    <a:pt x="3747270" y="1108116"/>
                    <a:pt x="3739167" y="1107357"/>
                  </a:cubicBezTo>
                  <a:close/>
                  <a:moveTo>
                    <a:pt x="3693079" y="1104824"/>
                  </a:moveTo>
                  <a:cubicBezTo>
                    <a:pt x="3692573" y="1104824"/>
                    <a:pt x="3691560" y="1104824"/>
                    <a:pt x="3691054" y="1104824"/>
                  </a:cubicBezTo>
                  <a:cubicBezTo>
                    <a:pt x="3682444" y="1106344"/>
                    <a:pt x="3684470" y="1119258"/>
                    <a:pt x="3694346" y="1125589"/>
                  </a:cubicBezTo>
                  <a:cubicBezTo>
                    <a:pt x="3702702" y="1130907"/>
                    <a:pt x="3710299" y="1126855"/>
                    <a:pt x="3708273" y="1117992"/>
                  </a:cubicBezTo>
                  <a:cubicBezTo>
                    <a:pt x="3706754" y="1112928"/>
                    <a:pt x="3701436" y="1105584"/>
                    <a:pt x="3693079" y="1104824"/>
                  </a:cubicBezTo>
                  <a:close/>
                  <a:moveTo>
                    <a:pt x="3644207" y="1102292"/>
                  </a:moveTo>
                  <a:cubicBezTo>
                    <a:pt x="3635597" y="1103812"/>
                    <a:pt x="3637370" y="1116726"/>
                    <a:pt x="3646992" y="1123057"/>
                  </a:cubicBezTo>
                  <a:cubicBezTo>
                    <a:pt x="3655349" y="1128375"/>
                    <a:pt x="3663199" y="1124070"/>
                    <a:pt x="3661173" y="1115460"/>
                  </a:cubicBezTo>
                  <a:cubicBezTo>
                    <a:pt x="3660160" y="1110395"/>
                    <a:pt x="3654589" y="1103052"/>
                    <a:pt x="3646233" y="1102292"/>
                  </a:cubicBezTo>
                  <a:cubicBezTo>
                    <a:pt x="3645473" y="1102292"/>
                    <a:pt x="3644713" y="1102292"/>
                    <a:pt x="3644207" y="1102292"/>
                  </a:cubicBezTo>
                  <a:close/>
                  <a:moveTo>
                    <a:pt x="3598626" y="1099760"/>
                  </a:moveTo>
                  <a:cubicBezTo>
                    <a:pt x="3597867" y="1099760"/>
                    <a:pt x="3597107" y="1099760"/>
                    <a:pt x="3596600" y="1099760"/>
                  </a:cubicBezTo>
                  <a:cubicBezTo>
                    <a:pt x="3587737" y="1101279"/>
                    <a:pt x="3589257" y="1114194"/>
                    <a:pt x="3599133" y="1120524"/>
                  </a:cubicBezTo>
                  <a:cubicBezTo>
                    <a:pt x="3607489" y="1125842"/>
                    <a:pt x="3615592" y="1121537"/>
                    <a:pt x="3613820" y="1112928"/>
                  </a:cubicBezTo>
                  <a:cubicBezTo>
                    <a:pt x="3612300" y="1108116"/>
                    <a:pt x="3606983" y="1100520"/>
                    <a:pt x="3598626" y="1099760"/>
                  </a:cubicBezTo>
                  <a:close/>
                  <a:moveTo>
                    <a:pt x="3550007" y="1097228"/>
                  </a:moveTo>
                  <a:cubicBezTo>
                    <a:pt x="3548994" y="1097228"/>
                    <a:pt x="3547981" y="1097228"/>
                    <a:pt x="3546715" y="1097481"/>
                  </a:cubicBezTo>
                  <a:cubicBezTo>
                    <a:pt x="3538612" y="1100013"/>
                    <a:pt x="3540384" y="1112168"/>
                    <a:pt x="3549753" y="1117992"/>
                  </a:cubicBezTo>
                  <a:cubicBezTo>
                    <a:pt x="3558110" y="1123310"/>
                    <a:pt x="3566466" y="1119005"/>
                    <a:pt x="3564694" y="1110395"/>
                  </a:cubicBezTo>
                  <a:cubicBezTo>
                    <a:pt x="3563934" y="1105584"/>
                    <a:pt x="3558617" y="1098241"/>
                    <a:pt x="3550007" y="1097228"/>
                  </a:cubicBezTo>
                  <a:close/>
                  <a:moveTo>
                    <a:pt x="3500628" y="1094949"/>
                  </a:moveTo>
                  <a:cubicBezTo>
                    <a:pt x="3499868" y="1094949"/>
                    <a:pt x="3499108" y="1094949"/>
                    <a:pt x="3498349" y="1095202"/>
                  </a:cubicBezTo>
                  <a:cubicBezTo>
                    <a:pt x="3489486" y="1096721"/>
                    <a:pt x="3489993" y="1108623"/>
                    <a:pt x="3499108" y="1115207"/>
                  </a:cubicBezTo>
                  <a:cubicBezTo>
                    <a:pt x="3507718" y="1121537"/>
                    <a:pt x="3517341" y="1117486"/>
                    <a:pt x="3515568" y="1108370"/>
                  </a:cubicBezTo>
                  <a:cubicBezTo>
                    <a:pt x="3514809" y="1103305"/>
                    <a:pt x="3509491" y="1095962"/>
                    <a:pt x="3500628" y="1094949"/>
                  </a:cubicBezTo>
                  <a:close/>
                  <a:moveTo>
                    <a:pt x="3450742" y="1092670"/>
                  </a:moveTo>
                  <a:cubicBezTo>
                    <a:pt x="3449983" y="1092670"/>
                    <a:pt x="3449223" y="1092670"/>
                    <a:pt x="3448463" y="1092923"/>
                  </a:cubicBezTo>
                  <a:cubicBezTo>
                    <a:pt x="3439600" y="1094442"/>
                    <a:pt x="3439600" y="1106344"/>
                    <a:pt x="3448717" y="1112928"/>
                  </a:cubicBezTo>
                  <a:cubicBezTo>
                    <a:pt x="3457579" y="1119258"/>
                    <a:pt x="3467202" y="1115207"/>
                    <a:pt x="3465430" y="1106091"/>
                  </a:cubicBezTo>
                  <a:cubicBezTo>
                    <a:pt x="3464670" y="1100773"/>
                    <a:pt x="3459605" y="1093429"/>
                    <a:pt x="3450742" y="1092670"/>
                  </a:cubicBezTo>
                  <a:close/>
                  <a:moveTo>
                    <a:pt x="3400097" y="1090391"/>
                  </a:moveTo>
                  <a:cubicBezTo>
                    <a:pt x="3399338" y="1090391"/>
                    <a:pt x="3398578" y="1090391"/>
                    <a:pt x="3397818" y="1090644"/>
                  </a:cubicBezTo>
                  <a:cubicBezTo>
                    <a:pt x="3388702" y="1092163"/>
                    <a:pt x="3388449" y="1104065"/>
                    <a:pt x="3397565" y="1110649"/>
                  </a:cubicBezTo>
                  <a:cubicBezTo>
                    <a:pt x="3406428" y="1116979"/>
                    <a:pt x="3416304" y="1112928"/>
                    <a:pt x="3414784" y="1103812"/>
                  </a:cubicBezTo>
                  <a:cubicBezTo>
                    <a:pt x="3414025" y="1098747"/>
                    <a:pt x="3408960" y="1091150"/>
                    <a:pt x="3400097" y="1090391"/>
                  </a:cubicBezTo>
                  <a:close/>
                  <a:moveTo>
                    <a:pt x="3348439" y="1088112"/>
                  </a:moveTo>
                  <a:cubicBezTo>
                    <a:pt x="3347679" y="1088112"/>
                    <a:pt x="3346667" y="1088112"/>
                    <a:pt x="3346160" y="1088365"/>
                  </a:cubicBezTo>
                  <a:cubicBezTo>
                    <a:pt x="3336791" y="1089884"/>
                    <a:pt x="3336537" y="1101786"/>
                    <a:pt x="3345653" y="1108370"/>
                  </a:cubicBezTo>
                  <a:cubicBezTo>
                    <a:pt x="3354263" y="1114700"/>
                    <a:pt x="3364645" y="1110649"/>
                    <a:pt x="3363380" y="1101279"/>
                  </a:cubicBezTo>
                  <a:cubicBezTo>
                    <a:pt x="3362620" y="1096721"/>
                    <a:pt x="3358062" y="1089124"/>
                    <a:pt x="3348439" y="1088112"/>
                  </a:cubicBezTo>
                  <a:close/>
                  <a:moveTo>
                    <a:pt x="3295262" y="1086086"/>
                  </a:moveTo>
                  <a:cubicBezTo>
                    <a:pt x="3285386" y="1086592"/>
                    <a:pt x="3283613" y="1098241"/>
                    <a:pt x="3292223" y="1105331"/>
                  </a:cubicBezTo>
                  <a:cubicBezTo>
                    <a:pt x="3300833" y="1112421"/>
                    <a:pt x="3312481" y="1108876"/>
                    <a:pt x="3311215" y="1099253"/>
                  </a:cubicBezTo>
                  <a:cubicBezTo>
                    <a:pt x="3310709" y="1094189"/>
                    <a:pt x="3305644" y="1086845"/>
                    <a:pt x="3296274" y="1086086"/>
                  </a:cubicBezTo>
                  <a:cubicBezTo>
                    <a:pt x="3296021" y="1086086"/>
                    <a:pt x="3295515" y="1086086"/>
                    <a:pt x="3295262" y="1086086"/>
                  </a:cubicBezTo>
                  <a:close/>
                  <a:moveTo>
                    <a:pt x="3258291" y="1097228"/>
                  </a:moveTo>
                  <a:cubicBezTo>
                    <a:pt x="3257784" y="1092163"/>
                    <a:pt x="3252973" y="1084820"/>
                    <a:pt x="3243603" y="1084060"/>
                  </a:cubicBezTo>
                  <a:cubicBezTo>
                    <a:pt x="3243350" y="1084060"/>
                    <a:pt x="3242844" y="1084060"/>
                    <a:pt x="3242337" y="1084060"/>
                  </a:cubicBezTo>
                  <a:cubicBezTo>
                    <a:pt x="3232462" y="1084566"/>
                    <a:pt x="3230436" y="1096215"/>
                    <a:pt x="3238792" y="1103305"/>
                  </a:cubicBezTo>
                  <a:cubicBezTo>
                    <a:pt x="3247908" y="1110649"/>
                    <a:pt x="3259304" y="1106850"/>
                    <a:pt x="3258291" y="1097228"/>
                  </a:cubicBezTo>
                  <a:close/>
                  <a:moveTo>
                    <a:pt x="3190426" y="1082034"/>
                  </a:moveTo>
                  <a:cubicBezTo>
                    <a:pt x="3190173" y="1082034"/>
                    <a:pt x="3189666" y="1082034"/>
                    <a:pt x="3189160" y="1082034"/>
                  </a:cubicBezTo>
                  <a:cubicBezTo>
                    <a:pt x="3179031" y="1082541"/>
                    <a:pt x="3176499" y="1094189"/>
                    <a:pt x="3185362" y="1101279"/>
                  </a:cubicBezTo>
                  <a:cubicBezTo>
                    <a:pt x="3194224" y="1108623"/>
                    <a:pt x="3205873" y="1104824"/>
                    <a:pt x="3205113" y="1094949"/>
                  </a:cubicBezTo>
                  <a:cubicBezTo>
                    <a:pt x="3204607" y="1090137"/>
                    <a:pt x="3199795" y="1082794"/>
                    <a:pt x="3190426" y="1082034"/>
                  </a:cubicBezTo>
                  <a:close/>
                  <a:moveTo>
                    <a:pt x="3082045" y="1078236"/>
                  </a:moveTo>
                  <a:cubicBezTo>
                    <a:pt x="3081539" y="1078236"/>
                    <a:pt x="3081033" y="1078236"/>
                    <a:pt x="3080779" y="1078236"/>
                  </a:cubicBezTo>
                  <a:cubicBezTo>
                    <a:pt x="3070397" y="1078742"/>
                    <a:pt x="3067612" y="1090391"/>
                    <a:pt x="3076221" y="1097481"/>
                  </a:cubicBezTo>
                  <a:cubicBezTo>
                    <a:pt x="3084831" y="1104824"/>
                    <a:pt x="3096986" y="1101026"/>
                    <a:pt x="3096479" y="1091150"/>
                  </a:cubicBezTo>
                  <a:cubicBezTo>
                    <a:pt x="3096226" y="1086339"/>
                    <a:pt x="3091415" y="1078995"/>
                    <a:pt x="3082045" y="1078236"/>
                  </a:cubicBezTo>
                  <a:close/>
                  <a:moveTo>
                    <a:pt x="3026842" y="1076210"/>
                  </a:moveTo>
                  <a:cubicBezTo>
                    <a:pt x="3014941" y="1076463"/>
                    <a:pt x="3012155" y="1087605"/>
                    <a:pt x="3019499" y="1094695"/>
                  </a:cubicBezTo>
                  <a:cubicBezTo>
                    <a:pt x="3027855" y="1103052"/>
                    <a:pt x="3041529" y="1099507"/>
                    <a:pt x="3041276" y="1089124"/>
                  </a:cubicBezTo>
                  <a:cubicBezTo>
                    <a:pt x="3041276" y="1084313"/>
                    <a:pt x="3036718" y="1076970"/>
                    <a:pt x="3026842" y="1076210"/>
                  </a:cubicBezTo>
                  <a:close/>
                  <a:moveTo>
                    <a:pt x="2971386" y="1074437"/>
                  </a:moveTo>
                  <a:cubicBezTo>
                    <a:pt x="2959484" y="1074691"/>
                    <a:pt x="2956699" y="1085833"/>
                    <a:pt x="2963789" y="1092923"/>
                  </a:cubicBezTo>
                  <a:cubicBezTo>
                    <a:pt x="2971892" y="1101026"/>
                    <a:pt x="2985820" y="1097734"/>
                    <a:pt x="2985820" y="1087352"/>
                  </a:cubicBezTo>
                  <a:cubicBezTo>
                    <a:pt x="2985566" y="1083047"/>
                    <a:pt x="2981768" y="1075197"/>
                    <a:pt x="2971386" y="1074437"/>
                  </a:cubicBezTo>
                  <a:close/>
                  <a:moveTo>
                    <a:pt x="2929604" y="1085833"/>
                  </a:moveTo>
                  <a:cubicBezTo>
                    <a:pt x="2929604" y="1080768"/>
                    <a:pt x="2925299" y="1073678"/>
                    <a:pt x="2915423" y="1072918"/>
                  </a:cubicBezTo>
                  <a:cubicBezTo>
                    <a:pt x="2903521" y="1073171"/>
                    <a:pt x="2900229" y="1084313"/>
                    <a:pt x="2907320" y="1091403"/>
                  </a:cubicBezTo>
                  <a:cubicBezTo>
                    <a:pt x="2915423" y="1099507"/>
                    <a:pt x="2929604" y="1095962"/>
                    <a:pt x="2929604" y="1085833"/>
                  </a:cubicBezTo>
                  <a:close/>
                  <a:moveTo>
                    <a:pt x="2858954" y="1071145"/>
                  </a:moveTo>
                  <a:cubicBezTo>
                    <a:pt x="2846799" y="1071399"/>
                    <a:pt x="2843507" y="1082541"/>
                    <a:pt x="2850597" y="1089631"/>
                  </a:cubicBezTo>
                  <a:cubicBezTo>
                    <a:pt x="2858447" y="1097734"/>
                    <a:pt x="2872881" y="1094189"/>
                    <a:pt x="2873134" y="1084060"/>
                  </a:cubicBezTo>
                  <a:cubicBezTo>
                    <a:pt x="2873134" y="1079249"/>
                    <a:pt x="2868829" y="1071905"/>
                    <a:pt x="2858954" y="1071145"/>
                  </a:cubicBezTo>
                  <a:close/>
                  <a:moveTo>
                    <a:pt x="2793368" y="1088112"/>
                  </a:moveTo>
                  <a:cubicBezTo>
                    <a:pt x="2801471" y="1096215"/>
                    <a:pt x="2815652" y="1092923"/>
                    <a:pt x="2816158" y="1082541"/>
                  </a:cubicBezTo>
                  <a:cubicBezTo>
                    <a:pt x="2816412" y="1077476"/>
                    <a:pt x="2812107" y="1070386"/>
                    <a:pt x="2802231" y="1069626"/>
                  </a:cubicBezTo>
                  <a:cubicBezTo>
                    <a:pt x="2789823" y="1069879"/>
                    <a:pt x="2786278" y="1081021"/>
                    <a:pt x="2793368" y="1088112"/>
                  </a:cubicBezTo>
                  <a:close/>
                  <a:moveTo>
                    <a:pt x="2744749" y="1068107"/>
                  </a:moveTo>
                  <a:cubicBezTo>
                    <a:pt x="2732341" y="1068360"/>
                    <a:pt x="2728795" y="1079502"/>
                    <a:pt x="2735632" y="1086592"/>
                  </a:cubicBezTo>
                  <a:cubicBezTo>
                    <a:pt x="2743482" y="1094695"/>
                    <a:pt x="2758170" y="1091150"/>
                    <a:pt x="2758676" y="1081021"/>
                  </a:cubicBezTo>
                  <a:cubicBezTo>
                    <a:pt x="2758929" y="1076210"/>
                    <a:pt x="2754878" y="1068866"/>
                    <a:pt x="2744749" y="1068107"/>
                  </a:cubicBezTo>
                  <a:close/>
                  <a:moveTo>
                    <a:pt x="2559894" y="1081781"/>
                  </a:moveTo>
                  <a:cubicBezTo>
                    <a:pt x="2566984" y="1090897"/>
                    <a:pt x="2583191" y="1087858"/>
                    <a:pt x="2584457" y="1076970"/>
                  </a:cubicBezTo>
                  <a:cubicBezTo>
                    <a:pt x="2584963" y="1072412"/>
                    <a:pt x="2581924" y="1064815"/>
                    <a:pt x="2571036" y="1064055"/>
                  </a:cubicBezTo>
                  <a:cubicBezTo>
                    <a:pt x="2558121" y="1064308"/>
                    <a:pt x="2554829" y="1075197"/>
                    <a:pt x="2559894" y="1081781"/>
                  </a:cubicBezTo>
                  <a:close/>
                  <a:moveTo>
                    <a:pt x="2500892" y="1080515"/>
                  </a:moveTo>
                  <a:cubicBezTo>
                    <a:pt x="2507729" y="1089631"/>
                    <a:pt x="2524189" y="1086592"/>
                    <a:pt x="2525708" y="1075703"/>
                  </a:cubicBezTo>
                  <a:cubicBezTo>
                    <a:pt x="2526468" y="1070639"/>
                    <a:pt x="2522670" y="1063549"/>
                    <a:pt x="2512287" y="1062789"/>
                  </a:cubicBezTo>
                  <a:cubicBezTo>
                    <a:pt x="2500386" y="1063295"/>
                    <a:pt x="2495574" y="1073424"/>
                    <a:pt x="2500892" y="1080515"/>
                  </a:cubicBezTo>
                  <a:close/>
                  <a:moveTo>
                    <a:pt x="2441637" y="1079502"/>
                  </a:moveTo>
                  <a:cubicBezTo>
                    <a:pt x="2448474" y="1088618"/>
                    <a:pt x="2464934" y="1085326"/>
                    <a:pt x="2466453" y="1074691"/>
                  </a:cubicBezTo>
                  <a:cubicBezTo>
                    <a:pt x="2467213" y="1070132"/>
                    <a:pt x="2464174" y="1062536"/>
                    <a:pt x="2453539" y="1061776"/>
                  </a:cubicBezTo>
                  <a:cubicBezTo>
                    <a:pt x="2441384" y="1062029"/>
                    <a:pt x="2436573" y="1072412"/>
                    <a:pt x="2441637" y="1079502"/>
                  </a:cubicBezTo>
                  <a:close/>
                  <a:moveTo>
                    <a:pt x="2394537" y="1060763"/>
                  </a:moveTo>
                  <a:cubicBezTo>
                    <a:pt x="2382129" y="1061016"/>
                    <a:pt x="2377065" y="1071145"/>
                    <a:pt x="2382129" y="1078489"/>
                  </a:cubicBezTo>
                  <a:cubicBezTo>
                    <a:pt x="2388713" y="1087605"/>
                    <a:pt x="2405426" y="1084313"/>
                    <a:pt x="2407198" y="1073678"/>
                  </a:cubicBezTo>
                  <a:cubicBezTo>
                    <a:pt x="2408211" y="1068866"/>
                    <a:pt x="2405426" y="1061523"/>
                    <a:pt x="2394537" y="1060763"/>
                  </a:cubicBezTo>
                  <a:close/>
                  <a:moveTo>
                    <a:pt x="2347944" y="1072665"/>
                  </a:moveTo>
                  <a:cubicBezTo>
                    <a:pt x="2348957" y="1067853"/>
                    <a:pt x="2345411" y="1060510"/>
                    <a:pt x="2335029" y="1060004"/>
                  </a:cubicBezTo>
                  <a:cubicBezTo>
                    <a:pt x="2322874" y="1060257"/>
                    <a:pt x="2317303" y="1070639"/>
                    <a:pt x="2322368" y="1077729"/>
                  </a:cubicBezTo>
                  <a:cubicBezTo>
                    <a:pt x="2329205" y="1086592"/>
                    <a:pt x="2345918" y="1083300"/>
                    <a:pt x="2347944" y="1072665"/>
                  </a:cubicBezTo>
                  <a:close/>
                  <a:moveTo>
                    <a:pt x="2288182" y="1071652"/>
                  </a:moveTo>
                  <a:cubicBezTo>
                    <a:pt x="2289195" y="1067094"/>
                    <a:pt x="2286663" y="1059497"/>
                    <a:pt x="2275774" y="1058991"/>
                  </a:cubicBezTo>
                  <a:cubicBezTo>
                    <a:pt x="2263366" y="1059244"/>
                    <a:pt x="2257795" y="1069626"/>
                    <a:pt x="2262860" y="1076716"/>
                  </a:cubicBezTo>
                  <a:cubicBezTo>
                    <a:pt x="2269190" y="1085579"/>
                    <a:pt x="2286157" y="1082541"/>
                    <a:pt x="2288182" y="1071652"/>
                  </a:cubicBezTo>
                  <a:close/>
                  <a:moveTo>
                    <a:pt x="2228421" y="1070892"/>
                  </a:moveTo>
                  <a:cubicBezTo>
                    <a:pt x="2229434" y="1066334"/>
                    <a:pt x="2226902" y="1058737"/>
                    <a:pt x="2216266" y="1058231"/>
                  </a:cubicBezTo>
                  <a:cubicBezTo>
                    <a:pt x="2203858" y="1058484"/>
                    <a:pt x="2198034" y="1068866"/>
                    <a:pt x="2202845" y="1075957"/>
                  </a:cubicBezTo>
                  <a:cubicBezTo>
                    <a:pt x="2209176" y="1084820"/>
                    <a:pt x="2226142" y="1081528"/>
                    <a:pt x="2228421" y="1070892"/>
                  </a:cubicBezTo>
                  <a:close/>
                  <a:moveTo>
                    <a:pt x="1254008" y="1071905"/>
                  </a:moveTo>
                  <a:cubicBezTo>
                    <a:pt x="1256287" y="1067347"/>
                    <a:pt x="1256793" y="1059750"/>
                    <a:pt x="1248437" y="1059497"/>
                  </a:cubicBezTo>
                  <a:cubicBezTo>
                    <a:pt x="1238308" y="1060257"/>
                    <a:pt x="1230205" y="1071399"/>
                    <a:pt x="1232737" y="1078236"/>
                  </a:cubicBezTo>
                  <a:cubicBezTo>
                    <a:pt x="1235776" y="1086086"/>
                    <a:pt x="1248943" y="1082034"/>
                    <a:pt x="1254008" y="1071905"/>
                  </a:cubicBezTo>
                  <a:close/>
                  <a:moveTo>
                    <a:pt x="1208427" y="1072665"/>
                  </a:moveTo>
                  <a:cubicBezTo>
                    <a:pt x="1210959" y="1067600"/>
                    <a:pt x="1210959" y="1060510"/>
                    <a:pt x="1203363" y="1060257"/>
                  </a:cubicBezTo>
                  <a:cubicBezTo>
                    <a:pt x="1193487" y="1061016"/>
                    <a:pt x="1185637" y="1072412"/>
                    <a:pt x="1187663" y="1078995"/>
                  </a:cubicBezTo>
                  <a:cubicBezTo>
                    <a:pt x="1189942" y="1087099"/>
                    <a:pt x="1203363" y="1082794"/>
                    <a:pt x="1208427" y="1072665"/>
                  </a:cubicBezTo>
                  <a:close/>
                  <a:moveTo>
                    <a:pt x="1163606" y="1073678"/>
                  </a:moveTo>
                  <a:cubicBezTo>
                    <a:pt x="1165885" y="1069120"/>
                    <a:pt x="1166898" y="1061523"/>
                    <a:pt x="1159048" y="1061270"/>
                  </a:cubicBezTo>
                  <a:cubicBezTo>
                    <a:pt x="1149426" y="1062029"/>
                    <a:pt x="1141322" y="1073424"/>
                    <a:pt x="1143348" y="1080262"/>
                  </a:cubicBezTo>
                  <a:cubicBezTo>
                    <a:pt x="1145627" y="1087858"/>
                    <a:pt x="1158542" y="1083807"/>
                    <a:pt x="1163606" y="1073678"/>
                  </a:cubicBezTo>
                  <a:close/>
                  <a:moveTo>
                    <a:pt x="1120051" y="1074691"/>
                  </a:moveTo>
                  <a:cubicBezTo>
                    <a:pt x="1122330" y="1070132"/>
                    <a:pt x="1123343" y="1062536"/>
                    <a:pt x="1115747" y="1062283"/>
                  </a:cubicBezTo>
                  <a:cubicBezTo>
                    <a:pt x="1106124" y="1063042"/>
                    <a:pt x="1098021" y="1074437"/>
                    <a:pt x="1100046" y="1081274"/>
                  </a:cubicBezTo>
                  <a:cubicBezTo>
                    <a:pt x="1102072" y="1089124"/>
                    <a:pt x="1114734" y="1085073"/>
                    <a:pt x="1120051" y="1074691"/>
                  </a:cubicBezTo>
                  <a:close/>
                  <a:moveTo>
                    <a:pt x="658167" y="1082541"/>
                  </a:moveTo>
                  <a:cubicBezTo>
                    <a:pt x="651077" y="1083554"/>
                    <a:pt x="641201" y="1098494"/>
                    <a:pt x="642467" y="1103812"/>
                  </a:cubicBezTo>
                  <a:cubicBezTo>
                    <a:pt x="643480" y="1108370"/>
                    <a:pt x="651583" y="1103305"/>
                    <a:pt x="657154" y="1094695"/>
                  </a:cubicBezTo>
                  <a:cubicBezTo>
                    <a:pt x="660193" y="1089631"/>
                    <a:pt x="662472" y="1082541"/>
                    <a:pt x="658167" y="1082541"/>
                  </a:cubicBezTo>
                  <a:close/>
                  <a:moveTo>
                    <a:pt x="630059" y="1096721"/>
                  </a:moveTo>
                  <a:cubicBezTo>
                    <a:pt x="633098" y="1091657"/>
                    <a:pt x="635630" y="1084566"/>
                    <a:pt x="631579" y="1084566"/>
                  </a:cubicBezTo>
                  <a:cubicBezTo>
                    <a:pt x="624742" y="1085579"/>
                    <a:pt x="614866" y="1100520"/>
                    <a:pt x="615879" y="1105837"/>
                  </a:cubicBezTo>
                  <a:cubicBezTo>
                    <a:pt x="616892" y="1110395"/>
                    <a:pt x="624488" y="1105584"/>
                    <a:pt x="630059" y="1096721"/>
                  </a:cubicBezTo>
                  <a:close/>
                  <a:moveTo>
                    <a:pt x="604483" y="1098747"/>
                  </a:moveTo>
                  <a:cubicBezTo>
                    <a:pt x="607522" y="1093682"/>
                    <a:pt x="610308" y="1086592"/>
                    <a:pt x="606256" y="1086592"/>
                  </a:cubicBezTo>
                  <a:cubicBezTo>
                    <a:pt x="599672" y="1087605"/>
                    <a:pt x="589796" y="1102545"/>
                    <a:pt x="590556" y="1107863"/>
                  </a:cubicBezTo>
                  <a:cubicBezTo>
                    <a:pt x="591316" y="1112674"/>
                    <a:pt x="598659" y="1107610"/>
                    <a:pt x="604483" y="1098747"/>
                  </a:cubicBezTo>
                  <a:close/>
                  <a:moveTo>
                    <a:pt x="566753" y="1110649"/>
                  </a:moveTo>
                  <a:cubicBezTo>
                    <a:pt x="567766" y="1114194"/>
                    <a:pt x="574856" y="1109129"/>
                    <a:pt x="579921" y="1100773"/>
                  </a:cubicBezTo>
                  <a:cubicBezTo>
                    <a:pt x="583213" y="1095708"/>
                    <a:pt x="585998" y="1088618"/>
                    <a:pt x="582200" y="1088618"/>
                  </a:cubicBezTo>
                  <a:cubicBezTo>
                    <a:pt x="575869" y="1089884"/>
                    <a:pt x="565487" y="1105837"/>
                    <a:pt x="566753" y="1110649"/>
                  </a:cubicBezTo>
                  <a:close/>
                  <a:moveTo>
                    <a:pt x="557130" y="1103052"/>
                  </a:moveTo>
                  <a:cubicBezTo>
                    <a:pt x="560422" y="1097987"/>
                    <a:pt x="563208" y="1090897"/>
                    <a:pt x="559663" y="1090897"/>
                  </a:cubicBezTo>
                  <a:cubicBezTo>
                    <a:pt x="553585" y="1092163"/>
                    <a:pt x="543203" y="1108116"/>
                    <a:pt x="544216" y="1112928"/>
                  </a:cubicBezTo>
                  <a:cubicBezTo>
                    <a:pt x="544975" y="1116473"/>
                    <a:pt x="551813" y="1111408"/>
                    <a:pt x="557130" y="1103052"/>
                  </a:cubicBezTo>
                  <a:close/>
                  <a:moveTo>
                    <a:pt x="522945" y="1115207"/>
                  </a:moveTo>
                  <a:cubicBezTo>
                    <a:pt x="523451" y="1118752"/>
                    <a:pt x="530035" y="1113687"/>
                    <a:pt x="535353" y="1105331"/>
                  </a:cubicBezTo>
                  <a:cubicBezTo>
                    <a:pt x="538645" y="1100266"/>
                    <a:pt x="541683" y="1093176"/>
                    <a:pt x="538392" y="1093176"/>
                  </a:cubicBezTo>
                  <a:cubicBezTo>
                    <a:pt x="532821" y="1094442"/>
                    <a:pt x="522185" y="1110395"/>
                    <a:pt x="522945" y="1115207"/>
                  </a:cubicBezTo>
                  <a:close/>
                  <a:moveTo>
                    <a:pt x="391267" y="1142302"/>
                  </a:moveTo>
                  <a:cubicBezTo>
                    <a:pt x="392533" y="1141289"/>
                    <a:pt x="396838" y="1134958"/>
                    <a:pt x="399371" y="1131160"/>
                  </a:cubicBezTo>
                  <a:cubicBezTo>
                    <a:pt x="401903" y="1127362"/>
                    <a:pt x="405954" y="1120778"/>
                    <a:pt x="406461" y="1119258"/>
                  </a:cubicBezTo>
                  <a:cubicBezTo>
                    <a:pt x="406461" y="1119258"/>
                    <a:pt x="406461" y="1119258"/>
                    <a:pt x="406461" y="1119258"/>
                  </a:cubicBezTo>
                  <a:cubicBezTo>
                    <a:pt x="404182" y="1120524"/>
                    <a:pt x="392027" y="1139263"/>
                    <a:pt x="391267" y="1142302"/>
                  </a:cubicBezTo>
                  <a:cubicBezTo>
                    <a:pt x="391267" y="1142049"/>
                    <a:pt x="391267" y="1142302"/>
                    <a:pt x="391267" y="1142302"/>
                  </a:cubicBezTo>
                  <a:close/>
                  <a:moveTo>
                    <a:pt x="394053" y="1133945"/>
                  </a:moveTo>
                  <a:cubicBezTo>
                    <a:pt x="396079" y="1130654"/>
                    <a:pt x="401143" y="1122804"/>
                    <a:pt x="401396" y="1121791"/>
                  </a:cubicBezTo>
                  <a:cubicBezTo>
                    <a:pt x="400637" y="1122550"/>
                    <a:pt x="386709" y="1143062"/>
                    <a:pt x="386456" y="1145087"/>
                  </a:cubicBezTo>
                  <a:cubicBezTo>
                    <a:pt x="387469" y="1144328"/>
                    <a:pt x="391774" y="1137744"/>
                    <a:pt x="394053" y="1133945"/>
                  </a:cubicBezTo>
                  <a:close/>
                  <a:moveTo>
                    <a:pt x="398104" y="1124576"/>
                  </a:moveTo>
                  <a:cubicBezTo>
                    <a:pt x="397345" y="1125336"/>
                    <a:pt x="384177" y="1145847"/>
                    <a:pt x="383164" y="1147873"/>
                  </a:cubicBezTo>
                  <a:cubicBezTo>
                    <a:pt x="385950" y="1144328"/>
                    <a:pt x="388229" y="1140276"/>
                    <a:pt x="390508" y="1136731"/>
                  </a:cubicBezTo>
                  <a:cubicBezTo>
                    <a:pt x="392787" y="1133439"/>
                    <a:pt x="397598" y="1125842"/>
                    <a:pt x="398104" y="1124576"/>
                  </a:cubicBezTo>
                  <a:close/>
                  <a:moveTo>
                    <a:pt x="4588993" y="1179020"/>
                  </a:moveTo>
                  <a:lnTo>
                    <a:pt x="4588993" y="1179020"/>
                  </a:lnTo>
                  <a:lnTo>
                    <a:pt x="4574812" y="1156229"/>
                  </a:lnTo>
                  <a:cubicBezTo>
                    <a:pt x="4574812" y="1156229"/>
                    <a:pt x="4574559" y="1155976"/>
                    <a:pt x="4574559" y="1155976"/>
                  </a:cubicBezTo>
                  <a:lnTo>
                    <a:pt x="4574559" y="1155976"/>
                  </a:lnTo>
                  <a:cubicBezTo>
                    <a:pt x="4575065" y="1156989"/>
                    <a:pt x="4588233" y="1178260"/>
                    <a:pt x="4589246" y="1179526"/>
                  </a:cubicBezTo>
                  <a:cubicBezTo>
                    <a:pt x="4589246" y="1179273"/>
                    <a:pt x="4588993" y="1179020"/>
                    <a:pt x="4588993" y="1179020"/>
                  </a:cubicBezTo>
                  <a:close/>
                  <a:moveTo>
                    <a:pt x="4580636" y="1166358"/>
                  </a:moveTo>
                  <a:cubicBezTo>
                    <a:pt x="4577598" y="1161294"/>
                    <a:pt x="4572786" y="1153697"/>
                    <a:pt x="4571773" y="1152684"/>
                  </a:cubicBezTo>
                  <a:cubicBezTo>
                    <a:pt x="4571773" y="1152937"/>
                    <a:pt x="4585195" y="1175728"/>
                    <a:pt x="4586460" y="1175981"/>
                  </a:cubicBezTo>
                  <a:cubicBezTo>
                    <a:pt x="4585701" y="1174715"/>
                    <a:pt x="4581902" y="1168384"/>
                    <a:pt x="4580636" y="1166358"/>
                  </a:cubicBezTo>
                  <a:close/>
                  <a:moveTo>
                    <a:pt x="4581902" y="1172942"/>
                  </a:moveTo>
                  <a:cubicBezTo>
                    <a:pt x="4581396" y="1171423"/>
                    <a:pt x="4577598" y="1165092"/>
                    <a:pt x="4576585" y="1163320"/>
                  </a:cubicBezTo>
                  <a:cubicBezTo>
                    <a:pt x="4573546" y="1158255"/>
                    <a:pt x="4568482" y="1150658"/>
                    <a:pt x="4567468" y="1149645"/>
                  </a:cubicBezTo>
                  <a:cubicBezTo>
                    <a:pt x="4567468" y="1149645"/>
                    <a:pt x="4567468" y="1149645"/>
                    <a:pt x="4567468" y="1149645"/>
                  </a:cubicBezTo>
                  <a:cubicBezTo>
                    <a:pt x="4567975" y="1152684"/>
                    <a:pt x="4579877" y="1171423"/>
                    <a:pt x="4581902" y="1172942"/>
                  </a:cubicBezTo>
                  <a:cubicBezTo>
                    <a:pt x="4581902" y="1173195"/>
                    <a:pt x="4581902" y="1173195"/>
                    <a:pt x="4581902" y="1172942"/>
                  </a:cubicBezTo>
                  <a:close/>
                  <a:moveTo>
                    <a:pt x="4575825" y="1169904"/>
                  </a:moveTo>
                  <a:cubicBezTo>
                    <a:pt x="4575572" y="1168384"/>
                    <a:pt x="4571773" y="1162053"/>
                    <a:pt x="4570760" y="1160281"/>
                  </a:cubicBezTo>
                  <a:cubicBezTo>
                    <a:pt x="4567722" y="1155216"/>
                    <a:pt x="4562657" y="1147620"/>
                    <a:pt x="4561138" y="1146607"/>
                  </a:cubicBezTo>
                  <a:cubicBezTo>
                    <a:pt x="4561138" y="1146607"/>
                    <a:pt x="4560885" y="1146607"/>
                    <a:pt x="4560885" y="1146607"/>
                  </a:cubicBezTo>
                  <a:cubicBezTo>
                    <a:pt x="4561391" y="1149392"/>
                    <a:pt x="4573293" y="1168384"/>
                    <a:pt x="4575825" y="1169904"/>
                  </a:cubicBezTo>
                  <a:cubicBezTo>
                    <a:pt x="4575825" y="1169904"/>
                    <a:pt x="4575825" y="1169904"/>
                    <a:pt x="4575825" y="1169904"/>
                  </a:cubicBezTo>
                  <a:close/>
                  <a:moveTo>
                    <a:pt x="4553288" y="1143568"/>
                  </a:moveTo>
                  <a:cubicBezTo>
                    <a:pt x="4553288" y="1143568"/>
                    <a:pt x="4553288" y="1143568"/>
                    <a:pt x="4553288" y="1143568"/>
                  </a:cubicBezTo>
                  <a:cubicBezTo>
                    <a:pt x="4552022" y="1144834"/>
                    <a:pt x="4565696" y="1166612"/>
                    <a:pt x="4567975" y="1166865"/>
                  </a:cubicBezTo>
                  <a:cubicBezTo>
                    <a:pt x="4568735" y="1166105"/>
                    <a:pt x="4564177" y="1158508"/>
                    <a:pt x="4563417" y="1156989"/>
                  </a:cubicBezTo>
                  <a:cubicBezTo>
                    <a:pt x="4560378" y="1151925"/>
                    <a:pt x="4555061" y="1144581"/>
                    <a:pt x="4553288" y="1143568"/>
                  </a:cubicBezTo>
                  <a:close/>
                  <a:moveTo>
                    <a:pt x="4543919" y="1140276"/>
                  </a:moveTo>
                  <a:cubicBezTo>
                    <a:pt x="4543665" y="1140276"/>
                    <a:pt x="4543665" y="1140276"/>
                    <a:pt x="4543919" y="1140276"/>
                  </a:cubicBezTo>
                  <a:cubicBezTo>
                    <a:pt x="4541386" y="1141036"/>
                    <a:pt x="4555061" y="1162813"/>
                    <a:pt x="4558352" y="1163573"/>
                  </a:cubicBezTo>
                  <a:cubicBezTo>
                    <a:pt x="4559618" y="1163826"/>
                    <a:pt x="4557846" y="1159774"/>
                    <a:pt x="4554301" y="1153950"/>
                  </a:cubicBezTo>
                  <a:cubicBezTo>
                    <a:pt x="4551009" y="1148886"/>
                    <a:pt x="4545944" y="1141289"/>
                    <a:pt x="4543919" y="1140276"/>
                  </a:cubicBezTo>
                  <a:close/>
                  <a:moveTo>
                    <a:pt x="4532523" y="1137237"/>
                  </a:moveTo>
                  <a:cubicBezTo>
                    <a:pt x="4532523" y="1137237"/>
                    <a:pt x="4532270" y="1137237"/>
                    <a:pt x="4532017" y="1137237"/>
                  </a:cubicBezTo>
                  <a:cubicBezTo>
                    <a:pt x="4530498" y="1139010"/>
                    <a:pt x="4543412" y="1159774"/>
                    <a:pt x="4546704" y="1160534"/>
                  </a:cubicBezTo>
                  <a:cubicBezTo>
                    <a:pt x="4548223" y="1160787"/>
                    <a:pt x="4546451" y="1156736"/>
                    <a:pt x="4543159" y="1150912"/>
                  </a:cubicBezTo>
                  <a:cubicBezTo>
                    <a:pt x="4540373" y="1145594"/>
                    <a:pt x="4535056" y="1138250"/>
                    <a:pt x="4532523" y="1137237"/>
                  </a:cubicBezTo>
                  <a:close/>
                  <a:moveTo>
                    <a:pt x="4519862" y="1133945"/>
                  </a:moveTo>
                  <a:cubicBezTo>
                    <a:pt x="4519609" y="1133945"/>
                    <a:pt x="4519609" y="1133945"/>
                    <a:pt x="4519356" y="1133945"/>
                  </a:cubicBezTo>
                  <a:cubicBezTo>
                    <a:pt x="4517330" y="1135718"/>
                    <a:pt x="4530498" y="1156229"/>
                    <a:pt x="4534043" y="1156989"/>
                  </a:cubicBezTo>
                  <a:cubicBezTo>
                    <a:pt x="4535562" y="1157242"/>
                    <a:pt x="4534296" y="1153191"/>
                    <a:pt x="4530751" y="1147366"/>
                  </a:cubicBezTo>
                  <a:cubicBezTo>
                    <a:pt x="4527712" y="1142555"/>
                    <a:pt x="4522394" y="1134958"/>
                    <a:pt x="4519862" y="1133945"/>
                  </a:cubicBezTo>
                  <a:close/>
                  <a:moveTo>
                    <a:pt x="4505428" y="1130654"/>
                  </a:moveTo>
                  <a:cubicBezTo>
                    <a:pt x="4505175" y="1130654"/>
                    <a:pt x="4504922" y="1130654"/>
                    <a:pt x="4504922" y="1130654"/>
                  </a:cubicBezTo>
                  <a:cubicBezTo>
                    <a:pt x="4502643" y="1132426"/>
                    <a:pt x="4515557" y="1152937"/>
                    <a:pt x="4519609" y="1153697"/>
                  </a:cubicBezTo>
                  <a:cubicBezTo>
                    <a:pt x="4521381" y="1153950"/>
                    <a:pt x="4520115" y="1149899"/>
                    <a:pt x="4516823" y="1144074"/>
                  </a:cubicBezTo>
                  <a:cubicBezTo>
                    <a:pt x="4513785" y="1139263"/>
                    <a:pt x="4508467" y="1131666"/>
                    <a:pt x="4505428" y="1130654"/>
                  </a:cubicBezTo>
                  <a:close/>
                  <a:moveTo>
                    <a:pt x="4489728" y="1127615"/>
                  </a:moveTo>
                  <a:cubicBezTo>
                    <a:pt x="4489475" y="1127615"/>
                    <a:pt x="4489222" y="1127615"/>
                    <a:pt x="4489222" y="1127615"/>
                  </a:cubicBezTo>
                  <a:cubicBezTo>
                    <a:pt x="4486183" y="1129641"/>
                    <a:pt x="4499097" y="1149899"/>
                    <a:pt x="4503909" y="1150658"/>
                  </a:cubicBezTo>
                  <a:cubicBezTo>
                    <a:pt x="4505935" y="1150912"/>
                    <a:pt x="4504922" y="1146860"/>
                    <a:pt x="4501376" y="1141036"/>
                  </a:cubicBezTo>
                  <a:cubicBezTo>
                    <a:pt x="4498338" y="1135971"/>
                    <a:pt x="4492767" y="1128628"/>
                    <a:pt x="4489728" y="1127615"/>
                  </a:cubicBezTo>
                  <a:close/>
                  <a:moveTo>
                    <a:pt x="4472256" y="1124323"/>
                  </a:moveTo>
                  <a:cubicBezTo>
                    <a:pt x="4472003" y="1124323"/>
                    <a:pt x="4471749" y="1124323"/>
                    <a:pt x="4471496" y="1124323"/>
                  </a:cubicBezTo>
                  <a:cubicBezTo>
                    <a:pt x="4468204" y="1126349"/>
                    <a:pt x="4480865" y="1146607"/>
                    <a:pt x="4485930" y="1147366"/>
                  </a:cubicBezTo>
                  <a:cubicBezTo>
                    <a:pt x="4487955" y="1147620"/>
                    <a:pt x="4487196" y="1143568"/>
                    <a:pt x="4483904" y="1137744"/>
                  </a:cubicBezTo>
                  <a:cubicBezTo>
                    <a:pt x="4481119" y="1132933"/>
                    <a:pt x="4475548" y="1125336"/>
                    <a:pt x="4472256" y="1124323"/>
                  </a:cubicBezTo>
                  <a:close/>
                  <a:moveTo>
                    <a:pt x="4453517" y="1121284"/>
                  </a:moveTo>
                  <a:cubicBezTo>
                    <a:pt x="4453264" y="1121284"/>
                    <a:pt x="4453011" y="1121284"/>
                    <a:pt x="4452757" y="1121284"/>
                  </a:cubicBezTo>
                  <a:cubicBezTo>
                    <a:pt x="4449465" y="1123057"/>
                    <a:pt x="4460861" y="1142049"/>
                    <a:pt x="4466685" y="1144328"/>
                  </a:cubicBezTo>
                  <a:cubicBezTo>
                    <a:pt x="4469470" y="1145341"/>
                    <a:pt x="4468964" y="1141289"/>
                    <a:pt x="4465418" y="1134705"/>
                  </a:cubicBezTo>
                  <a:cubicBezTo>
                    <a:pt x="4462633" y="1129641"/>
                    <a:pt x="4457062" y="1122297"/>
                    <a:pt x="4453517" y="1121284"/>
                  </a:cubicBezTo>
                  <a:close/>
                  <a:moveTo>
                    <a:pt x="4433259" y="1117992"/>
                  </a:moveTo>
                  <a:cubicBezTo>
                    <a:pt x="4433006" y="1117992"/>
                    <a:pt x="4432752" y="1117992"/>
                    <a:pt x="4432499" y="1117992"/>
                  </a:cubicBezTo>
                  <a:cubicBezTo>
                    <a:pt x="4428701" y="1119765"/>
                    <a:pt x="4440349" y="1138757"/>
                    <a:pt x="4446426" y="1141036"/>
                  </a:cubicBezTo>
                  <a:cubicBezTo>
                    <a:pt x="4449465" y="1142049"/>
                    <a:pt x="4449212" y="1137997"/>
                    <a:pt x="4445667" y="1131413"/>
                  </a:cubicBezTo>
                  <a:cubicBezTo>
                    <a:pt x="4442628" y="1126602"/>
                    <a:pt x="4437057" y="1119005"/>
                    <a:pt x="4433259" y="1117992"/>
                  </a:cubicBezTo>
                  <a:close/>
                  <a:moveTo>
                    <a:pt x="4411482" y="1114953"/>
                  </a:moveTo>
                  <a:cubicBezTo>
                    <a:pt x="4411228" y="1114953"/>
                    <a:pt x="4410722" y="1114953"/>
                    <a:pt x="4410468" y="1114953"/>
                  </a:cubicBezTo>
                  <a:cubicBezTo>
                    <a:pt x="4406417" y="1116726"/>
                    <a:pt x="4417812" y="1135718"/>
                    <a:pt x="4424143" y="1137744"/>
                  </a:cubicBezTo>
                  <a:cubicBezTo>
                    <a:pt x="4427435" y="1138757"/>
                    <a:pt x="4427181" y="1134705"/>
                    <a:pt x="4423889" y="1128121"/>
                  </a:cubicBezTo>
                  <a:cubicBezTo>
                    <a:pt x="4421357" y="1123816"/>
                    <a:pt x="4415786" y="1115966"/>
                    <a:pt x="4411482" y="1114953"/>
                  </a:cubicBezTo>
                  <a:close/>
                  <a:moveTo>
                    <a:pt x="4388438" y="1111662"/>
                  </a:moveTo>
                  <a:cubicBezTo>
                    <a:pt x="4388184" y="1111662"/>
                    <a:pt x="4387678" y="1111662"/>
                    <a:pt x="4387425" y="1111662"/>
                  </a:cubicBezTo>
                  <a:cubicBezTo>
                    <a:pt x="4382867" y="1113434"/>
                    <a:pt x="4394262" y="1132426"/>
                    <a:pt x="4401099" y="1134452"/>
                  </a:cubicBezTo>
                  <a:cubicBezTo>
                    <a:pt x="4404391" y="1135465"/>
                    <a:pt x="4404391" y="1131160"/>
                    <a:pt x="4401099" y="1124829"/>
                  </a:cubicBezTo>
                  <a:cubicBezTo>
                    <a:pt x="4398314" y="1120271"/>
                    <a:pt x="4392743" y="1112674"/>
                    <a:pt x="4388438" y="1111662"/>
                  </a:cubicBezTo>
                  <a:close/>
                  <a:moveTo>
                    <a:pt x="4363875" y="1108623"/>
                  </a:moveTo>
                  <a:cubicBezTo>
                    <a:pt x="4363368" y="1108623"/>
                    <a:pt x="4362862" y="1108623"/>
                    <a:pt x="4362356" y="1108876"/>
                  </a:cubicBezTo>
                  <a:cubicBezTo>
                    <a:pt x="4358557" y="1111915"/>
                    <a:pt x="4369446" y="1129641"/>
                    <a:pt x="4376283" y="1131413"/>
                  </a:cubicBezTo>
                  <a:cubicBezTo>
                    <a:pt x="4379828" y="1132426"/>
                    <a:pt x="4380081" y="1128121"/>
                    <a:pt x="4376789" y="1121791"/>
                  </a:cubicBezTo>
                  <a:cubicBezTo>
                    <a:pt x="4374257" y="1116979"/>
                    <a:pt x="4368433" y="1109636"/>
                    <a:pt x="4363875" y="1108623"/>
                  </a:cubicBezTo>
                  <a:close/>
                  <a:moveTo>
                    <a:pt x="4338046" y="1105584"/>
                  </a:moveTo>
                  <a:cubicBezTo>
                    <a:pt x="4337539" y="1105584"/>
                    <a:pt x="4337033" y="1105584"/>
                    <a:pt x="4336527" y="1105837"/>
                  </a:cubicBezTo>
                  <a:cubicBezTo>
                    <a:pt x="4332222" y="1108876"/>
                    <a:pt x="4342857" y="1126349"/>
                    <a:pt x="4350201" y="1128375"/>
                  </a:cubicBezTo>
                  <a:cubicBezTo>
                    <a:pt x="4353999" y="1129387"/>
                    <a:pt x="4354252" y="1125083"/>
                    <a:pt x="4351214" y="1118752"/>
                  </a:cubicBezTo>
                  <a:cubicBezTo>
                    <a:pt x="4348681" y="1113941"/>
                    <a:pt x="4343110" y="1106597"/>
                    <a:pt x="4338046" y="1105584"/>
                  </a:cubicBezTo>
                  <a:close/>
                  <a:moveTo>
                    <a:pt x="4310951" y="1102545"/>
                  </a:moveTo>
                  <a:cubicBezTo>
                    <a:pt x="4310697" y="1102545"/>
                    <a:pt x="4310191" y="1102545"/>
                    <a:pt x="4309685" y="1102545"/>
                  </a:cubicBezTo>
                  <a:cubicBezTo>
                    <a:pt x="4304367" y="1104318"/>
                    <a:pt x="4314243" y="1122044"/>
                    <a:pt x="4322092" y="1125083"/>
                  </a:cubicBezTo>
                  <a:cubicBezTo>
                    <a:pt x="4326651" y="1126855"/>
                    <a:pt x="4327663" y="1122550"/>
                    <a:pt x="4324118" y="1115713"/>
                  </a:cubicBezTo>
                  <a:cubicBezTo>
                    <a:pt x="4321839" y="1110902"/>
                    <a:pt x="4316268" y="1103558"/>
                    <a:pt x="4310951" y="1102545"/>
                  </a:cubicBezTo>
                  <a:close/>
                  <a:moveTo>
                    <a:pt x="4293731" y="1122044"/>
                  </a:moveTo>
                  <a:cubicBezTo>
                    <a:pt x="4298290" y="1123816"/>
                    <a:pt x="4299555" y="1119512"/>
                    <a:pt x="4296264" y="1112674"/>
                  </a:cubicBezTo>
                  <a:cubicBezTo>
                    <a:pt x="4293731" y="1107610"/>
                    <a:pt x="4288160" y="1100266"/>
                    <a:pt x="4282843" y="1099253"/>
                  </a:cubicBezTo>
                  <a:cubicBezTo>
                    <a:pt x="4282336" y="1099253"/>
                    <a:pt x="4281577" y="1099253"/>
                    <a:pt x="4281070" y="1099507"/>
                  </a:cubicBezTo>
                  <a:cubicBezTo>
                    <a:pt x="4276259" y="1102545"/>
                    <a:pt x="4285628" y="1119005"/>
                    <a:pt x="4293731" y="1122044"/>
                  </a:cubicBezTo>
                  <a:close/>
                  <a:moveTo>
                    <a:pt x="4253215" y="1096468"/>
                  </a:moveTo>
                  <a:cubicBezTo>
                    <a:pt x="4252709" y="1096468"/>
                    <a:pt x="4251949" y="1096468"/>
                    <a:pt x="4251443" y="1096721"/>
                  </a:cubicBezTo>
                  <a:cubicBezTo>
                    <a:pt x="4246378" y="1099507"/>
                    <a:pt x="4255747" y="1115966"/>
                    <a:pt x="4263851" y="1119005"/>
                  </a:cubicBezTo>
                  <a:cubicBezTo>
                    <a:pt x="4268662" y="1120778"/>
                    <a:pt x="4269928" y="1116473"/>
                    <a:pt x="4266889" y="1109636"/>
                  </a:cubicBezTo>
                  <a:cubicBezTo>
                    <a:pt x="4264357" y="1104824"/>
                    <a:pt x="4258533" y="1097481"/>
                    <a:pt x="4253215" y="1096468"/>
                  </a:cubicBezTo>
                  <a:close/>
                  <a:moveTo>
                    <a:pt x="4220296" y="1093682"/>
                  </a:moveTo>
                  <a:cubicBezTo>
                    <a:pt x="4214978" y="1096468"/>
                    <a:pt x="4224094" y="1112928"/>
                    <a:pt x="4232704" y="1115966"/>
                  </a:cubicBezTo>
                  <a:cubicBezTo>
                    <a:pt x="4237515" y="1117739"/>
                    <a:pt x="4239288" y="1113434"/>
                    <a:pt x="4236249" y="1106597"/>
                  </a:cubicBezTo>
                  <a:cubicBezTo>
                    <a:pt x="4233970" y="1101533"/>
                    <a:pt x="4228146" y="1094189"/>
                    <a:pt x="4222322" y="1093176"/>
                  </a:cubicBezTo>
                  <a:cubicBezTo>
                    <a:pt x="4221562" y="1093429"/>
                    <a:pt x="4220802" y="1093429"/>
                    <a:pt x="4220296" y="1093682"/>
                  </a:cubicBezTo>
                  <a:close/>
                  <a:moveTo>
                    <a:pt x="4188136" y="1090644"/>
                  </a:moveTo>
                  <a:cubicBezTo>
                    <a:pt x="4182565" y="1093429"/>
                    <a:pt x="4191428" y="1109889"/>
                    <a:pt x="4200291" y="1112928"/>
                  </a:cubicBezTo>
                  <a:cubicBezTo>
                    <a:pt x="4205356" y="1114700"/>
                    <a:pt x="4207128" y="1110395"/>
                    <a:pt x="4204090" y="1103558"/>
                  </a:cubicBezTo>
                  <a:cubicBezTo>
                    <a:pt x="4201810" y="1098494"/>
                    <a:pt x="4195986" y="1091150"/>
                    <a:pt x="4190162" y="1090137"/>
                  </a:cubicBezTo>
                  <a:cubicBezTo>
                    <a:pt x="4189655" y="1090391"/>
                    <a:pt x="4188896" y="1090391"/>
                    <a:pt x="4188136" y="1090644"/>
                  </a:cubicBezTo>
                  <a:close/>
                  <a:moveTo>
                    <a:pt x="4166865" y="1110142"/>
                  </a:moveTo>
                  <a:cubicBezTo>
                    <a:pt x="4171930" y="1111915"/>
                    <a:pt x="4173955" y="1107610"/>
                    <a:pt x="4171170" y="1100773"/>
                  </a:cubicBezTo>
                  <a:cubicBezTo>
                    <a:pt x="4168891" y="1095708"/>
                    <a:pt x="4163067" y="1088365"/>
                    <a:pt x="4156989" y="1087605"/>
                  </a:cubicBezTo>
                  <a:cubicBezTo>
                    <a:pt x="4156483" y="1087605"/>
                    <a:pt x="4155723" y="1087605"/>
                    <a:pt x="4154963" y="1087858"/>
                  </a:cubicBezTo>
                  <a:cubicBezTo>
                    <a:pt x="4149139" y="1090644"/>
                    <a:pt x="4157749" y="1107104"/>
                    <a:pt x="4166865" y="1110142"/>
                  </a:cubicBezTo>
                  <a:close/>
                  <a:moveTo>
                    <a:pt x="4120525" y="1084820"/>
                  </a:moveTo>
                  <a:cubicBezTo>
                    <a:pt x="4114447" y="1087605"/>
                    <a:pt x="4122044" y="1102799"/>
                    <a:pt x="4131413" y="1106597"/>
                  </a:cubicBezTo>
                  <a:cubicBezTo>
                    <a:pt x="4137491" y="1109129"/>
                    <a:pt x="4140023" y="1104824"/>
                    <a:pt x="4136984" y="1097734"/>
                  </a:cubicBezTo>
                  <a:cubicBezTo>
                    <a:pt x="4134958" y="1092670"/>
                    <a:pt x="4129134" y="1085326"/>
                    <a:pt x="4122804" y="1084566"/>
                  </a:cubicBezTo>
                  <a:cubicBezTo>
                    <a:pt x="4122044" y="1084566"/>
                    <a:pt x="4121031" y="1084566"/>
                    <a:pt x="4120525" y="1084820"/>
                  </a:cubicBezTo>
                  <a:close/>
                  <a:moveTo>
                    <a:pt x="4086846" y="1081781"/>
                  </a:moveTo>
                  <a:cubicBezTo>
                    <a:pt x="4086086" y="1081781"/>
                    <a:pt x="4085326" y="1081781"/>
                    <a:pt x="4084567" y="1082034"/>
                  </a:cubicBezTo>
                  <a:cubicBezTo>
                    <a:pt x="4078489" y="1084820"/>
                    <a:pt x="4085833" y="1100013"/>
                    <a:pt x="4095202" y="1103812"/>
                  </a:cubicBezTo>
                  <a:cubicBezTo>
                    <a:pt x="4101280" y="1106344"/>
                    <a:pt x="4104318" y="1102039"/>
                    <a:pt x="4101280" y="1094949"/>
                  </a:cubicBezTo>
                  <a:cubicBezTo>
                    <a:pt x="4099254" y="1089884"/>
                    <a:pt x="4093429" y="1082541"/>
                    <a:pt x="4086846" y="1081781"/>
                  </a:cubicBezTo>
                  <a:close/>
                  <a:moveTo>
                    <a:pt x="4058231" y="1101026"/>
                  </a:moveTo>
                  <a:cubicBezTo>
                    <a:pt x="4064309" y="1103558"/>
                    <a:pt x="4067601" y="1099253"/>
                    <a:pt x="4064562" y="1092163"/>
                  </a:cubicBezTo>
                  <a:cubicBezTo>
                    <a:pt x="4062536" y="1087352"/>
                    <a:pt x="4056712" y="1079755"/>
                    <a:pt x="4050128" y="1078995"/>
                  </a:cubicBezTo>
                  <a:cubicBezTo>
                    <a:pt x="4049368" y="1078995"/>
                    <a:pt x="4048609" y="1078995"/>
                    <a:pt x="4047849" y="1079249"/>
                  </a:cubicBezTo>
                  <a:cubicBezTo>
                    <a:pt x="4041772" y="1081781"/>
                    <a:pt x="4048862" y="1097228"/>
                    <a:pt x="4058231" y="1101026"/>
                  </a:cubicBezTo>
                  <a:close/>
                  <a:moveTo>
                    <a:pt x="4020247" y="1098241"/>
                  </a:moveTo>
                  <a:cubicBezTo>
                    <a:pt x="4026578" y="1100773"/>
                    <a:pt x="4029870" y="1096468"/>
                    <a:pt x="4027084" y="1089378"/>
                  </a:cubicBezTo>
                  <a:cubicBezTo>
                    <a:pt x="4025059" y="1084566"/>
                    <a:pt x="4019488" y="1076970"/>
                    <a:pt x="4012651" y="1076210"/>
                  </a:cubicBezTo>
                  <a:cubicBezTo>
                    <a:pt x="4011891" y="1076210"/>
                    <a:pt x="4011131" y="1076210"/>
                    <a:pt x="4010371" y="1076463"/>
                  </a:cubicBezTo>
                  <a:cubicBezTo>
                    <a:pt x="4003535" y="1078995"/>
                    <a:pt x="4010371" y="1094189"/>
                    <a:pt x="4020247" y="1098241"/>
                  </a:cubicBezTo>
                  <a:close/>
                  <a:moveTo>
                    <a:pt x="3980237" y="1094949"/>
                  </a:moveTo>
                  <a:cubicBezTo>
                    <a:pt x="3987328" y="1098241"/>
                    <a:pt x="3991379" y="1094189"/>
                    <a:pt x="3988594" y="1086592"/>
                  </a:cubicBezTo>
                  <a:cubicBezTo>
                    <a:pt x="3986822" y="1082034"/>
                    <a:pt x="3981504" y="1074437"/>
                    <a:pt x="3973907" y="1073424"/>
                  </a:cubicBezTo>
                  <a:cubicBezTo>
                    <a:pt x="3973147" y="1073424"/>
                    <a:pt x="3972387" y="1073424"/>
                    <a:pt x="3971375" y="1073678"/>
                  </a:cubicBezTo>
                  <a:cubicBezTo>
                    <a:pt x="3964791" y="1076210"/>
                    <a:pt x="3970615" y="1090137"/>
                    <a:pt x="3980237" y="1094949"/>
                  </a:cubicBezTo>
                  <a:close/>
                  <a:moveTo>
                    <a:pt x="3948838" y="1083554"/>
                  </a:moveTo>
                  <a:cubicBezTo>
                    <a:pt x="3947065" y="1078742"/>
                    <a:pt x="3941241" y="1071399"/>
                    <a:pt x="3934151" y="1070386"/>
                  </a:cubicBezTo>
                  <a:cubicBezTo>
                    <a:pt x="3933391" y="1070386"/>
                    <a:pt x="3932631" y="1070386"/>
                    <a:pt x="3931618" y="1070639"/>
                  </a:cubicBezTo>
                  <a:cubicBezTo>
                    <a:pt x="3924781" y="1073171"/>
                    <a:pt x="3930352" y="1087352"/>
                    <a:pt x="3939975" y="1091910"/>
                  </a:cubicBezTo>
                  <a:cubicBezTo>
                    <a:pt x="3947065" y="1095455"/>
                    <a:pt x="3951623" y="1091150"/>
                    <a:pt x="3948838" y="1083554"/>
                  </a:cubicBezTo>
                  <a:close/>
                  <a:moveTo>
                    <a:pt x="3908068" y="1080768"/>
                  </a:moveTo>
                  <a:cubicBezTo>
                    <a:pt x="3906296" y="1075957"/>
                    <a:pt x="3900725" y="1068613"/>
                    <a:pt x="3893381" y="1067600"/>
                  </a:cubicBezTo>
                  <a:cubicBezTo>
                    <a:pt x="3892621" y="1067600"/>
                    <a:pt x="3891608" y="1067600"/>
                    <a:pt x="3890849" y="1067853"/>
                  </a:cubicBezTo>
                  <a:cubicBezTo>
                    <a:pt x="3883758" y="1070386"/>
                    <a:pt x="3889329" y="1084566"/>
                    <a:pt x="3898952" y="1089124"/>
                  </a:cubicBezTo>
                  <a:cubicBezTo>
                    <a:pt x="3906042" y="1092670"/>
                    <a:pt x="3910854" y="1088365"/>
                    <a:pt x="3908068" y="1080768"/>
                  </a:cubicBezTo>
                  <a:close/>
                  <a:moveTo>
                    <a:pt x="3866539" y="1078236"/>
                  </a:moveTo>
                  <a:lnTo>
                    <a:pt x="3866539" y="1078236"/>
                  </a:lnTo>
                  <a:cubicBezTo>
                    <a:pt x="3865020" y="1073424"/>
                    <a:pt x="3859195" y="1066081"/>
                    <a:pt x="3851852" y="1065068"/>
                  </a:cubicBezTo>
                  <a:cubicBezTo>
                    <a:pt x="3851092" y="1065068"/>
                    <a:pt x="3850079" y="1065068"/>
                    <a:pt x="3849067" y="1065321"/>
                  </a:cubicBezTo>
                  <a:cubicBezTo>
                    <a:pt x="3841723" y="1067853"/>
                    <a:pt x="3847041" y="1082034"/>
                    <a:pt x="3856917" y="1086592"/>
                  </a:cubicBezTo>
                  <a:cubicBezTo>
                    <a:pt x="3864260" y="1089884"/>
                    <a:pt x="3869071" y="1085833"/>
                    <a:pt x="3866539" y="1078236"/>
                  </a:cubicBezTo>
                  <a:close/>
                  <a:moveTo>
                    <a:pt x="3812855" y="1083554"/>
                  </a:moveTo>
                  <a:cubicBezTo>
                    <a:pt x="3820452" y="1087858"/>
                    <a:pt x="3826530" y="1083554"/>
                    <a:pt x="3823997" y="1075703"/>
                  </a:cubicBezTo>
                  <a:cubicBezTo>
                    <a:pt x="3822478" y="1070892"/>
                    <a:pt x="3816907" y="1063549"/>
                    <a:pt x="3809057" y="1062536"/>
                  </a:cubicBezTo>
                  <a:cubicBezTo>
                    <a:pt x="3808297" y="1062536"/>
                    <a:pt x="3807284" y="1062536"/>
                    <a:pt x="3806271" y="1062789"/>
                  </a:cubicBezTo>
                  <a:cubicBezTo>
                    <a:pt x="3799181" y="1065321"/>
                    <a:pt x="3803233" y="1078236"/>
                    <a:pt x="3812855" y="1083554"/>
                  </a:cubicBezTo>
                  <a:close/>
                  <a:moveTo>
                    <a:pt x="3768794" y="1080768"/>
                  </a:moveTo>
                  <a:cubicBezTo>
                    <a:pt x="3776644" y="1085073"/>
                    <a:pt x="3782722" y="1080768"/>
                    <a:pt x="3780189" y="1072918"/>
                  </a:cubicBezTo>
                  <a:cubicBezTo>
                    <a:pt x="3778670" y="1068107"/>
                    <a:pt x="3773099" y="1060763"/>
                    <a:pt x="3765249" y="1059750"/>
                  </a:cubicBezTo>
                  <a:cubicBezTo>
                    <a:pt x="3764489" y="1059750"/>
                    <a:pt x="3763476" y="1059750"/>
                    <a:pt x="3762463" y="1060004"/>
                  </a:cubicBezTo>
                  <a:cubicBezTo>
                    <a:pt x="3755120" y="1062536"/>
                    <a:pt x="3759171" y="1075703"/>
                    <a:pt x="3768794" y="1080768"/>
                  </a:cubicBezTo>
                  <a:close/>
                  <a:moveTo>
                    <a:pt x="3723973" y="1078236"/>
                  </a:moveTo>
                  <a:cubicBezTo>
                    <a:pt x="3731823" y="1082541"/>
                    <a:pt x="3738154" y="1078236"/>
                    <a:pt x="3735875" y="1070132"/>
                  </a:cubicBezTo>
                  <a:cubicBezTo>
                    <a:pt x="3734608" y="1065321"/>
                    <a:pt x="3729037" y="1057978"/>
                    <a:pt x="3720934" y="1056965"/>
                  </a:cubicBezTo>
                  <a:cubicBezTo>
                    <a:pt x="3720175" y="1056965"/>
                    <a:pt x="3719162" y="1056965"/>
                    <a:pt x="3718149" y="1057218"/>
                  </a:cubicBezTo>
                  <a:cubicBezTo>
                    <a:pt x="3710299" y="1060004"/>
                    <a:pt x="3714097" y="1073171"/>
                    <a:pt x="3723973" y="1078236"/>
                  </a:cubicBezTo>
                  <a:close/>
                  <a:moveTo>
                    <a:pt x="3675607" y="1054686"/>
                  </a:moveTo>
                  <a:cubicBezTo>
                    <a:pt x="3675101" y="1054686"/>
                    <a:pt x="3674087" y="1054686"/>
                    <a:pt x="3673581" y="1054686"/>
                  </a:cubicBezTo>
                  <a:cubicBezTo>
                    <a:pt x="3665225" y="1056205"/>
                    <a:pt x="3667251" y="1068866"/>
                    <a:pt x="3677126" y="1074944"/>
                  </a:cubicBezTo>
                  <a:cubicBezTo>
                    <a:pt x="3685483" y="1080008"/>
                    <a:pt x="3692826" y="1075957"/>
                    <a:pt x="3690547" y="1067600"/>
                  </a:cubicBezTo>
                  <a:cubicBezTo>
                    <a:pt x="3689281" y="1062789"/>
                    <a:pt x="3683710" y="1055699"/>
                    <a:pt x="3675607" y="1054686"/>
                  </a:cubicBezTo>
                  <a:close/>
                  <a:moveTo>
                    <a:pt x="3627494" y="1052407"/>
                  </a:moveTo>
                  <a:cubicBezTo>
                    <a:pt x="3618884" y="1053926"/>
                    <a:pt x="3620910" y="1066587"/>
                    <a:pt x="3630533" y="1072665"/>
                  </a:cubicBezTo>
                  <a:cubicBezTo>
                    <a:pt x="3638889" y="1077729"/>
                    <a:pt x="3646486" y="1073678"/>
                    <a:pt x="3644460" y="1065321"/>
                  </a:cubicBezTo>
                  <a:cubicBezTo>
                    <a:pt x="3643194" y="1060510"/>
                    <a:pt x="3637876" y="1053166"/>
                    <a:pt x="3629520" y="1052407"/>
                  </a:cubicBezTo>
                  <a:cubicBezTo>
                    <a:pt x="3628760" y="1052153"/>
                    <a:pt x="3628001" y="1052153"/>
                    <a:pt x="3627494" y="1052407"/>
                  </a:cubicBezTo>
                  <a:close/>
                  <a:moveTo>
                    <a:pt x="3582420" y="1049874"/>
                  </a:moveTo>
                  <a:cubicBezTo>
                    <a:pt x="3581660" y="1049874"/>
                    <a:pt x="3580394" y="1049874"/>
                    <a:pt x="3579381" y="1050128"/>
                  </a:cubicBezTo>
                  <a:cubicBezTo>
                    <a:pt x="3571531" y="1052407"/>
                    <a:pt x="3573810" y="1064562"/>
                    <a:pt x="3583179" y="1070132"/>
                  </a:cubicBezTo>
                  <a:cubicBezTo>
                    <a:pt x="3591536" y="1075197"/>
                    <a:pt x="3599386" y="1071145"/>
                    <a:pt x="3597360" y="1062789"/>
                  </a:cubicBezTo>
                  <a:cubicBezTo>
                    <a:pt x="3596347" y="1057978"/>
                    <a:pt x="3590776" y="1050634"/>
                    <a:pt x="3582420" y="1049874"/>
                  </a:cubicBezTo>
                  <a:close/>
                  <a:moveTo>
                    <a:pt x="3534813" y="1047595"/>
                  </a:moveTo>
                  <a:cubicBezTo>
                    <a:pt x="3534054" y="1047595"/>
                    <a:pt x="3532787" y="1047595"/>
                    <a:pt x="3531775" y="1047849"/>
                  </a:cubicBezTo>
                  <a:cubicBezTo>
                    <a:pt x="3523671" y="1050128"/>
                    <a:pt x="3525697" y="1062283"/>
                    <a:pt x="3535067" y="1067853"/>
                  </a:cubicBezTo>
                  <a:cubicBezTo>
                    <a:pt x="3543676" y="1072918"/>
                    <a:pt x="3551526" y="1069120"/>
                    <a:pt x="3549753" y="1060510"/>
                  </a:cubicBezTo>
                  <a:cubicBezTo>
                    <a:pt x="3548488" y="1055699"/>
                    <a:pt x="3543170" y="1048355"/>
                    <a:pt x="3534813" y="1047595"/>
                  </a:cubicBezTo>
                  <a:close/>
                  <a:moveTo>
                    <a:pt x="3486194" y="1045063"/>
                  </a:moveTo>
                  <a:cubicBezTo>
                    <a:pt x="3485434" y="1045063"/>
                    <a:pt x="3484675" y="1045063"/>
                    <a:pt x="3483915" y="1045063"/>
                  </a:cubicBezTo>
                  <a:cubicBezTo>
                    <a:pt x="3475305" y="1046583"/>
                    <a:pt x="3475812" y="1058231"/>
                    <a:pt x="3484928" y="1064562"/>
                  </a:cubicBezTo>
                  <a:cubicBezTo>
                    <a:pt x="3493538" y="1070639"/>
                    <a:pt x="3502907" y="1066841"/>
                    <a:pt x="3501134" y="1057724"/>
                  </a:cubicBezTo>
                  <a:cubicBezTo>
                    <a:pt x="3500121" y="1053166"/>
                    <a:pt x="3494803" y="1046076"/>
                    <a:pt x="3486194" y="1045063"/>
                  </a:cubicBezTo>
                  <a:close/>
                  <a:moveTo>
                    <a:pt x="3437068" y="1042784"/>
                  </a:moveTo>
                  <a:cubicBezTo>
                    <a:pt x="3436308" y="1042784"/>
                    <a:pt x="3435549" y="1042784"/>
                    <a:pt x="3434789" y="1042784"/>
                  </a:cubicBezTo>
                  <a:cubicBezTo>
                    <a:pt x="3425926" y="1044303"/>
                    <a:pt x="3426179" y="1055952"/>
                    <a:pt x="3435296" y="1062283"/>
                  </a:cubicBezTo>
                  <a:cubicBezTo>
                    <a:pt x="3443905" y="1068360"/>
                    <a:pt x="3453528" y="1064562"/>
                    <a:pt x="3451755" y="1055445"/>
                  </a:cubicBezTo>
                  <a:cubicBezTo>
                    <a:pt x="3450996" y="1050887"/>
                    <a:pt x="3445678" y="1043797"/>
                    <a:pt x="3437068" y="1042784"/>
                  </a:cubicBezTo>
                  <a:close/>
                  <a:moveTo>
                    <a:pt x="3386929" y="1040758"/>
                  </a:moveTo>
                  <a:cubicBezTo>
                    <a:pt x="3386170" y="1040758"/>
                    <a:pt x="3385410" y="1040758"/>
                    <a:pt x="3384650" y="1041012"/>
                  </a:cubicBezTo>
                  <a:cubicBezTo>
                    <a:pt x="3375534" y="1042531"/>
                    <a:pt x="3375534" y="1054179"/>
                    <a:pt x="3384650" y="1060510"/>
                  </a:cubicBezTo>
                  <a:cubicBezTo>
                    <a:pt x="3393513" y="1066587"/>
                    <a:pt x="3403136" y="1062789"/>
                    <a:pt x="3401617" y="1053673"/>
                  </a:cubicBezTo>
                  <a:cubicBezTo>
                    <a:pt x="3401110" y="1048608"/>
                    <a:pt x="3395792" y="1041518"/>
                    <a:pt x="3386929" y="1040758"/>
                  </a:cubicBezTo>
                  <a:close/>
                  <a:moveTo>
                    <a:pt x="3336284" y="1038479"/>
                  </a:moveTo>
                  <a:cubicBezTo>
                    <a:pt x="3335525" y="1038479"/>
                    <a:pt x="3334765" y="1038479"/>
                    <a:pt x="3334005" y="1038732"/>
                  </a:cubicBezTo>
                  <a:cubicBezTo>
                    <a:pt x="3324889" y="1040252"/>
                    <a:pt x="3324636" y="1051900"/>
                    <a:pt x="3333752" y="1058231"/>
                  </a:cubicBezTo>
                  <a:cubicBezTo>
                    <a:pt x="3342362" y="1064308"/>
                    <a:pt x="3352491" y="1060257"/>
                    <a:pt x="3351224" y="1051394"/>
                  </a:cubicBezTo>
                  <a:cubicBezTo>
                    <a:pt x="3350465" y="1046836"/>
                    <a:pt x="3345907" y="1039239"/>
                    <a:pt x="3336284" y="1038479"/>
                  </a:cubicBezTo>
                  <a:close/>
                  <a:moveTo>
                    <a:pt x="3285132" y="1036453"/>
                  </a:moveTo>
                  <a:cubicBezTo>
                    <a:pt x="3284879" y="1036453"/>
                    <a:pt x="3284373" y="1036453"/>
                    <a:pt x="3283866" y="1036453"/>
                  </a:cubicBezTo>
                  <a:cubicBezTo>
                    <a:pt x="3274244" y="1036960"/>
                    <a:pt x="3272471" y="1048355"/>
                    <a:pt x="3281081" y="1055445"/>
                  </a:cubicBezTo>
                  <a:cubicBezTo>
                    <a:pt x="3289691" y="1062283"/>
                    <a:pt x="3301086" y="1058737"/>
                    <a:pt x="3299820" y="1049368"/>
                  </a:cubicBezTo>
                  <a:cubicBezTo>
                    <a:pt x="3299313" y="1044303"/>
                    <a:pt x="3294249" y="1037213"/>
                    <a:pt x="3285132" y="1036453"/>
                  </a:cubicBezTo>
                  <a:close/>
                  <a:moveTo>
                    <a:pt x="3018486" y="1026831"/>
                  </a:moveTo>
                  <a:cubicBezTo>
                    <a:pt x="3008610" y="1027337"/>
                    <a:pt x="3005318" y="1037720"/>
                    <a:pt x="3012662" y="1044810"/>
                  </a:cubicBezTo>
                  <a:cubicBezTo>
                    <a:pt x="3021018" y="1052913"/>
                    <a:pt x="3034439" y="1049368"/>
                    <a:pt x="3033932" y="1039492"/>
                  </a:cubicBezTo>
                  <a:cubicBezTo>
                    <a:pt x="3033679" y="1034681"/>
                    <a:pt x="3029121" y="1027337"/>
                    <a:pt x="3019752" y="1026831"/>
                  </a:cubicBezTo>
                  <a:cubicBezTo>
                    <a:pt x="3019499" y="1026831"/>
                    <a:pt x="3018992" y="1026831"/>
                    <a:pt x="3018486" y="1026831"/>
                  </a:cubicBezTo>
                  <a:close/>
                  <a:moveTo>
                    <a:pt x="2965055" y="1025058"/>
                  </a:moveTo>
                  <a:cubicBezTo>
                    <a:pt x="2953407" y="1025312"/>
                    <a:pt x="2950621" y="1036200"/>
                    <a:pt x="2957712" y="1043037"/>
                  </a:cubicBezTo>
                  <a:cubicBezTo>
                    <a:pt x="2965815" y="1050887"/>
                    <a:pt x="2979489" y="1047595"/>
                    <a:pt x="2979236" y="1037720"/>
                  </a:cubicBezTo>
                  <a:cubicBezTo>
                    <a:pt x="2979236" y="1033162"/>
                    <a:pt x="2975184" y="1025818"/>
                    <a:pt x="2965055" y="1025058"/>
                  </a:cubicBezTo>
                  <a:close/>
                  <a:moveTo>
                    <a:pt x="2902255" y="1041518"/>
                  </a:moveTo>
                  <a:cubicBezTo>
                    <a:pt x="2910105" y="1049368"/>
                    <a:pt x="2924286" y="1046076"/>
                    <a:pt x="2924286" y="1036200"/>
                  </a:cubicBezTo>
                  <a:cubicBezTo>
                    <a:pt x="2924286" y="1031389"/>
                    <a:pt x="2919981" y="1024299"/>
                    <a:pt x="2910105" y="1023539"/>
                  </a:cubicBezTo>
                  <a:cubicBezTo>
                    <a:pt x="2898203" y="1023539"/>
                    <a:pt x="2895165" y="1034681"/>
                    <a:pt x="2902255" y="1041518"/>
                  </a:cubicBezTo>
                  <a:close/>
                  <a:moveTo>
                    <a:pt x="2854395" y="1021766"/>
                  </a:moveTo>
                  <a:cubicBezTo>
                    <a:pt x="2842747" y="1022020"/>
                    <a:pt x="2839455" y="1032908"/>
                    <a:pt x="2846292" y="1039745"/>
                  </a:cubicBezTo>
                  <a:cubicBezTo>
                    <a:pt x="2854142" y="1047595"/>
                    <a:pt x="2868070" y="1044303"/>
                    <a:pt x="2868323" y="1034428"/>
                  </a:cubicBezTo>
                  <a:cubicBezTo>
                    <a:pt x="2868323" y="1029616"/>
                    <a:pt x="2864271" y="1022526"/>
                    <a:pt x="2854395" y="1021766"/>
                  </a:cubicBezTo>
                  <a:close/>
                  <a:moveTo>
                    <a:pt x="2798433" y="1020247"/>
                  </a:moveTo>
                  <a:cubicBezTo>
                    <a:pt x="2786531" y="1020500"/>
                    <a:pt x="2782986" y="1031642"/>
                    <a:pt x="2789823" y="1038226"/>
                  </a:cubicBezTo>
                  <a:cubicBezTo>
                    <a:pt x="2797926" y="1046076"/>
                    <a:pt x="2811853" y="1042784"/>
                    <a:pt x="2812360" y="1032908"/>
                  </a:cubicBezTo>
                  <a:cubicBezTo>
                    <a:pt x="2812360" y="1028097"/>
                    <a:pt x="2808308" y="1021007"/>
                    <a:pt x="2798433" y="1020247"/>
                  </a:cubicBezTo>
                  <a:close/>
                  <a:moveTo>
                    <a:pt x="2571036" y="1014676"/>
                  </a:moveTo>
                  <a:cubicBezTo>
                    <a:pt x="2558121" y="1014929"/>
                    <a:pt x="2555082" y="1025565"/>
                    <a:pt x="2559894" y="1031895"/>
                  </a:cubicBezTo>
                  <a:cubicBezTo>
                    <a:pt x="2566984" y="1040758"/>
                    <a:pt x="2582937" y="1037720"/>
                    <a:pt x="2584203" y="1027337"/>
                  </a:cubicBezTo>
                  <a:cubicBezTo>
                    <a:pt x="2584710" y="1022526"/>
                    <a:pt x="2580911" y="1015436"/>
                    <a:pt x="2571036" y="1014676"/>
                  </a:cubicBezTo>
                  <a:close/>
                  <a:moveTo>
                    <a:pt x="2501905" y="1030882"/>
                  </a:moveTo>
                  <a:cubicBezTo>
                    <a:pt x="2508742" y="1039745"/>
                    <a:pt x="2524949" y="1036707"/>
                    <a:pt x="2526468" y="1026324"/>
                  </a:cubicBezTo>
                  <a:cubicBezTo>
                    <a:pt x="2527228" y="1021513"/>
                    <a:pt x="2523429" y="1014423"/>
                    <a:pt x="2513300" y="1013663"/>
                  </a:cubicBezTo>
                  <a:cubicBezTo>
                    <a:pt x="2501399" y="1013916"/>
                    <a:pt x="2496587" y="1023792"/>
                    <a:pt x="2501905" y="1030882"/>
                  </a:cubicBezTo>
                  <a:close/>
                  <a:moveTo>
                    <a:pt x="2443663" y="1029616"/>
                  </a:moveTo>
                  <a:cubicBezTo>
                    <a:pt x="2450247" y="1038479"/>
                    <a:pt x="2466707" y="1035441"/>
                    <a:pt x="2468226" y="1025058"/>
                  </a:cubicBezTo>
                  <a:cubicBezTo>
                    <a:pt x="2468986" y="1020500"/>
                    <a:pt x="2465947" y="1013157"/>
                    <a:pt x="2455311" y="1012397"/>
                  </a:cubicBezTo>
                  <a:cubicBezTo>
                    <a:pt x="2443410" y="1012903"/>
                    <a:pt x="2438345" y="1022779"/>
                    <a:pt x="2443663" y="1029616"/>
                  </a:cubicBezTo>
                  <a:close/>
                  <a:moveTo>
                    <a:pt x="2385168" y="1028857"/>
                  </a:moveTo>
                  <a:cubicBezTo>
                    <a:pt x="2391752" y="1037720"/>
                    <a:pt x="2408211" y="1034428"/>
                    <a:pt x="2409984" y="1024045"/>
                  </a:cubicBezTo>
                  <a:cubicBezTo>
                    <a:pt x="2410744" y="1019487"/>
                    <a:pt x="2407958" y="1012144"/>
                    <a:pt x="2397323" y="1011637"/>
                  </a:cubicBezTo>
                  <a:cubicBezTo>
                    <a:pt x="2385421" y="1011891"/>
                    <a:pt x="2379850" y="1021766"/>
                    <a:pt x="2385168" y="1028857"/>
                  </a:cubicBezTo>
                  <a:close/>
                  <a:moveTo>
                    <a:pt x="2351236" y="1023033"/>
                  </a:moveTo>
                  <a:cubicBezTo>
                    <a:pt x="2352248" y="1018221"/>
                    <a:pt x="2348957" y="1011131"/>
                    <a:pt x="2338574" y="1010624"/>
                  </a:cubicBezTo>
                  <a:cubicBezTo>
                    <a:pt x="2326420" y="1010878"/>
                    <a:pt x="2321102" y="1021007"/>
                    <a:pt x="2326166" y="1027844"/>
                  </a:cubicBezTo>
                  <a:cubicBezTo>
                    <a:pt x="2332750" y="1036707"/>
                    <a:pt x="2349463" y="1033415"/>
                    <a:pt x="2351236" y="1023033"/>
                  </a:cubicBezTo>
                  <a:close/>
                  <a:moveTo>
                    <a:pt x="2292487" y="1022273"/>
                  </a:moveTo>
                  <a:cubicBezTo>
                    <a:pt x="2293500" y="1017715"/>
                    <a:pt x="2290968" y="1010371"/>
                    <a:pt x="2280332" y="1009865"/>
                  </a:cubicBezTo>
                  <a:cubicBezTo>
                    <a:pt x="2268178" y="1010118"/>
                    <a:pt x="2262607" y="1020247"/>
                    <a:pt x="2267418" y="1027084"/>
                  </a:cubicBezTo>
                  <a:cubicBezTo>
                    <a:pt x="2273749" y="1035694"/>
                    <a:pt x="2290208" y="1032655"/>
                    <a:pt x="2292487" y="1022273"/>
                  </a:cubicBezTo>
                  <a:close/>
                  <a:moveTo>
                    <a:pt x="2233739" y="1021513"/>
                  </a:moveTo>
                  <a:cubicBezTo>
                    <a:pt x="2234752" y="1016955"/>
                    <a:pt x="2232473" y="1009611"/>
                    <a:pt x="2221584" y="1009105"/>
                  </a:cubicBezTo>
                  <a:cubicBezTo>
                    <a:pt x="2209429" y="1009358"/>
                    <a:pt x="2203605" y="1019487"/>
                    <a:pt x="2208416" y="1026324"/>
                  </a:cubicBezTo>
                  <a:cubicBezTo>
                    <a:pt x="2214494" y="1034934"/>
                    <a:pt x="2231207" y="1031642"/>
                    <a:pt x="2233739" y="1021513"/>
                  </a:cubicBezTo>
                  <a:close/>
                  <a:moveTo>
                    <a:pt x="1319847" y="1021513"/>
                  </a:moveTo>
                  <a:cubicBezTo>
                    <a:pt x="1322126" y="1016955"/>
                    <a:pt x="1322632" y="1009611"/>
                    <a:pt x="1314276" y="1009358"/>
                  </a:cubicBezTo>
                  <a:cubicBezTo>
                    <a:pt x="1304400" y="1010118"/>
                    <a:pt x="1296297" y="1021260"/>
                    <a:pt x="1298576" y="1027844"/>
                  </a:cubicBezTo>
                  <a:cubicBezTo>
                    <a:pt x="1301614" y="1035441"/>
                    <a:pt x="1315035" y="1031389"/>
                    <a:pt x="1319847" y="1021513"/>
                  </a:cubicBezTo>
                  <a:close/>
                  <a:moveTo>
                    <a:pt x="1274013" y="1022273"/>
                  </a:moveTo>
                  <a:cubicBezTo>
                    <a:pt x="1276292" y="1017715"/>
                    <a:pt x="1277051" y="1010371"/>
                    <a:pt x="1268948" y="1010118"/>
                  </a:cubicBezTo>
                  <a:cubicBezTo>
                    <a:pt x="1259072" y="1010878"/>
                    <a:pt x="1250969" y="1022020"/>
                    <a:pt x="1253248" y="1028603"/>
                  </a:cubicBezTo>
                  <a:cubicBezTo>
                    <a:pt x="1255780" y="1036200"/>
                    <a:pt x="1268948" y="1032402"/>
                    <a:pt x="1274013" y="1022273"/>
                  </a:cubicBezTo>
                  <a:close/>
                  <a:moveTo>
                    <a:pt x="1229192" y="1023286"/>
                  </a:moveTo>
                  <a:cubicBezTo>
                    <a:pt x="1231724" y="1018474"/>
                    <a:pt x="1231977" y="1011384"/>
                    <a:pt x="1224380" y="1011131"/>
                  </a:cubicBezTo>
                  <a:cubicBezTo>
                    <a:pt x="1214758" y="1011891"/>
                    <a:pt x="1206655" y="1023033"/>
                    <a:pt x="1208680" y="1029616"/>
                  </a:cubicBezTo>
                  <a:cubicBezTo>
                    <a:pt x="1210959" y="1036960"/>
                    <a:pt x="1223874" y="1032908"/>
                    <a:pt x="1229192" y="1023286"/>
                  </a:cubicBezTo>
                  <a:close/>
                  <a:moveTo>
                    <a:pt x="1185130" y="1024045"/>
                  </a:moveTo>
                  <a:cubicBezTo>
                    <a:pt x="1187663" y="1019487"/>
                    <a:pt x="1188422" y="1012144"/>
                    <a:pt x="1180826" y="1011891"/>
                  </a:cubicBezTo>
                  <a:cubicBezTo>
                    <a:pt x="1171456" y="1012650"/>
                    <a:pt x="1163100" y="1023792"/>
                    <a:pt x="1164872" y="1030376"/>
                  </a:cubicBezTo>
                  <a:cubicBezTo>
                    <a:pt x="1167151" y="1037973"/>
                    <a:pt x="1179813" y="1033921"/>
                    <a:pt x="1185130" y="1024045"/>
                  </a:cubicBezTo>
                  <a:close/>
                  <a:moveTo>
                    <a:pt x="1142082" y="1025058"/>
                  </a:moveTo>
                  <a:cubicBezTo>
                    <a:pt x="1144614" y="1020500"/>
                    <a:pt x="1145627" y="1013157"/>
                    <a:pt x="1138284" y="1012903"/>
                  </a:cubicBezTo>
                  <a:cubicBezTo>
                    <a:pt x="1128914" y="1013663"/>
                    <a:pt x="1120558" y="1024805"/>
                    <a:pt x="1122330" y="1031389"/>
                  </a:cubicBezTo>
                  <a:cubicBezTo>
                    <a:pt x="1124356" y="1038986"/>
                    <a:pt x="1136764" y="1035187"/>
                    <a:pt x="1142082" y="1025058"/>
                  </a:cubicBezTo>
                  <a:close/>
                  <a:moveTo>
                    <a:pt x="686275" y="1044810"/>
                  </a:moveTo>
                  <a:cubicBezTo>
                    <a:pt x="689567" y="1039999"/>
                    <a:pt x="692100" y="1032908"/>
                    <a:pt x="687542" y="1032908"/>
                  </a:cubicBezTo>
                  <a:cubicBezTo>
                    <a:pt x="680451" y="1033921"/>
                    <a:pt x="670322" y="1048355"/>
                    <a:pt x="671588" y="1053673"/>
                  </a:cubicBezTo>
                  <a:cubicBezTo>
                    <a:pt x="672854" y="1058231"/>
                    <a:pt x="680704" y="1053166"/>
                    <a:pt x="686275" y="1044810"/>
                  </a:cubicBezTo>
                  <a:close/>
                  <a:moveTo>
                    <a:pt x="659687" y="1046836"/>
                  </a:moveTo>
                  <a:cubicBezTo>
                    <a:pt x="662979" y="1042024"/>
                    <a:pt x="665511" y="1034934"/>
                    <a:pt x="661459" y="1034934"/>
                  </a:cubicBezTo>
                  <a:cubicBezTo>
                    <a:pt x="654622" y="1035947"/>
                    <a:pt x="644493" y="1050634"/>
                    <a:pt x="645506" y="1055699"/>
                  </a:cubicBezTo>
                  <a:cubicBezTo>
                    <a:pt x="646266" y="1060257"/>
                    <a:pt x="654116" y="1055445"/>
                    <a:pt x="659687" y="1046836"/>
                  </a:cubicBezTo>
                  <a:close/>
                  <a:moveTo>
                    <a:pt x="634364" y="1048862"/>
                  </a:moveTo>
                  <a:cubicBezTo>
                    <a:pt x="637656" y="1044050"/>
                    <a:pt x="640442" y="1036960"/>
                    <a:pt x="636643" y="1036960"/>
                  </a:cubicBezTo>
                  <a:cubicBezTo>
                    <a:pt x="630059" y="1037973"/>
                    <a:pt x="619930" y="1052660"/>
                    <a:pt x="620690" y="1057978"/>
                  </a:cubicBezTo>
                  <a:cubicBezTo>
                    <a:pt x="621196" y="1062283"/>
                    <a:pt x="628793" y="1057471"/>
                    <a:pt x="634364" y="1048862"/>
                  </a:cubicBezTo>
                  <a:close/>
                  <a:moveTo>
                    <a:pt x="610561" y="1050887"/>
                  </a:moveTo>
                  <a:cubicBezTo>
                    <a:pt x="613853" y="1046076"/>
                    <a:pt x="616892" y="1038986"/>
                    <a:pt x="613093" y="1038986"/>
                  </a:cubicBezTo>
                  <a:cubicBezTo>
                    <a:pt x="606762" y="1040252"/>
                    <a:pt x="596127" y="1055699"/>
                    <a:pt x="597393" y="1060510"/>
                  </a:cubicBezTo>
                  <a:cubicBezTo>
                    <a:pt x="598153" y="1064055"/>
                    <a:pt x="604990" y="1058991"/>
                    <a:pt x="610561" y="1050887"/>
                  </a:cubicBezTo>
                  <a:close/>
                  <a:moveTo>
                    <a:pt x="574856" y="1062536"/>
                  </a:moveTo>
                  <a:cubicBezTo>
                    <a:pt x="575616" y="1066081"/>
                    <a:pt x="582200" y="1061016"/>
                    <a:pt x="587771" y="1052913"/>
                  </a:cubicBezTo>
                  <a:cubicBezTo>
                    <a:pt x="591063" y="1048102"/>
                    <a:pt x="594101" y="1041012"/>
                    <a:pt x="590809" y="1041012"/>
                  </a:cubicBezTo>
                  <a:cubicBezTo>
                    <a:pt x="584732" y="1042278"/>
                    <a:pt x="574096" y="1057978"/>
                    <a:pt x="574856" y="1062536"/>
                  </a:cubicBezTo>
                  <a:close/>
                  <a:moveTo>
                    <a:pt x="554092" y="1064815"/>
                  </a:moveTo>
                  <a:cubicBezTo>
                    <a:pt x="554598" y="1068360"/>
                    <a:pt x="561182" y="1063295"/>
                    <a:pt x="566500" y="1055192"/>
                  </a:cubicBezTo>
                  <a:cubicBezTo>
                    <a:pt x="569792" y="1050381"/>
                    <a:pt x="573083" y="1043291"/>
                    <a:pt x="569792" y="1043291"/>
                  </a:cubicBezTo>
                  <a:cubicBezTo>
                    <a:pt x="564221" y="1044557"/>
                    <a:pt x="553332" y="1060257"/>
                    <a:pt x="554092" y="1064815"/>
                  </a:cubicBezTo>
                  <a:close/>
                  <a:moveTo>
                    <a:pt x="534593" y="1067600"/>
                  </a:moveTo>
                  <a:cubicBezTo>
                    <a:pt x="535353" y="1070132"/>
                    <a:pt x="541430" y="1065068"/>
                    <a:pt x="546495" y="1057471"/>
                  </a:cubicBezTo>
                  <a:cubicBezTo>
                    <a:pt x="549787" y="1052660"/>
                    <a:pt x="553332" y="1045570"/>
                    <a:pt x="550293" y="1045570"/>
                  </a:cubicBezTo>
                  <a:cubicBezTo>
                    <a:pt x="544722" y="1047089"/>
                    <a:pt x="533580" y="1064055"/>
                    <a:pt x="534593" y="1067600"/>
                  </a:cubicBezTo>
                  <a:close/>
                  <a:moveTo>
                    <a:pt x="431783" y="1074437"/>
                  </a:moveTo>
                  <a:cubicBezTo>
                    <a:pt x="431024" y="1075197"/>
                    <a:pt x="417603" y="1095202"/>
                    <a:pt x="416337" y="1097228"/>
                  </a:cubicBezTo>
                  <a:cubicBezTo>
                    <a:pt x="419122" y="1093682"/>
                    <a:pt x="421401" y="1089884"/>
                    <a:pt x="423933" y="1086339"/>
                  </a:cubicBezTo>
                  <a:cubicBezTo>
                    <a:pt x="426466" y="1082287"/>
                    <a:pt x="429504" y="1078489"/>
                    <a:pt x="431783" y="1074437"/>
                  </a:cubicBezTo>
                  <a:close/>
                  <a:moveTo>
                    <a:pt x="4541640" y="1105078"/>
                  </a:moveTo>
                  <a:lnTo>
                    <a:pt x="4541640" y="1105078"/>
                  </a:lnTo>
                  <a:lnTo>
                    <a:pt x="4551262" y="1119765"/>
                  </a:lnTo>
                  <a:cubicBezTo>
                    <a:pt x="4548223" y="1114953"/>
                    <a:pt x="4544931" y="1109889"/>
                    <a:pt x="4541640" y="1105078"/>
                  </a:cubicBezTo>
                  <a:close/>
                  <a:moveTo>
                    <a:pt x="4556833" y="1128121"/>
                  </a:moveTo>
                  <a:cubicBezTo>
                    <a:pt x="4555061" y="1125336"/>
                    <a:pt x="4553288" y="1122550"/>
                    <a:pt x="4551262" y="1119765"/>
                  </a:cubicBezTo>
                  <a:lnTo>
                    <a:pt x="4556833" y="1128121"/>
                  </a:lnTo>
                  <a:lnTo>
                    <a:pt x="4556833" y="1128121"/>
                  </a:lnTo>
                  <a:close/>
                  <a:moveTo>
                    <a:pt x="4548223" y="1115460"/>
                  </a:moveTo>
                  <a:cubicBezTo>
                    <a:pt x="4544931" y="1110395"/>
                    <a:pt x="4540120" y="1103052"/>
                    <a:pt x="4539107" y="1102039"/>
                  </a:cubicBezTo>
                  <a:cubicBezTo>
                    <a:pt x="4539107" y="1102292"/>
                    <a:pt x="4553288" y="1124576"/>
                    <a:pt x="4554301" y="1125083"/>
                  </a:cubicBezTo>
                  <a:cubicBezTo>
                    <a:pt x="4553288" y="1123563"/>
                    <a:pt x="4549236" y="1117233"/>
                    <a:pt x="4548223" y="1115460"/>
                  </a:cubicBezTo>
                  <a:close/>
                  <a:moveTo>
                    <a:pt x="4549743" y="1122044"/>
                  </a:moveTo>
                  <a:cubicBezTo>
                    <a:pt x="4549236" y="1120524"/>
                    <a:pt x="4545185" y="1114447"/>
                    <a:pt x="4544172" y="1112421"/>
                  </a:cubicBezTo>
                  <a:cubicBezTo>
                    <a:pt x="4540880" y="1107357"/>
                    <a:pt x="4535815" y="1100013"/>
                    <a:pt x="4534802" y="1099000"/>
                  </a:cubicBezTo>
                  <a:cubicBezTo>
                    <a:pt x="4534802" y="1099000"/>
                    <a:pt x="4534802" y="1099000"/>
                    <a:pt x="4534802" y="1099000"/>
                  </a:cubicBezTo>
                  <a:cubicBezTo>
                    <a:pt x="4535309" y="1102039"/>
                    <a:pt x="4547717" y="1120524"/>
                    <a:pt x="4549743" y="1122044"/>
                  </a:cubicBezTo>
                  <a:cubicBezTo>
                    <a:pt x="4549743" y="1122044"/>
                    <a:pt x="4549743" y="1122044"/>
                    <a:pt x="4549743" y="1122044"/>
                  </a:cubicBezTo>
                  <a:close/>
                  <a:moveTo>
                    <a:pt x="4543665" y="1119005"/>
                  </a:moveTo>
                  <a:cubicBezTo>
                    <a:pt x="4543412" y="1117486"/>
                    <a:pt x="4539614" y="1111408"/>
                    <a:pt x="4538348" y="1109383"/>
                  </a:cubicBezTo>
                  <a:cubicBezTo>
                    <a:pt x="4535056" y="1104318"/>
                    <a:pt x="4529991" y="1096974"/>
                    <a:pt x="4528472" y="1095962"/>
                  </a:cubicBezTo>
                  <a:cubicBezTo>
                    <a:pt x="4528472" y="1095962"/>
                    <a:pt x="4528472" y="1095962"/>
                    <a:pt x="4528219" y="1095962"/>
                  </a:cubicBezTo>
                  <a:cubicBezTo>
                    <a:pt x="4528725" y="1098747"/>
                    <a:pt x="4541386" y="1117486"/>
                    <a:pt x="4543665" y="1119005"/>
                  </a:cubicBezTo>
                  <a:cubicBezTo>
                    <a:pt x="4543665" y="1119005"/>
                    <a:pt x="4543665" y="1119005"/>
                    <a:pt x="4543665" y="1119005"/>
                  </a:cubicBezTo>
                  <a:close/>
                  <a:moveTo>
                    <a:pt x="4520875" y="1092923"/>
                  </a:moveTo>
                  <a:cubicBezTo>
                    <a:pt x="4520875" y="1092923"/>
                    <a:pt x="4520875" y="1092923"/>
                    <a:pt x="4520875" y="1092923"/>
                  </a:cubicBezTo>
                  <a:cubicBezTo>
                    <a:pt x="4519609" y="1094189"/>
                    <a:pt x="4534043" y="1115713"/>
                    <a:pt x="4536069" y="1115966"/>
                  </a:cubicBezTo>
                  <a:cubicBezTo>
                    <a:pt x="4536828" y="1115207"/>
                    <a:pt x="4532017" y="1107863"/>
                    <a:pt x="4531004" y="1106344"/>
                  </a:cubicBezTo>
                  <a:cubicBezTo>
                    <a:pt x="4527965" y="1101279"/>
                    <a:pt x="4522648" y="1093936"/>
                    <a:pt x="4520875" y="1092923"/>
                  </a:cubicBezTo>
                  <a:close/>
                  <a:moveTo>
                    <a:pt x="4511506" y="1089884"/>
                  </a:moveTo>
                  <a:cubicBezTo>
                    <a:pt x="4511506" y="1089884"/>
                    <a:pt x="4511252" y="1089884"/>
                    <a:pt x="4511506" y="1089884"/>
                  </a:cubicBezTo>
                  <a:cubicBezTo>
                    <a:pt x="4509227" y="1090644"/>
                    <a:pt x="4523407" y="1111915"/>
                    <a:pt x="4526446" y="1112928"/>
                  </a:cubicBezTo>
                  <a:cubicBezTo>
                    <a:pt x="4527712" y="1113181"/>
                    <a:pt x="4525686" y="1109129"/>
                    <a:pt x="4522141" y="1103305"/>
                  </a:cubicBezTo>
                  <a:cubicBezTo>
                    <a:pt x="4518849" y="1098241"/>
                    <a:pt x="4513532" y="1090897"/>
                    <a:pt x="4511506" y="1089884"/>
                  </a:cubicBezTo>
                  <a:close/>
                  <a:moveTo>
                    <a:pt x="4500364" y="1086592"/>
                  </a:moveTo>
                  <a:cubicBezTo>
                    <a:pt x="4500364" y="1086592"/>
                    <a:pt x="4500364" y="1086592"/>
                    <a:pt x="4500364" y="1086592"/>
                  </a:cubicBezTo>
                  <a:cubicBezTo>
                    <a:pt x="4497578" y="1087352"/>
                    <a:pt x="4511506" y="1108623"/>
                    <a:pt x="4515051" y="1109383"/>
                  </a:cubicBezTo>
                  <a:cubicBezTo>
                    <a:pt x="4516570" y="1109636"/>
                    <a:pt x="4514797" y="1105584"/>
                    <a:pt x="4511252" y="1099760"/>
                  </a:cubicBezTo>
                  <a:cubicBezTo>
                    <a:pt x="4508214" y="1094949"/>
                    <a:pt x="4502896" y="1087605"/>
                    <a:pt x="4500364" y="1086592"/>
                  </a:cubicBezTo>
                  <a:close/>
                  <a:moveTo>
                    <a:pt x="4487955" y="1083554"/>
                  </a:moveTo>
                  <a:cubicBezTo>
                    <a:pt x="4487702" y="1083554"/>
                    <a:pt x="4487702" y="1083554"/>
                    <a:pt x="4487449" y="1083554"/>
                  </a:cubicBezTo>
                  <a:cubicBezTo>
                    <a:pt x="4485677" y="1085326"/>
                    <a:pt x="4499097" y="1105584"/>
                    <a:pt x="4502643" y="1106344"/>
                  </a:cubicBezTo>
                  <a:cubicBezTo>
                    <a:pt x="4504162" y="1106597"/>
                    <a:pt x="4502643" y="1102545"/>
                    <a:pt x="4499097" y="1096721"/>
                  </a:cubicBezTo>
                  <a:cubicBezTo>
                    <a:pt x="4496059" y="1091910"/>
                    <a:pt x="4490488" y="1084566"/>
                    <a:pt x="4487955" y="1083554"/>
                  </a:cubicBezTo>
                  <a:close/>
                  <a:moveTo>
                    <a:pt x="4473775" y="1080262"/>
                  </a:moveTo>
                  <a:cubicBezTo>
                    <a:pt x="4473522" y="1080262"/>
                    <a:pt x="4473268" y="1080262"/>
                    <a:pt x="4473268" y="1080262"/>
                  </a:cubicBezTo>
                  <a:cubicBezTo>
                    <a:pt x="4470989" y="1082034"/>
                    <a:pt x="4484410" y="1102292"/>
                    <a:pt x="4488462" y="1103052"/>
                  </a:cubicBezTo>
                  <a:cubicBezTo>
                    <a:pt x="4490235" y="1103305"/>
                    <a:pt x="4488715" y="1099253"/>
                    <a:pt x="4485170" y="1093429"/>
                  </a:cubicBezTo>
                  <a:cubicBezTo>
                    <a:pt x="4482131" y="1088871"/>
                    <a:pt x="4476560" y="1081274"/>
                    <a:pt x="4473775" y="1080262"/>
                  </a:cubicBezTo>
                  <a:close/>
                  <a:moveTo>
                    <a:pt x="4458075" y="1077223"/>
                  </a:moveTo>
                  <a:cubicBezTo>
                    <a:pt x="4457822" y="1077223"/>
                    <a:pt x="4457568" y="1077223"/>
                    <a:pt x="4457568" y="1077223"/>
                  </a:cubicBezTo>
                  <a:cubicBezTo>
                    <a:pt x="4454783" y="1079249"/>
                    <a:pt x="4467951" y="1099253"/>
                    <a:pt x="4472762" y="1100013"/>
                  </a:cubicBezTo>
                  <a:cubicBezTo>
                    <a:pt x="4474788" y="1100266"/>
                    <a:pt x="4473522" y="1096215"/>
                    <a:pt x="4469977" y="1090391"/>
                  </a:cubicBezTo>
                  <a:cubicBezTo>
                    <a:pt x="4466938" y="1085579"/>
                    <a:pt x="4461367" y="1078236"/>
                    <a:pt x="4458075" y="1077223"/>
                  </a:cubicBezTo>
                  <a:close/>
                  <a:moveTo>
                    <a:pt x="4455290" y="1096974"/>
                  </a:moveTo>
                  <a:cubicBezTo>
                    <a:pt x="4457315" y="1097228"/>
                    <a:pt x="4456302" y="1093176"/>
                    <a:pt x="4453011" y="1087352"/>
                  </a:cubicBezTo>
                  <a:cubicBezTo>
                    <a:pt x="4449972" y="1082541"/>
                    <a:pt x="4444401" y="1075197"/>
                    <a:pt x="4441109" y="1074184"/>
                  </a:cubicBezTo>
                  <a:cubicBezTo>
                    <a:pt x="4440855" y="1074184"/>
                    <a:pt x="4440602" y="1074184"/>
                    <a:pt x="4440349" y="1074184"/>
                  </a:cubicBezTo>
                  <a:cubicBezTo>
                    <a:pt x="4437057" y="1076210"/>
                    <a:pt x="4450478" y="1096215"/>
                    <a:pt x="4455290" y="1096974"/>
                  </a:cubicBezTo>
                  <a:close/>
                  <a:moveTo>
                    <a:pt x="4421864" y="1071145"/>
                  </a:moveTo>
                  <a:cubicBezTo>
                    <a:pt x="4418318" y="1073171"/>
                    <a:pt x="4431486" y="1092923"/>
                    <a:pt x="4436804" y="1093936"/>
                  </a:cubicBezTo>
                  <a:cubicBezTo>
                    <a:pt x="4439083" y="1094189"/>
                    <a:pt x="4438323" y="1090137"/>
                    <a:pt x="4434778" y="1084313"/>
                  </a:cubicBezTo>
                  <a:cubicBezTo>
                    <a:pt x="4431993" y="1079502"/>
                    <a:pt x="4426168" y="1072158"/>
                    <a:pt x="4422623" y="1071145"/>
                  </a:cubicBezTo>
                  <a:cubicBezTo>
                    <a:pt x="4422370" y="1070892"/>
                    <a:pt x="4421864" y="1070892"/>
                    <a:pt x="4421864" y="1071145"/>
                  </a:cubicBezTo>
                  <a:close/>
                  <a:moveTo>
                    <a:pt x="4402618" y="1067853"/>
                  </a:moveTo>
                  <a:cubicBezTo>
                    <a:pt x="4402365" y="1067853"/>
                    <a:pt x="4402112" y="1067853"/>
                    <a:pt x="4401859" y="1067853"/>
                  </a:cubicBezTo>
                  <a:cubicBezTo>
                    <a:pt x="4398314" y="1069626"/>
                    <a:pt x="4410215" y="1088365"/>
                    <a:pt x="4416293" y="1090391"/>
                  </a:cubicBezTo>
                  <a:cubicBezTo>
                    <a:pt x="4419331" y="1091403"/>
                    <a:pt x="4418825" y="1087352"/>
                    <a:pt x="4415280" y="1081021"/>
                  </a:cubicBezTo>
                  <a:cubicBezTo>
                    <a:pt x="4412241" y="1076210"/>
                    <a:pt x="4406417" y="1068866"/>
                    <a:pt x="4402618" y="1067853"/>
                  </a:cubicBezTo>
                  <a:close/>
                  <a:moveTo>
                    <a:pt x="4381348" y="1064815"/>
                  </a:moveTo>
                  <a:cubicBezTo>
                    <a:pt x="4381094" y="1064815"/>
                    <a:pt x="4380588" y="1064815"/>
                    <a:pt x="4380588" y="1064815"/>
                  </a:cubicBezTo>
                  <a:cubicBezTo>
                    <a:pt x="4376536" y="1066587"/>
                    <a:pt x="4388438" y="1085326"/>
                    <a:pt x="4394769" y="1087352"/>
                  </a:cubicBezTo>
                  <a:cubicBezTo>
                    <a:pt x="4398060" y="1088365"/>
                    <a:pt x="4397807" y="1084313"/>
                    <a:pt x="4394262" y="1077983"/>
                  </a:cubicBezTo>
                  <a:cubicBezTo>
                    <a:pt x="4391223" y="1073424"/>
                    <a:pt x="4385652" y="1065828"/>
                    <a:pt x="4381348" y="1064815"/>
                  </a:cubicBezTo>
                  <a:close/>
                  <a:moveTo>
                    <a:pt x="4358557" y="1061776"/>
                  </a:moveTo>
                  <a:cubicBezTo>
                    <a:pt x="4358304" y="1061776"/>
                    <a:pt x="4357797" y="1061776"/>
                    <a:pt x="4357544" y="1061776"/>
                  </a:cubicBezTo>
                  <a:cubicBezTo>
                    <a:pt x="4353240" y="1063549"/>
                    <a:pt x="4364888" y="1082287"/>
                    <a:pt x="4371725" y="1084313"/>
                  </a:cubicBezTo>
                  <a:cubicBezTo>
                    <a:pt x="4375017" y="1085326"/>
                    <a:pt x="4375017" y="1081021"/>
                    <a:pt x="4371472" y="1074944"/>
                  </a:cubicBezTo>
                  <a:cubicBezTo>
                    <a:pt x="4368686" y="1070132"/>
                    <a:pt x="4362862" y="1062789"/>
                    <a:pt x="4358557" y="1061776"/>
                  </a:cubicBezTo>
                  <a:close/>
                  <a:moveTo>
                    <a:pt x="4334501" y="1058737"/>
                  </a:moveTo>
                  <a:cubicBezTo>
                    <a:pt x="4334248" y="1058737"/>
                    <a:pt x="4333741" y="1058737"/>
                    <a:pt x="4333488" y="1058737"/>
                  </a:cubicBezTo>
                  <a:cubicBezTo>
                    <a:pt x="4328930" y="1060510"/>
                    <a:pt x="4340325" y="1079249"/>
                    <a:pt x="4347415" y="1081274"/>
                  </a:cubicBezTo>
                  <a:cubicBezTo>
                    <a:pt x="4350961" y="1082287"/>
                    <a:pt x="4350961" y="1077983"/>
                    <a:pt x="4347669" y="1071905"/>
                  </a:cubicBezTo>
                  <a:cubicBezTo>
                    <a:pt x="4344883" y="1067094"/>
                    <a:pt x="4339059" y="1059750"/>
                    <a:pt x="4334501" y="1058737"/>
                  </a:cubicBezTo>
                  <a:close/>
                  <a:moveTo>
                    <a:pt x="4309178" y="1055699"/>
                  </a:moveTo>
                  <a:cubicBezTo>
                    <a:pt x="4308672" y="1055699"/>
                    <a:pt x="4308165" y="1055699"/>
                    <a:pt x="4307659" y="1055952"/>
                  </a:cubicBezTo>
                  <a:cubicBezTo>
                    <a:pt x="4303354" y="1058991"/>
                    <a:pt x="4314496" y="1076210"/>
                    <a:pt x="4321839" y="1078236"/>
                  </a:cubicBezTo>
                  <a:cubicBezTo>
                    <a:pt x="4325385" y="1079249"/>
                    <a:pt x="4325638" y="1074944"/>
                    <a:pt x="4322346" y="1068866"/>
                  </a:cubicBezTo>
                  <a:cubicBezTo>
                    <a:pt x="4319814" y="1063802"/>
                    <a:pt x="4313989" y="1056712"/>
                    <a:pt x="4309178" y="1055699"/>
                  </a:cubicBezTo>
                  <a:close/>
                  <a:moveTo>
                    <a:pt x="4282589" y="1052660"/>
                  </a:moveTo>
                  <a:cubicBezTo>
                    <a:pt x="4282083" y="1052660"/>
                    <a:pt x="4281577" y="1052660"/>
                    <a:pt x="4281070" y="1052913"/>
                  </a:cubicBezTo>
                  <a:cubicBezTo>
                    <a:pt x="4276765" y="1055699"/>
                    <a:pt x="4287907" y="1073171"/>
                    <a:pt x="4294997" y="1075197"/>
                  </a:cubicBezTo>
                  <a:cubicBezTo>
                    <a:pt x="4298796" y="1076210"/>
                    <a:pt x="4299302" y="1071905"/>
                    <a:pt x="4296010" y="1065828"/>
                  </a:cubicBezTo>
                  <a:cubicBezTo>
                    <a:pt x="4293478" y="1061016"/>
                    <a:pt x="4287654" y="1053673"/>
                    <a:pt x="4282589" y="1052660"/>
                  </a:cubicBezTo>
                  <a:close/>
                  <a:moveTo>
                    <a:pt x="4254481" y="1049621"/>
                  </a:moveTo>
                  <a:cubicBezTo>
                    <a:pt x="4253975" y="1049621"/>
                    <a:pt x="4253468" y="1049621"/>
                    <a:pt x="4252709" y="1049874"/>
                  </a:cubicBezTo>
                  <a:cubicBezTo>
                    <a:pt x="4248151" y="1052660"/>
                    <a:pt x="4259039" y="1070132"/>
                    <a:pt x="4266636" y="1072158"/>
                  </a:cubicBezTo>
                  <a:cubicBezTo>
                    <a:pt x="4270688" y="1073171"/>
                    <a:pt x="4271194" y="1068866"/>
                    <a:pt x="4268156" y="1062789"/>
                  </a:cubicBezTo>
                  <a:cubicBezTo>
                    <a:pt x="4265623" y="1057978"/>
                    <a:pt x="4259799" y="1050634"/>
                    <a:pt x="4254481" y="1049621"/>
                  </a:cubicBezTo>
                  <a:close/>
                  <a:moveTo>
                    <a:pt x="4236755" y="1068866"/>
                  </a:moveTo>
                  <a:cubicBezTo>
                    <a:pt x="4241567" y="1070639"/>
                    <a:pt x="4242580" y="1066334"/>
                    <a:pt x="4239288" y="1059750"/>
                  </a:cubicBezTo>
                  <a:cubicBezTo>
                    <a:pt x="4236755" y="1054939"/>
                    <a:pt x="4230931" y="1047595"/>
                    <a:pt x="4225613" y="1046583"/>
                  </a:cubicBezTo>
                  <a:cubicBezTo>
                    <a:pt x="4225107" y="1046583"/>
                    <a:pt x="4224348" y="1046583"/>
                    <a:pt x="4223841" y="1046836"/>
                  </a:cubicBezTo>
                  <a:cubicBezTo>
                    <a:pt x="4219030" y="1049621"/>
                    <a:pt x="4228399" y="1065828"/>
                    <a:pt x="4236755" y="1068866"/>
                  </a:cubicBezTo>
                  <a:close/>
                  <a:moveTo>
                    <a:pt x="4205862" y="1065828"/>
                  </a:moveTo>
                  <a:cubicBezTo>
                    <a:pt x="4210673" y="1067600"/>
                    <a:pt x="4212193" y="1063295"/>
                    <a:pt x="4208901" y="1056712"/>
                  </a:cubicBezTo>
                  <a:cubicBezTo>
                    <a:pt x="4206622" y="1051900"/>
                    <a:pt x="4200544" y="1044557"/>
                    <a:pt x="4194973" y="1043544"/>
                  </a:cubicBezTo>
                  <a:cubicBezTo>
                    <a:pt x="4194467" y="1043544"/>
                    <a:pt x="4193707" y="1043544"/>
                    <a:pt x="4193200" y="1043797"/>
                  </a:cubicBezTo>
                  <a:cubicBezTo>
                    <a:pt x="4188136" y="1046836"/>
                    <a:pt x="4197505" y="1063042"/>
                    <a:pt x="4205862" y="1065828"/>
                  </a:cubicBezTo>
                  <a:close/>
                  <a:moveTo>
                    <a:pt x="4161547" y="1041012"/>
                  </a:moveTo>
                  <a:cubicBezTo>
                    <a:pt x="4156230" y="1043797"/>
                    <a:pt x="4165346" y="1060004"/>
                    <a:pt x="4174209" y="1062789"/>
                  </a:cubicBezTo>
                  <a:cubicBezTo>
                    <a:pt x="4179273" y="1064562"/>
                    <a:pt x="4180793" y="1060257"/>
                    <a:pt x="4177754" y="1053673"/>
                  </a:cubicBezTo>
                  <a:cubicBezTo>
                    <a:pt x="4175475" y="1048862"/>
                    <a:pt x="4169397" y="1041518"/>
                    <a:pt x="4163573" y="1040505"/>
                  </a:cubicBezTo>
                  <a:cubicBezTo>
                    <a:pt x="4163067" y="1040758"/>
                    <a:pt x="4162307" y="1040758"/>
                    <a:pt x="4161547" y="1041012"/>
                  </a:cubicBezTo>
                  <a:close/>
                  <a:moveTo>
                    <a:pt x="4128881" y="1038226"/>
                  </a:moveTo>
                  <a:cubicBezTo>
                    <a:pt x="4123310" y="1041012"/>
                    <a:pt x="4132426" y="1057218"/>
                    <a:pt x="4141289" y="1060004"/>
                  </a:cubicBezTo>
                  <a:cubicBezTo>
                    <a:pt x="4146354" y="1061776"/>
                    <a:pt x="4148126" y="1057471"/>
                    <a:pt x="4145088" y="1050887"/>
                  </a:cubicBezTo>
                  <a:cubicBezTo>
                    <a:pt x="4142809" y="1046076"/>
                    <a:pt x="4136984" y="1038732"/>
                    <a:pt x="4130907" y="1037720"/>
                  </a:cubicBezTo>
                  <a:cubicBezTo>
                    <a:pt x="4130401" y="1037973"/>
                    <a:pt x="4129641" y="1037720"/>
                    <a:pt x="4128881" y="1038226"/>
                  </a:cubicBezTo>
                  <a:close/>
                  <a:moveTo>
                    <a:pt x="4107104" y="1057218"/>
                  </a:moveTo>
                  <a:cubicBezTo>
                    <a:pt x="4112421" y="1058991"/>
                    <a:pt x="4114447" y="1054686"/>
                    <a:pt x="4111409" y="1048102"/>
                  </a:cubicBezTo>
                  <a:cubicBezTo>
                    <a:pt x="4109130" y="1043291"/>
                    <a:pt x="4103305" y="1035947"/>
                    <a:pt x="4096975" y="1035187"/>
                  </a:cubicBezTo>
                  <a:cubicBezTo>
                    <a:pt x="4096468" y="1035187"/>
                    <a:pt x="4095709" y="1035187"/>
                    <a:pt x="4094949" y="1035441"/>
                  </a:cubicBezTo>
                  <a:cubicBezTo>
                    <a:pt x="4088872" y="1037973"/>
                    <a:pt x="4097988" y="1054179"/>
                    <a:pt x="4107104" y="1057218"/>
                  </a:cubicBezTo>
                  <a:close/>
                  <a:moveTo>
                    <a:pt x="4060004" y="1032402"/>
                  </a:moveTo>
                  <a:cubicBezTo>
                    <a:pt x="4054180" y="1034934"/>
                    <a:pt x="4061776" y="1050128"/>
                    <a:pt x="4070892" y="1053926"/>
                  </a:cubicBezTo>
                  <a:cubicBezTo>
                    <a:pt x="4076970" y="1056458"/>
                    <a:pt x="4079755" y="1052153"/>
                    <a:pt x="4076717" y="1045063"/>
                  </a:cubicBezTo>
                  <a:cubicBezTo>
                    <a:pt x="4074691" y="1040252"/>
                    <a:pt x="4068613" y="1032908"/>
                    <a:pt x="4062283" y="1032149"/>
                  </a:cubicBezTo>
                  <a:cubicBezTo>
                    <a:pt x="4061523" y="1032149"/>
                    <a:pt x="4060510" y="1032149"/>
                    <a:pt x="4060004" y="1032402"/>
                  </a:cubicBezTo>
                  <a:close/>
                  <a:moveTo>
                    <a:pt x="4034428" y="1051141"/>
                  </a:moveTo>
                  <a:cubicBezTo>
                    <a:pt x="4040505" y="1053673"/>
                    <a:pt x="4043544" y="1049368"/>
                    <a:pt x="4040505" y="1042278"/>
                  </a:cubicBezTo>
                  <a:cubicBezTo>
                    <a:pt x="4038479" y="1037466"/>
                    <a:pt x="4032655" y="1030123"/>
                    <a:pt x="4026072" y="1029363"/>
                  </a:cubicBezTo>
                  <a:cubicBezTo>
                    <a:pt x="4025312" y="1029363"/>
                    <a:pt x="4024552" y="1029363"/>
                    <a:pt x="4023792" y="1029616"/>
                  </a:cubicBezTo>
                  <a:cubicBezTo>
                    <a:pt x="4017715" y="1032149"/>
                    <a:pt x="4025059" y="1047342"/>
                    <a:pt x="4034428" y="1051141"/>
                  </a:cubicBezTo>
                  <a:close/>
                  <a:moveTo>
                    <a:pt x="3997204" y="1048355"/>
                  </a:moveTo>
                  <a:cubicBezTo>
                    <a:pt x="4003535" y="1050887"/>
                    <a:pt x="4006573" y="1046583"/>
                    <a:pt x="4003788" y="1039492"/>
                  </a:cubicBezTo>
                  <a:cubicBezTo>
                    <a:pt x="4001762" y="1034681"/>
                    <a:pt x="3995938" y="1027337"/>
                    <a:pt x="3989100" y="1026578"/>
                  </a:cubicBezTo>
                  <a:cubicBezTo>
                    <a:pt x="3988341" y="1026578"/>
                    <a:pt x="3987581" y="1026578"/>
                    <a:pt x="3986822" y="1026831"/>
                  </a:cubicBezTo>
                  <a:cubicBezTo>
                    <a:pt x="3979984" y="1029616"/>
                    <a:pt x="3987328" y="1044303"/>
                    <a:pt x="3997204" y="1048355"/>
                  </a:cubicBezTo>
                  <a:close/>
                  <a:moveTo>
                    <a:pt x="3958460" y="1045570"/>
                  </a:moveTo>
                  <a:cubicBezTo>
                    <a:pt x="3964791" y="1048102"/>
                    <a:pt x="3968336" y="1043797"/>
                    <a:pt x="3965551" y="1036707"/>
                  </a:cubicBezTo>
                  <a:cubicBezTo>
                    <a:pt x="3963778" y="1032149"/>
                    <a:pt x="3958207" y="1024805"/>
                    <a:pt x="3950864" y="1023792"/>
                  </a:cubicBezTo>
                  <a:cubicBezTo>
                    <a:pt x="3950104" y="1023792"/>
                    <a:pt x="3949344" y="1023792"/>
                    <a:pt x="3948584" y="1024045"/>
                  </a:cubicBezTo>
                  <a:cubicBezTo>
                    <a:pt x="3941747" y="1026831"/>
                    <a:pt x="3948838" y="1041771"/>
                    <a:pt x="3958460" y="1045570"/>
                  </a:cubicBezTo>
                  <a:close/>
                  <a:moveTo>
                    <a:pt x="3918197" y="1042278"/>
                  </a:moveTo>
                  <a:cubicBezTo>
                    <a:pt x="3925287" y="1045570"/>
                    <a:pt x="3929592" y="1041518"/>
                    <a:pt x="3926554" y="1033921"/>
                  </a:cubicBezTo>
                  <a:cubicBezTo>
                    <a:pt x="3924781" y="1029110"/>
                    <a:pt x="3918957" y="1021766"/>
                    <a:pt x="3911613" y="1021007"/>
                  </a:cubicBezTo>
                  <a:cubicBezTo>
                    <a:pt x="3910854" y="1021007"/>
                    <a:pt x="3910094" y="1021007"/>
                    <a:pt x="3909081" y="1021260"/>
                  </a:cubicBezTo>
                  <a:cubicBezTo>
                    <a:pt x="3902750" y="1024045"/>
                    <a:pt x="3908575" y="1037720"/>
                    <a:pt x="3918197" y="1042278"/>
                  </a:cubicBezTo>
                  <a:close/>
                  <a:moveTo>
                    <a:pt x="3871604" y="1018474"/>
                  </a:moveTo>
                  <a:cubicBezTo>
                    <a:pt x="3870844" y="1018474"/>
                    <a:pt x="3869831" y="1018474"/>
                    <a:pt x="3869071" y="1018728"/>
                  </a:cubicBezTo>
                  <a:cubicBezTo>
                    <a:pt x="3862234" y="1021260"/>
                    <a:pt x="3867805" y="1035187"/>
                    <a:pt x="3877681" y="1039745"/>
                  </a:cubicBezTo>
                  <a:cubicBezTo>
                    <a:pt x="3884772" y="1043037"/>
                    <a:pt x="3889329" y="1038732"/>
                    <a:pt x="3886544" y="1031389"/>
                  </a:cubicBezTo>
                  <a:cubicBezTo>
                    <a:pt x="3884772" y="1026578"/>
                    <a:pt x="3878947" y="1019234"/>
                    <a:pt x="3871604" y="1018474"/>
                  </a:cubicBezTo>
                  <a:close/>
                  <a:moveTo>
                    <a:pt x="3830581" y="1015689"/>
                  </a:moveTo>
                  <a:cubicBezTo>
                    <a:pt x="3829822" y="1015689"/>
                    <a:pt x="3828808" y="1015689"/>
                    <a:pt x="3828049" y="1015942"/>
                  </a:cubicBezTo>
                  <a:cubicBezTo>
                    <a:pt x="3820959" y="1018474"/>
                    <a:pt x="3826276" y="1032402"/>
                    <a:pt x="3836152" y="1036960"/>
                  </a:cubicBezTo>
                  <a:cubicBezTo>
                    <a:pt x="3843243" y="1040252"/>
                    <a:pt x="3848054" y="1035947"/>
                    <a:pt x="3845521" y="1028603"/>
                  </a:cubicBezTo>
                  <a:cubicBezTo>
                    <a:pt x="3843749" y="1023792"/>
                    <a:pt x="3838178" y="1016702"/>
                    <a:pt x="3830581" y="1015689"/>
                  </a:cubicBezTo>
                  <a:close/>
                  <a:moveTo>
                    <a:pt x="3788546" y="1013157"/>
                  </a:moveTo>
                  <a:cubicBezTo>
                    <a:pt x="3787786" y="1013157"/>
                    <a:pt x="3786773" y="1013157"/>
                    <a:pt x="3785760" y="1013410"/>
                  </a:cubicBezTo>
                  <a:cubicBezTo>
                    <a:pt x="3778670" y="1015942"/>
                    <a:pt x="3782975" y="1028603"/>
                    <a:pt x="3792597" y="1033668"/>
                  </a:cubicBezTo>
                  <a:cubicBezTo>
                    <a:pt x="3800194" y="1037720"/>
                    <a:pt x="3806018" y="1033668"/>
                    <a:pt x="3803486" y="1025818"/>
                  </a:cubicBezTo>
                  <a:cubicBezTo>
                    <a:pt x="3801967" y="1021260"/>
                    <a:pt x="3796396" y="1014170"/>
                    <a:pt x="3788546" y="1013157"/>
                  </a:cubicBezTo>
                  <a:close/>
                  <a:moveTo>
                    <a:pt x="3745750" y="1010624"/>
                  </a:moveTo>
                  <a:cubicBezTo>
                    <a:pt x="3744991" y="1010624"/>
                    <a:pt x="3743978" y="1010624"/>
                    <a:pt x="3742965" y="1010878"/>
                  </a:cubicBezTo>
                  <a:cubicBezTo>
                    <a:pt x="3735622" y="1013410"/>
                    <a:pt x="3739673" y="1026071"/>
                    <a:pt x="3749549" y="1031136"/>
                  </a:cubicBezTo>
                  <a:cubicBezTo>
                    <a:pt x="3757399" y="1035441"/>
                    <a:pt x="3763223" y="1031136"/>
                    <a:pt x="3760691" y="1023286"/>
                  </a:cubicBezTo>
                  <a:cubicBezTo>
                    <a:pt x="3759171" y="1018728"/>
                    <a:pt x="3753600" y="1011384"/>
                    <a:pt x="3745750" y="1010624"/>
                  </a:cubicBezTo>
                  <a:close/>
                  <a:moveTo>
                    <a:pt x="3705488" y="1028857"/>
                  </a:moveTo>
                  <a:cubicBezTo>
                    <a:pt x="3713338" y="1032908"/>
                    <a:pt x="3719415" y="1028857"/>
                    <a:pt x="3717136" y="1021007"/>
                  </a:cubicBezTo>
                  <a:cubicBezTo>
                    <a:pt x="3715616" y="1016195"/>
                    <a:pt x="3710045" y="1009105"/>
                    <a:pt x="3702196" y="1008092"/>
                  </a:cubicBezTo>
                  <a:cubicBezTo>
                    <a:pt x="3701436" y="1008092"/>
                    <a:pt x="3700423" y="1008092"/>
                    <a:pt x="3699410" y="1008345"/>
                  </a:cubicBezTo>
                  <a:cubicBezTo>
                    <a:pt x="3691813" y="1010878"/>
                    <a:pt x="3695612" y="1023539"/>
                    <a:pt x="3705488" y="1028857"/>
                  </a:cubicBezTo>
                  <a:close/>
                  <a:moveTo>
                    <a:pt x="3657374" y="1005560"/>
                  </a:moveTo>
                  <a:cubicBezTo>
                    <a:pt x="3656615" y="1005560"/>
                    <a:pt x="3655602" y="1005560"/>
                    <a:pt x="3654589" y="1005813"/>
                  </a:cubicBezTo>
                  <a:cubicBezTo>
                    <a:pt x="3646992" y="1008345"/>
                    <a:pt x="3650538" y="1021007"/>
                    <a:pt x="3660413" y="1026071"/>
                  </a:cubicBezTo>
                  <a:cubicBezTo>
                    <a:pt x="3668263" y="1030123"/>
                    <a:pt x="3674594" y="1026071"/>
                    <a:pt x="3672568" y="1018221"/>
                  </a:cubicBezTo>
                  <a:cubicBezTo>
                    <a:pt x="3671049" y="1013663"/>
                    <a:pt x="3665478" y="1006573"/>
                    <a:pt x="3657374" y="1005560"/>
                  </a:cubicBezTo>
                  <a:close/>
                  <a:moveTo>
                    <a:pt x="3612047" y="1003281"/>
                  </a:moveTo>
                  <a:cubicBezTo>
                    <a:pt x="3611288" y="1003281"/>
                    <a:pt x="3610275" y="1003281"/>
                    <a:pt x="3609009" y="1003534"/>
                  </a:cubicBezTo>
                  <a:cubicBezTo>
                    <a:pt x="3601665" y="1005813"/>
                    <a:pt x="3604197" y="1017715"/>
                    <a:pt x="3613313" y="1023286"/>
                  </a:cubicBezTo>
                  <a:cubicBezTo>
                    <a:pt x="3621670" y="1028350"/>
                    <a:pt x="3629013" y="1024299"/>
                    <a:pt x="3626987" y="1015942"/>
                  </a:cubicBezTo>
                  <a:cubicBezTo>
                    <a:pt x="3625721" y="1011131"/>
                    <a:pt x="3620151" y="1004041"/>
                    <a:pt x="3612047" y="1003281"/>
                  </a:cubicBezTo>
                  <a:close/>
                  <a:moveTo>
                    <a:pt x="3562921" y="1001255"/>
                  </a:moveTo>
                  <a:cubicBezTo>
                    <a:pt x="3555324" y="1003534"/>
                    <a:pt x="3557604" y="1015436"/>
                    <a:pt x="3566973" y="1021007"/>
                  </a:cubicBezTo>
                  <a:cubicBezTo>
                    <a:pt x="3575330" y="1026071"/>
                    <a:pt x="3582926" y="1022020"/>
                    <a:pt x="3580901" y="1013663"/>
                  </a:cubicBezTo>
                  <a:cubicBezTo>
                    <a:pt x="3579634" y="1008852"/>
                    <a:pt x="3574316" y="1001762"/>
                    <a:pt x="3565960" y="1001002"/>
                  </a:cubicBezTo>
                  <a:cubicBezTo>
                    <a:pt x="3564947" y="1000749"/>
                    <a:pt x="3563934" y="1000749"/>
                    <a:pt x="3562921" y="1001255"/>
                  </a:cubicBezTo>
                  <a:close/>
                  <a:moveTo>
                    <a:pt x="3518860" y="998470"/>
                  </a:moveTo>
                  <a:cubicBezTo>
                    <a:pt x="3518100" y="998470"/>
                    <a:pt x="3516834" y="998470"/>
                    <a:pt x="3515821" y="998723"/>
                  </a:cubicBezTo>
                  <a:cubicBezTo>
                    <a:pt x="3507971" y="1001002"/>
                    <a:pt x="3509997" y="1012903"/>
                    <a:pt x="3519366" y="1018474"/>
                  </a:cubicBezTo>
                  <a:cubicBezTo>
                    <a:pt x="3527976" y="1023539"/>
                    <a:pt x="3535573" y="1019487"/>
                    <a:pt x="3533547" y="1011131"/>
                  </a:cubicBezTo>
                  <a:cubicBezTo>
                    <a:pt x="3532534" y="1006573"/>
                    <a:pt x="3527216" y="999229"/>
                    <a:pt x="3518860" y="998470"/>
                  </a:cubicBezTo>
                  <a:close/>
                  <a:moveTo>
                    <a:pt x="3471001" y="996191"/>
                  </a:moveTo>
                  <a:cubicBezTo>
                    <a:pt x="3470241" y="996191"/>
                    <a:pt x="3468975" y="996191"/>
                    <a:pt x="3467962" y="996444"/>
                  </a:cubicBezTo>
                  <a:cubicBezTo>
                    <a:pt x="3460112" y="998723"/>
                    <a:pt x="3461884" y="1010624"/>
                    <a:pt x="3471254" y="1016195"/>
                  </a:cubicBezTo>
                  <a:cubicBezTo>
                    <a:pt x="3479610" y="1021260"/>
                    <a:pt x="3487713" y="1017208"/>
                    <a:pt x="3485941" y="1008852"/>
                  </a:cubicBezTo>
                  <a:cubicBezTo>
                    <a:pt x="3484928" y="1004041"/>
                    <a:pt x="3479610" y="996950"/>
                    <a:pt x="3471001" y="996191"/>
                  </a:cubicBezTo>
                  <a:close/>
                  <a:moveTo>
                    <a:pt x="3420608" y="994165"/>
                  </a:moveTo>
                  <a:cubicBezTo>
                    <a:pt x="3411999" y="995684"/>
                    <a:pt x="3412505" y="1007079"/>
                    <a:pt x="3421368" y="1013410"/>
                  </a:cubicBezTo>
                  <a:cubicBezTo>
                    <a:pt x="3429978" y="1019487"/>
                    <a:pt x="3439094" y="1015689"/>
                    <a:pt x="3437321" y="1006826"/>
                  </a:cubicBezTo>
                  <a:cubicBezTo>
                    <a:pt x="3436308" y="1002015"/>
                    <a:pt x="3431244" y="994924"/>
                    <a:pt x="3422634" y="994165"/>
                  </a:cubicBezTo>
                  <a:cubicBezTo>
                    <a:pt x="3422128" y="993912"/>
                    <a:pt x="3421115" y="993912"/>
                    <a:pt x="3420608" y="994165"/>
                  </a:cubicBezTo>
                  <a:close/>
                  <a:moveTo>
                    <a:pt x="3371483" y="991886"/>
                  </a:moveTo>
                  <a:cubicBezTo>
                    <a:pt x="3362620" y="993405"/>
                    <a:pt x="3362873" y="1004800"/>
                    <a:pt x="3371989" y="1011131"/>
                  </a:cubicBezTo>
                  <a:cubicBezTo>
                    <a:pt x="3380599" y="1017208"/>
                    <a:pt x="3390221" y="1013410"/>
                    <a:pt x="3388449" y="1004547"/>
                  </a:cubicBezTo>
                  <a:cubicBezTo>
                    <a:pt x="3387689" y="999736"/>
                    <a:pt x="3382372" y="992645"/>
                    <a:pt x="3373762" y="991886"/>
                  </a:cubicBezTo>
                  <a:cubicBezTo>
                    <a:pt x="3373002" y="991886"/>
                    <a:pt x="3371989" y="991886"/>
                    <a:pt x="3371483" y="991886"/>
                  </a:cubicBezTo>
                  <a:close/>
                  <a:moveTo>
                    <a:pt x="3323623" y="989607"/>
                  </a:moveTo>
                  <a:cubicBezTo>
                    <a:pt x="3322863" y="989607"/>
                    <a:pt x="3322104" y="989607"/>
                    <a:pt x="3321344" y="989860"/>
                  </a:cubicBezTo>
                  <a:cubicBezTo>
                    <a:pt x="3312481" y="991379"/>
                    <a:pt x="3312481" y="1002774"/>
                    <a:pt x="3321344" y="1009105"/>
                  </a:cubicBezTo>
                  <a:cubicBezTo>
                    <a:pt x="3329954" y="1014929"/>
                    <a:pt x="3339829" y="1011131"/>
                    <a:pt x="3338310" y="1002521"/>
                  </a:cubicBezTo>
                  <a:cubicBezTo>
                    <a:pt x="3337804" y="997963"/>
                    <a:pt x="3332992" y="990620"/>
                    <a:pt x="3323623" y="989607"/>
                  </a:cubicBezTo>
                  <a:close/>
                  <a:moveTo>
                    <a:pt x="3270952" y="987834"/>
                  </a:moveTo>
                  <a:cubicBezTo>
                    <a:pt x="3262342" y="989353"/>
                    <a:pt x="3261583" y="999736"/>
                    <a:pt x="3269686" y="1006320"/>
                  </a:cubicBezTo>
                  <a:cubicBezTo>
                    <a:pt x="3278296" y="1013157"/>
                    <a:pt x="3289437" y="1009611"/>
                    <a:pt x="3287918" y="1000495"/>
                  </a:cubicBezTo>
                  <a:cubicBezTo>
                    <a:pt x="3287158" y="995684"/>
                    <a:pt x="3282347" y="988594"/>
                    <a:pt x="3273231" y="987834"/>
                  </a:cubicBezTo>
                  <a:cubicBezTo>
                    <a:pt x="3272471" y="987581"/>
                    <a:pt x="3271712" y="987581"/>
                    <a:pt x="3270952" y="987834"/>
                  </a:cubicBezTo>
                  <a:close/>
                  <a:moveTo>
                    <a:pt x="3012408" y="978212"/>
                  </a:moveTo>
                  <a:cubicBezTo>
                    <a:pt x="3012155" y="978212"/>
                    <a:pt x="3011649" y="978212"/>
                    <a:pt x="3011142" y="978212"/>
                  </a:cubicBezTo>
                  <a:cubicBezTo>
                    <a:pt x="3001266" y="978718"/>
                    <a:pt x="2998228" y="988847"/>
                    <a:pt x="3005571" y="995937"/>
                  </a:cubicBezTo>
                  <a:cubicBezTo>
                    <a:pt x="3013928" y="1003787"/>
                    <a:pt x="3026842" y="1000495"/>
                    <a:pt x="3026336" y="990620"/>
                  </a:cubicBezTo>
                  <a:cubicBezTo>
                    <a:pt x="3026336" y="985808"/>
                    <a:pt x="3021778" y="978971"/>
                    <a:pt x="3012408" y="978212"/>
                  </a:cubicBezTo>
                  <a:close/>
                  <a:moveTo>
                    <a:pt x="2896684" y="992392"/>
                  </a:moveTo>
                  <a:cubicBezTo>
                    <a:pt x="2904534" y="1000242"/>
                    <a:pt x="2918208" y="996697"/>
                    <a:pt x="2918208" y="987074"/>
                  </a:cubicBezTo>
                  <a:cubicBezTo>
                    <a:pt x="2918208" y="982263"/>
                    <a:pt x="2913903" y="975173"/>
                    <a:pt x="2904281" y="974666"/>
                  </a:cubicBezTo>
                  <a:cubicBezTo>
                    <a:pt x="2892886" y="974920"/>
                    <a:pt x="2889847" y="985808"/>
                    <a:pt x="2896684" y="992392"/>
                  </a:cubicBezTo>
                  <a:close/>
                  <a:moveTo>
                    <a:pt x="2849584" y="973147"/>
                  </a:moveTo>
                  <a:cubicBezTo>
                    <a:pt x="2837936" y="973400"/>
                    <a:pt x="2834897" y="984289"/>
                    <a:pt x="2841734" y="990873"/>
                  </a:cubicBezTo>
                  <a:cubicBezTo>
                    <a:pt x="2849584" y="998470"/>
                    <a:pt x="2863258" y="995178"/>
                    <a:pt x="2863512" y="985555"/>
                  </a:cubicBezTo>
                  <a:cubicBezTo>
                    <a:pt x="2863512" y="980997"/>
                    <a:pt x="2859207" y="973907"/>
                    <a:pt x="2849584" y="973147"/>
                  </a:cubicBezTo>
                  <a:close/>
                  <a:moveTo>
                    <a:pt x="2794634" y="971628"/>
                  </a:moveTo>
                  <a:cubicBezTo>
                    <a:pt x="2782732" y="971881"/>
                    <a:pt x="2779441" y="982770"/>
                    <a:pt x="2786278" y="989353"/>
                  </a:cubicBezTo>
                  <a:cubicBezTo>
                    <a:pt x="2794128" y="997203"/>
                    <a:pt x="2808055" y="993912"/>
                    <a:pt x="2808308" y="984036"/>
                  </a:cubicBezTo>
                  <a:cubicBezTo>
                    <a:pt x="2808308" y="979478"/>
                    <a:pt x="2804257" y="972387"/>
                    <a:pt x="2794634" y="971628"/>
                  </a:cubicBezTo>
                  <a:close/>
                  <a:moveTo>
                    <a:pt x="2729555" y="987074"/>
                  </a:moveTo>
                  <a:cubicBezTo>
                    <a:pt x="2736899" y="995937"/>
                    <a:pt x="2752092" y="992899"/>
                    <a:pt x="2752599" y="982516"/>
                  </a:cubicBezTo>
                  <a:cubicBezTo>
                    <a:pt x="2752852" y="977705"/>
                    <a:pt x="2748800" y="970868"/>
                    <a:pt x="2738924" y="970108"/>
                  </a:cubicBezTo>
                  <a:cubicBezTo>
                    <a:pt x="2727529" y="970361"/>
                    <a:pt x="2723984" y="980237"/>
                    <a:pt x="2729555" y="987074"/>
                  </a:cubicBezTo>
                  <a:close/>
                  <a:moveTo>
                    <a:pt x="2570782" y="966310"/>
                  </a:moveTo>
                  <a:cubicBezTo>
                    <a:pt x="2558121" y="966563"/>
                    <a:pt x="2555082" y="976945"/>
                    <a:pt x="2559894" y="983276"/>
                  </a:cubicBezTo>
                  <a:cubicBezTo>
                    <a:pt x="2566731" y="992139"/>
                    <a:pt x="2582684" y="989100"/>
                    <a:pt x="2583697" y="978718"/>
                  </a:cubicBezTo>
                  <a:cubicBezTo>
                    <a:pt x="2584457" y="973907"/>
                    <a:pt x="2580658" y="967070"/>
                    <a:pt x="2570782" y="966310"/>
                  </a:cubicBezTo>
                  <a:close/>
                  <a:moveTo>
                    <a:pt x="2502918" y="982010"/>
                  </a:moveTo>
                  <a:cubicBezTo>
                    <a:pt x="2509502" y="990873"/>
                    <a:pt x="2525708" y="987834"/>
                    <a:pt x="2526974" y="977452"/>
                  </a:cubicBezTo>
                  <a:cubicBezTo>
                    <a:pt x="2527734" y="972641"/>
                    <a:pt x="2523936" y="965803"/>
                    <a:pt x="2514060" y="965044"/>
                  </a:cubicBezTo>
                  <a:cubicBezTo>
                    <a:pt x="2502158" y="965550"/>
                    <a:pt x="2497600" y="975173"/>
                    <a:pt x="2502918" y="982010"/>
                  </a:cubicBezTo>
                  <a:close/>
                  <a:moveTo>
                    <a:pt x="2445689" y="980997"/>
                  </a:moveTo>
                  <a:cubicBezTo>
                    <a:pt x="2452273" y="989607"/>
                    <a:pt x="2468226" y="986568"/>
                    <a:pt x="2469745" y="976439"/>
                  </a:cubicBezTo>
                  <a:cubicBezTo>
                    <a:pt x="2470505" y="971881"/>
                    <a:pt x="2467719" y="964790"/>
                    <a:pt x="2457084" y="964031"/>
                  </a:cubicBezTo>
                  <a:cubicBezTo>
                    <a:pt x="2445182" y="964284"/>
                    <a:pt x="2440371" y="974160"/>
                    <a:pt x="2445689" y="980997"/>
                  </a:cubicBezTo>
                  <a:close/>
                  <a:moveTo>
                    <a:pt x="2387953" y="979984"/>
                  </a:moveTo>
                  <a:cubicBezTo>
                    <a:pt x="2394537" y="988594"/>
                    <a:pt x="2410491" y="985555"/>
                    <a:pt x="2412263" y="975426"/>
                  </a:cubicBezTo>
                  <a:cubicBezTo>
                    <a:pt x="2413023" y="971121"/>
                    <a:pt x="2410237" y="963778"/>
                    <a:pt x="2399855" y="963018"/>
                  </a:cubicBezTo>
                  <a:cubicBezTo>
                    <a:pt x="2388207" y="963271"/>
                    <a:pt x="2382889" y="973400"/>
                    <a:pt x="2387953" y="979984"/>
                  </a:cubicBezTo>
                  <a:close/>
                  <a:moveTo>
                    <a:pt x="2342373" y="962258"/>
                  </a:moveTo>
                  <a:cubicBezTo>
                    <a:pt x="2330471" y="962511"/>
                    <a:pt x="2325153" y="972387"/>
                    <a:pt x="2330218" y="979224"/>
                  </a:cubicBezTo>
                  <a:cubicBezTo>
                    <a:pt x="2336548" y="987834"/>
                    <a:pt x="2352755" y="984795"/>
                    <a:pt x="2354781" y="974666"/>
                  </a:cubicBezTo>
                  <a:cubicBezTo>
                    <a:pt x="2355794" y="969602"/>
                    <a:pt x="2352502" y="962765"/>
                    <a:pt x="2342373" y="962258"/>
                  </a:cubicBezTo>
                  <a:close/>
                  <a:moveTo>
                    <a:pt x="1339851" y="972894"/>
                  </a:moveTo>
                  <a:cubicBezTo>
                    <a:pt x="1342130" y="968336"/>
                    <a:pt x="1342890" y="961245"/>
                    <a:pt x="1334787" y="960992"/>
                  </a:cubicBezTo>
                  <a:cubicBezTo>
                    <a:pt x="1324911" y="961752"/>
                    <a:pt x="1316808" y="972641"/>
                    <a:pt x="1319087" y="978971"/>
                  </a:cubicBezTo>
                  <a:cubicBezTo>
                    <a:pt x="1321619" y="986568"/>
                    <a:pt x="1335040" y="982516"/>
                    <a:pt x="1339851" y="972894"/>
                  </a:cubicBezTo>
                  <a:close/>
                  <a:moveTo>
                    <a:pt x="1294777" y="973653"/>
                  </a:moveTo>
                  <a:cubicBezTo>
                    <a:pt x="1297056" y="969095"/>
                    <a:pt x="1297816" y="962005"/>
                    <a:pt x="1289966" y="961752"/>
                  </a:cubicBezTo>
                  <a:cubicBezTo>
                    <a:pt x="1280090" y="962511"/>
                    <a:pt x="1271987" y="973400"/>
                    <a:pt x="1274013" y="979731"/>
                  </a:cubicBezTo>
                  <a:cubicBezTo>
                    <a:pt x="1276545" y="987328"/>
                    <a:pt x="1289713" y="983529"/>
                    <a:pt x="1294777" y="973653"/>
                  </a:cubicBezTo>
                  <a:close/>
                  <a:moveTo>
                    <a:pt x="1250716" y="974666"/>
                  </a:moveTo>
                  <a:cubicBezTo>
                    <a:pt x="1253248" y="969855"/>
                    <a:pt x="1253755" y="963018"/>
                    <a:pt x="1246158" y="962765"/>
                  </a:cubicBezTo>
                  <a:cubicBezTo>
                    <a:pt x="1236788" y="963524"/>
                    <a:pt x="1228432" y="974413"/>
                    <a:pt x="1230205" y="980997"/>
                  </a:cubicBezTo>
                  <a:cubicBezTo>
                    <a:pt x="1232484" y="988087"/>
                    <a:pt x="1245398" y="984289"/>
                    <a:pt x="1250716" y="974666"/>
                  </a:cubicBezTo>
                  <a:close/>
                  <a:moveTo>
                    <a:pt x="1207414" y="975426"/>
                  </a:moveTo>
                  <a:cubicBezTo>
                    <a:pt x="1209947" y="970868"/>
                    <a:pt x="1210959" y="963778"/>
                    <a:pt x="1203363" y="963524"/>
                  </a:cubicBezTo>
                  <a:cubicBezTo>
                    <a:pt x="1194247" y="964284"/>
                    <a:pt x="1185637" y="975173"/>
                    <a:pt x="1187409" y="981757"/>
                  </a:cubicBezTo>
                  <a:cubicBezTo>
                    <a:pt x="1189182" y="989100"/>
                    <a:pt x="1201843" y="985049"/>
                    <a:pt x="1207414" y="975426"/>
                  </a:cubicBezTo>
                  <a:close/>
                  <a:moveTo>
                    <a:pt x="716409" y="995937"/>
                  </a:moveTo>
                  <a:cubicBezTo>
                    <a:pt x="719701" y="991126"/>
                    <a:pt x="722487" y="984289"/>
                    <a:pt x="718182" y="984289"/>
                  </a:cubicBezTo>
                  <a:cubicBezTo>
                    <a:pt x="711345" y="985302"/>
                    <a:pt x="700963" y="999483"/>
                    <a:pt x="701975" y="1004800"/>
                  </a:cubicBezTo>
                  <a:cubicBezTo>
                    <a:pt x="702735" y="1008852"/>
                    <a:pt x="710838" y="1004041"/>
                    <a:pt x="716409" y="995937"/>
                  </a:cubicBezTo>
                  <a:close/>
                  <a:moveTo>
                    <a:pt x="676146" y="1006573"/>
                  </a:moveTo>
                  <a:cubicBezTo>
                    <a:pt x="676906" y="1010878"/>
                    <a:pt x="684503" y="1006320"/>
                    <a:pt x="690327" y="997710"/>
                  </a:cubicBezTo>
                  <a:cubicBezTo>
                    <a:pt x="693619" y="992899"/>
                    <a:pt x="696658" y="986061"/>
                    <a:pt x="692353" y="986061"/>
                  </a:cubicBezTo>
                  <a:cubicBezTo>
                    <a:pt x="685769" y="987074"/>
                    <a:pt x="675387" y="1001255"/>
                    <a:pt x="676146" y="1006573"/>
                  </a:cubicBezTo>
                  <a:close/>
                  <a:moveTo>
                    <a:pt x="665511" y="999736"/>
                  </a:moveTo>
                  <a:cubicBezTo>
                    <a:pt x="668803" y="994924"/>
                    <a:pt x="671842" y="988087"/>
                    <a:pt x="668043" y="988087"/>
                  </a:cubicBezTo>
                  <a:cubicBezTo>
                    <a:pt x="661712" y="989100"/>
                    <a:pt x="651077" y="1003534"/>
                    <a:pt x="651583" y="1008599"/>
                  </a:cubicBezTo>
                  <a:cubicBezTo>
                    <a:pt x="652090" y="1012903"/>
                    <a:pt x="659687" y="1008345"/>
                    <a:pt x="665511" y="999736"/>
                  </a:cubicBezTo>
                  <a:close/>
                  <a:moveTo>
                    <a:pt x="628540" y="1011131"/>
                  </a:moveTo>
                  <a:cubicBezTo>
                    <a:pt x="629300" y="1014676"/>
                    <a:pt x="636390" y="1009611"/>
                    <a:pt x="641961" y="1001762"/>
                  </a:cubicBezTo>
                  <a:cubicBezTo>
                    <a:pt x="645253" y="996950"/>
                    <a:pt x="648545" y="990113"/>
                    <a:pt x="644746" y="990113"/>
                  </a:cubicBezTo>
                  <a:cubicBezTo>
                    <a:pt x="638416" y="991379"/>
                    <a:pt x="627527" y="1006573"/>
                    <a:pt x="628540" y="1011131"/>
                  </a:cubicBezTo>
                  <a:close/>
                  <a:moveTo>
                    <a:pt x="606762" y="1013410"/>
                  </a:moveTo>
                  <a:cubicBezTo>
                    <a:pt x="607269" y="1016955"/>
                    <a:pt x="614106" y="1011891"/>
                    <a:pt x="619677" y="1004041"/>
                  </a:cubicBezTo>
                  <a:cubicBezTo>
                    <a:pt x="623222" y="999229"/>
                    <a:pt x="626514" y="992392"/>
                    <a:pt x="622969" y="992392"/>
                  </a:cubicBezTo>
                  <a:cubicBezTo>
                    <a:pt x="616892" y="993405"/>
                    <a:pt x="606003" y="1008852"/>
                    <a:pt x="606762" y="1013410"/>
                  </a:cubicBezTo>
                  <a:close/>
                  <a:moveTo>
                    <a:pt x="586251" y="1015689"/>
                  </a:moveTo>
                  <a:cubicBezTo>
                    <a:pt x="586758" y="1018981"/>
                    <a:pt x="593088" y="1014170"/>
                    <a:pt x="598912" y="1006320"/>
                  </a:cubicBezTo>
                  <a:cubicBezTo>
                    <a:pt x="602458" y="1001508"/>
                    <a:pt x="605750" y="994671"/>
                    <a:pt x="602711" y="994671"/>
                  </a:cubicBezTo>
                  <a:cubicBezTo>
                    <a:pt x="596633" y="995684"/>
                    <a:pt x="585745" y="1011131"/>
                    <a:pt x="586251" y="1015689"/>
                  </a:cubicBezTo>
                  <a:close/>
                  <a:moveTo>
                    <a:pt x="567006" y="1018221"/>
                  </a:moveTo>
                  <a:cubicBezTo>
                    <a:pt x="567766" y="1020753"/>
                    <a:pt x="573843" y="1015689"/>
                    <a:pt x="579161" y="1008345"/>
                  </a:cubicBezTo>
                  <a:cubicBezTo>
                    <a:pt x="582706" y="1003534"/>
                    <a:pt x="586251" y="996697"/>
                    <a:pt x="583213" y="996697"/>
                  </a:cubicBezTo>
                  <a:cubicBezTo>
                    <a:pt x="577642" y="997963"/>
                    <a:pt x="565993" y="1014676"/>
                    <a:pt x="567006" y="1018221"/>
                  </a:cubicBezTo>
                  <a:close/>
                  <a:moveTo>
                    <a:pt x="473566" y="1028350"/>
                  </a:moveTo>
                  <a:cubicBezTo>
                    <a:pt x="476098" y="1024552"/>
                    <a:pt x="481162" y="1017462"/>
                    <a:pt x="480909" y="1016702"/>
                  </a:cubicBezTo>
                  <a:cubicBezTo>
                    <a:pt x="480909" y="1016702"/>
                    <a:pt x="480909" y="1016702"/>
                    <a:pt x="480909" y="1016702"/>
                  </a:cubicBezTo>
                  <a:cubicBezTo>
                    <a:pt x="478377" y="1018221"/>
                    <a:pt x="464450" y="1037720"/>
                    <a:pt x="464956" y="1038986"/>
                  </a:cubicBezTo>
                  <a:cubicBezTo>
                    <a:pt x="465462" y="1038986"/>
                    <a:pt x="470780" y="1032149"/>
                    <a:pt x="473566" y="1028350"/>
                  </a:cubicBezTo>
                  <a:close/>
                  <a:moveTo>
                    <a:pt x="466729" y="1025058"/>
                  </a:moveTo>
                  <a:cubicBezTo>
                    <a:pt x="465462" y="1026831"/>
                    <a:pt x="464196" y="1028603"/>
                    <a:pt x="462930" y="1030376"/>
                  </a:cubicBezTo>
                  <a:lnTo>
                    <a:pt x="454321" y="1042278"/>
                  </a:lnTo>
                  <a:cubicBezTo>
                    <a:pt x="453054" y="1044050"/>
                    <a:pt x="451788" y="1045823"/>
                    <a:pt x="450522" y="1047595"/>
                  </a:cubicBezTo>
                  <a:cubicBezTo>
                    <a:pt x="453308" y="1044050"/>
                    <a:pt x="455587" y="1040505"/>
                    <a:pt x="458372" y="1036960"/>
                  </a:cubicBezTo>
                  <a:cubicBezTo>
                    <a:pt x="461158" y="1032655"/>
                    <a:pt x="463943" y="1029110"/>
                    <a:pt x="466729" y="1025058"/>
                  </a:cubicBezTo>
                  <a:close/>
                  <a:moveTo>
                    <a:pt x="4522901" y="1077223"/>
                  </a:moveTo>
                  <a:cubicBezTo>
                    <a:pt x="4517836" y="1070132"/>
                    <a:pt x="4513025" y="1062789"/>
                    <a:pt x="4507961" y="1055699"/>
                  </a:cubicBezTo>
                  <a:lnTo>
                    <a:pt x="4522901" y="1077223"/>
                  </a:lnTo>
                  <a:cubicBezTo>
                    <a:pt x="4522901" y="1077223"/>
                    <a:pt x="4522901" y="1077223"/>
                    <a:pt x="4522901" y="1077223"/>
                  </a:cubicBezTo>
                  <a:close/>
                  <a:moveTo>
                    <a:pt x="4514544" y="1065321"/>
                  </a:moveTo>
                  <a:cubicBezTo>
                    <a:pt x="4511252" y="1060510"/>
                    <a:pt x="4505935" y="1052913"/>
                    <a:pt x="4504922" y="1052153"/>
                  </a:cubicBezTo>
                  <a:cubicBezTo>
                    <a:pt x="4504922" y="1052153"/>
                    <a:pt x="4504922" y="1052153"/>
                    <a:pt x="4504922" y="1052153"/>
                  </a:cubicBezTo>
                  <a:cubicBezTo>
                    <a:pt x="4504922" y="1052407"/>
                    <a:pt x="4519862" y="1074437"/>
                    <a:pt x="4520622" y="1074944"/>
                  </a:cubicBezTo>
                  <a:cubicBezTo>
                    <a:pt x="4519862" y="1073424"/>
                    <a:pt x="4515810" y="1067347"/>
                    <a:pt x="4514544" y="1065321"/>
                  </a:cubicBezTo>
                  <a:close/>
                  <a:moveTo>
                    <a:pt x="4516317" y="1071905"/>
                  </a:moveTo>
                  <a:cubicBezTo>
                    <a:pt x="4515810" y="1070386"/>
                    <a:pt x="4511506" y="1064308"/>
                    <a:pt x="4510493" y="1062536"/>
                  </a:cubicBezTo>
                  <a:cubicBezTo>
                    <a:pt x="4507201" y="1057724"/>
                    <a:pt x="4501883" y="1050128"/>
                    <a:pt x="4500617" y="1049368"/>
                  </a:cubicBezTo>
                  <a:cubicBezTo>
                    <a:pt x="4500617" y="1049368"/>
                    <a:pt x="4500617" y="1049368"/>
                    <a:pt x="4500617" y="1049368"/>
                  </a:cubicBezTo>
                  <a:cubicBezTo>
                    <a:pt x="4501630" y="1051900"/>
                    <a:pt x="4514291" y="1070386"/>
                    <a:pt x="4516317" y="1071905"/>
                  </a:cubicBezTo>
                  <a:cubicBezTo>
                    <a:pt x="4516317" y="1071905"/>
                    <a:pt x="4516317" y="1071905"/>
                    <a:pt x="4516317" y="1071905"/>
                  </a:cubicBezTo>
                  <a:close/>
                  <a:moveTo>
                    <a:pt x="4510239" y="1068866"/>
                  </a:moveTo>
                  <a:cubicBezTo>
                    <a:pt x="4510493" y="1068866"/>
                    <a:pt x="4510493" y="1068866"/>
                    <a:pt x="4510239" y="1068866"/>
                  </a:cubicBezTo>
                  <a:cubicBezTo>
                    <a:pt x="4509986" y="1067347"/>
                    <a:pt x="4505935" y="1061270"/>
                    <a:pt x="4504922" y="1059497"/>
                  </a:cubicBezTo>
                  <a:cubicBezTo>
                    <a:pt x="4501630" y="1054686"/>
                    <a:pt x="4496312" y="1047342"/>
                    <a:pt x="4494793" y="1046329"/>
                  </a:cubicBezTo>
                  <a:cubicBezTo>
                    <a:pt x="4494793" y="1046329"/>
                    <a:pt x="4494793" y="1046329"/>
                    <a:pt x="4494540" y="1046329"/>
                  </a:cubicBezTo>
                  <a:cubicBezTo>
                    <a:pt x="4495046" y="1048862"/>
                    <a:pt x="4507961" y="1067347"/>
                    <a:pt x="4510239" y="1068866"/>
                  </a:cubicBezTo>
                  <a:close/>
                  <a:moveTo>
                    <a:pt x="4486943" y="1043037"/>
                  </a:moveTo>
                  <a:cubicBezTo>
                    <a:pt x="4485930" y="1044303"/>
                    <a:pt x="4500870" y="1065575"/>
                    <a:pt x="4502896" y="1065828"/>
                  </a:cubicBezTo>
                  <a:cubicBezTo>
                    <a:pt x="4503402" y="1065068"/>
                    <a:pt x="4498591" y="1057724"/>
                    <a:pt x="4497578" y="1056458"/>
                  </a:cubicBezTo>
                  <a:cubicBezTo>
                    <a:pt x="4494286" y="1051394"/>
                    <a:pt x="4488969" y="1044050"/>
                    <a:pt x="4486943" y="1043037"/>
                  </a:cubicBezTo>
                  <a:cubicBezTo>
                    <a:pt x="4486943" y="1043291"/>
                    <a:pt x="4486943" y="1043037"/>
                    <a:pt x="4486943" y="1043037"/>
                  </a:cubicBezTo>
                  <a:close/>
                  <a:moveTo>
                    <a:pt x="4477827" y="1039999"/>
                  </a:moveTo>
                  <a:cubicBezTo>
                    <a:pt x="4477827" y="1039999"/>
                    <a:pt x="4477827" y="1039999"/>
                    <a:pt x="4477827" y="1039999"/>
                  </a:cubicBezTo>
                  <a:cubicBezTo>
                    <a:pt x="4476307" y="1041265"/>
                    <a:pt x="4490994" y="1062536"/>
                    <a:pt x="4493526" y="1062789"/>
                  </a:cubicBezTo>
                  <a:cubicBezTo>
                    <a:pt x="4494286" y="1062029"/>
                    <a:pt x="4489728" y="1054686"/>
                    <a:pt x="4488715" y="1053420"/>
                  </a:cubicBezTo>
                  <a:cubicBezTo>
                    <a:pt x="4485423" y="1048355"/>
                    <a:pt x="4479852" y="1041012"/>
                    <a:pt x="4477827" y="1039999"/>
                  </a:cubicBezTo>
                  <a:close/>
                  <a:moveTo>
                    <a:pt x="4466938" y="1036960"/>
                  </a:moveTo>
                  <a:cubicBezTo>
                    <a:pt x="4466938" y="1036960"/>
                    <a:pt x="4466938" y="1036960"/>
                    <a:pt x="4466938" y="1036960"/>
                  </a:cubicBezTo>
                  <a:cubicBezTo>
                    <a:pt x="4464406" y="1037720"/>
                    <a:pt x="4479093" y="1058737"/>
                    <a:pt x="4482384" y="1059497"/>
                  </a:cubicBezTo>
                  <a:cubicBezTo>
                    <a:pt x="4483651" y="1059750"/>
                    <a:pt x="4481878" y="1055699"/>
                    <a:pt x="4478080" y="1050128"/>
                  </a:cubicBezTo>
                  <a:cubicBezTo>
                    <a:pt x="4475041" y="1045316"/>
                    <a:pt x="4469470" y="1037973"/>
                    <a:pt x="4466938" y="1036960"/>
                  </a:cubicBezTo>
                  <a:close/>
                  <a:moveTo>
                    <a:pt x="4454530" y="1033921"/>
                  </a:moveTo>
                  <a:cubicBezTo>
                    <a:pt x="4454276" y="1033921"/>
                    <a:pt x="4454276" y="1033921"/>
                    <a:pt x="4454023" y="1033921"/>
                  </a:cubicBezTo>
                  <a:cubicBezTo>
                    <a:pt x="4452251" y="1035694"/>
                    <a:pt x="4466432" y="1055699"/>
                    <a:pt x="4469723" y="1056458"/>
                  </a:cubicBezTo>
                  <a:cubicBezTo>
                    <a:pt x="4471243" y="1056712"/>
                    <a:pt x="4469723" y="1052660"/>
                    <a:pt x="4465925" y="1047089"/>
                  </a:cubicBezTo>
                  <a:cubicBezTo>
                    <a:pt x="4462886" y="1042278"/>
                    <a:pt x="4457315" y="1034934"/>
                    <a:pt x="4454530" y="1033921"/>
                  </a:cubicBezTo>
                  <a:close/>
                  <a:moveTo>
                    <a:pt x="4440855" y="1030882"/>
                  </a:moveTo>
                  <a:cubicBezTo>
                    <a:pt x="4440602" y="1030882"/>
                    <a:pt x="4440349" y="1030882"/>
                    <a:pt x="4440349" y="1030882"/>
                  </a:cubicBezTo>
                  <a:cubicBezTo>
                    <a:pt x="4438070" y="1032908"/>
                    <a:pt x="4451997" y="1052660"/>
                    <a:pt x="4456049" y="1053420"/>
                  </a:cubicBezTo>
                  <a:cubicBezTo>
                    <a:pt x="4457822" y="1053673"/>
                    <a:pt x="4456302" y="1049621"/>
                    <a:pt x="4452504" y="1044050"/>
                  </a:cubicBezTo>
                  <a:cubicBezTo>
                    <a:pt x="4449465" y="1038986"/>
                    <a:pt x="4443641" y="1031895"/>
                    <a:pt x="4440855" y="1030882"/>
                  </a:cubicBezTo>
                  <a:close/>
                  <a:moveTo>
                    <a:pt x="4437564" y="1041012"/>
                  </a:moveTo>
                  <a:cubicBezTo>
                    <a:pt x="4434525" y="1036200"/>
                    <a:pt x="4428701" y="1028857"/>
                    <a:pt x="4425409" y="1027844"/>
                  </a:cubicBezTo>
                  <a:cubicBezTo>
                    <a:pt x="4425156" y="1027844"/>
                    <a:pt x="4424902" y="1027844"/>
                    <a:pt x="4424902" y="1027844"/>
                  </a:cubicBezTo>
                  <a:cubicBezTo>
                    <a:pt x="4422370" y="1029870"/>
                    <a:pt x="4436044" y="1049621"/>
                    <a:pt x="4440602" y="1050381"/>
                  </a:cubicBezTo>
                  <a:cubicBezTo>
                    <a:pt x="4442375" y="1050634"/>
                    <a:pt x="4441109" y="1046583"/>
                    <a:pt x="4437564" y="1041012"/>
                  </a:cubicBezTo>
                  <a:lnTo>
                    <a:pt x="4437564" y="1041012"/>
                  </a:lnTo>
                  <a:close/>
                  <a:moveTo>
                    <a:pt x="4408696" y="1024552"/>
                  </a:moveTo>
                  <a:cubicBezTo>
                    <a:pt x="4408443" y="1024552"/>
                    <a:pt x="4408189" y="1024552"/>
                    <a:pt x="4407936" y="1024552"/>
                  </a:cubicBezTo>
                  <a:cubicBezTo>
                    <a:pt x="4404897" y="1026578"/>
                    <a:pt x="4418825" y="1046329"/>
                    <a:pt x="4423636" y="1047089"/>
                  </a:cubicBezTo>
                  <a:cubicBezTo>
                    <a:pt x="4425662" y="1047342"/>
                    <a:pt x="4424649" y="1043291"/>
                    <a:pt x="4421104" y="1037720"/>
                  </a:cubicBezTo>
                  <a:cubicBezTo>
                    <a:pt x="4417812" y="1032908"/>
                    <a:pt x="4411988" y="1025565"/>
                    <a:pt x="4408696" y="1024552"/>
                  </a:cubicBezTo>
                  <a:close/>
                  <a:moveTo>
                    <a:pt x="4390464" y="1021513"/>
                  </a:moveTo>
                  <a:cubicBezTo>
                    <a:pt x="4390210" y="1021513"/>
                    <a:pt x="4389957" y="1021513"/>
                    <a:pt x="4389704" y="1021513"/>
                  </a:cubicBezTo>
                  <a:cubicBezTo>
                    <a:pt x="4386412" y="1023539"/>
                    <a:pt x="4400086" y="1043037"/>
                    <a:pt x="4405151" y="1044050"/>
                  </a:cubicBezTo>
                  <a:cubicBezTo>
                    <a:pt x="4407430" y="1044303"/>
                    <a:pt x="4406417" y="1040252"/>
                    <a:pt x="4402872" y="1034681"/>
                  </a:cubicBezTo>
                  <a:cubicBezTo>
                    <a:pt x="4399833" y="1029870"/>
                    <a:pt x="4394009" y="1022526"/>
                    <a:pt x="4390464" y="1021513"/>
                  </a:cubicBezTo>
                  <a:close/>
                  <a:moveTo>
                    <a:pt x="4370965" y="1018474"/>
                  </a:moveTo>
                  <a:cubicBezTo>
                    <a:pt x="4370712" y="1018474"/>
                    <a:pt x="4370459" y="1018474"/>
                    <a:pt x="4370206" y="1018474"/>
                  </a:cubicBezTo>
                  <a:cubicBezTo>
                    <a:pt x="4366407" y="1020500"/>
                    <a:pt x="4380081" y="1039999"/>
                    <a:pt x="4385652" y="1040758"/>
                  </a:cubicBezTo>
                  <a:cubicBezTo>
                    <a:pt x="4387931" y="1041012"/>
                    <a:pt x="4387172" y="1036960"/>
                    <a:pt x="4383627" y="1031389"/>
                  </a:cubicBezTo>
                  <a:cubicBezTo>
                    <a:pt x="4380588" y="1026831"/>
                    <a:pt x="4374763" y="1019487"/>
                    <a:pt x="4370965" y="1018474"/>
                  </a:cubicBezTo>
                  <a:close/>
                  <a:moveTo>
                    <a:pt x="4348935" y="1015689"/>
                  </a:moveTo>
                  <a:cubicBezTo>
                    <a:pt x="4344883" y="1017462"/>
                    <a:pt x="4357038" y="1035947"/>
                    <a:pt x="4363622" y="1037973"/>
                  </a:cubicBezTo>
                  <a:cubicBezTo>
                    <a:pt x="4366914" y="1038986"/>
                    <a:pt x="4366407" y="1034934"/>
                    <a:pt x="4362609" y="1028857"/>
                  </a:cubicBezTo>
                  <a:cubicBezTo>
                    <a:pt x="4359570" y="1024045"/>
                    <a:pt x="4353746" y="1016702"/>
                    <a:pt x="4349694" y="1015689"/>
                  </a:cubicBezTo>
                  <a:cubicBezTo>
                    <a:pt x="4349694" y="1015436"/>
                    <a:pt x="4349188" y="1015436"/>
                    <a:pt x="4348935" y="1015689"/>
                  </a:cubicBezTo>
                  <a:close/>
                  <a:moveTo>
                    <a:pt x="4327663" y="1012397"/>
                  </a:moveTo>
                  <a:cubicBezTo>
                    <a:pt x="4327410" y="1012397"/>
                    <a:pt x="4326904" y="1012397"/>
                    <a:pt x="4326651" y="1012397"/>
                  </a:cubicBezTo>
                  <a:cubicBezTo>
                    <a:pt x="4322346" y="1014170"/>
                    <a:pt x="4334501" y="1032655"/>
                    <a:pt x="4341338" y="1034681"/>
                  </a:cubicBezTo>
                  <a:cubicBezTo>
                    <a:pt x="4344630" y="1035694"/>
                    <a:pt x="4344376" y="1031642"/>
                    <a:pt x="4340831" y="1025565"/>
                  </a:cubicBezTo>
                  <a:cubicBezTo>
                    <a:pt x="4337793" y="1020753"/>
                    <a:pt x="4331715" y="1013410"/>
                    <a:pt x="4327663" y="1012397"/>
                  </a:cubicBezTo>
                  <a:close/>
                  <a:moveTo>
                    <a:pt x="4303861" y="1009358"/>
                  </a:moveTo>
                  <a:cubicBezTo>
                    <a:pt x="4303607" y="1009358"/>
                    <a:pt x="4303101" y="1009358"/>
                    <a:pt x="4302847" y="1009358"/>
                  </a:cubicBezTo>
                  <a:cubicBezTo>
                    <a:pt x="4298290" y="1011131"/>
                    <a:pt x="4310191" y="1029616"/>
                    <a:pt x="4317281" y="1031642"/>
                  </a:cubicBezTo>
                  <a:cubicBezTo>
                    <a:pt x="4320827" y="1032655"/>
                    <a:pt x="4320573" y="1028603"/>
                    <a:pt x="4317028" y="1022526"/>
                  </a:cubicBezTo>
                  <a:cubicBezTo>
                    <a:pt x="4314496" y="1017715"/>
                    <a:pt x="4308418" y="1010371"/>
                    <a:pt x="4303861" y="1009358"/>
                  </a:cubicBezTo>
                  <a:close/>
                  <a:moveTo>
                    <a:pt x="4279044" y="1006573"/>
                  </a:moveTo>
                  <a:cubicBezTo>
                    <a:pt x="4278538" y="1006573"/>
                    <a:pt x="4278031" y="1006573"/>
                    <a:pt x="4277525" y="1006826"/>
                  </a:cubicBezTo>
                  <a:cubicBezTo>
                    <a:pt x="4273727" y="1009865"/>
                    <a:pt x="4285122" y="1026831"/>
                    <a:pt x="4292212" y="1028857"/>
                  </a:cubicBezTo>
                  <a:cubicBezTo>
                    <a:pt x="4295757" y="1029870"/>
                    <a:pt x="4296010" y="1025818"/>
                    <a:pt x="4292465" y="1019741"/>
                  </a:cubicBezTo>
                  <a:cubicBezTo>
                    <a:pt x="4289680" y="1014676"/>
                    <a:pt x="4283855" y="1007332"/>
                    <a:pt x="4279044" y="1006573"/>
                  </a:cubicBezTo>
                  <a:close/>
                  <a:moveTo>
                    <a:pt x="4252709" y="1003534"/>
                  </a:moveTo>
                  <a:cubicBezTo>
                    <a:pt x="4252202" y="1003534"/>
                    <a:pt x="4251696" y="1003534"/>
                    <a:pt x="4251190" y="1003787"/>
                  </a:cubicBezTo>
                  <a:cubicBezTo>
                    <a:pt x="4246885" y="1006826"/>
                    <a:pt x="4258280" y="1023792"/>
                    <a:pt x="4265623" y="1025818"/>
                  </a:cubicBezTo>
                  <a:cubicBezTo>
                    <a:pt x="4269422" y="1026831"/>
                    <a:pt x="4269675" y="1022779"/>
                    <a:pt x="4266383" y="1016702"/>
                  </a:cubicBezTo>
                  <a:cubicBezTo>
                    <a:pt x="4263851" y="1011637"/>
                    <a:pt x="4257773" y="1004547"/>
                    <a:pt x="4252709" y="1003534"/>
                  </a:cubicBezTo>
                  <a:close/>
                  <a:moveTo>
                    <a:pt x="4238275" y="1022779"/>
                  </a:moveTo>
                  <a:cubicBezTo>
                    <a:pt x="4242073" y="1023792"/>
                    <a:pt x="4242580" y="1019741"/>
                    <a:pt x="4239288" y="1013663"/>
                  </a:cubicBezTo>
                  <a:cubicBezTo>
                    <a:pt x="4236755" y="1008852"/>
                    <a:pt x="4230678" y="1001508"/>
                    <a:pt x="4225360" y="1000749"/>
                  </a:cubicBezTo>
                  <a:cubicBezTo>
                    <a:pt x="4224854" y="1000749"/>
                    <a:pt x="4224348" y="1000749"/>
                    <a:pt x="4223841" y="1001002"/>
                  </a:cubicBezTo>
                  <a:cubicBezTo>
                    <a:pt x="4219283" y="1003787"/>
                    <a:pt x="4230425" y="1020753"/>
                    <a:pt x="4238275" y="1022779"/>
                  </a:cubicBezTo>
                  <a:close/>
                  <a:moveTo>
                    <a:pt x="4196746" y="997710"/>
                  </a:moveTo>
                  <a:cubicBezTo>
                    <a:pt x="4196240" y="997710"/>
                    <a:pt x="4195480" y="997710"/>
                    <a:pt x="4194973" y="997963"/>
                  </a:cubicBezTo>
                  <a:cubicBezTo>
                    <a:pt x="4190162" y="1001002"/>
                    <a:pt x="4201051" y="1017968"/>
                    <a:pt x="4209154" y="1019741"/>
                  </a:cubicBezTo>
                  <a:cubicBezTo>
                    <a:pt x="4213206" y="1020753"/>
                    <a:pt x="4213965" y="1016702"/>
                    <a:pt x="4210673" y="1010624"/>
                  </a:cubicBezTo>
                  <a:cubicBezTo>
                    <a:pt x="4208141" y="1005813"/>
                    <a:pt x="4202064" y="998470"/>
                    <a:pt x="4196746" y="997710"/>
                  </a:cubicBezTo>
                  <a:close/>
                  <a:moveTo>
                    <a:pt x="4178260" y="1016702"/>
                  </a:moveTo>
                  <a:cubicBezTo>
                    <a:pt x="4183072" y="1018474"/>
                    <a:pt x="4184338" y="1014170"/>
                    <a:pt x="4181046" y="1007839"/>
                  </a:cubicBezTo>
                  <a:cubicBezTo>
                    <a:pt x="4178513" y="1003028"/>
                    <a:pt x="4172436" y="995684"/>
                    <a:pt x="4166865" y="994924"/>
                  </a:cubicBezTo>
                  <a:cubicBezTo>
                    <a:pt x="4166359" y="994924"/>
                    <a:pt x="4165599" y="994924"/>
                    <a:pt x="4165092" y="995178"/>
                  </a:cubicBezTo>
                  <a:cubicBezTo>
                    <a:pt x="4160281" y="997710"/>
                    <a:pt x="4170157" y="1013663"/>
                    <a:pt x="4178260" y="1016702"/>
                  </a:cubicBezTo>
                  <a:close/>
                  <a:moveTo>
                    <a:pt x="4147114" y="1013663"/>
                  </a:moveTo>
                  <a:cubicBezTo>
                    <a:pt x="4152178" y="1015436"/>
                    <a:pt x="4153697" y="1011131"/>
                    <a:pt x="4150405" y="1004800"/>
                  </a:cubicBezTo>
                  <a:cubicBezTo>
                    <a:pt x="4147873" y="999989"/>
                    <a:pt x="4141796" y="992645"/>
                    <a:pt x="4135972" y="991886"/>
                  </a:cubicBezTo>
                  <a:cubicBezTo>
                    <a:pt x="4135465" y="991886"/>
                    <a:pt x="4134705" y="991886"/>
                    <a:pt x="4134199" y="992139"/>
                  </a:cubicBezTo>
                  <a:cubicBezTo>
                    <a:pt x="4128881" y="994924"/>
                    <a:pt x="4138504" y="1010878"/>
                    <a:pt x="4147114" y="1013663"/>
                  </a:cubicBezTo>
                  <a:close/>
                  <a:moveTo>
                    <a:pt x="3998723" y="980997"/>
                  </a:moveTo>
                  <a:cubicBezTo>
                    <a:pt x="3992899" y="983529"/>
                    <a:pt x="4000749" y="998470"/>
                    <a:pt x="4009865" y="1002268"/>
                  </a:cubicBezTo>
                  <a:cubicBezTo>
                    <a:pt x="4015942" y="1004800"/>
                    <a:pt x="4018728" y="1000495"/>
                    <a:pt x="4015689" y="993658"/>
                  </a:cubicBezTo>
                  <a:cubicBezTo>
                    <a:pt x="4013410" y="988847"/>
                    <a:pt x="4007586" y="981757"/>
                    <a:pt x="4001002" y="980744"/>
                  </a:cubicBezTo>
                  <a:cubicBezTo>
                    <a:pt x="4000242" y="980491"/>
                    <a:pt x="3999483" y="980491"/>
                    <a:pt x="3998723" y="980997"/>
                  </a:cubicBezTo>
                  <a:close/>
                  <a:moveTo>
                    <a:pt x="3972894" y="999483"/>
                  </a:moveTo>
                  <a:cubicBezTo>
                    <a:pt x="3979225" y="1002015"/>
                    <a:pt x="3982010" y="997963"/>
                    <a:pt x="3978972" y="990873"/>
                  </a:cubicBezTo>
                  <a:cubicBezTo>
                    <a:pt x="3976946" y="986061"/>
                    <a:pt x="3970868" y="978971"/>
                    <a:pt x="3964284" y="977958"/>
                  </a:cubicBezTo>
                  <a:cubicBezTo>
                    <a:pt x="3963525" y="977958"/>
                    <a:pt x="3962765" y="977958"/>
                    <a:pt x="3962006" y="978212"/>
                  </a:cubicBezTo>
                  <a:cubicBezTo>
                    <a:pt x="3955675" y="980997"/>
                    <a:pt x="3963271" y="995431"/>
                    <a:pt x="3972894" y="999483"/>
                  </a:cubicBezTo>
                  <a:close/>
                  <a:moveTo>
                    <a:pt x="3941747" y="988087"/>
                  </a:moveTo>
                  <a:cubicBezTo>
                    <a:pt x="3939722" y="983276"/>
                    <a:pt x="3933644" y="976186"/>
                    <a:pt x="3926807" y="975173"/>
                  </a:cubicBezTo>
                  <a:cubicBezTo>
                    <a:pt x="3926047" y="975173"/>
                    <a:pt x="3925287" y="975173"/>
                    <a:pt x="3924528" y="975426"/>
                  </a:cubicBezTo>
                  <a:cubicBezTo>
                    <a:pt x="3918197" y="977958"/>
                    <a:pt x="3925541" y="992899"/>
                    <a:pt x="3935163" y="996444"/>
                  </a:cubicBezTo>
                  <a:cubicBezTo>
                    <a:pt x="3941494" y="998976"/>
                    <a:pt x="3944786" y="994924"/>
                    <a:pt x="3941747" y="988087"/>
                  </a:cubicBezTo>
                  <a:close/>
                  <a:moveTo>
                    <a:pt x="3886038" y="972894"/>
                  </a:moveTo>
                  <a:cubicBezTo>
                    <a:pt x="3879454" y="975426"/>
                    <a:pt x="3886544" y="990366"/>
                    <a:pt x="3896420" y="993912"/>
                  </a:cubicBezTo>
                  <a:cubicBezTo>
                    <a:pt x="3902750" y="996444"/>
                    <a:pt x="3906296" y="992139"/>
                    <a:pt x="3903510" y="985302"/>
                  </a:cubicBezTo>
                  <a:cubicBezTo>
                    <a:pt x="3901485" y="980491"/>
                    <a:pt x="3895660" y="973400"/>
                    <a:pt x="3888570" y="972387"/>
                  </a:cubicBezTo>
                  <a:cubicBezTo>
                    <a:pt x="3887810" y="972641"/>
                    <a:pt x="3886797" y="972387"/>
                    <a:pt x="3886038" y="972894"/>
                  </a:cubicBezTo>
                  <a:close/>
                  <a:moveTo>
                    <a:pt x="3855650" y="990873"/>
                  </a:moveTo>
                  <a:cubicBezTo>
                    <a:pt x="3862741" y="994165"/>
                    <a:pt x="3867046" y="990113"/>
                    <a:pt x="3864007" y="982770"/>
                  </a:cubicBezTo>
                  <a:cubicBezTo>
                    <a:pt x="3862234" y="977958"/>
                    <a:pt x="3856157" y="970868"/>
                    <a:pt x="3849067" y="969855"/>
                  </a:cubicBezTo>
                  <a:cubicBezTo>
                    <a:pt x="3848307" y="969855"/>
                    <a:pt x="3847547" y="969855"/>
                    <a:pt x="3846534" y="970108"/>
                  </a:cubicBezTo>
                  <a:cubicBezTo>
                    <a:pt x="3839950" y="972641"/>
                    <a:pt x="3846028" y="986568"/>
                    <a:pt x="3855650" y="990873"/>
                  </a:cubicBezTo>
                  <a:close/>
                  <a:moveTo>
                    <a:pt x="3808804" y="967323"/>
                  </a:moveTo>
                  <a:cubicBezTo>
                    <a:pt x="3808044" y="967323"/>
                    <a:pt x="3807031" y="967323"/>
                    <a:pt x="3806271" y="967576"/>
                  </a:cubicBezTo>
                  <a:cubicBezTo>
                    <a:pt x="3799434" y="970108"/>
                    <a:pt x="3805005" y="983782"/>
                    <a:pt x="3814881" y="988341"/>
                  </a:cubicBezTo>
                  <a:cubicBezTo>
                    <a:pt x="3821971" y="991632"/>
                    <a:pt x="3826530" y="987328"/>
                    <a:pt x="3823744" y="980237"/>
                  </a:cubicBezTo>
                  <a:cubicBezTo>
                    <a:pt x="3821971" y="975426"/>
                    <a:pt x="3816147" y="968082"/>
                    <a:pt x="3808804" y="967323"/>
                  </a:cubicBezTo>
                  <a:close/>
                  <a:moveTo>
                    <a:pt x="3767528" y="964790"/>
                  </a:moveTo>
                  <a:cubicBezTo>
                    <a:pt x="3766768" y="964790"/>
                    <a:pt x="3765755" y="964790"/>
                    <a:pt x="3764995" y="965044"/>
                  </a:cubicBezTo>
                  <a:cubicBezTo>
                    <a:pt x="3757905" y="967576"/>
                    <a:pt x="3763476" y="981250"/>
                    <a:pt x="3773352" y="985555"/>
                  </a:cubicBezTo>
                  <a:cubicBezTo>
                    <a:pt x="3780696" y="988847"/>
                    <a:pt x="3785254" y="984542"/>
                    <a:pt x="3782722" y="977452"/>
                  </a:cubicBezTo>
                  <a:cubicBezTo>
                    <a:pt x="3780696" y="972641"/>
                    <a:pt x="3775125" y="965550"/>
                    <a:pt x="3767528" y="964790"/>
                  </a:cubicBezTo>
                  <a:close/>
                  <a:moveTo>
                    <a:pt x="3725492" y="962258"/>
                  </a:moveTo>
                  <a:cubicBezTo>
                    <a:pt x="3724733" y="962258"/>
                    <a:pt x="3723720" y="962258"/>
                    <a:pt x="3722707" y="962511"/>
                  </a:cubicBezTo>
                  <a:cubicBezTo>
                    <a:pt x="3715616" y="965044"/>
                    <a:pt x="3719921" y="977452"/>
                    <a:pt x="3729544" y="982516"/>
                  </a:cubicBezTo>
                  <a:cubicBezTo>
                    <a:pt x="3737394" y="986568"/>
                    <a:pt x="3742965" y="982516"/>
                    <a:pt x="3740179" y="974920"/>
                  </a:cubicBezTo>
                  <a:cubicBezTo>
                    <a:pt x="3738660" y="970108"/>
                    <a:pt x="3732836" y="963018"/>
                    <a:pt x="3725492" y="962258"/>
                  </a:cubicBezTo>
                  <a:close/>
                  <a:moveTo>
                    <a:pt x="3682444" y="959726"/>
                  </a:moveTo>
                  <a:cubicBezTo>
                    <a:pt x="3681684" y="959726"/>
                    <a:pt x="3680672" y="959726"/>
                    <a:pt x="3679658" y="959979"/>
                  </a:cubicBezTo>
                  <a:cubicBezTo>
                    <a:pt x="3672315" y="962511"/>
                    <a:pt x="3676366" y="974920"/>
                    <a:pt x="3686243" y="979984"/>
                  </a:cubicBezTo>
                  <a:cubicBezTo>
                    <a:pt x="3694092" y="984036"/>
                    <a:pt x="3699917" y="979984"/>
                    <a:pt x="3697384" y="972387"/>
                  </a:cubicBezTo>
                  <a:cubicBezTo>
                    <a:pt x="3695865" y="967829"/>
                    <a:pt x="3690041" y="960739"/>
                    <a:pt x="3682444" y="959726"/>
                  </a:cubicBezTo>
                  <a:close/>
                  <a:moveTo>
                    <a:pt x="3641928" y="977705"/>
                  </a:moveTo>
                  <a:cubicBezTo>
                    <a:pt x="3649778" y="981757"/>
                    <a:pt x="3655855" y="977705"/>
                    <a:pt x="3653576" y="970108"/>
                  </a:cubicBezTo>
                  <a:cubicBezTo>
                    <a:pt x="3652057" y="965297"/>
                    <a:pt x="3646486" y="958207"/>
                    <a:pt x="3638636" y="957447"/>
                  </a:cubicBezTo>
                  <a:cubicBezTo>
                    <a:pt x="3637876" y="957447"/>
                    <a:pt x="3636863" y="957447"/>
                    <a:pt x="3635850" y="957700"/>
                  </a:cubicBezTo>
                  <a:cubicBezTo>
                    <a:pt x="3628254" y="960232"/>
                    <a:pt x="3632052" y="972641"/>
                    <a:pt x="3641928" y="977705"/>
                  </a:cubicBezTo>
                  <a:close/>
                  <a:moveTo>
                    <a:pt x="3593815" y="954915"/>
                  </a:moveTo>
                  <a:cubicBezTo>
                    <a:pt x="3593055" y="954915"/>
                    <a:pt x="3592043" y="954915"/>
                    <a:pt x="3591029" y="955168"/>
                  </a:cubicBezTo>
                  <a:cubicBezTo>
                    <a:pt x="3583433" y="957700"/>
                    <a:pt x="3586978" y="970108"/>
                    <a:pt x="3596853" y="975173"/>
                  </a:cubicBezTo>
                  <a:cubicBezTo>
                    <a:pt x="3604704" y="979224"/>
                    <a:pt x="3611288" y="975173"/>
                    <a:pt x="3609009" y="967576"/>
                  </a:cubicBezTo>
                  <a:cubicBezTo>
                    <a:pt x="3607489" y="962765"/>
                    <a:pt x="3601918" y="955674"/>
                    <a:pt x="3593815" y="954915"/>
                  </a:cubicBezTo>
                  <a:close/>
                  <a:moveTo>
                    <a:pt x="3548488" y="952636"/>
                  </a:moveTo>
                  <a:cubicBezTo>
                    <a:pt x="3547728" y="952636"/>
                    <a:pt x="3546715" y="952636"/>
                    <a:pt x="3545449" y="952889"/>
                  </a:cubicBezTo>
                  <a:cubicBezTo>
                    <a:pt x="3538105" y="955168"/>
                    <a:pt x="3540638" y="966816"/>
                    <a:pt x="3549753" y="972387"/>
                  </a:cubicBezTo>
                  <a:cubicBezTo>
                    <a:pt x="3558110" y="977452"/>
                    <a:pt x="3565454" y="973400"/>
                    <a:pt x="3563175" y="965297"/>
                  </a:cubicBezTo>
                  <a:cubicBezTo>
                    <a:pt x="3562162" y="960486"/>
                    <a:pt x="3556591" y="953395"/>
                    <a:pt x="3548488" y="952636"/>
                  </a:cubicBezTo>
                  <a:close/>
                  <a:moveTo>
                    <a:pt x="3502400" y="950357"/>
                  </a:moveTo>
                  <a:cubicBezTo>
                    <a:pt x="3501641" y="950357"/>
                    <a:pt x="3500374" y="950357"/>
                    <a:pt x="3499362" y="950610"/>
                  </a:cubicBezTo>
                  <a:cubicBezTo>
                    <a:pt x="3491765" y="952889"/>
                    <a:pt x="3494044" y="964537"/>
                    <a:pt x="3503413" y="970108"/>
                  </a:cubicBezTo>
                  <a:cubicBezTo>
                    <a:pt x="3511770" y="975173"/>
                    <a:pt x="3519366" y="971121"/>
                    <a:pt x="3517341" y="963018"/>
                  </a:cubicBezTo>
                  <a:cubicBezTo>
                    <a:pt x="3516075" y="958207"/>
                    <a:pt x="3510757" y="951116"/>
                    <a:pt x="3502400" y="950357"/>
                  </a:cubicBezTo>
                  <a:close/>
                  <a:moveTo>
                    <a:pt x="3455300" y="948078"/>
                  </a:moveTo>
                  <a:cubicBezTo>
                    <a:pt x="3454541" y="948078"/>
                    <a:pt x="3453274" y="948078"/>
                    <a:pt x="3452262" y="948331"/>
                  </a:cubicBezTo>
                  <a:cubicBezTo>
                    <a:pt x="3444412" y="950610"/>
                    <a:pt x="3446691" y="962258"/>
                    <a:pt x="3455807" y="967829"/>
                  </a:cubicBezTo>
                  <a:cubicBezTo>
                    <a:pt x="3464163" y="972894"/>
                    <a:pt x="3472013" y="968842"/>
                    <a:pt x="3470241" y="960739"/>
                  </a:cubicBezTo>
                  <a:cubicBezTo>
                    <a:pt x="3469228" y="955928"/>
                    <a:pt x="3463910" y="948837"/>
                    <a:pt x="3455300" y="948078"/>
                  </a:cubicBezTo>
                  <a:close/>
                  <a:moveTo>
                    <a:pt x="3407947" y="945799"/>
                  </a:moveTo>
                  <a:cubicBezTo>
                    <a:pt x="3407188" y="945799"/>
                    <a:pt x="3406428" y="945799"/>
                    <a:pt x="3405921" y="946052"/>
                  </a:cubicBezTo>
                  <a:cubicBezTo>
                    <a:pt x="3397565" y="947571"/>
                    <a:pt x="3398071" y="958966"/>
                    <a:pt x="3407188" y="965044"/>
                  </a:cubicBezTo>
                  <a:cubicBezTo>
                    <a:pt x="3415797" y="970868"/>
                    <a:pt x="3424660" y="967323"/>
                    <a:pt x="3422887" y="958460"/>
                  </a:cubicBezTo>
                  <a:cubicBezTo>
                    <a:pt x="3421621" y="953649"/>
                    <a:pt x="3416304" y="946811"/>
                    <a:pt x="3407947" y="945799"/>
                  </a:cubicBezTo>
                  <a:close/>
                  <a:moveTo>
                    <a:pt x="3208658" y="937695"/>
                  </a:moveTo>
                  <a:cubicBezTo>
                    <a:pt x="3200049" y="939215"/>
                    <a:pt x="3199289" y="949597"/>
                    <a:pt x="3207139" y="955928"/>
                  </a:cubicBezTo>
                  <a:cubicBezTo>
                    <a:pt x="3215749" y="962765"/>
                    <a:pt x="3226637" y="959220"/>
                    <a:pt x="3225371" y="950103"/>
                  </a:cubicBezTo>
                  <a:cubicBezTo>
                    <a:pt x="3224612" y="945292"/>
                    <a:pt x="3219800" y="938455"/>
                    <a:pt x="3210937" y="937695"/>
                  </a:cubicBezTo>
                  <a:cubicBezTo>
                    <a:pt x="3210178" y="937695"/>
                    <a:pt x="3209165" y="937695"/>
                    <a:pt x="3208658" y="937695"/>
                  </a:cubicBezTo>
                  <a:close/>
                  <a:moveTo>
                    <a:pt x="3157760" y="935923"/>
                  </a:moveTo>
                  <a:cubicBezTo>
                    <a:pt x="3148897" y="937442"/>
                    <a:pt x="3147884" y="947824"/>
                    <a:pt x="3155734" y="954155"/>
                  </a:cubicBezTo>
                  <a:cubicBezTo>
                    <a:pt x="3164344" y="960992"/>
                    <a:pt x="3175486" y="957447"/>
                    <a:pt x="3174220" y="948331"/>
                  </a:cubicBezTo>
                  <a:cubicBezTo>
                    <a:pt x="3173713" y="943520"/>
                    <a:pt x="3168902" y="936683"/>
                    <a:pt x="3159786" y="935923"/>
                  </a:cubicBezTo>
                  <a:cubicBezTo>
                    <a:pt x="3159279" y="935670"/>
                    <a:pt x="3158520" y="935670"/>
                    <a:pt x="3157760" y="935923"/>
                  </a:cubicBezTo>
                  <a:close/>
                  <a:moveTo>
                    <a:pt x="2950368" y="928579"/>
                  </a:moveTo>
                  <a:cubicBezTo>
                    <a:pt x="2940999" y="929086"/>
                    <a:pt x="2937707" y="939215"/>
                    <a:pt x="2944797" y="946052"/>
                  </a:cubicBezTo>
                  <a:cubicBezTo>
                    <a:pt x="2952647" y="953649"/>
                    <a:pt x="2966068" y="950357"/>
                    <a:pt x="2965562" y="940987"/>
                  </a:cubicBezTo>
                  <a:cubicBezTo>
                    <a:pt x="2965308" y="936176"/>
                    <a:pt x="2961003" y="929339"/>
                    <a:pt x="2951634" y="928579"/>
                  </a:cubicBezTo>
                  <a:cubicBezTo>
                    <a:pt x="2951128" y="928579"/>
                    <a:pt x="2950874" y="928579"/>
                    <a:pt x="2950368" y="928579"/>
                  </a:cubicBezTo>
                  <a:close/>
                  <a:moveTo>
                    <a:pt x="2898457" y="927060"/>
                  </a:moveTo>
                  <a:cubicBezTo>
                    <a:pt x="2887062" y="927313"/>
                    <a:pt x="2884276" y="937949"/>
                    <a:pt x="2891113" y="944532"/>
                  </a:cubicBezTo>
                  <a:cubicBezTo>
                    <a:pt x="2898963" y="952129"/>
                    <a:pt x="2912384" y="948837"/>
                    <a:pt x="2912131" y="939468"/>
                  </a:cubicBezTo>
                  <a:cubicBezTo>
                    <a:pt x="2912131" y="934657"/>
                    <a:pt x="2907826" y="927820"/>
                    <a:pt x="2898457" y="927060"/>
                  </a:cubicBezTo>
                  <a:close/>
                  <a:moveTo>
                    <a:pt x="2844773" y="925541"/>
                  </a:moveTo>
                  <a:cubicBezTo>
                    <a:pt x="2833378" y="925794"/>
                    <a:pt x="2830339" y="936429"/>
                    <a:pt x="2837176" y="943013"/>
                  </a:cubicBezTo>
                  <a:cubicBezTo>
                    <a:pt x="2844773" y="950610"/>
                    <a:pt x="2858447" y="947318"/>
                    <a:pt x="2858447" y="937949"/>
                  </a:cubicBezTo>
                  <a:cubicBezTo>
                    <a:pt x="2858194" y="933137"/>
                    <a:pt x="2854142" y="926047"/>
                    <a:pt x="2844773" y="925541"/>
                  </a:cubicBezTo>
                  <a:close/>
                  <a:moveTo>
                    <a:pt x="2782479" y="941494"/>
                  </a:moveTo>
                  <a:cubicBezTo>
                    <a:pt x="2790329" y="949091"/>
                    <a:pt x="2803750" y="945799"/>
                    <a:pt x="2804004" y="936429"/>
                  </a:cubicBezTo>
                  <a:cubicBezTo>
                    <a:pt x="2804004" y="931618"/>
                    <a:pt x="2799952" y="924781"/>
                    <a:pt x="2790582" y="924021"/>
                  </a:cubicBezTo>
                  <a:cubicBezTo>
                    <a:pt x="2778934" y="924274"/>
                    <a:pt x="2775642" y="934910"/>
                    <a:pt x="2782479" y="941494"/>
                  </a:cubicBezTo>
                  <a:close/>
                  <a:moveTo>
                    <a:pt x="2726770" y="939215"/>
                  </a:moveTo>
                  <a:cubicBezTo>
                    <a:pt x="2733860" y="947824"/>
                    <a:pt x="2749053" y="945039"/>
                    <a:pt x="2749560" y="934910"/>
                  </a:cubicBezTo>
                  <a:cubicBezTo>
                    <a:pt x="2749813" y="930099"/>
                    <a:pt x="2745762" y="923261"/>
                    <a:pt x="2736139" y="922502"/>
                  </a:cubicBezTo>
                  <a:cubicBezTo>
                    <a:pt x="2724997" y="922755"/>
                    <a:pt x="2721199" y="932631"/>
                    <a:pt x="2726770" y="939215"/>
                  </a:cubicBezTo>
                  <a:close/>
                  <a:moveTo>
                    <a:pt x="2694357" y="933391"/>
                  </a:moveTo>
                  <a:cubicBezTo>
                    <a:pt x="2694610" y="928579"/>
                    <a:pt x="2690812" y="921742"/>
                    <a:pt x="2681189" y="920982"/>
                  </a:cubicBezTo>
                  <a:cubicBezTo>
                    <a:pt x="2670047" y="921236"/>
                    <a:pt x="2665995" y="930858"/>
                    <a:pt x="2671566" y="937695"/>
                  </a:cubicBezTo>
                  <a:cubicBezTo>
                    <a:pt x="2678403" y="946558"/>
                    <a:pt x="2693597" y="943520"/>
                    <a:pt x="2694357" y="933391"/>
                  </a:cubicBezTo>
                  <a:close/>
                  <a:moveTo>
                    <a:pt x="2625986" y="919970"/>
                  </a:moveTo>
                  <a:cubicBezTo>
                    <a:pt x="2614591" y="920223"/>
                    <a:pt x="2610286" y="929845"/>
                    <a:pt x="2615857" y="936683"/>
                  </a:cubicBezTo>
                  <a:cubicBezTo>
                    <a:pt x="2622694" y="945039"/>
                    <a:pt x="2638141" y="942253"/>
                    <a:pt x="2638900" y="932378"/>
                  </a:cubicBezTo>
                  <a:cubicBezTo>
                    <a:pt x="2639407" y="927566"/>
                    <a:pt x="2635608" y="920476"/>
                    <a:pt x="2625986" y="919970"/>
                  </a:cubicBezTo>
                  <a:close/>
                  <a:moveTo>
                    <a:pt x="2570782" y="918703"/>
                  </a:moveTo>
                  <a:cubicBezTo>
                    <a:pt x="2558628" y="918957"/>
                    <a:pt x="2555336" y="929339"/>
                    <a:pt x="2560147" y="935416"/>
                  </a:cubicBezTo>
                  <a:cubicBezTo>
                    <a:pt x="2566984" y="944026"/>
                    <a:pt x="2582431" y="940987"/>
                    <a:pt x="2583697" y="930858"/>
                  </a:cubicBezTo>
                  <a:cubicBezTo>
                    <a:pt x="2583950" y="926300"/>
                    <a:pt x="2580405" y="919210"/>
                    <a:pt x="2570782" y="918703"/>
                  </a:cubicBezTo>
                  <a:close/>
                  <a:moveTo>
                    <a:pt x="2503931" y="934150"/>
                  </a:moveTo>
                  <a:cubicBezTo>
                    <a:pt x="2510515" y="942760"/>
                    <a:pt x="2526215" y="939721"/>
                    <a:pt x="2527481" y="929592"/>
                  </a:cubicBezTo>
                  <a:cubicBezTo>
                    <a:pt x="2527987" y="924781"/>
                    <a:pt x="2524695" y="917944"/>
                    <a:pt x="2514819" y="917437"/>
                  </a:cubicBezTo>
                  <a:cubicBezTo>
                    <a:pt x="2503424" y="917944"/>
                    <a:pt x="2498613" y="927566"/>
                    <a:pt x="2503931" y="934150"/>
                  </a:cubicBezTo>
                  <a:close/>
                  <a:moveTo>
                    <a:pt x="2447461" y="933137"/>
                  </a:moveTo>
                  <a:cubicBezTo>
                    <a:pt x="2453792" y="941747"/>
                    <a:pt x="2469745" y="938708"/>
                    <a:pt x="2471265" y="928579"/>
                  </a:cubicBezTo>
                  <a:cubicBezTo>
                    <a:pt x="2472024" y="923768"/>
                    <a:pt x="2468732" y="916931"/>
                    <a:pt x="2458857" y="916424"/>
                  </a:cubicBezTo>
                  <a:cubicBezTo>
                    <a:pt x="2447461" y="916678"/>
                    <a:pt x="2442397" y="926553"/>
                    <a:pt x="2447461" y="933137"/>
                  </a:cubicBezTo>
                  <a:close/>
                  <a:moveTo>
                    <a:pt x="2390739" y="932378"/>
                  </a:moveTo>
                  <a:cubicBezTo>
                    <a:pt x="2397070" y="940734"/>
                    <a:pt x="2413023" y="937695"/>
                    <a:pt x="2414795" y="927820"/>
                  </a:cubicBezTo>
                  <a:cubicBezTo>
                    <a:pt x="2415555" y="923008"/>
                    <a:pt x="2412516" y="916171"/>
                    <a:pt x="2402640" y="915665"/>
                  </a:cubicBezTo>
                  <a:cubicBezTo>
                    <a:pt x="2391245" y="915918"/>
                    <a:pt x="2385928" y="925541"/>
                    <a:pt x="2390739" y="932378"/>
                  </a:cubicBezTo>
                  <a:close/>
                  <a:moveTo>
                    <a:pt x="2346171" y="914652"/>
                  </a:moveTo>
                  <a:cubicBezTo>
                    <a:pt x="2334776" y="914905"/>
                    <a:pt x="2329205" y="924781"/>
                    <a:pt x="2334016" y="931365"/>
                  </a:cubicBezTo>
                  <a:cubicBezTo>
                    <a:pt x="2340094" y="939974"/>
                    <a:pt x="2356300" y="936936"/>
                    <a:pt x="2358326" y="926807"/>
                  </a:cubicBezTo>
                  <a:cubicBezTo>
                    <a:pt x="2359086" y="921995"/>
                    <a:pt x="2356047" y="915158"/>
                    <a:pt x="2346171" y="914652"/>
                  </a:cubicBezTo>
                  <a:close/>
                  <a:moveTo>
                    <a:pt x="803013" y="944026"/>
                  </a:moveTo>
                  <a:cubicBezTo>
                    <a:pt x="806304" y="939215"/>
                    <a:pt x="809090" y="932378"/>
                    <a:pt x="804279" y="932378"/>
                  </a:cubicBezTo>
                  <a:cubicBezTo>
                    <a:pt x="797188" y="933391"/>
                    <a:pt x="787059" y="946305"/>
                    <a:pt x="787566" y="951876"/>
                  </a:cubicBezTo>
                  <a:cubicBezTo>
                    <a:pt x="788072" y="957447"/>
                    <a:pt x="796935" y="952889"/>
                    <a:pt x="803013" y="944026"/>
                  </a:cubicBezTo>
                  <a:close/>
                  <a:moveTo>
                    <a:pt x="774904" y="946052"/>
                  </a:moveTo>
                  <a:cubicBezTo>
                    <a:pt x="778196" y="941240"/>
                    <a:pt x="780982" y="934403"/>
                    <a:pt x="776677" y="934403"/>
                  </a:cubicBezTo>
                  <a:cubicBezTo>
                    <a:pt x="769587" y="935416"/>
                    <a:pt x="758951" y="949344"/>
                    <a:pt x="759964" y="954662"/>
                  </a:cubicBezTo>
                  <a:cubicBezTo>
                    <a:pt x="760724" y="958713"/>
                    <a:pt x="769080" y="954155"/>
                    <a:pt x="774904" y="946052"/>
                  </a:cubicBezTo>
                  <a:close/>
                  <a:moveTo>
                    <a:pt x="747809" y="947824"/>
                  </a:moveTo>
                  <a:cubicBezTo>
                    <a:pt x="751354" y="943013"/>
                    <a:pt x="754140" y="936176"/>
                    <a:pt x="750088" y="936176"/>
                  </a:cubicBezTo>
                  <a:cubicBezTo>
                    <a:pt x="743251" y="937189"/>
                    <a:pt x="732616" y="951370"/>
                    <a:pt x="733375" y="956434"/>
                  </a:cubicBezTo>
                  <a:cubicBezTo>
                    <a:pt x="733882" y="960739"/>
                    <a:pt x="741985" y="955928"/>
                    <a:pt x="747809" y="947824"/>
                  </a:cubicBezTo>
                  <a:close/>
                  <a:moveTo>
                    <a:pt x="722234" y="949597"/>
                  </a:moveTo>
                  <a:cubicBezTo>
                    <a:pt x="725779" y="944786"/>
                    <a:pt x="728817" y="937949"/>
                    <a:pt x="724766" y="937949"/>
                  </a:cubicBezTo>
                  <a:cubicBezTo>
                    <a:pt x="718182" y="938962"/>
                    <a:pt x="707293" y="953142"/>
                    <a:pt x="708053" y="958207"/>
                  </a:cubicBezTo>
                  <a:cubicBezTo>
                    <a:pt x="708306" y="962765"/>
                    <a:pt x="716156" y="957953"/>
                    <a:pt x="722234" y="949597"/>
                  </a:cubicBezTo>
                  <a:close/>
                  <a:moveTo>
                    <a:pt x="697671" y="951623"/>
                  </a:moveTo>
                  <a:lnTo>
                    <a:pt x="697671" y="951623"/>
                  </a:lnTo>
                  <a:cubicBezTo>
                    <a:pt x="701216" y="946811"/>
                    <a:pt x="704508" y="939974"/>
                    <a:pt x="700709" y="939974"/>
                  </a:cubicBezTo>
                  <a:cubicBezTo>
                    <a:pt x="694125" y="941240"/>
                    <a:pt x="682730" y="956181"/>
                    <a:pt x="683996" y="960739"/>
                  </a:cubicBezTo>
                  <a:cubicBezTo>
                    <a:pt x="684756" y="964284"/>
                    <a:pt x="692100" y="959473"/>
                    <a:pt x="697671" y="951623"/>
                  </a:cubicBezTo>
                  <a:close/>
                  <a:moveTo>
                    <a:pt x="660953" y="963018"/>
                  </a:moveTo>
                  <a:cubicBezTo>
                    <a:pt x="661712" y="966310"/>
                    <a:pt x="668550" y="961752"/>
                    <a:pt x="674374" y="953902"/>
                  </a:cubicBezTo>
                  <a:cubicBezTo>
                    <a:pt x="677919" y="949091"/>
                    <a:pt x="681211" y="942253"/>
                    <a:pt x="677666" y="942253"/>
                  </a:cubicBezTo>
                  <a:cubicBezTo>
                    <a:pt x="671588" y="943266"/>
                    <a:pt x="660193" y="958460"/>
                    <a:pt x="660953" y="963018"/>
                  </a:cubicBezTo>
                  <a:close/>
                  <a:moveTo>
                    <a:pt x="639682" y="965044"/>
                  </a:moveTo>
                  <a:cubicBezTo>
                    <a:pt x="640188" y="968336"/>
                    <a:pt x="647025" y="963524"/>
                    <a:pt x="652596" y="955928"/>
                  </a:cubicBezTo>
                  <a:cubicBezTo>
                    <a:pt x="656142" y="951116"/>
                    <a:pt x="659687" y="944279"/>
                    <a:pt x="656395" y="944279"/>
                  </a:cubicBezTo>
                  <a:cubicBezTo>
                    <a:pt x="650317" y="945545"/>
                    <a:pt x="638922" y="960486"/>
                    <a:pt x="639682" y="965044"/>
                  </a:cubicBezTo>
                  <a:close/>
                  <a:moveTo>
                    <a:pt x="619424" y="967323"/>
                  </a:moveTo>
                  <a:cubicBezTo>
                    <a:pt x="619677" y="970615"/>
                    <a:pt x="626261" y="965803"/>
                    <a:pt x="632085" y="958207"/>
                  </a:cubicBezTo>
                  <a:cubicBezTo>
                    <a:pt x="635630" y="953395"/>
                    <a:pt x="639429" y="946558"/>
                    <a:pt x="636137" y="946558"/>
                  </a:cubicBezTo>
                  <a:cubicBezTo>
                    <a:pt x="630566" y="947571"/>
                    <a:pt x="619171" y="962765"/>
                    <a:pt x="619424" y="967323"/>
                  </a:cubicBezTo>
                  <a:close/>
                  <a:moveTo>
                    <a:pt x="600432" y="969855"/>
                  </a:moveTo>
                  <a:cubicBezTo>
                    <a:pt x="600938" y="972387"/>
                    <a:pt x="607269" y="967576"/>
                    <a:pt x="612587" y="960232"/>
                  </a:cubicBezTo>
                  <a:cubicBezTo>
                    <a:pt x="616132" y="955421"/>
                    <a:pt x="619930" y="948584"/>
                    <a:pt x="617145" y="948584"/>
                  </a:cubicBezTo>
                  <a:cubicBezTo>
                    <a:pt x="611827" y="949850"/>
                    <a:pt x="599672" y="966310"/>
                    <a:pt x="600432" y="969855"/>
                  </a:cubicBezTo>
                  <a:close/>
                  <a:moveTo>
                    <a:pt x="508764" y="979731"/>
                  </a:moveTo>
                  <a:cubicBezTo>
                    <a:pt x="512056" y="975426"/>
                    <a:pt x="516614" y="968842"/>
                    <a:pt x="516361" y="968082"/>
                  </a:cubicBezTo>
                  <a:cubicBezTo>
                    <a:pt x="516361" y="968082"/>
                    <a:pt x="516361" y="968082"/>
                    <a:pt x="516361" y="968082"/>
                  </a:cubicBezTo>
                  <a:cubicBezTo>
                    <a:pt x="513829" y="969602"/>
                    <a:pt x="499395" y="988847"/>
                    <a:pt x="499648" y="990113"/>
                  </a:cubicBezTo>
                  <a:cubicBezTo>
                    <a:pt x="500661" y="990113"/>
                    <a:pt x="506232" y="983276"/>
                    <a:pt x="508764" y="979731"/>
                  </a:cubicBezTo>
                  <a:close/>
                  <a:moveTo>
                    <a:pt x="493824" y="992899"/>
                  </a:moveTo>
                  <a:cubicBezTo>
                    <a:pt x="495090" y="992139"/>
                    <a:pt x="499901" y="985808"/>
                    <a:pt x="502433" y="982516"/>
                  </a:cubicBezTo>
                  <a:cubicBezTo>
                    <a:pt x="505219" y="978971"/>
                    <a:pt x="509777" y="972641"/>
                    <a:pt x="510537" y="971121"/>
                  </a:cubicBezTo>
                  <a:cubicBezTo>
                    <a:pt x="510537" y="971121"/>
                    <a:pt x="510537" y="971121"/>
                    <a:pt x="510537" y="971121"/>
                  </a:cubicBezTo>
                  <a:cubicBezTo>
                    <a:pt x="508258" y="972387"/>
                    <a:pt x="494837" y="990113"/>
                    <a:pt x="493824" y="992899"/>
                  </a:cubicBezTo>
                  <a:cubicBezTo>
                    <a:pt x="493824" y="992899"/>
                    <a:pt x="493824" y="992899"/>
                    <a:pt x="493824" y="992899"/>
                  </a:cubicBezTo>
                  <a:close/>
                  <a:moveTo>
                    <a:pt x="502687" y="976439"/>
                  </a:moveTo>
                  <a:cubicBezTo>
                    <a:pt x="502180" y="977199"/>
                    <a:pt x="501674" y="977705"/>
                    <a:pt x="501167" y="978465"/>
                  </a:cubicBezTo>
                  <a:lnTo>
                    <a:pt x="487493" y="996697"/>
                  </a:lnTo>
                  <a:cubicBezTo>
                    <a:pt x="486987" y="997457"/>
                    <a:pt x="486480" y="997963"/>
                    <a:pt x="485974" y="998723"/>
                  </a:cubicBezTo>
                  <a:cubicBezTo>
                    <a:pt x="488759" y="995178"/>
                    <a:pt x="491291" y="991632"/>
                    <a:pt x="493824" y="988087"/>
                  </a:cubicBezTo>
                  <a:cubicBezTo>
                    <a:pt x="496862" y="984036"/>
                    <a:pt x="499901" y="980491"/>
                    <a:pt x="502687" y="976439"/>
                  </a:cubicBezTo>
                  <a:close/>
                  <a:moveTo>
                    <a:pt x="4487196" y="1026324"/>
                  </a:moveTo>
                  <a:lnTo>
                    <a:pt x="4474281" y="1008345"/>
                  </a:lnTo>
                  <a:cubicBezTo>
                    <a:pt x="4478586" y="1014423"/>
                    <a:pt x="4482891" y="1020247"/>
                    <a:pt x="4487196" y="1026324"/>
                  </a:cubicBezTo>
                  <a:cubicBezTo>
                    <a:pt x="4487196" y="1026324"/>
                    <a:pt x="4487196" y="1026324"/>
                    <a:pt x="4487196" y="1026324"/>
                  </a:cubicBezTo>
                  <a:close/>
                  <a:moveTo>
                    <a:pt x="4479599" y="1016195"/>
                  </a:moveTo>
                  <a:cubicBezTo>
                    <a:pt x="4475548" y="1010624"/>
                    <a:pt x="4470736" y="1004041"/>
                    <a:pt x="4469723" y="1003281"/>
                  </a:cubicBezTo>
                  <a:lnTo>
                    <a:pt x="4469723" y="1003281"/>
                  </a:lnTo>
                  <a:cubicBezTo>
                    <a:pt x="4469723" y="1003534"/>
                    <a:pt x="4485170" y="1025312"/>
                    <a:pt x="4485930" y="1025565"/>
                  </a:cubicBezTo>
                  <a:cubicBezTo>
                    <a:pt x="4485170" y="1024045"/>
                    <a:pt x="4480865" y="1017968"/>
                    <a:pt x="4479599" y="1016195"/>
                  </a:cubicBezTo>
                  <a:close/>
                  <a:moveTo>
                    <a:pt x="4481878" y="1022526"/>
                  </a:moveTo>
                  <a:cubicBezTo>
                    <a:pt x="4481372" y="1021007"/>
                    <a:pt x="4477067" y="1015182"/>
                    <a:pt x="4475801" y="1013410"/>
                  </a:cubicBezTo>
                  <a:cubicBezTo>
                    <a:pt x="4472256" y="1008599"/>
                    <a:pt x="4466938" y="1001255"/>
                    <a:pt x="4465672" y="1000495"/>
                  </a:cubicBezTo>
                  <a:cubicBezTo>
                    <a:pt x="4465672" y="1000495"/>
                    <a:pt x="4465672" y="1000495"/>
                    <a:pt x="4465672" y="1000495"/>
                  </a:cubicBezTo>
                  <a:cubicBezTo>
                    <a:pt x="4466685" y="1003028"/>
                    <a:pt x="4479852" y="1021260"/>
                    <a:pt x="4481878" y="1022526"/>
                  </a:cubicBezTo>
                  <a:cubicBezTo>
                    <a:pt x="4481878" y="1022526"/>
                    <a:pt x="4481878" y="1022526"/>
                    <a:pt x="4481878" y="1022526"/>
                  </a:cubicBezTo>
                  <a:close/>
                  <a:moveTo>
                    <a:pt x="4475801" y="1019741"/>
                  </a:moveTo>
                  <a:cubicBezTo>
                    <a:pt x="4475801" y="1019741"/>
                    <a:pt x="4476054" y="1019487"/>
                    <a:pt x="4475801" y="1019741"/>
                  </a:cubicBezTo>
                  <a:cubicBezTo>
                    <a:pt x="4475548" y="1018221"/>
                    <a:pt x="4471496" y="1012144"/>
                    <a:pt x="4469977" y="1010371"/>
                  </a:cubicBezTo>
                  <a:cubicBezTo>
                    <a:pt x="4466432" y="1005560"/>
                    <a:pt x="4460861" y="998216"/>
                    <a:pt x="4459594" y="997457"/>
                  </a:cubicBezTo>
                  <a:cubicBezTo>
                    <a:pt x="4459594" y="997457"/>
                    <a:pt x="4459594" y="997457"/>
                    <a:pt x="4459341" y="997457"/>
                  </a:cubicBezTo>
                  <a:cubicBezTo>
                    <a:pt x="4460101" y="999989"/>
                    <a:pt x="4473522" y="1018221"/>
                    <a:pt x="4475801" y="1019741"/>
                  </a:cubicBezTo>
                  <a:close/>
                  <a:moveTo>
                    <a:pt x="4468457" y="1016702"/>
                  </a:moveTo>
                  <a:cubicBezTo>
                    <a:pt x="4468964" y="1015942"/>
                    <a:pt x="4463899" y="1008852"/>
                    <a:pt x="4462886" y="1007332"/>
                  </a:cubicBezTo>
                  <a:cubicBezTo>
                    <a:pt x="4459341" y="1002521"/>
                    <a:pt x="4453770" y="995178"/>
                    <a:pt x="4451997" y="994418"/>
                  </a:cubicBezTo>
                  <a:cubicBezTo>
                    <a:pt x="4451997" y="994418"/>
                    <a:pt x="4451997" y="994418"/>
                    <a:pt x="4451744" y="994418"/>
                  </a:cubicBezTo>
                  <a:cubicBezTo>
                    <a:pt x="4451238" y="995684"/>
                    <a:pt x="4466685" y="1016449"/>
                    <a:pt x="4468457" y="1016702"/>
                  </a:cubicBezTo>
                  <a:close/>
                  <a:moveTo>
                    <a:pt x="4443135" y="991379"/>
                  </a:moveTo>
                  <a:cubicBezTo>
                    <a:pt x="4443135" y="991379"/>
                    <a:pt x="4443135" y="991379"/>
                    <a:pt x="4443135" y="991379"/>
                  </a:cubicBezTo>
                  <a:cubicBezTo>
                    <a:pt x="4441615" y="992645"/>
                    <a:pt x="4457062" y="1013410"/>
                    <a:pt x="4459341" y="1013663"/>
                  </a:cubicBezTo>
                  <a:cubicBezTo>
                    <a:pt x="4460101" y="1012903"/>
                    <a:pt x="4455290" y="1005813"/>
                    <a:pt x="4454276" y="1004294"/>
                  </a:cubicBezTo>
                  <a:cubicBezTo>
                    <a:pt x="4450985" y="999483"/>
                    <a:pt x="4445160" y="992392"/>
                    <a:pt x="4443135" y="991379"/>
                  </a:cubicBezTo>
                  <a:close/>
                  <a:moveTo>
                    <a:pt x="4432499" y="988341"/>
                  </a:moveTo>
                  <a:cubicBezTo>
                    <a:pt x="4432499" y="988341"/>
                    <a:pt x="4432246" y="988341"/>
                    <a:pt x="4432499" y="988341"/>
                  </a:cubicBezTo>
                  <a:cubicBezTo>
                    <a:pt x="4429967" y="989100"/>
                    <a:pt x="4445160" y="1009865"/>
                    <a:pt x="4448452" y="1010624"/>
                  </a:cubicBezTo>
                  <a:cubicBezTo>
                    <a:pt x="4449719" y="1010878"/>
                    <a:pt x="4447946" y="1007079"/>
                    <a:pt x="4443894" y="1001508"/>
                  </a:cubicBezTo>
                  <a:cubicBezTo>
                    <a:pt x="4440602" y="996444"/>
                    <a:pt x="4434778" y="989353"/>
                    <a:pt x="4432499" y="988341"/>
                  </a:cubicBezTo>
                  <a:close/>
                  <a:moveTo>
                    <a:pt x="4420344" y="985302"/>
                  </a:moveTo>
                  <a:cubicBezTo>
                    <a:pt x="4420344" y="985302"/>
                    <a:pt x="4420091" y="985302"/>
                    <a:pt x="4419838" y="985302"/>
                  </a:cubicBezTo>
                  <a:cubicBezTo>
                    <a:pt x="4418318" y="987074"/>
                    <a:pt x="4432752" y="1006826"/>
                    <a:pt x="4436044" y="1007332"/>
                  </a:cubicBezTo>
                  <a:cubicBezTo>
                    <a:pt x="4437564" y="1007586"/>
                    <a:pt x="4435791" y="1003787"/>
                    <a:pt x="4431993" y="998216"/>
                  </a:cubicBezTo>
                  <a:cubicBezTo>
                    <a:pt x="4428701" y="993405"/>
                    <a:pt x="4422877" y="986315"/>
                    <a:pt x="4420344" y="985302"/>
                  </a:cubicBezTo>
                  <a:close/>
                  <a:moveTo>
                    <a:pt x="4406670" y="982263"/>
                  </a:moveTo>
                  <a:cubicBezTo>
                    <a:pt x="4406417" y="982263"/>
                    <a:pt x="4406164" y="982263"/>
                    <a:pt x="4406164" y="982263"/>
                  </a:cubicBezTo>
                  <a:cubicBezTo>
                    <a:pt x="4404138" y="984289"/>
                    <a:pt x="4418318" y="1003534"/>
                    <a:pt x="4422370" y="1004294"/>
                  </a:cubicBezTo>
                  <a:cubicBezTo>
                    <a:pt x="4424143" y="1004547"/>
                    <a:pt x="4422370" y="1000749"/>
                    <a:pt x="4418572" y="995178"/>
                  </a:cubicBezTo>
                  <a:cubicBezTo>
                    <a:pt x="4415533" y="990366"/>
                    <a:pt x="4409456" y="983276"/>
                    <a:pt x="4406670" y="982263"/>
                  </a:cubicBezTo>
                  <a:close/>
                  <a:moveTo>
                    <a:pt x="4391730" y="979224"/>
                  </a:moveTo>
                  <a:cubicBezTo>
                    <a:pt x="4391476" y="979224"/>
                    <a:pt x="4391223" y="979224"/>
                    <a:pt x="4391223" y="979224"/>
                  </a:cubicBezTo>
                  <a:cubicBezTo>
                    <a:pt x="4388691" y="981250"/>
                    <a:pt x="4403125" y="1000495"/>
                    <a:pt x="4407430" y="1001255"/>
                  </a:cubicBezTo>
                  <a:cubicBezTo>
                    <a:pt x="4409202" y="1001508"/>
                    <a:pt x="4407936" y="997710"/>
                    <a:pt x="4404138" y="992139"/>
                  </a:cubicBezTo>
                  <a:cubicBezTo>
                    <a:pt x="4400593" y="987328"/>
                    <a:pt x="4394769" y="980237"/>
                    <a:pt x="4391730" y="979224"/>
                  </a:cubicBezTo>
                  <a:close/>
                  <a:moveTo>
                    <a:pt x="4375270" y="976186"/>
                  </a:moveTo>
                  <a:cubicBezTo>
                    <a:pt x="4375017" y="976186"/>
                    <a:pt x="4374763" y="976186"/>
                    <a:pt x="4374510" y="976186"/>
                  </a:cubicBezTo>
                  <a:cubicBezTo>
                    <a:pt x="4371725" y="978212"/>
                    <a:pt x="4385905" y="997457"/>
                    <a:pt x="4390717" y="998216"/>
                  </a:cubicBezTo>
                  <a:cubicBezTo>
                    <a:pt x="4392743" y="998470"/>
                    <a:pt x="4391476" y="994671"/>
                    <a:pt x="4387678" y="989100"/>
                  </a:cubicBezTo>
                  <a:cubicBezTo>
                    <a:pt x="4384386" y="984289"/>
                    <a:pt x="4378562" y="977199"/>
                    <a:pt x="4375270" y="976186"/>
                  </a:cubicBezTo>
                  <a:close/>
                  <a:moveTo>
                    <a:pt x="4357291" y="973147"/>
                  </a:moveTo>
                  <a:cubicBezTo>
                    <a:pt x="4357038" y="973147"/>
                    <a:pt x="4356785" y="973147"/>
                    <a:pt x="4356531" y="973147"/>
                  </a:cubicBezTo>
                  <a:cubicBezTo>
                    <a:pt x="4353493" y="975173"/>
                    <a:pt x="4367420" y="994418"/>
                    <a:pt x="4372485" y="995178"/>
                  </a:cubicBezTo>
                  <a:cubicBezTo>
                    <a:pt x="4374763" y="995431"/>
                    <a:pt x="4373498" y="991632"/>
                    <a:pt x="4369953" y="986061"/>
                  </a:cubicBezTo>
                  <a:cubicBezTo>
                    <a:pt x="4366914" y="981250"/>
                    <a:pt x="4360836" y="974160"/>
                    <a:pt x="4357291" y="973147"/>
                  </a:cubicBezTo>
                  <a:close/>
                  <a:moveTo>
                    <a:pt x="4338046" y="970108"/>
                  </a:moveTo>
                  <a:cubicBezTo>
                    <a:pt x="4337793" y="970108"/>
                    <a:pt x="4337539" y="970108"/>
                    <a:pt x="4337286" y="970108"/>
                  </a:cubicBezTo>
                  <a:cubicBezTo>
                    <a:pt x="4333741" y="972134"/>
                    <a:pt x="4347669" y="991379"/>
                    <a:pt x="4353240" y="992139"/>
                  </a:cubicBezTo>
                  <a:cubicBezTo>
                    <a:pt x="4355518" y="992392"/>
                    <a:pt x="4354759" y="988594"/>
                    <a:pt x="4350961" y="983023"/>
                  </a:cubicBezTo>
                  <a:cubicBezTo>
                    <a:pt x="4347922" y="978212"/>
                    <a:pt x="4341844" y="971121"/>
                    <a:pt x="4338046" y="970108"/>
                  </a:cubicBezTo>
                  <a:close/>
                  <a:moveTo>
                    <a:pt x="4317535" y="967070"/>
                  </a:moveTo>
                  <a:cubicBezTo>
                    <a:pt x="4317281" y="967070"/>
                    <a:pt x="4316775" y="967070"/>
                    <a:pt x="4316522" y="967323"/>
                  </a:cubicBezTo>
                  <a:cubicBezTo>
                    <a:pt x="4313736" y="970361"/>
                    <a:pt x="4327157" y="988341"/>
                    <a:pt x="4332728" y="989100"/>
                  </a:cubicBezTo>
                  <a:cubicBezTo>
                    <a:pt x="4335260" y="989353"/>
                    <a:pt x="4334501" y="985555"/>
                    <a:pt x="4330956" y="979984"/>
                  </a:cubicBezTo>
                  <a:cubicBezTo>
                    <a:pt x="4327663" y="975173"/>
                    <a:pt x="4321586" y="968082"/>
                    <a:pt x="4317535" y="967070"/>
                  </a:cubicBezTo>
                  <a:close/>
                  <a:moveTo>
                    <a:pt x="4295504" y="964284"/>
                  </a:moveTo>
                  <a:cubicBezTo>
                    <a:pt x="4295251" y="964284"/>
                    <a:pt x="4294744" y="964284"/>
                    <a:pt x="4294491" y="964284"/>
                  </a:cubicBezTo>
                  <a:cubicBezTo>
                    <a:pt x="4290439" y="966057"/>
                    <a:pt x="4302847" y="984036"/>
                    <a:pt x="4309685" y="986061"/>
                  </a:cubicBezTo>
                  <a:cubicBezTo>
                    <a:pt x="4312977" y="987074"/>
                    <a:pt x="4312470" y="983023"/>
                    <a:pt x="4308925" y="976945"/>
                  </a:cubicBezTo>
                  <a:cubicBezTo>
                    <a:pt x="4305886" y="972387"/>
                    <a:pt x="4299809" y="965044"/>
                    <a:pt x="4295504" y="964284"/>
                  </a:cubicBezTo>
                  <a:close/>
                  <a:moveTo>
                    <a:pt x="4272460" y="961245"/>
                  </a:moveTo>
                  <a:cubicBezTo>
                    <a:pt x="4272207" y="961245"/>
                    <a:pt x="4271701" y="961245"/>
                    <a:pt x="4271447" y="961245"/>
                  </a:cubicBezTo>
                  <a:cubicBezTo>
                    <a:pt x="4266889" y="963018"/>
                    <a:pt x="4279298" y="980997"/>
                    <a:pt x="4286388" y="983023"/>
                  </a:cubicBezTo>
                  <a:cubicBezTo>
                    <a:pt x="4289933" y="984036"/>
                    <a:pt x="4289680" y="979984"/>
                    <a:pt x="4285881" y="973907"/>
                  </a:cubicBezTo>
                  <a:cubicBezTo>
                    <a:pt x="4282843" y="969349"/>
                    <a:pt x="4276765" y="962258"/>
                    <a:pt x="4272460" y="961245"/>
                  </a:cubicBezTo>
                  <a:close/>
                  <a:moveTo>
                    <a:pt x="4247897" y="958460"/>
                  </a:moveTo>
                  <a:cubicBezTo>
                    <a:pt x="4247391" y="958460"/>
                    <a:pt x="4246885" y="958460"/>
                    <a:pt x="4246631" y="958713"/>
                  </a:cubicBezTo>
                  <a:cubicBezTo>
                    <a:pt x="4242833" y="961752"/>
                    <a:pt x="4254735" y="978465"/>
                    <a:pt x="4261825" y="980237"/>
                  </a:cubicBezTo>
                  <a:cubicBezTo>
                    <a:pt x="4265370" y="981250"/>
                    <a:pt x="4265370" y="977199"/>
                    <a:pt x="4261825" y="971121"/>
                  </a:cubicBezTo>
                  <a:cubicBezTo>
                    <a:pt x="4258786" y="966310"/>
                    <a:pt x="4252455" y="959220"/>
                    <a:pt x="4247897" y="958460"/>
                  </a:cubicBezTo>
                  <a:close/>
                  <a:moveTo>
                    <a:pt x="4235996" y="968336"/>
                  </a:moveTo>
                  <a:cubicBezTo>
                    <a:pt x="4233210" y="963524"/>
                    <a:pt x="4226880" y="956434"/>
                    <a:pt x="4222068" y="955421"/>
                  </a:cubicBezTo>
                  <a:cubicBezTo>
                    <a:pt x="4221562" y="955421"/>
                    <a:pt x="4221056" y="955421"/>
                    <a:pt x="4220549" y="955674"/>
                  </a:cubicBezTo>
                  <a:cubicBezTo>
                    <a:pt x="4216497" y="958713"/>
                    <a:pt x="4228146" y="975426"/>
                    <a:pt x="4235489" y="977199"/>
                  </a:cubicBezTo>
                  <a:cubicBezTo>
                    <a:pt x="4239541" y="978212"/>
                    <a:pt x="4239541" y="974160"/>
                    <a:pt x="4235996" y="968336"/>
                  </a:cubicBezTo>
                  <a:lnTo>
                    <a:pt x="4235996" y="968336"/>
                  </a:lnTo>
                  <a:close/>
                  <a:moveTo>
                    <a:pt x="4195226" y="952636"/>
                  </a:moveTo>
                  <a:cubicBezTo>
                    <a:pt x="4194720" y="952636"/>
                    <a:pt x="4194214" y="952636"/>
                    <a:pt x="4193707" y="952889"/>
                  </a:cubicBezTo>
                  <a:cubicBezTo>
                    <a:pt x="4189402" y="955928"/>
                    <a:pt x="4200797" y="972387"/>
                    <a:pt x="4208647" y="974413"/>
                  </a:cubicBezTo>
                  <a:cubicBezTo>
                    <a:pt x="4212446" y="975426"/>
                    <a:pt x="4212952" y="971374"/>
                    <a:pt x="4209407" y="965297"/>
                  </a:cubicBezTo>
                  <a:cubicBezTo>
                    <a:pt x="4206622" y="960486"/>
                    <a:pt x="4200291" y="953395"/>
                    <a:pt x="4195226" y="952636"/>
                  </a:cubicBezTo>
                  <a:close/>
                  <a:moveTo>
                    <a:pt x="4167118" y="949597"/>
                  </a:moveTo>
                  <a:cubicBezTo>
                    <a:pt x="4166612" y="949597"/>
                    <a:pt x="4166105" y="949597"/>
                    <a:pt x="4165599" y="949850"/>
                  </a:cubicBezTo>
                  <a:cubicBezTo>
                    <a:pt x="4160788" y="952889"/>
                    <a:pt x="4172183" y="969349"/>
                    <a:pt x="4180286" y="971374"/>
                  </a:cubicBezTo>
                  <a:cubicBezTo>
                    <a:pt x="4184338" y="972387"/>
                    <a:pt x="4184844" y="968336"/>
                    <a:pt x="4181552" y="962258"/>
                  </a:cubicBezTo>
                  <a:cubicBezTo>
                    <a:pt x="4178513" y="957700"/>
                    <a:pt x="4172436" y="950610"/>
                    <a:pt x="4167118" y="949597"/>
                  </a:cubicBezTo>
                  <a:close/>
                  <a:moveTo>
                    <a:pt x="4137744" y="946811"/>
                  </a:moveTo>
                  <a:cubicBezTo>
                    <a:pt x="4137238" y="946811"/>
                    <a:pt x="4136478" y="946811"/>
                    <a:pt x="4135972" y="947065"/>
                  </a:cubicBezTo>
                  <a:cubicBezTo>
                    <a:pt x="4130907" y="950103"/>
                    <a:pt x="4142302" y="966563"/>
                    <a:pt x="4150405" y="968589"/>
                  </a:cubicBezTo>
                  <a:cubicBezTo>
                    <a:pt x="4154710" y="969602"/>
                    <a:pt x="4155217" y="965550"/>
                    <a:pt x="4151925" y="959473"/>
                  </a:cubicBezTo>
                  <a:cubicBezTo>
                    <a:pt x="4149646" y="954915"/>
                    <a:pt x="4143315" y="947824"/>
                    <a:pt x="4137744" y="946811"/>
                  </a:cubicBezTo>
                  <a:close/>
                  <a:moveTo>
                    <a:pt x="4119005" y="965550"/>
                  </a:moveTo>
                  <a:cubicBezTo>
                    <a:pt x="4124070" y="967323"/>
                    <a:pt x="4125336" y="963018"/>
                    <a:pt x="4121791" y="956687"/>
                  </a:cubicBezTo>
                  <a:cubicBezTo>
                    <a:pt x="4119259" y="951876"/>
                    <a:pt x="4112928" y="944786"/>
                    <a:pt x="4107357" y="944026"/>
                  </a:cubicBezTo>
                  <a:cubicBezTo>
                    <a:pt x="4106850" y="944026"/>
                    <a:pt x="4106091" y="944026"/>
                    <a:pt x="4105585" y="944279"/>
                  </a:cubicBezTo>
                  <a:cubicBezTo>
                    <a:pt x="4100773" y="947065"/>
                    <a:pt x="4110649" y="962765"/>
                    <a:pt x="4119005" y="965550"/>
                  </a:cubicBezTo>
                  <a:close/>
                  <a:moveTo>
                    <a:pt x="4054180" y="959979"/>
                  </a:moveTo>
                  <a:cubicBezTo>
                    <a:pt x="4059244" y="961499"/>
                    <a:pt x="4061017" y="957447"/>
                    <a:pt x="4057725" y="951116"/>
                  </a:cubicBezTo>
                  <a:cubicBezTo>
                    <a:pt x="4055192" y="946305"/>
                    <a:pt x="4049115" y="939215"/>
                    <a:pt x="4043038" y="938455"/>
                  </a:cubicBezTo>
                  <a:cubicBezTo>
                    <a:pt x="4042531" y="938455"/>
                    <a:pt x="4041772" y="938455"/>
                    <a:pt x="4041012" y="938708"/>
                  </a:cubicBezTo>
                  <a:cubicBezTo>
                    <a:pt x="4035694" y="941494"/>
                    <a:pt x="4045317" y="956941"/>
                    <a:pt x="4054180" y="959979"/>
                  </a:cubicBezTo>
                  <a:close/>
                  <a:moveTo>
                    <a:pt x="4007333" y="935923"/>
                  </a:moveTo>
                  <a:cubicBezTo>
                    <a:pt x="4001509" y="938708"/>
                    <a:pt x="4010878" y="954155"/>
                    <a:pt x="4019994" y="956941"/>
                  </a:cubicBezTo>
                  <a:cubicBezTo>
                    <a:pt x="4025312" y="958713"/>
                    <a:pt x="4027337" y="954408"/>
                    <a:pt x="4024046" y="948078"/>
                  </a:cubicBezTo>
                  <a:cubicBezTo>
                    <a:pt x="4021767" y="943266"/>
                    <a:pt x="4015436" y="936429"/>
                    <a:pt x="4009359" y="935416"/>
                  </a:cubicBezTo>
                  <a:cubicBezTo>
                    <a:pt x="4008852" y="935670"/>
                    <a:pt x="4008092" y="935670"/>
                    <a:pt x="4007333" y="935923"/>
                  </a:cubicBezTo>
                  <a:close/>
                  <a:moveTo>
                    <a:pt x="3972641" y="933137"/>
                  </a:moveTo>
                  <a:cubicBezTo>
                    <a:pt x="3966563" y="935923"/>
                    <a:pt x="3975933" y="951370"/>
                    <a:pt x="3985049" y="954155"/>
                  </a:cubicBezTo>
                  <a:cubicBezTo>
                    <a:pt x="3990367" y="955674"/>
                    <a:pt x="3992646" y="951623"/>
                    <a:pt x="3989607" y="945292"/>
                  </a:cubicBezTo>
                  <a:cubicBezTo>
                    <a:pt x="3987328" y="940481"/>
                    <a:pt x="3981251" y="933644"/>
                    <a:pt x="3974920" y="932631"/>
                  </a:cubicBezTo>
                  <a:cubicBezTo>
                    <a:pt x="3974160" y="932884"/>
                    <a:pt x="3973401" y="932884"/>
                    <a:pt x="3972641" y="933137"/>
                  </a:cubicBezTo>
                  <a:close/>
                  <a:moveTo>
                    <a:pt x="3936683" y="930605"/>
                  </a:moveTo>
                  <a:cubicBezTo>
                    <a:pt x="3930605" y="933391"/>
                    <a:pt x="3938202" y="947571"/>
                    <a:pt x="3947825" y="951370"/>
                  </a:cubicBezTo>
                  <a:cubicBezTo>
                    <a:pt x="3954155" y="953902"/>
                    <a:pt x="3956688" y="949850"/>
                    <a:pt x="3953649" y="943013"/>
                  </a:cubicBezTo>
                  <a:cubicBezTo>
                    <a:pt x="3951370" y="938202"/>
                    <a:pt x="3945293" y="931365"/>
                    <a:pt x="3938962" y="930352"/>
                  </a:cubicBezTo>
                  <a:cubicBezTo>
                    <a:pt x="3938202" y="930352"/>
                    <a:pt x="3937443" y="930352"/>
                    <a:pt x="3936683" y="930605"/>
                  </a:cubicBezTo>
                  <a:close/>
                  <a:moveTo>
                    <a:pt x="3917184" y="940228"/>
                  </a:moveTo>
                  <a:lnTo>
                    <a:pt x="3917184" y="940228"/>
                  </a:lnTo>
                  <a:cubicBezTo>
                    <a:pt x="3915159" y="935416"/>
                    <a:pt x="3909081" y="928579"/>
                    <a:pt x="3902244" y="927566"/>
                  </a:cubicBezTo>
                  <a:cubicBezTo>
                    <a:pt x="3901485" y="927566"/>
                    <a:pt x="3900725" y="927566"/>
                    <a:pt x="3899965" y="927820"/>
                  </a:cubicBezTo>
                  <a:cubicBezTo>
                    <a:pt x="3893888" y="930352"/>
                    <a:pt x="3901485" y="945039"/>
                    <a:pt x="3910854" y="948584"/>
                  </a:cubicBezTo>
                  <a:cubicBezTo>
                    <a:pt x="3917184" y="951116"/>
                    <a:pt x="3920223" y="947065"/>
                    <a:pt x="3917184" y="940228"/>
                  </a:cubicBezTo>
                  <a:close/>
                  <a:moveTo>
                    <a:pt x="3861981" y="925287"/>
                  </a:moveTo>
                  <a:cubicBezTo>
                    <a:pt x="3855650" y="927820"/>
                    <a:pt x="3862994" y="942507"/>
                    <a:pt x="3872616" y="946052"/>
                  </a:cubicBezTo>
                  <a:cubicBezTo>
                    <a:pt x="3878947" y="948331"/>
                    <a:pt x="3882239" y="944279"/>
                    <a:pt x="3879454" y="937695"/>
                  </a:cubicBezTo>
                  <a:cubicBezTo>
                    <a:pt x="3877428" y="932884"/>
                    <a:pt x="3871351" y="926047"/>
                    <a:pt x="3864513" y="925034"/>
                  </a:cubicBezTo>
                  <a:cubicBezTo>
                    <a:pt x="3863754" y="925034"/>
                    <a:pt x="3862741" y="925034"/>
                    <a:pt x="3861981" y="925287"/>
                  </a:cubicBezTo>
                  <a:close/>
                  <a:moveTo>
                    <a:pt x="3823237" y="922755"/>
                  </a:moveTo>
                  <a:cubicBezTo>
                    <a:pt x="3816654" y="925287"/>
                    <a:pt x="3823744" y="939974"/>
                    <a:pt x="3833620" y="943520"/>
                  </a:cubicBezTo>
                  <a:cubicBezTo>
                    <a:pt x="3839950" y="945799"/>
                    <a:pt x="3843496" y="941747"/>
                    <a:pt x="3840710" y="935163"/>
                  </a:cubicBezTo>
                  <a:cubicBezTo>
                    <a:pt x="3838684" y="930352"/>
                    <a:pt x="3832860" y="923515"/>
                    <a:pt x="3825770" y="922502"/>
                  </a:cubicBezTo>
                  <a:cubicBezTo>
                    <a:pt x="3825010" y="922502"/>
                    <a:pt x="3824251" y="922502"/>
                    <a:pt x="3823237" y="922755"/>
                  </a:cubicBezTo>
                  <a:close/>
                  <a:moveTo>
                    <a:pt x="3783734" y="920223"/>
                  </a:moveTo>
                  <a:cubicBezTo>
                    <a:pt x="3777151" y="922755"/>
                    <a:pt x="3782975" y="936176"/>
                    <a:pt x="3792597" y="940481"/>
                  </a:cubicBezTo>
                  <a:cubicBezTo>
                    <a:pt x="3799688" y="943520"/>
                    <a:pt x="3803992" y="939468"/>
                    <a:pt x="3801207" y="932378"/>
                  </a:cubicBezTo>
                  <a:cubicBezTo>
                    <a:pt x="3799434" y="927566"/>
                    <a:pt x="3793357" y="920729"/>
                    <a:pt x="3786267" y="919716"/>
                  </a:cubicBezTo>
                  <a:cubicBezTo>
                    <a:pt x="3785507" y="919970"/>
                    <a:pt x="3784494" y="919970"/>
                    <a:pt x="3783734" y="920223"/>
                  </a:cubicBezTo>
                  <a:close/>
                  <a:moveTo>
                    <a:pt x="3745497" y="917437"/>
                  </a:moveTo>
                  <a:cubicBezTo>
                    <a:pt x="3744738" y="917437"/>
                    <a:pt x="3743725" y="917437"/>
                    <a:pt x="3742965" y="917691"/>
                  </a:cubicBezTo>
                  <a:cubicBezTo>
                    <a:pt x="3736128" y="920223"/>
                    <a:pt x="3741952" y="933644"/>
                    <a:pt x="3751574" y="937949"/>
                  </a:cubicBezTo>
                  <a:cubicBezTo>
                    <a:pt x="3758665" y="941240"/>
                    <a:pt x="3763223" y="937189"/>
                    <a:pt x="3760691" y="929845"/>
                  </a:cubicBezTo>
                  <a:cubicBezTo>
                    <a:pt x="3758918" y="925287"/>
                    <a:pt x="3753094" y="918197"/>
                    <a:pt x="3745497" y="917437"/>
                  </a:cubicBezTo>
                  <a:close/>
                  <a:moveTo>
                    <a:pt x="3709792" y="935416"/>
                  </a:moveTo>
                  <a:cubicBezTo>
                    <a:pt x="3717136" y="938455"/>
                    <a:pt x="3721694" y="934403"/>
                    <a:pt x="3719162" y="927313"/>
                  </a:cubicBezTo>
                  <a:cubicBezTo>
                    <a:pt x="3717389" y="922755"/>
                    <a:pt x="3711565" y="915665"/>
                    <a:pt x="3704221" y="914905"/>
                  </a:cubicBezTo>
                  <a:cubicBezTo>
                    <a:pt x="3703462" y="914905"/>
                    <a:pt x="3702449" y="914905"/>
                    <a:pt x="3701689" y="915158"/>
                  </a:cubicBezTo>
                  <a:cubicBezTo>
                    <a:pt x="3694599" y="917691"/>
                    <a:pt x="3700170" y="931112"/>
                    <a:pt x="3709792" y="935416"/>
                  </a:cubicBezTo>
                  <a:close/>
                  <a:moveTo>
                    <a:pt x="3662186" y="912373"/>
                  </a:moveTo>
                  <a:cubicBezTo>
                    <a:pt x="3661426" y="912373"/>
                    <a:pt x="3660413" y="912373"/>
                    <a:pt x="3659400" y="912626"/>
                  </a:cubicBezTo>
                  <a:cubicBezTo>
                    <a:pt x="3652310" y="915158"/>
                    <a:pt x="3656615" y="927313"/>
                    <a:pt x="3666237" y="932378"/>
                  </a:cubicBezTo>
                  <a:cubicBezTo>
                    <a:pt x="3674087" y="936429"/>
                    <a:pt x="3679658" y="932378"/>
                    <a:pt x="3677126" y="924781"/>
                  </a:cubicBezTo>
                  <a:cubicBezTo>
                    <a:pt x="3675354" y="920223"/>
                    <a:pt x="3669783" y="913386"/>
                    <a:pt x="3662186" y="912373"/>
                  </a:cubicBezTo>
                  <a:close/>
                  <a:moveTo>
                    <a:pt x="3622683" y="930099"/>
                  </a:moveTo>
                  <a:cubicBezTo>
                    <a:pt x="3630533" y="934150"/>
                    <a:pt x="3636357" y="930099"/>
                    <a:pt x="3634078" y="922502"/>
                  </a:cubicBezTo>
                  <a:cubicBezTo>
                    <a:pt x="3632558" y="917944"/>
                    <a:pt x="3626734" y="910853"/>
                    <a:pt x="3619137" y="910094"/>
                  </a:cubicBezTo>
                  <a:cubicBezTo>
                    <a:pt x="3618378" y="910094"/>
                    <a:pt x="3617365" y="910094"/>
                    <a:pt x="3616352" y="910347"/>
                  </a:cubicBezTo>
                  <a:cubicBezTo>
                    <a:pt x="3609009" y="912879"/>
                    <a:pt x="3613060" y="925034"/>
                    <a:pt x="3622683" y="930099"/>
                  </a:cubicBezTo>
                  <a:close/>
                  <a:moveTo>
                    <a:pt x="3575076" y="907815"/>
                  </a:moveTo>
                  <a:cubicBezTo>
                    <a:pt x="3574316" y="907815"/>
                    <a:pt x="3573304" y="907815"/>
                    <a:pt x="3572291" y="908068"/>
                  </a:cubicBezTo>
                  <a:cubicBezTo>
                    <a:pt x="3564947" y="910600"/>
                    <a:pt x="3568745" y="922755"/>
                    <a:pt x="3578368" y="927820"/>
                  </a:cubicBezTo>
                  <a:cubicBezTo>
                    <a:pt x="3586218" y="931871"/>
                    <a:pt x="3592296" y="927820"/>
                    <a:pt x="3590017" y="920223"/>
                  </a:cubicBezTo>
                  <a:cubicBezTo>
                    <a:pt x="3588750" y="915412"/>
                    <a:pt x="3583179" y="908574"/>
                    <a:pt x="3575076" y="907815"/>
                  </a:cubicBezTo>
                  <a:close/>
                  <a:moveTo>
                    <a:pt x="3533547" y="925541"/>
                  </a:moveTo>
                  <a:cubicBezTo>
                    <a:pt x="3541397" y="929592"/>
                    <a:pt x="3547728" y="925541"/>
                    <a:pt x="3545449" y="917944"/>
                  </a:cubicBezTo>
                  <a:cubicBezTo>
                    <a:pt x="3544183" y="913386"/>
                    <a:pt x="3538612" y="906295"/>
                    <a:pt x="3530508" y="905536"/>
                  </a:cubicBezTo>
                  <a:cubicBezTo>
                    <a:pt x="3529749" y="905536"/>
                    <a:pt x="3528736" y="905536"/>
                    <a:pt x="3527723" y="905789"/>
                  </a:cubicBezTo>
                  <a:cubicBezTo>
                    <a:pt x="3520126" y="908321"/>
                    <a:pt x="3523671" y="920476"/>
                    <a:pt x="3533547" y="925541"/>
                  </a:cubicBezTo>
                  <a:close/>
                  <a:moveTo>
                    <a:pt x="3485434" y="903257"/>
                  </a:moveTo>
                  <a:cubicBezTo>
                    <a:pt x="3484675" y="903257"/>
                    <a:pt x="3483662" y="903257"/>
                    <a:pt x="3482396" y="903510"/>
                  </a:cubicBezTo>
                  <a:cubicBezTo>
                    <a:pt x="3475052" y="905789"/>
                    <a:pt x="3477584" y="917184"/>
                    <a:pt x="3486700" y="922502"/>
                  </a:cubicBezTo>
                  <a:cubicBezTo>
                    <a:pt x="3495057" y="927313"/>
                    <a:pt x="3502400" y="923515"/>
                    <a:pt x="3500121" y="915412"/>
                  </a:cubicBezTo>
                  <a:cubicBezTo>
                    <a:pt x="3498855" y="910853"/>
                    <a:pt x="3493538" y="904016"/>
                    <a:pt x="3485434" y="903257"/>
                  </a:cubicBezTo>
                  <a:close/>
                  <a:moveTo>
                    <a:pt x="3213470" y="903003"/>
                  </a:moveTo>
                  <a:cubicBezTo>
                    <a:pt x="3212710" y="898445"/>
                    <a:pt x="3207899" y="891355"/>
                    <a:pt x="3199036" y="890849"/>
                  </a:cubicBezTo>
                  <a:cubicBezTo>
                    <a:pt x="3198276" y="890849"/>
                    <a:pt x="3197516" y="890849"/>
                    <a:pt x="3196757" y="891102"/>
                  </a:cubicBezTo>
                  <a:cubicBezTo>
                    <a:pt x="3188400" y="892621"/>
                    <a:pt x="3187641" y="902750"/>
                    <a:pt x="3195491" y="908828"/>
                  </a:cubicBezTo>
                  <a:cubicBezTo>
                    <a:pt x="3203847" y="915158"/>
                    <a:pt x="3214736" y="911866"/>
                    <a:pt x="3213470" y="903003"/>
                  </a:cubicBezTo>
                  <a:close/>
                  <a:moveTo>
                    <a:pt x="3149150" y="888823"/>
                  </a:moveTo>
                  <a:cubicBezTo>
                    <a:pt x="3148391" y="888823"/>
                    <a:pt x="3147631" y="888823"/>
                    <a:pt x="3146871" y="889076"/>
                  </a:cubicBezTo>
                  <a:cubicBezTo>
                    <a:pt x="3138262" y="890595"/>
                    <a:pt x="3137249" y="900724"/>
                    <a:pt x="3145099" y="906802"/>
                  </a:cubicBezTo>
                  <a:cubicBezTo>
                    <a:pt x="3153455" y="913386"/>
                    <a:pt x="3164344" y="910094"/>
                    <a:pt x="3163331" y="900978"/>
                  </a:cubicBezTo>
                  <a:cubicBezTo>
                    <a:pt x="3162825" y="896420"/>
                    <a:pt x="3158013" y="889582"/>
                    <a:pt x="3149150" y="888823"/>
                  </a:cubicBezTo>
                  <a:close/>
                  <a:moveTo>
                    <a:pt x="3096479" y="887050"/>
                  </a:moveTo>
                  <a:cubicBezTo>
                    <a:pt x="3087870" y="888570"/>
                    <a:pt x="3086604" y="898699"/>
                    <a:pt x="3094453" y="904776"/>
                  </a:cubicBezTo>
                  <a:cubicBezTo>
                    <a:pt x="3102810" y="911360"/>
                    <a:pt x="3113952" y="907815"/>
                    <a:pt x="3112939" y="898952"/>
                  </a:cubicBezTo>
                  <a:cubicBezTo>
                    <a:pt x="3112433" y="894394"/>
                    <a:pt x="3107621" y="887557"/>
                    <a:pt x="3098758" y="886797"/>
                  </a:cubicBezTo>
                  <a:cubicBezTo>
                    <a:pt x="3097999" y="887050"/>
                    <a:pt x="3096986" y="887050"/>
                    <a:pt x="3096479" y="887050"/>
                  </a:cubicBezTo>
                  <a:close/>
                  <a:moveTo>
                    <a:pt x="3047860" y="885278"/>
                  </a:moveTo>
                  <a:cubicBezTo>
                    <a:pt x="3047100" y="885278"/>
                    <a:pt x="3046341" y="885278"/>
                    <a:pt x="3045581" y="885531"/>
                  </a:cubicBezTo>
                  <a:cubicBezTo>
                    <a:pt x="3036718" y="887050"/>
                    <a:pt x="3035452" y="897179"/>
                    <a:pt x="3043049" y="903257"/>
                  </a:cubicBezTo>
                  <a:cubicBezTo>
                    <a:pt x="3051152" y="909841"/>
                    <a:pt x="3062547" y="906295"/>
                    <a:pt x="3061787" y="897432"/>
                  </a:cubicBezTo>
                  <a:cubicBezTo>
                    <a:pt x="3061534" y="892874"/>
                    <a:pt x="3056723" y="886037"/>
                    <a:pt x="3047860" y="885278"/>
                  </a:cubicBezTo>
                  <a:close/>
                  <a:moveTo>
                    <a:pt x="2958471" y="894141"/>
                  </a:moveTo>
                  <a:cubicBezTo>
                    <a:pt x="2958218" y="889582"/>
                    <a:pt x="2953913" y="882745"/>
                    <a:pt x="2944544" y="881986"/>
                  </a:cubicBezTo>
                  <a:cubicBezTo>
                    <a:pt x="2944290" y="881986"/>
                    <a:pt x="2943784" y="881986"/>
                    <a:pt x="2943278" y="881986"/>
                  </a:cubicBezTo>
                  <a:cubicBezTo>
                    <a:pt x="2934162" y="882492"/>
                    <a:pt x="2930870" y="892621"/>
                    <a:pt x="2937960" y="899205"/>
                  </a:cubicBezTo>
                  <a:cubicBezTo>
                    <a:pt x="2945810" y="906549"/>
                    <a:pt x="2958724" y="903257"/>
                    <a:pt x="2958471" y="894141"/>
                  </a:cubicBezTo>
                  <a:close/>
                  <a:moveTo>
                    <a:pt x="2905800" y="892368"/>
                  </a:moveTo>
                  <a:cubicBezTo>
                    <a:pt x="2905800" y="887810"/>
                    <a:pt x="2901495" y="880973"/>
                    <a:pt x="2892126" y="880213"/>
                  </a:cubicBezTo>
                  <a:cubicBezTo>
                    <a:pt x="2891873" y="880213"/>
                    <a:pt x="2891366" y="880213"/>
                    <a:pt x="2890860" y="880213"/>
                  </a:cubicBezTo>
                  <a:cubicBezTo>
                    <a:pt x="2881491" y="880720"/>
                    <a:pt x="2878199" y="890849"/>
                    <a:pt x="2885036" y="897432"/>
                  </a:cubicBezTo>
                  <a:cubicBezTo>
                    <a:pt x="2892886" y="905029"/>
                    <a:pt x="2906054" y="901737"/>
                    <a:pt x="2905800" y="892368"/>
                  </a:cubicBezTo>
                  <a:close/>
                  <a:moveTo>
                    <a:pt x="2839455" y="878694"/>
                  </a:moveTo>
                  <a:cubicBezTo>
                    <a:pt x="2828313" y="878947"/>
                    <a:pt x="2825274" y="889329"/>
                    <a:pt x="2832111" y="895913"/>
                  </a:cubicBezTo>
                  <a:cubicBezTo>
                    <a:pt x="2839708" y="903257"/>
                    <a:pt x="2852876" y="900218"/>
                    <a:pt x="2852876" y="890849"/>
                  </a:cubicBezTo>
                  <a:cubicBezTo>
                    <a:pt x="2852876" y="886291"/>
                    <a:pt x="2848824" y="879453"/>
                    <a:pt x="2839455" y="878694"/>
                  </a:cubicBezTo>
                  <a:close/>
                  <a:moveTo>
                    <a:pt x="2778428" y="894394"/>
                  </a:moveTo>
                  <a:cubicBezTo>
                    <a:pt x="2786278" y="901990"/>
                    <a:pt x="2799445" y="898699"/>
                    <a:pt x="2799699" y="889329"/>
                  </a:cubicBezTo>
                  <a:cubicBezTo>
                    <a:pt x="2799699" y="884771"/>
                    <a:pt x="2795647" y="877934"/>
                    <a:pt x="2786531" y="877174"/>
                  </a:cubicBezTo>
                  <a:cubicBezTo>
                    <a:pt x="2774883" y="877428"/>
                    <a:pt x="2771844" y="888063"/>
                    <a:pt x="2778428" y="894394"/>
                  </a:cubicBezTo>
                  <a:close/>
                  <a:moveTo>
                    <a:pt x="2723731" y="892368"/>
                  </a:moveTo>
                  <a:cubicBezTo>
                    <a:pt x="2730821" y="900724"/>
                    <a:pt x="2745508" y="897939"/>
                    <a:pt x="2746015" y="888063"/>
                  </a:cubicBezTo>
                  <a:cubicBezTo>
                    <a:pt x="2746268" y="883505"/>
                    <a:pt x="2742216" y="876668"/>
                    <a:pt x="2732847" y="875908"/>
                  </a:cubicBezTo>
                  <a:cubicBezTo>
                    <a:pt x="2721958" y="876161"/>
                    <a:pt x="2718160" y="885784"/>
                    <a:pt x="2723731" y="892368"/>
                  </a:cubicBezTo>
                  <a:close/>
                  <a:moveTo>
                    <a:pt x="2678910" y="874642"/>
                  </a:moveTo>
                  <a:cubicBezTo>
                    <a:pt x="2668021" y="874895"/>
                    <a:pt x="2663969" y="884518"/>
                    <a:pt x="2669287" y="891102"/>
                  </a:cubicBezTo>
                  <a:cubicBezTo>
                    <a:pt x="2676124" y="899458"/>
                    <a:pt x="2691065" y="896673"/>
                    <a:pt x="2691571" y="886797"/>
                  </a:cubicBezTo>
                  <a:cubicBezTo>
                    <a:pt x="2692078" y="881986"/>
                    <a:pt x="2688279" y="875149"/>
                    <a:pt x="2678910" y="874642"/>
                  </a:cubicBezTo>
                  <a:close/>
                  <a:moveTo>
                    <a:pt x="2624973" y="873376"/>
                  </a:moveTo>
                  <a:cubicBezTo>
                    <a:pt x="2613831" y="873629"/>
                    <a:pt x="2609526" y="883252"/>
                    <a:pt x="2614844" y="889836"/>
                  </a:cubicBezTo>
                  <a:cubicBezTo>
                    <a:pt x="2621681" y="898192"/>
                    <a:pt x="2636621" y="895153"/>
                    <a:pt x="2637634" y="885531"/>
                  </a:cubicBezTo>
                  <a:cubicBezTo>
                    <a:pt x="2637887" y="880720"/>
                    <a:pt x="2634342" y="873882"/>
                    <a:pt x="2624973" y="873376"/>
                  </a:cubicBezTo>
                  <a:close/>
                  <a:moveTo>
                    <a:pt x="2570529" y="872110"/>
                  </a:moveTo>
                  <a:cubicBezTo>
                    <a:pt x="2558628" y="872363"/>
                    <a:pt x="2555336" y="882492"/>
                    <a:pt x="2560147" y="888570"/>
                  </a:cubicBezTo>
                  <a:cubicBezTo>
                    <a:pt x="2566731" y="896926"/>
                    <a:pt x="2582178" y="894141"/>
                    <a:pt x="2583191" y="884265"/>
                  </a:cubicBezTo>
                  <a:cubicBezTo>
                    <a:pt x="2583444" y="879453"/>
                    <a:pt x="2579898" y="872870"/>
                    <a:pt x="2570529" y="872110"/>
                  </a:cubicBezTo>
                  <a:close/>
                  <a:moveTo>
                    <a:pt x="2504944" y="887303"/>
                  </a:moveTo>
                  <a:cubicBezTo>
                    <a:pt x="2511528" y="895660"/>
                    <a:pt x="2526721" y="892874"/>
                    <a:pt x="2528240" y="882999"/>
                  </a:cubicBezTo>
                  <a:cubicBezTo>
                    <a:pt x="2528747" y="878440"/>
                    <a:pt x="2525455" y="871603"/>
                    <a:pt x="2515832" y="871097"/>
                  </a:cubicBezTo>
                  <a:cubicBezTo>
                    <a:pt x="2504437" y="871350"/>
                    <a:pt x="2499879" y="880973"/>
                    <a:pt x="2504944" y="887303"/>
                  </a:cubicBezTo>
                  <a:close/>
                  <a:moveTo>
                    <a:pt x="2449487" y="886291"/>
                  </a:moveTo>
                  <a:cubicBezTo>
                    <a:pt x="2455818" y="894647"/>
                    <a:pt x="2471265" y="891608"/>
                    <a:pt x="2472784" y="881986"/>
                  </a:cubicBezTo>
                  <a:lnTo>
                    <a:pt x="2472784" y="881986"/>
                  </a:lnTo>
                  <a:cubicBezTo>
                    <a:pt x="2473544" y="877428"/>
                    <a:pt x="2470252" y="870591"/>
                    <a:pt x="2460629" y="870084"/>
                  </a:cubicBezTo>
                  <a:cubicBezTo>
                    <a:pt x="2449487" y="870337"/>
                    <a:pt x="2444676" y="879960"/>
                    <a:pt x="2449487" y="886291"/>
                  </a:cubicBezTo>
                  <a:close/>
                  <a:moveTo>
                    <a:pt x="2393778" y="885531"/>
                  </a:moveTo>
                  <a:cubicBezTo>
                    <a:pt x="2400108" y="893887"/>
                    <a:pt x="2415555" y="890849"/>
                    <a:pt x="2417328" y="880973"/>
                  </a:cubicBezTo>
                  <a:cubicBezTo>
                    <a:pt x="2418087" y="876415"/>
                    <a:pt x="2415049" y="869578"/>
                    <a:pt x="2405426" y="869071"/>
                  </a:cubicBezTo>
                  <a:cubicBezTo>
                    <a:pt x="2394031" y="869324"/>
                    <a:pt x="2388966" y="878947"/>
                    <a:pt x="2393778" y="885531"/>
                  </a:cubicBezTo>
                  <a:close/>
                  <a:moveTo>
                    <a:pt x="924308" y="892115"/>
                  </a:moveTo>
                  <a:cubicBezTo>
                    <a:pt x="927600" y="887557"/>
                    <a:pt x="930132" y="880720"/>
                    <a:pt x="924814" y="880720"/>
                  </a:cubicBezTo>
                  <a:cubicBezTo>
                    <a:pt x="916964" y="881732"/>
                    <a:pt x="906835" y="894394"/>
                    <a:pt x="907848" y="899965"/>
                  </a:cubicBezTo>
                  <a:cubicBezTo>
                    <a:pt x="908861" y="905029"/>
                    <a:pt x="918230" y="900724"/>
                    <a:pt x="924308" y="892115"/>
                  </a:cubicBezTo>
                  <a:close/>
                  <a:moveTo>
                    <a:pt x="893161" y="893887"/>
                  </a:moveTo>
                  <a:cubicBezTo>
                    <a:pt x="896453" y="889329"/>
                    <a:pt x="898985" y="882492"/>
                    <a:pt x="893921" y="882492"/>
                  </a:cubicBezTo>
                  <a:cubicBezTo>
                    <a:pt x="886577" y="883505"/>
                    <a:pt x="876195" y="896166"/>
                    <a:pt x="876955" y="901737"/>
                  </a:cubicBezTo>
                  <a:cubicBezTo>
                    <a:pt x="877714" y="906549"/>
                    <a:pt x="887084" y="902244"/>
                    <a:pt x="893161" y="893887"/>
                  </a:cubicBezTo>
                  <a:close/>
                  <a:moveTo>
                    <a:pt x="863027" y="895407"/>
                  </a:moveTo>
                  <a:cubicBezTo>
                    <a:pt x="866319" y="890849"/>
                    <a:pt x="869104" y="884011"/>
                    <a:pt x="864293" y="884011"/>
                  </a:cubicBezTo>
                  <a:cubicBezTo>
                    <a:pt x="857203" y="885024"/>
                    <a:pt x="846821" y="897686"/>
                    <a:pt x="847327" y="903257"/>
                  </a:cubicBezTo>
                  <a:cubicBezTo>
                    <a:pt x="847834" y="908321"/>
                    <a:pt x="856950" y="904016"/>
                    <a:pt x="863027" y="895407"/>
                  </a:cubicBezTo>
                  <a:close/>
                  <a:moveTo>
                    <a:pt x="818966" y="905536"/>
                  </a:moveTo>
                  <a:cubicBezTo>
                    <a:pt x="819979" y="909841"/>
                    <a:pt x="828335" y="905282"/>
                    <a:pt x="834159" y="897179"/>
                  </a:cubicBezTo>
                  <a:cubicBezTo>
                    <a:pt x="837705" y="892621"/>
                    <a:pt x="840490" y="885784"/>
                    <a:pt x="835932" y="885784"/>
                  </a:cubicBezTo>
                  <a:cubicBezTo>
                    <a:pt x="828588" y="886797"/>
                    <a:pt x="817700" y="900471"/>
                    <a:pt x="818966" y="905536"/>
                  </a:cubicBezTo>
                  <a:close/>
                  <a:moveTo>
                    <a:pt x="791617" y="907308"/>
                  </a:moveTo>
                  <a:cubicBezTo>
                    <a:pt x="792377" y="911613"/>
                    <a:pt x="800734" y="906802"/>
                    <a:pt x="806558" y="898952"/>
                  </a:cubicBezTo>
                  <a:cubicBezTo>
                    <a:pt x="810103" y="894394"/>
                    <a:pt x="813142" y="887557"/>
                    <a:pt x="808584" y="887557"/>
                  </a:cubicBezTo>
                  <a:cubicBezTo>
                    <a:pt x="801493" y="888570"/>
                    <a:pt x="790858" y="902244"/>
                    <a:pt x="791617" y="907308"/>
                  </a:cubicBezTo>
                  <a:close/>
                  <a:moveTo>
                    <a:pt x="765535" y="909081"/>
                  </a:moveTo>
                  <a:cubicBezTo>
                    <a:pt x="766042" y="913386"/>
                    <a:pt x="774145" y="908574"/>
                    <a:pt x="780222" y="900724"/>
                  </a:cubicBezTo>
                  <a:cubicBezTo>
                    <a:pt x="783767" y="896166"/>
                    <a:pt x="786806" y="889329"/>
                    <a:pt x="782754" y="889329"/>
                  </a:cubicBezTo>
                  <a:cubicBezTo>
                    <a:pt x="775917" y="890342"/>
                    <a:pt x="765029" y="904016"/>
                    <a:pt x="765535" y="909081"/>
                  </a:cubicBezTo>
                  <a:close/>
                  <a:moveTo>
                    <a:pt x="740719" y="911107"/>
                  </a:moveTo>
                  <a:cubicBezTo>
                    <a:pt x="740972" y="915412"/>
                    <a:pt x="748822" y="910853"/>
                    <a:pt x="754900" y="902750"/>
                  </a:cubicBezTo>
                  <a:cubicBezTo>
                    <a:pt x="758445" y="898192"/>
                    <a:pt x="761737" y="891355"/>
                    <a:pt x="757938" y="891355"/>
                  </a:cubicBezTo>
                  <a:cubicBezTo>
                    <a:pt x="751101" y="892368"/>
                    <a:pt x="740213" y="906042"/>
                    <a:pt x="740719" y="911107"/>
                  </a:cubicBezTo>
                  <a:close/>
                  <a:moveTo>
                    <a:pt x="716916" y="913386"/>
                  </a:moveTo>
                  <a:cubicBezTo>
                    <a:pt x="717675" y="916678"/>
                    <a:pt x="725019" y="912120"/>
                    <a:pt x="730843" y="904523"/>
                  </a:cubicBezTo>
                  <a:cubicBezTo>
                    <a:pt x="734388" y="899711"/>
                    <a:pt x="737933" y="893128"/>
                    <a:pt x="734135" y="893128"/>
                  </a:cubicBezTo>
                  <a:cubicBezTo>
                    <a:pt x="727551" y="894394"/>
                    <a:pt x="715903" y="909081"/>
                    <a:pt x="716916" y="913386"/>
                  </a:cubicBezTo>
                  <a:close/>
                  <a:moveTo>
                    <a:pt x="694632" y="915412"/>
                  </a:moveTo>
                  <a:cubicBezTo>
                    <a:pt x="695138" y="918703"/>
                    <a:pt x="702229" y="914145"/>
                    <a:pt x="708053" y="906295"/>
                  </a:cubicBezTo>
                  <a:cubicBezTo>
                    <a:pt x="711598" y="901484"/>
                    <a:pt x="715143" y="894900"/>
                    <a:pt x="711598" y="894900"/>
                  </a:cubicBezTo>
                  <a:cubicBezTo>
                    <a:pt x="705521" y="896420"/>
                    <a:pt x="693872" y="911107"/>
                    <a:pt x="694632" y="915412"/>
                  </a:cubicBezTo>
                  <a:close/>
                  <a:moveTo>
                    <a:pt x="673614" y="917691"/>
                  </a:moveTo>
                  <a:cubicBezTo>
                    <a:pt x="673867" y="920982"/>
                    <a:pt x="680704" y="916171"/>
                    <a:pt x="686782" y="908574"/>
                  </a:cubicBezTo>
                  <a:cubicBezTo>
                    <a:pt x="690327" y="903763"/>
                    <a:pt x="694125" y="897179"/>
                    <a:pt x="690834" y="897179"/>
                  </a:cubicBezTo>
                  <a:cubicBezTo>
                    <a:pt x="684756" y="898445"/>
                    <a:pt x="673108" y="913132"/>
                    <a:pt x="673614" y="917691"/>
                  </a:cubicBezTo>
                  <a:close/>
                  <a:moveTo>
                    <a:pt x="653609" y="919716"/>
                  </a:moveTo>
                  <a:cubicBezTo>
                    <a:pt x="653609" y="923008"/>
                    <a:pt x="660446" y="918197"/>
                    <a:pt x="666271" y="910600"/>
                  </a:cubicBezTo>
                  <a:cubicBezTo>
                    <a:pt x="670069" y="905789"/>
                    <a:pt x="673867" y="899205"/>
                    <a:pt x="670829" y="899205"/>
                  </a:cubicBezTo>
                  <a:cubicBezTo>
                    <a:pt x="665258" y="900471"/>
                    <a:pt x="653609" y="915412"/>
                    <a:pt x="653609" y="919716"/>
                  </a:cubicBezTo>
                  <a:close/>
                  <a:moveTo>
                    <a:pt x="635124" y="922249"/>
                  </a:moveTo>
                  <a:cubicBezTo>
                    <a:pt x="635630" y="924781"/>
                    <a:pt x="641708" y="919970"/>
                    <a:pt x="647532" y="912879"/>
                  </a:cubicBezTo>
                  <a:cubicBezTo>
                    <a:pt x="651330" y="908068"/>
                    <a:pt x="655129" y="901484"/>
                    <a:pt x="652343" y="901484"/>
                  </a:cubicBezTo>
                  <a:cubicBezTo>
                    <a:pt x="646772" y="902750"/>
                    <a:pt x="634364" y="918957"/>
                    <a:pt x="635124" y="922249"/>
                  </a:cubicBezTo>
                  <a:close/>
                  <a:moveTo>
                    <a:pt x="629806" y="915158"/>
                  </a:moveTo>
                  <a:cubicBezTo>
                    <a:pt x="633604" y="910347"/>
                    <a:pt x="637656" y="903763"/>
                    <a:pt x="635124" y="903763"/>
                  </a:cubicBezTo>
                  <a:cubicBezTo>
                    <a:pt x="630059" y="905029"/>
                    <a:pt x="617651" y="921236"/>
                    <a:pt x="617904" y="924528"/>
                  </a:cubicBezTo>
                  <a:cubicBezTo>
                    <a:pt x="618158" y="927060"/>
                    <a:pt x="624235" y="922249"/>
                    <a:pt x="629806" y="915158"/>
                  </a:cubicBezTo>
                  <a:close/>
                  <a:moveTo>
                    <a:pt x="530288" y="945039"/>
                  </a:moveTo>
                  <a:cubicBezTo>
                    <a:pt x="531554" y="944279"/>
                    <a:pt x="536366" y="938202"/>
                    <a:pt x="539151" y="934657"/>
                  </a:cubicBezTo>
                  <a:cubicBezTo>
                    <a:pt x="541937" y="931112"/>
                    <a:pt x="546748" y="924781"/>
                    <a:pt x="547508" y="923261"/>
                  </a:cubicBezTo>
                  <a:cubicBezTo>
                    <a:pt x="547508" y="923261"/>
                    <a:pt x="547508" y="923261"/>
                    <a:pt x="547508" y="923261"/>
                  </a:cubicBezTo>
                  <a:cubicBezTo>
                    <a:pt x="545229" y="924781"/>
                    <a:pt x="531301" y="942253"/>
                    <a:pt x="530288" y="945039"/>
                  </a:cubicBezTo>
                  <a:cubicBezTo>
                    <a:pt x="530035" y="945039"/>
                    <a:pt x="530288" y="945039"/>
                    <a:pt x="530288" y="945039"/>
                  </a:cubicBezTo>
                  <a:close/>
                  <a:moveTo>
                    <a:pt x="534087" y="937442"/>
                  </a:moveTo>
                  <a:cubicBezTo>
                    <a:pt x="536619" y="934403"/>
                    <a:pt x="542190" y="927060"/>
                    <a:pt x="542696" y="926047"/>
                  </a:cubicBezTo>
                  <a:cubicBezTo>
                    <a:pt x="541937" y="926807"/>
                    <a:pt x="526237" y="946052"/>
                    <a:pt x="525477" y="947824"/>
                  </a:cubicBezTo>
                  <a:cubicBezTo>
                    <a:pt x="526490" y="946811"/>
                    <a:pt x="531554" y="940734"/>
                    <a:pt x="534087" y="937442"/>
                  </a:cubicBezTo>
                  <a:close/>
                  <a:moveTo>
                    <a:pt x="530795" y="940228"/>
                  </a:moveTo>
                  <a:cubicBezTo>
                    <a:pt x="533580" y="936683"/>
                    <a:pt x="536619" y="932884"/>
                    <a:pt x="539404" y="929339"/>
                  </a:cubicBezTo>
                  <a:lnTo>
                    <a:pt x="523198" y="949850"/>
                  </a:lnTo>
                  <a:cubicBezTo>
                    <a:pt x="525730" y="946558"/>
                    <a:pt x="528263" y="943266"/>
                    <a:pt x="530795" y="940228"/>
                  </a:cubicBezTo>
                  <a:close/>
                  <a:moveTo>
                    <a:pt x="539658" y="928832"/>
                  </a:moveTo>
                  <a:cubicBezTo>
                    <a:pt x="539658" y="929086"/>
                    <a:pt x="539404" y="929086"/>
                    <a:pt x="539404" y="929339"/>
                  </a:cubicBezTo>
                  <a:lnTo>
                    <a:pt x="539404" y="929339"/>
                  </a:lnTo>
                  <a:cubicBezTo>
                    <a:pt x="539658" y="929086"/>
                    <a:pt x="539658" y="928832"/>
                    <a:pt x="539658" y="928832"/>
                  </a:cubicBezTo>
                  <a:close/>
                  <a:moveTo>
                    <a:pt x="522945" y="950103"/>
                  </a:moveTo>
                  <a:lnTo>
                    <a:pt x="523198" y="949597"/>
                  </a:lnTo>
                  <a:cubicBezTo>
                    <a:pt x="522945" y="949850"/>
                    <a:pt x="522691" y="950103"/>
                    <a:pt x="522438" y="950357"/>
                  </a:cubicBezTo>
                  <a:cubicBezTo>
                    <a:pt x="522691" y="950357"/>
                    <a:pt x="522945" y="950103"/>
                    <a:pt x="522945" y="950103"/>
                  </a:cubicBezTo>
                  <a:close/>
                  <a:moveTo>
                    <a:pt x="4447440" y="972641"/>
                  </a:moveTo>
                  <a:cubicBezTo>
                    <a:pt x="4445667" y="970108"/>
                    <a:pt x="4443641" y="967829"/>
                    <a:pt x="4441869" y="965297"/>
                  </a:cubicBezTo>
                  <a:lnTo>
                    <a:pt x="4447693" y="973147"/>
                  </a:lnTo>
                  <a:cubicBezTo>
                    <a:pt x="4447440" y="972894"/>
                    <a:pt x="4447440" y="972894"/>
                    <a:pt x="4447440" y="972641"/>
                  </a:cubicBezTo>
                  <a:close/>
                  <a:moveTo>
                    <a:pt x="4443388" y="967829"/>
                  </a:moveTo>
                  <a:cubicBezTo>
                    <a:pt x="4439083" y="962258"/>
                    <a:pt x="4434272" y="955928"/>
                    <a:pt x="4433259" y="955168"/>
                  </a:cubicBezTo>
                  <a:cubicBezTo>
                    <a:pt x="4433259" y="955168"/>
                    <a:pt x="4433259" y="955168"/>
                    <a:pt x="4433259" y="955168"/>
                  </a:cubicBezTo>
                  <a:cubicBezTo>
                    <a:pt x="4433765" y="955928"/>
                    <a:pt x="4448959" y="976186"/>
                    <a:pt x="4450225" y="977199"/>
                  </a:cubicBezTo>
                  <a:cubicBezTo>
                    <a:pt x="4449719" y="976186"/>
                    <a:pt x="4444148" y="968842"/>
                    <a:pt x="4443388" y="967829"/>
                  </a:cubicBezTo>
                  <a:close/>
                  <a:moveTo>
                    <a:pt x="4446173" y="974160"/>
                  </a:moveTo>
                  <a:cubicBezTo>
                    <a:pt x="4445414" y="972641"/>
                    <a:pt x="4441109" y="966816"/>
                    <a:pt x="4439843" y="965044"/>
                  </a:cubicBezTo>
                  <a:cubicBezTo>
                    <a:pt x="4436298" y="960232"/>
                    <a:pt x="4430727" y="953142"/>
                    <a:pt x="4429460" y="952382"/>
                  </a:cubicBezTo>
                  <a:cubicBezTo>
                    <a:pt x="4429460" y="952382"/>
                    <a:pt x="4429460" y="952382"/>
                    <a:pt x="4429460" y="952382"/>
                  </a:cubicBezTo>
                  <a:cubicBezTo>
                    <a:pt x="4429713" y="953649"/>
                    <a:pt x="4444654" y="973907"/>
                    <a:pt x="4446173" y="974160"/>
                  </a:cubicBezTo>
                  <a:close/>
                  <a:moveTo>
                    <a:pt x="4440349" y="971374"/>
                  </a:moveTo>
                  <a:cubicBezTo>
                    <a:pt x="4440349" y="971374"/>
                    <a:pt x="4440349" y="971121"/>
                    <a:pt x="4440349" y="971374"/>
                  </a:cubicBezTo>
                  <a:cubicBezTo>
                    <a:pt x="4440096" y="969855"/>
                    <a:pt x="4435791" y="964031"/>
                    <a:pt x="4434272" y="962258"/>
                  </a:cubicBezTo>
                  <a:cubicBezTo>
                    <a:pt x="4430727" y="957447"/>
                    <a:pt x="4424902" y="950357"/>
                    <a:pt x="4423636" y="949597"/>
                  </a:cubicBezTo>
                  <a:cubicBezTo>
                    <a:pt x="4423636" y="949597"/>
                    <a:pt x="4423636" y="949597"/>
                    <a:pt x="4423383" y="949597"/>
                  </a:cubicBezTo>
                  <a:cubicBezTo>
                    <a:pt x="4424143" y="951876"/>
                    <a:pt x="4438070" y="969855"/>
                    <a:pt x="4440349" y="971374"/>
                  </a:cubicBezTo>
                  <a:close/>
                  <a:moveTo>
                    <a:pt x="4433006" y="968336"/>
                  </a:moveTo>
                  <a:cubicBezTo>
                    <a:pt x="4433512" y="967576"/>
                    <a:pt x="4428194" y="960739"/>
                    <a:pt x="4427181" y="959220"/>
                  </a:cubicBezTo>
                  <a:cubicBezTo>
                    <a:pt x="4423636" y="954408"/>
                    <a:pt x="4417812" y="947318"/>
                    <a:pt x="4416039" y="946558"/>
                  </a:cubicBezTo>
                  <a:cubicBezTo>
                    <a:pt x="4416039" y="946558"/>
                    <a:pt x="4416039" y="946558"/>
                    <a:pt x="4415786" y="946558"/>
                  </a:cubicBezTo>
                  <a:cubicBezTo>
                    <a:pt x="4415280" y="947824"/>
                    <a:pt x="4431233" y="968082"/>
                    <a:pt x="4433006" y="968336"/>
                  </a:cubicBezTo>
                  <a:close/>
                  <a:moveTo>
                    <a:pt x="4407430" y="943520"/>
                  </a:moveTo>
                  <a:cubicBezTo>
                    <a:pt x="4407176" y="943520"/>
                    <a:pt x="4407176" y="943520"/>
                    <a:pt x="4407430" y="943520"/>
                  </a:cubicBezTo>
                  <a:cubicBezTo>
                    <a:pt x="4405911" y="944786"/>
                    <a:pt x="4421864" y="965297"/>
                    <a:pt x="4424143" y="965297"/>
                  </a:cubicBezTo>
                  <a:cubicBezTo>
                    <a:pt x="4424902" y="964537"/>
                    <a:pt x="4419838" y="957700"/>
                    <a:pt x="4418825" y="956181"/>
                  </a:cubicBezTo>
                  <a:cubicBezTo>
                    <a:pt x="4415280" y="951623"/>
                    <a:pt x="4409456" y="944532"/>
                    <a:pt x="4407430" y="943520"/>
                  </a:cubicBezTo>
                  <a:close/>
                  <a:moveTo>
                    <a:pt x="4396794" y="940481"/>
                  </a:moveTo>
                  <a:cubicBezTo>
                    <a:pt x="4396794" y="940481"/>
                    <a:pt x="4396794" y="940481"/>
                    <a:pt x="4396794" y="940481"/>
                  </a:cubicBezTo>
                  <a:cubicBezTo>
                    <a:pt x="4394262" y="941240"/>
                    <a:pt x="4409962" y="961499"/>
                    <a:pt x="4413254" y="962258"/>
                  </a:cubicBezTo>
                  <a:cubicBezTo>
                    <a:pt x="4414520" y="962511"/>
                    <a:pt x="4412494" y="958713"/>
                    <a:pt x="4408443" y="953142"/>
                  </a:cubicBezTo>
                  <a:cubicBezTo>
                    <a:pt x="4405151" y="948584"/>
                    <a:pt x="4399073" y="941494"/>
                    <a:pt x="4396794" y="940481"/>
                  </a:cubicBezTo>
                  <a:close/>
                  <a:moveTo>
                    <a:pt x="4384893" y="937442"/>
                  </a:moveTo>
                  <a:cubicBezTo>
                    <a:pt x="4384639" y="937442"/>
                    <a:pt x="4384639" y="937442"/>
                    <a:pt x="4384386" y="937442"/>
                  </a:cubicBezTo>
                  <a:cubicBezTo>
                    <a:pt x="4382867" y="939215"/>
                    <a:pt x="4397807" y="958460"/>
                    <a:pt x="4401099" y="959220"/>
                  </a:cubicBezTo>
                  <a:cubicBezTo>
                    <a:pt x="4402618" y="959473"/>
                    <a:pt x="4400593" y="955674"/>
                    <a:pt x="4396794" y="950103"/>
                  </a:cubicBezTo>
                  <a:cubicBezTo>
                    <a:pt x="4393502" y="945545"/>
                    <a:pt x="4387425" y="938455"/>
                    <a:pt x="4384893" y="937442"/>
                  </a:cubicBezTo>
                  <a:close/>
                  <a:moveTo>
                    <a:pt x="4371472" y="934657"/>
                  </a:moveTo>
                  <a:cubicBezTo>
                    <a:pt x="4371218" y="934657"/>
                    <a:pt x="4371218" y="934657"/>
                    <a:pt x="4370965" y="934657"/>
                  </a:cubicBezTo>
                  <a:cubicBezTo>
                    <a:pt x="4369192" y="936429"/>
                    <a:pt x="4384133" y="955674"/>
                    <a:pt x="4387678" y="956434"/>
                  </a:cubicBezTo>
                  <a:cubicBezTo>
                    <a:pt x="4389451" y="956687"/>
                    <a:pt x="4387678" y="952889"/>
                    <a:pt x="4383627" y="947318"/>
                  </a:cubicBezTo>
                  <a:cubicBezTo>
                    <a:pt x="4380334" y="942507"/>
                    <a:pt x="4374257" y="935416"/>
                    <a:pt x="4371472" y="934657"/>
                  </a:cubicBezTo>
                  <a:close/>
                  <a:moveTo>
                    <a:pt x="4356785" y="931618"/>
                  </a:moveTo>
                  <a:cubicBezTo>
                    <a:pt x="4356531" y="931618"/>
                    <a:pt x="4356278" y="931618"/>
                    <a:pt x="4356278" y="931618"/>
                  </a:cubicBezTo>
                  <a:cubicBezTo>
                    <a:pt x="4353999" y="933391"/>
                    <a:pt x="4368433" y="952382"/>
                    <a:pt x="4372991" y="953142"/>
                  </a:cubicBezTo>
                  <a:cubicBezTo>
                    <a:pt x="4374763" y="953395"/>
                    <a:pt x="4373244" y="949597"/>
                    <a:pt x="4369446" y="944026"/>
                  </a:cubicBezTo>
                  <a:cubicBezTo>
                    <a:pt x="4365901" y="939468"/>
                    <a:pt x="4359823" y="932631"/>
                    <a:pt x="4356785" y="931618"/>
                  </a:cubicBezTo>
                  <a:close/>
                  <a:moveTo>
                    <a:pt x="4340578" y="928579"/>
                  </a:moveTo>
                  <a:cubicBezTo>
                    <a:pt x="4340325" y="928579"/>
                    <a:pt x="4340072" y="928579"/>
                    <a:pt x="4340072" y="928579"/>
                  </a:cubicBezTo>
                  <a:cubicBezTo>
                    <a:pt x="4337286" y="930352"/>
                    <a:pt x="4351973" y="949344"/>
                    <a:pt x="4356785" y="950103"/>
                  </a:cubicBezTo>
                  <a:cubicBezTo>
                    <a:pt x="4358811" y="950357"/>
                    <a:pt x="4357291" y="946558"/>
                    <a:pt x="4353493" y="940987"/>
                  </a:cubicBezTo>
                  <a:cubicBezTo>
                    <a:pt x="4349947" y="936683"/>
                    <a:pt x="4343870" y="929592"/>
                    <a:pt x="4340578" y="928579"/>
                  </a:cubicBezTo>
                  <a:close/>
                  <a:moveTo>
                    <a:pt x="4323106" y="925794"/>
                  </a:moveTo>
                  <a:cubicBezTo>
                    <a:pt x="4322852" y="925794"/>
                    <a:pt x="4322599" y="925794"/>
                    <a:pt x="4322346" y="925794"/>
                  </a:cubicBezTo>
                  <a:cubicBezTo>
                    <a:pt x="4319307" y="927566"/>
                    <a:pt x="4333741" y="946558"/>
                    <a:pt x="4338805" y="947318"/>
                  </a:cubicBezTo>
                  <a:cubicBezTo>
                    <a:pt x="4340831" y="947571"/>
                    <a:pt x="4339819" y="943773"/>
                    <a:pt x="4336020" y="938202"/>
                  </a:cubicBezTo>
                  <a:cubicBezTo>
                    <a:pt x="4332728" y="933644"/>
                    <a:pt x="4326651" y="926553"/>
                    <a:pt x="4323106" y="925794"/>
                  </a:cubicBezTo>
                  <a:close/>
                  <a:moveTo>
                    <a:pt x="4304367" y="922755"/>
                  </a:moveTo>
                  <a:cubicBezTo>
                    <a:pt x="4304114" y="922755"/>
                    <a:pt x="4303861" y="922755"/>
                    <a:pt x="4303607" y="922755"/>
                  </a:cubicBezTo>
                  <a:cubicBezTo>
                    <a:pt x="4300062" y="924528"/>
                    <a:pt x="4314496" y="943520"/>
                    <a:pt x="4320067" y="944279"/>
                  </a:cubicBezTo>
                  <a:cubicBezTo>
                    <a:pt x="4322346" y="944532"/>
                    <a:pt x="4321333" y="940734"/>
                    <a:pt x="4317535" y="935163"/>
                  </a:cubicBezTo>
                  <a:cubicBezTo>
                    <a:pt x="4314243" y="930605"/>
                    <a:pt x="4307912" y="923768"/>
                    <a:pt x="4304367" y="922755"/>
                  </a:cubicBezTo>
                  <a:close/>
                  <a:moveTo>
                    <a:pt x="4284109" y="919716"/>
                  </a:moveTo>
                  <a:cubicBezTo>
                    <a:pt x="4283855" y="919716"/>
                    <a:pt x="4283349" y="919716"/>
                    <a:pt x="4283096" y="919970"/>
                  </a:cubicBezTo>
                  <a:cubicBezTo>
                    <a:pt x="4280563" y="922755"/>
                    <a:pt x="4294238" y="940481"/>
                    <a:pt x="4299555" y="941240"/>
                  </a:cubicBezTo>
                  <a:cubicBezTo>
                    <a:pt x="4302088" y="941494"/>
                    <a:pt x="4301075" y="937695"/>
                    <a:pt x="4297530" y="932124"/>
                  </a:cubicBezTo>
                  <a:cubicBezTo>
                    <a:pt x="4294491" y="928073"/>
                    <a:pt x="4288160" y="920729"/>
                    <a:pt x="4284109" y="919716"/>
                  </a:cubicBezTo>
                  <a:close/>
                  <a:moveTo>
                    <a:pt x="4261318" y="917184"/>
                  </a:moveTo>
                  <a:cubicBezTo>
                    <a:pt x="4258280" y="919970"/>
                    <a:pt x="4271954" y="937695"/>
                    <a:pt x="4277778" y="938455"/>
                  </a:cubicBezTo>
                  <a:cubicBezTo>
                    <a:pt x="4280310" y="938708"/>
                    <a:pt x="4279551" y="934910"/>
                    <a:pt x="4276006" y="929592"/>
                  </a:cubicBezTo>
                  <a:cubicBezTo>
                    <a:pt x="4272967" y="925034"/>
                    <a:pt x="4266636" y="917944"/>
                    <a:pt x="4262585" y="916931"/>
                  </a:cubicBezTo>
                  <a:cubicBezTo>
                    <a:pt x="4262078" y="916931"/>
                    <a:pt x="4261571" y="916931"/>
                    <a:pt x="4261318" y="917184"/>
                  </a:cubicBezTo>
                  <a:close/>
                  <a:moveTo>
                    <a:pt x="4239794" y="913892"/>
                  </a:moveTo>
                  <a:cubicBezTo>
                    <a:pt x="4239288" y="913892"/>
                    <a:pt x="4238781" y="913892"/>
                    <a:pt x="4238528" y="914145"/>
                  </a:cubicBezTo>
                  <a:cubicBezTo>
                    <a:pt x="4235236" y="916931"/>
                    <a:pt x="4248910" y="934657"/>
                    <a:pt x="4254988" y="935416"/>
                  </a:cubicBezTo>
                  <a:cubicBezTo>
                    <a:pt x="4257773" y="935670"/>
                    <a:pt x="4257267" y="931871"/>
                    <a:pt x="4253722" y="926553"/>
                  </a:cubicBezTo>
                  <a:cubicBezTo>
                    <a:pt x="4250430" y="921995"/>
                    <a:pt x="4244099" y="914905"/>
                    <a:pt x="4239794" y="913892"/>
                  </a:cubicBezTo>
                  <a:close/>
                  <a:moveTo>
                    <a:pt x="4215738" y="911107"/>
                  </a:moveTo>
                  <a:cubicBezTo>
                    <a:pt x="4215232" y="911107"/>
                    <a:pt x="4214725" y="911107"/>
                    <a:pt x="4214471" y="911360"/>
                  </a:cubicBezTo>
                  <a:cubicBezTo>
                    <a:pt x="4210926" y="914145"/>
                    <a:pt x="4223335" y="930605"/>
                    <a:pt x="4230172" y="932378"/>
                  </a:cubicBezTo>
                  <a:cubicBezTo>
                    <a:pt x="4233717" y="933391"/>
                    <a:pt x="4233463" y="929339"/>
                    <a:pt x="4229665" y="923515"/>
                  </a:cubicBezTo>
                  <a:cubicBezTo>
                    <a:pt x="4226627" y="918957"/>
                    <a:pt x="4220296" y="912120"/>
                    <a:pt x="4215738" y="911107"/>
                  </a:cubicBezTo>
                  <a:close/>
                  <a:moveTo>
                    <a:pt x="4190415" y="908321"/>
                  </a:moveTo>
                  <a:cubicBezTo>
                    <a:pt x="4189909" y="908321"/>
                    <a:pt x="4189402" y="908321"/>
                    <a:pt x="4188896" y="908574"/>
                  </a:cubicBezTo>
                  <a:cubicBezTo>
                    <a:pt x="4185097" y="911360"/>
                    <a:pt x="4197252" y="927820"/>
                    <a:pt x="4204343" y="929592"/>
                  </a:cubicBezTo>
                  <a:cubicBezTo>
                    <a:pt x="4208141" y="930605"/>
                    <a:pt x="4208141" y="926553"/>
                    <a:pt x="4204343" y="920729"/>
                  </a:cubicBezTo>
                  <a:cubicBezTo>
                    <a:pt x="4201557" y="916171"/>
                    <a:pt x="4195480" y="909081"/>
                    <a:pt x="4190415" y="908321"/>
                  </a:cubicBezTo>
                  <a:close/>
                  <a:moveTo>
                    <a:pt x="4164080" y="905536"/>
                  </a:moveTo>
                  <a:cubicBezTo>
                    <a:pt x="4163573" y="905536"/>
                    <a:pt x="4163067" y="905536"/>
                    <a:pt x="4162560" y="905789"/>
                  </a:cubicBezTo>
                  <a:cubicBezTo>
                    <a:pt x="4158509" y="908574"/>
                    <a:pt x="4170410" y="925034"/>
                    <a:pt x="4177754" y="926807"/>
                  </a:cubicBezTo>
                  <a:cubicBezTo>
                    <a:pt x="4181552" y="927820"/>
                    <a:pt x="4181805" y="923768"/>
                    <a:pt x="4178260" y="917944"/>
                  </a:cubicBezTo>
                  <a:cubicBezTo>
                    <a:pt x="4175475" y="913386"/>
                    <a:pt x="4169144" y="906295"/>
                    <a:pt x="4164080" y="905536"/>
                  </a:cubicBezTo>
                  <a:close/>
                  <a:moveTo>
                    <a:pt x="4107863" y="899711"/>
                  </a:moveTo>
                  <a:cubicBezTo>
                    <a:pt x="4107357" y="899711"/>
                    <a:pt x="4106597" y="899711"/>
                    <a:pt x="4106091" y="899965"/>
                  </a:cubicBezTo>
                  <a:cubicBezTo>
                    <a:pt x="4101533" y="902750"/>
                    <a:pt x="4113181" y="919210"/>
                    <a:pt x="4121031" y="920982"/>
                  </a:cubicBezTo>
                  <a:cubicBezTo>
                    <a:pt x="4125083" y="921995"/>
                    <a:pt x="4125842" y="917944"/>
                    <a:pt x="4122297" y="912120"/>
                  </a:cubicBezTo>
                  <a:cubicBezTo>
                    <a:pt x="4119512" y="907561"/>
                    <a:pt x="4113181" y="900724"/>
                    <a:pt x="4107863" y="899711"/>
                  </a:cubicBezTo>
                  <a:close/>
                  <a:moveTo>
                    <a:pt x="4029617" y="904016"/>
                  </a:moveTo>
                  <a:cubicBezTo>
                    <a:pt x="4027084" y="899458"/>
                    <a:pt x="4020754" y="892368"/>
                    <a:pt x="4014930" y="891608"/>
                  </a:cubicBezTo>
                  <a:cubicBezTo>
                    <a:pt x="4014423" y="891608"/>
                    <a:pt x="4013663" y="891608"/>
                    <a:pt x="4012904" y="891862"/>
                  </a:cubicBezTo>
                  <a:cubicBezTo>
                    <a:pt x="4007586" y="894394"/>
                    <a:pt x="4017462" y="909841"/>
                    <a:pt x="4026325" y="912626"/>
                  </a:cubicBezTo>
                  <a:cubicBezTo>
                    <a:pt x="4031643" y="914145"/>
                    <a:pt x="4033162" y="910094"/>
                    <a:pt x="4029617" y="904016"/>
                  </a:cubicBezTo>
                  <a:close/>
                  <a:moveTo>
                    <a:pt x="3992899" y="909841"/>
                  </a:moveTo>
                  <a:cubicBezTo>
                    <a:pt x="3998217" y="911360"/>
                    <a:pt x="3999989" y="907561"/>
                    <a:pt x="3996697" y="901231"/>
                  </a:cubicBezTo>
                  <a:cubicBezTo>
                    <a:pt x="3994165" y="896673"/>
                    <a:pt x="3988088" y="889582"/>
                    <a:pt x="3981757" y="888823"/>
                  </a:cubicBezTo>
                  <a:cubicBezTo>
                    <a:pt x="3981251" y="888823"/>
                    <a:pt x="3980491" y="888823"/>
                    <a:pt x="3979731" y="889076"/>
                  </a:cubicBezTo>
                  <a:cubicBezTo>
                    <a:pt x="3974160" y="891862"/>
                    <a:pt x="3983783" y="907055"/>
                    <a:pt x="3992899" y="909841"/>
                  </a:cubicBezTo>
                  <a:close/>
                  <a:moveTo>
                    <a:pt x="3945799" y="886544"/>
                  </a:moveTo>
                  <a:cubicBezTo>
                    <a:pt x="3939975" y="889076"/>
                    <a:pt x="3949344" y="904523"/>
                    <a:pt x="3958713" y="907308"/>
                  </a:cubicBezTo>
                  <a:cubicBezTo>
                    <a:pt x="3964031" y="908828"/>
                    <a:pt x="3966057" y="904776"/>
                    <a:pt x="3962765" y="898699"/>
                  </a:cubicBezTo>
                  <a:cubicBezTo>
                    <a:pt x="3960486" y="894141"/>
                    <a:pt x="3954155" y="887050"/>
                    <a:pt x="3948078" y="886291"/>
                  </a:cubicBezTo>
                  <a:cubicBezTo>
                    <a:pt x="3947065" y="886291"/>
                    <a:pt x="3946305" y="886291"/>
                    <a:pt x="3945799" y="886544"/>
                  </a:cubicBezTo>
                  <a:close/>
                  <a:moveTo>
                    <a:pt x="3910094" y="884265"/>
                  </a:moveTo>
                  <a:cubicBezTo>
                    <a:pt x="3905030" y="887810"/>
                    <a:pt x="3914146" y="901990"/>
                    <a:pt x="3923262" y="904523"/>
                  </a:cubicBezTo>
                  <a:cubicBezTo>
                    <a:pt x="3928833" y="906042"/>
                    <a:pt x="3930858" y="901990"/>
                    <a:pt x="3927820" y="895913"/>
                  </a:cubicBezTo>
                  <a:cubicBezTo>
                    <a:pt x="3925541" y="891355"/>
                    <a:pt x="3919463" y="884518"/>
                    <a:pt x="3912880" y="883505"/>
                  </a:cubicBezTo>
                  <a:cubicBezTo>
                    <a:pt x="3911867" y="883505"/>
                    <a:pt x="3910854" y="883505"/>
                    <a:pt x="3910094" y="884265"/>
                  </a:cubicBezTo>
                  <a:close/>
                  <a:moveTo>
                    <a:pt x="3885531" y="901484"/>
                  </a:moveTo>
                  <a:cubicBezTo>
                    <a:pt x="3891862" y="903763"/>
                    <a:pt x="3894647" y="899711"/>
                    <a:pt x="3891355" y="893128"/>
                  </a:cubicBezTo>
                  <a:cubicBezTo>
                    <a:pt x="3889329" y="888823"/>
                    <a:pt x="3883505" y="881732"/>
                    <a:pt x="3876415" y="880720"/>
                  </a:cubicBezTo>
                  <a:cubicBezTo>
                    <a:pt x="3875655" y="880720"/>
                    <a:pt x="3874896" y="880720"/>
                    <a:pt x="3874136" y="880973"/>
                  </a:cubicBezTo>
                  <a:cubicBezTo>
                    <a:pt x="3868312" y="883758"/>
                    <a:pt x="3876162" y="897939"/>
                    <a:pt x="3885531" y="901484"/>
                  </a:cubicBezTo>
                  <a:close/>
                  <a:moveTo>
                    <a:pt x="3854638" y="890849"/>
                  </a:moveTo>
                  <a:cubicBezTo>
                    <a:pt x="3852612" y="886291"/>
                    <a:pt x="3846534" y="879453"/>
                    <a:pt x="3839697" y="878440"/>
                  </a:cubicBezTo>
                  <a:cubicBezTo>
                    <a:pt x="3838938" y="878440"/>
                    <a:pt x="3838178" y="878440"/>
                    <a:pt x="3837418" y="878694"/>
                  </a:cubicBezTo>
                  <a:cubicBezTo>
                    <a:pt x="3831087" y="881226"/>
                    <a:pt x="3838684" y="895407"/>
                    <a:pt x="3848307" y="898952"/>
                  </a:cubicBezTo>
                  <a:cubicBezTo>
                    <a:pt x="3854638" y="901484"/>
                    <a:pt x="3857676" y="897432"/>
                    <a:pt x="3854638" y="890849"/>
                  </a:cubicBezTo>
                  <a:close/>
                  <a:moveTo>
                    <a:pt x="3799181" y="876161"/>
                  </a:moveTo>
                  <a:cubicBezTo>
                    <a:pt x="3792597" y="878694"/>
                    <a:pt x="3799941" y="892874"/>
                    <a:pt x="3809817" y="896420"/>
                  </a:cubicBezTo>
                  <a:cubicBezTo>
                    <a:pt x="3816147" y="898699"/>
                    <a:pt x="3819439" y="894647"/>
                    <a:pt x="3816401" y="888063"/>
                  </a:cubicBezTo>
                  <a:cubicBezTo>
                    <a:pt x="3814375" y="883505"/>
                    <a:pt x="3808297" y="876668"/>
                    <a:pt x="3801460" y="875655"/>
                  </a:cubicBezTo>
                  <a:cubicBezTo>
                    <a:pt x="3800954" y="875908"/>
                    <a:pt x="3800194" y="875908"/>
                    <a:pt x="3799181" y="876161"/>
                  </a:cubicBezTo>
                  <a:close/>
                  <a:moveTo>
                    <a:pt x="3760438" y="873629"/>
                  </a:moveTo>
                  <a:cubicBezTo>
                    <a:pt x="3753854" y="875908"/>
                    <a:pt x="3759931" y="889329"/>
                    <a:pt x="3769807" y="893381"/>
                  </a:cubicBezTo>
                  <a:cubicBezTo>
                    <a:pt x="3776897" y="896420"/>
                    <a:pt x="3780949" y="892621"/>
                    <a:pt x="3777910" y="885531"/>
                  </a:cubicBezTo>
                  <a:cubicBezTo>
                    <a:pt x="3775884" y="880973"/>
                    <a:pt x="3770060" y="874136"/>
                    <a:pt x="3762970" y="873123"/>
                  </a:cubicBezTo>
                  <a:cubicBezTo>
                    <a:pt x="3762210" y="873376"/>
                    <a:pt x="3761197" y="873376"/>
                    <a:pt x="3760438" y="873629"/>
                  </a:cubicBezTo>
                  <a:close/>
                  <a:moveTo>
                    <a:pt x="3722960" y="870844"/>
                  </a:moveTo>
                  <a:cubicBezTo>
                    <a:pt x="3722201" y="870844"/>
                    <a:pt x="3721441" y="870844"/>
                    <a:pt x="3720428" y="871097"/>
                  </a:cubicBezTo>
                  <a:cubicBezTo>
                    <a:pt x="3713591" y="873629"/>
                    <a:pt x="3719668" y="886544"/>
                    <a:pt x="3729291" y="890849"/>
                  </a:cubicBezTo>
                  <a:cubicBezTo>
                    <a:pt x="3736381" y="893887"/>
                    <a:pt x="3740686" y="890089"/>
                    <a:pt x="3737900" y="882999"/>
                  </a:cubicBezTo>
                  <a:cubicBezTo>
                    <a:pt x="3736128" y="878694"/>
                    <a:pt x="3730304" y="871857"/>
                    <a:pt x="3722960" y="870844"/>
                  </a:cubicBezTo>
                  <a:close/>
                  <a:moveTo>
                    <a:pt x="3688521" y="888570"/>
                  </a:moveTo>
                  <a:cubicBezTo>
                    <a:pt x="3695612" y="891608"/>
                    <a:pt x="3700170" y="887810"/>
                    <a:pt x="3697384" y="880720"/>
                  </a:cubicBezTo>
                  <a:cubicBezTo>
                    <a:pt x="3695612" y="876161"/>
                    <a:pt x="3689788" y="869324"/>
                    <a:pt x="3682444" y="868565"/>
                  </a:cubicBezTo>
                  <a:cubicBezTo>
                    <a:pt x="3681684" y="868565"/>
                    <a:pt x="3680672" y="868565"/>
                    <a:pt x="3679912" y="868818"/>
                  </a:cubicBezTo>
                  <a:cubicBezTo>
                    <a:pt x="3672821" y="871350"/>
                    <a:pt x="3678646" y="884265"/>
                    <a:pt x="3688521" y="888570"/>
                  </a:cubicBezTo>
                  <a:close/>
                  <a:moveTo>
                    <a:pt x="3638382" y="866539"/>
                  </a:moveTo>
                  <a:cubicBezTo>
                    <a:pt x="3631039" y="869071"/>
                    <a:pt x="3636610" y="881986"/>
                    <a:pt x="3646486" y="886291"/>
                  </a:cubicBezTo>
                  <a:cubicBezTo>
                    <a:pt x="3653829" y="889329"/>
                    <a:pt x="3658388" y="885278"/>
                    <a:pt x="3655855" y="878440"/>
                  </a:cubicBezTo>
                  <a:cubicBezTo>
                    <a:pt x="3654083" y="873882"/>
                    <a:pt x="3648259" y="867045"/>
                    <a:pt x="3640915" y="866286"/>
                  </a:cubicBezTo>
                  <a:cubicBezTo>
                    <a:pt x="3640408" y="866032"/>
                    <a:pt x="3639396" y="866032"/>
                    <a:pt x="3638382" y="866539"/>
                  </a:cubicBezTo>
                  <a:close/>
                  <a:moveTo>
                    <a:pt x="3598879" y="863753"/>
                  </a:moveTo>
                  <a:cubicBezTo>
                    <a:pt x="3598120" y="863753"/>
                    <a:pt x="3597107" y="863753"/>
                    <a:pt x="3596094" y="864007"/>
                  </a:cubicBezTo>
                  <a:cubicBezTo>
                    <a:pt x="3589257" y="866286"/>
                    <a:pt x="3593562" y="878440"/>
                    <a:pt x="3602931" y="883252"/>
                  </a:cubicBezTo>
                  <a:cubicBezTo>
                    <a:pt x="3610528" y="887050"/>
                    <a:pt x="3616352" y="883252"/>
                    <a:pt x="3613820" y="875908"/>
                  </a:cubicBezTo>
                  <a:cubicBezTo>
                    <a:pt x="3612300" y="871350"/>
                    <a:pt x="3606476" y="864513"/>
                    <a:pt x="3598879" y="863753"/>
                  </a:cubicBezTo>
                  <a:close/>
                  <a:moveTo>
                    <a:pt x="3555831" y="861474"/>
                  </a:moveTo>
                  <a:cubicBezTo>
                    <a:pt x="3555071" y="861474"/>
                    <a:pt x="3554059" y="861474"/>
                    <a:pt x="3553046" y="861728"/>
                  </a:cubicBezTo>
                  <a:cubicBezTo>
                    <a:pt x="3545955" y="864007"/>
                    <a:pt x="3550007" y="876161"/>
                    <a:pt x="3559376" y="880973"/>
                  </a:cubicBezTo>
                  <a:cubicBezTo>
                    <a:pt x="3567226" y="884771"/>
                    <a:pt x="3573051" y="880973"/>
                    <a:pt x="3570771" y="873629"/>
                  </a:cubicBezTo>
                  <a:cubicBezTo>
                    <a:pt x="3569252" y="869071"/>
                    <a:pt x="3563681" y="862234"/>
                    <a:pt x="3555831" y="861474"/>
                  </a:cubicBezTo>
                  <a:close/>
                  <a:moveTo>
                    <a:pt x="3512023" y="859195"/>
                  </a:moveTo>
                  <a:cubicBezTo>
                    <a:pt x="3511263" y="859195"/>
                    <a:pt x="3510250" y="859195"/>
                    <a:pt x="3509238" y="859449"/>
                  </a:cubicBezTo>
                  <a:cubicBezTo>
                    <a:pt x="3501641" y="861728"/>
                    <a:pt x="3505439" y="873882"/>
                    <a:pt x="3515315" y="878694"/>
                  </a:cubicBezTo>
                  <a:cubicBezTo>
                    <a:pt x="3523165" y="882492"/>
                    <a:pt x="3529242" y="878694"/>
                    <a:pt x="3526963" y="871350"/>
                  </a:cubicBezTo>
                  <a:cubicBezTo>
                    <a:pt x="3525444" y="866792"/>
                    <a:pt x="3519873" y="859955"/>
                    <a:pt x="3512023" y="859195"/>
                  </a:cubicBezTo>
                  <a:close/>
                  <a:moveTo>
                    <a:pt x="3201062" y="856916"/>
                  </a:moveTo>
                  <a:cubicBezTo>
                    <a:pt x="3200302" y="852358"/>
                    <a:pt x="3195491" y="845521"/>
                    <a:pt x="3186881" y="845015"/>
                  </a:cubicBezTo>
                  <a:cubicBezTo>
                    <a:pt x="3186121" y="845015"/>
                    <a:pt x="3185362" y="845015"/>
                    <a:pt x="3184602" y="845015"/>
                  </a:cubicBezTo>
                  <a:cubicBezTo>
                    <a:pt x="3175992" y="846281"/>
                    <a:pt x="3175992" y="857423"/>
                    <a:pt x="3184602" y="863247"/>
                  </a:cubicBezTo>
                  <a:cubicBezTo>
                    <a:pt x="3192958" y="868565"/>
                    <a:pt x="3202328" y="865020"/>
                    <a:pt x="3201062" y="856916"/>
                  </a:cubicBezTo>
                  <a:close/>
                  <a:moveTo>
                    <a:pt x="3151936" y="854890"/>
                  </a:moveTo>
                  <a:cubicBezTo>
                    <a:pt x="3151176" y="850332"/>
                    <a:pt x="3146365" y="843495"/>
                    <a:pt x="3137755" y="842989"/>
                  </a:cubicBezTo>
                  <a:cubicBezTo>
                    <a:pt x="3136995" y="842989"/>
                    <a:pt x="3136236" y="842989"/>
                    <a:pt x="3135476" y="842989"/>
                  </a:cubicBezTo>
                  <a:cubicBezTo>
                    <a:pt x="3126867" y="844255"/>
                    <a:pt x="3126107" y="854384"/>
                    <a:pt x="3133957" y="860461"/>
                  </a:cubicBezTo>
                  <a:cubicBezTo>
                    <a:pt x="3142820" y="867045"/>
                    <a:pt x="3153202" y="863753"/>
                    <a:pt x="3151936" y="854890"/>
                  </a:cubicBezTo>
                  <a:close/>
                  <a:moveTo>
                    <a:pt x="3088376" y="841216"/>
                  </a:moveTo>
                  <a:cubicBezTo>
                    <a:pt x="3087616" y="841216"/>
                    <a:pt x="3086857" y="841216"/>
                    <a:pt x="3086097" y="841470"/>
                  </a:cubicBezTo>
                  <a:cubicBezTo>
                    <a:pt x="3077741" y="842736"/>
                    <a:pt x="3076728" y="852865"/>
                    <a:pt x="3084325" y="858942"/>
                  </a:cubicBezTo>
                  <a:cubicBezTo>
                    <a:pt x="3092428" y="865273"/>
                    <a:pt x="3103570" y="861981"/>
                    <a:pt x="3102557" y="853371"/>
                  </a:cubicBezTo>
                  <a:cubicBezTo>
                    <a:pt x="3102050" y="848560"/>
                    <a:pt x="3097239" y="841976"/>
                    <a:pt x="3088376" y="841216"/>
                  </a:cubicBezTo>
                  <a:close/>
                  <a:moveTo>
                    <a:pt x="3038491" y="839444"/>
                  </a:moveTo>
                  <a:cubicBezTo>
                    <a:pt x="3037731" y="839444"/>
                    <a:pt x="3036971" y="839444"/>
                    <a:pt x="3036212" y="839697"/>
                  </a:cubicBezTo>
                  <a:cubicBezTo>
                    <a:pt x="3027602" y="840963"/>
                    <a:pt x="3026336" y="851092"/>
                    <a:pt x="3033932" y="857170"/>
                  </a:cubicBezTo>
                  <a:cubicBezTo>
                    <a:pt x="3042036" y="863500"/>
                    <a:pt x="3053178" y="860208"/>
                    <a:pt x="3052165" y="851599"/>
                  </a:cubicBezTo>
                  <a:cubicBezTo>
                    <a:pt x="3051911" y="846787"/>
                    <a:pt x="3047353" y="840203"/>
                    <a:pt x="3038491" y="839444"/>
                  </a:cubicBezTo>
                  <a:close/>
                  <a:moveTo>
                    <a:pt x="2988099" y="837671"/>
                  </a:moveTo>
                  <a:cubicBezTo>
                    <a:pt x="2987845" y="837671"/>
                    <a:pt x="2987339" y="837671"/>
                    <a:pt x="2986832" y="837671"/>
                  </a:cubicBezTo>
                  <a:cubicBezTo>
                    <a:pt x="2977716" y="838178"/>
                    <a:pt x="2974931" y="848053"/>
                    <a:pt x="2982021" y="854384"/>
                  </a:cubicBezTo>
                  <a:cubicBezTo>
                    <a:pt x="2990125" y="861728"/>
                    <a:pt x="3002279" y="858689"/>
                    <a:pt x="3001773" y="849573"/>
                  </a:cubicBezTo>
                  <a:cubicBezTo>
                    <a:pt x="3001520" y="845015"/>
                    <a:pt x="2996962" y="838431"/>
                    <a:pt x="2988099" y="837671"/>
                  </a:cubicBezTo>
                  <a:close/>
                  <a:moveTo>
                    <a:pt x="2950874" y="848053"/>
                  </a:moveTo>
                  <a:cubicBezTo>
                    <a:pt x="2950621" y="843749"/>
                    <a:pt x="2946823" y="836911"/>
                    <a:pt x="2937200" y="836152"/>
                  </a:cubicBezTo>
                  <a:cubicBezTo>
                    <a:pt x="2936947" y="836152"/>
                    <a:pt x="2936441" y="836152"/>
                    <a:pt x="2935934" y="836152"/>
                  </a:cubicBezTo>
                  <a:cubicBezTo>
                    <a:pt x="2926818" y="836658"/>
                    <a:pt x="2924033" y="846534"/>
                    <a:pt x="2930870" y="852865"/>
                  </a:cubicBezTo>
                  <a:cubicBezTo>
                    <a:pt x="2938466" y="860208"/>
                    <a:pt x="2951381" y="857170"/>
                    <a:pt x="2950874" y="848053"/>
                  </a:cubicBezTo>
                  <a:close/>
                  <a:moveTo>
                    <a:pt x="2885795" y="834632"/>
                  </a:moveTo>
                  <a:cubicBezTo>
                    <a:pt x="2885542" y="834632"/>
                    <a:pt x="2885036" y="834632"/>
                    <a:pt x="2884529" y="834632"/>
                  </a:cubicBezTo>
                  <a:cubicBezTo>
                    <a:pt x="2875413" y="835139"/>
                    <a:pt x="2872121" y="845015"/>
                    <a:pt x="2878958" y="851345"/>
                  </a:cubicBezTo>
                  <a:cubicBezTo>
                    <a:pt x="2886555" y="858689"/>
                    <a:pt x="2899470" y="855397"/>
                    <a:pt x="2899216" y="846534"/>
                  </a:cubicBezTo>
                  <a:cubicBezTo>
                    <a:pt x="2899216" y="841976"/>
                    <a:pt x="2894912" y="835139"/>
                    <a:pt x="2885795" y="834632"/>
                  </a:cubicBezTo>
                  <a:close/>
                  <a:moveTo>
                    <a:pt x="2834137" y="833113"/>
                  </a:moveTo>
                  <a:cubicBezTo>
                    <a:pt x="2833884" y="833113"/>
                    <a:pt x="2833378" y="833113"/>
                    <a:pt x="2832871" y="833113"/>
                  </a:cubicBezTo>
                  <a:cubicBezTo>
                    <a:pt x="2823502" y="833619"/>
                    <a:pt x="2820210" y="843495"/>
                    <a:pt x="2826794" y="849826"/>
                  </a:cubicBezTo>
                  <a:cubicBezTo>
                    <a:pt x="2834391" y="857170"/>
                    <a:pt x="2847305" y="853878"/>
                    <a:pt x="2847305" y="844761"/>
                  </a:cubicBezTo>
                  <a:cubicBezTo>
                    <a:pt x="2847305" y="840457"/>
                    <a:pt x="2843253" y="833619"/>
                    <a:pt x="2834137" y="833113"/>
                  </a:cubicBezTo>
                  <a:close/>
                  <a:moveTo>
                    <a:pt x="2780707" y="831594"/>
                  </a:moveTo>
                  <a:cubicBezTo>
                    <a:pt x="2771337" y="832100"/>
                    <a:pt x="2767539" y="841976"/>
                    <a:pt x="2774123" y="848307"/>
                  </a:cubicBezTo>
                  <a:cubicBezTo>
                    <a:pt x="2781720" y="855650"/>
                    <a:pt x="2794887" y="852611"/>
                    <a:pt x="2794887" y="843242"/>
                  </a:cubicBezTo>
                  <a:cubicBezTo>
                    <a:pt x="2794887" y="838684"/>
                    <a:pt x="2790836" y="832100"/>
                    <a:pt x="2781720" y="831341"/>
                  </a:cubicBezTo>
                  <a:cubicBezTo>
                    <a:pt x="2781720" y="831594"/>
                    <a:pt x="2781213" y="831594"/>
                    <a:pt x="2780707" y="831594"/>
                  </a:cubicBezTo>
                  <a:close/>
                  <a:moveTo>
                    <a:pt x="2720439" y="846281"/>
                  </a:moveTo>
                  <a:cubicBezTo>
                    <a:pt x="2727529" y="854637"/>
                    <a:pt x="2741963" y="851852"/>
                    <a:pt x="2742216" y="842229"/>
                  </a:cubicBezTo>
                  <a:cubicBezTo>
                    <a:pt x="2742470" y="837671"/>
                    <a:pt x="2738418" y="831087"/>
                    <a:pt x="2729302" y="830328"/>
                  </a:cubicBezTo>
                  <a:cubicBezTo>
                    <a:pt x="2718160" y="830581"/>
                    <a:pt x="2715628" y="840457"/>
                    <a:pt x="2720439" y="846281"/>
                  </a:cubicBezTo>
                  <a:close/>
                  <a:moveTo>
                    <a:pt x="2676631" y="829062"/>
                  </a:moveTo>
                  <a:cubicBezTo>
                    <a:pt x="2665236" y="829315"/>
                    <a:pt x="2662450" y="839190"/>
                    <a:pt x="2667262" y="845015"/>
                  </a:cubicBezTo>
                  <a:cubicBezTo>
                    <a:pt x="2674099" y="853371"/>
                    <a:pt x="2688532" y="850586"/>
                    <a:pt x="2689292" y="840710"/>
                  </a:cubicBezTo>
                  <a:cubicBezTo>
                    <a:pt x="2689545" y="836658"/>
                    <a:pt x="2686253" y="829568"/>
                    <a:pt x="2676631" y="829062"/>
                  </a:cubicBezTo>
                  <a:close/>
                  <a:moveTo>
                    <a:pt x="2623453" y="827795"/>
                  </a:moveTo>
                  <a:cubicBezTo>
                    <a:pt x="2611805" y="828049"/>
                    <a:pt x="2608766" y="837924"/>
                    <a:pt x="2613578" y="843749"/>
                  </a:cubicBezTo>
                  <a:cubicBezTo>
                    <a:pt x="2620162" y="851852"/>
                    <a:pt x="2635102" y="849066"/>
                    <a:pt x="2635861" y="839444"/>
                  </a:cubicBezTo>
                  <a:cubicBezTo>
                    <a:pt x="2636368" y="835392"/>
                    <a:pt x="2633329" y="828302"/>
                    <a:pt x="2623453" y="827795"/>
                  </a:cubicBezTo>
                  <a:close/>
                  <a:moveTo>
                    <a:pt x="2570023" y="826529"/>
                  </a:moveTo>
                  <a:cubicBezTo>
                    <a:pt x="2558374" y="826782"/>
                    <a:pt x="2555082" y="836658"/>
                    <a:pt x="2559641" y="842482"/>
                  </a:cubicBezTo>
                  <a:cubicBezTo>
                    <a:pt x="2566224" y="850586"/>
                    <a:pt x="2581165" y="847800"/>
                    <a:pt x="2582178" y="838178"/>
                  </a:cubicBezTo>
                  <a:cubicBezTo>
                    <a:pt x="2582937" y="834126"/>
                    <a:pt x="2579898" y="827289"/>
                    <a:pt x="2570023" y="826529"/>
                  </a:cubicBezTo>
                  <a:close/>
                  <a:moveTo>
                    <a:pt x="2505703" y="841470"/>
                  </a:moveTo>
                  <a:cubicBezTo>
                    <a:pt x="2512034" y="849573"/>
                    <a:pt x="2527228" y="846787"/>
                    <a:pt x="2528494" y="837165"/>
                  </a:cubicBezTo>
                  <a:cubicBezTo>
                    <a:pt x="2529000" y="832607"/>
                    <a:pt x="2525708" y="826023"/>
                    <a:pt x="2516339" y="825516"/>
                  </a:cubicBezTo>
                  <a:cubicBezTo>
                    <a:pt x="2504691" y="825770"/>
                    <a:pt x="2501145" y="835645"/>
                    <a:pt x="2505703" y="841470"/>
                  </a:cubicBezTo>
                  <a:close/>
                  <a:moveTo>
                    <a:pt x="2451513" y="840457"/>
                  </a:moveTo>
                  <a:cubicBezTo>
                    <a:pt x="2457591" y="848560"/>
                    <a:pt x="2472784" y="845774"/>
                    <a:pt x="2474303" y="836152"/>
                  </a:cubicBezTo>
                  <a:cubicBezTo>
                    <a:pt x="2475063" y="831847"/>
                    <a:pt x="2472277" y="825010"/>
                    <a:pt x="2462402" y="824503"/>
                  </a:cubicBezTo>
                  <a:cubicBezTo>
                    <a:pt x="2450753" y="824757"/>
                    <a:pt x="2446955" y="834632"/>
                    <a:pt x="2451513" y="840457"/>
                  </a:cubicBezTo>
                  <a:close/>
                  <a:moveTo>
                    <a:pt x="2396816" y="839444"/>
                  </a:moveTo>
                  <a:cubicBezTo>
                    <a:pt x="2402894" y="847547"/>
                    <a:pt x="2418340" y="844761"/>
                    <a:pt x="2419860" y="835139"/>
                  </a:cubicBezTo>
                  <a:cubicBezTo>
                    <a:pt x="2420619" y="830834"/>
                    <a:pt x="2418087" y="823997"/>
                    <a:pt x="2408211" y="823491"/>
                  </a:cubicBezTo>
                  <a:cubicBezTo>
                    <a:pt x="2396310" y="823744"/>
                    <a:pt x="2392512" y="833619"/>
                    <a:pt x="2396816" y="839444"/>
                  </a:cubicBezTo>
                  <a:close/>
                  <a:moveTo>
                    <a:pt x="954948" y="846281"/>
                  </a:moveTo>
                  <a:cubicBezTo>
                    <a:pt x="958240" y="841976"/>
                    <a:pt x="961279" y="835139"/>
                    <a:pt x="955961" y="835139"/>
                  </a:cubicBezTo>
                  <a:cubicBezTo>
                    <a:pt x="948364" y="836152"/>
                    <a:pt x="937982" y="848560"/>
                    <a:pt x="938742" y="853878"/>
                  </a:cubicBezTo>
                  <a:cubicBezTo>
                    <a:pt x="939501" y="858689"/>
                    <a:pt x="948871" y="854637"/>
                    <a:pt x="954948" y="846281"/>
                  </a:cubicBezTo>
                  <a:close/>
                  <a:moveTo>
                    <a:pt x="924308" y="847800"/>
                  </a:moveTo>
                  <a:cubicBezTo>
                    <a:pt x="927853" y="843242"/>
                    <a:pt x="930385" y="836658"/>
                    <a:pt x="925574" y="836658"/>
                  </a:cubicBezTo>
                  <a:cubicBezTo>
                    <a:pt x="918230" y="837671"/>
                    <a:pt x="907848" y="850079"/>
                    <a:pt x="908354" y="855397"/>
                  </a:cubicBezTo>
                  <a:cubicBezTo>
                    <a:pt x="908861" y="860461"/>
                    <a:pt x="918230" y="855903"/>
                    <a:pt x="924308" y="847800"/>
                  </a:cubicBezTo>
                  <a:close/>
                  <a:moveTo>
                    <a:pt x="896453" y="838178"/>
                  </a:moveTo>
                  <a:cubicBezTo>
                    <a:pt x="889363" y="839190"/>
                    <a:pt x="878727" y="851599"/>
                    <a:pt x="879234" y="856916"/>
                  </a:cubicBezTo>
                  <a:cubicBezTo>
                    <a:pt x="879487" y="861981"/>
                    <a:pt x="888350" y="857676"/>
                    <a:pt x="894934" y="849320"/>
                  </a:cubicBezTo>
                  <a:cubicBezTo>
                    <a:pt x="898226" y="845015"/>
                    <a:pt x="901517" y="838431"/>
                    <a:pt x="896453" y="838178"/>
                  </a:cubicBezTo>
                  <a:close/>
                  <a:moveTo>
                    <a:pt x="851379" y="859195"/>
                  </a:moveTo>
                  <a:cubicBezTo>
                    <a:pt x="852138" y="863247"/>
                    <a:pt x="860495" y="858942"/>
                    <a:pt x="866572" y="851092"/>
                  </a:cubicBezTo>
                  <a:cubicBezTo>
                    <a:pt x="869864" y="846787"/>
                    <a:pt x="873409" y="839950"/>
                    <a:pt x="868598" y="839950"/>
                  </a:cubicBezTo>
                  <a:cubicBezTo>
                    <a:pt x="861254" y="840963"/>
                    <a:pt x="850366" y="854384"/>
                    <a:pt x="851379" y="859195"/>
                  </a:cubicBezTo>
                  <a:close/>
                  <a:moveTo>
                    <a:pt x="824537" y="860968"/>
                  </a:moveTo>
                  <a:cubicBezTo>
                    <a:pt x="825043" y="865020"/>
                    <a:pt x="833400" y="860461"/>
                    <a:pt x="839477" y="852865"/>
                  </a:cubicBezTo>
                  <a:cubicBezTo>
                    <a:pt x="843022" y="848307"/>
                    <a:pt x="846314" y="841723"/>
                    <a:pt x="842009" y="841723"/>
                  </a:cubicBezTo>
                  <a:cubicBezTo>
                    <a:pt x="834919" y="842736"/>
                    <a:pt x="823777" y="856157"/>
                    <a:pt x="824537" y="860968"/>
                  </a:cubicBezTo>
                  <a:close/>
                  <a:moveTo>
                    <a:pt x="798708" y="862741"/>
                  </a:moveTo>
                  <a:cubicBezTo>
                    <a:pt x="798961" y="866792"/>
                    <a:pt x="807064" y="862234"/>
                    <a:pt x="813142" y="854637"/>
                  </a:cubicBezTo>
                  <a:cubicBezTo>
                    <a:pt x="816434" y="850332"/>
                    <a:pt x="820232" y="843495"/>
                    <a:pt x="815927" y="843495"/>
                  </a:cubicBezTo>
                  <a:cubicBezTo>
                    <a:pt x="809596" y="844508"/>
                    <a:pt x="798455" y="857929"/>
                    <a:pt x="798708" y="862741"/>
                  </a:cubicBezTo>
                  <a:close/>
                  <a:moveTo>
                    <a:pt x="774398" y="864766"/>
                  </a:moveTo>
                  <a:cubicBezTo>
                    <a:pt x="774651" y="868818"/>
                    <a:pt x="782248" y="864513"/>
                    <a:pt x="788579" y="856410"/>
                  </a:cubicBezTo>
                  <a:cubicBezTo>
                    <a:pt x="792124" y="852105"/>
                    <a:pt x="795922" y="845268"/>
                    <a:pt x="791871" y="845268"/>
                  </a:cubicBezTo>
                  <a:cubicBezTo>
                    <a:pt x="785540" y="846281"/>
                    <a:pt x="774145" y="859702"/>
                    <a:pt x="774398" y="864766"/>
                  </a:cubicBezTo>
                  <a:close/>
                  <a:moveTo>
                    <a:pt x="751101" y="867045"/>
                  </a:moveTo>
                  <a:cubicBezTo>
                    <a:pt x="751608" y="870337"/>
                    <a:pt x="758951" y="865779"/>
                    <a:pt x="765029" y="858182"/>
                  </a:cubicBezTo>
                  <a:cubicBezTo>
                    <a:pt x="768574" y="853878"/>
                    <a:pt x="772625" y="847041"/>
                    <a:pt x="768827" y="847041"/>
                  </a:cubicBezTo>
                  <a:cubicBezTo>
                    <a:pt x="762243" y="848307"/>
                    <a:pt x="750342" y="862741"/>
                    <a:pt x="751101" y="867045"/>
                  </a:cubicBezTo>
                  <a:close/>
                  <a:moveTo>
                    <a:pt x="729071" y="869071"/>
                  </a:moveTo>
                  <a:cubicBezTo>
                    <a:pt x="729577" y="872363"/>
                    <a:pt x="736414" y="867805"/>
                    <a:pt x="742492" y="860208"/>
                  </a:cubicBezTo>
                  <a:cubicBezTo>
                    <a:pt x="746290" y="855650"/>
                    <a:pt x="749835" y="849066"/>
                    <a:pt x="746543" y="849066"/>
                  </a:cubicBezTo>
                  <a:cubicBezTo>
                    <a:pt x="740719" y="850332"/>
                    <a:pt x="728817" y="864766"/>
                    <a:pt x="729071" y="869071"/>
                  </a:cubicBezTo>
                  <a:close/>
                  <a:moveTo>
                    <a:pt x="708559" y="871097"/>
                  </a:moveTo>
                  <a:cubicBezTo>
                    <a:pt x="708813" y="874389"/>
                    <a:pt x="715650" y="869831"/>
                    <a:pt x="721727" y="862234"/>
                  </a:cubicBezTo>
                  <a:cubicBezTo>
                    <a:pt x="725272" y="857929"/>
                    <a:pt x="729577" y="851092"/>
                    <a:pt x="726285" y="851092"/>
                  </a:cubicBezTo>
                  <a:cubicBezTo>
                    <a:pt x="720208" y="852358"/>
                    <a:pt x="708306" y="866792"/>
                    <a:pt x="708559" y="871097"/>
                  </a:cubicBezTo>
                  <a:close/>
                  <a:moveTo>
                    <a:pt x="689061" y="873629"/>
                  </a:moveTo>
                  <a:cubicBezTo>
                    <a:pt x="689567" y="876161"/>
                    <a:pt x="695898" y="871350"/>
                    <a:pt x="701722" y="864260"/>
                  </a:cubicBezTo>
                  <a:cubicBezTo>
                    <a:pt x="705267" y="859955"/>
                    <a:pt x="709572" y="853118"/>
                    <a:pt x="706533" y="853118"/>
                  </a:cubicBezTo>
                  <a:cubicBezTo>
                    <a:pt x="700963" y="854384"/>
                    <a:pt x="688301" y="870084"/>
                    <a:pt x="689061" y="873629"/>
                  </a:cubicBezTo>
                  <a:close/>
                  <a:moveTo>
                    <a:pt x="688301" y="855397"/>
                  </a:moveTo>
                  <a:cubicBezTo>
                    <a:pt x="682983" y="856663"/>
                    <a:pt x="670069" y="872363"/>
                    <a:pt x="670575" y="875908"/>
                  </a:cubicBezTo>
                  <a:cubicBezTo>
                    <a:pt x="670829" y="878187"/>
                    <a:pt x="677159" y="873629"/>
                    <a:pt x="682983" y="866539"/>
                  </a:cubicBezTo>
                  <a:cubicBezTo>
                    <a:pt x="687035" y="861981"/>
                    <a:pt x="691087" y="855397"/>
                    <a:pt x="688301" y="855397"/>
                  </a:cubicBezTo>
                  <a:close/>
                  <a:moveTo>
                    <a:pt x="572071" y="890595"/>
                  </a:moveTo>
                  <a:lnTo>
                    <a:pt x="572071" y="890595"/>
                  </a:lnTo>
                  <a:cubicBezTo>
                    <a:pt x="574603" y="887557"/>
                    <a:pt x="580427" y="880466"/>
                    <a:pt x="580933" y="879453"/>
                  </a:cubicBezTo>
                  <a:cubicBezTo>
                    <a:pt x="580174" y="880213"/>
                    <a:pt x="564221" y="898952"/>
                    <a:pt x="563208" y="900724"/>
                  </a:cubicBezTo>
                  <a:cubicBezTo>
                    <a:pt x="564474" y="899711"/>
                    <a:pt x="571311" y="891608"/>
                    <a:pt x="572071" y="890595"/>
                  </a:cubicBezTo>
                  <a:close/>
                  <a:moveTo>
                    <a:pt x="568779" y="893381"/>
                  </a:moveTo>
                  <a:cubicBezTo>
                    <a:pt x="565993" y="896673"/>
                    <a:pt x="563208" y="900218"/>
                    <a:pt x="560422" y="903510"/>
                  </a:cubicBezTo>
                  <a:lnTo>
                    <a:pt x="578148" y="882239"/>
                  </a:lnTo>
                  <a:cubicBezTo>
                    <a:pt x="574856" y="885784"/>
                    <a:pt x="571817" y="889582"/>
                    <a:pt x="568779" y="893381"/>
                  </a:cubicBezTo>
                  <a:close/>
                  <a:moveTo>
                    <a:pt x="4406164" y="920476"/>
                  </a:moveTo>
                  <a:cubicBezTo>
                    <a:pt x="4401859" y="915158"/>
                    <a:pt x="4396794" y="908828"/>
                    <a:pt x="4396035" y="908068"/>
                  </a:cubicBezTo>
                  <a:lnTo>
                    <a:pt x="4396035" y="908068"/>
                  </a:lnTo>
                  <a:cubicBezTo>
                    <a:pt x="4396541" y="908828"/>
                    <a:pt x="4412241" y="928579"/>
                    <a:pt x="4413507" y="929592"/>
                  </a:cubicBezTo>
                  <a:cubicBezTo>
                    <a:pt x="4413001" y="928832"/>
                    <a:pt x="4408696" y="923515"/>
                    <a:pt x="4406164" y="920476"/>
                  </a:cubicBezTo>
                  <a:close/>
                  <a:moveTo>
                    <a:pt x="4409202" y="926553"/>
                  </a:moveTo>
                  <a:cubicBezTo>
                    <a:pt x="4408443" y="925034"/>
                    <a:pt x="4403378" y="918703"/>
                    <a:pt x="4402365" y="917437"/>
                  </a:cubicBezTo>
                  <a:cubicBezTo>
                    <a:pt x="4398567" y="912879"/>
                    <a:pt x="4392996" y="906042"/>
                    <a:pt x="4391730" y="905029"/>
                  </a:cubicBezTo>
                  <a:cubicBezTo>
                    <a:pt x="4391730" y="905029"/>
                    <a:pt x="4391730" y="905029"/>
                    <a:pt x="4391730" y="905029"/>
                  </a:cubicBezTo>
                  <a:cubicBezTo>
                    <a:pt x="4392490" y="906549"/>
                    <a:pt x="4407936" y="926300"/>
                    <a:pt x="4409202" y="926553"/>
                  </a:cubicBezTo>
                  <a:close/>
                  <a:moveTo>
                    <a:pt x="4403378" y="923768"/>
                  </a:moveTo>
                  <a:cubicBezTo>
                    <a:pt x="4403378" y="923768"/>
                    <a:pt x="4403631" y="923768"/>
                    <a:pt x="4403378" y="923768"/>
                  </a:cubicBezTo>
                  <a:cubicBezTo>
                    <a:pt x="4402872" y="922249"/>
                    <a:pt x="4398060" y="915918"/>
                    <a:pt x="4397047" y="914652"/>
                  </a:cubicBezTo>
                  <a:cubicBezTo>
                    <a:pt x="4393502" y="910094"/>
                    <a:pt x="4387678" y="903257"/>
                    <a:pt x="4386159" y="902244"/>
                  </a:cubicBezTo>
                  <a:cubicBezTo>
                    <a:pt x="4386159" y="902244"/>
                    <a:pt x="4386159" y="902244"/>
                    <a:pt x="4386159" y="902244"/>
                  </a:cubicBezTo>
                  <a:cubicBezTo>
                    <a:pt x="4386919" y="904776"/>
                    <a:pt x="4401352" y="922502"/>
                    <a:pt x="4403378" y="923768"/>
                  </a:cubicBezTo>
                  <a:close/>
                  <a:moveTo>
                    <a:pt x="4396288" y="920982"/>
                  </a:moveTo>
                  <a:cubicBezTo>
                    <a:pt x="4396794" y="920223"/>
                    <a:pt x="4390970" y="912879"/>
                    <a:pt x="4390210" y="911866"/>
                  </a:cubicBezTo>
                  <a:cubicBezTo>
                    <a:pt x="4386665" y="907308"/>
                    <a:pt x="4380588" y="900471"/>
                    <a:pt x="4379068" y="899458"/>
                  </a:cubicBezTo>
                  <a:cubicBezTo>
                    <a:pt x="4379068" y="899458"/>
                    <a:pt x="4379068" y="899458"/>
                    <a:pt x="4378815" y="899458"/>
                  </a:cubicBezTo>
                  <a:cubicBezTo>
                    <a:pt x="4378309" y="900724"/>
                    <a:pt x="4394515" y="920729"/>
                    <a:pt x="4396288" y="920982"/>
                  </a:cubicBezTo>
                  <a:close/>
                  <a:moveTo>
                    <a:pt x="4370459" y="896673"/>
                  </a:moveTo>
                  <a:cubicBezTo>
                    <a:pt x="4370206" y="896673"/>
                    <a:pt x="4370206" y="896673"/>
                    <a:pt x="4370459" y="896673"/>
                  </a:cubicBezTo>
                  <a:cubicBezTo>
                    <a:pt x="4369192" y="897939"/>
                    <a:pt x="4385399" y="917944"/>
                    <a:pt x="4387678" y="918197"/>
                  </a:cubicBezTo>
                  <a:cubicBezTo>
                    <a:pt x="4388438" y="917437"/>
                    <a:pt x="4382614" y="910094"/>
                    <a:pt x="4381854" y="909081"/>
                  </a:cubicBezTo>
                  <a:cubicBezTo>
                    <a:pt x="4378309" y="904523"/>
                    <a:pt x="4372231" y="897432"/>
                    <a:pt x="4370459" y="896673"/>
                  </a:cubicBezTo>
                  <a:close/>
                  <a:moveTo>
                    <a:pt x="4360076" y="893634"/>
                  </a:moveTo>
                  <a:cubicBezTo>
                    <a:pt x="4360076" y="893634"/>
                    <a:pt x="4360076" y="893634"/>
                    <a:pt x="4360076" y="893634"/>
                  </a:cubicBezTo>
                  <a:cubicBezTo>
                    <a:pt x="4357797" y="894141"/>
                    <a:pt x="4373751" y="914145"/>
                    <a:pt x="4377043" y="914905"/>
                  </a:cubicBezTo>
                  <a:cubicBezTo>
                    <a:pt x="4378309" y="915158"/>
                    <a:pt x="4376030" y="911360"/>
                    <a:pt x="4371978" y="905789"/>
                  </a:cubicBezTo>
                  <a:cubicBezTo>
                    <a:pt x="4368433" y="901484"/>
                    <a:pt x="4362356" y="894647"/>
                    <a:pt x="4360076" y="893634"/>
                  </a:cubicBezTo>
                  <a:close/>
                  <a:moveTo>
                    <a:pt x="4348428" y="890849"/>
                  </a:moveTo>
                  <a:cubicBezTo>
                    <a:pt x="4348175" y="890849"/>
                    <a:pt x="4348175" y="890849"/>
                    <a:pt x="4347922" y="890849"/>
                  </a:cubicBezTo>
                  <a:cubicBezTo>
                    <a:pt x="4346655" y="892621"/>
                    <a:pt x="4361849" y="911360"/>
                    <a:pt x="4365141" y="912120"/>
                  </a:cubicBezTo>
                  <a:cubicBezTo>
                    <a:pt x="4366660" y="912373"/>
                    <a:pt x="4364382" y="908574"/>
                    <a:pt x="4360330" y="903003"/>
                  </a:cubicBezTo>
                  <a:cubicBezTo>
                    <a:pt x="4357038" y="898445"/>
                    <a:pt x="4350961" y="891608"/>
                    <a:pt x="4348428" y="890849"/>
                  </a:cubicBezTo>
                  <a:close/>
                  <a:moveTo>
                    <a:pt x="4335260" y="887810"/>
                  </a:moveTo>
                  <a:cubicBezTo>
                    <a:pt x="4335007" y="887810"/>
                    <a:pt x="4335007" y="887810"/>
                    <a:pt x="4334754" y="887810"/>
                  </a:cubicBezTo>
                  <a:cubicBezTo>
                    <a:pt x="4332981" y="889582"/>
                    <a:pt x="4348428" y="908321"/>
                    <a:pt x="4351973" y="909081"/>
                  </a:cubicBezTo>
                  <a:cubicBezTo>
                    <a:pt x="4353493" y="909334"/>
                    <a:pt x="4351720" y="905536"/>
                    <a:pt x="4347415" y="899965"/>
                  </a:cubicBezTo>
                  <a:cubicBezTo>
                    <a:pt x="4344123" y="895660"/>
                    <a:pt x="4338046" y="888823"/>
                    <a:pt x="4335260" y="887810"/>
                  </a:cubicBezTo>
                  <a:close/>
                  <a:moveTo>
                    <a:pt x="4320827" y="885024"/>
                  </a:moveTo>
                  <a:cubicBezTo>
                    <a:pt x="4320573" y="885024"/>
                    <a:pt x="4320320" y="885024"/>
                    <a:pt x="4320320" y="885024"/>
                  </a:cubicBezTo>
                  <a:cubicBezTo>
                    <a:pt x="4318294" y="886797"/>
                    <a:pt x="4333488" y="905536"/>
                    <a:pt x="4337539" y="906295"/>
                  </a:cubicBezTo>
                  <a:cubicBezTo>
                    <a:pt x="4339312" y="906549"/>
                    <a:pt x="4337539" y="902750"/>
                    <a:pt x="4333488" y="897432"/>
                  </a:cubicBezTo>
                  <a:cubicBezTo>
                    <a:pt x="4329943" y="892621"/>
                    <a:pt x="4323865" y="885784"/>
                    <a:pt x="4320827" y="885024"/>
                  </a:cubicBezTo>
                  <a:close/>
                  <a:moveTo>
                    <a:pt x="4305126" y="881986"/>
                  </a:moveTo>
                  <a:cubicBezTo>
                    <a:pt x="4304873" y="881986"/>
                    <a:pt x="4304620" y="881986"/>
                    <a:pt x="4304620" y="881986"/>
                  </a:cubicBezTo>
                  <a:cubicBezTo>
                    <a:pt x="4302341" y="883758"/>
                    <a:pt x="4317281" y="902497"/>
                    <a:pt x="4321586" y="903257"/>
                  </a:cubicBezTo>
                  <a:cubicBezTo>
                    <a:pt x="4323612" y="903510"/>
                    <a:pt x="4321839" y="899711"/>
                    <a:pt x="4318041" y="894394"/>
                  </a:cubicBezTo>
                  <a:cubicBezTo>
                    <a:pt x="4314496" y="889836"/>
                    <a:pt x="4308165" y="882999"/>
                    <a:pt x="4305126" y="881986"/>
                  </a:cubicBezTo>
                  <a:close/>
                  <a:moveTo>
                    <a:pt x="4287907" y="879200"/>
                  </a:moveTo>
                  <a:cubicBezTo>
                    <a:pt x="4287654" y="879200"/>
                    <a:pt x="4287401" y="879200"/>
                    <a:pt x="4287148" y="879200"/>
                  </a:cubicBezTo>
                  <a:cubicBezTo>
                    <a:pt x="4284109" y="880973"/>
                    <a:pt x="4299049" y="899711"/>
                    <a:pt x="4304114" y="900471"/>
                  </a:cubicBezTo>
                  <a:cubicBezTo>
                    <a:pt x="4306139" y="900724"/>
                    <a:pt x="4304873" y="896926"/>
                    <a:pt x="4300822" y="891608"/>
                  </a:cubicBezTo>
                  <a:cubicBezTo>
                    <a:pt x="4297530" y="886797"/>
                    <a:pt x="4291199" y="879960"/>
                    <a:pt x="4287907" y="879200"/>
                  </a:cubicBezTo>
                  <a:close/>
                  <a:moveTo>
                    <a:pt x="4269422" y="876161"/>
                  </a:moveTo>
                  <a:cubicBezTo>
                    <a:pt x="4269168" y="876161"/>
                    <a:pt x="4268915" y="876161"/>
                    <a:pt x="4268662" y="876161"/>
                  </a:cubicBezTo>
                  <a:cubicBezTo>
                    <a:pt x="4265370" y="877934"/>
                    <a:pt x="4280057" y="896420"/>
                    <a:pt x="4285628" y="897179"/>
                  </a:cubicBezTo>
                  <a:cubicBezTo>
                    <a:pt x="4287907" y="897432"/>
                    <a:pt x="4286641" y="893634"/>
                    <a:pt x="4282589" y="888316"/>
                  </a:cubicBezTo>
                  <a:cubicBezTo>
                    <a:pt x="4279298" y="884011"/>
                    <a:pt x="4272967" y="877174"/>
                    <a:pt x="4269422" y="876161"/>
                  </a:cubicBezTo>
                  <a:close/>
                  <a:moveTo>
                    <a:pt x="4249417" y="873376"/>
                  </a:moveTo>
                  <a:cubicBezTo>
                    <a:pt x="4249164" y="873376"/>
                    <a:pt x="4248657" y="873376"/>
                    <a:pt x="4248404" y="873629"/>
                  </a:cubicBezTo>
                  <a:cubicBezTo>
                    <a:pt x="4245872" y="876415"/>
                    <a:pt x="4260052" y="893887"/>
                    <a:pt x="4265370" y="894647"/>
                  </a:cubicBezTo>
                  <a:cubicBezTo>
                    <a:pt x="4267902" y="894900"/>
                    <a:pt x="4266636" y="891102"/>
                    <a:pt x="4262838" y="885784"/>
                  </a:cubicBezTo>
                  <a:cubicBezTo>
                    <a:pt x="4260052" y="881479"/>
                    <a:pt x="4253722" y="874389"/>
                    <a:pt x="4249417" y="873376"/>
                  </a:cubicBezTo>
                  <a:close/>
                  <a:moveTo>
                    <a:pt x="4227386" y="870844"/>
                  </a:moveTo>
                  <a:cubicBezTo>
                    <a:pt x="4224601" y="873629"/>
                    <a:pt x="4238528" y="891102"/>
                    <a:pt x="4244352" y="891608"/>
                  </a:cubicBezTo>
                  <a:cubicBezTo>
                    <a:pt x="4246885" y="891862"/>
                    <a:pt x="4245872" y="888063"/>
                    <a:pt x="4242073" y="882745"/>
                  </a:cubicBezTo>
                  <a:cubicBezTo>
                    <a:pt x="4238781" y="878187"/>
                    <a:pt x="4232451" y="871350"/>
                    <a:pt x="4228399" y="870591"/>
                  </a:cubicBezTo>
                  <a:cubicBezTo>
                    <a:pt x="4228146" y="870591"/>
                    <a:pt x="4227639" y="870591"/>
                    <a:pt x="4227386" y="870844"/>
                  </a:cubicBezTo>
                  <a:close/>
                  <a:moveTo>
                    <a:pt x="4206115" y="867805"/>
                  </a:moveTo>
                  <a:cubicBezTo>
                    <a:pt x="4205609" y="867805"/>
                    <a:pt x="4205356" y="867805"/>
                    <a:pt x="4204849" y="868058"/>
                  </a:cubicBezTo>
                  <a:cubicBezTo>
                    <a:pt x="4201810" y="870844"/>
                    <a:pt x="4215738" y="888316"/>
                    <a:pt x="4221562" y="888823"/>
                  </a:cubicBezTo>
                  <a:cubicBezTo>
                    <a:pt x="4224348" y="889076"/>
                    <a:pt x="4223588" y="885278"/>
                    <a:pt x="4219789" y="879960"/>
                  </a:cubicBezTo>
                  <a:cubicBezTo>
                    <a:pt x="4216751" y="875402"/>
                    <a:pt x="4210420" y="868565"/>
                    <a:pt x="4206115" y="867805"/>
                  </a:cubicBezTo>
                  <a:close/>
                  <a:moveTo>
                    <a:pt x="4182565" y="864766"/>
                  </a:moveTo>
                  <a:cubicBezTo>
                    <a:pt x="4182058" y="864766"/>
                    <a:pt x="4181552" y="864766"/>
                    <a:pt x="4181299" y="865020"/>
                  </a:cubicBezTo>
                  <a:cubicBezTo>
                    <a:pt x="4177754" y="867805"/>
                    <a:pt x="4191681" y="885278"/>
                    <a:pt x="4198012" y="885784"/>
                  </a:cubicBezTo>
                  <a:cubicBezTo>
                    <a:pt x="4200797" y="886037"/>
                    <a:pt x="4200291" y="882239"/>
                    <a:pt x="4196493" y="876921"/>
                  </a:cubicBezTo>
                  <a:cubicBezTo>
                    <a:pt x="4193454" y="872616"/>
                    <a:pt x="4187123" y="865779"/>
                    <a:pt x="4182565" y="864766"/>
                  </a:cubicBezTo>
                  <a:close/>
                  <a:moveTo>
                    <a:pt x="4171930" y="874136"/>
                  </a:moveTo>
                  <a:cubicBezTo>
                    <a:pt x="4168891" y="869578"/>
                    <a:pt x="4162560" y="862741"/>
                    <a:pt x="4157749" y="861981"/>
                  </a:cubicBezTo>
                  <a:cubicBezTo>
                    <a:pt x="4157242" y="861981"/>
                    <a:pt x="4156736" y="861981"/>
                    <a:pt x="4156483" y="862234"/>
                  </a:cubicBezTo>
                  <a:cubicBezTo>
                    <a:pt x="4152938" y="864766"/>
                    <a:pt x="4165346" y="881226"/>
                    <a:pt x="4172436" y="882999"/>
                  </a:cubicBezTo>
                  <a:cubicBezTo>
                    <a:pt x="4175981" y="884011"/>
                    <a:pt x="4175981" y="879960"/>
                    <a:pt x="4171930" y="874136"/>
                  </a:cubicBezTo>
                  <a:lnTo>
                    <a:pt x="4171930" y="874136"/>
                  </a:lnTo>
                  <a:close/>
                  <a:moveTo>
                    <a:pt x="4131920" y="859195"/>
                  </a:moveTo>
                  <a:cubicBezTo>
                    <a:pt x="4131413" y="859195"/>
                    <a:pt x="4130907" y="859195"/>
                    <a:pt x="4130401" y="859449"/>
                  </a:cubicBezTo>
                  <a:cubicBezTo>
                    <a:pt x="4126602" y="861981"/>
                    <a:pt x="4138757" y="878440"/>
                    <a:pt x="4146100" y="880213"/>
                  </a:cubicBezTo>
                  <a:cubicBezTo>
                    <a:pt x="4149899" y="881226"/>
                    <a:pt x="4149899" y="877174"/>
                    <a:pt x="4146100" y="871350"/>
                  </a:cubicBezTo>
                  <a:cubicBezTo>
                    <a:pt x="4143315" y="867045"/>
                    <a:pt x="4136984" y="860208"/>
                    <a:pt x="4131920" y="859195"/>
                  </a:cubicBezTo>
                  <a:close/>
                  <a:moveTo>
                    <a:pt x="4000496" y="857676"/>
                  </a:moveTo>
                  <a:cubicBezTo>
                    <a:pt x="3997964" y="853118"/>
                    <a:pt x="3991633" y="846534"/>
                    <a:pt x="3985808" y="845521"/>
                  </a:cubicBezTo>
                  <a:cubicBezTo>
                    <a:pt x="3985302" y="845521"/>
                    <a:pt x="3984543" y="845521"/>
                    <a:pt x="3984036" y="845774"/>
                  </a:cubicBezTo>
                  <a:cubicBezTo>
                    <a:pt x="3978972" y="848307"/>
                    <a:pt x="3989100" y="863247"/>
                    <a:pt x="3997710" y="866032"/>
                  </a:cubicBezTo>
                  <a:cubicBezTo>
                    <a:pt x="4002775" y="867805"/>
                    <a:pt x="4004041" y="864007"/>
                    <a:pt x="4000496" y="857676"/>
                  </a:cubicBezTo>
                  <a:close/>
                  <a:moveTo>
                    <a:pt x="3968083" y="855144"/>
                  </a:moveTo>
                  <a:cubicBezTo>
                    <a:pt x="3965551" y="850586"/>
                    <a:pt x="3959220" y="844002"/>
                    <a:pt x="3953142" y="842989"/>
                  </a:cubicBezTo>
                  <a:cubicBezTo>
                    <a:pt x="3952636" y="842989"/>
                    <a:pt x="3951876" y="842989"/>
                    <a:pt x="3951117" y="843242"/>
                  </a:cubicBezTo>
                  <a:cubicBezTo>
                    <a:pt x="3945799" y="845774"/>
                    <a:pt x="3955675" y="860715"/>
                    <a:pt x="3964538" y="863500"/>
                  </a:cubicBezTo>
                  <a:cubicBezTo>
                    <a:pt x="3970109" y="865273"/>
                    <a:pt x="3971628" y="861221"/>
                    <a:pt x="3968083" y="855144"/>
                  </a:cubicBezTo>
                  <a:close/>
                  <a:moveTo>
                    <a:pt x="3847547" y="835899"/>
                  </a:moveTo>
                  <a:cubicBezTo>
                    <a:pt x="3842483" y="839190"/>
                    <a:pt x="3851599" y="853118"/>
                    <a:pt x="3860715" y="855903"/>
                  </a:cubicBezTo>
                  <a:cubicBezTo>
                    <a:pt x="3866286" y="857423"/>
                    <a:pt x="3868312" y="853624"/>
                    <a:pt x="3865273" y="847294"/>
                  </a:cubicBezTo>
                  <a:lnTo>
                    <a:pt x="3865273" y="847294"/>
                  </a:lnTo>
                  <a:cubicBezTo>
                    <a:pt x="3863247" y="843242"/>
                    <a:pt x="3857170" y="836152"/>
                    <a:pt x="3850333" y="835392"/>
                  </a:cubicBezTo>
                  <a:cubicBezTo>
                    <a:pt x="3849320" y="835392"/>
                    <a:pt x="3848307" y="835392"/>
                    <a:pt x="3847547" y="835899"/>
                  </a:cubicBezTo>
                  <a:close/>
                  <a:moveTo>
                    <a:pt x="3822984" y="852865"/>
                  </a:moveTo>
                  <a:cubicBezTo>
                    <a:pt x="3829315" y="855144"/>
                    <a:pt x="3832101" y="851092"/>
                    <a:pt x="3828808" y="844761"/>
                  </a:cubicBezTo>
                  <a:lnTo>
                    <a:pt x="3828808" y="844761"/>
                  </a:lnTo>
                  <a:cubicBezTo>
                    <a:pt x="3826530" y="840203"/>
                    <a:pt x="3820452" y="833619"/>
                    <a:pt x="3813868" y="832860"/>
                  </a:cubicBezTo>
                  <a:cubicBezTo>
                    <a:pt x="3813109" y="832860"/>
                    <a:pt x="3812349" y="832860"/>
                    <a:pt x="3811589" y="833113"/>
                  </a:cubicBezTo>
                  <a:cubicBezTo>
                    <a:pt x="3805512" y="835645"/>
                    <a:pt x="3813615" y="849573"/>
                    <a:pt x="3822984" y="852865"/>
                  </a:cubicBezTo>
                  <a:close/>
                  <a:moveTo>
                    <a:pt x="3785507" y="850586"/>
                  </a:moveTo>
                  <a:cubicBezTo>
                    <a:pt x="3791838" y="852865"/>
                    <a:pt x="3794876" y="848813"/>
                    <a:pt x="3791838" y="842482"/>
                  </a:cubicBezTo>
                  <a:cubicBezTo>
                    <a:pt x="3789812" y="837924"/>
                    <a:pt x="3783734" y="831341"/>
                    <a:pt x="3776897" y="830581"/>
                  </a:cubicBezTo>
                  <a:cubicBezTo>
                    <a:pt x="3776137" y="830581"/>
                    <a:pt x="3775378" y="830581"/>
                    <a:pt x="3774618" y="830834"/>
                  </a:cubicBezTo>
                  <a:cubicBezTo>
                    <a:pt x="3768034" y="833113"/>
                    <a:pt x="3775631" y="846787"/>
                    <a:pt x="3785507" y="850586"/>
                  </a:cubicBezTo>
                  <a:close/>
                  <a:moveTo>
                    <a:pt x="3024563" y="811842"/>
                  </a:moveTo>
                  <a:cubicBezTo>
                    <a:pt x="3032413" y="818173"/>
                    <a:pt x="3043302" y="814881"/>
                    <a:pt x="3042542" y="806271"/>
                  </a:cubicBezTo>
                  <a:cubicBezTo>
                    <a:pt x="3042036" y="801966"/>
                    <a:pt x="3037478" y="795382"/>
                    <a:pt x="3028868" y="794623"/>
                  </a:cubicBezTo>
                  <a:cubicBezTo>
                    <a:pt x="3028108" y="794623"/>
                    <a:pt x="3027349" y="794623"/>
                    <a:pt x="3026589" y="794623"/>
                  </a:cubicBezTo>
                  <a:cubicBezTo>
                    <a:pt x="3018233" y="796142"/>
                    <a:pt x="3016966" y="805765"/>
                    <a:pt x="3024563" y="811842"/>
                  </a:cubicBezTo>
                  <a:close/>
                  <a:moveTo>
                    <a:pt x="2979489" y="792850"/>
                  </a:moveTo>
                  <a:cubicBezTo>
                    <a:pt x="2978729" y="792850"/>
                    <a:pt x="2977970" y="792850"/>
                    <a:pt x="2977210" y="793103"/>
                  </a:cubicBezTo>
                  <a:cubicBezTo>
                    <a:pt x="2968600" y="794370"/>
                    <a:pt x="2967081" y="804245"/>
                    <a:pt x="2974678" y="810070"/>
                  </a:cubicBezTo>
                  <a:cubicBezTo>
                    <a:pt x="2982781" y="816400"/>
                    <a:pt x="2993670" y="813108"/>
                    <a:pt x="2992910" y="804499"/>
                  </a:cubicBezTo>
                  <a:cubicBezTo>
                    <a:pt x="2992657" y="800194"/>
                    <a:pt x="2988099" y="793610"/>
                    <a:pt x="2979489" y="792850"/>
                  </a:cubicBezTo>
                  <a:close/>
                  <a:moveTo>
                    <a:pt x="2929350" y="791331"/>
                  </a:moveTo>
                  <a:cubicBezTo>
                    <a:pt x="2929097" y="791331"/>
                    <a:pt x="2928591" y="791331"/>
                    <a:pt x="2928084" y="791331"/>
                  </a:cubicBezTo>
                  <a:cubicBezTo>
                    <a:pt x="2919221" y="791837"/>
                    <a:pt x="2916436" y="801207"/>
                    <a:pt x="2923273" y="807790"/>
                  </a:cubicBezTo>
                  <a:cubicBezTo>
                    <a:pt x="2930870" y="815134"/>
                    <a:pt x="2943278" y="812095"/>
                    <a:pt x="2942771" y="802979"/>
                  </a:cubicBezTo>
                  <a:cubicBezTo>
                    <a:pt x="2942771" y="798928"/>
                    <a:pt x="2938720" y="792091"/>
                    <a:pt x="2929350" y="791331"/>
                  </a:cubicBezTo>
                  <a:close/>
                  <a:moveTo>
                    <a:pt x="2879211" y="789811"/>
                  </a:moveTo>
                  <a:cubicBezTo>
                    <a:pt x="2878958" y="789811"/>
                    <a:pt x="2878452" y="789811"/>
                    <a:pt x="2877945" y="789811"/>
                  </a:cubicBezTo>
                  <a:cubicBezTo>
                    <a:pt x="2868829" y="790318"/>
                    <a:pt x="2865791" y="799687"/>
                    <a:pt x="2872628" y="806271"/>
                  </a:cubicBezTo>
                  <a:cubicBezTo>
                    <a:pt x="2880224" y="813615"/>
                    <a:pt x="2892886" y="810323"/>
                    <a:pt x="2892379" y="801460"/>
                  </a:cubicBezTo>
                  <a:cubicBezTo>
                    <a:pt x="2892379" y="796902"/>
                    <a:pt x="2888075" y="790571"/>
                    <a:pt x="2879211" y="789811"/>
                  </a:cubicBezTo>
                  <a:close/>
                  <a:moveTo>
                    <a:pt x="2828566" y="788292"/>
                  </a:moveTo>
                  <a:cubicBezTo>
                    <a:pt x="2828313" y="788292"/>
                    <a:pt x="2827807" y="788292"/>
                    <a:pt x="2827300" y="788292"/>
                  </a:cubicBezTo>
                  <a:cubicBezTo>
                    <a:pt x="2818184" y="788799"/>
                    <a:pt x="2814892" y="798168"/>
                    <a:pt x="2821476" y="804752"/>
                  </a:cubicBezTo>
                  <a:cubicBezTo>
                    <a:pt x="2828820" y="811842"/>
                    <a:pt x="2841734" y="808803"/>
                    <a:pt x="2841481" y="799941"/>
                  </a:cubicBezTo>
                  <a:cubicBezTo>
                    <a:pt x="2841481" y="795382"/>
                    <a:pt x="2837429" y="789052"/>
                    <a:pt x="2828566" y="788292"/>
                  </a:cubicBezTo>
                  <a:close/>
                  <a:moveTo>
                    <a:pt x="2776149" y="787026"/>
                  </a:moveTo>
                  <a:cubicBezTo>
                    <a:pt x="2766779" y="787532"/>
                    <a:pt x="2763234" y="796902"/>
                    <a:pt x="2769818" y="803486"/>
                  </a:cubicBezTo>
                  <a:cubicBezTo>
                    <a:pt x="2777415" y="810829"/>
                    <a:pt x="2790076" y="807790"/>
                    <a:pt x="2790076" y="798674"/>
                  </a:cubicBezTo>
                  <a:cubicBezTo>
                    <a:pt x="2790076" y="794370"/>
                    <a:pt x="2786024" y="787786"/>
                    <a:pt x="2777161" y="787279"/>
                  </a:cubicBezTo>
                  <a:cubicBezTo>
                    <a:pt x="2777161" y="787026"/>
                    <a:pt x="2776655" y="787026"/>
                    <a:pt x="2776149" y="787026"/>
                  </a:cubicBezTo>
                  <a:close/>
                  <a:moveTo>
                    <a:pt x="2717907" y="801966"/>
                  </a:moveTo>
                  <a:cubicBezTo>
                    <a:pt x="2725250" y="809057"/>
                    <a:pt x="2738165" y="806018"/>
                    <a:pt x="2738671" y="797155"/>
                  </a:cubicBezTo>
                  <a:cubicBezTo>
                    <a:pt x="2738924" y="792850"/>
                    <a:pt x="2734873" y="786266"/>
                    <a:pt x="2725757" y="785760"/>
                  </a:cubicBezTo>
                  <a:cubicBezTo>
                    <a:pt x="2714868" y="785760"/>
                    <a:pt x="2711829" y="795636"/>
                    <a:pt x="2717907" y="801966"/>
                  </a:cubicBezTo>
                  <a:close/>
                  <a:moveTo>
                    <a:pt x="2674099" y="784240"/>
                  </a:moveTo>
                  <a:cubicBezTo>
                    <a:pt x="2663463" y="784494"/>
                    <a:pt x="2659918" y="793357"/>
                    <a:pt x="2664982" y="799687"/>
                  </a:cubicBezTo>
                  <a:cubicBezTo>
                    <a:pt x="2671566" y="807790"/>
                    <a:pt x="2686000" y="805005"/>
                    <a:pt x="2686507" y="795636"/>
                  </a:cubicBezTo>
                  <a:cubicBezTo>
                    <a:pt x="2686760" y="791331"/>
                    <a:pt x="2683215" y="785000"/>
                    <a:pt x="2674099" y="784240"/>
                  </a:cubicBezTo>
                  <a:close/>
                  <a:moveTo>
                    <a:pt x="2622187" y="783228"/>
                  </a:moveTo>
                  <a:cubicBezTo>
                    <a:pt x="2611299" y="783481"/>
                    <a:pt x="2607500" y="792344"/>
                    <a:pt x="2612565" y="798674"/>
                  </a:cubicBezTo>
                  <a:cubicBezTo>
                    <a:pt x="2619149" y="806778"/>
                    <a:pt x="2633582" y="803992"/>
                    <a:pt x="2634342" y="794623"/>
                  </a:cubicBezTo>
                  <a:cubicBezTo>
                    <a:pt x="2634849" y="790065"/>
                    <a:pt x="2631050" y="783734"/>
                    <a:pt x="2622187" y="783228"/>
                  </a:cubicBezTo>
                  <a:close/>
                  <a:moveTo>
                    <a:pt x="2569770" y="781961"/>
                  </a:moveTo>
                  <a:cubicBezTo>
                    <a:pt x="2558121" y="782215"/>
                    <a:pt x="2555336" y="791837"/>
                    <a:pt x="2559641" y="797408"/>
                  </a:cubicBezTo>
                  <a:cubicBezTo>
                    <a:pt x="2565971" y="805511"/>
                    <a:pt x="2580658" y="802726"/>
                    <a:pt x="2581671" y="793103"/>
                  </a:cubicBezTo>
                  <a:cubicBezTo>
                    <a:pt x="2582178" y="789305"/>
                    <a:pt x="2579392" y="782721"/>
                    <a:pt x="2569770" y="781961"/>
                  </a:cubicBezTo>
                  <a:close/>
                  <a:moveTo>
                    <a:pt x="2506716" y="796395"/>
                  </a:moveTo>
                  <a:cubicBezTo>
                    <a:pt x="2513047" y="804499"/>
                    <a:pt x="2527734" y="801713"/>
                    <a:pt x="2529000" y="792091"/>
                  </a:cubicBezTo>
                  <a:cubicBezTo>
                    <a:pt x="2529507" y="787786"/>
                    <a:pt x="2526215" y="781202"/>
                    <a:pt x="2517099" y="780695"/>
                  </a:cubicBezTo>
                  <a:cubicBezTo>
                    <a:pt x="2506210" y="781202"/>
                    <a:pt x="2501905" y="790318"/>
                    <a:pt x="2506716" y="796395"/>
                  </a:cubicBezTo>
                  <a:close/>
                  <a:moveTo>
                    <a:pt x="1117266" y="795636"/>
                  </a:moveTo>
                  <a:cubicBezTo>
                    <a:pt x="1120305" y="791584"/>
                    <a:pt x="1122837" y="785000"/>
                    <a:pt x="1116759" y="784747"/>
                  </a:cubicBezTo>
                  <a:cubicBezTo>
                    <a:pt x="1108656" y="785507"/>
                    <a:pt x="1098780" y="796395"/>
                    <a:pt x="1099540" y="802220"/>
                  </a:cubicBezTo>
                  <a:cubicBezTo>
                    <a:pt x="1100300" y="808297"/>
                    <a:pt x="1110935" y="804245"/>
                    <a:pt x="1117266" y="795636"/>
                  </a:cubicBezTo>
                  <a:close/>
                  <a:moveTo>
                    <a:pt x="1082827" y="786013"/>
                  </a:moveTo>
                  <a:cubicBezTo>
                    <a:pt x="1074977" y="786773"/>
                    <a:pt x="1065355" y="797661"/>
                    <a:pt x="1065608" y="803486"/>
                  </a:cubicBezTo>
                  <a:cubicBezTo>
                    <a:pt x="1066114" y="809310"/>
                    <a:pt x="1076496" y="805258"/>
                    <a:pt x="1082827" y="796649"/>
                  </a:cubicBezTo>
                  <a:cubicBezTo>
                    <a:pt x="1086372" y="792597"/>
                    <a:pt x="1088398" y="786266"/>
                    <a:pt x="1082827" y="786013"/>
                  </a:cubicBezTo>
                  <a:close/>
                  <a:moveTo>
                    <a:pt x="1049655" y="798168"/>
                  </a:moveTo>
                  <a:cubicBezTo>
                    <a:pt x="1052693" y="794116"/>
                    <a:pt x="1055732" y="787532"/>
                    <a:pt x="1049908" y="787279"/>
                  </a:cubicBezTo>
                  <a:cubicBezTo>
                    <a:pt x="1042058" y="788039"/>
                    <a:pt x="1031676" y="800194"/>
                    <a:pt x="1032688" y="805511"/>
                  </a:cubicBezTo>
                  <a:cubicBezTo>
                    <a:pt x="1033701" y="810576"/>
                    <a:pt x="1043577" y="806271"/>
                    <a:pt x="1049655" y="798168"/>
                  </a:cubicBezTo>
                  <a:close/>
                  <a:moveTo>
                    <a:pt x="1017495" y="799687"/>
                  </a:moveTo>
                  <a:cubicBezTo>
                    <a:pt x="1020787" y="795636"/>
                    <a:pt x="1023572" y="789052"/>
                    <a:pt x="1018255" y="788799"/>
                  </a:cubicBezTo>
                  <a:cubicBezTo>
                    <a:pt x="1010405" y="789558"/>
                    <a:pt x="1000022" y="801713"/>
                    <a:pt x="1000782" y="807031"/>
                  </a:cubicBezTo>
                  <a:cubicBezTo>
                    <a:pt x="1001795" y="812095"/>
                    <a:pt x="1011164" y="807790"/>
                    <a:pt x="1017495" y="799687"/>
                  </a:cubicBezTo>
                  <a:close/>
                  <a:moveTo>
                    <a:pt x="987614" y="790318"/>
                  </a:moveTo>
                  <a:cubicBezTo>
                    <a:pt x="980017" y="791078"/>
                    <a:pt x="969635" y="803232"/>
                    <a:pt x="970142" y="808550"/>
                  </a:cubicBezTo>
                  <a:cubicBezTo>
                    <a:pt x="970648" y="813615"/>
                    <a:pt x="980017" y="809310"/>
                    <a:pt x="986348" y="801207"/>
                  </a:cubicBezTo>
                  <a:cubicBezTo>
                    <a:pt x="989640" y="796902"/>
                    <a:pt x="992932" y="790318"/>
                    <a:pt x="987614" y="790318"/>
                  </a:cubicBezTo>
                  <a:close/>
                  <a:moveTo>
                    <a:pt x="956467" y="802726"/>
                  </a:moveTo>
                  <a:cubicBezTo>
                    <a:pt x="960013" y="798421"/>
                    <a:pt x="962798" y="792091"/>
                    <a:pt x="957987" y="791837"/>
                  </a:cubicBezTo>
                  <a:cubicBezTo>
                    <a:pt x="950643" y="792597"/>
                    <a:pt x="940261" y="804752"/>
                    <a:pt x="940514" y="810070"/>
                  </a:cubicBezTo>
                  <a:cubicBezTo>
                    <a:pt x="940767" y="815134"/>
                    <a:pt x="950137" y="810829"/>
                    <a:pt x="956467" y="802726"/>
                  </a:cubicBezTo>
                  <a:close/>
                  <a:moveTo>
                    <a:pt x="911900" y="812349"/>
                  </a:moveTo>
                  <a:cubicBezTo>
                    <a:pt x="912659" y="816400"/>
                    <a:pt x="921269" y="812095"/>
                    <a:pt x="927346" y="804245"/>
                  </a:cubicBezTo>
                  <a:cubicBezTo>
                    <a:pt x="930638" y="800194"/>
                    <a:pt x="934184" y="793610"/>
                    <a:pt x="929372" y="793357"/>
                  </a:cubicBezTo>
                  <a:cubicBezTo>
                    <a:pt x="922282" y="794370"/>
                    <a:pt x="911140" y="807537"/>
                    <a:pt x="911900" y="812349"/>
                  </a:cubicBezTo>
                  <a:close/>
                  <a:moveTo>
                    <a:pt x="884551" y="813868"/>
                  </a:moveTo>
                  <a:cubicBezTo>
                    <a:pt x="885058" y="817920"/>
                    <a:pt x="893414" y="813615"/>
                    <a:pt x="899745" y="805765"/>
                  </a:cubicBezTo>
                  <a:cubicBezTo>
                    <a:pt x="903037" y="801713"/>
                    <a:pt x="906582" y="795129"/>
                    <a:pt x="902024" y="794876"/>
                  </a:cubicBezTo>
                  <a:cubicBezTo>
                    <a:pt x="895187" y="795889"/>
                    <a:pt x="883792" y="809057"/>
                    <a:pt x="884551" y="813868"/>
                  </a:cubicBezTo>
                  <a:close/>
                  <a:moveTo>
                    <a:pt x="858216" y="815640"/>
                  </a:moveTo>
                  <a:cubicBezTo>
                    <a:pt x="858469" y="819692"/>
                    <a:pt x="866825" y="815387"/>
                    <a:pt x="873156" y="807537"/>
                  </a:cubicBezTo>
                  <a:cubicBezTo>
                    <a:pt x="876701" y="803232"/>
                    <a:pt x="879993" y="796902"/>
                    <a:pt x="875942" y="796649"/>
                  </a:cubicBezTo>
                  <a:cubicBezTo>
                    <a:pt x="869104" y="797661"/>
                    <a:pt x="857709" y="810829"/>
                    <a:pt x="858216" y="815640"/>
                  </a:cubicBezTo>
                  <a:close/>
                  <a:moveTo>
                    <a:pt x="833146" y="817413"/>
                  </a:moveTo>
                  <a:cubicBezTo>
                    <a:pt x="833400" y="821465"/>
                    <a:pt x="841250" y="816907"/>
                    <a:pt x="847834" y="809310"/>
                  </a:cubicBezTo>
                  <a:cubicBezTo>
                    <a:pt x="851379" y="805258"/>
                    <a:pt x="855177" y="798674"/>
                    <a:pt x="850872" y="798421"/>
                  </a:cubicBezTo>
                  <a:cubicBezTo>
                    <a:pt x="844288" y="799434"/>
                    <a:pt x="832893" y="812602"/>
                    <a:pt x="833146" y="817413"/>
                  </a:cubicBezTo>
                  <a:close/>
                  <a:moveTo>
                    <a:pt x="823524" y="811082"/>
                  </a:moveTo>
                  <a:cubicBezTo>
                    <a:pt x="827069" y="807031"/>
                    <a:pt x="831121" y="800447"/>
                    <a:pt x="827069" y="800194"/>
                  </a:cubicBezTo>
                  <a:cubicBezTo>
                    <a:pt x="820485" y="801207"/>
                    <a:pt x="808330" y="815387"/>
                    <a:pt x="809343" y="819692"/>
                  </a:cubicBezTo>
                  <a:cubicBezTo>
                    <a:pt x="809850" y="822984"/>
                    <a:pt x="817193" y="818426"/>
                    <a:pt x="823524" y="811082"/>
                  </a:cubicBezTo>
                  <a:close/>
                  <a:moveTo>
                    <a:pt x="786300" y="821718"/>
                  </a:moveTo>
                  <a:cubicBezTo>
                    <a:pt x="786806" y="825010"/>
                    <a:pt x="794150" y="820452"/>
                    <a:pt x="800227" y="813108"/>
                  </a:cubicBezTo>
                  <a:cubicBezTo>
                    <a:pt x="803772" y="809057"/>
                    <a:pt x="807824" y="802473"/>
                    <a:pt x="804279" y="802220"/>
                  </a:cubicBezTo>
                  <a:cubicBezTo>
                    <a:pt x="797948" y="803232"/>
                    <a:pt x="785793" y="817413"/>
                    <a:pt x="786300" y="821718"/>
                  </a:cubicBezTo>
                  <a:close/>
                  <a:moveTo>
                    <a:pt x="764775" y="823491"/>
                  </a:moveTo>
                  <a:cubicBezTo>
                    <a:pt x="765029" y="826782"/>
                    <a:pt x="772119" y="822224"/>
                    <a:pt x="778450" y="814881"/>
                  </a:cubicBezTo>
                  <a:cubicBezTo>
                    <a:pt x="782248" y="810323"/>
                    <a:pt x="786046" y="804245"/>
                    <a:pt x="782754" y="803992"/>
                  </a:cubicBezTo>
                  <a:cubicBezTo>
                    <a:pt x="776677" y="805258"/>
                    <a:pt x="764522" y="819439"/>
                    <a:pt x="764775" y="823491"/>
                  </a:cubicBezTo>
                  <a:close/>
                  <a:moveTo>
                    <a:pt x="744517" y="825516"/>
                  </a:moveTo>
                  <a:cubicBezTo>
                    <a:pt x="744517" y="828808"/>
                    <a:pt x="751354" y="824250"/>
                    <a:pt x="757685" y="816907"/>
                  </a:cubicBezTo>
                  <a:cubicBezTo>
                    <a:pt x="761230" y="812855"/>
                    <a:pt x="765535" y="806271"/>
                    <a:pt x="762496" y="806018"/>
                  </a:cubicBezTo>
                  <a:cubicBezTo>
                    <a:pt x="756925" y="807284"/>
                    <a:pt x="744517" y="821465"/>
                    <a:pt x="744517" y="825516"/>
                  </a:cubicBezTo>
                  <a:close/>
                  <a:moveTo>
                    <a:pt x="725525" y="828049"/>
                  </a:moveTo>
                  <a:cubicBezTo>
                    <a:pt x="726032" y="830328"/>
                    <a:pt x="732363" y="825770"/>
                    <a:pt x="738440" y="818932"/>
                  </a:cubicBezTo>
                  <a:cubicBezTo>
                    <a:pt x="741985" y="814881"/>
                    <a:pt x="746543" y="808297"/>
                    <a:pt x="743504" y="808044"/>
                  </a:cubicBezTo>
                  <a:cubicBezTo>
                    <a:pt x="737680" y="809310"/>
                    <a:pt x="724766" y="824503"/>
                    <a:pt x="725525" y="828049"/>
                  </a:cubicBezTo>
                  <a:close/>
                  <a:moveTo>
                    <a:pt x="4367927" y="873882"/>
                  </a:moveTo>
                  <a:cubicBezTo>
                    <a:pt x="4363622" y="868565"/>
                    <a:pt x="4358304" y="862487"/>
                    <a:pt x="4357291" y="861728"/>
                  </a:cubicBezTo>
                  <a:cubicBezTo>
                    <a:pt x="4357291" y="861728"/>
                    <a:pt x="4357291" y="861728"/>
                    <a:pt x="4357291" y="861728"/>
                  </a:cubicBezTo>
                  <a:cubicBezTo>
                    <a:pt x="4357797" y="862487"/>
                    <a:pt x="4374004" y="881732"/>
                    <a:pt x="4375270" y="882745"/>
                  </a:cubicBezTo>
                  <a:cubicBezTo>
                    <a:pt x="4374763" y="882239"/>
                    <a:pt x="4370459" y="876921"/>
                    <a:pt x="4367927" y="873882"/>
                  </a:cubicBezTo>
                  <a:close/>
                  <a:moveTo>
                    <a:pt x="4371218" y="879960"/>
                  </a:moveTo>
                  <a:cubicBezTo>
                    <a:pt x="4370459" y="878440"/>
                    <a:pt x="4365141" y="872363"/>
                    <a:pt x="4364128" y="871097"/>
                  </a:cubicBezTo>
                  <a:cubicBezTo>
                    <a:pt x="4360330" y="866539"/>
                    <a:pt x="4354506" y="859955"/>
                    <a:pt x="4353240" y="858942"/>
                  </a:cubicBezTo>
                  <a:cubicBezTo>
                    <a:pt x="4353240" y="858942"/>
                    <a:pt x="4353240" y="858942"/>
                    <a:pt x="4353240" y="858942"/>
                  </a:cubicBezTo>
                  <a:cubicBezTo>
                    <a:pt x="4353999" y="860461"/>
                    <a:pt x="4369953" y="879960"/>
                    <a:pt x="4371218" y="879960"/>
                  </a:cubicBezTo>
                  <a:close/>
                  <a:moveTo>
                    <a:pt x="4365647" y="877428"/>
                  </a:moveTo>
                  <a:cubicBezTo>
                    <a:pt x="4365647" y="877428"/>
                    <a:pt x="4365647" y="877174"/>
                    <a:pt x="4365647" y="877428"/>
                  </a:cubicBezTo>
                  <a:cubicBezTo>
                    <a:pt x="4365141" y="875908"/>
                    <a:pt x="4360076" y="869831"/>
                    <a:pt x="4359064" y="868565"/>
                  </a:cubicBezTo>
                  <a:cubicBezTo>
                    <a:pt x="4355265" y="864007"/>
                    <a:pt x="4349441" y="857423"/>
                    <a:pt x="4347922" y="856410"/>
                  </a:cubicBezTo>
                  <a:cubicBezTo>
                    <a:pt x="4347922" y="856410"/>
                    <a:pt x="4347922" y="856410"/>
                    <a:pt x="4347922" y="856410"/>
                  </a:cubicBezTo>
                  <a:cubicBezTo>
                    <a:pt x="4348681" y="858689"/>
                    <a:pt x="4363368" y="875908"/>
                    <a:pt x="4365647" y="877428"/>
                  </a:cubicBezTo>
                  <a:close/>
                  <a:moveTo>
                    <a:pt x="4332222" y="850586"/>
                  </a:moveTo>
                  <a:cubicBezTo>
                    <a:pt x="4331209" y="851852"/>
                    <a:pt x="4347922" y="871350"/>
                    <a:pt x="4350201" y="871603"/>
                  </a:cubicBezTo>
                  <a:cubicBezTo>
                    <a:pt x="4350707" y="870844"/>
                    <a:pt x="4344883" y="863500"/>
                    <a:pt x="4344123" y="862741"/>
                  </a:cubicBezTo>
                  <a:cubicBezTo>
                    <a:pt x="4340325" y="858182"/>
                    <a:pt x="4334248" y="851599"/>
                    <a:pt x="4332222" y="850586"/>
                  </a:cubicBezTo>
                  <a:cubicBezTo>
                    <a:pt x="4332222" y="850586"/>
                    <a:pt x="4332222" y="850586"/>
                    <a:pt x="4332222" y="850586"/>
                  </a:cubicBezTo>
                  <a:close/>
                  <a:moveTo>
                    <a:pt x="4322346" y="847800"/>
                  </a:moveTo>
                  <a:cubicBezTo>
                    <a:pt x="4322092" y="847800"/>
                    <a:pt x="4322092" y="847800"/>
                    <a:pt x="4322346" y="847800"/>
                  </a:cubicBezTo>
                  <a:cubicBezTo>
                    <a:pt x="4320067" y="848307"/>
                    <a:pt x="4336527" y="868058"/>
                    <a:pt x="4339819" y="868818"/>
                  </a:cubicBezTo>
                  <a:cubicBezTo>
                    <a:pt x="4341084" y="869071"/>
                    <a:pt x="4338805" y="865273"/>
                    <a:pt x="4334501" y="859955"/>
                  </a:cubicBezTo>
                  <a:cubicBezTo>
                    <a:pt x="4330702" y="855397"/>
                    <a:pt x="4324625" y="848813"/>
                    <a:pt x="4322346" y="847800"/>
                  </a:cubicBezTo>
                  <a:close/>
                  <a:moveTo>
                    <a:pt x="4310951" y="845015"/>
                  </a:moveTo>
                  <a:cubicBezTo>
                    <a:pt x="4310951" y="845015"/>
                    <a:pt x="4310697" y="845015"/>
                    <a:pt x="4310444" y="845015"/>
                  </a:cubicBezTo>
                  <a:cubicBezTo>
                    <a:pt x="4309178" y="846787"/>
                    <a:pt x="4324878" y="865273"/>
                    <a:pt x="4328170" y="865779"/>
                  </a:cubicBezTo>
                  <a:cubicBezTo>
                    <a:pt x="4329689" y="866032"/>
                    <a:pt x="4327410" y="862234"/>
                    <a:pt x="4323106" y="856916"/>
                  </a:cubicBezTo>
                  <a:cubicBezTo>
                    <a:pt x="4319560" y="852611"/>
                    <a:pt x="4313230" y="845774"/>
                    <a:pt x="4310951" y="845015"/>
                  </a:cubicBezTo>
                  <a:close/>
                  <a:moveTo>
                    <a:pt x="4298036" y="841976"/>
                  </a:moveTo>
                  <a:cubicBezTo>
                    <a:pt x="4297783" y="841976"/>
                    <a:pt x="4297783" y="841976"/>
                    <a:pt x="4297530" y="841976"/>
                  </a:cubicBezTo>
                  <a:cubicBezTo>
                    <a:pt x="4296010" y="843749"/>
                    <a:pt x="4311710" y="862234"/>
                    <a:pt x="4315256" y="862741"/>
                  </a:cubicBezTo>
                  <a:cubicBezTo>
                    <a:pt x="4316775" y="862994"/>
                    <a:pt x="4314749" y="859195"/>
                    <a:pt x="4310444" y="853878"/>
                  </a:cubicBezTo>
                  <a:cubicBezTo>
                    <a:pt x="4306899" y="849573"/>
                    <a:pt x="4300822" y="842989"/>
                    <a:pt x="4298036" y="841976"/>
                  </a:cubicBezTo>
                  <a:close/>
                  <a:moveTo>
                    <a:pt x="4283855" y="839190"/>
                  </a:moveTo>
                  <a:cubicBezTo>
                    <a:pt x="4283602" y="839190"/>
                    <a:pt x="4283349" y="839190"/>
                    <a:pt x="4283349" y="839190"/>
                  </a:cubicBezTo>
                  <a:cubicBezTo>
                    <a:pt x="4281323" y="840963"/>
                    <a:pt x="4297023" y="859195"/>
                    <a:pt x="4301075" y="859955"/>
                  </a:cubicBezTo>
                  <a:cubicBezTo>
                    <a:pt x="4302847" y="860208"/>
                    <a:pt x="4300822" y="856410"/>
                    <a:pt x="4296770" y="851092"/>
                  </a:cubicBezTo>
                  <a:cubicBezTo>
                    <a:pt x="4292972" y="846787"/>
                    <a:pt x="4286641" y="840203"/>
                    <a:pt x="4283855" y="839190"/>
                  </a:cubicBezTo>
                  <a:close/>
                  <a:moveTo>
                    <a:pt x="4268409" y="836405"/>
                  </a:moveTo>
                  <a:cubicBezTo>
                    <a:pt x="4268156" y="836405"/>
                    <a:pt x="4267902" y="836405"/>
                    <a:pt x="4267902" y="836405"/>
                  </a:cubicBezTo>
                  <a:cubicBezTo>
                    <a:pt x="4265623" y="838178"/>
                    <a:pt x="4281323" y="856410"/>
                    <a:pt x="4285375" y="857170"/>
                  </a:cubicBezTo>
                  <a:cubicBezTo>
                    <a:pt x="4287148" y="857423"/>
                    <a:pt x="4285628" y="853624"/>
                    <a:pt x="4281323" y="848307"/>
                  </a:cubicBezTo>
                  <a:cubicBezTo>
                    <a:pt x="4277778" y="844002"/>
                    <a:pt x="4271447" y="837165"/>
                    <a:pt x="4268409" y="836405"/>
                  </a:cubicBezTo>
                  <a:close/>
                  <a:moveTo>
                    <a:pt x="4251443" y="833619"/>
                  </a:moveTo>
                  <a:cubicBezTo>
                    <a:pt x="4251190" y="833619"/>
                    <a:pt x="4250936" y="833619"/>
                    <a:pt x="4250683" y="833619"/>
                  </a:cubicBezTo>
                  <a:cubicBezTo>
                    <a:pt x="4247897" y="835392"/>
                    <a:pt x="4263091" y="853624"/>
                    <a:pt x="4268156" y="854384"/>
                  </a:cubicBezTo>
                  <a:cubicBezTo>
                    <a:pt x="4270181" y="854637"/>
                    <a:pt x="4268662" y="850839"/>
                    <a:pt x="4264610" y="845521"/>
                  </a:cubicBezTo>
                  <a:cubicBezTo>
                    <a:pt x="4261318" y="841216"/>
                    <a:pt x="4254735" y="834379"/>
                    <a:pt x="4251443" y="833619"/>
                  </a:cubicBezTo>
                  <a:close/>
                  <a:moveTo>
                    <a:pt x="4233463" y="830834"/>
                  </a:moveTo>
                  <a:cubicBezTo>
                    <a:pt x="4233210" y="830834"/>
                    <a:pt x="4232957" y="830834"/>
                    <a:pt x="4232704" y="830834"/>
                  </a:cubicBezTo>
                  <a:cubicBezTo>
                    <a:pt x="4229412" y="832607"/>
                    <a:pt x="4244859" y="850839"/>
                    <a:pt x="4249923" y="851599"/>
                  </a:cubicBezTo>
                  <a:cubicBezTo>
                    <a:pt x="4252202" y="851852"/>
                    <a:pt x="4250683" y="848053"/>
                    <a:pt x="4246631" y="842736"/>
                  </a:cubicBezTo>
                  <a:cubicBezTo>
                    <a:pt x="4243340" y="838178"/>
                    <a:pt x="4237009" y="831594"/>
                    <a:pt x="4233463" y="830834"/>
                  </a:cubicBezTo>
                  <a:close/>
                  <a:moveTo>
                    <a:pt x="4213965" y="827795"/>
                  </a:moveTo>
                  <a:cubicBezTo>
                    <a:pt x="4213712" y="827795"/>
                    <a:pt x="4213459" y="827795"/>
                    <a:pt x="4213206" y="827795"/>
                  </a:cubicBezTo>
                  <a:cubicBezTo>
                    <a:pt x="4209661" y="829568"/>
                    <a:pt x="4224854" y="847800"/>
                    <a:pt x="4230425" y="848560"/>
                  </a:cubicBezTo>
                  <a:cubicBezTo>
                    <a:pt x="4232704" y="848813"/>
                    <a:pt x="4231691" y="845015"/>
                    <a:pt x="4227639" y="839697"/>
                  </a:cubicBezTo>
                  <a:cubicBezTo>
                    <a:pt x="4224348" y="835645"/>
                    <a:pt x="4218017" y="828808"/>
                    <a:pt x="4213965" y="827795"/>
                  </a:cubicBezTo>
                  <a:close/>
                  <a:moveTo>
                    <a:pt x="4192188" y="825263"/>
                  </a:moveTo>
                  <a:cubicBezTo>
                    <a:pt x="4189655" y="828049"/>
                    <a:pt x="4204090" y="845015"/>
                    <a:pt x="4209407" y="845774"/>
                  </a:cubicBezTo>
                  <a:cubicBezTo>
                    <a:pt x="4211939" y="846028"/>
                    <a:pt x="4210926" y="842229"/>
                    <a:pt x="4206875" y="836911"/>
                  </a:cubicBezTo>
                  <a:cubicBezTo>
                    <a:pt x="4203583" y="832353"/>
                    <a:pt x="4197252" y="825770"/>
                    <a:pt x="4193200" y="825010"/>
                  </a:cubicBezTo>
                  <a:cubicBezTo>
                    <a:pt x="4192947" y="825010"/>
                    <a:pt x="4192441" y="825010"/>
                    <a:pt x="4192188" y="825263"/>
                  </a:cubicBezTo>
                  <a:close/>
                  <a:moveTo>
                    <a:pt x="4171423" y="822224"/>
                  </a:moveTo>
                  <a:cubicBezTo>
                    <a:pt x="4170917" y="822224"/>
                    <a:pt x="4170663" y="822224"/>
                    <a:pt x="4170157" y="822478"/>
                  </a:cubicBezTo>
                  <a:cubicBezTo>
                    <a:pt x="4167118" y="825263"/>
                    <a:pt x="4181552" y="842229"/>
                    <a:pt x="4187376" y="842989"/>
                  </a:cubicBezTo>
                  <a:cubicBezTo>
                    <a:pt x="4189909" y="843242"/>
                    <a:pt x="4189149" y="839444"/>
                    <a:pt x="4185351" y="834126"/>
                  </a:cubicBezTo>
                  <a:cubicBezTo>
                    <a:pt x="4182312" y="829821"/>
                    <a:pt x="4175728" y="823237"/>
                    <a:pt x="4171423" y="822224"/>
                  </a:cubicBezTo>
                  <a:close/>
                  <a:moveTo>
                    <a:pt x="4148633" y="819692"/>
                  </a:moveTo>
                  <a:cubicBezTo>
                    <a:pt x="4148126" y="819692"/>
                    <a:pt x="4147620" y="819692"/>
                    <a:pt x="4147367" y="819945"/>
                  </a:cubicBezTo>
                  <a:cubicBezTo>
                    <a:pt x="4144075" y="822731"/>
                    <a:pt x="4158256" y="839697"/>
                    <a:pt x="4164333" y="840457"/>
                  </a:cubicBezTo>
                  <a:cubicBezTo>
                    <a:pt x="4167118" y="840710"/>
                    <a:pt x="4166359" y="836911"/>
                    <a:pt x="4162560" y="831847"/>
                  </a:cubicBezTo>
                  <a:cubicBezTo>
                    <a:pt x="4159521" y="827036"/>
                    <a:pt x="4152938" y="820452"/>
                    <a:pt x="4148633" y="819692"/>
                  </a:cubicBezTo>
                  <a:close/>
                  <a:moveTo>
                    <a:pt x="4124323" y="816907"/>
                  </a:moveTo>
                  <a:cubicBezTo>
                    <a:pt x="4123817" y="816907"/>
                    <a:pt x="4123310" y="816907"/>
                    <a:pt x="4123057" y="817160"/>
                  </a:cubicBezTo>
                  <a:cubicBezTo>
                    <a:pt x="4119512" y="819945"/>
                    <a:pt x="4133439" y="836911"/>
                    <a:pt x="4140023" y="837418"/>
                  </a:cubicBezTo>
                  <a:cubicBezTo>
                    <a:pt x="4143062" y="837671"/>
                    <a:pt x="4142302" y="833873"/>
                    <a:pt x="4138757" y="828808"/>
                  </a:cubicBezTo>
                  <a:cubicBezTo>
                    <a:pt x="4135465" y="824250"/>
                    <a:pt x="4128881" y="817666"/>
                    <a:pt x="4124323" y="816907"/>
                  </a:cubicBezTo>
                  <a:close/>
                  <a:moveTo>
                    <a:pt x="4099000" y="814121"/>
                  </a:moveTo>
                  <a:cubicBezTo>
                    <a:pt x="4098494" y="814121"/>
                    <a:pt x="4097988" y="814121"/>
                    <a:pt x="4097481" y="814374"/>
                  </a:cubicBezTo>
                  <a:cubicBezTo>
                    <a:pt x="4093936" y="816907"/>
                    <a:pt x="4106344" y="832860"/>
                    <a:pt x="4113434" y="834632"/>
                  </a:cubicBezTo>
                  <a:cubicBezTo>
                    <a:pt x="4117233" y="835645"/>
                    <a:pt x="4116980" y="831594"/>
                    <a:pt x="4113181" y="826023"/>
                  </a:cubicBezTo>
                  <a:cubicBezTo>
                    <a:pt x="4110142" y="821465"/>
                    <a:pt x="4103812" y="814881"/>
                    <a:pt x="4099000" y="814121"/>
                  </a:cubicBezTo>
                  <a:close/>
                  <a:moveTo>
                    <a:pt x="4072412" y="811336"/>
                  </a:moveTo>
                  <a:cubicBezTo>
                    <a:pt x="4071905" y="811336"/>
                    <a:pt x="4071399" y="811336"/>
                    <a:pt x="4070892" y="811589"/>
                  </a:cubicBezTo>
                  <a:cubicBezTo>
                    <a:pt x="4066841" y="814374"/>
                    <a:pt x="4078996" y="830074"/>
                    <a:pt x="4086846" y="831847"/>
                  </a:cubicBezTo>
                  <a:cubicBezTo>
                    <a:pt x="4090644" y="832860"/>
                    <a:pt x="4090644" y="828808"/>
                    <a:pt x="4086846" y="823237"/>
                  </a:cubicBezTo>
                  <a:cubicBezTo>
                    <a:pt x="4083807" y="818932"/>
                    <a:pt x="4077476" y="812349"/>
                    <a:pt x="4072412" y="811336"/>
                  </a:cubicBezTo>
                  <a:close/>
                  <a:moveTo>
                    <a:pt x="4044810" y="808803"/>
                  </a:moveTo>
                  <a:cubicBezTo>
                    <a:pt x="4044304" y="808803"/>
                    <a:pt x="4043797" y="808803"/>
                    <a:pt x="4043291" y="809057"/>
                  </a:cubicBezTo>
                  <a:cubicBezTo>
                    <a:pt x="4038986" y="811589"/>
                    <a:pt x="4051394" y="827542"/>
                    <a:pt x="4058991" y="829315"/>
                  </a:cubicBezTo>
                  <a:cubicBezTo>
                    <a:pt x="4063042" y="830328"/>
                    <a:pt x="4063296" y="826276"/>
                    <a:pt x="4059497" y="820705"/>
                  </a:cubicBezTo>
                  <a:cubicBezTo>
                    <a:pt x="4056459" y="816147"/>
                    <a:pt x="4050128" y="809563"/>
                    <a:pt x="4044810" y="808803"/>
                  </a:cubicBezTo>
                  <a:close/>
                  <a:moveTo>
                    <a:pt x="4016196" y="806018"/>
                  </a:moveTo>
                  <a:cubicBezTo>
                    <a:pt x="4015689" y="806018"/>
                    <a:pt x="4014930" y="806018"/>
                    <a:pt x="4014423" y="806271"/>
                  </a:cubicBezTo>
                  <a:cubicBezTo>
                    <a:pt x="4009865" y="808803"/>
                    <a:pt x="4022020" y="824757"/>
                    <a:pt x="4029870" y="826529"/>
                  </a:cubicBezTo>
                  <a:cubicBezTo>
                    <a:pt x="4033922" y="827542"/>
                    <a:pt x="4034428" y="823491"/>
                    <a:pt x="4030883" y="817920"/>
                  </a:cubicBezTo>
                  <a:cubicBezTo>
                    <a:pt x="4028097" y="813615"/>
                    <a:pt x="4021767" y="807031"/>
                    <a:pt x="4016196" y="806018"/>
                  </a:cubicBezTo>
                  <a:close/>
                  <a:moveTo>
                    <a:pt x="3955928" y="800700"/>
                  </a:moveTo>
                  <a:cubicBezTo>
                    <a:pt x="3955168" y="800700"/>
                    <a:pt x="3954409" y="800700"/>
                    <a:pt x="3953649" y="801207"/>
                  </a:cubicBezTo>
                  <a:cubicBezTo>
                    <a:pt x="3949597" y="804752"/>
                    <a:pt x="3960992" y="819439"/>
                    <a:pt x="3969096" y="820958"/>
                  </a:cubicBezTo>
                  <a:cubicBezTo>
                    <a:pt x="3973401" y="821971"/>
                    <a:pt x="3974160" y="817920"/>
                    <a:pt x="3970615" y="812349"/>
                  </a:cubicBezTo>
                  <a:cubicBezTo>
                    <a:pt x="3967830" y="808297"/>
                    <a:pt x="3961499" y="801713"/>
                    <a:pt x="3955928" y="800700"/>
                  </a:cubicBezTo>
                  <a:close/>
                  <a:moveTo>
                    <a:pt x="3938962" y="810070"/>
                  </a:moveTo>
                  <a:cubicBezTo>
                    <a:pt x="3936429" y="805765"/>
                    <a:pt x="3930099" y="799181"/>
                    <a:pt x="3924022" y="798421"/>
                  </a:cubicBezTo>
                  <a:cubicBezTo>
                    <a:pt x="3923262" y="798421"/>
                    <a:pt x="3922502" y="798421"/>
                    <a:pt x="3921742" y="798928"/>
                  </a:cubicBezTo>
                  <a:cubicBezTo>
                    <a:pt x="3917438" y="802473"/>
                    <a:pt x="3928580" y="817160"/>
                    <a:pt x="3936936" y="818679"/>
                  </a:cubicBezTo>
                  <a:cubicBezTo>
                    <a:pt x="3941241" y="819439"/>
                    <a:pt x="3942254" y="815640"/>
                    <a:pt x="3938962" y="810070"/>
                  </a:cubicBezTo>
                  <a:close/>
                  <a:moveTo>
                    <a:pt x="3760184" y="805511"/>
                  </a:moveTo>
                  <a:cubicBezTo>
                    <a:pt x="3766515" y="807790"/>
                    <a:pt x="3769301" y="803992"/>
                    <a:pt x="3766009" y="797408"/>
                  </a:cubicBezTo>
                  <a:cubicBezTo>
                    <a:pt x="3763730" y="793103"/>
                    <a:pt x="3757652" y="786520"/>
                    <a:pt x="3751068" y="785760"/>
                  </a:cubicBezTo>
                  <a:cubicBezTo>
                    <a:pt x="3750309" y="785760"/>
                    <a:pt x="3749549" y="785760"/>
                    <a:pt x="3748789" y="786013"/>
                  </a:cubicBezTo>
                  <a:cubicBezTo>
                    <a:pt x="3742458" y="788545"/>
                    <a:pt x="3750309" y="801966"/>
                    <a:pt x="3760184" y="805511"/>
                  </a:cubicBezTo>
                  <a:close/>
                  <a:moveTo>
                    <a:pt x="2885542" y="757399"/>
                  </a:moveTo>
                  <a:cubicBezTo>
                    <a:pt x="2885289" y="753094"/>
                    <a:pt x="2881237" y="746763"/>
                    <a:pt x="2872374" y="746257"/>
                  </a:cubicBezTo>
                  <a:cubicBezTo>
                    <a:pt x="2872121" y="746257"/>
                    <a:pt x="2871615" y="746257"/>
                    <a:pt x="2871108" y="746257"/>
                  </a:cubicBezTo>
                  <a:cubicBezTo>
                    <a:pt x="2862245" y="746763"/>
                    <a:pt x="2859460" y="755879"/>
                    <a:pt x="2866044" y="762210"/>
                  </a:cubicBezTo>
                  <a:cubicBezTo>
                    <a:pt x="2873641" y="769300"/>
                    <a:pt x="2885795" y="766261"/>
                    <a:pt x="2885542" y="757399"/>
                  </a:cubicBezTo>
                  <a:close/>
                  <a:moveTo>
                    <a:pt x="2821476" y="744737"/>
                  </a:moveTo>
                  <a:cubicBezTo>
                    <a:pt x="2812613" y="745244"/>
                    <a:pt x="2809321" y="754360"/>
                    <a:pt x="2815905" y="760691"/>
                  </a:cubicBezTo>
                  <a:cubicBezTo>
                    <a:pt x="2823249" y="767781"/>
                    <a:pt x="2835657" y="764742"/>
                    <a:pt x="2835403" y="755879"/>
                  </a:cubicBezTo>
                  <a:cubicBezTo>
                    <a:pt x="2835403" y="751574"/>
                    <a:pt x="2831352" y="745244"/>
                    <a:pt x="2822489" y="744737"/>
                  </a:cubicBezTo>
                  <a:cubicBezTo>
                    <a:pt x="2822236" y="744737"/>
                    <a:pt x="2821729" y="744737"/>
                    <a:pt x="2821476" y="744737"/>
                  </a:cubicBezTo>
                  <a:close/>
                  <a:moveTo>
                    <a:pt x="2771590" y="743218"/>
                  </a:moveTo>
                  <a:cubicBezTo>
                    <a:pt x="2762474" y="743724"/>
                    <a:pt x="2758929" y="752840"/>
                    <a:pt x="2765513" y="759171"/>
                  </a:cubicBezTo>
                  <a:cubicBezTo>
                    <a:pt x="2772857" y="766261"/>
                    <a:pt x="2785518" y="763223"/>
                    <a:pt x="2785518" y="754360"/>
                  </a:cubicBezTo>
                  <a:cubicBezTo>
                    <a:pt x="2785518" y="750055"/>
                    <a:pt x="2781466" y="743724"/>
                    <a:pt x="2772857" y="743218"/>
                  </a:cubicBezTo>
                  <a:cubicBezTo>
                    <a:pt x="2772350" y="743218"/>
                    <a:pt x="2771844" y="743218"/>
                    <a:pt x="2771590" y="743218"/>
                  </a:cubicBezTo>
                  <a:close/>
                  <a:moveTo>
                    <a:pt x="2714615" y="757905"/>
                  </a:moveTo>
                  <a:cubicBezTo>
                    <a:pt x="2721705" y="764995"/>
                    <a:pt x="2734620" y="761957"/>
                    <a:pt x="2734873" y="753094"/>
                  </a:cubicBezTo>
                  <a:cubicBezTo>
                    <a:pt x="2734873" y="748789"/>
                    <a:pt x="2731074" y="742458"/>
                    <a:pt x="2722211" y="741952"/>
                  </a:cubicBezTo>
                  <a:cubicBezTo>
                    <a:pt x="2711323" y="742205"/>
                    <a:pt x="2708284" y="751828"/>
                    <a:pt x="2714615" y="757905"/>
                  </a:cubicBezTo>
                  <a:close/>
                  <a:moveTo>
                    <a:pt x="2662703" y="755879"/>
                  </a:moveTo>
                  <a:cubicBezTo>
                    <a:pt x="2669287" y="763982"/>
                    <a:pt x="2683215" y="761197"/>
                    <a:pt x="2683721" y="751828"/>
                  </a:cubicBezTo>
                  <a:cubicBezTo>
                    <a:pt x="2683974" y="747523"/>
                    <a:pt x="2680176" y="741192"/>
                    <a:pt x="2671313" y="740686"/>
                  </a:cubicBezTo>
                  <a:cubicBezTo>
                    <a:pt x="2661184" y="740939"/>
                    <a:pt x="2657639" y="749802"/>
                    <a:pt x="2662703" y="755879"/>
                  </a:cubicBezTo>
                  <a:close/>
                  <a:moveTo>
                    <a:pt x="2620668" y="739673"/>
                  </a:moveTo>
                  <a:cubicBezTo>
                    <a:pt x="2610032" y="739926"/>
                    <a:pt x="2606234" y="748789"/>
                    <a:pt x="2611299" y="754866"/>
                  </a:cubicBezTo>
                  <a:cubicBezTo>
                    <a:pt x="2617882" y="762716"/>
                    <a:pt x="2632063" y="759931"/>
                    <a:pt x="2632570" y="750815"/>
                  </a:cubicBezTo>
                  <a:cubicBezTo>
                    <a:pt x="2633076" y="746510"/>
                    <a:pt x="2629531" y="740179"/>
                    <a:pt x="2620668" y="739673"/>
                  </a:cubicBezTo>
                  <a:close/>
                  <a:moveTo>
                    <a:pt x="2569263" y="738407"/>
                  </a:moveTo>
                  <a:cubicBezTo>
                    <a:pt x="2557868" y="738660"/>
                    <a:pt x="2555082" y="748029"/>
                    <a:pt x="2559387" y="753600"/>
                  </a:cubicBezTo>
                  <a:cubicBezTo>
                    <a:pt x="2565718" y="761450"/>
                    <a:pt x="2580152" y="758918"/>
                    <a:pt x="2581165" y="749549"/>
                  </a:cubicBezTo>
                  <a:cubicBezTo>
                    <a:pt x="2581671" y="745497"/>
                    <a:pt x="2578886" y="739166"/>
                    <a:pt x="2569263" y="738407"/>
                  </a:cubicBezTo>
                  <a:close/>
                  <a:moveTo>
                    <a:pt x="2517605" y="737394"/>
                  </a:moveTo>
                  <a:cubicBezTo>
                    <a:pt x="2506970" y="737647"/>
                    <a:pt x="2502665" y="746510"/>
                    <a:pt x="2507476" y="752587"/>
                  </a:cubicBezTo>
                  <a:cubicBezTo>
                    <a:pt x="2513553" y="760437"/>
                    <a:pt x="2527987" y="757905"/>
                    <a:pt x="2529253" y="748536"/>
                  </a:cubicBezTo>
                  <a:cubicBezTo>
                    <a:pt x="2530013" y="744231"/>
                    <a:pt x="2526721" y="737900"/>
                    <a:pt x="2517605" y="737394"/>
                  </a:cubicBezTo>
                  <a:close/>
                  <a:moveTo>
                    <a:pt x="1181332" y="750561"/>
                  </a:moveTo>
                  <a:cubicBezTo>
                    <a:pt x="1184371" y="746510"/>
                    <a:pt x="1186903" y="740179"/>
                    <a:pt x="1180826" y="739926"/>
                  </a:cubicBezTo>
                  <a:cubicBezTo>
                    <a:pt x="1172722" y="740686"/>
                    <a:pt x="1163100" y="751321"/>
                    <a:pt x="1163606" y="757145"/>
                  </a:cubicBezTo>
                  <a:cubicBezTo>
                    <a:pt x="1164366" y="762970"/>
                    <a:pt x="1175001" y="759171"/>
                    <a:pt x="1181332" y="750561"/>
                  </a:cubicBezTo>
                  <a:close/>
                  <a:moveTo>
                    <a:pt x="1146893" y="751828"/>
                  </a:moveTo>
                  <a:cubicBezTo>
                    <a:pt x="1149932" y="747776"/>
                    <a:pt x="1152718" y="741445"/>
                    <a:pt x="1146893" y="741192"/>
                  </a:cubicBezTo>
                  <a:cubicBezTo>
                    <a:pt x="1138790" y="741952"/>
                    <a:pt x="1129168" y="752587"/>
                    <a:pt x="1129674" y="758411"/>
                  </a:cubicBezTo>
                  <a:cubicBezTo>
                    <a:pt x="1129927" y="764236"/>
                    <a:pt x="1140309" y="760184"/>
                    <a:pt x="1146893" y="751828"/>
                  </a:cubicBezTo>
                  <a:close/>
                  <a:moveTo>
                    <a:pt x="1113468" y="742458"/>
                  </a:moveTo>
                  <a:cubicBezTo>
                    <a:pt x="1105364" y="743218"/>
                    <a:pt x="1094982" y="754866"/>
                    <a:pt x="1096248" y="760184"/>
                  </a:cubicBezTo>
                  <a:cubicBezTo>
                    <a:pt x="1097261" y="764995"/>
                    <a:pt x="1107137" y="760944"/>
                    <a:pt x="1113468" y="753094"/>
                  </a:cubicBezTo>
                  <a:cubicBezTo>
                    <a:pt x="1116759" y="748789"/>
                    <a:pt x="1119038" y="742711"/>
                    <a:pt x="1113468" y="742458"/>
                  </a:cubicBezTo>
                  <a:close/>
                  <a:moveTo>
                    <a:pt x="1080801" y="754360"/>
                  </a:moveTo>
                  <a:cubicBezTo>
                    <a:pt x="1084093" y="750308"/>
                    <a:pt x="1087132" y="743978"/>
                    <a:pt x="1081561" y="743724"/>
                  </a:cubicBezTo>
                  <a:cubicBezTo>
                    <a:pt x="1073711" y="744484"/>
                    <a:pt x="1063329" y="756132"/>
                    <a:pt x="1064088" y="761450"/>
                  </a:cubicBezTo>
                  <a:cubicBezTo>
                    <a:pt x="1064595" y="766515"/>
                    <a:pt x="1074217" y="762463"/>
                    <a:pt x="1080801" y="754360"/>
                  </a:cubicBezTo>
                  <a:close/>
                  <a:moveTo>
                    <a:pt x="1049148" y="755626"/>
                  </a:moveTo>
                  <a:cubicBezTo>
                    <a:pt x="1052440" y="751574"/>
                    <a:pt x="1055479" y="745244"/>
                    <a:pt x="1050161" y="744990"/>
                  </a:cubicBezTo>
                  <a:cubicBezTo>
                    <a:pt x="1042564" y="745750"/>
                    <a:pt x="1031929" y="757652"/>
                    <a:pt x="1032435" y="762716"/>
                  </a:cubicBezTo>
                  <a:cubicBezTo>
                    <a:pt x="1033448" y="767781"/>
                    <a:pt x="1042817" y="763729"/>
                    <a:pt x="1049148" y="755626"/>
                  </a:cubicBezTo>
                  <a:close/>
                  <a:moveTo>
                    <a:pt x="1002555" y="764489"/>
                  </a:moveTo>
                  <a:cubicBezTo>
                    <a:pt x="1002808" y="769300"/>
                    <a:pt x="1012177" y="765249"/>
                    <a:pt x="1018761" y="757145"/>
                  </a:cubicBezTo>
                  <a:cubicBezTo>
                    <a:pt x="1022053" y="753094"/>
                    <a:pt x="1025345" y="746763"/>
                    <a:pt x="1020280" y="746510"/>
                  </a:cubicBezTo>
                  <a:cubicBezTo>
                    <a:pt x="1012937" y="747523"/>
                    <a:pt x="1002301" y="759171"/>
                    <a:pt x="1002555" y="764489"/>
                  </a:cubicBezTo>
                  <a:close/>
                  <a:moveTo>
                    <a:pt x="991159" y="748029"/>
                  </a:moveTo>
                  <a:cubicBezTo>
                    <a:pt x="984069" y="748789"/>
                    <a:pt x="973180" y="760691"/>
                    <a:pt x="973434" y="766008"/>
                  </a:cubicBezTo>
                  <a:cubicBezTo>
                    <a:pt x="973434" y="770820"/>
                    <a:pt x="982803" y="766768"/>
                    <a:pt x="989387" y="758665"/>
                  </a:cubicBezTo>
                  <a:cubicBezTo>
                    <a:pt x="992932" y="754360"/>
                    <a:pt x="995971" y="748282"/>
                    <a:pt x="991159" y="748029"/>
                  </a:cubicBezTo>
                  <a:close/>
                  <a:moveTo>
                    <a:pt x="961026" y="760184"/>
                  </a:moveTo>
                  <a:cubicBezTo>
                    <a:pt x="964317" y="756132"/>
                    <a:pt x="968116" y="749802"/>
                    <a:pt x="963305" y="749549"/>
                  </a:cubicBezTo>
                  <a:cubicBezTo>
                    <a:pt x="956214" y="750561"/>
                    <a:pt x="944819" y="763223"/>
                    <a:pt x="945579" y="768034"/>
                  </a:cubicBezTo>
                  <a:cubicBezTo>
                    <a:pt x="946085" y="772086"/>
                    <a:pt x="954695" y="767781"/>
                    <a:pt x="961026" y="760184"/>
                  </a:cubicBezTo>
                  <a:close/>
                  <a:moveTo>
                    <a:pt x="918737" y="769553"/>
                  </a:moveTo>
                  <a:cubicBezTo>
                    <a:pt x="919243" y="773605"/>
                    <a:pt x="927346" y="769300"/>
                    <a:pt x="933930" y="761703"/>
                  </a:cubicBezTo>
                  <a:cubicBezTo>
                    <a:pt x="937476" y="757652"/>
                    <a:pt x="941021" y="751321"/>
                    <a:pt x="936716" y="751068"/>
                  </a:cubicBezTo>
                  <a:cubicBezTo>
                    <a:pt x="929625" y="752081"/>
                    <a:pt x="918230" y="764995"/>
                    <a:pt x="918737" y="769553"/>
                  </a:cubicBezTo>
                  <a:close/>
                  <a:moveTo>
                    <a:pt x="892908" y="771326"/>
                  </a:moveTo>
                  <a:cubicBezTo>
                    <a:pt x="893161" y="775378"/>
                    <a:pt x="901264" y="771073"/>
                    <a:pt x="907848" y="763476"/>
                  </a:cubicBezTo>
                  <a:cubicBezTo>
                    <a:pt x="911646" y="759171"/>
                    <a:pt x="914938" y="753094"/>
                    <a:pt x="910887" y="752840"/>
                  </a:cubicBezTo>
                  <a:cubicBezTo>
                    <a:pt x="904303" y="753853"/>
                    <a:pt x="892655" y="766515"/>
                    <a:pt x="892908" y="771326"/>
                  </a:cubicBezTo>
                  <a:close/>
                  <a:moveTo>
                    <a:pt x="868345" y="773099"/>
                  </a:moveTo>
                  <a:cubicBezTo>
                    <a:pt x="868345" y="777150"/>
                    <a:pt x="876448" y="772592"/>
                    <a:pt x="883032" y="765249"/>
                  </a:cubicBezTo>
                  <a:cubicBezTo>
                    <a:pt x="886324" y="761197"/>
                    <a:pt x="890375" y="754613"/>
                    <a:pt x="886324" y="754613"/>
                  </a:cubicBezTo>
                  <a:cubicBezTo>
                    <a:pt x="879993" y="755626"/>
                    <a:pt x="868345" y="768287"/>
                    <a:pt x="868345" y="773099"/>
                  </a:cubicBezTo>
                  <a:close/>
                  <a:moveTo>
                    <a:pt x="844795" y="775378"/>
                  </a:moveTo>
                  <a:cubicBezTo>
                    <a:pt x="845301" y="778416"/>
                    <a:pt x="852645" y="774111"/>
                    <a:pt x="858975" y="767021"/>
                  </a:cubicBezTo>
                  <a:cubicBezTo>
                    <a:pt x="862521" y="762970"/>
                    <a:pt x="866825" y="756639"/>
                    <a:pt x="862774" y="756386"/>
                  </a:cubicBezTo>
                  <a:cubicBezTo>
                    <a:pt x="856443" y="757399"/>
                    <a:pt x="844288" y="771326"/>
                    <a:pt x="844795" y="775378"/>
                  </a:cubicBezTo>
                  <a:close/>
                  <a:moveTo>
                    <a:pt x="822511" y="777150"/>
                  </a:moveTo>
                  <a:cubicBezTo>
                    <a:pt x="822764" y="780189"/>
                    <a:pt x="830108" y="775884"/>
                    <a:pt x="836438" y="768541"/>
                  </a:cubicBezTo>
                  <a:cubicBezTo>
                    <a:pt x="839983" y="764489"/>
                    <a:pt x="844288" y="758158"/>
                    <a:pt x="840743" y="757905"/>
                  </a:cubicBezTo>
                  <a:cubicBezTo>
                    <a:pt x="834666" y="759171"/>
                    <a:pt x="822004" y="773099"/>
                    <a:pt x="822511" y="777150"/>
                  </a:cubicBezTo>
                  <a:close/>
                  <a:moveTo>
                    <a:pt x="819725" y="760184"/>
                  </a:moveTo>
                  <a:cubicBezTo>
                    <a:pt x="813901" y="761197"/>
                    <a:pt x="801493" y="775124"/>
                    <a:pt x="801493" y="779176"/>
                  </a:cubicBezTo>
                  <a:cubicBezTo>
                    <a:pt x="801493" y="782468"/>
                    <a:pt x="808584" y="777910"/>
                    <a:pt x="815167" y="770566"/>
                  </a:cubicBezTo>
                  <a:cubicBezTo>
                    <a:pt x="818966" y="766261"/>
                    <a:pt x="823017" y="760184"/>
                    <a:pt x="819725" y="760184"/>
                  </a:cubicBezTo>
                  <a:close/>
                  <a:moveTo>
                    <a:pt x="781488" y="781455"/>
                  </a:moveTo>
                  <a:cubicBezTo>
                    <a:pt x="781995" y="783734"/>
                    <a:pt x="788579" y="779176"/>
                    <a:pt x="794656" y="772592"/>
                  </a:cubicBezTo>
                  <a:cubicBezTo>
                    <a:pt x="798201" y="768541"/>
                    <a:pt x="803013" y="762210"/>
                    <a:pt x="799721" y="761957"/>
                  </a:cubicBezTo>
                  <a:cubicBezTo>
                    <a:pt x="793896" y="763223"/>
                    <a:pt x="780729" y="778163"/>
                    <a:pt x="781488" y="781455"/>
                  </a:cubicBezTo>
                  <a:close/>
                  <a:moveTo>
                    <a:pt x="648038" y="802220"/>
                  </a:moveTo>
                  <a:cubicBezTo>
                    <a:pt x="646013" y="804499"/>
                    <a:pt x="643987" y="806524"/>
                    <a:pt x="641961" y="808803"/>
                  </a:cubicBezTo>
                  <a:lnTo>
                    <a:pt x="654369" y="795129"/>
                  </a:lnTo>
                  <a:cubicBezTo>
                    <a:pt x="652343" y="797661"/>
                    <a:pt x="650064" y="799941"/>
                    <a:pt x="648038" y="802220"/>
                  </a:cubicBezTo>
                  <a:close/>
                  <a:moveTo>
                    <a:pt x="4328423" y="828555"/>
                  </a:moveTo>
                  <a:cubicBezTo>
                    <a:pt x="4323865" y="823491"/>
                    <a:pt x="4318547" y="817413"/>
                    <a:pt x="4317535" y="816653"/>
                  </a:cubicBezTo>
                  <a:lnTo>
                    <a:pt x="4317535" y="816653"/>
                  </a:lnTo>
                  <a:cubicBezTo>
                    <a:pt x="4318041" y="817413"/>
                    <a:pt x="4334754" y="836152"/>
                    <a:pt x="4335767" y="837165"/>
                  </a:cubicBezTo>
                  <a:cubicBezTo>
                    <a:pt x="4335514" y="836658"/>
                    <a:pt x="4331715" y="832353"/>
                    <a:pt x="4328423" y="828555"/>
                  </a:cubicBezTo>
                  <a:close/>
                  <a:moveTo>
                    <a:pt x="4331969" y="834379"/>
                  </a:moveTo>
                  <a:cubicBezTo>
                    <a:pt x="4331209" y="832860"/>
                    <a:pt x="4325891" y="827036"/>
                    <a:pt x="4324878" y="825770"/>
                  </a:cubicBezTo>
                  <a:cubicBezTo>
                    <a:pt x="4321080" y="821465"/>
                    <a:pt x="4315002" y="814881"/>
                    <a:pt x="4313736" y="813868"/>
                  </a:cubicBezTo>
                  <a:cubicBezTo>
                    <a:pt x="4313736" y="813868"/>
                    <a:pt x="4313736" y="813868"/>
                    <a:pt x="4313736" y="813868"/>
                  </a:cubicBezTo>
                  <a:cubicBezTo>
                    <a:pt x="4314496" y="815134"/>
                    <a:pt x="4330956" y="834126"/>
                    <a:pt x="4331969" y="834379"/>
                  </a:cubicBezTo>
                  <a:close/>
                  <a:moveTo>
                    <a:pt x="4326398" y="831594"/>
                  </a:moveTo>
                  <a:cubicBezTo>
                    <a:pt x="4326398" y="831594"/>
                    <a:pt x="4326651" y="831594"/>
                    <a:pt x="4326398" y="831594"/>
                  </a:cubicBezTo>
                  <a:cubicBezTo>
                    <a:pt x="4325891" y="830074"/>
                    <a:pt x="4320573" y="824250"/>
                    <a:pt x="4319560" y="822984"/>
                  </a:cubicBezTo>
                  <a:cubicBezTo>
                    <a:pt x="4315762" y="818679"/>
                    <a:pt x="4309685" y="812095"/>
                    <a:pt x="4308165" y="811082"/>
                  </a:cubicBezTo>
                  <a:cubicBezTo>
                    <a:pt x="4308165" y="811082"/>
                    <a:pt x="4308165" y="811082"/>
                    <a:pt x="4308165" y="811082"/>
                  </a:cubicBezTo>
                  <a:cubicBezTo>
                    <a:pt x="4309431" y="813615"/>
                    <a:pt x="4324372" y="830328"/>
                    <a:pt x="4326398" y="831594"/>
                  </a:cubicBezTo>
                  <a:close/>
                  <a:moveTo>
                    <a:pt x="4319560" y="828808"/>
                  </a:moveTo>
                  <a:cubicBezTo>
                    <a:pt x="4319560" y="828808"/>
                    <a:pt x="4319814" y="828808"/>
                    <a:pt x="4319560" y="828808"/>
                  </a:cubicBezTo>
                  <a:cubicBezTo>
                    <a:pt x="4319307" y="827289"/>
                    <a:pt x="4314749" y="821971"/>
                    <a:pt x="4313230" y="820199"/>
                  </a:cubicBezTo>
                  <a:cubicBezTo>
                    <a:pt x="4309431" y="815894"/>
                    <a:pt x="4303101" y="809310"/>
                    <a:pt x="4301581" y="808297"/>
                  </a:cubicBezTo>
                  <a:cubicBezTo>
                    <a:pt x="4301581" y="808297"/>
                    <a:pt x="4301581" y="808297"/>
                    <a:pt x="4301328" y="808297"/>
                  </a:cubicBezTo>
                  <a:cubicBezTo>
                    <a:pt x="4302088" y="810829"/>
                    <a:pt x="4317028" y="827542"/>
                    <a:pt x="4319560" y="828808"/>
                  </a:cubicBezTo>
                  <a:close/>
                  <a:moveTo>
                    <a:pt x="4292972" y="805765"/>
                  </a:moveTo>
                  <a:cubicBezTo>
                    <a:pt x="4292972" y="805765"/>
                    <a:pt x="4292972" y="805765"/>
                    <a:pt x="4292972" y="805765"/>
                  </a:cubicBezTo>
                  <a:cubicBezTo>
                    <a:pt x="4293225" y="808297"/>
                    <a:pt x="4309178" y="826023"/>
                    <a:pt x="4311204" y="826276"/>
                  </a:cubicBezTo>
                  <a:cubicBezTo>
                    <a:pt x="4311710" y="825516"/>
                    <a:pt x="4306139" y="818932"/>
                    <a:pt x="4305126" y="817666"/>
                  </a:cubicBezTo>
                  <a:cubicBezTo>
                    <a:pt x="4301328" y="813108"/>
                    <a:pt x="4294997" y="806524"/>
                    <a:pt x="4292972" y="805765"/>
                  </a:cubicBezTo>
                  <a:cubicBezTo>
                    <a:pt x="4293225" y="805765"/>
                    <a:pt x="4292972" y="805765"/>
                    <a:pt x="4292972" y="805765"/>
                  </a:cubicBezTo>
                  <a:close/>
                  <a:moveTo>
                    <a:pt x="4283349" y="802979"/>
                  </a:moveTo>
                  <a:cubicBezTo>
                    <a:pt x="4283349" y="802979"/>
                    <a:pt x="4283096" y="802979"/>
                    <a:pt x="4283096" y="802979"/>
                  </a:cubicBezTo>
                  <a:cubicBezTo>
                    <a:pt x="4282843" y="805511"/>
                    <a:pt x="4300315" y="824250"/>
                    <a:pt x="4301581" y="823237"/>
                  </a:cubicBezTo>
                  <a:cubicBezTo>
                    <a:pt x="4301581" y="821971"/>
                    <a:pt x="4297023" y="816400"/>
                    <a:pt x="4295757" y="814881"/>
                  </a:cubicBezTo>
                  <a:cubicBezTo>
                    <a:pt x="4291959" y="810323"/>
                    <a:pt x="4285628" y="803739"/>
                    <a:pt x="4283349" y="802979"/>
                  </a:cubicBezTo>
                  <a:close/>
                  <a:moveTo>
                    <a:pt x="4272207" y="799941"/>
                  </a:moveTo>
                  <a:cubicBezTo>
                    <a:pt x="4272207" y="799941"/>
                    <a:pt x="4271954" y="799941"/>
                    <a:pt x="4271954" y="799941"/>
                  </a:cubicBezTo>
                  <a:cubicBezTo>
                    <a:pt x="4270941" y="801460"/>
                    <a:pt x="4286894" y="819439"/>
                    <a:pt x="4290186" y="820199"/>
                  </a:cubicBezTo>
                  <a:cubicBezTo>
                    <a:pt x="4291452" y="820452"/>
                    <a:pt x="4289426" y="816907"/>
                    <a:pt x="4284869" y="811589"/>
                  </a:cubicBezTo>
                  <a:cubicBezTo>
                    <a:pt x="4281070" y="807537"/>
                    <a:pt x="4274486" y="800953"/>
                    <a:pt x="4272207" y="799941"/>
                  </a:cubicBezTo>
                  <a:close/>
                  <a:moveTo>
                    <a:pt x="4259546" y="797155"/>
                  </a:moveTo>
                  <a:cubicBezTo>
                    <a:pt x="4259293" y="797155"/>
                    <a:pt x="4259293" y="797155"/>
                    <a:pt x="4259039" y="797155"/>
                  </a:cubicBezTo>
                  <a:cubicBezTo>
                    <a:pt x="4257520" y="798674"/>
                    <a:pt x="4273727" y="816653"/>
                    <a:pt x="4277018" y="817413"/>
                  </a:cubicBezTo>
                  <a:cubicBezTo>
                    <a:pt x="4278538" y="817666"/>
                    <a:pt x="4276512" y="814121"/>
                    <a:pt x="4272207" y="808803"/>
                  </a:cubicBezTo>
                  <a:cubicBezTo>
                    <a:pt x="4268662" y="804752"/>
                    <a:pt x="4262332" y="798168"/>
                    <a:pt x="4259546" y="797155"/>
                  </a:cubicBezTo>
                  <a:close/>
                  <a:moveTo>
                    <a:pt x="4245872" y="794370"/>
                  </a:moveTo>
                  <a:cubicBezTo>
                    <a:pt x="4245619" y="794370"/>
                    <a:pt x="4245365" y="794370"/>
                    <a:pt x="4245365" y="794370"/>
                  </a:cubicBezTo>
                  <a:cubicBezTo>
                    <a:pt x="4243340" y="796142"/>
                    <a:pt x="4259293" y="813868"/>
                    <a:pt x="4263344" y="814628"/>
                  </a:cubicBezTo>
                  <a:cubicBezTo>
                    <a:pt x="4265117" y="814881"/>
                    <a:pt x="4263091" y="811336"/>
                    <a:pt x="4258786" y="806018"/>
                  </a:cubicBezTo>
                  <a:cubicBezTo>
                    <a:pt x="4254988" y="801966"/>
                    <a:pt x="4248657" y="795382"/>
                    <a:pt x="4245872" y="794370"/>
                  </a:cubicBezTo>
                  <a:close/>
                  <a:moveTo>
                    <a:pt x="4230678" y="791584"/>
                  </a:moveTo>
                  <a:cubicBezTo>
                    <a:pt x="4230425" y="791584"/>
                    <a:pt x="4230172" y="791584"/>
                    <a:pt x="4230172" y="791584"/>
                  </a:cubicBezTo>
                  <a:cubicBezTo>
                    <a:pt x="4227893" y="793357"/>
                    <a:pt x="4243593" y="811082"/>
                    <a:pt x="4248151" y="811842"/>
                  </a:cubicBezTo>
                  <a:cubicBezTo>
                    <a:pt x="4249923" y="812095"/>
                    <a:pt x="4248151" y="808550"/>
                    <a:pt x="4244099" y="803486"/>
                  </a:cubicBezTo>
                  <a:cubicBezTo>
                    <a:pt x="4240048" y="799181"/>
                    <a:pt x="4233717" y="792597"/>
                    <a:pt x="4230678" y="791584"/>
                  </a:cubicBezTo>
                  <a:close/>
                  <a:moveTo>
                    <a:pt x="4214218" y="789052"/>
                  </a:moveTo>
                  <a:cubicBezTo>
                    <a:pt x="4213965" y="789052"/>
                    <a:pt x="4213712" y="789052"/>
                    <a:pt x="4213712" y="789052"/>
                  </a:cubicBezTo>
                  <a:cubicBezTo>
                    <a:pt x="4211180" y="790824"/>
                    <a:pt x="4226627" y="808550"/>
                    <a:pt x="4231438" y="809310"/>
                  </a:cubicBezTo>
                  <a:cubicBezTo>
                    <a:pt x="4233463" y="809563"/>
                    <a:pt x="4231944" y="806018"/>
                    <a:pt x="4227639" y="800953"/>
                  </a:cubicBezTo>
                  <a:cubicBezTo>
                    <a:pt x="4223841" y="796395"/>
                    <a:pt x="4217510" y="789811"/>
                    <a:pt x="4214218" y="789052"/>
                  </a:cubicBezTo>
                  <a:close/>
                  <a:moveTo>
                    <a:pt x="4196493" y="786266"/>
                  </a:moveTo>
                  <a:cubicBezTo>
                    <a:pt x="4196240" y="786266"/>
                    <a:pt x="4195986" y="786266"/>
                    <a:pt x="4195733" y="786266"/>
                  </a:cubicBezTo>
                  <a:cubicBezTo>
                    <a:pt x="4192694" y="788039"/>
                    <a:pt x="4208141" y="805765"/>
                    <a:pt x="4213459" y="806271"/>
                  </a:cubicBezTo>
                  <a:cubicBezTo>
                    <a:pt x="4215738" y="806524"/>
                    <a:pt x="4214218" y="802979"/>
                    <a:pt x="4209914" y="797915"/>
                  </a:cubicBezTo>
                  <a:cubicBezTo>
                    <a:pt x="4206368" y="793610"/>
                    <a:pt x="4200038" y="787026"/>
                    <a:pt x="4196493" y="786266"/>
                  </a:cubicBezTo>
                  <a:close/>
                  <a:moveTo>
                    <a:pt x="4177501" y="783481"/>
                  </a:moveTo>
                  <a:cubicBezTo>
                    <a:pt x="4177247" y="783481"/>
                    <a:pt x="4176994" y="783481"/>
                    <a:pt x="4176741" y="783481"/>
                  </a:cubicBezTo>
                  <a:cubicBezTo>
                    <a:pt x="4173449" y="785253"/>
                    <a:pt x="4188896" y="802979"/>
                    <a:pt x="4194214" y="803486"/>
                  </a:cubicBezTo>
                  <a:cubicBezTo>
                    <a:pt x="4196493" y="803739"/>
                    <a:pt x="4195226" y="800194"/>
                    <a:pt x="4191175" y="795129"/>
                  </a:cubicBezTo>
                  <a:cubicBezTo>
                    <a:pt x="4187883" y="791078"/>
                    <a:pt x="4181299" y="784240"/>
                    <a:pt x="4177501" y="783481"/>
                  </a:cubicBezTo>
                  <a:close/>
                  <a:moveTo>
                    <a:pt x="4157242" y="780695"/>
                  </a:moveTo>
                  <a:cubicBezTo>
                    <a:pt x="4156989" y="780695"/>
                    <a:pt x="4156483" y="780695"/>
                    <a:pt x="4156230" y="780949"/>
                  </a:cubicBezTo>
                  <a:cubicBezTo>
                    <a:pt x="4153950" y="783734"/>
                    <a:pt x="4168384" y="800194"/>
                    <a:pt x="4173955" y="800700"/>
                  </a:cubicBezTo>
                  <a:cubicBezTo>
                    <a:pt x="4176487" y="800953"/>
                    <a:pt x="4175222" y="797408"/>
                    <a:pt x="4171170" y="792344"/>
                  </a:cubicBezTo>
                  <a:cubicBezTo>
                    <a:pt x="4167625" y="788039"/>
                    <a:pt x="4161294" y="781455"/>
                    <a:pt x="4157242" y="780695"/>
                  </a:cubicBezTo>
                  <a:close/>
                  <a:moveTo>
                    <a:pt x="4134705" y="778163"/>
                  </a:moveTo>
                  <a:cubicBezTo>
                    <a:pt x="4131920" y="780949"/>
                    <a:pt x="4146607" y="797408"/>
                    <a:pt x="4152178" y="797915"/>
                  </a:cubicBezTo>
                  <a:cubicBezTo>
                    <a:pt x="4154710" y="798168"/>
                    <a:pt x="4153697" y="794623"/>
                    <a:pt x="4149899" y="789558"/>
                  </a:cubicBezTo>
                  <a:cubicBezTo>
                    <a:pt x="4146607" y="785253"/>
                    <a:pt x="4140023" y="778670"/>
                    <a:pt x="4135972" y="777910"/>
                  </a:cubicBezTo>
                  <a:cubicBezTo>
                    <a:pt x="4135465" y="777910"/>
                    <a:pt x="4134958" y="777910"/>
                    <a:pt x="4134705" y="778163"/>
                  </a:cubicBezTo>
                  <a:close/>
                  <a:moveTo>
                    <a:pt x="4113434" y="775378"/>
                  </a:moveTo>
                  <a:cubicBezTo>
                    <a:pt x="4112928" y="775378"/>
                    <a:pt x="4112421" y="775378"/>
                    <a:pt x="4112168" y="775631"/>
                  </a:cubicBezTo>
                  <a:cubicBezTo>
                    <a:pt x="4109130" y="778416"/>
                    <a:pt x="4123563" y="794876"/>
                    <a:pt x="4129641" y="795382"/>
                  </a:cubicBezTo>
                  <a:cubicBezTo>
                    <a:pt x="4132426" y="795636"/>
                    <a:pt x="4131413" y="792091"/>
                    <a:pt x="4127615" y="787026"/>
                  </a:cubicBezTo>
                  <a:cubicBezTo>
                    <a:pt x="4124323" y="782721"/>
                    <a:pt x="4117739" y="776137"/>
                    <a:pt x="4113434" y="775378"/>
                  </a:cubicBezTo>
                  <a:close/>
                  <a:moveTo>
                    <a:pt x="4088365" y="772845"/>
                  </a:moveTo>
                  <a:cubicBezTo>
                    <a:pt x="4085073" y="775631"/>
                    <a:pt x="4099254" y="792091"/>
                    <a:pt x="4105585" y="792597"/>
                  </a:cubicBezTo>
                  <a:cubicBezTo>
                    <a:pt x="4108370" y="792850"/>
                    <a:pt x="4107863" y="789305"/>
                    <a:pt x="4104065" y="784240"/>
                  </a:cubicBezTo>
                  <a:cubicBezTo>
                    <a:pt x="4100773" y="779936"/>
                    <a:pt x="4094189" y="773352"/>
                    <a:pt x="4089631" y="772592"/>
                  </a:cubicBezTo>
                  <a:cubicBezTo>
                    <a:pt x="4089378" y="772592"/>
                    <a:pt x="4088872" y="772592"/>
                    <a:pt x="4088365" y="772845"/>
                  </a:cubicBezTo>
                  <a:close/>
                  <a:moveTo>
                    <a:pt x="4064815" y="769807"/>
                  </a:moveTo>
                  <a:cubicBezTo>
                    <a:pt x="4064309" y="769807"/>
                    <a:pt x="4063802" y="769807"/>
                    <a:pt x="4063549" y="770060"/>
                  </a:cubicBezTo>
                  <a:cubicBezTo>
                    <a:pt x="4060004" y="772845"/>
                    <a:pt x="4074184" y="789052"/>
                    <a:pt x="4080515" y="789811"/>
                  </a:cubicBezTo>
                  <a:cubicBezTo>
                    <a:pt x="4083554" y="790065"/>
                    <a:pt x="4083047" y="786520"/>
                    <a:pt x="4079249" y="781455"/>
                  </a:cubicBezTo>
                  <a:cubicBezTo>
                    <a:pt x="4076210" y="777150"/>
                    <a:pt x="4069627" y="770820"/>
                    <a:pt x="4064815" y="769807"/>
                  </a:cubicBezTo>
                  <a:close/>
                  <a:moveTo>
                    <a:pt x="4038986" y="767274"/>
                  </a:moveTo>
                  <a:cubicBezTo>
                    <a:pt x="4038479" y="767274"/>
                    <a:pt x="4037973" y="767274"/>
                    <a:pt x="4037467" y="767528"/>
                  </a:cubicBezTo>
                  <a:cubicBezTo>
                    <a:pt x="4033415" y="770313"/>
                    <a:pt x="4047596" y="786520"/>
                    <a:pt x="4054180" y="787279"/>
                  </a:cubicBezTo>
                  <a:cubicBezTo>
                    <a:pt x="4057218" y="787532"/>
                    <a:pt x="4056965" y="783987"/>
                    <a:pt x="4053420" y="778923"/>
                  </a:cubicBezTo>
                  <a:cubicBezTo>
                    <a:pt x="4050381" y="774618"/>
                    <a:pt x="4044050" y="768034"/>
                    <a:pt x="4038986" y="767274"/>
                  </a:cubicBezTo>
                  <a:close/>
                  <a:moveTo>
                    <a:pt x="4011891" y="764742"/>
                  </a:moveTo>
                  <a:cubicBezTo>
                    <a:pt x="4011384" y="764742"/>
                    <a:pt x="4010878" y="764742"/>
                    <a:pt x="4010371" y="764995"/>
                  </a:cubicBezTo>
                  <a:cubicBezTo>
                    <a:pt x="4006320" y="767528"/>
                    <a:pt x="4018728" y="782974"/>
                    <a:pt x="4026325" y="784494"/>
                  </a:cubicBezTo>
                  <a:cubicBezTo>
                    <a:pt x="4030376" y="785253"/>
                    <a:pt x="4030376" y="781708"/>
                    <a:pt x="4026578" y="776137"/>
                  </a:cubicBezTo>
                  <a:cubicBezTo>
                    <a:pt x="4023792" y="771832"/>
                    <a:pt x="4017209" y="765502"/>
                    <a:pt x="4011891" y="764742"/>
                  </a:cubicBezTo>
                  <a:close/>
                  <a:moveTo>
                    <a:pt x="3984036" y="761957"/>
                  </a:moveTo>
                  <a:cubicBezTo>
                    <a:pt x="3983529" y="761957"/>
                    <a:pt x="3983023" y="761957"/>
                    <a:pt x="3982517" y="762210"/>
                  </a:cubicBezTo>
                  <a:cubicBezTo>
                    <a:pt x="3978212" y="764742"/>
                    <a:pt x="3990620" y="780189"/>
                    <a:pt x="3998217" y="781708"/>
                  </a:cubicBezTo>
                  <a:cubicBezTo>
                    <a:pt x="4002268" y="782468"/>
                    <a:pt x="4002521" y="778923"/>
                    <a:pt x="3998976" y="773352"/>
                  </a:cubicBezTo>
                  <a:cubicBezTo>
                    <a:pt x="3995938" y="769300"/>
                    <a:pt x="3989354" y="762970"/>
                    <a:pt x="3984036" y="761957"/>
                  </a:cubicBezTo>
                  <a:close/>
                  <a:moveTo>
                    <a:pt x="3893888" y="754360"/>
                  </a:moveTo>
                  <a:cubicBezTo>
                    <a:pt x="3893128" y="754360"/>
                    <a:pt x="3892368" y="754360"/>
                    <a:pt x="3891608" y="754866"/>
                  </a:cubicBezTo>
                  <a:cubicBezTo>
                    <a:pt x="3887557" y="758411"/>
                    <a:pt x="3898952" y="772592"/>
                    <a:pt x="3907055" y="774111"/>
                  </a:cubicBezTo>
                  <a:cubicBezTo>
                    <a:pt x="3911360" y="774871"/>
                    <a:pt x="3912373" y="771326"/>
                    <a:pt x="3908828" y="765755"/>
                  </a:cubicBezTo>
                  <a:cubicBezTo>
                    <a:pt x="3906042" y="761703"/>
                    <a:pt x="3899712" y="755120"/>
                    <a:pt x="3893888" y="754360"/>
                  </a:cubicBezTo>
                  <a:close/>
                  <a:moveTo>
                    <a:pt x="3874642" y="771579"/>
                  </a:moveTo>
                  <a:cubicBezTo>
                    <a:pt x="3879201" y="772339"/>
                    <a:pt x="3880213" y="768794"/>
                    <a:pt x="3876668" y="763223"/>
                  </a:cubicBezTo>
                  <a:lnTo>
                    <a:pt x="3876668" y="763223"/>
                  </a:lnTo>
                  <a:cubicBezTo>
                    <a:pt x="3874136" y="758918"/>
                    <a:pt x="3867805" y="752587"/>
                    <a:pt x="3861728" y="751828"/>
                  </a:cubicBezTo>
                  <a:cubicBezTo>
                    <a:pt x="3860968" y="751828"/>
                    <a:pt x="3860209" y="751828"/>
                    <a:pt x="3859449" y="752334"/>
                  </a:cubicBezTo>
                  <a:cubicBezTo>
                    <a:pt x="3855144" y="755879"/>
                    <a:pt x="3866286" y="770060"/>
                    <a:pt x="3874642" y="771579"/>
                  </a:cubicBezTo>
                  <a:close/>
                  <a:moveTo>
                    <a:pt x="2815399" y="701942"/>
                  </a:moveTo>
                  <a:cubicBezTo>
                    <a:pt x="2806536" y="702449"/>
                    <a:pt x="2803497" y="711311"/>
                    <a:pt x="2810081" y="717389"/>
                  </a:cubicBezTo>
                  <a:cubicBezTo>
                    <a:pt x="2817424" y="724226"/>
                    <a:pt x="2829326" y="721187"/>
                    <a:pt x="2829073" y="712831"/>
                  </a:cubicBezTo>
                  <a:cubicBezTo>
                    <a:pt x="2828820" y="708526"/>
                    <a:pt x="2825021" y="702449"/>
                    <a:pt x="2816412" y="701942"/>
                  </a:cubicBezTo>
                  <a:cubicBezTo>
                    <a:pt x="2816158" y="701942"/>
                    <a:pt x="2815905" y="701942"/>
                    <a:pt x="2815399" y="701942"/>
                  </a:cubicBezTo>
                  <a:close/>
                  <a:moveTo>
                    <a:pt x="2766526" y="700676"/>
                  </a:moveTo>
                  <a:cubicBezTo>
                    <a:pt x="2757410" y="701182"/>
                    <a:pt x="2754118" y="710045"/>
                    <a:pt x="2760702" y="716123"/>
                  </a:cubicBezTo>
                  <a:cubicBezTo>
                    <a:pt x="2768045" y="722960"/>
                    <a:pt x="2780200" y="720174"/>
                    <a:pt x="2780200" y="711565"/>
                  </a:cubicBezTo>
                  <a:cubicBezTo>
                    <a:pt x="2780200" y="707513"/>
                    <a:pt x="2776402" y="701182"/>
                    <a:pt x="2767792" y="700676"/>
                  </a:cubicBezTo>
                  <a:cubicBezTo>
                    <a:pt x="2767286" y="700676"/>
                    <a:pt x="2767032" y="700676"/>
                    <a:pt x="2766526" y="700676"/>
                  </a:cubicBezTo>
                  <a:close/>
                  <a:moveTo>
                    <a:pt x="2660424" y="713084"/>
                  </a:moveTo>
                  <a:cubicBezTo>
                    <a:pt x="2667008" y="720681"/>
                    <a:pt x="2680682" y="718149"/>
                    <a:pt x="2680936" y="709286"/>
                  </a:cubicBezTo>
                  <a:cubicBezTo>
                    <a:pt x="2681189" y="705234"/>
                    <a:pt x="2677644" y="698903"/>
                    <a:pt x="2668781" y="698397"/>
                  </a:cubicBezTo>
                  <a:cubicBezTo>
                    <a:pt x="2657892" y="698397"/>
                    <a:pt x="2655613" y="707513"/>
                    <a:pt x="2660424" y="713084"/>
                  </a:cubicBezTo>
                  <a:close/>
                  <a:moveTo>
                    <a:pt x="1177534" y="698650"/>
                  </a:moveTo>
                  <a:cubicBezTo>
                    <a:pt x="1169684" y="699410"/>
                    <a:pt x="1159808" y="709792"/>
                    <a:pt x="1160061" y="715363"/>
                  </a:cubicBezTo>
                  <a:cubicBezTo>
                    <a:pt x="1160568" y="720934"/>
                    <a:pt x="1170697" y="717136"/>
                    <a:pt x="1177280" y="709032"/>
                  </a:cubicBezTo>
                  <a:cubicBezTo>
                    <a:pt x="1180319" y="704981"/>
                    <a:pt x="1183105" y="698903"/>
                    <a:pt x="1177534" y="698650"/>
                  </a:cubicBezTo>
                  <a:close/>
                  <a:moveTo>
                    <a:pt x="1144361" y="710299"/>
                  </a:moveTo>
                  <a:cubicBezTo>
                    <a:pt x="1147906" y="705994"/>
                    <a:pt x="1150185" y="700170"/>
                    <a:pt x="1144867" y="699916"/>
                  </a:cubicBezTo>
                  <a:cubicBezTo>
                    <a:pt x="1137018" y="700676"/>
                    <a:pt x="1126382" y="712071"/>
                    <a:pt x="1127395" y="717136"/>
                  </a:cubicBezTo>
                  <a:cubicBezTo>
                    <a:pt x="1128408" y="721947"/>
                    <a:pt x="1138030" y="717895"/>
                    <a:pt x="1144361" y="710299"/>
                  </a:cubicBezTo>
                  <a:close/>
                  <a:moveTo>
                    <a:pt x="1112455" y="711565"/>
                  </a:moveTo>
                  <a:cubicBezTo>
                    <a:pt x="1115747" y="707766"/>
                    <a:pt x="1118785" y="701436"/>
                    <a:pt x="1113468" y="701182"/>
                  </a:cubicBezTo>
                  <a:cubicBezTo>
                    <a:pt x="1105617" y="701942"/>
                    <a:pt x="1095235" y="713337"/>
                    <a:pt x="1095742" y="718402"/>
                  </a:cubicBezTo>
                  <a:cubicBezTo>
                    <a:pt x="1096501" y="723213"/>
                    <a:pt x="1106124" y="719161"/>
                    <a:pt x="1112455" y="711565"/>
                  </a:cubicBezTo>
                  <a:close/>
                  <a:moveTo>
                    <a:pt x="1081814" y="712831"/>
                  </a:moveTo>
                  <a:cubicBezTo>
                    <a:pt x="1085106" y="709032"/>
                    <a:pt x="1088398" y="702702"/>
                    <a:pt x="1083334" y="702449"/>
                  </a:cubicBezTo>
                  <a:cubicBezTo>
                    <a:pt x="1075737" y="703208"/>
                    <a:pt x="1065101" y="714603"/>
                    <a:pt x="1065608" y="719668"/>
                  </a:cubicBezTo>
                  <a:cubicBezTo>
                    <a:pt x="1065861" y="724479"/>
                    <a:pt x="1075230" y="720428"/>
                    <a:pt x="1081814" y="712831"/>
                  </a:cubicBezTo>
                  <a:close/>
                  <a:moveTo>
                    <a:pt x="1035980" y="721187"/>
                  </a:moveTo>
                  <a:cubicBezTo>
                    <a:pt x="1036234" y="725999"/>
                    <a:pt x="1045350" y="721947"/>
                    <a:pt x="1051934" y="714097"/>
                  </a:cubicBezTo>
                  <a:cubicBezTo>
                    <a:pt x="1055226" y="710299"/>
                    <a:pt x="1058771" y="703968"/>
                    <a:pt x="1053706" y="703715"/>
                  </a:cubicBezTo>
                  <a:cubicBezTo>
                    <a:pt x="1046363" y="704728"/>
                    <a:pt x="1035727" y="716123"/>
                    <a:pt x="1035980" y="721187"/>
                  </a:cubicBezTo>
                  <a:close/>
                  <a:moveTo>
                    <a:pt x="1025345" y="705234"/>
                  </a:moveTo>
                  <a:cubicBezTo>
                    <a:pt x="1018255" y="705994"/>
                    <a:pt x="1007366" y="717389"/>
                    <a:pt x="1007366" y="722707"/>
                  </a:cubicBezTo>
                  <a:cubicBezTo>
                    <a:pt x="1007366" y="727265"/>
                    <a:pt x="1016482" y="723213"/>
                    <a:pt x="1023066" y="715616"/>
                  </a:cubicBezTo>
                  <a:cubicBezTo>
                    <a:pt x="1026864" y="711311"/>
                    <a:pt x="1029903" y="705487"/>
                    <a:pt x="1025345" y="705234"/>
                  </a:cubicBezTo>
                  <a:close/>
                  <a:moveTo>
                    <a:pt x="998250" y="706753"/>
                  </a:moveTo>
                  <a:cubicBezTo>
                    <a:pt x="991159" y="707766"/>
                    <a:pt x="979511" y="720174"/>
                    <a:pt x="980271" y="724732"/>
                  </a:cubicBezTo>
                  <a:cubicBezTo>
                    <a:pt x="980777" y="728531"/>
                    <a:pt x="989134" y="724479"/>
                    <a:pt x="995717" y="717136"/>
                  </a:cubicBezTo>
                  <a:cubicBezTo>
                    <a:pt x="999009" y="713084"/>
                    <a:pt x="1002808" y="707007"/>
                    <a:pt x="998250" y="706753"/>
                  </a:cubicBezTo>
                  <a:close/>
                  <a:moveTo>
                    <a:pt x="971914" y="708273"/>
                  </a:moveTo>
                  <a:cubicBezTo>
                    <a:pt x="965077" y="709286"/>
                    <a:pt x="953429" y="721694"/>
                    <a:pt x="953682" y="726252"/>
                  </a:cubicBezTo>
                  <a:cubicBezTo>
                    <a:pt x="953935" y="730050"/>
                    <a:pt x="962292" y="725999"/>
                    <a:pt x="968875" y="718655"/>
                  </a:cubicBezTo>
                  <a:cubicBezTo>
                    <a:pt x="972421" y="714857"/>
                    <a:pt x="976472" y="708526"/>
                    <a:pt x="971914" y="708273"/>
                  </a:cubicBezTo>
                  <a:close/>
                  <a:moveTo>
                    <a:pt x="928613" y="728024"/>
                  </a:moveTo>
                  <a:cubicBezTo>
                    <a:pt x="928613" y="731823"/>
                    <a:pt x="936969" y="727518"/>
                    <a:pt x="943553" y="720428"/>
                  </a:cubicBezTo>
                  <a:cubicBezTo>
                    <a:pt x="947351" y="716123"/>
                    <a:pt x="950896" y="710299"/>
                    <a:pt x="946845" y="710045"/>
                  </a:cubicBezTo>
                  <a:cubicBezTo>
                    <a:pt x="940261" y="711058"/>
                    <a:pt x="928359" y="723466"/>
                    <a:pt x="928613" y="728024"/>
                  </a:cubicBezTo>
                  <a:close/>
                  <a:moveTo>
                    <a:pt x="904556" y="729797"/>
                  </a:moveTo>
                  <a:cubicBezTo>
                    <a:pt x="904556" y="733595"/>
                    <a:pt x="912406" y="729290"/>
                    <a:pt x="918990" y="722200"/>
                  </a:cubicBezTo>
                  <a:cubicBezTo>
                    <a:pt x="922535" y="718149"/>
                    <a:pt x="926840" y="712071"/>
                    <a:pt x="922788" y="711818"/>
                  </a:cubicBezTo>
                  <a:cubicBezTo>
                    <a:pt x="916458" y="712578"/>
                    <a:pt x="904556" y="725239"/>
                    <a:pt x="904556" y="729797"/>
                  </a:cubicBezTo>
                  <a:close/>
                  <a:moveTo>
                    <a:pt x="881513" y="731823"/>
                  </a:moveTo>
                  <a:cubicBezTo>
                    <a:pt x="882019" y="734861"/>
                    <a:pt x="889363" y="730557"/>
                    <a:pt x="895693" y="723720"/>
                  </a:cubicBezTo>
                  <a:cubicBezTo>
                    <a:pt x="899238" y="719668"/>
                    <a:pt x="903543" y="713590"/>
                    <a:pt x="899998" y="713337"/>
                  </a:cubicBezTo>
                  <a:cubicBezTo>
                    <a:pt x="893414" y="714603"/>
                    <a:pt x="881006" y="728024"/>
                    <a:pt x="881513" y="731823"/>
                  </a:cubicBezTo>
                  <a:close/>
                  <a:moveTo>
                    <a:pt x="859735" y="733849"/>
                  </a:moveTo>
                  <a:cubicBezTo>
                    <a:pt x="859988" y="736887"/>
                    <a:pt x="867079" y="732582"/>
                    <a:pt x="873663" y="725745"/>
                  </a:cubicBezTo>
                  <a:cubicBezTo>
                    <a:pt x="877208" y="721694"/>
                    <a:pt x="881766" y="715616"/>
                    <a:pt x="878221" y="715363"/>
                  </a:cubicBezTo>
                  <a:cubicBezTo>
                    <a:pt x="872143" y="716376"/>
                    <a:pt x="859482" y="729797"/>
                    <a:pt x="859735" y="733849"/>
                  </a:cubicBezTo>
                  <a:close/>
                  <a:moveTo>
                    <a:pt x="838971" y="735621"/>
                  </a:moveTo>
                  <a:cubicBezTo>
                    <a:pt x="838971" y="738660"/>
                    <a:pt x="846061" y="734355"/>
                    <a:pt x="852645" y="727265"/>
                  </a:cubicBezTo>
                  <a:cubicBezTo>
                    <a:pt x="856696" y="722960"/>
                    <a:pt x="860748" y="717136"/>
                    <a:pt x="857709" y="716882"/>
                  </a:cubicBezTo>
                  <a:cubicBezTo>
                    <a:pt x="851885" y="718149"/>
                    <a:pt x="838971" y="731570"/>
                    <a:pt x="838971" y="735621"/>
                  </a:cubicBezTo>
                  <a:close/>
                  <a:moveTo>
                    <a:pt x="832893" y="729290"/>
                  </a:moveTo>
                  <a:cubicBezTo>
                    <a:pt x="836692" y="725239"/>
                    <a:pt x="841250" y="719161"/>
                    <a:pt x="838211" y="718908"/>
                  </a:cubicBezTo>
                  <a:cubicBezTo>
                    <a:pt x="832387" y="719921"/>
                    <a:pt x="818966" y="734608"/>
                    <a:pt x="819472" y="737900"/>
                  </a:cubicBezTo>
                  <a:cubicBezTo>
                    <a:pt x="819979" y="740179"/>
                    <a:pt x="826563" y="735874"/>
                    <a:pt x="832893" y="729290"/>
                  </a:cubicBezTo>
                  <a:close/>
                  <a:moveTo>
                    <a:pt x="801240" y="739926"/>
                  </a:moveTo>
                  <a:cubicBezTo>
                    <a:pt x="801493" y="742205"/>
                    <a:pt x="807824" y="737900"/>
                    <a:pt x="814155" y="731316"/>
                  </a:cubicBezTo>
                  <a:cubicBezTo>
                    <a:pt x="817953" y="727265"/>
                    <a:pt x="822764" y="721187"/>
                    <a:pt x="819979" y="720934"/>
                  </a:cubicBezTo>
                  <a:cubicBezTo>
                    <a:pt x="814408" y="722200"/>
                    <a:pt x="800987" y="736634"/>
                    <a:pt x="801240" y="739926"/>
                  </a:cubicBezTo>
                  <a:close/>
                  <a:moveTo>
                    <a:pt x="796682" y="733342"/>
                  </a:moveTo>
                  <a:cubicBezTo>
                    <a:pt x="800734" y="729037"/>
                    <a:pt x="805292" y="723213"/>
                    <a:pt x="802759" y="722960"/>
                  </a:cubicBezTo>
                  <a:cubicBezTo>
                    <a:pt x="797695" y="724226"/>
                    <a:pt x="784021" y="738660"/>
                    <a:pt x="784021" y="741952"/>
                  </a:cubicBezTo>
                  <a:cubicBezTo>
                    <a:pt x="784021" y="744231"/>
                    <a:pt x="790604" y="739673"/>
                    <a:pt x="796682" y="733342"/>
                  </a:cubicBezTo>
                  <a:close/>
                  <a:moveTo>
                    <a:pt x="4295504" y="792344"/>
                  </a:moveTo>
                  <a:cubicBezTo>
                    <a:pt x="4294997" y="791584"/>
                    <a:pt x="4290439" y="786773"/>
                    <a:pt x="4287654" y="783987"/>
                  </a:cubicBezTo>
                  <a:cubicBezTo>
                    <a:pt x="4283096" y="778923"/>
                    <a:pt x="4277525" y="773099"/>
                    <a:pt x="4276512" y="772339"/>
                  </a:cubicBezTo>
                  <a:lnTo>
                    <a:pt x="4276512" y="772339"/>
                  </a:lnTo>
                  <a:cubicBezTo>
                    <a:pt x="4277272" y="773099"/>
                    <a:pt x="4294491" y="791584"/>
                    <a:pt x="4295504" y="792344"/>
                  </a:cubicBezTo>
                  <a:close/>
                  <a:moveTo>
                    <a:pt x="4291705" y="789558"/>
                  </a:moveTo>
                  <a:cubicBezTo>
                    <a:pt x="4290693" y="788292"/>
                    <a:pt x="4285375" y="782468"/>
                    <a:pt x="4284362" y="781202"/>
                  </a:cubicBezTo>
                  <a:cubicBezTo>
                    <a:pt x="4279804" y="776137"/>
                    <a:pt x="4273980" y="770313"/>
                    <a:pt x="4272967" y="769553"/>
                  </a:cubicBezTo>
                  <a:cubicBezTo>
                    <a:pt x="4272967" y="769553"/>
                    <a:pt x="4272967" y="769553"/>
                    <a:pt x="4272967" y="769553"/>
                  </a:cubicBezTo>
                  <a:cubicBezTo>
                    <a:pt x="4273980" y="771073"/>
                    <a:pt x="4290693" y="789558"/>
                    <a:pt x="4291705" y="789558"/>
                  </a:cubicBezTo>
                  <a:close/>
                  <a:moveTo>
                    <a:pt x="4286388" y="787026"/>
                  </a:moveTo>
                  <a:cubicBezTo>
                    <a:pt x="4286388" y="787026"/>
                    <a:pt x="4286388" y="787026"/>
                    <a:pt x="4286388" y="787026"/>
                  </a:cubicBezTo>
                  <a:cubicBezTo>
                    <a:pt x="4285881" y="785507"/>
                    <a:pt x="4280563" y="779682"/>
                    <a:pt x="4279298" y="778670"/>
                  </a:cubicBezTo>
                  <a:cubicBezTo>
                    <a:pt x="4275246" y="774365"/>
                    <a:pt x="4269168" y="768034"/>
                    <a:pt x="4267649" y="767021"/>
                  </a:cubicBezTo>
                  <a:cubicBezTo>
                    <a:pt x="4267649" y="767021"/>
                    <a:pt x="4267649" y="767021"/>
                    <a:pt x="4267649" y="767021"/>
                  </a:cubicBezTo>
                  <a:cubicBezTo>
                    <a:pt x="4268915" y="769300"/>
                    <a:pt x="4284362" y="785760"/>
                    <a:pt x="4286388" y="787026"/>
                  </a:cubicBezTo>
                  <a:close/>
                  <a:moveTo>
                    <a:pt x="4279551" y="784240"/>
                  </a:moveTo>
                  <a:cubicBezTo>
                    <a:pt x="4279804" y="784240"/>
                    <a:pt x="4279804" y="784240"/>
                    <a:pt x="4279551" y="784240"/>
                  </a:cubicBezTo>
                  <a:cubicBezTo>
                    <a:pt x="4279298" y="782974"/>
                    <a:pt x="4274486" y="777403"/>
                    <a:pt x="4272967" y="775884"/>
                  </a:cubicBezTo>
                  <a:cubicBezTo>
                    <a:pt x="4268915" y="771579"/>
                    <a:pt x="4262585" y="765249"/>
                    <a:pt x="4261065" y="764236"/>
                  </a:cubicBezTo>
                  <a:cubicBezTo>
                    <a:pt x="4261065" y="764236"/>
                    <a:pt x="4261065" y="764236"/>
                    <a:pt x="4260812" y="764236"/>
                  </a:cubicBezTo>
                  <a:cubicBezTo>
                    <a:pt x="4261825" y="766768"/>
                    <a:pt x="4277018" y="782974"/>
                    <a:pt x="4279551" y="784240"/>
                  </a:cubicBezTo>
                  <a:close/>
                  <a:moveTo>
                    <a:pt x="4252709" y="761703"/>
                  </a:moveTo>
                  <a:cubicBezTo>
                    <a:pt x="4252709" y="761703"/>
                    <a:pt x="4252709" y="761703"/>
                    <a:pt x="4252709" y="761703"/>
                  </a:cubicBezTo>
                  <a:cubicBezTo>
                    <a:pt x="4252962" y="764236"/>
                    <a:pt x="4269422" y="781455"/>
                    <a:pt x="4271447" y="781708"/>
                  </a:cubicBezTo>
                  <a:cubicBezTo>
                    <a:pt x="4271447" y="781708"/>
                    <a:pt x="4271447" y="781708"/>
                    <a:pt x="4271447" y="781708"/>
                  </a:cubicBezTo>
                  <a:cubicBezTo>
                    <a:pt x="4271194" y="780442"/>
                    <a:pt x="4266383" y="775124"/>
                    <a:pt x="4264864" y="773352"/>
                  </a:cubicBezTo>
                  <a:cubicBezTo>
                    <a:pt x="4261318" y="769047"/>
                    <a:pt x="4254988" y="762463"/>
                    <a:pt x="4252709" y="761703"/>
                  </a:cubicBezTo>
                  <a:cubicBezTo>
                    <a:pt x="4252962" y="761703"/>
                    <a:pt x="4252962" y="761703"/>
                    <a:pt x="4252709" y="761703"/>
                  </a:cubicBezTo>
                  <a:close/>
                  <a:moveTo>
                    <a:pt x="4243340" y="758918"/>
                  </a:moveTo>
                  <a:cubicBezTo>
                    <a:pt x="4243340" y="758918"/>
                    <a:pt x="4243086" y="758918"/>
                    <a:pt x="4243340" y="758918"/>
                  </a:cubicBezTo>
                  <a:cubicBezTo>
                    <a:pt x="4243086" y="758918"/>
                    <a:pt x="4243086" y="758918"/>
                    <a:pt x="4243086" y="758918"/>
                  </a:cubicBezTo>
                  <a:cubicBezTo>
                    <a:pt x="4243086" y="761450"/>
                    <a:pt x="4259546" y="778670"/>
                    <a:pt x="4261825" y="778670"/>
                  </a:cubicBezTo>
                  <a:cubicBezTo>
                    <a:pt x="4261825" y="778670"/>
                    <a:pt x="4261825" y="778670"/>
                    <a:pt x="4261825" y="778670"/>
                  </a:cubicBezTo>
                  <a:cubicBezTo>
                    <a:pt x="4261825" y="777403"/>
                    <a:pt x="4257014" y="772086"/>
                    <a:pt x="4255747" y="770313"/>
                  </a:cubicBezTo>
                  <a:cubicBezTo>
                    <a:pt x="4251949" y="766261"/>
                    <a:pt x="4245619" y="759678"/>
                    <a:pt x="4243340" y="758918"/>
                  </a:cubicBezTo>
                  <a:close/>
                  <a:moveTo>
                    <a:pt x="4232451" y="756132"/>
                  </a:moveTo>
                  <a:cubicBezTo>
                    <a:pt x="4232451" y="756132"/>
                    <a:pt x="4232198" y="756132"/>
                    <a:pt x="4232198" y="756132"/>
                  </a:cubicBezTo>
                  <a:cubicBezTo>
                    <a:pt x="4231691" y="758665"/>
                    <a:pt x="4249417" y="776897"/>
                    <a:pt x="4251190" y="775884"/>
                  </a:cubicBezTo>
                  <a:cubicBezTo>
                    <a:pt x="4251443" y="774618"/>
                    <a:pt x="4246631" y="769300"/>
                    <a:pt x="4245365" y="767528"/>
                  </a:cubicBezTo>
                  <a:cubicBezTo>
                    <a:pt x="4241314" y="763476"/>
                    <a:pt x="4234730" y="757145"/>
                    <a:pt x="4232451" y="756132"/>
                  </a:cubicBezTo>
                  <a:close/>
                  <a:moveTo>
                    <a:pt x="4220296" y="753347"/>
                  </a:moveTo>
                  <a:cubicBezTo>
                    <a:pt x="4220296" y="753347"/>
                    <a:pt x="4220042" y="753347"/>
                    <a:pt x="4219789" y="753347"/>
                  </a:cubicBezTo>
                  <a:cubicBezTo>
                    <a:pt x="4218523" y="754866"/>
                    <a:pt x="4234983" y="772592"/>
                    <a:pt x="4238275" y="773099"/>
                  </a:cubicBezTo>
                  <a:cubicBezTo>
                    <a:pt x="4239794" y="773352"/>
                    <a:pt x="4237515" y="769807"/>
                    <a:pt x="4233210" y="764742"/>
                  </a:cubicBezTo>
                  <a:cubicBezTo>
                    <a:pt x="4229412" y="760691"/>
                    <a:pt x="4222828" y="754360"/>
                    <a:pt x="4220296" y="753347"/>
                  </a:cubicBezTo>
                  <a:close/>
                  <a:moveTo>
                    <a:pt x="4206622" y="750815"/>
                  </a:moveTo>
                  <a:cubicBezTo>
                    <a:pt x="4206368" y="750815"/>
                    <a:pt x="4206368" y="750815"/>
                    <a:pt x="4206115" y="750815"/>
                  </a:cubicBezTo>
                  <a:cubicBezTo>
                    <a:pt x="4204596" y="752334"/>
                    <a:pt x="4220802" y="769807"/>
                    <a:pt x="4224601" y="770566"/>
                  </a:cubicBezTo>
                  <a:cubicBezTo>
                    <a:pt x="4226373" y="770820"/>
                    <a:pt x="4224094" y="767274"/>
                    <a:pt x="4219789" y="762210"/>
                  </a:cubicBezTo>
                  <a:cubicBezTo>
                    <a:pt x="4215991" y="757905"/>
                    <a:pt x="4209407" y="751574"/>
                    <a:pt x="4206622" y="750815"/>
                  </a:cubicBezTo>
                  <a:close/>
                  <a:moveTo>
                    <a:pt x="4191681" y="748029"/>
                  </a:moveTo>
                  <a:cubicBezTo>
                    <a:pt x="4191428" y="748029"/>
                    <a:pt x="4191175" y="748029"/>
                    <a:pt x="4191175" y="748029"/>
                  </a:cubicBezTo>
                  <a:cubicBezTo>
                    <a:pt x="4189149" y="749802"/>
                    <a:pt x="4205102" y="767021"/>
                    <a:pt x="4209407" y="767781"/>
                  </a:cubicBezTo>
                  <a:cubicBezTo>
                    <a:pt x="4211180" y="768034"/>
                    <a:pt x="4209407" y="764489"/>
                    <a:pt x="4205102" y="759424"/>
                  </a:cubicBezTo>
                  <a:cubicBezTo>
                    <a:pt x="4201557" y="755373"/>
                    <a:pt x="4194973" y="748789"/>
                    <a:pt x="4191681" y="748029"/>
                  </a:cubicBezTo>
                  <a:close/>
                  <a:moveTo>
                    <a:pt x="4175728" y="745244"/>
                  </a:moveTo>
                  <a:cubicBezTo>
                    <a:pt x="4175475" y="745244"/>
                    <a:pt x="4175222" y="745244"/>
                    <a:pt x="4175222" y="745244"/>
                  </a:cubicBezTo>
                  <a:cubicBezTo>
                    <a:pt x="4172689" y="747016"/>
                    <a:pt x="4188896" y="764236"/>
                    <a:pt x="4193454" y="764995"/>
                  </a:cubicBezTo>
                  <a:cubicBezTo>
                    <a:pt x="4195480" y="765249"/>
                    <a:pt x="4193707" y="761703"/>
                    <a:pt x="4189402" y="756639"/>
                  </a:cubicBezTo>
                  <a:cubicBezTo>
                    <a:pt x="4185604" y="752587"/>
                    <a:pt x="4179020" y="746257"/>
                    <a:pt x="4175728" y="745244"/>
                  </a:cubicBezTo>
                  <a:close/>
                  <a:moveTo>
                    <a:pt x="4158509" y="742711"/>
                  </a:moveTo>
                  <a:cubicBezTo>
                    <a:pt x="4158256" y="742711"/>
                    <a:pt x="4158002" y="742711"/>
                    <a:pt x="4157749" y="742711"/>
                  </a:cubicBezTo>
                  <a:cubicBezTo>
                    <a:pt x="4154963" y="744484"/>
                    <a:pt x="4170917" y="761703"/>
                    <a:pt x="4175728" y="762463"/>
                  </a:cubicBezTo>
                  <a:cubicBezTo>
                    <a:pt x="4177754" y="762716"/>
                    <a:pt x="4176234" y="759171"/>
                    <a:pt x="4171930" y="754107"/>
                  </a:cubicBezTo>
                  <a:cubicBezTo>
                    <a:pt x="4168638" y="749802"/>
                    <a:pt x="4161801" y="743471"/>
                    <a:pt x="4158509" y="742711"/>
                  </a:cubicBezTo>
                  <a:close/>
                  <a:moveTo>
                    <a:pt x="4139770" y="739926"/>
                  </a:moveTo>
                  <a:cubicBezTo>
                    <a:pt x="4139517" y="739926"/>
                    <a:pt x="4139264" y="739926"/>
                    <a:pt x="4139010" y="739926"/>
                  </a:cubicBezTo>
                  <a:cubicBezTo>
                    <a:pt x="4135972" y="741699"/>
                    <a:pt x="4151671" y="758918"/>
                    <a:pt x="4156989" y="759678"/>
                  </a:cubicBezTo>
                  <a:cubicBezTo>
                    <a:pt x="4159268" y="759931"/>
                    <a:pt x="4157749" y="756386"/>
                    <a:pt x="4153697" y="751321"/>
                  </a:cubicBezTo>
                  <a:cubicBezTo>
                    <a:pt x="4150152" y="747016"/>
                    <a:pt x="4143568" y="740686"/>
                    <a:pt x="4139770" y="739926"/>
                  </a:cubicBezTo>
                  <a:close/>
                  <a:moveTo>
                    <a:pt x="4120272" y="737141"/>
                  </a:moveTo>
                  <a:cubicBezTo>
                    <a:pt x="4120018" y="737141"/>
                    <a:pt x="4119512" y="737141"/>
                    <a:pt x="4119259" y="737394"/>
                  </a:cubicBezTo>
                  <a:cubicBezTo>
                    <a:pt x="4116980" y="739926"/>
                    <a:pt x="4131920" y="756132"/>
                    <a:pt x="4137238" y="756892"/>
                  </a:cubicBezTo>
                  <a:cubicBezTo>
                    <a:pt x="4139517" y="757145"/>
                    <a:pt x="4138250" y="753600"/>
                    <a:pt x="4134199" y="748536"/>
                  </a:cubicBezTo>
                  <a:cubicBezTo>
                    <a:pt x="4130654" y="744484"/>
                    <a:pt x="4124070" y="738153"/>
                    <a:pt x="4120272" y="737141"/>
                  </a:cubicBezTo>
                  <a:close/>
                  <a:moveTo>
                    <a:pt x="4052914" y="729544"/>
                  </a:moveTo>
                  <a:cubicBezTo>
                    <a:pt x="4049875" y="732076"/>
                    <a:pt x="4064309" y="748282"/>
                    <a:pt x="4070386" y="748789"/>
                  </a:cubicBezTo>
                  <a:cubicBezTo>
                    <a:pt x="4073172" y="749042"/>
                    <a:pt x="4072412" y="745497"/>
                    <a:pt x="4068613" y="740686"/>
                  </a:cubicBezTo>
                  <a:cubicBezTo>
                    <a:pt x="4065321" y="736381"/>
                    <a:pt x="4058738" y="730050"/>
                    <a:pt x="4054180" y="729290"/>
                  </a:cubicBezTo>
                  <a:cubicBezTo>
                    <a:pt x="4053673" y="729290"/>
                    <a:pt x="4053167" y="729290"/>
                    <a:pt x="4052914" y="729544"/>
                  </a:cubicBezTo>
                  <a:close/>
                  <a:moveTo>
                    <a:pt x="4029870" y="726758"/>
                  </a:moveTo>
                  <a:cubicBezTo>
                    <a:pt x="4029363" y="726758"/>
                    <a:pt x="4028857" y="726758"/>
                    <a:pt x="4028604" y="727011"/>
                  </a:cubicBezTo>
                  <a:cubicBezTo>
                    <a:pt x="4025059" y="729544"/>
                    <a:pt x="4039746" y="745750"/>
                    <a:pt x="4046076" y="746257"/>
                  </a:cubicBezTo>
                  <a:cubicBezTo>
                    <a:pt x="4049115" y="746510"/>
                    <a:pt x="4048355" y="742965"/>
                    <a:pt x="4044557" y="738153"/>
                  </a:cubicBezTo>
                  <a:cubicBezTo>
                    <a:pt x="4041265" y="733849"/>
                    <a:pt x="4034681" y="727518"/>
                    <a:pt x="4029870" y="726758"/>
                  </a:cubicBezTo>
                  <a:close/>
                  <a:moveTo>
                    <a:pt x="4003281" y="724479"/>
                  </a:moveTo>
                  <a:cubicBezTo>
                    <a:pt x="3999483" y="727011"/>
                    <a:pt x="4013917" y="743218"/>
                    <a:pt x="4020501" y="743724"/>
                  </a:cubicBezTo>
                  <a:cubicBezTo>
                    <a:pt x="4023539" y="743978"/>
                    <a:pt x="4023033" y="740432"/>
                    <a:pt x="4019234" y="735621"/>
                  </a:cubicBezTo>
                  <a:cubicBezTo>
                    <a:pt x="4016196" y="731316"/>
                    <a:pt x="4009359" y="724986"/>
                    <a:pt x="4004547" y="724226"/>
                  </a:cubicBezTo>
                  <a:cubicBezTo>
                    <a:pt x="4004294" y="724226"/>
                    <a:pt x="4003788" y="724226"/>
                    <a:pt x="4003281" y="724479"/>
                  </a:cubicBezTo>
                  <a:close/>
                  <a:moveTo>
                    <a:pt x="3978212" y="721694"/>
                  </a:moveTo>
                  <a:cubicBezTo>
                    <a:pt x="3977705" y="721694"/>
                    <a:pt x="3977199" y="721694"/>
                    <a:pt x="3976692" y="721947"/>
                  </a:cubicBezTo>
                  <a:cubicBezTo>
                    <a:pt x="3972641" y="724479"/>
                    <a:pt x="3986822" y="740686"/>
                    <a:pt x="3993659" y="741192"/>
                  </a:cubicBezTo>
                  <a:cubicBezTo>
                    <a:pt x="3996950" y="741445"/>
                    <a:pt x="3996444" y="737900"/>
                    <a:pt x="3992899" y="733089"/>
                  </a:cubicBezTo>
                  <a:cubicBezTo>
                    <a:pt x="3989860" y="728784"/>
                    <a:pt x="3983276" y="722453"/>
                    <a:pt x="3978212" y="721694"/>
                  </a:cubicBezTo>
                  <a:close/>
                  <a:moveTo>
                    <a:pt x="3893128" y="714097"/>
                  </a:moveTo>
                  <a:cubicBezTo>
                    <a:pt x="3892621" y="714097"/>
                    <a:pt x="3891862" y="714097"/>
                    <a:pt x="3891355" y="714350"/>
                  </a:cubicBezTo>
                  <a:cubicBezTo>
                    <a:pt x="3886544" y="716882"/>
                    <a:pt x="3898446" y="731823"/>
                    <a:pt x="3906802" y="733342"/>
                  </a:cubicBezTo>
                  <a:cubicBezTo>
                    <a:pt x="3911107" y="734102"/>
                    <a:pt x="3911360" y="730557"/>
                    <a:pt x="3907815" y="725239"/>
                  </a:cubicBezTo>
                  <a:cubicBezTo>
                    <a:pt x="3905283" y="721187"/>
                    <a:pt x="3898699" y="714857"/>
                    <a:pt x="3893128" y="714097"/>
                  </a:cubicBezTo>
                  <a:close/>
                  <a:moveTo>
                    <a:pt x="3862741" y="711565"/>
                  </a:moveTo>
                  <a:cubicBezTo>
                    <a:pt x="3861981" y="711565"/>
                    <a:pt x="3861221" y="711565"/>
                    <a:pt x="3860462" y="712071"/>
                  </a:cubicBezTo>
                  <a:cubicBezTo>
                    <a:pt x="3856663" y="715363"/>
                    <a:pt x="3868059" y="729290"/>
                    <a:pt x="3876162" y="730810"/>
                  </a:cubicBezTo>
                  <a:cubicBezTo>
                    <a:pt x="3880467" y="731570"/>
                    <a:pt x="3881226" y="728024"/>
                    <a:pt x="3877681" y="722707"/>
                  </a:cubicBezTo>
                  <a:cubicBezTo>
                    <a:pt x="3875149" y="718655"/>
                    <a:pt x="3868565" y="712324"/>
                    <a:pt x="3862741" y="711565"/>
                  </a:cubicBezTo>
                  <a:close/>
                  <a:moveTo>
                    <a:pt x="3831594" y="709032"/>
                  </a:moveTo>
                  <a:cubicBezTo>
                    <a:pt x="3830834" y="709032"/>
                    <a:pt x="3830075" y="709032"/>
                    <a:pt x="3829315" y="709539"/>
                  </a:cubicBezTo>
                  <a:cubicBezTo>
                    <a:pt x="3825263" y="712831"/>
                    <a:pt x="3836658" y="726758"/>
                    <a:pt x="3844762" y="728278"/>
                  </a:cubicBezTo>
                  <a:cubicBezTo>
                    <a:pt x="3849067" y="729037"/>
                    <a:pt x="3850079" y="725492"/>
                    <a:pt x="3846534" y="720174"/>
                  </a:cubicBezTo>
                  <a:cubicBezTo>
                    <a:pt x="3843749" y="716123"/>
                    <a:pt x="3837418" y="709792"/>
                    <a:pt x="3831594" y="709032"/>
                  </a:cubicBezTo>
                  <a:close/>
                  <a:moveTo>
                    <a:pt x="1310224" y="663958"/>
                  </a:moveTo>
                  <a:lnTo>
                    <a:pt x="1310224" y="663958"/>
                  </a:lnTo>
                  <a:cubicBezTo>
                    <a:pt x="1313263" y="660160"/>
                    <a:pt x="1315795" y="654082"/>
                    <a:pt x="1309718" y="653829"/>
                  </a:cubicBezTo>
                  <a:cubicBezTo>
                    <a:pt x="1301614" y="654589"/>
                    <a:pt x="1291738" y="664718"/>
                    <a:pt x="1292498" y="670036"/>
                  </a:cubicBezTo>
                  <a:cubicBezTo>
                    <a:pt x="1293258" y="675607"/>
                    <a:pt x="1303893" y="672061"/>
                    <a:pt x="1310224" y="663958"/>
                  </a:cubicBezTo>
                  <a:close/>
                  <a:moveTo>
                    <a:pt x="1241347" y="665984"/>
                  </a:moveTo>
                  <a:lnTo>
                    <a:pt x="1241347" y="665984"/>
                  </a:lnTo>
                  <a:cubicBezTo>
                    <a:pt x="1244385" y="662186"/>
                    <a:pt x="1247424" y="656108"/>
                    <a:pt x="1241600" y="655855"/>
                  </a:cubicBezTo>
                  <a:cubicBezTo>
                    <a:pt x="1233750" y="656615"/>
                    <a:pt x="1223874" y="666744"/>
                    <a:pt x="1224127" y="672061"/>
                  </a:cubicBezTo>
                  <a:cubicBezTo>
                    <a:pt x="1224380" y="677632"/>
                    <a:pt x="1235016" y="673834"/>
                    <a:pt x="1241347" y="665984"/>
                  </a:cubicBezTo>
                  <a:close/>
                  <a:moveTo>
                    <a:pt x="1176268" y="668263"/>
                  </a:moveTo>
                  <a:cubicBezTo>
                    <a:pt x="1179813" y="664211"/>
                    <a:pt x="1182345" y="658387"/>
                    <a:pt x="1177280" y="658134"/>
                  </a:cubicBezTo>
                  <a:cubicBezTo>
                    <a:pt x="1169430" y="658894"/>
                    <a:pt x="1158795" y="670036"/>
                    <a:pt x="1159555" y="675100"/>
                  </a:cubicBezTo>
                  <a:cubicBezTo>
                    <a:pt x="1160314" y="679658"/>
                    <a:pt x="1169937" y="675860"/>
                    <a:pt x="1176268" y="668263"/>
                  </a:cubicBezTo>
                  <a:close/>
                  <a:moveTo>
                    <a:pt x="1145121" y="669529"/>
                  </a:moveTo>
                  <a:cubicBezTo>
                    <a:pt x="1148413" y="665731"/>
                    <a:pt x="1151705" y="659653"/>
                    <a:pt x="1146640" y="659400"/>
                  </a:cubicBezTo>
                  <a:cubicBezTo>
                    <a:pt x="1139043" y="660160"/>
                    <a:pt x="1128408" y="671302"/>
                    <a:pt x="1128661" y="676366"/>
                  </a:cubicBezTo>
                  <a:cubicBezTo>
                    <a:pt x="1129168" y="681178"/>
                    <a:pt x="1138537" y="677126"/>
                    <a:pt x="1145121" y="669529"/>
                  </a:cubicBezTo>
                  <a:close/>
                  <a:moveTo>
                    <a:pt x="1116759" y="660920"/>
                  </a:moveTo>
                  <a:cubicBezTo>
                    <a:pt x="1109416" y="661679"/>
                    <a:pt x="1098527" y="672821"/>
                    <a:pt x="1098780" y="677886"/>
                  </a:cubicBezTo>
                  <a:cubicBezTo>
                    <a:pt x="1099034" y="682444"/>
                    <a:pt x="1108403" y="678645"/>
                    <a:pt x="1114987" y="671049"/>
                  </a:cubicBezTo>
                  <a:cubicBezTo>
                    <a:pt x="1118532" y="666997"/>
                    <a:pt x="1121824" y="660920"/>
                    <a:pt x="1116759" y="660920"/>
                  </a:cubicBezTo>
                  <a:close/>
                  <a:moveTo>
                    <a:pt x="1070166" y="679152"/>
                  </a:moveTo>
                  <a:cubicBezTo>
                    <a:pt x="1070166" y="683710"/>
                    <a:pt x="1079282" y="679911"/>
                    <a:pt x="1086119" y="672315"/>
                  </a:cubicBezTo>
                  <a:cubicBezTo>
                    <a:pt x="1089664" y="668516"/>
                    <a:pt x="1093209" y="662439"/>
                    <a:pt x="1088398" y="662186"/>
                  </a:cubicBezTo>
                  <a:cubicBezTo>
                    <a:pt x="1081055" y="662945"/>
                    <a:pt x="1069913" y="674087"/>
                    <a:pt x="1070166" y="679152"/>
                  </a:cubicBezTo>
                  <a:close/>
                  <a:moveTo>
                    <a:pt x="1042311" y="681178"/>
                  </a:moveTo>
                  <a:cubicBezTo>
                    <a:pt x="1042817" y="684976"/>
                    <a:pt x="1051427" y="680924"/>
                    <a:pt x="1058011" y="673834"/>
                  </a:cubicBezTo>
                  <a:cubicBezTo>
                    <a:pt x="1061809" y="669782"/>
                    <a:pt x="1065101" y="663958"/>
                    <a:pt x="1060543" y="663705"/>
                  </a:cubicBezTo>
                  <a:cubicBezTo>
                    <a:pt x="1053200" y="664465"/>
                    <a:pt x="1041551" y="676619"/>
                    <a:pt x="1042311" y="681178"/>
                  </a:cubicBezTo>
                  <a:close/>
                  <a:moveTo>
                    <a:pt x="1033701" y="665224"/>
                  </a:moveTo>
                  <a:cubicBezTo>
                    <a:pt x="1026864" y="666237"/>
                    <a:pt x="1014963" y="678139"/>
                    <a:pt x="1015469" y="682697"/>
                  </a:cubicBezTo>
                  <a:cubicBezTo>
                    <a:pt x="1015722" y="686495"/>
                    <a:pt x="1024332" y="682444"/>
                    <a:pt x="1030663" y="675353"/>
                  </a:cubicBezTo>
                  <a:cubicBezTo>
                    <a:pt x="1034208" y="671302"/>
                    <a:pt x="1038259" y="665224"/>
                    <a:pt x="1033701" y="665224"/>
                  </a:cubicBezTo>
                  <a:close/>
                  <a:moveTo>
                    <a:pt x="1008126" y="666744"/>
                  </a:moveTo>
                  <a:cubicBezTo>
                    <a:pt x="1001288" y="667757"/>
                    <a:pt x="989387" y="679911"/>
                    <a:pt x="989640" y="684216"/>
                  </a:cubicBezTo>
                  <a:cubicBezTo>
                    <a:pt x="989893" y="688015"/>
                    <a:pt x="997996" y="683963"/>
                    <a:pt x="1004580" y="676873"/>
                  </a:cubicBezTo>
                  <a:cubicBezTo>
                    <a:pt x="1008379" y="672821"/>
                    <a:pt x="1012430" y="666744"/>
                    <a:pt x="1008126" y="666744"/>
                  </a:cubicBezTo>
                  <a:close/>
                  <a:moveTo>
                    <a:pt x="965077" y="685736"/>
                  </a:moveTo>
                  <a:cubicBezTo>
                    <a:pt x="965077" y="689534"/>
                    <a:pt x="973180" y="685482"/>
                    <a:pt x="979764" y="678139"/>
                  </a:cubicBezTo>
                  <a:cubicBezTo>
                    <a:pt x="983563" y="674087"/>
                    <a:pt x="987361" y="668263"/>
                    <a:pt x="983563" y="668010"/>
                  </a:cubicBezTo>
                  <a:cubicBezTo>
                    <a:pt x="977232" y="669023"/>
                    <a:pt x="965077" y="681178"/>
                    <a:pt x="965077" y="685736"/>
                  </a:cubicBezTo>
                  <a:close/>
                  <a:moveTo>
                    <a:pt x="941527" y="687761"/>
                  </a:moveTo>
                  <a:cubicBezTo>
                    <a:pt x="942034" y="690800"/>
                    <a:pt x="949630" y="686495"/>
                    <a:pt x="955961" y="679911"/>
                  </a:cubicBezTo>
                  <a:cubicBezTo>
                    <a:pt x="959759" y="676113"/>
                    <a:pt x="964064" y="670036"/>
                    <a:pt x="960266" y="669782"/>
                  </a:cubicBezTo>
                  <a:cubicBezTo>
                    <a:pt x="953682" y="670795"/>
                    <a:pt x="941021" y="683963"/>
                    <a:pt x="941527" y="687761"/>
                  </a:cubicBezTo>
                  <a:close/>
                  <a:moveTo>
                    <a:pt x="918990" y="689534"/>
                  </a:moveTo>
                  <a:cubicBezTo>
                    <a:pt x="919243" y="692573"/>
                    <a:pt x="926587" y="688268"/>
                    <a:pt x="933171" y="681431"/>
                  </a:cubicBezTo>
                  <a:cubicBezTo>
                    <a:pt x="936969" y="677632"/>
                    <a:pt x="941274" y="671555"/>
                    <a:pt x="937729" y="671302"/>
                  </a:cubicBezTo>
                  <a:cubicBezTo>
                    <a:pt x="931651" y="672568"/>
                    <a:pt x="918737" y="685736"/>
                    <a:pt x="918990" y="689534"/>
                  </a:cubicBezTo>
                  <a:close/>
                  <a:moveTo>
                    <a:pt x="911646" y="683457"/>
                  </a:moveTo>
                  <a:cubicBezTo>
                    <a:pt x="915445" y="679658"/>
                    <a:pt x="920003" y="673581"/>
                    <a:pt x="916711" y="673328"/>
                  </a:cubicBezTo>
                  <a:cubicBezTo>
                    <a:pt x="910634" y="674340"/>
                    <a:pt x="897719" y="687508"/>
                    <a:pt x="897719" y="691307"/>
                  </a:cubicBezTo>
                  <a:cubicBezTo>
                    <a:pt x="897719" y="694345"/>
                    <a:pt x="905063" y="690040"/>
                    <a:pt x="911646" y="683457"/>
                  </a:cubicBezTo>
                  <a:close/>
                  <a:moveTo>
                    <a:pt x="877461" y="693079"/>
                  </a:moveTo>
                  <a:cubicBezTo>
                    <a:pt x="877208" y="696118"/>
                    <a:pt x="884298" y="691813"/>
                    <a:pt x="891135" y="684976"/>
                  </a:cubicBezTo>
                  <a:cubicBezTo>
                    <a:pt x="895187" y="680924"/>
                    <a:pt x="899492" y="675100"/>
                    <a:pt x="896453" y="674847"/>
                  </a:cubicBezTo>
                  <a:cubicBezTo>
                    <a:pt x="890629" y="676113"/>
                    <a:pt x="877714" y="689281"/>
                    <a:pt x="877461" y="693079"/>
                  </a:cubicBezTo>
                  <a:close/>
                  <a:moveTo>
                    <a:pt x="871637" y="687002"/>
                  </a:moveTo>
                  <a:cubicBezTo>
                    <a:pt x="875435" y="683203"/>
                    <a:pt x="880246" y="677126"/>
                    <a:pt x="877461" y="676873"/>
                  </a:cubicBezTo>
                  <a:cubicBezTo>
                    <a:pt x="871890" y="677886"/>
                    <a:pt x="857963" y="692320"/>
                    <a:pt x="858469" y="695358"/>
                  </a:cubicBezTo>
                  <a:cubicBezTo>
                    <a:pt x="858722" y="697637"/>
                    <a:pt x="865306" y="693586"/>
                    <a:pt x="871637" y="687002"/>
                  </a:cubicBezTo>
                  <a:close/>
                  <a:moveTo>
                    <a:pt x="840490" y="697384"/>
                  </a:moveTo>
                  <a:cubicBezTo>
                    <a:pt x="840743" y="699663"/>
                    <a:pt x="847074" y="695358"/>
                    <a:pt x="853405" y="689028"/>
                  </a:cubicBezTo>
                  <a:cubicBezTo>
                    <a:pt x="857203" y="685229"/>
                    <a:pt x="862267" y="678899"/>
                    <a:pt x="859482" y="678899"/>
                  </a:cubicBezTo>
                  <a:cubicBezTo>
                    <a:pt x="854417" y="679911"/>
                    <a:pt x="840490" y="694345"/>
                    <a:pt x="840490" y="697384"/>
                  </a:cubicBezTo>
                  <a:close/>
                  <a:moveTo>
                    <a:pt x="4254228" y="748789"/>
                  </a:moveTo>
                  <a:cubicBezTo>
                    <a:pt x="4251696" y="745750"/>
                    <a:pt x="4248910" y="743218"/>
                    <a:pt x="4246378" y="740432"/>
                  </a:cubicBezTo>
                  <a:cubicBezTo>
                    <a:pt x="4241314" y="735115"/>
                    <a:pt x="4235743" y="729797"/>
                    <a:pt x="4234983" y="729037"/>
                  </a:cubicBezTo>
                  <a:lnTo>
                    <a:pt x="4234983" y="729037"/>
                  </a:lnTo>
                  <a:cubicBezTo>
                    <a:pt x="4235489" y="729797"/>
                    <a:pt x="4253215" y="747776"/>
                    <a:pt x="4254228" y="748789"/>
                  </a:cubicBezTo>
                  <a:close/>
                  <a:moveTo>
                    <a:pt x="4250430" y="746003"/>
                  </a:moveTo>
                  <a:cubicBezTo>
                    <a:pt x="4250176" y="745244"/>
                    <a:pt x="4243593" y="738660"/>
                    <a:pt x="4242833" y="737647"/>
                  </a:cubicBezTo>
                  <a:cubicBezTo>
                    <a:pt x="4238022" y="732836"/>
                    <a:pt x="4232198" y="727011"/>
                    <a:pt x="4231184" y="726252"/>
                  </a:cubicBezTo>
                  <a:cubicBezTo>
                    <a:pt x="4231184" y="726252"/>
                    <a:pt x="4231184" y="726252"/>
                    <a:pt x="4231184" y="726252"/>
                  </a:cubicBezTo>
                  <a:cubicBezTo>
                    <a:pt x="4231438" y="727265"/>
                    <a:pt x="4248657" y="744990"/>
                    <a:pt x="4250430" y="746003"/>
                  </a:cubicBezTo>
                  <a:close/>
                  <a:moveTo>
                    <a:pt x="4245365" y="743471"/>
                  </a:moveTo>
                  <a:cubicBezTo>
                    <a:pt x="4245365" y="743471"/>
                    <a:pt x="4245365" y="743471"/>
                    <a:pt x="4245365" y="743471"/>
                  </a:cubicBezTo>
                  <a:cubicBezTo>
                    <a:pt x="4244605" y="741952"/>
                    <a:pt x="4239288" y="736381"/>
                    <a:pt x="4238022" y="735368"/>
                  </a:cubicBezTo>
                  <a:cubicBezTo>
                    <a:pt x="4233210" y="730557"/>
                    <a:pt x="4227386" y="724732"/>
                    <a:pt x="4226120" y="723973"/>
                  </a:cubicBezTo>
                  <a:cubicBezTo>
                    <a:pt x="4226120" y="723973"/>
                    <a:pt x="4226120" y="723973"/>
                    <a:pt x="4226120" y="723973"/>
                  </a:cubicBezTo>
                  <a:cubicBezTo>
                    <a:pt x="4227386" y="725999"/>
                    <a:pt x="4243086" y="742205"/>
                    <a:pt x="4245365" y="743471"/>
                  </a:cubicBezTo>
                  <a:close/>
                  <a:moveTo>
                    <a:pt x="4238781" y="740939"/>
                  </a:moveTo>
                  <a:cubicBezTo>
                    <a:pt x="4238781" y="740686"/>
                    <a:pt x="4238781" y="740686"/>
                    <a:pt x="4238781" y="740939"/>
                  </a:cubicBezTo>
                  <a:cubicBezTo>
                    <a:pt x="4238528" y="739673"/>
                    <a:pt x="4233463" y="734355"/>
                    <a:pt x="4231944" y="732836"/>
                  </a:cubicBezTo>
                  <a:cubicBezTo>
                    <a:pt x="4227893" y="728531"/>
                    <a:pt x="4221309" y="722200"/>
                    <a:pt x="4219789" y="721440"/>
                  </a:cubicBezTo>
                  <a:cubicBezTo>
                    <a:pt x="4219789" y="721440"/>
                    <a:pt x="4219789" y="721440"/>
                    <a:pt x="4219536" y="721440"/>
                  </a:cubicBezTo>
                  <a:cubicBezTo>
                    <a:pt x="4220296" y="723720"/>
                    <a:pt x="4235996" y="739420"/>
                    <a:pt x="4238781" y="740939"/>
                  </a:cubicBezTo>
                  <a:close/>
                  <a:moveTo>
                    <a:pt x="4211686" y="718655"/>
                  </a:moveTo>
                  <a:cubicBezTo>
                    <a:pt x="4211433" y="718655"/>
                    <a:pt x="4211433" y="718655"/>
                    <a:pt x="4211686" y="718655"/>
                  </a:cubicBezTo>
                  <a:cubicBezTo>
                    <a:pt x="4210926" y="719668"/>
                    <a:pt x="4228906" y="738153"/>
                    <a:pt x="4230931" y="738153"/>
                  </a:cubicBezTo>
                  <a:cubicBezTo>
                    <a:pt x="4230931" y="738153"/>
                    <a:pt x="4230931" y="738153"/>
                    <a:pt x="4230931" y="738153"/>
                  </a:cubicBezTo>
                  <a:cubicBezTo>
                    <a:pt x="4230678" y="736887"/>
                    <a:pt x="4225613" y="731570"/>
                    <a:pt x="4224094" y="730050"/>
                  </a:cubicBezTo>
                  <a:cubicBezTo>
                    <a:pt x="4220042" y="725745"/>
                    <a:pt x="4213459" y="719415"/>
                    <a:pt x="4211686" y="718655"/>
                  </a:cubicBezTo>
                  <a:close/>
                  <a:moveTo>
                    <a:pt x="4202064" y="715870"/>
                  </a:moveTo>
                  <a:cubicBezTo>
                    <a:pt x="4202064" y="715870"/>
                    <a:pt x="4202064" y="715870"/>
                    <a:pt x="4202064" y="715870"/>
                  </a:cubicBezTo>
                  <a:cubicBezTo>
                    <a:pt x="4202317" y="718402"/>
                    <a:pt x="4219030" y="735368"/>
                    <a:pt x="4221309" y="735368"/>
                  </a:cubicBezTo>
                  <a:cubicBezTo>
                    <a:pt x="4221309" y="735368"/>
                    <a:pt x="4221309" y="735368"/>
                    <a:pt x="4221309" y="735368"/>
                  </a:cubicBezTo>
                  <a:cubicBezTo>
                    <a:pt x="4221309" y="734102"/>
                    <a:pt x="4216497" y="728784"/>
                    <a:pt x="4214978" y="727265"/>
                  </a:cubicBezTo>
                  <a:cubicBezTo>
                    <a:pt x="4211180" y="723213"/>
                    <a:pt x="4204343" y="716629"/>
                    <a:pt x="4202064" y="715870"/>
                  </a:cubicBezTo>
                  <a:cubicBezTo>
                    <a:pt x="4202064" y="715870"/>
                    <a:pt x="4202064" y="715870"/>
                    <a:pt x="4202064" y="715870"/>
                  </a:cubicBezTo>
                  <a:close/>
                  <a:moveTo>
                    <a:pt x="4191681" y="713084"/>
                  </a:moveTo>
                  <a:cubicBezTo>
                    <a:pt x="4191681" y="713084"/>
                    <a:pt x="4191428" y="713084"/>
                    <a:pt x="4191428" y="713084"/>
                  </a:cubicBezTo>
                  <a:cubicBezTo>
                    <a:pt x="4191175" y="715616"/>
                    <a:pt x="4209154" y="733595"/>
                    <a:pt x="4210926" y="732582"/>
                  </a:cubicBezTo>
                  <a:cubicBezTo>
                    <a:pt x="4211180" y="731316"/>
                    <a:pt x="4206368" y="725999"/>
                    <a:pt x="4204849" y="724479"/>
                  </a:cubicBezTo>
                  <a:cubicBezTo>
                    <a:pt x="4200797" y="720428"/>
                    <a:pt x="4193960" y="714097"/>
                    <a:pt x="4191681" y="713084"/>
                  </a:cubicBezTo>
                  <a:close/>
                  <a:moveTo>
                    <a:pt x="4179526" y="710552"/>
                  </a:moveTo>
                  <a:cubicBezTo>
                    <a:pt x="4179526" y="710552"/>
                    <a:pt x="4179273" y="710552"/>
                    <a:pt x="4179020" y="710552"/>
                  </a:cubicBezTo>
                  <a:cubicBezTo>
                    <a:pt x="4177754" y="712071"/>
                    <a:pt x="4195986" y="730557"/>
                    <a:pt x="4198265" y="730050"/>
                  </a:cubicBezTo>
                  <a:cubicBezTo>
                    <a:pt x="4199278" y="729797"/>
                    <a:pt x="4196746" y="726505"/>
                    <a:pt x="4192441" y="721947"/>
                  </a:cubicBezTo>
                  <a:lnTo>
                    <a:pt x="4192441" y="721947"/>
                  </a:lnTo>
                  <a:cubicBezTo>
                    <a:pt x="4188896" y="717642"/>
                    <a:pt x="4182312" y="711311"/>
                    <a:pt x="4179526" y="710552"/>
                  </a:cubicBezTo>
                  <a:close/>
                  <a:moveTo>
                    <a:pt x="4166359" y="707766"/>
                  </a:moveTo>
                  <a:cubicBezTo>
                    <a:pt x="4166105" y="707766"/>
                    <a:pt x="4166105" y="707766"/>
                    <a:pt x="4165852" y="707766"/>
                  </a:cubicBezTo>
                  <a:cubicBezTo>
                    <a:pt x="4164333" y="709286"/>
                    <a:pt x="4182565" y="727771"/>
                    <a:pt x="4185097" y="727265"/>
                  </a:cubicBezTo>
                  <a:cubicBezTo>
                    <a:pt x="4186110" y="727011"/>
                    <a:pt x="4183831" y="723720"/>
                    <a:pt x="4179780" y="719161"/>
                  </a:cubicBezTo>
                  <a:cubicBezTo>
                    <a:pt x="4175981" y="715110"/>
                    <a:pt x="4169144" y="708779"/>
                    <a:pt x="4166359" y="707766"/>
                  </a:cubicBezTo>
                  <a:close/>
                  <a:moveTo>
                    <a:pt x="4151925" y="705234"/>
                  </a:moveTo>
                  <a:cubicBezTo>
                    <a:pt x="4151671" y="705234"/>
                    <a:pt x="4151418" y="705234"/>
                    <a:pt x="4151418" y="705234"/>
                  </a:cubicBezTo>
                  <a:cubicBezTo>
                    <a:pt x="4149646" y="707007"/>
                    <a:pt x="4166105" y="723973"/>
                    <a:pt x="4170410" y="724479"/>
                  </a:cubicBezTo>
                  <a:cubicBezTo>
                    <a:pt x="4172183" y="724732"/>
                    <a:pt x="4170157" y="721187"/>
                    <a:pt x="4165599" y="716376"/>
                  </a:cubicBezTo>
                  <a:cubicBezTo>
                    <a:pt x="4161801" y="712324"/>
                    <a:pt x="4154963" y="705994"/>
                    <a:pt x="4151925" y="705234"/>
                  </a:cubicBezTo>
                  <a:close/>
                  <a:moveTo>
                    <a:pt x="4150152" y="713844"/>
                  </a:moveTo>
                  <a:cubicBezTo>
                    <a:pt x="4146354" y="709539"/>
                    <a:pt x="4139517" y="703461"/>
                    <a:pt x="4136478" y="702449"/>
                  </a:cubicBezTo>
                  <a:cubicBezTo>
                    <a:pt x="4136225" y="702449"/>
                    <a:pt x="4135972" y="702449"/>
                    <a:pt x="4135972" y="702449"/>
                  </a:cubicBezTo>
                  <a:cubicBezTo>
                    <a:pt x="4133693" y="704221"/>
                    <a:pt x="4150152" y="721187"/>
                    <a:pt x="4154710" y="721694"/>
                  </a:cubicBezTo>
                  <a:cubicBezTo>
                    <a:pt x="4156230" y="722200"/>
                    <a:pt x="4154457" y="718908"/>
                    <a:pt x="4150152" y="713844"/>
                  </a:cubicBezTo>
                  <a:lnTo>
                    <a:pt x="4150152" y="713844"/>
                  </a:lnTo>
                  <a:close/>
                  <a:moveTo>
                    <a:pt x="4119259" y="699916"/>
                  </a:moveTo>
                  <a:cubicBezTo>
                    <a:pt x="4119005" y="699916"/>
                    <a:pt x="4118752" y="699916"/>
                    <a:pt x="4118752" y="699916"/>
                  </a:cubicBezTo>
                  <a:cubicBezTo>
                    <a:pt x="4116220" y="701689"/>
                    <a:pt x="4132679" y="718655"/>
                    <a:pt x="4137491" y="719161"/>
                  </a:cubicBezTo>
                  <a:cubicBezTo>
                    <a:pt x="4139517" y="719415"/>
                    <a:pt x="4137744" y="715870"/>
                    <a:pt x="4133439" y="711058"/>
                  </a:cubicBezTo>
                  <a:cubicBezTo>
                    <a:pt x="4129641" y="707007"/>
                    <a:pt x="4122804" y="700676"/>
                    <a:pt x="4119259" y="699916"/>
                  </a:cubicBezTo>
                  <a:close/>
                  <a:moveTo>
                    <a:pt x="4101280" y="697384"/>
                  </a:moveTo>
                  <a:cubicBezTo>
                    <a:pt x="4101026" y="697384"/>
                    <a:pt x="4100773" y="697384"/>
                    <a:pt x="4100520" y="697384"/>
                  </a:cubicBezTo>
                  <a:cubicBezTo>
                    <a:pt x="4097735" y="699157"/>
                    <a:pt x="4113941" y="716123"/>
                    <a:pt x="4119005" y="716629"/>
                  </a:cubicBezTo>
                  <a:cubicBezTo>
                    <a:pt x="4121284" y="716882"/>
                    <a:pt x="4119765" y="713337"/>
                    <a:pt x="4115460" y="708526"/>
                  </a:cubicBezTo>
                  <a:cubicBezTo>
                    <a:pt x="4111662" y="704474"/>
                    <a:pt x="4104825" y="698144"/>
                    <a:pt x="4101280" y="697384"/>
                  </a:cubicBezTo>
                  <a:close/>
                  <a:moveTo>
                    <a:pt x="4082034" y="694852"/>
                  </a:moveTo>
                  <a:cubicBezTo>
                    <a:pt x="4081781" y="694852"/>
                    <a:pt x="4081528" y="694852"/>
                    <a:pt x="4081275" y="694852"/>
                  </a:cubicBezTo>
                  <a:cubicBezTo>
                    <a:pt x="4078236" y="696624"/>
                    <a:pt x="4094189" y="713337"/>
                    <a:pt x="4099507" y="714097"/>
                  </a:cubicBezTo>
                  <a:cubicBezTo>
                    <a:pt x="4101786" y="714350"/>
                    <a:pt x="4100520" y="710805"/>
                    <a:pt x="4096215" y="705994"/>
                  </a:cubicBezTo>
                  <a:cubicBezTo>
                    <a:pt x="4092670" y="701942"/>
                    <a:pt x="4085833" y="695611"/>
                    <a:pt x="4082034" y="694852"/>
                  </a:cubicBezTo>
                  <a:close/>
                  <a:moveTo>
                    <a:pt x="4017715" y="687002"/>
                  </a:moveTo>
                  <a:cubicBezTo>
                    <a:pt x="4017209" y="687002"/>
                    <a:pt x="4016955" y="687002"/>
                    <a:pt x="4016449" y="687255"/>
                  </a:cubicBezTo>
                  <a:cubicBezTo>
                    <a:pt x="4013410" y="690040"/>
                    <a:pt x="4028351" y="705487"/>
                    <a:pt x="4034428" y="706247"/>
                  </a:cubicBezTo>
                  <a:cubicBezTo>
                    <a:pt x="4037213" y="706500"/>
                    <a:pt x="4036201" y="703208"/>
                    <a:pt x="4032149" y="698144"/>
                  </a:cubicBezTo>
                  <a:cubicBezTo>
                    <a:pt x="4028857" y="694092"/>
                    <a:pt x="4022020" y="687761"/>
                    <a:pt x="4017715" y="687002"/>
                  </a:cubicBezTo>
                  <a:close/>
                  <a:moveTo>
                    <a:pt x="3993912" y="684470"/>
                  </a:moveTo>
                  <a:cubicBezTo>
                    <a:pt x="3993405" y="684470"/>
                    <a:pt x="3992899" y="684470"/>
                    <a:pt x="3992646" y="684723"/>
                  </a:cubicBezTo>
                  <a:cubicBezTo>
                    <a:pt x="3989354" y="687508"/>
                    <a:pt x="4004041" y="702955"/>
                    <a:pt x="4010371" y="703715"/>
                  </a:cubicBezTo>
                  <a:cubicBezTo>
                    <a:pt x="4013157" y="703968"/>
                    <a:pt x="4012397" y="700676"/>
                    <a:pt x="4008599" y="695611"/>
                  </a:cubicBezTo>
                  <a:cubicBezTo>
                    <a:pt x="4005307" y="691560"/>
                    <a:pt x="3998470" y="685229"/>
                    <a:pt x="3993912" y="684470"/>
                  </a:cubicBezTo>
                  <a:close/>
                  <a:moveTo>
                    <a:pt x="3916931" y="676873"/>
                  </a:moveTo>
                  <a:cubicBezTo>
                    <a:pt x="3916425" y="676873"/>
                    <a:pt x="3915918" y="676873"/>
                    <a:pt x="3915412" y="677126"/>
                  </a:cubicBezTo>
                  <a:cubicBezTo>
                    <a:pt x="3911360" y="679911"/>
                    <a:pt x="3925287" y="695358"/>
                    <a:pt x="3932631" y="695865"/>
                  </a:cubicBezTo>
                  <a:cubicBezTo>
                    <a:pt x="3935923" y="696118"/>
                    <a:pt x="3935670" y="692573"/>
                    <a:pt x="3931872" y="687761"/>
                  </a:cubicBezTo>
                  <a:cubicBezTo>
                    <a:pt x="3928833" y="683963"/>
                    <a:pt x="3921996" y="677886"/>
                    <a:pt x="3916931" y="676873"/>
                  </a:cubicBezTo>
                  <a:close/>
                  <a:moveTo>
                    <a:pt x="3860462" y="672061"/>
                  </a:moveTo>
                  <a:cubicBezTo>
                    <a:pt x="3859955" y="672061"/>
                    <a:pt x="3859195" y="672061"/>
                    <a:pt x="3858689" y="672315"/>
                  </a:cubicBezTo>
                  <a:cubicBezTo>
                    <a:pt x="3854131" y="674847"/>
                    <a:pt x="3866539" y="689281"/>
                    <a:pt x="3874642" y="691053"/>
                  </a:cubicBezTo>
                  <a:cubicBezTo>
                    <a:pt x="3878694" y="691813"/>
                    <a:pt x="3878947" y="688268"/>
                    <a:pt x="3875402" y="683203"/>
                  </a:cubicBezTo>
                  <a:cubicBezTo>
                    <a:pt x="3872616" y="679152"/>
                    <a:pt x="3866033" y="672821"/>
                    <a:pt x="3860462" y="672061"/>
                  </a:cubicBezTo>
                  <a:close/>
                  <a:moveTo>
                    <a:pt x="3830834" y="669782"/>
                  </a:moveTo>
                  <a:cubicBezTo>
                    <a:pt x="3830328" y="669782"/>
                    <a:pt x="3829568" y="669782"/>
                    <a:pt x="3829062" y="670036"/>
                  </a:cubicBezTo>
                  <a:cubicBezTo>
                    <a:pt x="3824251" y="672568"/>
                    <a:pt x="3836405" y="687002"/>
                    <a:pt x="3844762" y="688774"/>
                  </a:cubicBezTo>
                  <a:cubicBezTo>
                    <a:pt x="3849067" y="689534"/>
                    <a:pt x="3849573" y="685989"/>
                    <a:pt x="3846028" y="680924"/>
                  </a:cubicBezTo>
                  <a:cubicBezTo>
                    <a:pt x="3842989" y="676619"/>
                    <a:pt x="3836405" y="670542"/>
                    <a:pt x="3830834" y="669782"/>
                  </a:cubicBezTo>
                  <a:close/>
                  <a:moveTo>
                    <a:pt x="3800447" y="667250"/>
                  </a:moveTo>
                  <a:cubicBezTo>
                    <a:pt x="3799688" y="667250"/>
                    <a:pt x="3798928" y="667250"/>
                    <a:pt x="3798168" y="667757"/>
                  </a:cubicBezTo>
                  <a:cubicBezTo>
                    <a:pt x="3794370" y="671049"/>
                    <a:pt x="3806018" y="684723"/>
                    <a:pt x="3813868" y="686242"/>
                  </a:cubicBezTo>
                  <a:cubicBezTo>
                    <a:pt x="3818173" y="687002"/>
                    <a:pt x="3818933" y="683457"/>
                    <a:pt x="3815388" y="678392"/>
                  </a:cubicBezTo>
                  <a:cubicBezTo>
                    <a:pt x="3812602" y="674340"/>
                    <a:pt x="3806018" y="668010"/>
                    <a:pt x="3800447" y="667250"/>
                  </a:cubicBezTo>
                  <a:close/>
                  <a:moveTo>
                    <a:pt x="3534307" y="667503"/>
                  </a:moveTo>
                  <a:cubicBezTo>
                    <a:pt x="3540638" y="669529"/>
                    <a:pt x="3543676" y="665984"/>
                    <a:pt x="3540638" y="660160"/>
                  </a:cubicBezTo>
                  <a:cubicBezTo>
                    <a:pt x="3538612" y="656108"/>
                    <a:pt x="3532534" y="650031"/>
                    <a:pt x="3525951" y="649271"/>
                  </a:cubicBezTo>
                  <a:cubicBezTo>
                    <a:pt x="3524937" y="649271"/>
                    <a:pt x="3523925" y="649271"/>
                    <a:pt x="3523165" y="649778"/>
                  </a:cubicBezTo>
                  <a:cubicBezTo>
                    <a:pt x="3517594" y="653070"/>
                    <a:pt x="3524937" y="664465"/>
                    <a:pt x="3534307" y="667503"/>
                  </a:cubicBezTo>
                  <a:close/>
                  <a:moveTo>
                    <a:pt x="3488220" y="647245"/>
                  </a:moveTo>
                  <a:cubicBezTo>
                    <a:pt x="3487207" y="647245"/>
                    <a:pt x="3486194" y="647245"/>
                    <a:pt x="3485181" y="647752"/>
                  </a:cubicBezTo>
                  <a:cubicBezTo>
                    <a:pt x="3479610" y="650790"/>
                    <a:pt x="3486954" y="662439"/>
                    <a:pt x="3496070" y="665478"/>
                  </a:cubicBezTo>
                  <a:cubicBezTo>
                    <a:pt x="3502400" y="667503"/>
                    <a:pt x="3505692" y="663958"/>
                    <a:pt x="3502907" y="658134"/>
                  </a:cubicBezTo>
                  <a:cubicBezTo>
                    <a:pt x="3500881" y="654082"/>
                    <a:pt x="3495057" y="648005"/>
                    <a:pt x="3488220" y="647245"/>
                  </a:cubicBezTo>
                  <a:close/>
                  <a:moveTo>
                    <a:pt x="1339851" y="623442"/>
                  </a:moveTo>
                  <a:cubicBezTo>
                    <a:pt x="1343143" y="619390"/>
                    <a:pt x="1345422" y="613566"/>
                    <a:pt x="1339598" y="613566"/>
                  </a:cubicBezTo>
                  <a:cubicBezTo>
                    <a:pt x="1331495" y="614326"/>
                    <a:pt x="1321619" y="624202"/>
                    <a:pt x="1322126" y="629520"/>
                  </a:cubicBezTo>
                  <a:cubicBezTo>
                    <a:pt x="1322885" y="634584"/>
                    <a:pt x="1333268" y="631039"/>
                    <a:pt x="1339851" y="623442"/>
                  </a:cubicBezTo>
                  <a:close/>
                  <a:moveTo>
                    <a:pt x="1272493" y="625468"/>
                  </a:moveTo>
                  <a:cubicBezTo>
                    <a:pt x="1276038" y="621416"/>
                    <a:pt x="1278571" y="615592"/>
                    <a:pt x="1273253" y="615592"/>
                  </a:cubicBezTo>
                  <a:cubicBezTo>
                    <a:pt x="1265656" y="616352"/>
                    <a:pt x="1255527" y="626228"/>
                    <a:pt x="1255527" y="631545"/>
                  </a:cubicBezTo>
                  <a:cubicBezTo>
                    <a:pt x="1255527" y="636610"/>
                    <a:pt x="1265910" y="633065"/>
                    <a:pt x="1272493" y="625468"/>
                  </a:cubicBezTo>
                  <a:close/>
                  <a:moveTo>
                    <a:pt x="1240334" y="626481"/>
                  </a:moveTo>
                  <a:cubicBezTo>
                    <a:pt x="1243879" y="622429"/>
                    <a:pt x="1246664" y="616605"/>
                    <a:pt x="1241347" y="616605"/>
                  </a:cubicBezTo>
                  <a:cubicBezTo>
                    <a:pt x="1233750" y="617365"/>
                    <a:pt x="1223368" y="627494"/>
                    <a:pt x="1223368" y="632558"/>
                  </a:cubicBezTo>
                  <a:cubicBezTo>
                    <a:pt x="1223368" y="637623"/>
                    <a:pt x="1233497" y="634078"/>
                    <a:pt x="1240334" y="626481"/>
                  </a:cubicBezTo>
                  <a:close/>
                  <a:moveTo>
                    <a:pt x="1210453" y="617618"/>
                  </a:moveTo>
                  <a:cubicBezTo>
                    <a:pt x="1202856" y="618378"/>
                    <a:pt x="1191968" y="629266"/>
                    <a:pt x="1192474" y="634078"/>
                  </a:cubicBezTo>
                  <a:cubicBezTo>
                    <a:pt x="1192980" y="638636"/>
                    <a:pt x="1202603" y="634837"/>
                    <a:pt x="1209187" y="627494"/>
                  </a:cubicBezTo>
                  <a:cubicBezTo>
                    <a:pt x="1212479" y="623442"/>
                    <a:pt x="1215264" y="617871"/>
                    <a:pt x="1210453" y="617618"/>
                  </a:cubicBezTo>
                  <a:close/>
                  <a:moveTo>
                    <a:pt x="1178547" y="628760"/>
                  </a:moveTo>
                  <a:cubicBezTo>
                    <a:pt x="1182345" y="624708"/>
                    <a:pt x="1185130" y="618884"/>
                    <a:pt x="1180319" y="618884"/>
                  </a:cubicBezTo>
                  <a:cubicBezTo>
                    <a:pt x="1172976" y="619644"/>
                    <a:pt x="1161834" y="630786"/>
                    <a:pt x="1162087" y="635344"/>
                  </a:cubicBezTo>
                  <a:cubicBezTo>
                    <a:pt x="1162593" y="639902"/>
                    <a:pt x="1171709" y="636103"/>
                    <a:pt x="1178547" y="628760"/>
                  </a:cubicBezTo>
                  <a:close/>
                  <a:moveTo>
                    <a:pt x="1133219" y="636610"/>
                  </a:moveTo>
                  <a:cubicBezTo>
                    <a:pt x="1133219" y="641168"/>
                    <a:pt x="1142335" y="637370"/>
                    <a:pt x="1149172" y="630026"/>
                  </a:cubicBezTo>
                  <a:cubicBezTo>
                    <a:pt x="1152971" y="625974"/>
                    <a:pt x="1156009" y="620150"/>
                    <a:pt x="1151451" y="620150"/>
                  </a:cubicBezTo>
                  <a:cubicBezTo>
                    <a:pt x="1144361" y="620910"/>
                    <a:pt x="1132966" y="632052"/>
                    <a:pt x="1133219" y="636610"/>
                  </a:cubicBezTo>
                  <a:close/>
                  <a:moveTo>
                    <a:pt x="1104858" y="638129"/>
                  </a:moveTo>
                  <a:cubicBezTo>
                    <a:pt x="1104858" y="642687"/>
                    <a:pt x="1113721" y="638889"/>
                    <a:pt x="1120558" y="631545"/>
                  </a:cubicBezTo>
                  <a:cubicBezTo>
                    <a:pt x="1124356" y="627494"/>
                    <a:pt x="1127648" y="621669"/>
                    <a:pt x="1123343" y="621669"/>
                  </a:cubicBezTo>
                  <a:cubicBezTo>
                    <a:pt x="1116506" y="622176"/>
                    <a:pt x="1105111" y="633318"/>
                    <a:pt x="1104858" y="638129"/>
                  </a:cubicBezTo>
                  <a:close/>
                  <a:moveTo>
                    <a:pt x="1077763" y="639902"/>
                  </a:moveTo>
                  <a:cubicBezTo>
                    <a:pt x="1078016" y="643700"/>
                    <a:pt x="1086626" y="639649"/>
                    <a:pt x="1093209" y="632558"/>
                  </a:cubicBezTo>
                  <a:cubicBezTo>
                    <a:pt x="1097008" y="628507"/>
                    <a:pt x="1100553" y="622682"/>
                    <a:pt x="1096248" y="622682"/>
                  </a:cubicBezTo>
                  <a:cubicBezTo>
                    <a:pt x="1089158" y="623695"/>
                    <a:pt x="1077256" y="635597"/>
                    <a:pt x="1077763" y="639902"/>
                  </a:cubicBezTo>
                  <a:close/>
                  <a:moveTo>
                    <a:pt x="1051680" y="641421"/>
                  </a:moveTo>
                  <a:cubicBezTo>
                    <a:pt x="1051934" y="644966"/>
                    <a:pt x="1060290" y="641168"/>
                    <a:pt x="1066874" y="634078"/>
                  </a:cubicBezTo>
                  <a:cubicBezTo>
                    <a:pt x="1070672" y="630026"/>
                    <a:pt x="1074471" y="624202"/>
                    <a:pt x="1070419" y="624202"/>
                  </a:cubicBezTo>
                  <a:cubicBezTo>
                    <a:pt x="1063582" y="625215"/>
                    <a:pt x="1051427" y="637116"/>
                    <a:pt x="1051680" y="641421"/>
                  </a:cubicBezTo>
                  <a:close/>
                  <a:moveTo>
                    <a:pt x="1026611" y="642940"/>
                  </a:moveTo>
                  <a:cubicBezTo>
                    <a:pt x="1026611" y="646739"/>
                    <a:pt x="1034714" y="642687"/>
                    <a:pt x="1041551" y="635597"/>
                  </a:cubicBezTo>
                  <a:cubicBezTo>
                    <a:pt x="1045603" y="631545"/>
                    <a:pt x="1049401" y="625721"/>
                    <a:pt x="1045350" y="625721"/>
                  </a:cubicBezTo>
                  <a:cubicBezTo>
                    <a:pt x="1038766" y="626734"/>
                    <a:pt x="1026611" y="638636"/>
                    <a:pt x="1026611" y="642940"/>
                  </a:cubicBezTo>
                  <a:close/>
                  <a:moveTo>
                    <a:pt x="1002555" y="644460"/>
                  </a:moveTo>
                  <a:cubicBezTo>
                    <a:pt x="1002301" y="648005"/>
                    <a:pt x="1010405" y="644207"/>
                    <a:pt x="1017242" y="637116"/>
                  </a:cubicBezTo>
                  <a:cubicBezTo>
                    <a:pt x="1021293" y="633065"/>
                    <a:pt x="1025345" y="627240"/>
                    <a:pt x="1021546" y="627240"/>
                  </a:cubicBezTo>
                  <a:cubicBezTo>
                    <a:pt x="1014963" y="628253"/>
                    <a:pt x="1002808" y="640155"/>
                    <a:pt x="1002555" y="644460"/>
                  </a:cubicBezTo>
                  <a:close/>
                  <a:moveTo>
                    <a:pt x="979511" y="646739"/>
                  </a:moveTo>
                  <a:cubicBezTo>
                    <a:pt x="979764" y="649524"/>
                    <a:pt x="987361" y="645473"/>
                    <a:pt x="993945" y="638889"/>
                  </a:cubicBezTo>
                  <a:cubicBezTo>
                    <a:pt x="997996" y="634837"/>
                    <a:pt x="1002048" y="629013"/>
                    <a:pt x="998503" y="629013"/>
                  </a:cubicBezTo>
                  <a:cubicBezTo>
                    <a:pt x="992172" y="630026"/>
                    <a:pt x="979005" y="642687"/>
                    <a:pt x="979511" y="646739"/>
                  </a:cubicBezTo>
                  <a:close/>
                  <a:moveTo>
                    <a:pt x="957480" y="648258"/>
                  </a:moveTo>
                  <a:cubicBezTo>
                    <a:pt x="957480" y="651044"/>
                    <a:pt x="965077" y="646992"/>
                    <a:pt x="971661" y="640408"/>
                  </a:cubicBezTo>
                  <a:cubicBezTo>
                    <a:pt x="975713" y="636357"/>
                    <a:pt x="980017" y="630532"/>
                    <a:pt x="976725" y="630532"/>
                  </a:cubicBezTo>
                  <a:cubicBezTo>
                    <a:pt x="970395" y="631545"/>
                    <a:pt x="957480" y="644460"/>
                    <a:pt x="957480" y="648258"/>
                  </a:cubicBezTo>
                  <a:close/>
                  <a:moveTo>
                    <a:pt x="950643" y="642181"/>
                  </a:moveTo>
                  <a:cubicBezTo>
                    <a:pt x="954695" y="638129"/>
                    <a:pt x="959253" y="632305"/>
                    <a:pt x="955961" y="632305"/>
                  </a:cubicBezTo>
                  <a:cubicBezTo>
                    <a:pt x="949884" y="633318"/>
                    <a:pt x="936716" y="646232"/>
                    <a:pt x="936716" y="650031"/>
                  </a:cubicBezTo>
                  <a:cubicBezTo>
                    <a:pt x="936716" y="652816"/>
                    <a:pt x="943806" y="648765"/>
                    <a:pt x="950643" y="642181"/>
                  </a:cubicBezTo>
                  <a:close/>
                  <a:moveTo>
                    <a:pt x="916964" y="651803"/>
                  </a:moveTo>
                  <a:cubicBezTo>
                    <a:pt x="916711" y="654589"/>
                    <a:pt x="923801" y="650537"/>
                    <a:pt x="930638" y="643953"/>
                  </a:cubicBezTo>
                  <a:lnTo>
                    <a:pt x="930638" y="643953"/>
                  </a:lnTo>
                  <a:cubicBezTo>
                    <a:pt x="934943" y="639902"/>
                    <a:pt x="939501" y="634078"/>
                    <a:pt x="936463" y="634078"/>
                  </a:cubicBezTo>
                  <a:cubicBezTo>
                    <a:pt x="930638" y="635090"/>
                    <a:pt x="917471" y="648005"/>
                    <a:pt x="916964" y="651803"/>
                  </a:cubicBezTo>
                  <a:close/>
                  <a:moveTo>
                    <a:pt x="898479" y="654082"/>
                  </a:moveTo>
                  <a:cubicBezTo>
                    <a:pt x="898732" y="656361"/>
                    <a:pt x="905316" y="652057"/>
                    <a:pt x="911900" y="645979"/>
                  </a:cubicBezTo>
                  <a:cubicBezTo>
                    <a:pt x="916205" y="641928"/>
                    <a:pt x="920763" y="636103"/>
                    <a:pt x="917977" y="636103"/>
                  </a:cubicBezTo>
                  <a:cubicBezTo>
                    <a:pt x="912406" y="637116"/>
                    <a:pt x="897972" y="651044"/>
                    <a:pt x="898479" y="654082"/>
                  </a:cubicBezTo>
                  <a:close/>
                  <a:moveTo>
                    <a:pt x="881006" y="655855"/>
                  </a:moveTo>
                  <a:cubicBezTo>
                    <a:pt x="881006" y="657881"/>
                    <a:pt x="887590" y="653829"/>
                    <a:pt x="893921" y="647752"/>
                  </a:cubicBezTo>
                  <a:cubicBezTo>
                    <a:pt x="898226" y="643700"/>
                    <a:pt x="903037" y="637876"/>
                    <a:pt x="900505" y="637876"/>
                  </a:cubicBezTo>
                  <a:cubicBezTo>
                    <a:pt x="895187" y="638889"/>
                    <a:pt x="880753" y="652816"/>
                    <a:pt x="881006" y="655855"/>
                  </a:cubicBezTo>
                  <a:close/>
                  <a:moveTo>
                    <a:pt x="864546" y="657881"/>
                  </a:moveTo>
                  <a:cubicBezTo>
                    <a:pt x="864293" y="659907"/>
                    <a:pt x="870877" y="655855"/>
                    <a:pt x="877208" y="649524"/>
                  </a:cubicBezTo>
                  <a:cubicBezTo>
                    <a:pt x="877461" y="649271"/>
                    <a:pt x="877967" y="648765"/>
                    <a:pt x="878221" y="648511"/>
                  </a:cubicBezTo>
                  <a:cubicBezTo>
                    <a:pt x="881766" y="644966"/>
                    <a:pt x="886324" y="639649"/>
                    <a:pt x="884045" y="639649"/>
                  </a:cubicBezTo>
                  <a:cubicBezTo>
                    <a:pt x="879234" y="640915"/>
                    <a:pt x="864800" y="654842"/>
                    <a:pt x="864546" y="657881"/>
                  </a:cubicBezTo>
                  <a:close/>
                  <a:moveTo>
                    <a:pt x="4203583" y="697890"/>
                  </a:moveTo>
                  <a:cubicBezTo>
                    <a:pt x="4199785" y="694092"/>
                    <a:pt x="4195986" y="690294"/>
                    <a:pt x="4191934" y="686749"/>
                  </a:cubicBezTo>
                  <a:lnTo>
                    <a:pt x="4191934" y="686749"/>
                  </a:lnTo>
                  <a:cubicBezTo>
                    <a:pt x="4191934" y="686749"/>
                    <a:pt x="4210673" y="704981"/>
                    <a:pt x="4211686" y="705994"/>
                  </a:cubicBezTo>
                  <a:cubicBezTo>
                    <a:pt x="4209154" y="703208"/>
                    <a:pt x="4206368" y="700676"/>
                    <a:pt x="4203583" y="697890"/>
                  </a:cubicBezTo>
                  <a:close/>
                  <a:moveTo>
                    <a:pt x="4208141" y="703461"/>
                  </a:moveTo>
                  <a:cubicBezTo>
                    <a:pt x="4207635" y="702702"/>
                    <a:pt x="4201051" y="696118"/>
                    <a:pt x="4200291" y="695358"/>
                  </a:cubicBezTo>
                  <a:cubicBezTo>
                    <a:pt x="4195480" y="690547"/>
                    <a:pt x="4189402" y="684976"/>
                    <a:pt x="4188389" y="684216"/>
                  </a:cubicBezTo>
                  <a:cubicBezTo>
                    <a:pt x="4188389" y="684216"/>
                    <a:pt x="4188389" y="684216"/>
                    <a:pt x="4188389" y="684216"/>
                  </a:cubicBezTo>
                  <a:cubicBezTo>
                    <a:pt x="4188896" y="684976"/>
                    <a:pt x="4206622" y="702449"/>
                    <a:pt x="4208141" y="703461"/>
                  </a:cubicBezTo>
                  <a:close/>
                  <a:moveTo>
                    <a:pt x="4203076" y="700929"/>
                  </a:moveTo>
                  <a:cubicBezTo>
                    <a:pt x="4203076" y="700929"/>
                    <a:pt x="4203076" y="700929"/>
                    <a:pt x="4203076" y="700929"/>
                  </a:cubicBezTo>
                  <a:cubicBezTo>
                    <a:pt x="4202317" y="699663"/>
                    <a:pt x="4197252" y="694345"/>
                    <a:pt x="4195480" y="692826"/>
                  </a:cubicBezTo>
                  <a:cubicBezTo>
                    <a:pt x="4190668" y="688015"/>
                    <a:pt x="4184591" y="682444"/>
                    <a:pt x="4183325" y="681684"/>
                  </a:cubicBezTo>
                  <a:cubicBezTo>
                    <a:pt x="4183325" y="681684"/>
                    <a:pt x="4183325" y="681684"/>
                    <a:pt x="4183325" y="681684"/>
                  </a:cubicBezTo>
                  <a:cubicBezTo>
                    <a:pt x="4184844" y="683963"/>
                    <a:pt x="4201051" y="699663"/>
                    <a:pt x="4203076" y="700929"/>
                  </a:cubicBezTo>
                  <a:close/>
                  <a:moveTo>
                    <a:pt x="4196746" y="698397"/>
                  </a:moveTo>
                  <a:cubicBezTo>
                    <a:pt x="4196746" y="698397"/>
                    <a:pt x="4196746" y="698397"/>
                    <a:pt x="4196746" y="698397"/>
                  </a:cubicBezTo>
                  <a:cubicBezTo>
                    <a:pt x="4196240" y="697131"/>
                    <a:pt x="4190668" y="691560"/>
                    <a:pt x="4189655" y="690294"/>
                  </a:cubicBezTo>
                  <a:cubicBezTo>
                    <a:pt x="4185351" y="686242"/>
                    <a:pt x="4178767" y="679911"/>
                    <a:pt x="4177247" y="679152"/>
                  </a:cubicBezTo>
                  <a:cubicBezTo>
                    <a:pt x="4177247" y="679152"/>
                    <a:pt x="4177247" y="679152"/>
                    <a:pt x="4177247" y="679152"/>
                  </a:cubicBezTo>
                  <a:cubicBezTo>
                    <a:pt x="4178007" y="681431"/>
                    <a:pt x="4194214" y="697131"/>
                    <a:pt x="4196746" y="698397"/>
                  </a:cubicBezTo>
                  <a:close/>
                  <a:moveTo>
                    <a:pt x="4189149" y="695611"/>
                  </a:moveTo>
                  <a:cubicBezTo>
                    <a:pt x="4188896" y="694345"/>
                    <a:pt x="4183831" y="689281"/>
                    <a:pt x="4182058" y="687761"/>
                  </a:cubicBezTo>
                  <a:cubicBezTo>
                    <a:pt x="4178007" y="683710"/>
                    <a:pt x="4171170" y="677379"/>
                    <a:pt x="4169397" y="676619"/>
                  </a:cubicBezTo>
                  <a:cubicBezTo>
                    <a:pt x="4169397" y="676619"/>
                    <a:pt x="4169144" y="676619"/>
                    <a:pt x="4169144" y="676619"/>
                  </a:cubicBezTo>
                  <a:cubicBezTo>
                    <a:pt x="4169651" y="678139"/>
                    <a:pt x="4187376" y="696118"/>
                    <a:pt x="4189149" y="695611"/>
                  </a:cubicBezTo>
                  <a:close/>
                  <a:moveTo>
                    <a:pt x="4160281" y="674087"/>
                  </a:moveTo>
                  <a:cubicBezTo>
                    <a:pt x="4160028" y="674087"/>
                    <a:pt x="4160028" y="674087"/>
                    <a:pt x="4160281" y="674087"/>
                  </a:cubicBezTo>
                  <a:cubicBezTo>
                    <a:pt x="4160028" y="674087"/>
                    <a:pt x="4160028" y="674087"/>
                    <a:pt x="4160028" y="674087"/>
                  </a:cubicBezTo>
                  <a:cubicBezTo>
                    <a:pt x="4160281" y="676366"/>
                    <a:pt x="4177754" y="693079"/>
                    <a:pt x="4179780" y="693079"/>
                  </a:cubicBezTo>
                  <a:cubicBezTo>
                    <a:pt x="4179780" y="693079"/>
                    <a:pt x="4179780" y="693079"/>
                    <a:pt x="4179780" y="693079"/>
                  </a:cubicBezTo>
                  <a:cubicBezTo>
                    <a:pt x="4179526" y="691813"/>
                    <a:pt x="4174715" y="686749"/>
                    <a:pt x="4173196" y="685229"/>
                  </a:cubicBezTo>
                  <a:cubicBezTo>
                    <a:pt x="4169144" y="681178"/>
                    <a:pt x="4162307" y="674847"/>
                    <a:pt x="4160281" y="674087"/>
                  </a:cubicBezTo>
                  <a:close/>
                  <a:moveTo>
                    <a:pt x="4149392" y="671555"/>
                  </a:moveTo>
                  <a:cubicBezTo>
                    <a:pt x="4149392" y="674087"/>
                    <a:pt x="4167878" y="691560"/>
                    <a:pt x="4169397" y="690547"/>
                  </a:cubicBezTo>
                  <a:cubicBezTo>
                    <a:pt x="4169397" y="689281"/>
                    <a:pt x="4164080" y="683710"/>
                    <a:pt x="4163067" y="682697"/>
                  </a:cubicBezTo>
                  <a:cubicBezTo>
                    <a:pt x="4159015" y="678645"/>
                    <a:pt x="4152178" y="672315"/>
                    <a:pt x="4149899" y="671555"/>
                  </a:cubicBezTo>
                  <a:cubicBezTo>
                    <a:pt x="4149646" y="671302"/>
                    <a:pt x="4149646" y="671302"/>
                    <a:pt x="4149392" y="671555"/>
                  </a:cubicBezTo>
                  <a:close/>
                  <a:moveTo>
                    <a:pt x="4137744" y="668770"/>
                  </a:moveTo>
                  <a:cubicBezTo>
                    <a:pt x="4137238" y="671302"/>
                    <a:pt x="4155723" y="688774"/>
                    <a:pt x="4157749" y="687761"/>
                  </a:cubicBezTo>
                  <a:cubicBezTo>
                    <a:pt x="4158002" y="686495"/>
                    <a:pt x="4153191" y="681431"/>
                    <a:pt x="4151671" y="679911"/>
                  </a:cubicBezTo>
                  <a:cubicBezTo>
                    <a:pt x="4147620" y="675860"/>
                    <a:pt x="4140783" y="669529"/>
                    <a:pt x="4138250" y="668770"/>
                  </a:cubicBezTo>
                  <a:cubicBezTo>
                    <a:pt x="4137997" y="668770"/>
                    <a:pt x="4137744" y="668770"/>
                    <a:pt x="4137744" y="668770"/>
                  </a:cubicBezTo>
                  <a:close/>
                  <a:moveTo>
                    <a:pt x="4124830" y="666237"/>
                  </a:moveTo>
                  <a:cubicBezTo>
                    <a:pt x="4123563" y="667757"/>
                    <a:pt x="4142049" y="685736"/>
                    <a:pt x="4144581" y="685229"/>
                  </a:cubicBezTo>
                  <a:cubicBezTo>
                    <a:pt x="4145594" y="684976"/>
                    <a:pt x="4143315" y="681684"/>
                    <a:pt x="4139010" y="677379"/>
                  </a:cubicBezTo>
                  <a:cubicBezTo>
                    <a:pt x="4134958" y="673328"/>
                    <a:pt x="4128122" y="666997"/>
                    <a:pt x="4125336" y="666237"/>
                  </a:cubicBezTo>
                  <a:cubicBezTo>
                    <a:pt x="4125083" y="666237"/>
                    <a:pt x="4124830" y="666237"/>
                    <a:pt x="4124830" y="666237"/>
                  </a:cubicBezTo>
                  <a:close/>
                  <a:moveTo>
                    <a:pt x="4111156" y="663705"/>
                  </a:moveTo>
                  <a:cubicBezTo>
                    <a:pt x="4110902" y="663705"/>
                    <a:pt x="4110649" y="663705"/>
                    <a:pt x="4110649" y="663705"/>
                  </a:cubicBezTo>
                  <a:cubicBezTo>
                    <a:pt x="4108876" y="665478"/>
                    <a:pt x="4127108" y="683203"/>
                    <a:pt x="4130147" y="682697"/>
                  </a:cubicBezTo>
                  <a:cubicBezTo>
                    <a:pt x="4131160" y="682444"/>
                    <a:pt x="4129134" y="679152"/>
                    <a:pt x="4124830" y="674847"/>
                  </a:cubicBezTo>
                  <a:cubicBezTo>
                    <a:pt x="4121031" y="670795"/>
                    <a:pt x="4114194" y="664465"/>
                    <a:pt x="4111156" y="663705"/>
                  </a:cubicBezTo>
                  <a:close/>
                  <a:moveTo>
                    <a:pt x="4095962" y="660920"/>
                  </a:moveTo>
                  <a:cubicBezTo>
                    <a:pt x="4095709" y="660920"/>
                    <a:pt x="4095455" y="660920"/>
                    <a:pt x="4095455" y="660920"/>
                  </a:cubicBezTo>
                  <a:cubicBezTo>
                    <a:pt x="4093176" y="662692"/>
                    <a:pt x="4111409" y="680418"/>
                    <a:pt x="4114954" y="679911"/>
                  </a:cubicBezTo>
                  <a:cubicBezTo>
                    <a:pt x="4116220" y="679658"/>
                    <a:pt x="4114194" y="676366"/>
                    <a:pt x="4109889" y="672061"/>
                  </a:cubicBezTo>
                  <a:cubicBezTo>
                    <a:pt x="4105838" y="668010"/>
                    <a:pt x="4099000" y="661932"/>
                    <a:pt x="4095962" y="660920"/>
                  </a:cubicBezTo>
                  <a:close/>
                  <a:moveTo>
                    <a:pt x="4079502" y="658387"/>
                  </a:moveTo>
                  <a:cubicBezTo>
                    <a:pt x="4079249" y="658387"/>
                    <a:pt x="4078996" y="658387"/>
                    <a:pt x="4078743" y="658640"/>
                  </a:cubicBezTo>
                  <a:cubicBezTo>
                    <a:pt x="4077476" y="661426"/>
                    <a:pt x="4094696" y="677886"/>
                    <a:pt x="4098241" y="677379"/>
                  </a:cubicBezTo>
                  <a:cubicBezTo>
                    <a:pt x="4099760" y="677126"/>
                    <a:pt x="4097735" y="673834"/>
                    <a:pt x="4093429" y="669529"/>
                  </a:cubicBezTo>
                  <a:cubicBezTo>
                    <a:pt x="4089631" y="665478"/>
                    <a:pt x="4082794" y="659400"/>
                    <a:pt x="4079502" y="658387"/>
                  </a:cubicBezTo>
                  <a:close/>
                  <a:moveTo>
                    <a:pt x="4061776" y="655855"/>
                  </a:moveTo>
                  <a:cubicBezTo>
                    <a:pt x="4061523" y="655855"/>
                    <a:pt x="4061270" y="655855"/>
                    <a:pt x="4061017" y="655855"/>
                  </a:cubicBezTo>
                  <a:cubicBezTo>
                    <a:pt x="4058485" y="657628"/>
                    <a:pt x="4074944" y="674087"/>
                    <a:pt x="4080008" y="674594"/>
                  </a:cubicBezTo>
                  <a:cubicBezTo>
                    <a:pt x="4082288" y="674847"/>
                    <a:pt x="4080515" y="671555"/>
                    <a:pt x="4076210" y="666744"/>
                  </a:cubicBezTo>
                  <a:cubicBezTo>
                    <a:pt x="4072159" y="662945"/>
                    <a:pt x="4065321" y="656615"/>
                    <a:pt x="4061776" y="655855"/>
                  </a:cubicBezTo>
                  <a:close/>
                  <a:moveTo>
                    <a:pt x="4043038" y="653323"/>
                  </a:moveTo>
                  <a:cubicBezTo>
                    <a:pt x="4042784" y="653323"/>
                    <a:pt x="4042531" y="653323"/>
                    <a:pt x="4042278" y="653323"/>
                  </a:cubicBezTo>
                  <a:cubicBezTo>
                    <a:pt x="4039239" y="655095"/>
                    <a:pt x="4055699" y="671555"/>
                    <a:pt x="4061017" y="672061"/>
                  </a:cubicBezTo>
                  <a:cubicBezTo>
                    <a:pt x="4063296" y="672315"/>
                    <a:pt x="4061776" y="669023"/>
                    <a:pt x="4057471" y="664211"/>
                  </a:cubicBezTo>
                  <a:cubicBezTo>
                    <a:pt x="4053673" y="660413"/>
                    <a:pt x="4046836" y="654082"/>
                    <a:pt x="4043038" y="653323"/>
                  </a:cubicBezTo>
                  <a:close/>
                  <a:moveTo>
                    <a:pt x="4023286" y="650790"/>
                  </a:moveTo>
                  <a:cubicBezTo>
                    <a:pt x="4023033" y="650790"/>
                    <a:pt x="4022526" y="650790"/>
                    <a:pt x="4022273" y="651044"/>
                  </a:cubicBezTo>
                  <a:cubicBezTo>
                    <a:pt x="4020247" y="653576"/>
                    <a:pt x="4035947" y="669023"/>
                    <a:pt x="4041012" y="669529"/>
                  </a:cubicBezTo>
                  <a:cubicBezTo>
                    <a:pt x="4043544" y="669782"/>
                    <a:pt x="4042025" y="666490"/>
                    <a:pt x="4037720" y="661679"/>
                  </a:cubicBezTo>
                  <a:cubicBezTo>
                    <a:pt x="4033922" y="657881"/>
                    <a:pt x="4027084" y="651550"/>
                    <a:pt x="4023286" y="650790"/>
                  </a:cubicBezTo>
                  <a:close/>
                  <a:moveTo>
                    <a:pt x="3979225" y="646232"/>
                  </a:moveTo>
                  <a:cubicBezTo>
                    <a:pt x="3976439" y="649018"/>
                    <a:pt x="3991633" y="664211"/>
                    <a:pt x="3997710" y="664718"/>
                  </a:cubicBezTo>
                  <a:cubicBezTo>
                    <a:pt x="4000242" y="664971"/>
                    <a:pt x="3999229" y="661679"/>
                    <a:pt x="3995178" y="656868"/>
                  </a:cubicBezTo>
                  <a:cubicBezTo>
                    <a:pt x="3991633" y="652816"/>
                    <a:pt x="3984796" y="646739"/>
                    <a:pt x="3980491" y="645979"/>
                  </a:cubicBezTo>
                  <a:cubicBezTo>
                    <a:pt x="3979731" y="645726"/>
                    <a:pt x="3979478" y="645726"/>
                    <a:pt x="3979225" y="646232"/>
                  </a:cubicBezTo>
                  <a:close/>
                  <a:moveTo>
                    <a:pt x="3957194" y="643447"/>
                  </a:moveTo>
                  <a:cubicBezTo>
                    <a:pt x="3956688" y="643447"/>
                    <a:pt x="3956181" y="643447"/>
                    <a:pt x="3955928" y="643700"/>
                  </a:cubicBezTo>
                  <a:cubicBezTo>
                    <a:pt x="3952889" y="646486"/>
                    <a:pt x="3967830" y="661426"/>
                    <a:pt x="3974160" y="662186"/>
                  </a:cubicBezTo>
                  <a:cubicBezTo>
                    <a:pt x="3976946" y="662439"/>
                    <a:pt x="3975933" y="659147"/>
                    <a:pt x="3971881" y="654336"/>
                  </a:cubicBezTo>
                  <a:cubicBezTo>
                    <a:pt x="3968589" y="650284"/>
                    <a:pt x="3961752" y="644207"/>
                    <a:pt x="3957194" y="643447"/>
                  </a:cubicBezTo>
                  <a:close/>
                  <a:moveTo>
                    <a:pt x="3827289" y="631292"/>
                  </a:moveTo>
                  <a:cubicBezTo>
                    <a:pt x="3826530" y="631292"/>
                    <a:pt x="3825770" y="631292"/>
                    <a:pt x="3825263" y="631799"/>
                  </a:cubicBezTo>
                  <a:cubicBezTo>
                    <a:pt x="3821971" y="635344"/>
                    <a:pt x="3835393" y="649271"/>
                    <a:pt x="3842483" y="649778"/>
                  </a:cubicBezTo>
                  <a:cubicBezTo>
                    <a:pt x="3845775" y="650031"/>
                    <a:pt x="3845775" y="646739"/>
                    <a:pt x="3842229" y="641928"/>
                  </a:cubicBezTo>
                  <a:cubicBezTo>
                    <a:pt x="3839191" y="638129"/>
                    <a:pt x="3832354" y="632052"/>
                    <a:pt x="3827289" y="631292"/>
                  </a:cubicBezTo>
                  <a:close/>
                  <a:moveTo>
                    <a:pt x="3798168" y="629013"/>
                  </a:moveTo>
                  <a:cubicBezTo>
                    <a:pt x="3797662" y="629013"/>
                    <a:pt x="3796902" y="629013"/>
                    <a:pt x="3796396" y="629266"/>
                  </a:cubicBezTo>
                  <a:cubicBezTo>
                    <a:pt x="3791838" y="631799"/>
                    <a:pt x="3804246" y="645979"/>
                    <a:pt x="3812349" y="647499"/>
                  </a:cubicBezTo>
                  <a:cubicBezTo>
                    <a:pt x="3816654" y="648258"/>
                    <a:pt x="3816907" y="644966"/>
                    <a:pt x="3813109" y="639902"/>
                  </a:cubicBezTo>
                  <a:cubicBezTo>
                    <a:pt x="3810576" y="635850"/>
                    <a:pt x="3803739" y="629773"/>
                    <a:pt x="3798168" y="629013"/>
                  </a:cubicBezTo>
                  <a:close/>
                  <a:moveTo>
                    <a:pt x="3472520" y="624708"/>
                  </a:moveTo>
                  <a:cubicBezTo>
                    <a:pt x="3478851" y="626734"/>
                    <a:pt x="3481889" y="623189"/>
                    <a:pt x="3479104" y="617618"/>
                  </a:cubicBezTo>
                  <a:cubicBezTo>
                    <a:pt x="3477078" y="613566"/>
                    <a:pt x="3471254" y="607742"/>
                    <a:pt x="3464416" y="606982"/>
                  </a:cubicBezTo>
                  <a:cubicBezTo>
                    <a:pt x="3463404" y="606982"/>
                    <a:pt x="3462391" y="606982"/>
                    <a:pt x="3461631" y="607489"/>
                  </a:cubicBezTo>
                  <a:cubicBezTo>
                    <a:pt x="3456060" y="610528"/>
                    <a:pt x="3463404" y="621923"/>
                    <a:pt x="3472520" y="624708"/>
                  </a:cubicBezTo>
                  <a:close/>
                  <a:moveTo>
                    <a:pt x="3423901" y="605716"/>
                  </a:moveTo>
                  <a:cubicBezTo>
                    <a:pt x="3418583" y="608755"/>
                    <a:pt x="3425673" y="620150"/>
                    <a:pt x="3434536" y="622936"/>
                  </a:cubicBezTo>
                  <a:cubicBezTo>
                    <a:pt x="3440867" y="624961"/>
                    <a:pt x="3444158" y="621416"/>
                    <a:pt x="3441373" y="615845"/>
                  </a:cubicBezTo>
                  <a:cubicBezTo>
                    <a:pt x="3439347" y="611794"/>
                    <a:pt x="3433523" y="605970"/>
                    <a:pt x="3426686" y="605210"/>
                  </a:cubicBezTo>
                  <a:cubicBezTo>
                    <a:pt x="3425673" y="604957"/>
                    <a:pt x="3424913" y="604957"/>
                    <a:pt x="3423901" y="605716"/>
                  </a:cubicBezTo>
                  <a:close/>
                  <a:moveTo>
                    <a:pt x="1336559" y="584699"/>
                  </a:moveTo>
                  <a:cubicBezTo>
                    <a:pt x="1340105" y="580900"/>
                    <a:pt x="1342384" y="575329"/>
                    <a:pt x="1337066" y="575076"/>
                  </a:cubicBezTo>
                  <a:cubicBezTo>
                    <a:pt x="1329469" y="575836"/>
                    <a:pt x="1319340" y="585458"/>
                    <a:pt x="1319340" y="590523"/>
                  </a:cubicBezTo>
                  <a:cubicBezTo>
                    <a:pt x="1319593" y="595587"/>
                    <a:pt x="1329976" y="592042"/>
                    <a:pt x="1336559" y="584699"/>
                  </a:cubicBezTo>
                  <a:close/>
                  <a:moveTo>
                    <a:pt x="1304147" y="585711"/>
                  </a:moveTo>
                  <a:cubicBezTo>
                    <a:pt x="1307692" y="581913"/>
                    <a:pt x="1310224" y="576089"/>
                    <a:pt x="1305160" y="576089"/>
                  </a:cubicBezTo>
                  <a:cubicBezTo>
                    <a:pt x="1297816" y="576849"/>
                    <a:pt x="1287434" y="586471"/>
                    <a:pt x="1287434" y="591536"/>
                  </a:cubicBezTo>
                  <a:cubicBezTo>
                    <a:pt x="1287434" y="596600"/>
                    <a:pt x="1297563" y="593055"/>
                    <a:pt x="1304147" y="585711"/>
                  </a:cubicBezTo>
                  <a:close/>
                  <a:moveTo>
                    <a:pt x="1256287" y="593308"/>
                  </a:moveTo>
                  <a:cubicBezTo>
                    <a:pt x="1256793" y="597613"/>
                    <a:pt x="1266416" y="594068"/>
                    <a:pt x="1272747" y="586978"/>
                  </a:cubicBezTo>
                  <a:cubicBezTo>
                    <a:pt x="1276292" y="583179"/>
                    <a:pt x="1279077" y="577355"/>
                    <a:pt x="1274266" y="577355"/>
                  </a:cubicBezTo>
                  <a:cubicBezTo>
                    <a:pt x="1266669" y="577861"/>
                    <a:pt x="1255527" y="588497"/>
                    <a:pt x="1256287" y="593308"/>
                  </a:cubicBezTo>
                  <a:close/>
                  <a:moveTo>
                    <a:pt x="1242359" y="587990"/>
                  </a:moveTo>
                  <a:cubicBezTo>
                    <a:pt x="1246158" y="584192"/>
                    <a:pt x="1248943" y="578368"/>
                    <a:pt x="1244132" y="578368"/>
                  </a:cubicBezTo>
                  <a:cubicBezTo>
                    <a:pt x="1236788" y="579128"/>
                    <a:pt x="1225647" y="589763"/>
                    <a:pt x="1225900" y="594321"/>
                  </a:cubicBezTo>
                  <a:cubicBezTo>
                    <a:pt x="1226153" y="598626"/>
                    <a:pt x="1235776" y="594828"/>
                    <a:pt x="1242359" y="587990"/>
                  </a:cubicBezTo>
                  <a:close/>
                  <a:moveTo>
                    <a:pt x="1215011" y="579381"/>
                  </a:moveTo>
                  <a:cubicBezTo>
                    <a:pt x="1207921" y="580140"/>
                    <a:pt x="1196526" y="590776"/>
                    <a:pt x="1196779" y="595587"/>
                  </a:cubicBezTo>
                  <a:cubicBezTo>
                    <a:pt x="1196779" y="599892"/>
                    <a:pt x="1206148" y="596347"/>
                    <a:pt x="1212985" y="589257"/>
                  </a:cubicBezTo>
                  <a:cubicBezTo>
                    <a:pt x="1216530" y="585205"/>
                    <a:pt x="1219569" y="579634"/>
                    <a:pt x="1215011" y="579381"/>
                  </a:cubicBezTo>
                  <a:close/>
                  <a:moveTo>
                    <a:pt x="1168164" y="596853"/>
                  </a:moveTo>
                  <a:cubicBezTo>
                    <a:pt x="1168164" y="601158"/>
                    <a:pt x="1177027" y="597613"/>
                    <a:pt x="1184117" y="590269"/>
                  </a:cubicBezTo>
                  <a:cubicBezTo>
                    <a:pt x="1187916" y="586471"/>
                    <a:pt x="1191208" y="580647"/>
                    <a:pt x="1186903" y="580647"/>
                  </a:cubicBezTo>
                  <a:cubicBezTo>
                    <a:pt x="1179813" y="581407"/>
                    <a:pt x="1168164" y="592295"/>
                    <a:pt x="1168164" y="596853"/>
                  </a:cubicBezTo>
                  <a:close/>
                  <a:moveTo>
                    <a:pt x="1140816" y="598120"/>
                  </a:moveTo>
                  <a:cubicBezTo>
                    <a:pt x="1140563" y="602424"/>
                    <a:pt x="1149426" y="598879"/>
                    <a:pt x="1156516" y="591536"/>
                  </a:cubicBezTo>
                  <a:cubicBezTo>
                    <a:pt x="1160314" y="587484"/>
                    <a:pt x="1163859" y="581913"/>
                    <a:pt x="1159555" y="581913"/>
                  </a:cubicBezTo>
                  <a:cubicBezTo>
                    <a:pt x="1152718" y="582673"/>
                    <a:pt x="1141069" y="593561"/>
                    <a:pt x="1140816" y="598120"/>
                  </a:cubicBezTo>
                  <a:close/>
                  <a:moveTo>
                    <a:pt x="1114227" y="599892"/>
                  </a:moveTo>
                  <a:cubicBezTo>
                    <a:pt x="1114480" y="603437"/>
                    <a:pt x="1122837" y="599639"/>
                    <a:pt x="1129674" y="592802"/>
                  </a:cubicBezTo>
                  <a:cubicBezTo>
                    <a:pt x="1133726" y="588750"/>
                    <a:pt x="1137271" y="583179"/>
                    <a:pt x="1132966" y="583179"/>
                  </a:cubicBezTo>
                  <a:cubicBezTo>
                    <a:pt x="1126129" y="584192"/>
                    <a:pt x="1113974" y="595840"/>
                    <a:pt x="1114227" y="599892"/>
                  </a:cubicBezTo>
                  <a:close/>
                  <a:moveTo>
                    <a:pt x="1088651" y="601411"/>
                  </a:moveTo>
                  <a:cubicBezTo>
                    <a:pt x="1088651" y="604957"/>
                    <a:pt x="1097008" y="601158"/>
                    <a:pt x="1103845" y="594321"/>
                  </a:cubicBezTo>
                  <a:cubicBezTo>
                    <a:pt x="1107897" y="590269"/>
                    <a:pt x="1111695" y="584699"/>
                    <a:pt x="1107643" y="584699"/>
                  </a:cubicBezTo>
                  <a:cubicBezTo>
                    <a:pt x="1101059" y="585711"/>
                    <a:pt x="1088651" y="597107"/>
                    <a:pt x="1088651" y="601411"/>
                  </a:cubicBezTo>
                  <a:close/>
                  <a:moveTo>
                    <a:pt x="1064342" y="602931"/>
                  </a:moveTo>
                  <a:cubicBezTo>
                    <a:pt x="1064088" y="606476"/>
                    <a:pt x="1072192" y="602678"/>
                    <a:pt x="1079282" y="595840"/>
                  </a:cubicBezTo>
                  <a:cubicBezTo>
                    <a:pt x="1083334" y="591789"/>
                    <a:pt x="1087385" y="586218"/>
                    <a:pt x="1083587" y="586218"/>
                  </a:cubicBezTo>
                  <a:cubicBezTo>
                    <a:pt x="1076750" y="586978"/>
                    <a:pt x="1064342" y="598626"/>
                    <a:pt x="1064342" y="602931"/>
                  </a:cubicBezTo>
                  <a:close/>
                  <a:moveTo>
                    <a:pt x="1040792" y="604957"/>
                  </a:moveTo>
                  <a:cubicBezTo>
                    <a:pt x="1041045" y="607742"/>
                    <a:pt x="1048895" y="603944"/>
                    <a:pt x="1055479" y="597360"/>
                  </a:cubicBezTo>
                  <a:cubicBezTo>
                    <a:pt x="1059530" y="593308"/>
                    <a:pt x="1063582" y="587737"/>
                    <a:pt x="1060037" y="587737"/>
                  </a:cubicBezTo>
                  <a:cubicBezTo>
                    <a:pt x="1053453" y="588750"/>
                    <a:pt x="1040285" y="601158"/>
                    <a:pt x="1040792" y="604957"/>
                  </a:cubicBezTo>
                  <a:close/>
                  <a:moveTo>
                    <a:pt x="1018255" y="606476"/>
                  </a:moveTo>
                  <a:cubicBezTo>
                    <a:pt x="1018508" y="609261"/>
                    <a:pt x="1025851" y="605463"/>
                    <a:pt x="1032688" y="598879"/>
                  </a:cubicBezTo>
                  <a:cubicBezTo>
                    <a:pt x="1036740" y="594828"/>
                    <a:pt x="1041045" y="589257"/>
                    <a:pt x="1037753" y="589257"/>
                  </a:cubicBezTo>
                  <a:cubicBezTo>
                    <a:pt x="1031422" y="590269"/>
                    <a:pt x="1018255" y="602678"/>
                    <a:pt x="1018255" y="606476"/>
                  </a:cubicBezTo>
                  <a:close/>
                  <a:moveTo>
                    <a:pt x="996984" y="607995"/>
                  </a:moveTo>
                  <a:cubicBezTo>
                    <a:pt x="996984" y="610781"/>
                    <a:pt x="1004327" y="606729"/>
                    <a:pt x="1011164" y="600399"/>
                  </a:cubicBezTo>
                  <a:cubicBezTo>
                    <a:pt x="1015469" y="596347"/>
                    <a:pt x="1019774" y="590776"/>
                    <a:pt x="1016482" y="590776"/>
                  </a:cubicBezTo>
                  <a:cubicBezTo>
                    <a:pt x="1010405" y="591789"/>
                    <a:pt x="996984" y="604450"/>
                    <a:pt x="996984" y="607995"/>
                  </a:cubicBezTo>
                  <a:close/>
                  <a:moveTo>
                    <a:pt x="990400" y="602171"/>
                  </a:moveTo>
                  <a:cubicBezTo>
                    <a:pt x="990653" y="601918"/>
                    <a:pt x="991159" y="601411"/>
                    <a:pt x="991413" y="601158"/>
                  </a:cubicBezTo>
                  <a:cubicBezTo>
                    <a:pt x="994958" y="597613"/>
                    <a:pt x="999263" y="592549"/>
                    <a:pt x="996224" y="592549"/>
                  </a:cubicBezTo>
                  <a:cubicBezTo>
                    <a:pt x="990400" y="593561"/>
                    <a:pt x="976979" y="605970"/>
                    <a:pt x="976472" y="609768"/>
                  </a:cubicBezTo>
                  <a:cubicBezTo>
                    <a:pt x="976472" y="612553"/>
                    <a:pt x="983563" y="608755"/>
                    <a:pt x="990400" y="602171"/>
                  </a:cubicBezTo>
                  <a:close/>
                  <a:moveTo>
                    <a:pt x="957227" y="611794"/>
                  </a:moveTo>
                  <a:cubicBezTo>
                    <a:pt x="957480" y="613819"/>
                    <a:pt x="964317" y="609768"/>
                    <a:pt x="970901" y="603944"/>
                  </a:cubicBezTo>
                  <a:cubicBezTo>
                    <a:pt x="971154" y="603690"/>
                    <a:pt x="971661" y="603184"/>
                    <a:pt x="971914" y="602931"/>
                  </a:cubicBezTo>
                  <a:cubicBezTo>
                    <a:pt x="975459" y="599386"/>
                    <a:pt x="979764" y="594321"/>
                    <a:pt x="976979" y="594321"/>
                  </a:cubicBezTo>
                  <a:cubicBezTo>
                    <a:pt x="971408" y="595334"/>
                    <a:pt x="956974" y="609008"/>
                    <a:pt x="957227" y="611794"/>
                  </a:cubicBezTo>
                  <a:close/>
                  <a:moveTo>
                    <a:pt x="939248" y="613566"/>
                  </a:moveTo>
                  <a:cubicBezTo>
                    <a:pt x="939248" y="615592"/>
                    <a:pt x="945832" y="611794"/>
                    <a:pt x="952669" y="605716"/>
                  </a:cubicBezTo>
                  <a:cubicBezTo>
                    <a:pt x="952922" y="605463"/>
                    <a:pt x="953429" y="604957"/>
                    <a:pt x="953682" y="604703"/>
                  </a:cubicBezTo>
                  <a:cubicBezTo>
                    <a:pt x="957227" y="601158"/>
                    <a:pt x="961785" y="596094"/>
                    <a:pt x="959253" y="596094"/>
                  </a:cubicBezTo>
                  <a:cubicBezTo>
                    <a:pt x="953682" y="597107"/>
                    <a:pt x="938995" y="610781"/>
                    <a:pt x="939248" y="613566"/>
                  </a:cubicBezTo>
                  <a:close/>
                  <a:moveTo>
                    <a:pt x="922029" y="615592"/>
                  </a:moveTo>
                  <a:cubicBezTo>
                    <a:pt x="922029" y="617618"/>
                    <a:pt x="928359" y="613819"/>
                    <a:pt x="935196" y="607489"/>
                  </a:cubicBezTo>
                  <a:cubicBezTo>
                    <a:pt x="935703" y="606982"/>
                    <a:pt x="936463" y="606223"/>
                    <a:pt x="937222" y="605716"/>
                  </a:cubicBezTo>
                  <a:cubicBezTo>
                    <a:pt x="940261" y="602931"/>
                    <a:pt x="944566" y="597866"/>
                    <a:pt x="942034" y="597866"/>
                  </a:cubicBezTo>
                  <a:cubicBezTo>
                    <a:pt x="936969" y="598879"/>
                    <a:pt x="922282" y="612553"/>
                    <a:pt x="922029" y="615592"/>
                  </a:cubicBezTo>
                  <a:close/>
                  <a:moveTo>
                    <a:pt x="906075" y="617365"/>
                  </a:moveTo>
                  <a:cubicBezTo>
                    <a:pt x="905822" y="619390"/>
                    <a:pt x="912153" y="615339"/>
                    <a:pt x="918990" y="609261"/>
                  </a:cubicBezTo>
                  <a:cubicBezTo>
                    <a:pt x="919496" y="608755"/>
                    <a:pt x="920256" y="607995"/>
                    <a:pt x="921016" y="607489"/>
                  </a:cubicBezTo>
                  <a:cubicBezTo>
                    <a:pt x="924055" y="604703"/>
                    <a:pt x="928359" y="599639"/>
                    <a:pt x="926334" y="599639"/>
                  </a:cubicBezTo>
                  <a:cubicBezTo>
                    <a:pt x="921269" y="600905"/>
                    <a:pt x="906582" y="614326"/>
                    <a:pt x="906075" y="617365"/>
                  </a:cubicBezTo>
                  <a:close/>
                  <a:moveTo>
                    <a:pt x="877714" y="621669"/>
                  </a:moveTo>
                  <a:cubicBezTo>
                    <a:pt x="877714" y="622936"/>
                    <a:pt x="883538" y="619137"/>
                    <a:pt x="889869" y="613313"/>
                  </a:cubicBezTo>
                  <a:cubicBezTo>
                    <a:pt x="890882" y="612300"/>
                    <a:pt x="891895" y="611540"/>
                    <a:pt x="892908" y="610528"/>
                  </a:cubicBezTo>
                  <a:cubicBezTo>
                    <a:pt x="894174" y="609261"/>
                    <a:pt x="899745" y="603690"/>
                    <a:pt x="897972" y="603690"/>
                  </a:cubicBezTo>
                  <a:cubicBezTo>
                    <a:pt x="893414" y="604703"/>
                    <a:pt x="877714" y="619390"/>
                    <a:pt x="877714" y="621669"/>
                  </a:cubicBezTo>
                  <a:close/>
                  <a:moveTo>
                    <a:pt x="4164333" y="660666"/>
                  </a:moveTo>
                  <a:lnTo>
                    <a:pt x="4164333" y="660666"/>
                  </a:lnTo>
                  <a:cubicBezTo>
                    <a:pt x="4164333" y="660666"/>
                    <a:pt x="4164080" y="660413"/>
                    <a:pt x="4164080" y="660413"/>
                  </a:cubicBezTo>
                  <a:lnTo>
                    <a:pt x="4151671" y="649018"/>
                  </a:lnTo>
                  <a:cubicBezTo>
                    <a:pt x="4150405" y="648005"/>
                    <a:pt x="4149392" y="646739"/>
                    <a:pt x="4148126" y="645726"/>
                  </a:cubicBezTo>
                  <a:lnTo>
                    <a:pt x="4148126" y="645726"/>
                  </a:lnTo>
                  <a:cubicBezTo>
                    <a:pt x="4148126" y="645726"/>
                    <a:pt x="4167625" y="663705"/>
                    <a:pt x="4168384" y="664465"/>
                  </a:cubicBezTo>
                  <a:cubicBezTo>
                    <a:pt x="4167118" y="662945"/>
                    <a:pt x="4165852" y="661932"/>
                    <a:pt x="4164333" y="660666"/>
                  </a:cubicBezTo>
                  <a:close/>
                  <a:moveTo>
                    <a:pt x="4164839" y="661932"/>
                  </a:moveTo>
                  <a:cubicBezTo>
                    <a:pt x="4164333" y="661426"/>
                    <a:pt x="4159521" y="656615"/>
                    <a:pt x="4156483" y="654082"/>
                  </a:cubicBezTo>
                  <a:cubicBezTo>
                    <a:pt x="4151418" y="649524"/>
                    <a:pt x="4145594" y="643953"/>
                    <a:pt x="4144328" y="643194"/>
                  </a:cubicBezTo>
                  <a:cubicBezTo>
                    <a:pt x="4144581" y="643700"/>
                    <a:pt x="4163573" y="661173"/>
                    <a:pt x="4164839" y="661932"/>
                  </a:cubicBezTo>
                  <a:close/>
                  <a:moveTo>
                    <a:pt x="4160028" y="659400"/>
                  </a:moveTo>
                  <a:cubicBezTo>
                    <a:pt x="4159015" y="658134"/>
                    <a:pt x="4153191" y="652563"/>
                    <a:pt x="4152178" y="651550"/>
                  </a:cubicBezTo>
                  <a:cubicBezTo>
                    <a:pt x="4147114" y="646992"/>
                    <a:pt x="4141036" y="641421"/>
                    <a:pt x="4139770" y="640661"/>
                  </a:cubicBezTo>
                  <a:cubicBezTo>
                    <a:pt x="4139770" y="640661"/>
                    <a:pt x="4139770" y="640661"/>
                    <a:pt x="4139770" y="640661"/>
                  </a:cubicBezTo>
                  <a:cubicBezTo>
                    <a:pt x="4140529" y="641928"/>
                    <a:pt x="4158509" y="659147"/>
                    <a:pt x="4160028" y="659400"/>
                  </a:cubicBezTo>
                  <a:close/>
                  <a:moveTo>
                    <a:pt x="4153697" y="656868"/>
                  </a:moveTo>
                  <a:cubicBezTo>
                    <a:pt x="4153697" y="656868"/>
                    <a:pt x="4153697" y="656868"/>
                    <a:pt x="4153697" y="656868"/>
                  </a:cubicBezTo>
                  <a:cubicBezTo>
                    <a:pt x="4153191" y="655602"/>
                    <a:pt x="4147367" y="650031"/>
                    <a:pt x="4146100" y="649018"/>
                  </a:cubicBezTo>
                  <a:cubicBezTo>
                    <a:pt x="4141796" y="644966"/>
                    <a:pt x="4135212" y="639142"/>
                    <a:pt x="4133439" y="638129"/>
                  </a:cubicBezTo>
                  <a:cubicBezTo>
                    <a:pt x="4133439" y="638129"/>
                    <a:pt x="4133439" y="638129"/>
                    <a:pt x="4133439" y="638129"/>
                  </a:cubicBezTo>
                  <a:cubicBezTo>
                    <a:pt x="4134705" y="640408"/>
                    <a:pt x="4151165" y="655602"/>
                    <a:pt x="4153697" y="656868"/>
                  </a:cubicBezTo>
                  <a:close/>
                  <a:moveTo>
                    <a:pt x="4130147" y="643953"/>
                  </a:moveTo>
                  <a:cubicBezTo>
                    <a:pt x="4126096" y="639902"/>
                    <a:pt x="4119259" y="634078"/>
                    <a:pt x="4116980" y="633318"/>
                  </a:cubicBezTo>
                  <a:cubicBezTo>
                    <a:pt x="4116980" y="633318"/>
                    <a:pt x="4116980" y="633318"/>
                    <a:pt x="4116727" y="633318"/>
                  </a:cubicBezTo>
                  <a:cubicBezTo>
                    <a:pt x="4116727" y="633318"/>
                    <a:pt x="4116727" y="633318"/>
                    <a:pt x="4116727" y="633318"/>
                  </a:cubicBezTo>
                  <a:cubicBezTo>
                    <a:pt x="4117233" y="635344"/>
                    <a:pt x="4134958" y="651803"/>
                    <a:pt x="4136984" y="651803"/>
                  </a:cubicBezTo>
                  <a:cubicBezTo>
                    <a:pt x="4136984" y="651803"/>
                    <a:pt x="4136984" y="651803"/>
                    <a:pt x="4136984" y="651803"/>
                  </a:cubicBezTo>
                  <a:cubicBezTo>
                    <a:pt x="4136984" y="650284"/>
                    <a:pt x="4131413" y="644966"/>
                    <a:pt x="4130147" y="643953"/>
                  </a:cubicBezTo>
                  <a:close/>
                  <a:moveTo>
                    <a:pt x="4106850" y="630786"/>
                  </a:moveTo>
                  <a:cubicBezTo>
                    <a:pt x="4106850" y="633065"/>
                    <a:pt x="4125842" y="650284"/>
                    <a:pt x="4127108" y="649271"/>
                  </a:cubicBezTo>
                  <a:cubicBezTo>
                    <a:pt x="4127108" y="648005"/>
                    <a:pt x="4121537" y="642687"/>
                    <a:pt x="4120272" y="641421"/>
                  </a:cubicBezTo>
                  <a:cubicBezTo>
                    <a:pt x="4116220" y="637370"/>
                    <a:pt x="4109130" y="631545"/>
                    <a:pt x="4106850" y="630786"/>
                  </a:cubicBezTo>
                  <a:cubicBezTo>
                    <a:pt x="4106850" y="630532"/>
                    <a:pt x="4106850" y="630532"/>
                    <a:pt x="4106850" y="630786"/>
                  </a:cubicBezTo>
                  <a:close/>
                  <a:moveTo>
                    <a:pt x="4095455" y="628253"/>
                  </a:moveTo>
                  <a:cubicBezTo>
                    <a:pt x="4095202" y="630532"/>
                    <a:pt x="4114194" y="647752"/>
                    <a:pt x="4115713" y="646739"/>
                  </a:cubicBezTo>
                  <a:cubicBezTo>
                    <a:pt x="4115966" y="645473"/>
                    <a:pt x="4110396" y="640155"/>
                    <a:pt x="4109130" y="638889"/>
                  </a:cubicBezTo>
                  <a:cubicBezTo>
                    <a:pt x="4105078" y="634837"/>
                    <a:pt x="4098241" y="629013"/>
                    <a:pt x="4095709" y="628253"/>
                  </a:cubicBezTo>
                  <a:cubicBezTo>
                    <a:pt x="4095709" y="628000"/>
                    <a:pt x="4095455" y="628000"/>
                    <a:pt x="4095455" y="628253"/>
                  </a:cubicBezTo>
                  <a:close/>
                  <a:moveTo>
                    <a:pt x="4082794" y="625721"/>
                  </a:moveTo>
                  <a:cubicBezTo>
                    <a:pt x="4082541" y="628253"/>
                    <a:pt x="4101280" y="644966"/>
                    <a:pt x="4103052" y="643953"/>
                  </a:cubicBezTo>
                  <a:cubicBezTo>
                    <a:pt x="4103305" y="642687"/>
                    <a:pt x="4097988" y="637370"/>
                    <a:pt x="4096975" y="636103"/>
                  </a:cubicBezTo>
                  <a:cubicBezTo>
                    <a:pt x="4092923" y="632052"/>
                    <a:pt x="4086086" y="626228"/>
                    <a:pt x="4083301" y="625468"/>
                  </a:cubicBezTo>
                  <a:cubicBezTo>
                    <a:pt x="4083047" y="625468"/>
                    <a:pt x="4082794" y="625468"/>
                    <a:pt x="4082794" y="625721"/>
                  </a:cubicBezTo>
                  <a:close/>
                  <a:moveTo>
                    <a:pt x="4069373" y="622936"/>
                  </a:moveTo>
                  <a:cubicBezTo>
                    <a:pt x="4069120" y="622936"/>
                    <a:pt x="4069120" y="622936"/>
                    <a:pt x="4068866" y="622936"/>
                  </a:cubicBezTo>
                  <a:cubicBezTo>
                    <a:pt x="4067347" y="624455"/>
                    <a:pt x="4086086" y="641928"/>
                    <a:pt x="4088872" y="641421"/>
                  </a:cubicBezTo>
                  <a:cubicBezTo>
                    <a:pt x="4089884" y="641168"/>
                    <a:pt x="4087605" y="637876"/>
                    <a:pt x="4083301" y="633571"/>
                  </a:cubicBezTo>
                  <a:cubicBezTo>
                    <a:pt x="4079249" y="629773"/>
                    <a:pt x="4072412" y="623949"/>
                    <a:pt x="4069373" y="622936"/>
                  </a:cubicBezTo>
                  <a:close/>
                  <a:moveTo>
                    <a:pt x="4054433" y="620657"/>
                  </a:moveTo>
                  <a:cubicBezTo>
                    <a:pt x="4054180" y="620657"/>
                    <a:pt x="4053926" y="620657"/>
                    <a:pt x="4053926" y="620657"/>
                  </a:cubicBezTo>
                  <a:cubicBezTo>
                    <a:pt x="4051900" y="622176"/>
                    <a:pt x="4070892" y="639649"/>
                    <a:pt x="4073931" y="639142"/>
                  </a:cubicBezTo>
                  <a:cubicBezTo>
                    <a:pt x="4075197" y="638889"/>
                    <a:pt x="4072918" y="635597"/>
                    <a:pt x="4068613" y="631292"/>
                  </a:cubicBezTo>
                  <a:cubicBezTo>
                    <a:pt x="4064562" y="627240"/>
                    <a:pt x="4057471" y="621416"/>
                    <a:pt x="4054433" y="620657"/>
                  </a:cubicBezTo>
                  <a:close/>
                  <a:moveTo>
                    <a:pt x="4038479" y="618124"/>
                  </a:moveTo>
                  <a:cubicBezTo>
                    <a:pt x="4038226" y="618124"/>
                    <a:pt x="4037973" y="618124"/>
                    <a:pt x="4037720" y="618378"/>
                  </a:cubicBezTo>
                  <a:cubicBezTo>
                    <a:pt x="4036707" y="620910"/>
                    <a:pt x="4054180" y="637116"/>
                    <a:pt x="4057725" y="636610"/>
                  </a:cubicBezTo>
                  <a:cubicBezTo>
                    <a:pt x="4058991" y="636357"/>
                    <a:pt x="4056965" y="633065"/>
                    <a:pt x="4052660" y="628760"/>
                  </a:cubicBezTo>
                  <a:cubicBezTo>
                    <a:pt x="4048862" y="624708"/>
                    <a:pt x="4041772" y="618884"/>
                    <a:pt x="4038479" y="618124"/>
                  </a:cubicBezTo>
                  <a:close/>
                  <a:moveTo>
                    <a:pt x="4021260" y="615592"/>
                  </a:moveTo>
                  <a:cubicBezTo>
                    <a:pt x="4021007" y="615592"/>
                    <a:pt x="4020501" y="615592"/>
                    <a:pt x="4020501" y="615845"/>
                  </a:cubicBezTo>
                  <a:cubicBezTo>
                    <a:pt x="4019234" y="618378"/>
                    <a:pt x="4036707" y="634584"/>
                    <a:pt x="4040252" y="634078"/>
                  </a:cubicBezTo>
                  <a:cubicBezTo>
                    <a:pt x="4041772" y="633824"/>
                    <a:pt x="4039746" y="630786"/>
                    <a:pt x="4035441" y="626228"/>
                  </a:cubicBezTo>
                  <a:cubicBezTo>
                    <a:pt x="4031896" y="622176"/>
                    <a:pt x="4024805" y="616352"/>
                    <a:pt x="4021260" y="615592"/>
                  </a:cubicBezTo>
                  <a:close/>
                  <a:moveTo>
                    <a:pt x="4003028" y="613060"/>
                  </a:moveTo>
                  <a:cubicBezTo>
                    <a:pt x="4002775" y="613060"/>
                    <a:pt x="4002268" y="613060"/>
                    <a:pt x="4002268" y="613313"/>
                  </a:cubicBezTo>
                  <a:cubicBezTo>
                    <a:pt x="4000496" y="615845"/>
                    <a:pt x="4017968" y="632052"/>
                    <a:pt x="4022020" y="631545"/>
                  </a:cubicBezTo>
                  <a:cubicBezTo>
                    <a:pt x="4023539" y="631292"/>
                    <a:pt x="4021767" y="628000"/>
                    <a:pt x="4017715" y="623695"/>
                  </a:cubicBezTo>
                  <a:cubicBezTo>
                    <a:pt x="4013663" y="619644"/>
                    <a:pt x="4006826" y="613819"/>
                    <a:pt x="4003028" y="613060"/>
                  </a:cubicBezTo>
                  <a:close/>
                  <a:moveTo>
                    <a:pt x="3983783" y="610528"/>
                  </a:moveTo>
                  <a:cubicBezTo>
                    <a:pt x="3983529" y="610528"/>
                    <a:pt x="3983023" y="610528"/>
                    <a:pt x="3982770" y="610781"/>
                  </a:cubicBezTo>
                  <a:cubicBezTo>
                    <a:pt x="3980744" y="613313"/>
                    <a:pt x="3996697" y="628253"/>
                    <a:pt x="4002015" y="628760"/>
                  </a:cubicBezTo>
                  <a:cubicBezTo>
                    <a:pt x="4004294" y="629013"/>
                    <a:pt x="4002775" y="625721"/>
                    <a:pt x="3998217" y="620910"/>
                  </a:cubicBezTo>
                  <a:cubicBezTo>
                    <a:pt x="3994671" y="617365"/>
                    <a:pt x="3987581" y="611287"/>
                    <a:pt x="3983783" y="610528"/>
                  </a:cubicBezTo>
                  <a:close/>
                  <a:moveTo>
                    <a:pt x="3963525" y="608249"/>
                  </a:moveTo>
                  <a:cubicBezTo>
                    <a:pt x="3963271" y="608249"/>
                    <a:pt x="3962765" y="608249"/>
                    <a:pt x="3962512" y="608502"/>
                  </a:cubicBezTo>
                  <a:cubicBezTo>
                    <a:pt x="3960233" y="611034"/>
                    <a:pt x="3975933" y="625974"/>
                    <a:pt x="3981504" y="626481"/>
                  </a:cubicBezTo>
                  <a:cubicBezTo>
                    <a:pt x="3984036" y="626734"/>
                    <a:pt x="3982517" y="623442"/>
                    <a:pt x="3978212" y="618631"/>
                  </a:cubicBezTo>
                  <a:cubicBezTo>
                    <a:pt x="3974413" y="614832"/>
                    <a:pt x="3967323" y="609008"/>
                    <a:pt x="3963525" y="608249"/>
                  </a:cubicBezTo>
                  <a:close/>
                  <a:moveTo>
                    <a:pt x="3793104" y="591536"/>
                  </a:moveTo>
                  <a:cubicBezTo>
                    <a:pt x="3792344" y="591536"/>
                    <a:pt x="3791838" y="591536"/>
                    <a:pt x="3791331" y="592042"/>
                  </a:cubicBezTo>
                  <a:cubicBezTo>
                    <a:pt x="3788293" y="595334"/>
                    <a:pt x="3802220" y="609008"/>
                    <a:pt x="3809057" y="609515"/>
                  </a:cubicBezTo>
                  <a:cubicBezTo>
                    <a:pt x="3812349" y="609768"/>
                    <a:pt x="3812095" y="606476"/>
                    <a:pt x="3808297" y="601918"/>
                  </a:cubicBezTo>
                  <a:cubicBezTo>
                    <a:pt x="3804752" y="598120"/>
                    <a:pt x="3798168" y="592295"/>
                    <a:pt x="3793104" y="591536"/>
                  </a:cubicBezTo>
                  <a:close/>
                  <a:moveTo>
                    <a:pt x="3780189" y="607236"/>
                  </a:moveTo>
                  <a:cubicBezTo>
                    <a:pt x="3783481" y="607489"/>
                    <a:pt x="3783481" y="604197"/>
                    <a:pt x="3779936" y="599639"/>
                  </a:cubicBezTo>
                  <a:lnTo>
                    <a:pt x="3779936" y="599639"/>
                  </a:lnTo>
                  <a:cubicBezTo>
                    <a:pt x="3776897" y="595840"/>
                    <a:pt x="3770313" y="590016"/>
                    <a:pt x="3764995" y="589257"/>
                  </a:cubicBezTo>
                  <a:cubicBezTo>
                    <a:pt x="3764236" y="589257"/>
                    <a:pt x="3763476" y="589257"/>
                    <a:pt x="3762970" y="589763"/>
                  </a:cubicBezTo>
                  <a:cubicBezTo>
                    <a:pt x="3759678" y="593055"/>
                    <a:pt x="3773352" y="606729"/>
                    <a:pt x="3780189" y="607236"/>
                  </a:cubicBezTo>
                  <a:close/>
                  <a:moveTo>
                    <a:pt x="3439600" y="567986"/>
                  </a:moveTo>
                  <a:cubicBezTo>
                    <a:pt x="3438587" y="567986"/>
                    <a:pt x="3437828" y="567986"/>
                    <a:pt x="3436815" y="568492"/>
                  </a:cubicBezTo>
                  <a:cubicBezTo>
                    <a:pt x="3431750" y="571278"/>
                    <a:pt x="3439347" y="582419"/>
                    <a:pt x="3448210" y="585205"/>
                  </a:cubicBezTo>
                  <a:cubicBezTo>
                    <a:pt x="3454288" y="587231"/>
                    <a:pt x="3457326" y="583686"/>
                    <a:pt x="3454288" y="578115"/>
                  </a:cubicBezTo>
                  <a:cubicBezTo>
                    <a:pt x="3452262" y="574316"/>
                    <a:pt x="3446184" y="568745"/>
                    <a:pt x="3439600" y="567986"/>
                  </a:cubicBezTo>
                  <a:close/>
                  <a:moveTo>
                    <a:pt x="1320353" y="553299"/>
                  </a:moveTo>
                  <a:cubicBezTo>
                    <a:pt x="1320859" y="557603"/>
                    <a:pt x="1330229" y="554058"/>
                    <a:pt x="1337066" y="546968"/>
                  </a:cubicBezTo>
                  <a:cubicBezTo>
                    <a:pt x="1340358" y="543423"/>
                    <a:pt x="1343650" y="537852"/>
                    <a:pt x="1338332" y="537599"/>
                  </a:cubicBezTo>
                  <a:cubicBezTo>
                    <a:pt x="1330482" y="538611"/>
                    <a:pt x="1319847" y="548740"/>
                    <a:pt x="1320353" y="553299"/>
                  </a:cubicBezTo>
                  <a:close/>
                  <a:moveTo>
                    <a:pt x="1307945" y="538865"/>
                  </a:moveTo>
                  <a:cubicBezTo>
                    <a:pt x="1300348" y="539624"/>
                    <a:pt x="1289459" y="549753"/>
                    <a:pt x="1289713" y="554311"/>
                  </a:cubicBezTo>
                  <a:cubicBezTo>
                    <a:pt x="1289966" y="558616"/>
                    <a:pt x="1299335" y="555071"/>
                    <a:pt x="1306172" y="547981"/>
                  </a:cubicBezTo>
                  <a:lnTo>
                    <a:pt x="1306172" y="547981"/>
                  </a:lnTo>
                  <a:cubicBezTo>
                    <a:pt x="1309718" y="544689"/>
                    <a:pt x="1313009" y="539118"/>
                    <a:pt x="1307945" y="538865"/>
                  </a:cubicBezTo>
                  <a:close/>
                  <a:moveTo>
                    <a:pt x="1278571" y="539878"/>
                  </a:moveTo>
                  <a:cubicBezTo>
                    <a:pt x="1271227" y="540637"/>
                    <a:pt x="1260339" y="550766"/>
                    <a:pt x="1260339" y="555324"/>
                  </a:cubicBezTo>
                  <a:cubicBezTo>
                    <a:pt x="1260339" y="559629"/>
                    <a:pt x="1269708" y="556084"/>
                    <a:pt x="1276545" y="548994"/>
                  </a:cubicBezTo>
                  <a:cubicBezTo>
                    <a:pt x="1280343" y="545449"/>
                    <a:pt x="1283382" y="540131"/>
                    <a:pt x="1278571" y="539878"/>
                  </a:cubicBezTo>
                  <a:close/>
                  <a:moveTo>
                    <a:pt x="1250209" y="541144"/>
                  </a:moveTo>
                  <a:cubicBezTo>
                    <a:pt x="1243119" y="541903"/>
                    <a:pt x="1231977" y="552032"/>
                    <a:pt x="1231724" y="556844"/>
                  </a:cubicBezTo>
                  <a:cubicBezTo>
                    <a:pt x="1231471" y="561149"/>
                    <a:pt x="1240587" y="557603"/>
                    <a:pt x="1247677" y="550513"/>
                  </a:cubicBezTo>
                  <a:cubicBezTo>
                    <a:pt x="1251222" y="546968"/>
                    <a:pt x="1255021" y="541144"/>
                    <a:pt x="1250209" y="541144"/>
                  </a:cubicBezTo>
                  <a:close/>
                  <a:moveTo>
                    <a:pt x="1222608" y="542410"/>
                  </a:moveTo>
                  <a:cubicBezTo>
                    <a:pt x="1215771" y="543170"/>
                    <a:pt x="1204376" y="553299"/>
                    <a:pt x="1203869" y="558110"/>
                  </a:cubicBezTo>
                  <a:cubicBezTo>
                    <a:pt x="1203616" y="562415"/>
                    <a:pt x="1212479" y="558869"/>
                    <a:pt x="1219569" y="551779"/>
                  </a:cubicBezTo>
                  <a:cubicBezTo>
                    <a:pt x="1223368" y="547981"/>
                    <a:pt x="1227419" y="542410"/>
                    <a:pt x="1222608" y="542410"/>
                  </a:cubicBezTo>
                  <a:close/>
                  <a:moveTo>
                    <a:pt x="1177280" y="559629"/>
                  </a:moveTo>
                  <a:cubicBezTo>
                    <a:pt x="1177534" y="563174"/>
                    <a:pt x="1185890" y="559376"/>
                    <a:pt x="1192980" y="552792"/>
                  </a:cubicBezTo>
                  <a:cubicBezTo>
                    <a:pt x="1196526" y="549247"/>
                    <a:pt x="1200830" y="543676"/>
                    <a:pt x="1196272" y="543423"/>
                  </a:cubicBezTo>
                  <a:cubicBezTo>
                    <a:pt x="1189182" y="544436"/>
                    <a:pt x="1177027" y="555578"/>
                    <a:pt x="1177280" y="559629"/>
                  </a:cubicBezTo>
                  <a:close/>
                  <a:moveTo>
                    <a:pt x="1151451" y="561149"/>
                  </a:moveTo>
                  <a:cubicBezTo>
                    <a:pt x="1151451" y="564694"/>
                    <a:pt x="1159808" y="560895"/>
                    <a:pt x="1166898" y="554311"/>
                  </a:cubicBezTo>
                  <a:cubicBezTo>
                    <a:pt x="1170950" y="550513"/>
                    <a:pt x="1174495" y="545195"/>
                    <a:pt x="1170443" y="544942"/>
                  </a:cubicBezTo>
                  <a:cubicBezTo>
                    <a:pt x="1163859" y="545702"/>
                    <a:pt x="1151451" y="556844"/>
                    <a:pt x="1151451" y="561149"/>
                  </a:cubicBezTo>
                  <a:close/>
                  <a:moveTo>
                    <a:pt x="1126635" y="562415"/>
                  </a:moveTo>
                  <a:cubicBezTo>
                    <a:pt x="1126382" y="565960"/>
                    <a:pt x="1134739" y="562161"/>
                    <a:pt x="1141829" y="555578"/>
                  </a:cubicBezTo>
                  <a:cubicBezTo>
                    <a:pt x="1145627" y="552032"/>
                    <a:pt x="1149932" y="546461"/>
                    <a:pt x="1145880" y="546208"/>
                  </a:cubicBezTo>
                  <a:cubicBezTo>
                    <a:pt x="1139297" y="547221"/>
                    <a:pt x="1126888" y="558363"/>
                    <a:pt x="1126635" y="562415"/>
                  </a:cubicBezTo>
                  <a:close/>
                  <a:moveTo>
                    <a:pt x="1102832" y="563934"/>
                  </a:moveTo>
                  <a:cubicBezTo>
                    <a:pt x="1102326" y="567479"/>
                    <a:pt x="1110429" y="563681"/>
                    <a:pt x="1117772" y="557097"/>
                  </a:cubicBezTo>
                  <a:cubicBezTo>
                    <a:pt x="1118026" y="556844"/>
                    <a:pt x="1118532" y="556590"/>
                    <a:pt x="1118785" y="556084"/>
                  </a:cubicBezTo>
                  <a:cubicBezTo>
                    <a:pt x="1121571" y="553299"/>
                    <a:pt x="1126129" y="547728"/>
                    <a:pt x="1122330" y="547728"/>
                  </a:cubicBezTo>
                  <a:cubicBezTo>
                    <a:pt x="1115747" y="548487"/>
                    <a:pt x="1103338" y="559882"/>
                    <a:pt x="1102832" y="563934"/>
                  </a:cubicBezTo>
                  <a:close/>
                  <a:moveTo>
                    <a:pt x="1079788" y="565707"/>
                  </a:moveTo>
                  <a:cubicBezTo>
                    <a:pt x="1079788" y="568492"/>
                    <a:pt x="1087638" y="564694"/>
                    <a:pt x="1094476" y="558363"/>
                  </a:cubicBezTo>
                  <a:cubicBezTo>
                    <a:pt x="1094729" y="558110"/>
                    <a:pt x="1095235" y="557857"/>
                    <a:pt x="1095488" y="557350"/>
                  </a:cubicBezTo>
                  <a:cubicBezTo>
                    <a:pt x="1099034" y="554058"/>
                    <a:pt x="1102832" y="548994"/>
                    <a:pt x="1099287" y="548994"/>
                  </a:cubicBezTo>
                  <a:cubicBezTo>
                    <a:pt x="1092956" y="550007"/>
                    <a:pt x="1079788" y="562161"/>
                    <a:pt x="1079788" y="565707"/>
                  </a:cubicBezTo>
                  <a:close/>
                  <a:moveTo>
                    <a:pt x="1058011" y="567479"/>
                  </a:moveTo>
                  <a:cubicBezTo>
                    <a:pt x="1058011" y="570265"/>
                    <a:pt x="1065355" y="566466"/>
                    <a:pt x="1072445" y="560136"/>
                  </a:cubicBezTo>
                  <a:cubicBezTo>
                    <a:pt x="1072698" y="559882"/>
                    <a:pt x="1073205" y="559629"/>
                    <a:pt x="1073458" y="559123"/>
                  </a:cubicBezTo>
                  <a:cubicBezTo>
                    <a:pt x="1076496" y="556337"/>
                    <a:pt x="1081308" y="550766"/>
                    <a:pt x="1077763" y="550766"/>
                  </a:cubicBezTo>
                  <a:cubicBezTo>
                    <a:pt x="1071685" y="551526"/>
                    <a:pt x="1058011" y="563681"/>
                    <a:pt x="1058011" y="567479"/>
                  </a:cubicBezTo>
                  <a:close/>
                  <a:moveTo>
                    <a:pt x="1037246" y="568999"/>
                  </a:moveTo>
                  <a:cubicBezTo>
                    <a:pt x="1036993" y="571784"/>
                    <a:pt x="1044337" y="567986"/>
                    <a:pt x="1051427" y="561655"/>
                  </a:cubicBezTo>
                  <a:cubicBezTo>
                    <a:pt x="1051934" y="561149"/>
                    <a:pt x="1052693" y="560389"/>
                    <a:pt x="1053453" y="559882"/>
                  </a:cubicBezTo>
                  <a:cubicBezTo>
                    <a:pt x="1056238" y="557097"/>
                    <a:pt x="1060037" y="552539"/>
                    <a:pt x="1057251" y="552539"/>
                  </a:cubicBezTo>
                  <a:cubicBezTo>
                    <a:pt x="1051174" y="553299"/>
                    <a:pt x="1037500" y="565453"/>
                    <a:pt x="1037246" y="568999"/>
                  </a:cubicBezTo>
                  <a:close/>
                  <a:moveTo>
                    <a:pt x="1017495" y="570518"/>
                  </a:moveTo>
                  <a:cubicBezTo>
                    <a:pt x="1016988" y="573303"/>
                    <a:pt x="1024332" y="569252"/>
                    <a:pt x="1031422" y="563174"/>
                  </a:cubicBezTo>
                  <a:cubicBezTo>
                    <a:pt x="1031929" y="562668"/>
                    <a:pt x="1032688" y="561908"/>
                    <a:pt x="1033448" y="561402"/>
                  </a:cubicBezTo>
                  <a:cubicBezTo>
                    <a:pt x="1036234" y="558616"/>
                    <a:pt x="1040285" y="554058"/>
                    <a:pt x="1037500" y="554058"/>
                  </a:cubicBezTo>
                  <a:cubicBezTo>
                    <a:pt x="1031676" y="554818"/>
                    <a:pt x="1018001" y="566973"/>
                    <a:pt x="1017495" y="570518"/>
                  </a:cubicBezTo>
                  <a:close/>
                  <a:moveTo>
                    <a:pt x="998503" y="572544"/>
                  </a:moveTo>
                  <a:cubicBezTo>
                    <a:pt x="998503" y="574570"/>
                    <a:pt x="1005593" y="570771"/>
                    <a:pt x="1012177" y="564694"/>
                  </a:cubicBezTo>
                  <a:cubicBezTo>
                    <a:pt x="1012684" y="564187"/>
                    <a:pt x="1013443" y="563428"/>
                    <a:pt x="1014203" y="562921"/>
                  </a:cubicBezTo>
                  <a:cubicBezTo>
                    <a:pt x="1016988" y="560136"/>
                    <a:pt x="1021293" y="555578"/>
                    <a:pt x="1018508" y="555578"/>
                  </a:cubicBezTo>
                  <a:cubicBezTo>
                    <a:pt x="1012937" y="556590"/>
                    <a:pt x="998503" y="569505"/>
                    <a:pt x="998503" y="572544"/>
                  </a:cubicBezTo>
                  <a:close/>
                  <a:moveTo>
                    <a:pt x="981030" y="574316"/>
                  </a:moveTo>
                  <a:cubicBezTo>
                    <a:pt x="981030" y="576342"/>
                    <a:pt x="987614" y="572544"/>
                    <a:pt x="994451" y="566466"/>
                  </a:cubicBezTo>
                  <a:cubicBezTo>
                    <a:pt x="995464" y="565707"/>
                    <a:pt x="996477" y="564694"/>
                    <a:pt x="997237" y="563681"/>
                  </a:cubicBezTo>
                  <a:cubicBezTo>
                    <a:pt x="998250" y="562668"/>
                    <a:pt x="1003821" y="557097"/>
                    <a:pt x="1001035" y="557097"/>
                  </a:cubicBezTo>
                  <a:cubicBezTo>
                    <a:pt x="995717" y="558363"/>
                    <a:pt x="981030" y="571278"/>
                    <a:pt x="981030" y="574316"/>
                  </a:cubicBezTo>
                  <a:close/>
                  <a:moveTo>
                    <a:pt x="964317" y="576089"/>
                  </a:moveTo>
                  <a:cubicBezTo>
                    <a:pt x="964064" y="578115"/>
                    <a:pt x="970648" y="574316"/>
                    <a:pt x="977485" y="568239"/>
                  </a:cubicBezTo>
                  <a:cubicBezTo>
                    <a:pt x="978498" y="567479"/>
                    <a:pt x="979511" y="566466"/>
                    <a:pt x="980271" y="565453"/>
                  </a:cubicBezTo>
                  <a:cubicBezTo>
                    <a:pt x="981284" y="564440"/>
                    <a:pt x="986855" y="558869"/>
                    <a:pt x="984576" y="558869"/>
                  </a:cubicBezTo>
                  <a:cubicBezTo>
                    <a:pt x="979511" y="560136"/>
                    <a:pt x="964571" y="573303"/>
                    <a:pt x="964317" y="576089"/>
                  </a:cubicBezTo>
                  <a:close/>
                  <a:moveTo>
                    <a:pt x="948871" y="578368"/>
                  </a:moveTo>
                  <a:cubicBezTo>
                    <a:pt x="949124" y="579634"/>
                    <a:pt x="955455" y="575836"/>
                    <a:pt x="961785" y="570265"/>
                  </a:cubicBezTo>
                  <a:cubicBezTo>
                    <a:pt x="963051" y="569252"/>
                    <a:pt x="964317" y="567986"/>
                    <a:pt x="965584" y="566719"/>
                  </a:cubicBezTo>
                  <a:cubicBezTo>
                    <a:pt x="966850" y="565453"/>
                    <a:pt x="971154" y="560895"/>
                    <a:pt x="969129" y="560895"/>
                  </a:cubicBezTo>
                  <a:cubicBezTo>
                    <a:pt x="963811" y="561908"/>
                    <a:pt x="948364" y="576089"/>
                    <a:pt x="948871" y="578368"/>
                  </a:cubicBezTo>
                  <a:close/>
                  <a:moveTo>
                    <a:pt x="934437" y="580140"/>
                  </a:moveTo>
                  <a:cubicBezTo>
                    <a:pt x="934437" y="581407"/>
                    <a:pt x="940514" y="577608"/>
                    <a:pt x="947098" y="572037"/>
                  </a:cubicBezTo>
                  <a:cubicBezTo>
                    <a:pt x="948617" y="570518"/>
                    <a:pt x="950643" y="568999"/>
                    <a:pt x="951656" y="567732"/>
                  </a:cubicBezTo>
                  <a:cubicBezTo>
                    <a:pt x="953429" y="565960"/>
                    <a:pt x="956467" y="562668"/>
                    <a:pt x="954695" y="562668"/>
                  </a:cubicBezTo>
                  <a:cubicBezTo>
                    <a:pt x="949884" y="563934"/>
                    <a:pt x="934184" y="577861"/>
                    <a:pt x="934437" y="580140"/>
                  </a:cubicBezTo>
                  <a:close/>
                  <a:moveTo>
                    <a:pt x="4120525" y="621416"/>
                  </a:moveTo>
                  <a:cubicBezTo>
                    <a:pt x="4120018" y="620910"/>
                    <a:pt x="4114701" y="616099"/>
                    <a:pt x="4112168" y="613566"/>
                  </a:cubicBezTo>
                  <a:cubicBezTo>
                    <a:pt x="4107104" y="609008"/>
                    <a:pt x="4101026" y="603690"/>
                    <a:pt x="4100014" y="602931"/>
                  </a:cubicBezTo>
                  <a:cubicBezTo>
                    <a:pt x="4100014" y="603690"/>
                    <a:pt x="4119259" y="620657"/>
                    <a:pt x="4120525" y="621416"/>
                  </a:cubicBezTo>
                  <a:close/>
                  <a:moveTo>
                    <a:pt x="4107610" y="611287"/>
                  </a:moveTo>
                  <a:cubicBezTo>
                    <a:pt x="4102546" y="606729"/>
                    <a:pt x="4096215" y="601411"/>
                    <a:pt x="4095202" y="600652"/>
                  </a:cubicBezTo>
                  <a:cubicBezTo>
                    <a:pt x="4095202" y="600652"/>
                    <a:pt x="4095202" y="600652"/>
                    <a:pt x="4095202" y="600652"/>
                  </a:cubicBezTo>
                  <a:cubicBezTo>
                    <a:pt x="4095962" y="601665"/>
                    <a:pt x="4114701" y="618631"/>
                    <a:pt x="4115966" y="618631"/>
                  </a:cubicBezTo>
                  <a:cubicBezTo>
                    <a:pt x="4114701" y="617618"/>
                    <a:pt x="4108876" y="612300"/>
                    <a:pt x="4107610" y="611287"/>
                  </a:cubicBezTo>
                  <a:close/>
                  <a:moveTo>
                    <a:pt x="4109636" y="616352"/>
                  </a:moveTo>
                  <a:cubicBezTo>
                    <a:pt x="4109636" y="616352"/>
                    <a:pt x="4109636" y="616352"/>
                    <a:pt x="4109636" y="616352"/>
                  </a:cubicBezTo>
                  <a:cubicBezTo>
                    <a:pt x="4108876" y="615086"/>
                    <a:pt x="4103052" y="609768"/>
                    <a:pt x="4101786" y="608755"/>
                  </a:cubicBezTo>
                  <a:lnTo>
                    <a:pt x="4101786" y="608755"/>
                  </a:lnTo>
                  <a:cubicBezTo>
                    <a:pt x="4097481" y="604957"/>
                    <a:pt x="4090644" y="599132"/>
                    <a:pt x="4089125" y="598373"/>
                  </a:cubicBezTo>
                  <a:cubicBezTo>
                    <a:pt x="4089125" y="598373"/>
                    <a:pt x="4089125" y="598373"/>
                    <a:pt x="4089125" y="598373"/>
                  </a:cubicBezTo>
                  <a:cubicBezTo>
                    <a:pt x="4090138" y="600399"/>
                    <a:pt x="4107104" y="615339"/>
                    <a:pt x="4109636" y="616352"/>
                  </a:cubicBezTo>
                  <a:close/>
                  <a:moveTo>
                    <a:pt x="4102292" y="614073"/>
                  </a:moveTo>
                  <a:cubicBezTo>
                    <a:pt x="4102292" y="614073"/>
                    <a:pt x="4102292" y="613819"/>
                    <a:pt x="4102292" y="614073"/>
                  </a:cubicBezTo>
                  <a:cubicBezTo>
                    <a:pt x="4101786" y="612807"/>
                    <a:pt x="4095962" y="607489"/>
                    <a:pt x="4094949" y="606476"/>
                  </a:cubicBezTo>
                  <a:cubicBezTo>
                    <a:pt x="4090644" y="602678"/>
                    <a:pt x="4083807" y="596853"/>
                    <a:pt x="4082034" y="596094"/>
                  </a:cubicBezTo>
                  <a:cubicBezTo>
                    <a:pt x="4082034" y="596094"/>
                    <a:pt x="4082034" y="596094"/>
                    <a:pt x="4081781" y="596094"/>
                  </a:cubicBezTo>
                  <a:cubicBezTo>
                    <a:pt x="4082541" y="597866"/>
                    <a:pt x="4099507" y="612807"/>
                    <a:pt x="4102292" y="614073"/>
                  </a:cubicBezTo>
                  <a:close/>
                  <a:moveTo>
                    <a:pt x="4086339" y="603944"/>
                  </a:moveTo>
                  <a:cubicBezTo>
                    <a:pt x="4082034" y="600145"/>
                    <a:pt x="4075197" y="594321"/>
                    <a:pt x="4073172" y="593561"/>
                  </a:cubicBezTo>
                  <a:cubicBezTo>
                    <a:pt x="4073172" y="593561"/>
                    <a:pt x="4072918" y="593561"/>
                    <a:pt x="4072918" y="593561"/>
                  </a:cubicBezTo>
                  <a:cubicBezTo>
                    <a:pt x="4073425" y="595081"/>
                    <a:pt x="4091657" y="612047"/>
                    <a:pt x="4093683" y="611540"/>
                  </a:cubicBezTo>
                  <a:cubicBezTo>
                    <a:pt x="4093429" y="610021"/>
                    <a:pt x="4087605" y="604957"/>
                    <a:pt x="4086339" y="603944"/>
                  </a:cubicBezTo>
                  <a:close/>
                  <a:moveTo>
                    <a:pt x="4063042" y="590776"/>
                  </a:moveTo>
                  <a:cubicBezTo>
                    <a:pt x="4063042" y="591029"/>
                    <a:pt x="4063042" y="591029"/>
                    <a:pt x="4063042" y="590776"/>
                  </a:cubicBezTo>
                  <a:cubicBezTo>
                    <a:pt x="4063042" y="592802"/>
                    <a:pt x="4081275" y="608755"/>
                    <a:pt x="4083554" y="608755"/>
                  </a:cubicBezTo>
                  <a:cubicBezTo>
                    <a:pt x="4083554" y="608755"/>
                    <a:pt x="4083554" y="608755"/>
                    <a:pt x="4083554" y="608755"/>
                  </a:cubicBezTo>
                  <a:cubicBezTo>
                    <a:pt x="4083301" y="607489"/>
                    <a:pt x="4077730" y="602171"/>
                    <a:pt x="4076463" y="601158"/>
                  </a:cubicBezTo>
                  <a:cubicBezTo>
                    <a:pt x="4072412" y="597613"/>
                    <a:pt x="4065575" y="591789"/>
                    <a:pt x="4063042" y="590776"/>
                  </a:cubicBezTo>
                  <a:cubicBezTo>
                    <a:pt x="4063296" y="590776"/>
                    <a:pt x="4063042" y="590776"/>
                    <a:pt x="4063042" y="590776"/>
                  </a:cubicBezTo>
                  <a:close/>
                  <a:moveTo>
                    <a:pt x="4051900" y="588497"/>
                  </a:moveTo>
                  <a:cubicBezTo>
                    <a:pt x="4051647" y="590776"/>
                    <a:pt x="4071146" y="607489"/>
                    <a:pt x="4072665" y="606476"/>
                  </a:cubicBezTo>
                  <a:cubicBezTo>
                    <a:pt x="4072665" y="605210"/>
                    <a:pt x="4067094" y="599892"/>
                    <a:pt x="4065828" y="598879"/>
                  </a:cubicBezTo>
                  <a:cubicBezTo>
                    <a:pt x="4061523" y="595081"/>
                    <a:pt x="4054686" y="589257"/>
                    <a:pt x="4052154" y="588497"/>
                  </a:cubicBezTo>
                  <a:cubicBezTo>
                    <a:pt x="4052154" y="588497"/>
                    <a:pt x="4052154" y="588497"/>
                    <a:pt x="4051900" y="588497"/>
                  </a:cubicBezTo>
                  <a:close/>
                  <a:moveTo>
                    <a:pt x="4039746" y="585965"/>
                  </a:moveTo>
                  <a:cubicBezTo>
                    <a:pt x="4039239" y="588244"/>
                    <a:pt x="4058485" y="604957"/>
                    <a:pt x="4060510" y="603944"/>
                  </a:cubicBezTo>
                  <a:cubicBezTo>
                    <a:pt x="4060763" y="602678"/>
                    <a:pt x="4055192" y="597360"/>
                    <a:pt x="4054180" y="596347"/>
                  </a:cubicBezTo>
                  <a:cubicBezTo>
                    <a:pt x="4050128" y="592549"/>
                    <a:pt x="4043038" y="586724"/>
                    <a:pt x="4040252" y="585965"/>
                  </a:cubicBezTo>
                  <a:cubicBezTo>
                    <a:pt x="4039999" y="585965"/>
                    <a:pt x="4039746" y="585965"/>
                    <a:pt x="4039746" y="585965"/>
                  </a:cubicBezTo>
                  <a:close/>
                  <a:moveTo>
                    <a:pt x="4026831" y="583432"/>
                  </a:moveTo>
                  <a:cubicBezTo>
                    <a:pt x="4026831" y="583432"/>
                    <a:pt x="4026578" y="583432"/>
                    <a:pt x="4026325" y="583432"/>
                  </a:cubicBezTo>
                  <a:cubicBezTo>
                    <a:pt x="4024805" y="584952"/>
                    <a:pt x="4044050" y="601918"/>
                    <a:pt x="4046836" y="601411"/>
                  </a:cubicBezTo>
                  <a:cubicBezTo>
                    <a:pt x="4047849" y="601158"/>
                    <a:pt x="4045317" y="598120"/>
                    <a:pt x="4040759" y="593815"/>
                  </a:cubicBezTo>
                  <a:cubicBezTo>
                    <a:pt x="4036707" y="590016"/>
                    <a:pt x="4029617" y="584445"/>
                    <a:pt x="4026831" y="583432"/>
                  </a:cubicBezTo>
                  <a:close/>
                  <a:moveTo>
                    <a:pt x="4011891" y="581153"/>
                  </a:moveTo>
                  <a:cubicBezTo>
                    <a:pt x="4010118" y="582673"/>
                    <a:pt x="4029363" y="599639"/>
                    <a:pt x="4032149" y="599132"/>
                  </a:cubicBezTo>
                  <a:cubicBezTo>
                    <a:pt x="4033162" y="598879"/>
                    <a:pt x="4030883" y="595840"/>
                    <a:pt x="4026578" y="591536"/>
                  </a:cubicBezTo>
                  <a:cubicBezTo>
                    <a:pt x="4022526" y="587737"/>
                    <a:pt x="4015436" y="581913"/>
                    <a:pt x="4012397" y="581153"/>
                  </a:cubicBezTo>
                  <a:cubicBezTo>
                    <a:pt x="4012144" y="581153"/>
                    <a:pt x="4011891" y="581153"/>
                    <a:pt x="4011891" y="581153"/>
                  </a:cubicBezTo>
                  <a:close/>
                  <a:moveTo>
                    <a:pt x="3996697" y="578621"/>
                  </a:moveTo>
                  <a:cubicBezTo>
                    <a:pt x="3996444" y="578621"/>
                    <a:pt x="3996191" y="578621"/>
                    <a:pt x="3995938" y="578874"/>
                  </a:cubicBezTo>
                  <a:cubicBezTo>
                    <a:pt x="3994925" y="581407"/>
                    <a:pt x="4012904" y="597107"/>
                    <a:pt x="4016196" y="596600"/>
                  </a:cubicBezTo>
                  <a:cubicBezTo>
                    <a:pt x="4017462" y="596347"/>
                    <a:pt x="4015183" y="593308"/>
                    <a:pt x="4010878" y="589003"/>
                  </a:cubicBezTo>
                  <a:cubicBezTo>
                    <a:pt x="4007080" y="585205"/>
                    <a:pt x="3999989" y="579381"/>
                    <a:pt x="3996697" y="578621"/>
                  </a:cubicBezTo>
                  <a:close/>
                  <a:moveTo>
                    <a:pt x="3979984" y="576342"/>
                  </a:moveTo>
                  <a:cubicBezTo>
                    <a:pt x="3979731" y="576342"/>
                    <a:pt x="3979478" y="576342"/>
                    <a:pt x="3979225" y="576595"/>
                  </a:cubicBezTo>
                  <a:cubicBezTo>
                    <a:pt x="3977958" y="579128"/>
                    <a:pt x="3995938" y="594828"/>
                    <a:pt x="3999483" y="594321"/>
                  </a:cubicBezTo>
                  <a:cubicBezTo>
                    <a:pt x="4001002" y="594068"/>
                    <a:pt x="3998976" y="591029"/>
                    <a:pt x="3994418" y="586724"/>
                  </a:cubicBezTo>
                  <a:cubicBezTo>
                    <a:pt x="3990367" y="582673"/>
                    <a:pt x="3983529" y="577102"/>
                    <a:pt x="3979984" y="576342"/>
                  </a:cubicBezTo>
                  <a:close/>
                  <a:moveTo>
                    <a:pt x="3962259" y="573810"/>
                  </a:moveTo>
                  <a:cubicBezTo>
                    <a:pt x="3962006" y="573810"/>
                    <a:pt x="3961499" y="573810"/>
                    <a:pt x="3961499" y="574063"/>
                  </a:cubicBezTo>
                  <a:cubicBezTo>
                    <a:pt x="3959980" y="576595"/>
                    <a:pt x="3977705" y="592295"/>
                    <a:pt x="3981504" y="591789"/>
                  </a:cubicBezTo>
                  <a:cubicBezTo>
                    <a:pt x="3983023" y="591536"/>
                    <a:pt x="3980997" y="588497"/>
                    <a:pt x="3976692" y="584192"/>
                  </a:cubicBezTo>
                  <a:cubicBezTo>
                    <a:pt x="3972894" y="580394"/>
                    <a:pt x="3965804" y="574570"/>
                    <a:pt x="3962259" y="573810"/>
                  </a:cubicBezTo>
                  <a:close/>
                  <a:moveTo>
                    <a:pt x="3943520" y="571531"/>
                  </a:moveTo>
                  <a:cubicBezTo>
                    <a:pt x="3943267" y="571531"/>
                    <a:pt x="3942760" y="571531"/>
                    <a:pt x="3942507" y="571784"/>
                  </a:cubicBezTo>
                  <a:cubicBezTo>
                    <a:pt x="3940734" y="574316"/>
                    <a:pt x="3958460" y="589763"/>
                    <a:pt x="3962512" y="589510"/>
                  </a:cubicBezTo>
                  <a:cubicBezTo>
                    <a:pt x="3964031" y="589257"/>
                    <a:pt x="3962259" y="586218"/>
                    <a:pt x="3958207" y="581913"/>
                  </a:cubicBezTo>
                  <a:cubicBezTo>
                    <a:pt x="3954409" y="577861"/>
                    <a:pt x="3947318" y="572290"/>
                    <a:pt x="3943520" y="571531"/>
                  </a:cubicBezTo>
                  <a:close/>
                  <a:moveTo>
                    <a:pt x="3923768" y="568999"/>
                  </a:moveTo>
                  <a:cubicBezTo>
                    <a:pt x="3923515" y="568999"/>
                    <a:pt x="3923009" y="568999"/>
                    <a:pt x="3922755" y="569252"/>
                  </a:cubicBezTo>
                  <a:cubicBezTo>
                    <a:pt x="3920730" y="571784"/>
                    <a:pt x="3938202" y="587231"/>
                    <a:pt x="3942507" y="586724"/>
                  </a:cubicBezTo>
                  <a:cubicBezTo>
                    <a:pt x="3944279" y="586471"/>
                    <a:pt x="3942507" y="583432"/>
                    <a:pt x="3938455" y="579128"/>
                  </a:cubicBezTo>
                  <a:cubicBezTo>
                    <a:pt x="3934657" y="575582"/>
                    <a:pt x="3927567" y="569758"/>
                    <a:pt x="3923768" y="568999"/>
                  </a:cubicBezTo>
                  <a:close/>
                  <a:moveTo>
                    <a:pt x="3446944" y="532534"/>
                  </a:moveTo>
                  <a:cubicBezTo>
                    <a:pt x="3441879" y="535573"/>
                    <a:pt x="3450742" y="546968"/>
                    <a:pt x="3459859" y="548994"/>
                  </a:cubicBezTo>
                  <a:cubicBezTo>
                    <a:pt x="3465176" y="550260"/>
                    <a:pt x="3467202" y="546968"/>
                    <a:pt x="3464163" y="541903"/>
                  </a:cubicBezTo>
                  <a:cubicBezTo>
                    <a:pt x="3461884" y="538105"/>
                    <a:pt x="3455807" y="532787"/>
                    <a:pt x="3449729" y="532028"/>
                  </a:cubicBezTo>
                  <a:cubicBezTo>
                    <a:pt x="3448463" y="532028"/>
                    <a:pt x="3447703" y="532028"/>
                    <a:pt x="3446944" y="532534"/>
                  </a:cubicBezTo>
                  <a:close/>
                  <a:moveTo>
                    <a:pt x="3424407" y="546968"/>
                  </a:moveTo>
                  <a:cubicBezTo>
                    <a:pt x="3429725" y="548234"/>
                    <a:pt x="3432004" y="544942"/>
                    <a:pt x="3428965" y="539878"/>
                  </a:cubicBezTo>
                  <a:cubicBezTo>
                    <a:pt x="3426939" y="536079"/>
                    <a:pt x="3420862" y="530761"/>
                    <a:pt x="3414531" y="530002"/>
                  </a:cubicBezTo>
                  <a:cubicBezTo>
                    <a:pt x="3413518" y="530002"/>
                    <a:pt x="3412759" y="530002"/>
                    <a:pt x="3411745" y="530508"/>
                  </a:cubicBezTo>
                  <a:cubicBezTo>
                    <a:pt x="3406934" y="533294"/>
                    <a:pt x="3415544" y="544942"/>
                    <a:pt x="3424407" y="546968"/>
                  </a:cubicBezTo>
                  <a:close/>
                  <a:moveTo>
                    <a:pt x="1342384" y="501640"/>
                  </a:moveTo>
                  <a:cubicBezTo>
                    <a:pt x="1335040" y="502400"/>
                    <a:pt x="1323898" y="512276"/>
                    <a:pt x="1324151" y="516834"/>
                  </a:cubicBezTo>
                  <a:cubicBezTo>
                    <a:pt x="1324151" y="521139"/>
                    <a:pt x="1333521" y="517594"/>
                    <a:pt x="1340358" y="510757"/>
                  </a:cubicBezTo>
                  <a:cubicBezTo>
                    <a:pt x="1343650" y="507211"/>
                    <a:pt x="1347448" y="501894"/>
                    <a:pt x="1342384" y="501640"/>
                  </a:cubicBezTo>
                  <a:close/>
                  <a:moveTo>
                    <a:pt x="1313769" y="502907"/>
                  </a:moveTo>
                  <a:cubicBezTo>
                    <a:pt x="1306679" y="503666"/>
                    <a:pt x="1295537" y="513542"/>
                    <a:pt x="1295284" y="518100"/>
                  </a:cubicBezTo>
                  <a:cubicBezTo>
                    <a:pt x="1295030" y="522152"/>
                    <a:pt x="1304400" y="518607"/>
                    <a:pt x="1311490" y="512023"/>
                  </a:cubicBezTo>
                  <a:cubicBezTo>
                    <a:pt x="1315288" y="508224"/>
                    <a:pt x="1318327" y="502907"/>
                    <a:pt x="1313769" y="502907"/>
                  </a:cubicBezTo>
                  <a:close/>
                  <a:moveTo>
                    <a:pt x="1286168" y="503919"/>
                  </a:moveTo>
                  <a:cubicBezTo>
                    <a:pt x="1279330" y="504679"/>
                    <a:pt x="1267935" y="514555"/>
                    <a:pt x="1267429" y="519113"/>
                  </a:cubicBezTo>
                  <a:cubicBezTo>
                    <a:pt x="1266922" y="523418"/>
                    <a:pt x="1276038" y="519873"/>
                    <a:pt x="1283129" y="513036"/>
                  </a:cubicBezTo>
                  <a:cubicBezTo>
                    <a:pt x="1286927" y="509490"/>
                    <a:pt x="1290726" y="503919"/>
                    <a:pt x="1286168" y="503919"/>
                  </a:cubicBezTo>
                  <a:close/>
                  <a:moveTo>
                    <a:pt x="1259579" y="505186"/>
                  </a:moveTo>
                  <a:cubicBezTo>
                    <a:pt x="1252488" y="505945"/>
                    <a:pt x="1240334" y="516834"/>
                    <a:pt x="1240587" y="520886"/>
                  </a:cubicBezTo>
                  <a:cubicBezTo>
                    <a:pt x="1240840" y="524431"/>
                    <a:pt x="1249197" y="520632"/>
                    <a:pt x="1256287" y="514302"/>
                  </a:cubicBezTo>
                  <a:cubicBezTo>
                    <a:pt x="1259832" y="510757"/>
                    <a:pt x="1263884" y="505186"/>
                    <a:pt x="1259579" y="505186"/>
                  </a:cubicBezTo>
                  <a:close/>
                  <a:moveTo>
                    <a:pt x="1214505" y="521899"/>
                  </a:moveTo>
                  <a:cubicBezTo>
                    <a:pt x="1214505" y="525444"/>
                    <a:pt x="1222861" y="521645"/>
                    <a:pt x="1229951" y="515315"/>
                  </a:cubicBezTo>
                  <a:cubicBezTo>
                    <a:pt x="1233750" y="512023"/>
                    <a:pt x="1237801" y="506452"/>
                    <a:pt x="1233497" y="506452"/>
                  </a:cubicBezTo>
                  <a:cubicBezTo>
                    <a:pt x="1226913" y="507211"/>
                    <a:pt x="1214505" y="517847"/>
                    <a:pt x="1214505" y="521899"/>
                  </a:cubicBezTo>
                  <a:close/>
                  <a:moveTo>
                    <a:pt x="1204629" y="516581"/>
                  </a:moveTo>
                  <a:cubicBezTo>
                    <a:pt x="1204882" y="516328"/>
                    <a:pt x="1205388" y="516074"/>
                    <a:pt x="1205642" y="515821"/>
                  </a:cubicBezTo>
                  <a:cubicBezTo>
                    <a:pt x="1208934" y="512529"/>
                    <a:pt x="1212479" y="507718"/>
                    <a:pt x="1208680" y="507718"/>
                  </a:cubicBezTo>
                  <a:cubicBezTo>
                    <a:pt x="1202097" y="508478"/>
                    <a:pt x="1189688" y="519366"/>
                    <a:pt x="1189435" y="523418"/>
                  </a:cubicBezTo>
                  <a:cubicBezTo>
                    <a:pt x="1189182" y="526710"/>
                    <a:pt x="1197539" y="522911"/>
                    <a:pt x="1204629" y="516581"/>
                  </a:cubicBezTo>
                  <a:close/>
                  <a:moveTo>
                    <a:pt x="1165379" y="524684"/>
                  </a:moveTo>
                  <a:cubicBezTo>
                    <a:pt x="1164872" y="527976"/>
                    <a:pt x="1173229" y="524431"/>
                    <a:pt x="1180319" y="517847"/>
                  </a:cubicBezTo>
                  <a:cubicBezTo>
                    <a:pt x="1180572" y="517594"/>
                    <a:pt x="1181079" y="517340"/>
                    <a:pt x="1181332" y="517087"/>
                  </a:cubicBezTo>
                  <a:cubicBezTo>
                    <a:pt x="1184117" y="514302"/>
                    <a:pt x="1188676" y="508984"/>
                    <a:pt x="1184877" y="508984"/>
                  </a:cubicBezTo>
                  <a:cubicBezTo>
                    <a:pt x="1178547" y="509744"/>
                    <a:pt x="1165885" y="520632"/>
                    <a:pt x="1165379" y="524684"/>
                  </a:cubicBezTo>
                  <a:close/>
                  <a:moveTo>
                    <a:pt x="1142082" y="526457"/>
                  </a:moveTo>
                  <a:cubicBezTo>
                    <a:pt x="1142335" y="529242"/>
                    <a:pt x="1149932" y="525444"/>
                    <a:pt x="1156769" y="519366"/>
                  </a:cubicBezTo>
                  <a:cubicBezTo>
                    <a:pt x="1157022" y="519113"/>
                    <a:pt x="1157529" y="518860"/>
                    <a:pt x="1157782" y="518607"/>
                  </a:cubicBezTo>
                  <a:cubicBezTo>
                    <a:pt x="1160821" y="515821"/>
                    <a:pt x="1165379" y="510503"/>
                    <a:pt x="1161580" y="510503"/>
                  </a:cubicBezTo>
                  <a:cubicBezTo>
                    <a:pt x="1155250" y="511263"/>
                    <a:pt x="1141829" y="522911"/>
                    <a:pt x="1142082" y="526457"/>
                  </a:cubicBezTo>
                  <a:close/>
                  <a:moveTo>
                    <a:pt x="1134485" y="520632"/>
                  </a:moveTo>
                  <a:cubicBezTo>
                    <a:pt x="1134992" y="520126"/>
                    <a:pt x="1135751" y="519366"/>
                    <a:pt x="1136258" y="518860"/>
                  </a:cubicBezTo>
                  <a:cubicBezTo>
                    <a:pt x="1139043" y="516328"/>
                    <a:pt x="1142842" y="511769"/>
                    <a:pt x="1139550" y="511516"/>
                  </a:cubicBezTo>
                  <a:cubicBezTo>
                    <a:pt x="1133472" y="512276"/>
                    <a:pt x="1119798" y="524178"/>
                    <a:pt x="1119798" y="527723"/>
                  </a:cubicBezTo>
                  <a:cubicBezTo>
                    <a:pt x="1119798" y="530508"/>
                    <a:pt x="1127395" y="526963"/>
                    <a:pt x="1134485" y="520632"/>
                  </a:cubicBezTo>
                  <a:close/>
                  <a:moveTo>
                    <a:pt x="1098527" y="529495"/>
                  </a:moveTo>
                  <a:cubicBezTo>
                    <a:pt x="1098274" y="532281"/>
                    <a:pt x="1105871" y="528482"/>
                    <a:pt x="1112961" y="522405"/>
                  </a:cubicBezTo>
                  <a:cubicBezTo>
                    <a:pt x="1113468" y="521899"/>
                    <a:pt x="1114227" y="521139"/>
                    <a:pt x="1114987" y="520632"/>
                  </a:cubicBezTo>
                  <a:cubicBezTo>
                    <a:pt x="1117772" y="517847"/>
                    <a:pt x="1121824" y="513542"/>
                    <a:pt x="1118785" y="513289"/>
                  </a:cubicBezTo>
                  <a:cubicBezTo>
                    <a:pt x="1112455" y="514048"/>
                    <a:pt x="1098780" y="525950"/>
                    <a:pt x="1098527" y="529495"/>
                  </a:cubicBezTo>
                  <a:close/>
                  <a:moveTo>
                    <a:pt x="1078269" y="531015"/>
                  </a:moveTo>
                  <a:cubicBezTo>
                    <a:pt x="1078016" y="533800"/>
                    <a:pt x="1085359" y="530002"/>
                    <a:pt x="1092450" y="523671"/>
                  </a:cubicBezTo>
                  <a:cubicBezTo>
                    <a:pt x="1093463" y="522911"/>
                    <a:pt x="1094476" y="521899"/>
                    <a:pt x="1095235" y="521139"/>
                  </a:cubicBezTo>
                  <a:cubicBezTo>
                    <a:pt x="1096248" y="520126"/>
                    <a:pt x="1101566" y="514808"/>
                    <a:pt x="1098274" y="514808"/>
                  </a:cubicBezTo>
                  <a:cubicBezTo>
                    <a:pt x="1092703" y="515568"/>
                    <a:pt x="1078776" y="527469"/>
                    <a:pt x="1078269" y="531015"/>
                  </a:cubicBezTo>
                  <a:close/>
                  <a:moveTo>
                    <a:pt x="1059024" y="532787"/>
                  </a:moveTo>
                  <a:cubicBezTo>
                    <a:pt x="1059277" y="534813"/>
                    <a:pt x="1066114" y="531015"/>
                    <a:pt x="1072951" y="525190"/>
                  </a:cubicBezTo>
                  <a:cubicBezTo>
                    <a:pt x="1073964" y="524431"/>
                    <a:pt x="1074977" y="523418"/>
                    <a:pt x="1075737" y="522658"/>
                  </a:cubicBezTo>
                  <a:cubicBezTo>
                    <a:pt x="1076750" y="521645"/>
                    <a:pt x="1082067" y="516328"/>
                    <a:pt x="1079282" y="516328"/>
                  </a:cubicBezTo>
                  <a:cubicBezTo>
                    <a:pt x="1073205" y="517340"/>
                    <a:pt x="1058771" y="530002"/>
                    <a:pt x="1059024" y="532787"/>
                  </a:cubicBezTo>
                  <a:close/>
                  <a:moveTo>
                    <a:pt x="1040792" y="534560"/>
                  </a:moveTo>
                  <a:cubicBezTo>
                    <a:pt x="1040792" y="536586"/>
                    <a:pt x="1047629" y="532787"/>
                    <a:pt x="1054466" y="526963"/>
                  </a:cubicBezTo>
                  <a:cubicBezTo>
                    <a:pt x="1055732" y="525697"/>
                    <a:pt x="1056998" y="524684"/>
                    <a:pt x="1058264" y="523671"/>
                  </a:cubicBezTo>
                  <a:cubicBezTo>
                    <a:pt x="1059530" y="522405"/>
                    <a:pt x="1063582" y="518100"/>
                    <a:pt x="1061303" y="518100"/>
                  </a:cubicBezTo>
                  <a:cubicBezTo>
                    <a:pt x="1055479" y="518860"/>
                    <a:pt x="1040792" y="531521"/>
                    <a:pt x="1040792" y="534560"/>
                  </a:cubicBezTo>
                  <a:close/>
                  <a:moveTo>
                    <a:pt x="1023572" y="536332"/>
                  </a:moveTo>
                  <a:cubicBezTo>
                    <a:pt x="1023319" y="538358"/>
                    <a:pt x="1029903" y="534560"/>
                    <a:pt x="1036993" y="528736"/>
                  </a:cubicBezTo>
                  <a:cubicBezTo>
                    <a:pt x="1038513" y="527469"/>
                    <a:pt x="1039779" y="526457"/>
                    <a:pt x="1040792" y="525444"/>
                  </a:cubicBezTo>
                  <a:cubicBezTo>
                    <a:pt x="1042058" y="524178"/>
                    <a:pt x="1046363" y="519873"/>
                    <a:pt x="1044084" y="519873"/>
                  </a:cubicBezTo>
                  <a:cubicBezTo>
                    <a:pt x="1038766" y="520632"/>
                    <a:pt x="1023826" y="533294"/>
                    <a:pt x="1023572" y="536332"/>
                  </a:cubicBezTo>
                  <a:close/>
                  <a:moveTo>
                    <a:pt x="1007366" y="537852"/>
                  </a:moveTo>
                  <a:cubicBezTo>
                    <a:pt x="1007113" y="539878"/>
                    <a:pt x="1013443" y="536079"/>
                    <a:pt x="1020534" y="530255"/>
                  </a:cubicBezTo>
                  <a:lnTo>
                    <a:pt x="1020534" y="530255"/>
                  </a:lnTo>
                  <a:cubicBezTo>
                    <a:pt x="1021800" y="529242"/>
                    <a:pt x="1023826" y="527469"/>
                    <a:pt x="1025092" y="526203"/>
                  </a:cubicBezTo>
                  <a:cubicBezTo>
                    <a:pt x="1026864" y="524431"/>
                    <a:pt x="1029650" y="521392"/>
                    <a:pt x="1027877" y="521392"/>
                  </a:cubicBezTo>
                  <a:cubicBezTo>
                    <a:pt x="1022813" y="522405"/>
                    <a:pt x="1007872" y="535066"/>
                    <a:pt x="1007366" y="537852"/>
                  </a:cubicBezTo>
                  <a:close/>
                  <a:moveTo>
                    <a:pt x="992172" y="540131"/>
                  </a:moveTo>
                  <a:cubicBezTo>
                    <a:pt x="992425" y="541397"/>
                    <a:pt x="998503" y="537599"/>
                    <a:pt x="1005087" y="532281"/>
                  </a:cubicBezTo>
                  <a:cubicBezTo>
                    <a:pt x="1006859" y="531015"/>
                    <a:pt x="1008632" y="529242"/>
                    <a:pt x="1009898" y="528229"/>
                  </a:cubicBezTo>
                  <a:cubicBezTo>
                    <a:pt x="1011671" y="526457"/>
                    <a:pt x="1014709" y="523418"/>
                    <a:pt x="1012937" y="523418"/>
                  </a:cubicBezTo>
                  <a:cubicBezTo>
                    <a:pt x="1007872" y="524178"/>
                    <a:pt x="991919" y="537852"/>
                    <a:pt x="992172" y="540131"/>
                  </a:cubicBezTo>
                  <a:close/>
                  <a:moveTo>
                    <a:pt x="978245" y="541903"/>
                  </a:moveTo>
                  <a:cubicBezTo>
                    <a:pt x="979511" y="542663"/>
                    <a:pt x="986348" y="537599"/>
                    <a:pt x="990906" y="533800"/>
                  </a:cubicBezTo>
                  <a:cubicBezTo>
                    <a:pt x="994198" y="531015"/>
                    <a:pt x="999769" y="526203"/>
                    <a:pt x="999516" y="524937"/>
                  </a:cubicBezTo>
                  <a:cubicBezTo>
                    <a:pt x="999516" y="524937"/>
                    <a:pt x="999263" y="524937"/>
                    <a:pt x="999009" y="524937"/>
                  </a:cubicBezTo>
                  <a:cubicBezTo>
                    <a:pt x="994705" y="525950"/>
                    <a:pt x="977738" y="539878"/>
                    <a:pt x="978245" y="541903"/>
                  </a:cubicBezTo>
                  <a:close/>
                  <a:moveTo>
                    <a:pt x="4078489" y="584192"/>
                  </a:moveTo>
                  <a:lnTo>
                    <a:pt x="4057471" y="566466"/>
                  </a:lnTo>
                  <a:cubicBezTo>
                    <a:pt x="4064562" y="572290"/>
                    <a:pt x="4071399" y="578115"/>
                    <a:pt x="4078489" y="584192"/>
                  </a:cubicBezTo>
                  <a:cubicBezTo>
                    <a:pt x="4078489" y="584192"/>
                    <a:pt x="4078489" y="584192"/>
                    <a:pt x="4078489" y="584192"/>
                  </a:cubicBezTo>
                  <a:close/>
                  <a:moveTo>
                    <a:pt x="4066588" y="574316"/>
                  </a:moveTo>
                  <a:cubicBezTo>
                    <a:pt x="4061523" y="570011"/>
                    <a:pt x="4055192" y="564694"/>
                    <a:pt x="4054180" y="564187"/>
                  </a:cubicBezTo>
                  <a:cubicBezTo>
                    <a:pt x="4054433" y="564694"/>
                    <a:pt x="4074184" y="581153"/>
                    <a:pt x="4075197" y="581913"/>
                  </a:cubicBezTo>
                  <a:cubicBezTo>
                    <a:pt x="4074691" y="581407"/>
                    <a:pt x="4070386" y="577608"/>
                    <a:pt x="4066588" y="574316"/>
                  </a:cubicBezTo>
                  <a:close/>
                  <a:moveTo>
                    <a:pt x="4062283" y="572037"/>
                  </a:moveTo>
                  <a:cubicBezTo>
                    <a:pt x="4057218" y="567732"/>
                    <a:pt x="4050888" y="562415"/>
                    <a:pt x="4049621" y="561908"/>
                  </a:cubicBezTo>
                  <a:cubicBezTo>
                    <a:pt x="4049621" y="561908"/>
                    <a:pt x="4049621" y="561908"/>
                    <a:pt x="4049621" y="561908"/>
                  </a:cubicBezTo>
                  <a:cubicBezTo>
                    <a:pt x="4050635" y="562921"/>
                    <a:pt x="4069627" y="579381"/>
                    <a:pt x="4070639" y="579381"/>
                  </a:cubicBezTo>
                  <a:cubicBezTo>
                    <a:pt x="4069373" y="578115"/>
                    <a:pt x="4063549" y="573050"/>
                    <a:pt x="4062283" y="572037"/>
                  </a:cubicBezTo>
                  <a:close/>
                  <a:moveTo>
                    <a:pt x="4064562" y="577102"/>
                  </a:moveTo>
                  <a:cubicBezTo>
                    <a:pt x="4064562" y="577102"/>
                    <a:pt x="4064815" y="577102"/>
                    <a:pt x="4064562" y="577102"/>
                  </a:cubicBezTo>
                  <a:cubicBezTo>
                    <a:pt x="4063802" y="575836"/>
                    <a:pt x="4057725" y="570518"/>
                    <a:pt x="4056459" y="569505"/>
                  </a:cubicBezTo>
                  <a:cubicBezTo>
                    <a:pt x="4051141" y="564947"/>
                    <a:pt x="4044810" y="559882"/>
                    <a:pt x="4043544" y="559376"/>
                  </a:cubicBezTo>
                  <a:cubicBezTo>
                    <a:pt x="4043544" y="559376"/>
                    <a:pt x="4043544" y="559376"/>
                    <a:pt x="4043544" y="559376"/>
                  </a:cubicBezTo>
                  <a:cubicBezTo>
                    <a:pt x="4045064" y="561402"/>
                    <a:pt x="4062283" y="576089"/>
                    <a:pt x="4064562" y="577102"/>
                  </a:cubicBezTo>
                  <a:close/>
                  <a:moveTo>
                    <a:pt x="4057471" y="574823"/>
                  </a:moveTo>
                  <a:cubicBezTo>
                    <a:pt x="4057471" y="574823"/>
                    <a:pt x="4057471" y="574570"/>
                    <a:pt x="4057471" y="574823"/>
                  </a:cubicBezTo>
                  <a:cubicBezTo>
                    <a:pt x="4056965" y="573557"/>
                    <a:pt x="4050888" y="568492"/>
                    <a:pt x="4049875" y="567479"/>
                  </a:cubicBezTo>
                  <a:cubicBezTo>
                    <a:pt x="4045570" y="563681"/>
                    <a:pt x="4038479" y="558110"/>
                    <a:pt x="4036707" y="557350"/>
                  </a:cubicBezTo>
                  <a:cubicBezTo>
                    <a:pt x="4036707" y="557350"/>
                    <a:pt x="4036707" y="557350"/>
                    <a:pt x="4036454" y="557350"/>
                  </a:cubicBezTo>
                  <a:cubicBezTo>
                    <a:pt x="4037467" y="559123"/>
                    <a:pt x="4054686" y="573557"/>
                    <a:pt x="4057471" y="574823"/>
                  </a:cubicBezTo>
                  <a:close/>
                  <a:moveTo>
                    <a:pt x="4041518" y="564947"/>
                  </a:moveTo>
                  <a:cubicBezTo>
                    <a:pt x="4037213" y="561149"/>
                    <a:pt x="4030123" y="555578"/>
                    <a:pt x="4028097" y="554818"/>
                  </a:cubicBezTo>
                  <a:cubicBezTo>
                    <a:pt x="4028097" y="554818"/>
                    <a:pt x="4027844" y="554818"/>
                    <a:pt x="4027844" y="554818"/>
                  </a:cubicBezTo>
                  <a:cubicBezTo>
                    <a:pt x="4028351" y="556084"/>
                    <a:pt x="4047343" y="572797"/>
                    <a:pt x="4049115" y="572290"/>
                  </a:cubicBezTo>
                  <a:cubicBezTo>
                    <a:pt x="4048609" y="571024"/>
                    <a:pt x="4042784" y="565960"/>
                    <a:pt x="4041518" y="564947"/>
                  </a:cubicBezTo>
                  <a:close/>
                  <a:moveTo>
                    <a:pt x="4018475" y="552286"/>
                  </a:moveTo>
                  <a:cubicBezTo>
                    <a:pt x="4018475" y="552286"/>
                    <a:pt x="4018475" y="552286"/>
                    <a:pt x="4018475" y="552286"/>
                  </a:cubicBezTo>
                  <a:cubicBezTo>
                    <a:pt x="4018728" y="554311"/>
                    <a:pt x="4037213" y="569758"/>
                    <a:pt x="4039493" y="569758"/>
                  </a:cubicBezTo>
                  <a:cubicBezTo>
                    <a:pt x="4039493" y="569758"/>
                    <a:pt x="4039493" y="569758"/>
                    <a:pt x="4039493" y="569758"/>
                  </a:cubicBezTo>
                  <a:cubicBezTo>
                    <a:pt x="4039239" y="568492"/>
                    <a:pt x="4033415" y="563428"/>
                    <a:pt x="4032149" y="562415"/>
                  </a:cubicBezTo>
                  <a:cubicBezTo>
                    <a:pt x="4027844" y="558616"/>
                    <a:pt x="4020754" y="553045"/>
                    <a:pt x="4018475" y="552286"/>
                  </a:cubicBezTo>
                  <a:cubicBezTo>
                    <a:pt x="4018475" y="552286"/>
                    <a:pt x="4018475" y="552286"/>
                    <a:pt x="4018475" y="552286"/>
                  </a:cubicBezTo>
                  <a:close/>
                  <a:moveTo>
                    <a:pt x="4007586" y="550007"/>
                  </a:moveTo>
                  <a:cubicBezTo>
                    <a:pt x="4007586" y="552286"/>
                    <a:pt x="4027337" y="568492"/>
                    <a:pt x="4028604" y="567479"/>
                  </a:cubicBezTo>
                  <a:cubicBezTo>
                    <a:pt x="4028604" y="566213"/>
                    <a:pt x="4022780" y="561149"/>
                    <a:pt x="4021513" y="560136"/>
                  </a:cubicBezTo>
                  <a:cubicBezTo>
                    <a:pt x="4017209" y="556337"/>
                    <a:pt x="4010118" y="550766"/>
                    <a:pt x="4007839" y="550007"/>
                  </a:cubicBezTo>
                  <a:cubicBezTo>
                    <a:pt x="4007839" y="550007"/>
                    <a:pt x="4007586" y="550007"/>
                    <a:pt x="4007586" y="550007"/>
                  </a:cubicBezTo>
                  <a:close/>
                  <a:moveTo>
                    <a:pt x="3995684" y="547728"/>
                  </a:moveTo>
                  <a:cubicBezTo>
                    <a:pt x="3995431" y="550007"/>
                    <a:pt x="4014930" y="566213"/>
                    <a:pt x="4016702" y="565200"/>
                  </a:cubicBezTo>
                  <a:cubicBezTo>
                    <a:pt x="4016955" y="563934"/>
                    <a:pt x="4011131" y="558869"/>
                    <a:pt x="4009865" y="557857"/>
                  </a:cubicBezTo>
                  <a:cubicBezTo>
                    <a:pt x="4005560" y="554058"/>
                    <a:pt x="3998470" y="548487"/>
                    <a:pt x="3995938" y="547728"/>
                  </a:cubicBezTo>
                  <a:cubicBezTo>
                    <a:pt x="3995938" y="547474"/>
                    <a:pt x="3995938" y="547474"/>
                    <a:pt x="3995684" y="547728"/>
                  </a:cubicBezTo>
                  <a:close/>
                  <a:moveTo>
                    <a:pt x="3982770" y="545195"/>
                  </a:moveTo>
                  <a:cubicBezTo>
                    <a:pt x="3982010" y="547474"/>
                    <a:pt x="4001762" y="563681"/>
                    <a:pt x="4003788" y="562415"/>
                  </a:cubicBezTo>
                  <a:cubicBezTo>
                    <a:pt x="4004041" y="561149"/>
                    <a:pt x="3998470" y="556084"/>
                    <a:pt x="3997457" y="555071"/>
                  </a:cubicBezTo>
                  <a:cubicBezTo>
                    <a:pt x="3993152" y="551273"/>
                    <a:pt x="3986062" y="545702"/>
                    <a:pt x="3983276" y="544942"/>
                  </a:cubicBezTo>
                  <a:cubicBezTo>
                    <a:pt x="3983023" y="545195"/>
                    <a:pt x="3982770" y="545195"/>
                    <a:pt x="3982770" y="545195"/>
                  </a:cubicBezTo>
                  <a:close/>
                  <a:moveTo>
                    <a:pt x="3969096" y="542916"/>
                  </a:moveTo>
                  <a:cubicBezTo>
                    <a:pt x="3968842" y="542916"/>
                    <a:pt x="3968842" y="542916"/>
                    <a:pt x="3968589" y="542916"/>
                  </a:cubicBezTo>
                  <a:cubicBezTo>
                    <a:pt x="3967070" y="544436"/>
                    <a:pt x="3986568" y="560895"/>
                    <a:pt x="3989354" y="560389"/>
                  </a:cubicBezTo>
                  <a:cubicBezTo>
                    <a:pt x="3990367" y="560136"/>
                    <a:pt x="3987834" y="557097"/>
                    <a:pt x="3983276" y="553045"/>
                  </a:cubicBezTo>
                  <a:cubicBezTo>
                    <a:pt x="3979225" y="549247"/>
                    <a:pt x="3972134" y="543423"/>
                    <a:pt x="3969096" y="542916"/>
                  </a:cubicBezTo>
                  <a:close/>
                  <a:moveTo>
                    <a:pt x="3953902" y="540384"/>
                  </a:moveTo>
                  <a:cubicBezTo>
                    <a:pt x="3953649" y="540384"/>
                    <a:pt x="3953396" y="540384"/>
                    <a:pt x="3953396" y="540384"/>
                  </a:cubicBezTo>
                  <a:cubicBezTo>
                    <a:pt x="3951623" y="541903"/>
                    <a:pt x="3970868" y="558363"/>
                    <a:pt x="3973907" y="557857"/>
                  </a:cubicBezTo>
                  <a:cubicBezTo>
                    <a:pt x="3975173" y="557603"/>
                    <a:pt x="3972641" y="554565"/>
                    <a:pt x="3968336" y="550513"/>
                  </a:cubicBezTo>
                  <a:cubicBezTo>
                    <a:pt x="3964284" y="546715"/>
                    <a:pt x="3957194" y="541144"/>
                    <a:pt x="3953902" y="540384"/>
                  </a:cubicBezTo>
                  <a:close/>
                  <a:moveTo>
                    <a:pt x="3937696" y="538105"/>
                  </a:moveTo>
                  <a:cubicBezTo>
                    <a:pt x="3937443" y="538105"/>
                    <a:pt x="3937189" y="538105"/>
                    <a:pt x="3936936" y="538358"/>
                  </a:cubicBezTo>
                  <a:cubicBezTo>
                    <a:pt x="3935923" y="540637"/>
                    <a:pt x="3954155" y="556084"/>
                    <a:pt x="3957447" y="555578"/>
                  </a:cubicBezTo>
                  <a:cubicBezTo>
                    <a:pt x="3958713" y="555324"/>
                    <a:pt x="3956688" y="552286"/>
                    <a:pt x="3952130" y="548234"/>
                  </a:cubicBezTo>
                  <a:cubicBezTo>
                    <a:pt x="3948331" y="544436"/>
                    <a:pt x="3940988" y="538865"/>
                    <a:pt x="3937696" y="538105"/>
                  </a:cubicBezTo>
                  <a:close/>
                  <a:moveTo>
                    <a:pt x="3920476" y="535826"/>
                  </a:moveTo>
                  <a:cubicBezTo>
                    <a:pt x="3920223" y="535826"/>
                    <a:pt x="3919716" y="535826"/>
                    <a:pt x="3919716" y="536079"/>
                  </a:cubicBezTo>
                  <a:cubicBezTo>
                    <a:pt x="3918451" y="538611"/>
                    <a:pt x="3936429" y="553805"/>
                    <a:pt x="3940228" y="553299"/>
                  </a:cubicBezTo>
                  <a:cubicBezTo>
                    <a:pt x="3941747" y="553045"/>
                    <a:pt x="3939468" y="550007"/>
                    <a:pt x="3935163" y="545955"/>
                  </a:cubicBezTo>
                  <a:cubicBezTo>
                    <a:pt x="3931112" y="542157"/>
                    <a:pt x="3924022" y="536586"/>
                    <a:pt x="3920476" y="535826"/>
                  </a:cubicBezTo>
                  <a:close/>
                  <a:moveTo>
                    <a:pt x="3420355" y="495563"/>
                  </a:moveTo>
                  <a:cubicBezTo>
                    <a:pt x="3415544" y="498349"/>
                    <a:pt x="3424660" y="509490"/>
                    <a:pt x="3433523" y="511516"/>
                  </a:cubicBezTo>
                  <a:cubicBezTo>
                    <a:pt x="3438841" y="512782"/>
                    <a:pt x="3440613" y="509490"/>
                    <a:pt x="3437321" y="504679"/>
                  </a:cubicBezTo>
                  <a:cubicBezTo>
                    <a:pt x="3435042" y="501134"/>
                    <a:pt x="3428965" y="495816"/>
                    <a:pt x="3422887" y="495057"/>
                  </a:cubicBezTo>
                  <a:cubicBezTo>
                    <a:pt x="3421875" y="495057"/>
                    <a:pt x="3421115" y="495057"/>
                    <a:pt x="3420355" y="495563"/>
                  </a:cubicBezTo>
                  <a:close/>
                  <a:moveTo>
                    <a:pt x="1495585" y="470747"/>
                  </a:moveTo>
                  <a:cubicBezTo>
                    <a:pt x="1498877" y="467455"/>
                    <a:pt x="1501916" y="462137"/>
                    <a:pt x="1496345" y="462137"/>
                  </a:cubicBezTo>
                  <a:cubicBezTo>
                    <a:pt x="1488748" y="462644"/>
                    <a:pt x="1478872" y="471507"/>
                    <a:pt x="1478872" y="476065"/>
                  </a:cubicBezTo>
                  <a:cubicBezTo>
                    <a:pt x="1478872" y="480876"/>
                    <a:pt x="1488748" y="477837"/>
                    <a:pt x="1495585" y="470747"/>
                  </a:cubicBezTo>
                  <a:close/>
                  <a:moveTo>
                    <a:pt x="1405943" y="464669"/>
                  </a:moveTo>
                  <a:cubicBezTo>
                    <a:pt x="1398853" y="465429"/>
                    <a:pt x="1387711" y="474798"/>
                    <a:pt x="1387711" y="479357"/>
                  </a:cubicBezTo>
                  <a:cubicBezTo>
                    <a:pt x="1387711" y="483408"/>
                    <a:pt x="1397080" y="480116"/>
                    <a:pt x="1403918" y="473532"/>
                  </a:cubicBezTo>
                  <a:cubicBezTo>
                    <a:pt x="1407209" y="470240"/>
                    <a:pt x="1410755" y="464923"/>
                    <a:pt x="1405943" y="464669"/>
                  </a:cubicBezTo>
                  <a:close/>
                  <a:moveTo>
                    <a:pt x="1377329" y="465682"/>
                  </a:moveTo>
                  <a:cubicBezTo>
                    <a:pt x="1370239" y="466442"/>
                    <a:pt x="1358843" y="476065"/>
                    <a:pt x="1358843" y="480369"/>
                  </a:cubicBezTo>
                  <a:cubicBezTo>
                    <a:pt x="1358843" y="484421"/>
                    <a:pt x="1367960" y="481129"/>
                    <a:pt x="1374797" y="474545"/>
                  </a:cubicBezTo>
                  <a:cubicBezTo>
                    <a:pt x="1378595" y="471253"/>
                    <a:pt x="1382140" y="465936"/>
                    <a:pt x="1377329" y="465682"/>
                  </a:cubicBezTo>
                  <a:close/>
                  <a:moveTo>
                    <a:pt x="1349727" y="466695"/>
                  </a:moveTo>
                  <a:cubicBezTo>
                    <a:pt x="1342890" y="467455"/>
                    <a:pt x="1331495" y="477078"/>
                    <a:pt x="1330989" y="481382"/>
                  </a:cubicBezTo>
                  <a:cubicBezTo>
                    <a:pt x="1330735" y="485434"/>
                    <a:pt x="1339851" y="481889"/>
                    <a:pt x="1346942" y="475558"/>
                  </a:cubicBezTo>
                  <a:cubicBezTo>
                    <a:pt x="1350740" y="472013"/>
                    <a:pt x="1354285" y="466949"/>
                    <a:pt x="1349727" y="466695"/>
                  </a:cubicBezTo>
                  <a:close/>
                  <a:moveTo>
                    <a:pt x="1320606" y="475811"/>
                  </a:moveTo>
                  <a:cubicBezTo>
                    <a:pt x="1323392" y="473026"/>
                    <a:pt x="1327443" y="467961"/>
                    <a:pt x="1322885" y="467961"/>
                  </a:cubicBezTo>
                  <a:cubicBezTo>
                    <a:pt x="1315795" y="468721"/>
                    <a:pt x="1303640" y="479103"/>
                    <a:pt x="1303893" y="483155"/>
                  </a:cubicBezTo>
                  <a:cubicBezTo>
                    <a:pt x="1304147" y="486447"/>
                    <a:pt x="1312756" y="482902"/>
                    <a:pt x="1319593" y="476824"/>
                  </a:cubicBezTo>
                  <a:cubicBezTo>
                    <a:pt x="1319847" y="476318"/>
                    <a:pt x="1320353" y="476065"/>
                    <a:pt x="1320606" y="475811"/>
                  </a:cubicBezTo>
                  <a:close/>
                  <a:moveTo>
                    <a:pt x="1277811" y="484168"/>
                  </a:moveTo>
                  <a:cubicBezTo>
                    <a:pt x="1277811" y="487460"/>
                    <a:pt x="1286168" y="483915"/>
                    <a:pt x="1293258" y="477837"/>
                  </a:cubicBezTo>
                  <a:cubicBezTo>
                    <a:pt x="1293511" y="477584"/>
                    <a:pt x="1294018" y="477331"/>
                    <a:pt x="1294271" y="477078"/>
                  </a:cubicBezTo>
                  <a:cubicBezTo>
                    <a:pt x="1297056" y="474292"/>
                    <a:pt x="1301108" y="469228"/>
                    <a:pt x="1297056" y="469228"/>
                  </a:cubicBezTo>
                  <a:cubicBezTo>
                    <a:pt x="1290219" y="469734"/>
                    <a:pt x="1277811" y="480116"/>
                    <a:pt x="1277811" y="484168"/>
                  </a:cubicBezTo>
                  <a:close/>
                  <a:moveTo>
                    <a:pt x="1252488" y="485434"/>
                  </a:moveTo>
                  <a:cubicBezTo>
                    <a:pt x="1252235" y="488726"/>
                    <a:pt x="1260592" y="485181"/>
                    <a:pt x="1267682" y="478850"/>
                  </a:cubicBezTo>
                  <a:cubicBezTo>
                    <a:pt x="1267935" y="478597"/>
                    <a:pt x="1268442" y="478344"/>
                    <a:pt x="1268695" y="478090"/>
                  </a:cubicBezTo>
                  <a:cubicBezTo>
                    <a:pt x="1271480" y="475305"/>
                    <a:pt x="1275785" y="470240"/>
                    <a:pt x="1271734" y="470240"/>
                  </a:cubicBezTo>
                  <a:cubicBezTo>
                    <a:pt x="1265403" y="471000"/>
                    <a:pt x="1252742" y="481382"/>
                    <a:pt x="1252488" y="485434"/>
                  </a:cubicBezTo>
                  <a:close/>
                  <a:moveTo>
                    <a:pt x="1228179" y="486700"/>
                  </a:moveTo>
                  <a:cubicBezTo>
                    <a:pt x="1227672" y="489992"/>
                    <a:pt x="1236029" y="486447"/>
                    <a:pt x="1243372" y="480116"/>
                  </a:cubicBezTo>
                  <a:cubicBezTo>
                    <a:pt x="1243879" y="479610"/>
                    <a:pt x="1244639" y="478850"/>
                    <a:pt x="1245145" y="478344"/>
                  </a:cubicBezTo>
                  <a:cubicBezTo>
                    <a:pt x="1247677" y="475811"/>
                    <a:pt x="1251222" y="471507"/>
                    <a:pt x="1247677" y="471253"/>
                  </a:cubicBezTo>
                  <a:cubicBezTo>
                    <a:pt x="1241347" y="472266"/>
                    <a:pt x="1228685" y="482648"/>
                    <a:pt x="1228179" y="486700"/>
                  </a:cubicBezTo>
                  <a:close/>
                  <a:moveTo>
                    <a:pt x="1204882" y="487966"/>
                  </a:moveTo>
                  <a:cubicBezTo>
                    <a:pt x="1204376" y="491258"/>
                    <a:pt x="1212479" y="487713"/>
                    <a:pt x="1219822" y="481382"/>
                  </a:cubicBezTo>
                  <a:cubicBezTo>
                    <a:pt x="1220329" y="480876"/>
                    <a:pt x="1221089" y="480116"/>
                    <a:pt x="1221595" y="479610"/>
                  </a:cubicBezTo>
                  <a:cubicBezTo>
                    <a:pt x="1224380" y="477078"/>
                    <a:pt x="1227926" y="472773"/>
                    <a:pt x="1224634" y="472519"/>
                  </a:cubicBezTo>
                  <a:cubicBezTo>
                    <a:pt x="1218303" y="473532"/>
                    <a:pt x="1205388" y="484168"/>
                    <a:pt x="1204882" y="487966"/>
                  </a:cubicBezTo>
                  <a:close/>
                  <a:moveTo>
                    <a:pt x="1198805" y="481129"/>
                  </a:moveTo>
                  <a:cubicBezTo>
                    <a:pt x="1201590" y="478597"/>
                    <a:pt x="1205388" y="474292"/>
                    <a:pt x="1202097" y="474039"/>
                  </a:cubicBezTo>
                  <a:cubicBezTo>
                    <a:pt x="1195766" y="474798"/>
                    <a:pt x="1182092" y="486194"/>
                    <a:pt x="1182092" y="489739"/>
                  </a:cubicBezTo>
                  <a:cubicBezTo>
                    <a:pt x="1182092" y="492271"/>
                    <a:pt x="1189942" y="488726"/>
                    <a:pt x="1196779" y="482902"/>
                  </a:cubicBezTo>
                  <a:cubicBezTo>
                    <a:pt x="1197539" y="482395"/>
                    <a:pt x="1198298" y="481636"/>
                    <a:pt x="1198805" y="481129"/>
                  </a:cubicBezTo>
                  <a:close/>
                  <a:moveTo>
                    <a:pt x="1160568" y="491005"/>
                  </a:moveTo>
                  <a:cubicBezTo>
                    <a:pt x="1160314" y="493537"/>
                    <a:pt x="1167911" y="489992"/>
                    <a:pt x="1175255" y="484168"/>
                  </a:cubicBezTo>
                  <a:cubicBezTo>
                    <a:pt x="1176268" y="483408"/>
                    <a:pt x="1177027" y="482648"/>
                    <a:pt x="1178040" y="481636"/>
                  </a:cubicBezTo>
                  <a:cubicBezTo>
                    <a:pt x="1179053" y="480623"/>
                    <a:pt x="1184117" y="475558"/>
                    <a:pt x="1180826" y="475558"/>
                  </a:cubicBezTo>
                  <a:cubicBezTo>
                    <a:pt x="1174495" y="476318"/>
                    <a:pt x="1160821" y="487713"/>
                    <a:pt x="1160568" y="491005"/>
                  </a:cubicBezTo>
                  <a:close/>
                  <a:moveTo>
                    <a:pt x="1139803" y="492524"/>
                  </a:moveTo>
                  <a:cubicBezTo>
                    <a:pt x="1139550" y="495057"/>
                    <a:pt x="1146893" y="491511"/>
                    <a:pt x="1153984" y="485434"/>
                  </a:cubicBezTo>
                  <a:cubicBezTo>
                    <a:pt x="1154997" y="484674"/>
                    <a:pt x="1156009" y="483915"/>
                    <a:pt x="1156769" y="482902"/>
                  </a:cubicBezTo>
                  <a:cubicBezTo>
                    <a:pt x="1157782" y="481889"/>
                    <a:pt x="1163100" y="476824"/>
                    <a:pt x="1159808" y="476824"/>
                  </a:cubicBezTo>
                  <a:cubicBezTo>
                    <a:pt x="1154237" y="477837"/>
                    <a:pt x="1140309" y="489232"/>
                    <a:pt x="1139803" y="492524"/>
                  </a:cubicBezTo>
                  <a:close/>
                  <a:moveTo>
                    <a:pt x="1120305" y="494044"/>
                  </a:moveTo>
                  <a:cubicBezTo>
                    <a:pt x="1119798" y="496576"/>
                    <a:pt x="1127142" y="493031"/>
                    <a:pt x="1134485" y="486953"/>
                  </a:cubicBezTo>
                  <a:cubicBezTo>
                    <a:pt x="1136258" y="485434"/>
                    <a:pt x="1137524" y="484421"/>
                    <a:pt x="1138284" y="483661"/>
                  </a:cubicBezTo>
                  <a:cubicBezTo>
                    <a:pt x="1139550" y="482395"/>
                    <a:pt x="1143601" y="478344"/>
                    <a:pt x="1140816" y="478344"/>
                  </a:cubicBezTo>
                  <a:cubicBezTo>
                    <a:pt x="1134992" y="479357"/>
                    <a:pt x="1120811" y="490752"/>
                    <a:pt x="1120305" y="494044"/>
                  </a:cubicBezTo>
                  <a:close/>
                  <a:moveTo>
                    <a:pt x="1101566" y="496069"/>
                  </a:moveTo>
                  <a:cubicBezTo>
                    <a:pt x="1101566" y="498095"/>
                    <a:pt x="1108403" y="494297"/>
                    <a:pt x="1115493" y="488726"/>
                  </a:cubicBezTo>
                  <a:cubicBezTo>
                    <a:pt x="1117266" y="487207"/>
                    <a:pt x="1118532" y="486194"/>
                    <a:pt x="1119292" y="485434"/>
                  </a:cubicBezTo>
                  <a:cubicBezTo>
                    <a:pt x="1120558" y="484168"/>
                    <a:pt x="1124609" y="480116"/>
                    <a:pt x="1122330" y="480116"/>
                  </a:cubicBezTo>
                  <a:cubicBezTo>
                    <a:pt x="1116253" y="480876"/>
                    <a:pt x="1101313" y="493031"/>
                    <a:pt x="1101566" y="496069"/>
                  </a:cubicBezTo>
                  <a:close/>
                  <a:moveTo>
                    <a:pt x="1083587" y="497589"/>
                  </a:moveTo>
                  <a:cubicBezTo>
                    <a:pt x="1083334" y="499615"/>
                    <a:pt x="1090424" y="495816"/>
                    <a:pt x="1097261" y="490245"/>
                  </a:cubicBezTo>
                  <a:cubicBezTo>
                    <a:pt x="1098021" y="489486"/>
                    <a:pt x="1100046" y="487966"/>
                    <a:pt x="1101819" y="486194"/>
                  </a:cubicBezTo>
                  <a:cubicBezTo>
                    <a:pt x="1103592" y="484421"/>
                    <a:pt x="1106124" y="481636"/>
                    <a:pt x="1104098" y="481636"/>
                  </a:cubicBezTo>
                  <a:cubicBezTo>
                    <a:pt x="1099034" y="482395"/>
                    <a:pt x="1083840" y="494803"/>
                    <a:pt x="1083587" y="497589"/>
                  </a:cubicBezTo>
                  <a:close/>
                  <a:moveTo>
                    <a:pt x="1067127" y="499108"/>
                  </a:moveTo>
                  <a:cubicBezTo>
                    <a:pt x="1066874" y="501134"/>
                    <a:pt x="1073458" y="497336"/>
                    <a:pt x="1080548" y="491765"/>
                  </a:cubicBezTo>
                  <a:cubicBezTo>
                    <a:pt x="1082574" y="489992"/>
                    <a:pt x="1084600" y="488473"/>
                    <a:pt x="1085866" y="486953"/>
                  </a:cubicBezTo>
                  <a:cubicBezTo>
                    <a:pt x="1087638" y="485181"/>
                    <a:pt x="1089411" y="482902"/>
                    <a:pt x="1087892" y="482902"/>
                  </a:cubicBezTo>
                  <a:cubicBezTo>
                    <a:pt x="1082574" y="484168"/>
                    <a:pt x="1067380" y="496323"/>
                    <a:pt x="1067127" y="499108"/>
                  </a:cubicBezTo>
                  <a:close/>
                  <a:moveTo>
                    <a:pt x="1051427" y="500881"/>
                  </a:moveTo>
                  <a:cubicBezTo>
                    <a:pt x="1050921" y="502907"/>
                    <a:pt x="1057505" y="499108"/>
                    <a:pt x="1064595" y="493537"/>
                  </a:cubicBezTo>
                  <a:cubicBezTo>
                    <a:pt x="1067380" y="491511"/>
                    <a:pt x="1069153" y="489739"/>
                    <a:pt x="1070166" y="488726"/>
                  </a:cubicBezTo>
                  <a:cubicBezTo>
                    <a:pt x="1071939" y="486953"/>
                    <a:pt x="1073964" y="484674"/>
                    <a:pt x="1072445" y="484674"/>
                  </a:cubicBezTo>
                  <a:cubicBezTo>
                    <a:pt x="1067380" y="485687"/>
                    <a:pt x="1051934" y="498095"/>
                    <a:pt x="1051427" y="500881"/>
                  </a:cubicBezTo>
                  <a:close/>
                  <a:moveTo>
                    <a:pt x="1057758" y="486447"/>
                  </a:moveTo>
                  <a:cubicBezTo>
                    <a:pt x="1052693" y="487460"/>
                    <a:pt x="1036487" y="500881"/>
                    <a:pt x="1036740" y="502907"/>
                  </a:cubicBezTo>
                  <a:cubicBezTo>
                    <a:pt x="1036740" y="504173"/>
                    <a:pt x="1043071" y="500628"/>
                    <a:pt x="1049908" y="495310"/>
                  </a:cubicBezTo>
                  <a:cubicBezTo>
                    <a:pt x="1053453" y="492524"/>
                    <a:pt x="1055479" y="490499"/>
                    <a:pt x="1056238" y="489992"/>
                  </a:cubicBezTo>
                  <a:cubicBezTo>
                    <a:pt x="1059277" y="486447"/>
                    <a:pt x="1058011" y="486447"/>
                    <a:pt x="1057758" y="486447"/>
                  </a:cubicBezTo>
                  <a:close/>
                  <a:moveTo>
                    <a:pt x="1023066" y="504932"/>
                  </a:moveTo>
                  <a:cubicBezTo>
                    <a:pt x="1024079" y="505692"/>
                    <a:pt x="1031169" y="500628"/>
                    <a:pt x="1035727" y="497082"/>
                  </a:cubicBezTo>
                  <a:cubicBezTo>
                    <a:pt x="1039019" y="494550"/>
                    <a:pt x="1044843" y="489739"/>
                    <a:pt x="1044590" y="488473"/>
                  </a:cubicBezTo>
                  <a:cubicBezTo>
                    <a:pt x="1044590" y="488473"/>
                    <a:pt x="1044337" y="488473"/>
                    <a:pt x="1044084" y="488473"/>
                  </a:cubicBezTo>
                  <a:cubicBezTo>
                    <a:pt x="1040032" y="489232"/>
                    <a:pt x="1022559" y="502653"/>
                    <a:pt x="1023066" y="504932"/>
                  </a:cubicBezTo>
                  <a:close/>
                  <a:moveTo>
                    <a:pt x="1010405" y="506705"/>
                  </a:moveTo>
                  <a:cubicBezTo>
                    <a:pt x="1011417" y="507465"/>
                    <a:pt x="1018508" y="502147"/>
                    <a:pt x="1023066" y="498855"/>
                  </a:cubicBezTo>
                  <a:cubicBezTo>
                    <a:pt x="1026358" y="496323"/>
                    <a:pt x="1032182" y="491511"/>
                    <a:pt x="1032182" y="490245"/>
                  </a:cubicBezTo>
                  <a:cubicBezTo>
                    <a:pt x="1032182" y="490245"/>
                    <a:pt x="1031929" y="490245"/>
                    <a:pt x="1031929" y="490245"/>
                  </a:cubicBezTo>
                  <a:cubicBezTo>
                    <a:pt x="1027624" y="491005"/>
                    <a:pt x="1010405" y="504679"/>
                    <a:pt x="1010405" y="506705"/>
                  </a:cubicBezTo>
                  <a:close/>
                  <a:moveTo>
                    <a:pt x="4030376" y="544436"/>
                  </a:moveTo>
                  <a:lnTo>
                    <a:pt x="4012904" y="530255"/>
                  </a:lnTo>
                  <a:cubicBezTo>
                    <a:pt x="4018728" y="534813"/>
                    <a:pt x="4024299" y="539371"/>
                    <a:pt x="4029870" y="543929"/>
                  </a:cubicBezTo>
                  <a:cubicBezTo>
                    <a:pt x="4030123" y="543929"/>
                    <a:pt x="4030376" y="544182"/>
                    <a:pt x="4030376" y="544436"/>
                  </a:cubicBezTo>
                  <a:close/>
                  <a:moveTo>
                    <a:pt x="4019994" y="536079"/>
                  </a:moveTo>
                  <a:cubicBezTo>
                    <a:pt x="4014676" y="531774"/>
                    <a:pt x="4008346" y="526963"/>
                    <a:pt x="4007333" y="526203"/>
                  </a:cubicBezTo>
                  <a:cubicBezTo>
                    <a:pt x="4007586" y="526710"/>
                    <a:pt x="4027591" y="542663"/>
                    <a:pt x="4028857" y="543423"/>
                  </a:cubicBezTo>
                  <a:cubicBezTo>
                    <a:pt x="4028351" y="542916"/>
                    <a:pt x="4024046" y="539371"/>
                    <a:pt x="4019994" y="536079"/>
                  </a:cubicBezTo>
                  <a:close/>
                  <a:moveTo>
                    <a:pt x="4011638" y="536586"/>
                  </a:moveTo>
                  <a:cubicBezTo>
                    <a:pt x="4011638" y="536332"/>
                    <a:pt x="4011638" y="536332"/>
                    <a:pt x="4011638" y="536586"/>
                  </a:cubicBezTo>
                  <a:cubicBezTo>
                    <a:pt x="4011131" y="535319"/>
                    <a:pt x="4005054" y="530508"/>
                    <a:pt x="4003788" y="529495"/>
                  </a:cubicBezTo>
                  <a:cubicBezTo>
                    <a:pt x="3999229" y="525950"/>
                    <a:pt x="3992139" y="520379"/>
                    <a:pt x="3990367" y="519619"/>
                  </a:cubicBezTo>
                  <a:cubicBezTo>
                    <a:pt x="3990367" y="519619"/>
                    <a:pt x="3990367" y="519619"/>
                    <a:pt x="3990114" y="519619"/>
                  </a:cubicBezTo>
                  <a:cubicBezTo>
                    <a:pt x="3991379" y="521392"/>
                    <a:pt x="4008852" y="535319"/>
                    <a:pt x="4011638" y="536586"/>
                  </a:cubicBezTo>
                  <a:close/>
                  <a:moveTo>
                    <a:pt x="4003535" y="534053"/>
                  </a:moveTo>
                  <a:cubicBezTo>
                    <a:pt x="4003028" y="532787"/>
                    <a:pt x="3997204" y="527976"/>
                    <a:pt x="3995938" y="526963"/>
                  </a:cubicBezTo>
                  <a:cubicBezTo>
                    <a:pt x="3991379" y="523418"/>
                    <a:pt x="3984289" y="517847"/>
                    <a:pt x="3982263" y="517087"/>
                  </a:cubicBezTo>
                  <a:cubicBezTo>
                    <a:pt x="3982263" y="517087"/>
                    <a:pt x="3982010" y="517087"/>
                    <a:pt x="3982010" y="517087"/>
                  </a:cubicBezTo>
                  <a:cubicBezTo>
                    <a:pt x="3982770" y="518607"/>
                    <a:pt x="4001762" y="534560"/>
                    <a:pt x="4003535" y="534053"/>
                  </a:cubicBezTo>
                  <a:close/>
                  <a:moveTo>
                    <a:pt x="3986822" y="524684"/>
                  </a:moveTo>
                  <a:cubicBezTo>
                    <a:pt x="3982517" y="521139"/>
                    <a:pt x="3975173" y="515568"/>
                    <a:pt x="3972894" y="514808"/>
                  </a:cubicBezTo>
                  <a:cubicBezTo>
                    <a:pt x="3972894" y="514808"/>
                    <a:pt x="3972641" y="514808"/>
                    <a:pt x="3972641" y="514808"/>
                  </a:cubicBezTo>
                  <a:cubicBezTo>
                    <a:pt x="3972894" y="516074"/>
                    <a:pt x="3991886" y="532281"/>
                    <a:pt x="3994165" y="531521"/>
                  </a:cubicBezTo>
                  <a:cubicBezTo>
                    <a:pt x="3993912" y="530508"/>
                    <a:pt x="3988088" y="525697"/>
                    <a:pt x="3986822" y="524684"/>
                  </a:cubicBezTo>
                  <a:close/>
                  <a:moveTo>
                    <a:pt x="3962259" y="512529"/>
                  </a:moveTo>
                  <a:cubicBezTo>
                    <a:pt x="3962512" y="514555"/>
                    <a:pt x="3982517" y="530255"/>
                    <a:pt x="3983529" y="529242"/>
                  </a:cubicBezTo>
                  <a:cubicBezTo>
                    <a:pt x="3983529" y="528229"/>
                    <a:pt x="3977958" y="523671"/>
                    <a:pt x="3976439" y="522152"/>
                  </a:cubicBezTo>
                  <a:cubicBezTo>
                    <a:pt x="3972134" y="518607"/>
                    <a:pt x="3964791" y="513036"/>
                    <a:pt x="3962512" y="512276"/>
                  </a:cubicBezTo>
                  <a:cubicBezTo>
                    <a:pt x="3962512" y="512529"/>
                    <a:pt x="3962512" y="512529"/>
                    <a:pt x="3962259" y="512529"/>
                  </a:cubicBezTo>
                  <a:close/>
                  <a:moveTo>
                    <a:pt x="3950864" y="510250"/>
                  </a:moveTo>
                  <a:cubicBezTo>
                    <a:pt x="3950610" y="512276"/>
                    <a:pt x="3970615" y="527976"/>
                    <a:pt x="3972134" y="526963"/>
                  </a:cubicBezTo>
                  <a:cubicBezTo>
                    <a:pt x="3972134" y="525950"/>
                    <a:pt x="3966816" y="521392"/>
                    <a:pt x="3965297" y="519873"/>
                  </a:cubicBezTo>
                  <a:cubicBezTo>
                    <a:pt x="3960992" y="516328"/>
                    <a:pt x="3953649" y="510757"/>
                    <a:pt x="3951117" y="509997"/>
                  </a:cubicBezTo>
                  <a:cubicBezTo>
                    <a:pt x="3951117" y="510250"/>
                    <a:pt x="3950864" y="510250"/>
                    <a:pt x="3950864" y="510250"/>
                  </a:cubicBezTo>
                  <a:close/>
                  <a:moveTo>
                    <a:pt x="3938202" y="507971"/>
                  </a:moveTo>
                  <a:cubicBezTo>
                    <a:pt x="3937696" y="509997"/>
                    <a:pt x="3957447" y="525697"/>
                    <a:pt x="3959473" y="524684"/>
                  </a:cubicBezTo>
                  <a:cubicBezTo>
                    <a:pt x="3959726" y="523418"/>
                    <a:pt x="3954155" y="518607"/>
                    <a:pt x="3952889" y="517594"/>
                  </a:cubicBezTo>
                  <a:cubicBezTo>
                    <a:pt x="3948584" y="514048"/>
                    <a:pt x="3941241" y="508478"/>
                    <a:pt x="3938708" y="507718"/>
                  </a:cubicBezTo>
                  <a:cubicBezTo>
                    <a:pt x="3938455" y="507971"/>
                    <a:pt x="3938202" y="507971"/>
                    <a:pt x="3938202" y="507971"/>
                  </a:cubicBezTo>
                  <a:close/>
                  <a:moveTo>
                    <a:pt x="3939468" y="515315"/>
                  </a:moveTo>
                  <a:cubicBezTo>
                    <a:pt x="3935163" y="511769"/>
                    <a:pt x="3928073" y="506198"/>
                    <a:pt x="3925034" y="505439"/>
                  </a:cubicBezTo>
                  <a:cubicBezTo>
                    <a:pt x="3924781" y="505439"/>
                    <a:pt x="3924781" y="505439"/>
                    <a:pt x="3924528" y="505439"/>
                  </a:cubicBezTo>
                  <a:cubicBezTo>
                    <a:pt x="3923262" y="506958"/>
                    <a:pt x="3943014" y="522658"/>
                    <a:pt x="3945546" y="522152"/>
                  </a:cubicBezTo>
                  <a:cubicBezTo>
                    <a:pt x="3946559" y="522152"/>
                    <a:pt x="3944026" y="519366"/>
                    <a:pt x="3939468" y="515315"/>
                  </a:cubicBezTo>
                  <a:close/>
                  <a:moveTo>
                    <a:pt x="3909841" y="503413"/>
                  </a:moveTo>
                  <a:cubicBezTo>
                    <a:pt x="3908068" y="504932"/>
                    <a:pt x="3927820" y="520632"/>
                    <a:pt x="3930605" y="520126"/>
                  </a:cubicBezTo>
                  <a:cubicBezTo>
                    <a:pt x="3931872" y="519873"/>
                    <a:pt x="3929339" y="517087"/>
                    <a:pt x="3924781" y="513036"/>
                  </a:cubicBezTo>
                  <a:cubicBezTo>
                    <a:pt x="3920476" y="509490"/>
                    <a:pt x="3913386" y="503919"/>
                    <a:pt x="3910347" y="503160"/>
                  </a:cubicBezTo>
                  <a:cubicBezTo>
                    <a:pt x="3910094" y="503413"/>
                    <a:pt x="3909841" y="503413"/>
                    <a:pt x="3909841" y="503413"/>
                  </a:cubicBezTo>
                  <a:close/>
                  <a:moveTo>
                    <a:pt x="3427699" y="461124"/>
                  </a:moveTo>
                  <a:cubicBezTo>
                    <a:pt x="3426939" y="461124"/>
                    <a:pt x="3426179" y="461124"/>
                    <a:pt x="3425420" y="461631"/>
                  </a:cubicBezTo>
                  <a:cubicBezTo>
                    <a:pt x="3421115" y="464416"/>
                    <a:pt x="3431750" y="476065"/>
                    <a:pt x="3439854" y="477331"/>
                  </a:cubicBezTo>
                  <a:cubicBezTo>
                    <a:pt x="3444158" y="478090"/>
                    <a:pt x="3445171" y="475052"/>
                    <a:pt x="3442132" y="470494"/>
                  </a:cubicBezTo>
                  <a:cubicBezTo>
                    <a:pt x="3439600" y="466949"/>
                    <a:pt x="3433523" y="461884"/>
                    <a:pt x="3427699" y="461124"/>
                  </a:cubicBezTo>
                  <a:close/>
                  <a:moveTo>
                    <a:pt x="1528251" y="427445"/>
                  </a:moveTo>
                  <a:cubicBezTo>
                    <a:pt x="1520908" y="427952"/>
                    <a:pt x="1510779" y="436561"/>
                    <a:pt x="1510779" y="440866"/>
                  </a:cubicBezTo>
                  <a:cubicBezTo>
                    <a:pt x="1510526" y="445424"/>
                    <a:pt x="1520401" y="442386"/>
                    <a:pt x="1527239" y="435802"/>
                  </a:cubicBezTo>
                  <a:cubicBezTo>
                    <a:pt x="1530530" y="432763"/>
                    <a:pt x="1533569" y="427698"/>
                    <a:pt x="1528251" y="427445"/>
                  </a:cubicBezTo>
                  <a:close/>
                  <a:moveTo>
                    <a:pt x="1480645" y="441626"/>
                  </a:moveTo>
                  <a:cubicBezTo>
                    <a:pt x="1480139" y="446184"/>
                    <a:pt x="1490014" y="443145"/>
                    <a:pt x="1496851" y="436561"/>
                  </a:cubicBezTo>
                  <a:cubicBezTo>
                    <a:pt x="1500143" y="433269"/>
                    <a:pt x="1503435" y="428205"/>
                    <a:pt x="1498371" y="428205"/>
                  </a:cubicBezTo>
                  <a:cubicBezTo>
                    <a:pt x="1491280" y="428711"/>
                    <a:pt x="1480898" y="437321"/>
                    <a:pt x="1480645" y="441626"/>
                  </a:cubicBezTo>
                  <a:close/>
                  <a:moveTo>
                    <a:pt x="1469250" y="428965"/>
                  </a:moveTo>
                  <a:cubicBezTo>
                    <a:pt x="1461906" y="429471"/>
                    <a:pt x="1451018" y="438840"/>
                    <a:pt x="1451271" y="442892"/>
                  </a:cubicBezTo>
                  <a:cubicBezTo>
                    <a:pt x="1451524" y="446690"/>
                    <a:pt x="1460893" y="443398"/>
                    <a:pt x="1467477" y="437321"/>
                  </a:cubicBezTo>
                  <a:cubicBezTo>
                    <a:pt x="1471022" y="434029"/>
                    <a:pt x="1473808" y="429218"/>
                    <a:pt x="1469250" y="428965"/>
                  </a:cubicBezTo>
                  <a:close/>
                  <a:moveTo>
                    <a:pt x="1440889" y="429978"/>
                  </a:moveTo>
                  <a:cubicBezTo>
                    <a:pt x="1433798" y="430484"/>
                    <a:pt x="1422656" y="439853"/>
                    <a:pt x="1422656" y="444158"/>
                  </a:cubicBezTo>
                  <a:cubicBezTo>
                    <a:pt x="1422656" y="447957"/>
                    <a:pt x="1431772" y="444918"/>
                    <a:pt x="1438610" y="438587"/>
                  </a:cubicBezTo>
                  <a:cubicBezTo>
                    <a:pt x="1441901" y="435295"/>
                    <a:pt x="1445447" y="430231"/>
                    <a:pt x="1440889" y="429978"/>
                  </a:cubicBezTo>
                  <a:close/>
                  <a:moveTo>
                    <a:pt x="1411261" y="438587"/>
                  </a:moveTo>
                  <a:cubicBezTo>
                    <a:pt x="1414047" y="436055"/>
                    <a:pt x="1417845" y="430990"/>
                    <a:pt x="1413287" y="430990"/>
                  </a:cubicBezTo>
                  <a:cubicBezTo>
                    <a:pt x="1406197" y="431750"/>
                    <a:pt x="1395055" y="440866"/>
                    <a:pt x="1394801" y="445171"/>
                  </a:cubicBezTo>
                  <a:cubicBezTo>
                    <a:pt x="1394548" y="448969"/>
                    <a:pt x="1403664" y="445678"/>
                    <a:pt x="1410501" y="439600"/>
                  </a:cubicBezTo>
                  <a:cubicBezTo>
                    <a:pt x="1410755" y="439094"/>
                    <a:pt x="1411008" y="438840"/>
                    <a:pt x="1411261" y="438587"/>
                  </a:cubicBezTo>
                  <a:close/>
                  <a:moveTo>
                    <a:pt x="1384166" y="439600"/>
                  </a:moveTo>
                  <a:cubicBezTo>
                    <a:pt x="1387205" y="436561"/>
                    <a:pt x="1390497" y="432003"/>
                    <a:pt x="1386445" y="432003"/>
                  </a:cubicBezTo>
                  <a:cubicBezTo>
                    <a:pt x="1379608" y="432763"/>
                    <a:pt x="1368213" y="441879"/>
                    <a:pt x="1367706" y="446184"/>
                  </a:cubicBezTo>
                  <a:cubicBezTo>
                    <a:pt x="1367200" y="449982"/>
                    <a:pt x="1376316" y="446690"/>
                    <a:pt x="1383406" y="440613"/>
                  </a:cubicBezTo>
                  <a:cubicBezTo>
                    <a:pt x="1383406" y="440107"/>
                    <a:pt x="1383913" y="439853"/>
                    <a:pt x="1384166" y="439600"/>
                  </a:cubicBezTo>
                  <a:close/>
                  <a:moveTo>
                    <a:pt x="1360363" y="433016"/>
                  </a:moveTo>
                  <a:cubicBezTo>
                    <a:pt x="1353526" y="433776"/>
                    <a:pt x="1341371" y="443905"/>
                    <a:pt x="1341371" y="447450"/>
                  </a:cubicBezTo>
                  <a:cubicBezTo>
                    <a:pt x="1341371" y="450489"/>
                    <a:pt x="1349980" y="447197"/>
                    <a:pt x="1356818" y="441373"/>
                  </a:cubicBezTo>
                  <a:cubicBezTo>
                    <a:pt x="1357071" y="441119"/>
                    <a:pt x="1357324" y="440866"/>
                    <a:pt x="1357830" y="440613"/>
                  </a:cubicBezTo>
                  <a:cubicBezTo>
                    <a:pt x="1360363" y="438081"/>
                    <a:pt x="1364668" y="433016"/>
                    <a:pt x="1360363" y="433016"/>
                  </a:cubicBezTo>
                  <a:close/>
                  <a:moveTo>
                    <a:pt x="1316048" y="448716"/>
                  </a:moveTo>
                  <a:cubicBezTo>
                    <a:pt x="1316048" y="452008"/>
                    <a:pt x="1324405" y="448463"/>
                    <a:pt x="1331242" y="442639"/>
                  </a:cubicBezTo>
                  <a:lnTo>
                    <a:pt x="1331242" y="442639"/>
                  </a:lnTo>
                  <a:cubicBezTo>
                    <a:pt x="1331748" y="442132"/>
                    <a:pt x="1332508" y="441626"/>
                    <a:pt x="1333014" y="441119"/>
                  </a:cubicBezTo>
                  <a:cubicBezTo>
                    <a:pt x="1335547" y="438587"/>
                    <a:pt x="1338838" y="434536"/>
                    <a:pt x="1335293" y="434282"/>
                  </a:cubicBezTo>
                  <a:cubicBezTo>
                    <a:pt x="1328456" y="434789"/>
                    <a:pt x="1316048" y="444918"/>
                    <a:pt x="1316048" y="448716"/>
                  </a:cubicBezTo>
                  <a:close/>
                  <a:moveTo>
                    <a:pt x="1291485" y="449729"/>
                  </a:moveTo>
                  <a:cubicBezTo>
                    <a:pt x="1291232" y="453021"/>
                    <a:pt x="1299335" y="449476"/>
                    <a:pt x="1306679" y="443652"/>
                  </a:cubicBezTo>
                  <a:cubicBezTo>
                    <a:pt x="1307185" y="443145"/>
                    <a:pt x="1307945" y="442639"/>
                    <a:pt x="1308451" y="442132"/>
                  </a:cubicBezTo>
                  <a:cubicBezTo>
                    <a:pt x="1310984" y="439600"/>
                    <a:pt x="1314529" y="435549"/>
                    <a:pt x="1310984" y="435295"/>
                  </a:cubicBezTo>
                  <a:cubicBezTo>
                    <a:pt x="1304400" y="436055"/>
                    <a:pt x="1291738" y="446184"/>
                    <a:pt x="1291485" y="449729"/>
                  </a:cubicBezTo>
                  <a:close/>
                  <a:moveTo>
                    <a:pt x="1267682" y="450995"/>
                  </a:moveTo>
                  <a:cubicBezTo>
                    <a:pt x="1267176" y="454034"/>
                    <a:pt x="1275532" y="450742"/>
                    <a:pt x="1282622" y="444665"/>
                  </a:cubicBezTo>
                  <a:cubicBezTo>
                    <a:pt x="1283635" y="443905"/>
                    <a:pt x="1284395" y="443145"/>
                    <a:pt x="1285408" y="442386"/>
                  </a:cubicBezTo>
                  <a:cubicBezTo>
                    <a:pt x="1286421" y="441373"/>
                    <a:pt x="1291232" y="436561"/>
                    <a:pt x="1287434" y="436308"/>
                  </a:cubicBezTo>
                  <a:cubicBezTo>
                    <a:pt x="1281103" y="437068"/>
                    <a:pt x="1268442" y="447197"/>
                    <a:pt x="1267682" y="450995"/>
                  </a:cubicBezTo>
                  <a:close/>
                  <a:moveTo>
                    <a:pt x="1244892" y="452768"/>
                  </a:moveTo>
                  <a:cubicBezTo>
                    <a:pt x="1244892" y="455300"/>
                    <a:pt x="1252742" y="451755"/>
                    <a:pt x="1259579" y="446184"/>
                  </a:cubicBezTo>
                  <a:cubicBezTo>
                    <a:pt x="1260592" y="445424"/>
                    <a:pt x="1261351" y="444665"/>
                    <a:pt x="1262364" y="443905"/>
                  </a:cubicBezTo>
                  <a:cubicBezTo>
                    <a:pt x="1263377" y="442892"/>
                    <a:pt x="1268442" y="438081"/>
                    <a:pt x="1264897" y="437828"/>
                  </a:cubicBezTo>
                  <a:cubicBezTo>
                    <a:pt x="1258566" y="438587"/>
                    <a:pt x="1244892" y="449476"/>
                    <a:pt x="1244892" y="452768"/>
                  </a:cubicBezTo>
                  <a:close/>
                  <a:moveTo>
                    <a:pt x="1237801" y="447450"/>
                  </a:moveTo>
                  <a:cubicBezTo>
                    <a:pt x="1238814" y="446690"/>
                    <a:pt x="1239574" y="445931"/>
                    <a:pt x="1240587" y="444918"/>
                  </a:cubicBezTo>
                  <a:cubicBezTo>
                    <a:pt x="1241600" y="443905"/>
                    <a:pt x="1246664" y="439094"/>
                    <a:pt x="1243372" y="438840"/>
                  </a:cubicBezTo>
                  <a:cubicBezTo>
                    <a:pt x="1237042" y="439600"/>
                    <a:pt x="1223368" y="450489"/>
                    <a:pt x="1223368" y="453781"/>
                  </a:cubicBezTo>
                  <a:cubicBezTo>
                    <a:pt x="1223114" y="456566"/>
                    <a:pt x="1230711" y="453021"/>
                    <a:pt x="1237801" y="447450"/>
                  </a:cubicBezTo>
                  <a:close/>
                  <a:moveTo>
                    <a:pt x="1202097" y="455300"/>
                  </a:moveTo>
                  <a:cubicBezTo>
                    <a:pt x="1201843" y="457832"/>
                    <a:pt x="1209440" y="454287"/>
                    <a:pt x="1216530" y="448716"/>
                  </a:cubicBezTo>
                  <a:cubicBezTo>
                    <a:pt x="1218303" y="447450"/>
                    <a:pt x="1219569" y="446184"/>
                    <a:pt x="1220076" y="445678"/>
                  </a:cubicBezTo>
                  <a:cubicBezTo>
                    <a:pt x="1221342" y="444411"/>
                    <a:pt x="1225140" y="440613"/>
                    <a:pt x="1222355" y="440360"/>
                  </a:cubicBezTo>
                  <a:cubicBezTo>
                    <a:pt x="1216530" y="441119"/>
                    <a:pt x="1202603" y="452008"/>
                    <a:pt x="1202097" y="455300"/>
                  </a:cubicBezTo>
                  <a:close/>
                  <a:moveTo>
                    <a:pt x="1182092" y="456819"/>
                  </a:moveTo>
                  <a:cubicBezTo>
                    <a:pt x="1181585" y="459352"/>
                    <a:pt x="1188929" y="455807"/>
                    <a:pt x="1196272" y="450236"/>
                  </a:cubicBezTo>
                  <a:cubicBezTo>
                    <a:pt x="1198045" y="448969"/>
                    <a:pt x="1199311" y="447703"/>
                    <a:pt x="1200071" y="446944"/>
                  </a:cubicBezTo>
                  <a:cubicBezTo>
                    <a:pt x="1201337" y="445678"/>
                    <a:pt x="1205388" y="441879"/>
                    <a:pt x="1202603" y="441626"/>
                  </a:cubicBezTo>
                  <a:cubicBezTo>
                    <a:pt x="1196779" y="442639"/>
                    <a:pt x="1182851" y="453528"/>
                    <a:pt x="1182092" y="456819"/>
                  </a:cubicBezTo>
                  <a:close/>
                  <a:moveTo>
                    <a:pt x="1163100" y="458339"/>
                  </a:moveTo>
                  <a:cubicBezTo>
                    <a:pt x="1162593" y="460871"/>
                    <a:pt x="1169684" y="457326"/>
                    <a:pt x="1177027" y="451755"/>
                  </a:cubicBezTo>
                  <a:cubicBezTo>
                    <a:pt x="1178800" y="450489"/>
                    <a:pt x="1180319" y="448969"/>
                    <a:pt x="1181585" y="447957"/>
                  </a:cubicBezTo>
                  <a:cubicBezTo>
                    <a:pt x="1183358" y="446184"/>
                    <a:pt x="1185890" y="443398"/>
                    <a:pt x="1183611" y="443398"/>
                  </a:cubicBezTo>
                  <a:cubicBezTo>
                    <a:pt x="1178040" y="443905"/>
                    <a:pt x="1163859" y="455047"/>
                    <a:pt x="1163100" y="458339"/>
                  </a:cubicBezTo>
                  <a:close/>
                  <a:moveTo>
                    <a:pt x="1144867" y="460111"/>
                  </a:moveTo>
                  <a:cubicBezTo>
                    <a:pt x="1144867" y="461884"/>
                    <a:pt x="1151705" y="458592"/>
                    <a:pt x="1158795" y="453021"/>
                  </a:cubicBezTo>
                  <a:cubicBezTo>
                    <a:pt x="1160821" y="451502"/>
                    <a:pt x="1162846" y="449729"/>
                    <a:pt x="1164113" y="448463"/>
                  </a:cubicBezTo>
                  <a:cubicBezTo>
                    <a:pt x="1165885" y="446690"/>
                    <a:pt x="1167658" y="444665"/>
                    <a:pt x="1165885" y="444665"/>
                  </a:cubicBezTo>
                  <a:cubicBezTo>
                    <a:pt x="1160061" y="445678"/>
                    <a:pt x="1144867" y="457579"/>
                    <a:pt x="1144867" y="460111"/>
                  </a:cubicBezTo>
                  <a:close/>
                  <a:moveTo>
                    <a:pt x="1127648" y="461631"/>
                  </a:moveTo>
                  <a:cubicBezTo>
                    <a:pt x="1127395" y="463403"/>
                    <a:pt x="1134232" y="459858"/>
                    <a:pt x="1141322" y="454540"/>
                  </a:cubicBezTo>
                  <a:lnTo>
                    <a:pt x="1141322" y="454540"/>
                  </a:lnTo>
                  <a:cubicBezTo>
                    <a:pt x="1143348" y="453021"/>
                    <a:pt x="1145374" y="451248"/>
                    <a:pt x="1146640" y="449982"/>
                  </a:cubicBezTo>
                  <a:cubicBezTo>
                    <a:pt x="1148413" y="448210"/>
                    <a:pt x="1150185" y="446184"/>
                    <a:pt x="1148666" y="446184"/>
                  </a:cubicBezTo>
                  <a:cubicBezTo>
                    <a:pt x="1143348" y="447197"/>
                    <a:pt x="1127901" y="459098"/>
                    <a:pt x="1127648" y="461631"/>
                  </a:cubicBezTo>
                  <a:close/>
                  <a:moveTo>
                    <a:pt x="1132459" y="447703"/>
                  </a:moveTo>
                  <a:cubicBezTo>
                    <a:pt x="1127395" y="448716"/>
                    <a:pt x="1111948" y="460618"/>
                    <a:pt x="1111442" y="463150"/>
                  </a:cubicBezTo>
                  <a:cubicBezTo>
                    <a:pt x="1111188" y="464923"/>
                    <a:pt x="1117772" y="461378"/>
                    <a:pt x="1124863" y="456060"/>
                  </a:cubicBezTo>
                  <a:cubicBezTo>
                    <a:pt x="1128408" y="453528"/>
                    <a:pt x="1130434" y="451502"/>
                    <a:pt x="1130940" y="450742"/>
                  </a:cubicBezTo>
                  <a:cubicBezTo>
                    <a:pt x="1134232" y="447703"/>
                    <a:pt x="1132966" y="447703"/>
                    <a:pt x="1132459" y="447703"/>
                  </a:cubicBezTo>
                  <a:close/>
                  <a:moveTo>
                    <a:pt x="1096248" y="465176"/>
                  </a:moveTo>
                  <a:cubicBezTo>
                    <a:pt x="1096501" y="466442"/>
                    <a:pt x="1102579" y="462897"/>
                    <a:pt x="1109416" y="457832"/>
                  </a:cubicBezTo>
                  <a:cubicBezTo>
                    <a:pt x="1110682" y="456819"/>
                    <a:pt x="1114227" y="454287"/>
                    <a:pt x="1116253" y="452008"/>
                  </a:cubicBezTo>
                  <a:cubicBezTo>
                    <a:pt x="1118785" y="449476"/>
                    <a:pt x="1117772" y="449476"/>
                    <a:pt x="1117519" y="449476"/>
                  </a:cubicBezTo>
                  <a:cubicBezTo>
                    <a:pt x="1112455" y="450489"/>
                    <a:pt x="1095995" y="463150"/>
                    <a:pt x="1096248" y="465176"/>
                  </a:cubicBezTo>
                  <a:close/>
                  <a:moveTo>
                    <a:pt x="1082067" y="466949"/>
                  </a:moveTo>
                  <a:cubicBezTo>
                    <a:pt x="1083334" y="467455"/>
                    <a:pt x="1090424" y="462897"/>
                    <a:pt x="1094982" y="459352"/>
                  </a:cubicBezTo>
                  <a:cubicBezTo>
                    <a:pt x="1098274" y="456819"/>
                    <a:pt x="1104098" y="452261"/>
                    <a:pt x="1103845" y="450995"/>
                  </a:cubicBezTo>
                  <a:cubicBezTo>
                    <a:pt x="1103845" y="450995"/>
                    <a:pt x="1103592" y="450995"/>
                    <a:pt x="1103338" y="450995"/>
                  </a:cubicBezTo>
                  <a:cubicBezTo>
                    <a:pt x="1098780" y="452008"/>
                    <a:pt x="1081561" y="464923"/>
                    <a:pt x="1082067" y="466949"/>
                  </a:cubicBezTo>
                  <a:close/>
                  <a:moveTo>
                    <a:pt x="1068900" y="468721"/>
                  </a:moveTo>
                  <a:cubicBezTo>
                    <a:pt x="1069913" y="469481"/>
                    <a:pt x="1077256" y="464416"/>
                    <a:pt x="1081561" y="461124"/>
                  </a:cubicBezTo>
                  <a:cubicBezTo>
                    <a:pt x="1085106" y="458592"/>
                    <a:pt x="1090677" y="454034"/>
                    <a:pt x="1090677" y="452768"/>
                  </a:cubicBezTo>
                  <a:cubicBezTo>
                    <a:pt x="1090677" y="452768"/>
                    <a:pt x="1090424" y="452768"/>
                    <a:pt x="1090424" y="452768"/>
                  </a:cubicBezTo>
                  <a:cubicBezTo>
                    <a:pt x="1085866" y="453781"/>
                    <a:pt x="1068393" y="466695"/>
                    <a:pt x="1068900" y="468721"/>
                  </a:cubicBezTo>
                  <a:close/>
                  <a:moveTo>
                    <a:pt x="1056492" y="470494"/>
                  </a:moveTo>
                  <a:cubicBezTo>
                    <a:pt x="1057251" y="471253"/>
                    <a:pt x="1064595" y="466189"/>
                    <a:pt x="1068900" y="462897"/>
                  </a:cubicBezTo>
                  <a:cubicBezTo>
                    <a:pt x="1072445" y="460365"/>
                    <a:pt x="1078269" y="455553"/>
                    <a:pt x="1078269" y="454540"/>
                  </a:cubicBezTo>
                  <a:cubicBezTo>
                    <a:pt x="1078269" y="454540"/>
                    <a:pt x="1078016" y="454540"/>
                    <a:pt x="1078016" y="454540"/>
                  </a:cubicBezTo>
                  <a:cubicBezTo>
                    <a:pt x="1074217" y="455553"/>
                    <a:pt x="1056745" y="468468"/>
                    <a:pt x="1056492" y="470494"/>
                  </a:cubicBezTo>
                  <a:close/>
                  <a:moveTo>
                    <a:pt x="1067380" y="456313"/>
                  </a:moveTo>
                  <a:cubicBezTo>
                    <a:pt x="1067380" y="456313"/>
                    <a:pt x="1067380" y="456313"/>
                    <a:pt x="1067380" y="456313"/>
                  </a:cubicBezTo>
                  <a:lnTo>
                    <a:pt x="1067127" y="456313"/>
                  </a:lnTo>
                  <a:cubicBezTo>
                    <a:pt x="1063329" y="457326"/>
                    <a:pt x="1045856" y="470240"/>
                    <a:pt x="1045350" y="472266"/>
                  </a:cubicBezTo>
                  <a:cubicBezTo>
                    <a:pt x="1046109" y="473026"/>
                    <a:pt x="1053200" y="467961"/>
                    <a:pt x="1057758" y="464669"/>
                  </a:cubicBezTo>
                  <a:cubicBezTo>
                    <a:pt x="1061303" y="462137"/>
                    <a:pt x="1067127" y="457326"/>
                    <a:pt x="1067380" y="456313"/>
                  </a:cubicBezTo>
                  <a:close/>
                  <a:moveTo>
                    <a:pt x="3968589" y="497082"/>
                  </a:moveTo>
                  <a:cubicBezTo>
                    <a:pt x="3963271" y="493031"/>
                    <a:pt x="3956688" y="488219"/>
                    <a:pt x="3955421" y="487460"/>
                  </a:cubicBezTo>
                  <a:cubicBezTo>
                    <a:pt x="3955421" y="487460"/>
                    <a:pt x="3955421" y="487460"/>
                    <a:pt x="3955421" y="487460"/>
                  </a:cubicBezTo>
                  <a:cubicBezTo>
                    <a:pt x="3956435" y="488473"/>
                    <a:pt x="3976186" y="503666"/>
                    <a:pt x="3977199" y="503919"/>
                  </a:cubicBezTo>
                  <a:cubicBezTo>
                    <a:pt x="3975933" y="502653"/>
                    <a:pt x="3969855" y="497842"/>
                    <a:pt x="3968589" y="497082"/>
                  </a:cubicBezTo>
                  <a:close/>
                  <a:moveTo>
                    <a:pt x="3963271" y="494803"/>
                  </a:moveTo>
                  <a:cubicBezTo>
                    <a:pt x="3957954" y="490752"/>
                    <a:pt x="3951370" y="485940"/>
                    <a:pt x="3949850" y="485181"/>
                  </a:cubicBezTo>
                  <a:cubicBezTo>
                    <a:pt x="3949850" y="485181"/>
                    <a:pt x="3949850" y="485181"/>
                    <a:pt x="3949850" y="485181"/>
                  </a:cubicBezTo>
                  <a:cubicBezTo>
                    <a:pt x="3950610" y="486194"/>
                    <a:pt x="3970109" y="501387"/>
                    <a:pt x="3971628" y="501640"/>
                  </a:cubicBezTo>
                  <a:cubicBezTo>
                    <a:pt x="3970615" y="500628"/>
                    <a:pt x="3964538" y="495816"/>
                    <a:pt x="3963271" y="494803"/>
                  </a:cubicBezTo>
                  <a:close/>
                  <a:moveTo>
                    <a:pt x="3965044" y="499361"/>
                  </a:moveTo>
                  <a:cubicBezTo>
                    <a:pt x="3964284" y="498349"/>
                    <a:pt x="3958207" y="493537"/>
                    <a:pt x="3956941" y="492524"/>
                  </a:cubicBezTo>
                  <a:cubicBezTo>
                    <a:pt x="3952383" y="488979"/>
                    <a:pt x="3945039" y="483661"/>
                    <a:pt x="3943267" y="482902"/>
                  </a:cubicBezTo>
                  <a:cubicBezTo>
                    <a:pt x="3943267" y="482902"/>
                    <a:pt x="3943267" y="482902"/>
                    <a:pt x="3943014" y="482902"/>
                  </a:cubicBezTo>
                  <a:cubicBezTo>
                    <a:pt x="3944533" y="484928"/>
                    <a:pt x="3962259" y="498349"/>
                    <a:pt x="3965044" y="499361"/>
                  </a:cubicBezTo>
                  <a:cubicBezTo>
                    <a:pt x="3964791" y="499361"/>
                    <a:pt x="3965044" y="499361"/>
                    <a:pt x="3965044" y="499361"/>
                  </a:cubicBezTo>
                  <a:close/>
                  <a:moveTo>
                    <a:pt x="3956941" y="497082"/>
                  </a:moveTo>
                  <a:cubicBezTo>
                    <a:pt x="3956435" y="496069"/>
                    <a:pt x="3950357" y="491258"/>
                    <a:pt x="3949091" y="490245"/>
                  </a:cubicBezTo>
                  <a:cubicBezTo>
                    <a:pt x="3943773" y="486194"/>
                    <a:pt x="3936936" y="481382"/>
                    <a:pt x="3935417" y="480623"/>
                  </a:cubicBezTo>
                  <a:cubicBezTo>
                    <a:pt x="3935417" y="480623"/>
                    <a:pt x="3935417" y="480623"/>
                    <a:pt x="3935163" y="480623"/>
                  </a:cubicBezTo>
                  <a:cubicBezTo>
                    <a:pt x="3935923" y="482142"/>
                    <a:pt x="3955675" y="497589"/>
                    <a:pt x="3956941" y="497082"/>
                  </a:cubicBezTo>
                  <a:close/>
                  <a:moveTo>
                    <a:pt x="3940481" y="487966"/>
                  </a:moveTo>
                  <a:cubicBezTo>
                    <a:pt x="3935163" y="483915"/>
                    <a:pt x="3928326" y="479103"/>
                    <a:pt x="3926554" y="478344"/>
                  </a:cubicBezTo>
                  <a:cubicBezTo>
                    <a:pt x="3926554" y="478344"/>
                    <a:pt x="3926301" y="478344"/>
                    <a:pt x="3926301" y="478344"/>
                  </a:cubicBezTo>
                  <a:cubicBezTo>
                    <a:pt x="3926807" y="479610"/>
                    <a:pt x="3946052" y="495310"/>
                    <a:pt x="3948078" y="494550"/>
                  </a:cubicBezTo>
                  <a:cubicBezTo>
                    <a:pt x="3947571" y="493790"/>
                    <a:pt x="3941494" y="488979"/>
                    <a:pt x="3940481" y="487966"/>
                  </a:cubicBezTo>
                  <a:close/>
                  <a:moveTo>
                    <a:pt x="3916171" y="476318"/>
                  </a:moveTo>
                  <a:cubicBezTo>
                    <a:pt x="3916425" y="478344"/>
                    <a:pt x="3936936" y="493537"/>
                    <a:pt x="3937949" y="492524"/>
                  </a:cubicBezTo>
                  <a:cubicBezTo>
                    <a:pt x="3937696" y="491511"/>
                    <a:pt x="3932378" y="486953"/>
                    <a:pt x="3930605" y="485687"/>
                  </a:cubicBezTo>
                  <a:cubicBezTo>
                    <a:pt x="3926047" y="482142"/>
                    <a:pt x="3918704" y="476824"/>
                    <a:pt x="3916425" y="476065"/>
                  </a:cubicBezTo>
                  <a:cubicBezTo>
                    <a:pt x="3916425" y="476318"/>
                    <a:pt x="3916171" y="476318"/>
                    <a:pt x="3916171" y="476318"/>
                  </a:cubicBezTo>
                  <a:close/>
                  <a:moveTo>
                    <a:pt x="3905030" y="474039"/>
                  </a:moveTo>
                  <a:cubicBezTo>
                    <a:pt x="3905030" y="476065"/>
                    <a:pt x="3925287" y="491258"/>
                    <a:pt x="3926807" y="490245"/>
                  </a:cubicBezTo>
                  <a:cubicBezTo>
                    <a:pt x="3926807" y="489232"/>
                    <a:pt x="3921489" y="484674"/>
                    <a:pt x="3919716" y="483408"/>
                  </a:cubicBezTo>
                  <a:cubicBezTo>
                    <a:pt x="3915159" y="479863"/>
                    <a:pt x="3907815" y="474545"/>
                    <a:pt x="3905536" y="473786"/>
                  </a:cubicBezTo>
                  <a:cubicBezTo>
                    <a:pt x="3905283" y="474039"/>
                    <a:pt x="3905030" y="474039"/>
                    <a:pt x="3905030" y="474039"/>
                  </a:cubicBezTo>
                  <a:close/>
                  <a:moveTo>
                    <a:pt x="3892875" y="471760"/>
                  </a:moveTo>
                  <a:cubicBezTo>
                    <a:pt x="3892621" y="473786"/>
                    <a:pt x="3912880" y="488979"/>
                    <a:pt x="3914399" y="487966"/>
                  </a:cubicBezTo>
                  <a:cubicBezTo>
                    <a:pt x="3914652" y="486953"/>
                    <a:pt x="3908828" y="482142"/>
                    <a:pt x="3907562" y="481129"/>
                  </a:cubicBezTo>
                  <a:cubicBezTo>
                    <a:pt x="3903257" y="477584"/>
                    <a:pt x="3895914" y="472266"/>
                    <a:pt x="3893128" y="471760"/>
                  </a:cubicBezTo>
                  <a:cubicBezTo>
                    <a:pt x="3893128" y="471760"/>
                    <a:pt x="3892875" y="471760"/>
                    <a:pt x="3892875" y="471760"/>
                  </a:cubicBezTo>
                  <a:close/>
                  <a:moveTo>
                    <a:pt x="3894394" y="479103"/>
                  </a:moveTo>
                  <a:cubicBezTo>
                    <a:pt x="3890089" y="475558"/>
                    <a:pt x="3882746" y="470240"/>
                    <a:pt x="3879960" y="469734"/>
                  </a:cubicBezTo>
                  <a:cubicBezTo>
                    <a:pt x="3879707" y="469734"/>
                    <a:pt x="3879707" y="469734"/>
                    <a:pt x="3879454" y="469734"/>
                  </a:cubicBezTo>
                  <a:cubicBezTo>
                    <a:pt x="3878947" y="471760"/>
                    <a:pt x="3898952" y="486953"/>
                    <a:pt x="3900978" y="485940"/>
                  </a:cubicBezTo>
                  <a:cubicBezTo>
                    <a:pt x="3901485" y="484674"/>
                    <a:pt x="3896167" y="480369"/>
                    <a:pt x="3894394" y="479103"/>
                  </a:cubicBezTo>
                  <a:close/>
                  <a:moveTo>
                    <a:pt x="3865273" y="467455"/>
                  </a:moveTo>
                  <a:cubicBezTo>
                    <a:pt x="3863754" y="468721"/>
                    <a:pt x="3883758" y="484168"/>
                    <a:pt x="3886544" y="483661"/>
                  </a:cubicBezTo>
                  <a:cubicBezTo>
                    <a:pt x="3887557" y="483408"/>
                    <a:pt x="3885025" y="480623"/>
                    <a:pt x="3880467" y="476824"/>
                  </a:cubicBezTo>
                  <a:cubicBezTo>
                    <a:pt x="3876162" y="473279"/>
                    <a:pt x="3868818" y="467961"/>
                    <a:pt x="3865780" y="467455"/>
                  </a:cubicBezTo>
                  <a:cubicBezTo>
                    <a:pt x="3865780" y="467455"/>
                    <a:pt x="3865526" y="467202"/>
                    <a:pt x="3865273" y="467455"/>
                  </a:cubicBezTo>
                  <a:close/>
                  <a:moveTo>
                    <a:pt x="3429218" y="428458"/>
                  </a:moveTo>
                  <a:cubicBezTo>
                    <a:pt x="3428458" y="428458"/>
                    <a:pt x="3427699" y="428458"/>
                    <a:pt x="3426939" y="428965"/>
                  </a:cubicBezTo>
                  <a:cubicBezTo>
                    <a:pt x="3423141" y="431750"/>
                    <a:pt x="3434283" y="442892"/>
                    <a:pt x="3442132" y="444158"/>
                  </a:cubicBezTo>
                  <a:cubicBezTo>
                    <a:pt x="3446438" y="444918"/>
                    <a:pt x="3447197" y="441879"/>
                    <a:pt x="3443652" y="437574"/>
                  </a:cubicBezTo>
                  <a:cubicBezTo>
                    <a:pt x="3441120" y="434029"/>
                    <a:pt x="3434789" y="428965"/>
                    <a:pt x="3429218" y="428458"/>
                  </a:cubicBezTo>
                  <a:close/>
                  <a:moveTo>
                    <a:pt x="3411239" y="442132"/>
                  </a:moveTo>
                  <a:cubicBezTo>
                    <a:pt x="3415544" y="442892"/>
                    <a:pt x="3416304" y="439853"/>
                    <a:pt x="3413012" y="435549"/>
                  </a:cubicBezTo>
                  <a:cubicBezTo>
                    <a:pt x="3410479" y="432257"/>
                    <a:pt x="3404402" y="427192"/>
                    <a:pt x="3398578" y="426432"/>
                  </a:cubicBezTo>
                  <a:cubicBezTo>
                    <a:pt x="3397818" y="426432"/>
                    <a:pt x="3397058" y="426432"/>
                    <a:pt x="3396299" y="426939"/>
                  </a:cubicBezTo>
                  <a:cubicBezTo>
                    <a:pt x="3392500" y="429724"/>
                    <a:pt x="3403389" y="440866"/>
                    <a:pt x="3411239" y="442132"/>
                  </a:cubicBezTo>
                  <a:close/>
                  <a:moveTo>
                    <a:pt x="1543445" y="406934"/>
                  </a:moveTo>
                  <a:cubicBezTo>
                    <a:pt x="1543192" y="411239"/>
                    <a:pt x="1552814" y="408453"/>
                    <a:pt x="1559651" y="402123"/>
                  </a:cubicBezTo>
                  <a:cubicBezTo>
                    <a:pt x="1562943" y="399084"/>
                    <a:pt x="1566235" y="394019"/>
                    <a:pt x="1561171" y="394019"/>
                  </a:cubicBezTo>
                  <a:cubicBezTo>
                    <a:pt x="1554080" y="394526"/>
                    <a:pt x="1543698" y="402629"/>
                    <a:pt x="1543445" y="406934"/>
                  </a:cubicBezTo>
                  <a:close/>
                  <a:moveTo>
                    <a:pt x="1532050" y="394779"/>
                  </a:moveTo>
                  <a:cubicBezTo>
                    <a:pt x="1524706" y="395286"/>
                    <a:pt x="1513818" y="404148"/>
                    <a:pt x="1514071" y="408200"/>
                  </a:cubicBezTo>
                  <a:cubicBezTo>
                    <a:pt x="1514324" y="411998"/>
                    <a:pt x="1523440" y="408960"/>
                    <a:pt x="1530024" y="402882"/>
                  </a:cubicBezTo>
                  <a:cubicBezTo>
                    <a:pt x="1533569" y="399844"/>
                    <a:pt x="1536861" y="394779"/>
                    <a:pt x="1532050" y="394779"/>
                  </a:cubicBezTo>
                  <a:close/>
                  <a:moveTo>
                    <a:pt x="1502422" y="402882"/>
                  </a:moveTo>
                  <a:cubicBezTo>
                    <a:pt x="1505461" y="400097"/>
                    <a:pt x="1508247" y="395539"/>
                    <a:pt x="1503942" y="395539"/>
                  </a:cubicBezTo>
                  <a:cubicBezTo>
                    <a:pt x="1496851" y="396045"/>
                    <a:pt x="1485963" y="405161"/>
                    <a:pt x="1485709" y="408960"/>
                  </a:cubicBezTo>
                  <a:cubicBezTo>
                    <a:pt x="1485709" y="412758"/>
                    <a:pt x="1494826" y="409466"/>
                    <a:pt x="1501663" y="403642"/>
                  </a:cubicBezTo>
                  <a:cubicBezTo>
                    <a:pt x="1501663" y="403389"/>
                    <a:pt x="1502169" y="403136"/>
                    <a:pt x="1502422" y="402882"/>
                  </a:cubicBezTo>
                  <a:close/>
                  <a:moveTo>
                    <a:pt x="1474314" y="403642"/>
                  </a:moveTo>
                  <a:cubicBezTo>
                    <a:pt x="1476847" y="401110"/>
                    <a:pt x="1480645" y="396298"/>
                    <a:pt x="1476087" y="396298"/>
                  </a:cubicBezTo>
                  <a:cubicBezTo>
                    <a:pt x="1469250" y="396805"/>
                    <a:pt x="1457855" y="405921"/>
                    <a:pt x="1457601" y="409973"/>
                  </a:cubicBezTo>
                  <a:cubicBezTo>
                    <a:pt x="1457348" y="413771"/>
                    <a:pt x="1466211" y="410732"/>
                    <a:pt x="1473301" y="404655"/>
                  </a:cubicBezTo>
                  <a:cubicBezTo>
                    <a:pt x="1473808" y="404148"/>
                    <a:pt x="1474061" y="403895"/>
                    <a:pt x="1474314" y="403642"/>
                  </a:cubicBezTo>
                  <a:close/>
                  <a:moveTo>
                    <a:pt x="1447219" y="404655"/>
                  </a:moveTo>
                  <a:cubicBezTo>
                    <a:pt x="1450005" y="402123"/>
                    <a:pt x="1453803" y="397311"/>
                    <a:pt x="1449498" y="397311"/>
                  </a:cubicBezTo>
                  <a:cubicBezTo>
                    <a:pt x="1442661" y="397818"/>
                    <a:pt x="1431266" y="406934"/>
                    <a:pt x="1430760" y="410986"/>
                  </a:cubicBezTo>
                  <a:cubicBezTo>
                    <a:pt x="1430253" y="414784"/>
                    <a:pt x="1439116" y="411492"/>
                    <a:pt x="1446206" y="405415"/>
                  </a:cubicBezTo>
                  <a:cubicBezTo>
                    <a:pt x="1446713" y="405161"/>
                    <a:pt x="1446966" y="404908"/>
                    <a:pt x="1447219" y="404655"/>
                  </a:cubicBezTo>
                  <a:close/>
                  <a:moveTo>
                    <a:pt x="1421897" y="404908"/>
                  </a:moveTo>
                  <a:cubicBezTo>
                    <a:pt x="1424429" y="402629"/>
                    <a:pt x="1427468" y="398578"/>
                    <a:pt x="1423669" y="398324"/>
                  </a:cubicBezTo>
                  <a:cubicBezTo>
                    <a:pt x="1416832" y="399084"/>
                    <a:pt x="1404677" y="408707"/>
                    <a:pt x="1404677" y="412252"/>
                  </a:cubicBezTo>
                  <a:cubicBezTo>
                    <a:pt x="1404677" y="415290"/>
                    <a:pt x="1413287" y="411998"/>
                    <a:pt x="1420124" y="406427"/>
                  </a:cubicBezTo>
                  <a:cubicBezTo>
                    <a:pt x="1420630" y="405921"/>
                    <a:pt x="1421390" y="405415"/>
                    <a:pt x="1421897" y="404908"/>
                  </a:cubicBezTo>
                  <a:close/>
                  <a:moveTo>
                    <a:pt x="1379355" y="413265"/>
                  </a:moveTo>
                  <a:cubicBezTo>
                    <a:pt x="1379355" y="416303"/>
                    <a:pt x="1387711" y="413011"/>
                    <a:pt x="1394548" y="407440"/>
                  </a:cubicBezTo>
                  <a:cubicBezTo>
                    <a:pt x="1395055" y="406934"/>
                    <a:pt x="1395814" y="406427"/>
                    <a:pt x="1396321" y="405921"/>
                  </a:cubicBezTo>
                  <a:cubicBezTo>
                    <a:pt x="1398853" y="403642"/>
                    <a:pt x="1402145" y="399337"/>
                    <a:pt x="1398600" y="399337"/>
                  </a:cubicBezTo>
                  <a:cubicBezTo>
                    <a:pt x="1391763" y="399844"/>
                    <a:pt x="1379355" y="409719"/>
                    <a:pt x="1379355" y="413265"/>
                  </a:cubicBezTo>
                  <a:close/>
                  <a:moveTo>
                    <a:pt x="1354792" y="414531"/>
                  </a:moveTo>
                  <a:cubicBezTo>
                    <a:pt x="1354539" y="417569"/>
                    <a:pt x="1362642" y="414278"/>
                    <a:pt x="1369985" y="408453"/>
                  </a:cubicBezTo>
                  <a:lnTo>
                    <a:pt x="1369985" y="408453"/>
                  </a:lnTo>
                  <a:cubicBezTo>
                    <a:pt x="1370998" y="407694"/>
                    <a:pt x="1371758" y="406934"/>
                    <a:pt x="1372518" y="406174"/>
                  </a:cubicBezTo>
                  <a:cubicBezTo>
                    <a:pt x="1373531" y="405161"/>
                    <a:pt x="1378088" y="400350"/>
                    <a:pt x="1374290" y="400350"/>
                  </a:cubicBezTo>
                  <a:cubicBezTo>
                    <a:pt x="1367453" y="401110"/>
                    <a:pt x="1355045" y="410732"/>
                    <a:pt x="1354792" y="414531"/>
                  </a:cubicBezTo>
                  <a:close/>
                  <a:moveTo>
                    <a:pt x="1330989" y="415544"/>
                  </a:moveTo>
                  <a:cubicBezTo>
                    <a:pt x="1330482" y="418582"/>
                    <a:pt x="1338585" y="415290"/>
                    <a:pt x="1345929" y="409466"/>
                  </a:cubicBezTo>
                  <a:cubicBezTo>
                    <a:pt x="1346942" y="408707"/>
                    <a:pt x="1347701" y="407947"/>
                    <a:pt x="1348714" y="407187"/>
                  </a:cubicBezTo>
                  <a:cubicBezTo>
                    <a:pt x="1349727" y="406174"/>
                    <a:pt x="1354539" y="401363"/>
                    <a:pt x="1350740" y="401363"/>
                  </a:cubicBezTo>
                  <a:cubicBezTo>
                    <a:pt x="1344156" y="402123"/>
                    <a:pt x="1331495" y="411998"/>
                    <a:pt x="1330989" y="415544"/>
                  </a:cubicBezTo>
                  <a:close/>
                  <a:moveTo>
                    <a:pt x="1307945" y="416810"/>
                  </a:moveTo>
                  <a:cubicBezTo>
                    <a:pt x="1307185" y="419848"/>
                    <a:pt x="1315542" y="416557"/>
                    <a:pt x="1322632" y="410732"/>
                  </a:cubicBezTo>
                  <a:cubicBezTo>
                    <a:pt x="1323645" y="409973"/>
                    <a:pt x="1324405" y="409213"/>
                    <a:pt x="1325418" y="408453"/>
                  </a:cubicBezTo>
                  <a:cubicBezTo>
                    <a:pt x="1326430" y="407440"/>
                    <a:pt x="1331495" y="402629"/>
                    <a:pt x="1327697" y="402629"/>
                  </a:cubicBezTo>
                  <a:cubicBezTo>
                    <a:pt x="1321872" y="403389"/>
                    <a:pt x="1308705" y="413265"/>
                    <a:pt x="1307945" y="416810"/>
                  </a:cubicBezTo>
                  <a:close/>
                  <a:moveTo>
                    <a:pt x="1300601" y="411998"/>
                  </a:moveTo>
                  <a:cubicBezTo>
                    <a:pt x="1302374" y="410732"/>
                    <a:pt x="1303387" y="409719"/>
                    <a:pt x="1304147" y="408960"/>
                  </a:cubicBezTo>
                  <a:cubicBezTo>
                    <a:pt x="1305413" y="407694"/>
                    <a:pt x="1309211" y="403895"/>
                    <a:pt x="1306172" y="403895"/>
                  </a:cubicBezTo>
                  <a:cubicBezTo>
                    <a:pt x="1299842" y="404655"/>
                    <a:pt x="1286168" y="415290"/>
                    <a:pt x="1286168" y="418329"/>
                  </a:cubicBezTo>
                  <a:cubicBezTo>
                    <a:pt x="1285914" y="420861"/>
                    <a:pt x="1293511" y="417316"/>
                    <a:pt x="1300601" y="411998"/>
                  </a:cubicBezTo>
                  <a:close/>
                  <a:moveTo>
                    <a:pt x="1264897" y="419595"/>
                  </a:moveTo>
                  <a:cubicBezTo>
                    <a:pt x="1264643" y="422128"/>
                    <a:pt x="1271987" y="418836"/>
                    <a:pt x="1279330" y="413265"/>
                  </a:cubicBezTo>
                  <a:cubicBezTo>
                    <a:pt x="1281103" y="411998"/>
                    <a:pt x="1282369" y="410986"/>
                    <a:pt x="1282876" y="410226"/>
                  </a:cubicBezTo>
                  <a:cubicBezTo>
                    <a:pt x="1284142" y="408960"/>
                    <a:pt x="1287940" y="405161"/>
                    <a:pt x="1285155" y="405161"/>
                  </a:cubicBezTo>
                  <a:cubicBezTo>
                    <a:pt x="1279077" y="405921"/>
                    <a:pt x="1265150" y="416557"/>
                    <a:pt x="1264897" y="419595"/>
                  </a:cubicBezTo>
                  <a:close/>
                  <a:moveTo>
                    <a:pt x="1244385" y="420861"/>
                  </a:moveTo>
                  <a:cubicBezTo>
                    <a:pt x="1243879" y="423394"/>
                    <a:pt x="1251476" y="419848"/>
                    <a:pt x="1258819" y="414531"/>
                  </a:cubicBezTo>
                  <a:cubicBezTo>
                    <a:pt x="1259579" y="414024"/>
                    <a:pt x="1261605" y="412252"/>
                    <a:pt x="1263377" y="410732"/>
                  </a:cubicBezTo>
                  <a:cubicBezTo>
                    <a:pt x="1265150" y="409213"/>
                    <a:pt x="1267429" y="406427"/>
                    <a:pt x="1265150" y="406427"/>
                  </a:cubicBezTo>
                  <a:cubicBezTo>
                    <a:pt x="1259072" y="407187"/>
                    <a:pt x="1244892" y="417823"/>
                    <a:pt x="1244385" y="420861"/>
                  </a:cubicBezTo>
                  <a:close/>
                  <a:moveTo>
                    <a:pt x="1225140" y="422381"/>
                  </a:moveTo>
                  <a:cubicBezTo>
                    <a:pt x="1224634" y="424660"/>
                    <a:pt x="1231977" y="421368"/>
                    <a:pt x="1239321" y="416050"/>
                  </a:cubicBezTo>
                  <a:cubicBezTo>
                    <a:pt x="1240840" y="415037"/>
                    <a:pt x="1242866" y="413265"/>
                    <a:pt x="1244639" y="411745"/>
                  </a:cubicBezTo>
                  <a:cubicBezTo>
                    <a:pt x="1246411" y="409973"/>
                    <a:pt x="1247930" y="407947"/>
                    <a:pt x="1245905" y="407947"/>
                  </a:cubicBezTo>
                  <a:cubicBezTo>
                    <a:pt x="1240080" y="408453"/>
                    <a:pt x="1225900" y="419089"/>
                    <a:pt x="1225140" y="422381"/>
                  </a:cubicBezTo>
                  <a:close/>
                  <a:moveTo>
                    <a:pt x="1206655" y="424153"/>
                  </a:moveTo>
                  <a:cubicBezTo>
                    <a:pt x="1206655" y="425926"/>
                    <a:pt x="1213492" y="422634"/>
                    <a:pt x="1220582" y="417316"/>
                  </a:cubicBezTo>
                  <a:cubicBezTo>
                    <a:pt x="1222608" y="415797"/>
                    <a:pt x="1224634" y="414278"/>
                    <a:pt x="1225900" y="413011"/>
                  </a:cubicBezTo>
                  <a:cubicBezTo>
                    <a:pt x="1227672" y="411239"/>
                    <a:pt x="1229445" y="409213"/>
                    <a:pt x="1227419" y="409213"/>
                  </a:cubicBezTo>
                  <a:cubicBezTo>
                    <a:pt x="1221848" y="409973"/>
                    <a:pt x="1206401" y="421621"/>
                    <a:pt x="1206655" y="424153"/>
                  </a:cubicBezTo>
                  <a:close/>
                  <a:moveTo>
                    <a:pt x="1209947" y="410479"/>
                  </a:moveTo>
                  <a:cubicBezTo>
                    <a:pt x="1204629" y="411239"/>
                    <a:pt x="1188929" y="422887"/>
                    <a:pt x="1188929" y="425419"/>
                  </a:cubicBezTo>
                  <a:cubicBezTo>
                    <a:pt x="1188676" y="427192"/>
                    <a:pt x="1195513" y="423900"/>
                    <a:pt x="1202603" y="418582"/>
                  </a:cubicBezTo>
                  <a:cubicBezTo>
                    <a:pt x="1206148" y="416050"/>
                    <a:pt x="1207921" y="414278"/>
                    <a:pt x="1208680" y="413518"/>
                  </a:cubicBezTo>
                  <a:cubicBezTo>
                    <a:pt x="1211972" y="410732"/>
                    <a:pt x="1210453" y="410479"/>
                    <a:pt x="1209947" y="410479"/>
                  </a:cubicBezTo>
                  <a:close/>
                  <a:moveTo>
                    <a:pt x="1193487" y="411998"/>
                  </a:moveTo>
                  <a:cubicBezTo>
                    <a:pt x="1188422" y="413011"/>
                    <a:pt x="1172722" y="424407"/>
                    <a:pt x="1172216" y="426939"/>
                  </a:cubicBezTo>
                  <a:cubicBezTo>
                    <a:pt x="1171963" y="428711"/>
                    <a:pt x="1178547" y="425419"/>
                    <a:pt x="1185890" y="420102"/>
                  </a:cubicBezTo>
                  <a:cubicBezTo>
                    <a:pt x="1189435" y="417569"/>
                    <a:pt x="1191461" y="415797"/>
                    <a:pt x="1191968" y="415037"/>
                  </a:cubicBezTo>
                  <a:cubicBezTo>
                    <a:pt x="1195259" y="411998"/>
                    <a:pt x="1193993" y="411998"/>
                    <a:pt x="1193487" y="411998"/>
                  </a:cubicBezTo>
                  <a:close/>
                  <a:moveTo>
                    <a:pt x="1156516" y="428458"/>
                  </a:moveTo>
                  <a:cubicBezTo>
                    <a:pt x="1156009" y="430231"/>
                    <a:pt x="1162593" y="426939"/>
                    <a:pt x="1169937" y="421621"/>
                  </a:cubicBezTo>
                  <a:cubicBezTo>
                    <a:pt x="1172722" y="419595"/>
                    <a:pt x="1175255" y="417569"/>
                    <a:pt x="1176774" y="416050"/>
                  </a:cubicBezTo>
                  <a:cubicBezTo>
                    <a:pt x="1179306" y="413518"/>
                    <a:pt x="1178293" y="413518"/>
                    <a:pt x="1177787" y="413518"/>
                  </a:cubicBezTo>
                  <a:cubicBezTo>
                    <a:pt x="1173229" y="414531"/>
                    <a:pt x="1157276" y="425926"/>
                    <a:pt x="1156516" y="428458"/>
                  </a:cubicBezTo>
                  <a:close/>
                  <a:moveTo>
                    <a:pt x="1141829" y="430484"/>
                  </a:moveTo>
                  <a:cubicBezTo>
                    <a:pt x="1141829" y="431750"/>
                    <a:pt x="1148159" y="428205"/>
                    <a:pt x="1154997" y="423394"/>
                  </a:cubicBezTo>
                  <a:cubicBezTo>
                    <a:pt x="1158542" y="420861"/>
                    <a:pt x="1164113" y="416557"/>
                    <a:pt x="1163859" y="415290"/>
                  </a:cubicBezTo>
                  <a:cubicBezTo>
                    <a:pt x="1163859" y="415290"/>
                    <a:pt x="1163606" y="415290"/>
                    <a:pt x="1163353" y="415290"/>
                  </a:cubicBezTo>
                  <a:cubicBezTo>
                    <a:pt x="1158542" y="416050"/>
                    <a:pt x="1141829" y="428458"/>
                    <a:pt x="1141829" y="430484"/>
                  </a:cubicBezTo>
                  <a:close/>
                  <a:moveTo>
                    <a:pt x="1128155" y="432257"/>
                  </a:moveTo>
                  <a:cubicBezTo>
                    <a:pt x="1129168" y="432763"/>
                    <a:pt x="1136511" y="428458"/>
                    <a:pt x="1141069" y="424913"/>
                  </a:cubicBezTo>
                  <a:cubicBezTo>
                    <a:pt x="1144614" y="422381"/>
                    <a:pt x="1150438" y="418076"/>
                    <a:pt x="1150185" y="416810"/>
                  </a:cubicBezTo>
                  <a:cubicBezTo>
                    <a:pt x="1150185" y="416810"/>
                    <a:pt x="1149932" y="416810"/>
                    <a:pt x="1149679" y="416810"/>
                  </a:cubicBezTo>
                  <a:cubicBezTo>
                    <a:pt x="1145374" y="417569"/>
                    <a:pt x="1127648" y="430231"/>
                    <a:pt x="1128155" y="432257"/>
                  </a:cubicBezTo>
                  <a:close/>
                  <a:moveTo>
                    <a:pt x="1115240" y="433776"/>
                  </a:moveTo>
                  <a:cubicBezTo>
                    <a:pt x="1116253" y="434282"/>
                    <a:pt x="1123597" y="429724"/>
                    <a:pt x="1127901" y="426432"/>
                  </a:cubicBezTo>
                  <a:cubicBezTo>
                    <a:pt x="1131447" y="423900"/>
                    <a:pt x="1137271" y="419342"/>
                    <a:pt x="1137271" y="418329"/>
                  </a:cubicBezTo>
                  <a:cubicBezTo>
                    <a:pt x="1137271" y="418329"/>
                    <a:pt x="1137018" y="418329"/>
                    <a:pt x="1137018" y="418329"/>
                  </a:cubicBezTo>
                  <a:cubicBezTo>
                    <a:pt x="1132966" y="419342"/>
                    <a:pt x="1115240" y="432003"/>
                    <a:pt x="1115240" y="433776"/>
                  </a:cubicBezTo>
                  <a:close/>
                  <a:moveTo>
                    <a:pt x="1103338" y="435549"/>
                  </a:moveTo>
                  <a:cubicBezTo>
                    <a:pt x="1104098" y="436055"/>
                    <a:pt x="1111442" y="431497"/>
                    <a:pt x="1116000" y="428205"/>
                  </a:cubicBezTo>
                  <a:cubicBezTo>
                    <a:pt x="1119545" y="425673"/>
                    <a:pt x="1125622" y="421115"/>
                    <a:pt x="1125622" y="420102"/>
                  </a:cubicBezTo>
                  <a:cubicBezTo>
                    <a:pt x="1125622" y="420102"/>
                    <a:pt x="1125369" y="420102"/>
                    <a:pt x="1125369" y="420102"/>
                  </a:cubicBezTo>
                  <a:cubicBezTo>
                    <a:pt x="1121571" y="421115"/>
                    <a:pt x="1103592" y="433523"/>
                    <a:pt x="1103338" y="435549"/>
                  </a:cubicBezTo>
                  <a:close/>
                  <a:moveTo>
                    <a:pt x="1092703" y="437321"/>
                  </a:moveTo>
                  <a:cubicBezTo>
                    <a:pt x="1094222" y="437321"/>
                    <a:pt x="1101313" y="432510"/>
                    <a:pt x="1105111" y="429978"/>
                  </a:cubicBezTo>
                  <a:cubicBezTo>
                    <a:pt x="1106884" y="428711"/>
                    <a:pt x="1114987" y="422887"/>
                    <a:pt x="1114987" y="421874"/>
                  </a:cubicBezTo>
                  <a:lnTo>
                    <a:pt x="1114734" y="421874"/>
                  </a:lnTo>
                  <a:cubicBezTo>
                    <a:pt x="1111695" y="422634"/>
                    <a:pt x="1092450" y="435549"/>
                    <a:pt x="1092703" y="437321"/>
                  </a:cubicBezTo>
                  <a:close/>
                  <a:moveTo>
                    <a:pt x="3924275" y="463403"/>
                  </a:moveTo>
                  <a:cubicBezTo>
                    <a:pt x="3918451" y="459098"/>
                    <a:pt x="3912120" y="454540"/>
                    <a:pt x="3911107" y="454034"/>
                  </a:cubicBezTo>
                  <a:cubicBezTo>
                    <a:pt x="3911107" y="454034"/>
                    <a:pt x="3911107" y="454034"/>
                    <a:pt x="3911107" y="454034"/>
                  </a:cubicBezTo>
                  <a:cubicBezTo>
                    <a:pt x="3911107" y="454034"/>
                    <a:pt x="3932125" y="469481"/>
                    <a:pt x="3933644" y="470240"/>
                  </a:cubicBezTo>
                  <a:cubicBezTo>
                    <a:pt x="3930605" y="467455"/>
                    <a:pt x="3927313" y="465429"/>
                    <a:pt x="3924275" y="463403"/>
                  </a:cubicBezTo>
                  <a:close/>
                  <a:moveTo>
                    <a:pt x="3920223" y="461124"/>
                  </a:moveTo>
                  <a:cubicBezTo>
                    <a:pt x="3914905" y="457073"/>
                    <a:pt x="3907815" y="452261"/>
                    <a:pt x="3906802" y="451755"/>
                  </a:cubicBezTo>
                  <a:cubicBezTo>
                    <a:pt x="3906802" y="452008"/>
                    <a:pt x="3928073" y="467708"/>
                    <a:pt x="3929086" y="467961"/>
                  </a:cubicBezTo>
                  <a:cubicBezTo>
                    <a:pt x="3927820" y="466695"/>
                    <a:pt x="3920983" y="461631"/>
                    <a:pt x="3920223" y="461124"/>
                  </a:cubicBezTo>
                  <a:close/>
                  <a:moveTo>
                    <a:pt x="3915159" y="459098"/>
                  </a:moveTo>
                  <a:cubicBezTo>
                    <a:pt x="3909588" y="455047"/>
                    <a:pt x="3902750" y="450236"/>
                    <a:pt x="3901485" y="449729"/>
                  </a:cubicBezTo>
                  <a:cubicBezTo>
                    <a:pt x="3901485" y="449729"/>
                    <a:pt x="3901485" y="449729"/>
                    <a:pt x="3901485" y="449729"/>
                  </a:cubicBezTo>
                  <a:cubicBezTo>
                    <a:pt x="3902497" y="450742"/>
                    <a:pt x="3922502" y="465682"/>
                    <a:pt x="3923768" y="465682"/>
                  </a:cubicBezTo>
                  <a:cubicBezTo>
                    <a:pt x="3922755" y="464669"/>
                    <a:pt x="3916425" y="459858"/>
                    <a:pt x="3915159" y="459098"/>
                  </a:cubicBezTo>
                  <a:close/>
                  <a:moveTo>
                    <a:pt x="3917438" y="463403"/>
                  </a:moveTo>
                  <a:cubicBezTo>
                    <a:pt x="3916678" y="462390"/>
                    <a:pt x="3910347" y="457579"/>
                    <a:pt x="3909081" y="456819"/>
                  </a:cubicBezTo>
                  <a:cubicBezTo>
                    <a:pt x="3903510" y="452768"/>
                    <a:pt x="3896673" y="448210"/>
                    <a:pt x="3895154" y="447450"/>
                  </a:cubicBezTo>
                  <a:cubicBezTo>
                    <a:pt x="3895154" y="447450"/>
                    <a:pt x="3895154" y="447450"/>
                    <a:pt x="3895154" y="447450"/>
                  </a:cubicBezTo>
                  <a:cubicBezTo>
                    <a:pt x="3896420" y="449476"/>
                    <a:pt x="3914652" y="462644"/>
                    <a:pt x="3917438" y="463403"/>
                  </a:cubicBezTo>
                  <a:cubicBezTo>
                    <a:pt x="3917184" y="463657"/>
                    <a:pt x="3917438" y="463657"/>
                    <a:pt x="3917438" y="463403"/>
                  </a:cubicBezTo>
                  <a:close/>
                  <a:moveTo>
                    <a:pt x="3901738" y="454794"/>
                  </a:moveTo>
                  <a:cubicBezTo>
                    <a:pt x="3896420" y="450742"/>
                    <a:pt x="3889329" y="446184"/>
                    <a:pt x="3887557" y="445424"/>
                  </a:cubicBezTo>
                  <a:cubicBezTo>
                    <a:pt x="3887557" y="445424"/>
                    <a:pt x="3887557" y="445424"/>
                    <a:pt x="3887304" y="445424"/>
                  </a:cubicBezTo>
                  <a:cubicBezTo>
                    <a:pt x="3888063" y="446690"/>
                    <a:pt x="3908321" y="461884"/>
                    <a:pt x="3909588" y="461378"/>
                  </a:cubicBezTo>
                  <a:cubicBezTo>
                    <a:pt x="3909081" y="460111"/>
                    <a:pt x="3902750" y="455553"/>
                    <a:pt x="3901738" y="454794"/>
                  </a:cubicBezTo>
                  <a:close/>
                  <a:moveTo>
                    <a:pt x="3893128" y="452515"/>
                  </a:moveTo>
                  <a:cubicBezTo>
                    <a:pt x="3887810" y="448463"/>
                    <a:pt x="3880720" y="443905"/>
                    <a:pt x="3878947" y="443145"/>
                  </a:cubicBezTo>
                  <a:cubicBezTo>
                    <a:pt x="3878947" y="443145"/>
                    <a:pt x="3878694" y="443145"/>
                    <a:pt x="3878694" y="443145"/>
                  </a:cubicBezTo>
                  <a:cubicBezTo>
                    <a:pt x="3879201" y="444411"/>
                    <a:pt x="3899205" y="459605"/>
                    <a:pt x="3900978" y="459098"/>
                  </a:cubicBezTo>
                  <a:cubicBezTo>
                    <a:pt x="3900471" y="458086"/>
                    <a:pt x="3894394" y="453528"/>
                    <a:pt x="3893128" y="452515"/>
                  </a:cubicBezTo>
                  <a:close/>
                  <a:moveTo>
                    <a:pt x="3869071" y="441119"/>
                  </a:moveTo>
                  <a:cubicBezTo>
                    <a:pt x="3869578" y="442386"/>
                    <a:pt x="3889076" y="457579"/>
                    <a:pt x="3891355" y="457073"/>
                  </a:cubicBezTo>
                  <a:cubicBezTo>
                    <a:pt x="3891102" y="456060"/>
                    <a:pt x="3885531" y="451755"/>
                    <a:pt x="3883758" y="450489"/>
                  </a:cubicBezTo>
                  <a:cubicBezTo>
                    <a:pt x="3879201" y="446944"/>
                    <a:pt x="3871351" y="441626"/>
                    <a:pt x="3869071" y="441119"/>
                  </a:cubicBezTo>
                  <a:cubicBezTo>
                    <a:pt x="3869071" y="441119"/>
                    <a:pt x="3869071" y="441119"/>
                    <a:pt x="3869071" y="441119"/>
                  </a:cubicBezTo>
                  <a:close/>
                  <a:moveTo>
                    <a:pt x="3858183" y="438840"/>
                  </a:moveTo>
                  <a:cubicBezTo>
                    <a:pt x="3858436" y="441119"/>
                    <a:pt x="3878947" y="455553"/>
                    <a:pt x="3880467" y="454540"/>
                  </a:cubicBezTo>
                  <a:cubicBezTo>
                    <a:pt x="3880467" y="453528"/>
                    <a:pt x="3874896" y="449223"/>
                    <a:pt x="3873123" y="447957"/>
                  </a:cubicBezTo>
                  <a:cubicBezTo>
                    <a:pt x="3868565" y="444665"/>
                    <a:pt x="3860968" y="439347"/>
                    <a:pt x="3858689" y="438587"/>
                  </a:cubicBezTo>
                  <a:cubicBezTo>
                    <a:pt x="3858436" y="438840"/>
                    <a:pt x="3858183" y="438840"/>
                    <a:pt x="3858183" y="438840"/>
                  </a:cubicBezTo>
                  <a:close/>
                  <a:moveTo>
                    <a:pt x="3846281" y="436815"/>
                  </a:moveTo>
                  <a:cubicBezTo>
                    <a:pt x="3846281" y="438840"/>
                    <a:pt x="3866792" y="453528"/>
                    <a:pt x="3868312" y="452515"/>
                  </a:cubicBezTo>
                  <a:cubicBezTo>
                    <a:pt x="3868312" y="451502"/>
                    <a:pt x="3862488" y="446944"/>
                    <a:pt x="3861221" y="445931"/>
                  </a:cubicBezTo>
                  <a:cubicBezTo>
                    <a:pt x="3855904" y="441879"/>
                    <a:pt x="3848814" y="437321"/>
                    <a:pt x="3846534" y="436561"/>
                  </a:cubicBezTo>
                  <a:cubicBezTo>
                    <a:pt x="3846534" y="436815"/>
                    <a:pt x="3846534" y="436815"/>
                    <a:pt x="3846281" y="436815"/>
                  </a:cubicBezTo>
                  <a:close/>
                  <a:moveTo>
                    <a:pt x="3848814" y="443905"/>
                  </a:moveTo>
                  <a:cubicBezTo>
                    <a:pt x="3844255" y="440360"/>
                    <a:pt x="3836912" y="435295"/>
                    <a:pt x="3834126" y="434536"/>
                  </a:cubicBezTo>
                  <a:cubicBezTo>
                    <a:pt x="3834126" y="434536"/>
                    <a:pt x="3833873" y="434536"/>
                    <a:pt x="3833620" y="434536"/>
                  </a:cubicBezTo>
                  <a:cubicBezTo>
                    <a:pt x="3833367" y="436561"/>
                    <a:pt x="3853624" y="451248"/>
                    <a:pt x="3855650" y="450236"/>
                  </a:cubicBezTo>
                  <a:cubicBezTo>
                    <a:pt x="3855904" y="449223"/>
                    <a:pt x="3850333" y="445171"/>
                    <a:pt x="3848814" y="443905"/>
                  </a:cubicBezTo>
                  <a:close/>
                  <a:moveTo>
                    <a:pt x="3427446" y="396552"/>
                  </a:moveTo>
                  <a:cubicBezTo>
                    <a:pt x="3426686" y="396552"/>
                    <a:pt x="3425926" y="396552"/>
                    <a:pt x="3425420" y="397058"/>
                  </a:cubicBezTo>
                  <a:cubicBezTo>
                    <a:pt x="3421875" y="399844"/>
                    <a:pt x="3434789" y="411492"/>
                    <a:pt x="3441879" y="411745"/>
                  </a:cubicBezTo>
                  <a:cubicBezTo>
                    <a:pt x="3445425" y="411998"/>
                    <a:pt x="3445425" y="409213"/>
                    <a:pt x="3441879" y="405415"/>
                  </a:cubicBezTo>
                  <a:cubicBezTo>
                    <a:pt x="3439347" y="402123"/>
                    <a:pt x="3432763" y="397311"/>
                    <a:pt x="3427446" y="396552"/>
                  </a:cubicBezTo>
                  <a:close/>
                  <a:moveTo>
                    <a:pt x="3396552" y="395286"/>
                  </a:moveTo>
                  <a:cubicBezTo>
                    <a:pt x="3392753" y="398071"/>
                    <a:pt x="3405415" y="409719"/>
                    <a:pt x="3412759" y="409973"/>
                  </a:cubicBezTo>
                  <a:cubicBezTo>
                    <a:pt x="3416304" y="410226"/>
                    <a:pt x="3416557" y="407440"/>
                    <a:pt x="3413265" y="403642"/>
                  </a:cubicBezTo>
                  <a:cubicBezTo>
                    <a:pt x="3410479" y="400350"/>
                    <a:pt x="3404149" y="395539"/>
                    <a:pt x="3398831" y="394779"/>
                  </a:cubicBezTo>
                  <a:cubicBezTo>
                    <a:pt x="3397818" y="394779"/>
                    <a:pt x="3397312" y="394779"/>
                    <a:pt x="3396552" y="395286"/>
                  </a:cubicBezTo>
                  <a:close/>
                  <a:moveTo>
                    <a:pt x="1594343" y="361607"/>
                  </a:moveTo>
                  <a:cubicBezTo>
                    <a:pt x="1587506" y="362113"/>
                    <a:pt x="1577124" y="370216"/>
                    <a:pt x="1576618" y="374268"/>
                  </a:cubicBezTo>
                  <a:cubicBezTo>
                    <a:pt x="1576111" y="378573"/>
                    <a:pt x="1585481" y="375787"/>
                    <a:pt x="1592318" y="369457"/>
                  </a:cubicBezTo>
                  <a:cubicBezTo>
                    <a:pt x="1592571" y="369203"/>
                    <a:pt x="1592824" y="368950"/>
                    <a:pt x="1593077" y="368697"/>
                  </a:cubicBezTo>
                  <a:cubicBezTo>
                    <a:pt x="1596116" y="365911"/>
                    <a:pt x="1598901" y="361607"/>
                    <a:pt x="1594343" y="361607"/>
                  </a:cubicBezTo>
                  <a:close/>
                  <a:moveTo>
                    <a:pt x="1564716" y="369457"/>
                  </a:moveTo>
                  <a:cubicBezTo>
                    <a:pt x="1567755" y="366671"/>
                    <a:pt x="1570540" y="362366"/>
                    <a:pt x="1566235" y="362366"/>
                  </a:cubicBezTo>
                  <a:cubicBezTo>
                    <a:pt x="1559398" y="362873"/>
                    <a:pt x="1548003" y="371736"/>
                    <a:pt x="1548003" y="375534"/>
                  </a:cubicBezTo>
                  <a:cubicBezTo>
                    <a:pt x="1548003" y="379079"/>
                    <a:pt x="1556866" y="376294"/>
                    <a:pt x="1563703" y="370216"/>
                  </a:cubicBezTo>
                  <a:cubicBezTo>
                    <a:pt x="1564210" y="369963"/>
                    <a:pt x="1564463" y="369710"/>
                    <a:pt x="1564716" y="369457"/>
                  </a:cubicBezTo>
                  <a:close/>
                  <a:moveTo>
                    <a:pt x="1537114" y="370216"/>
                  </a:moveTo>
                  <a:cubicBezTo>
                    <a:pt x="1540153" y="367431"/>
                    <a:pt x="1543192" y="363126"/>
                    <a:pt x="1538887" y="363126"/>
                  </a:cubicBezTo>
                  <a:cubicBezTo>
                    <a:pt x="1532050" y="363632"/>
                    <a:pt x="1520655" y="372495"/>
                    <a:pt x="1520401" y="376294"/>
                  </a:cubicBezTo>
                  <a:cubicBezTo>
                    <a:pt x="1520148" y="379839"/>
                    <a:pt x="1529264" y="376800"/>
                    <a:pt x="1536101" y="370976"/>
                  </a:cubicBezTo>
                  <a:cubicBezTo>
                    <a:pt x="1536608" y="370723"/>
                    <a:pt x="1536861" y="370469"/>
                    <a:pt x="1537114" y="370216"/>
                  </a:cubicBezTo>
                  <a:close/>
                  <a:moveTo>
                    <a:pt x="1512551" y="363886"/>
                  </a:moveTo>
                  <a:cubicBezTo>
                    <a:pt x="1505968" y="364392"/>
                    <a:pt x="1494319" y="373255"/>
                    <a:pt x="1493813" y="377053"/>
                  </a:cubicBezTo>
                  <a:cubicBezTo>
                    <a:pt x="1493306" y="380598"/>
                    <a:pt x="1502169" y="377813"/>
                    <a:pt x="1509259" y="371736"/>
                  </a:cubicBezTo>
                  <a:lnTo>
                    <a:pt x="1509259" y="371736"/>
                  </a:lnTo>
                  <a:cubicBezTo>
                    <a:pt x="1509766" y="371229"/>
                    <a:pt x="1510526" y="370723"/>
                    <a:pt x="1511032" y="370216"/>
                  </a:cubicBezTo>
                  <a:cubicBezTo>
                    <a:pt x="1513311" y="367937"/>
                    <a:pt x="1516350" y="363886"/>
                    <a:pt x="1512551" y="363886"/>
                  </a:cubicBezTo>
                  <a:close/>
                  <a:moveTo>
                    <a:pt x="1484697" y="371229"/>
                  </a:moveTo>
                  <a:cubicBezTo>
                    <a:pt x="1487229" y="368950"/>
                    <a:pt x="1490521" y="364898"/>
                    <a:pt x="1486469" y="364898"/>
                  </a:cubicBezTo>
                  <a:cubicBezTo>
                    <a:pt x="1479885" y="365405"/>
                    <a:pt x="1468237" y="374268"/>
                    <a:pt x="1467477" y="378066"/>
                  </a:cubicBezTo>
                  <a:cubicBezTo>
                    <a:pt x="1466971" y="381611"/>
                    <a:pt x="1475580" y="378573"/>
                    <a:pt x="1482671" y="372748"/>
                  </a:cubicBezTo>
                  <a:cubicBezTo>
                    <a:pt x="1483684" y="372242"/>
                    <a:pt x="1484190" y="371736"/>
                    <a:pt x="1484697" y="371229"/>
                  </a:cubicBezTo>
                  <a:close/>
                  <a:moveTo>
                    <a:pt x="1460134" y="371482"/>
                  </a:moveTo>
                  <a:cubicBezTo>
                    <a:pt x="1461147" y="370469"/>
                    <a:pt x="1465705" y="365911"/>
                    <a:pt x="1461653" y="365911"/>
                  </a:cubicBezTo>
                  <a:cubicBezTo>
                    <a:pt x="1454816" y="366671"/>
                    <a:pt x="1442408" y="376040"/>
                    <a:pt x="1442408" y="379586"/>
                  </a:cubicBezTo>
                  <a:cubicBezTo>
                    <a:pt x="1442408" y="382624"/>
                    <a:pt x="1450764" y="379332"/>
                    <a:pt x="1457601" y="374015"/>
                  </a:cubicBezTo>
                  <a:cubicBezTo>
                    <a:pt x="1458614" y="373002"/>
                    <a:pt x="1459374" y="372242"/>
                    <a:pt x="1460134" y="371482"/>
                  </a:cubicBezTo>
                  <a:close/>
                  <a:moveTo>
                    <a:pt x="1417845" y="380345"/>
                  </a:moveTo>
                  <a:cubicBezTo>
                    <a:pt x="1417592" y="383384"/>
                    <a:pt x="1425695" y="380345"/>
                    <a:pt x="1432785" y="374521"/>
                  </a:cubicBezTo>
                  <a:cubicBezTo>
                    <a:pt x="1433798" y="373761"/>
                    <a:pt x="1434558" y="373002"/>
                    <a:pt x="1435318" y="372242"/>
                  </a:cubicBezTo>
                  <a:cubicBezTo>
                    <a:pt x="1436331" y="371229"/>
                    <a:pt x="1441142" y="366671"/>
                    <a:pt x="1437090" y="366671"/>
                  </a:cubicBezTo>
                  <a:cubicBezTo>
                    <a:pt x="1430760" y="367431"/>
                    <a:pt x="1418098" y="376800"/>
                    <a:pt x="1417845" y="380345"/>
                  </a:cubicBezTo>
                  <a:close/>
                  <a:moveTo>
                    <a:pt x="1394042" y="381358"/>
                  </a:moveTo>
                  <a:cubicBezTo>
                    <a:pt x="1393535" y="384397"/>
                    <a:pt x="1401638" y="381105"/>
                    <a:pt x="1408982" y="375534"/>
                  </a:cubicBezTo>
                  <a:cubicBezTo>
                    <a:pt x="1410248" y="374521"/>
                    <a:pt x="1411514" y="373508"/>
                    <a:pt x="1412274" y="372495"/>
                  </a:cubicBezTo>
                  <a:cubicBezTo>
                    <a:pt x="1413540" y="371229"/>
                    <a:pt x="1417085" y="367684"/>
                    <a:pt x="1413793" y="367431"/>
                  </a:cubicBezTo>
                  <a:cubicBezTo>
                    <a:pt x="1407463" y="368444"/>
                    <a:pt x="1394548" y="377813"/>
                    <a:pt x="1394042" y="381358"/>
                  </a:cubicBezTo>
                  <a:close/>
                  <a:moveTo>
                    <a:pt x="1371251" y="382371"/>
                  </a:moveTo>
                  <a:cubicBezTo>
                    <a:pt x="1370745" y="385410"/>
                    <a:pt x="1378595" y="382118"/>
                    <a:pt x="1385939" y="376547"/>
                  </a:cubicBezTo>
                  <a:cubicBezTo>
                    <a:pt x="1387711" y="375281"/>
                    <a:pt x="1388724" y="374268"/>
                    <a:pt x="1389484" y="373508"/>
                  </a:cubicBezTo>
                  <a:cubicBezTo>
                    <a:pt x="1390750" y="372242"/>
                    <a:pt x="1394295" y="368697"/>
                    <a:pt x="1391256" y="368444"/>
                  </a:cubicBezTo>
                  <a:cubicBezTo>
                    <a:pt x="1384926" y="369457"/>
                    <a:pt x="1372011" y="379079"/>
                    <a:pt x="1371251" y="382371"/>
                  </a:cubicBezTo>
                  <a:close/>
                  <a:moveTo>
                    <a:pt x="1348968" y="383890"/>
                  </a:moveTo>
                  <a:cubicBezTo>
                    <a:pt x="1348968" y="386169"/>
                    <a:pt x="1356564" y="383131"/>
                    <a:pt x="1363655" y="377813"/>
                  </a:cubicBezTo>
                  <a:cubicBezTo>
                    <a:pt x="1364921" y="376800"/>
                    <a:pt x="1366187" y="375787"/>
                    <a:pt x="1367200" y="374774"/>
                  </a:cubicBezTo>
                  <a:cubicBezTo>
                    <a:pt x="1368466" y="373508"/>
                    <a:pt x="1372264" y="369963"/>
                    <a:pt x="1369226" y="369710"/>
                  </a:cubicBezTo>
                  <a:cubicBezTo>
                    <a:pt x="1362895" y="370723"/>
                    <a:pt x="1348968" y="380852"/>
                    <a:pt x="1348968" y="383890"/>
                  </a:cubicBezTo>
                  <a:close/>
                  <a:moveTo>
                    <a:pt x="1327697" y="385157"/>
                  </a:moveTo>
                  <a:cubicBezTo>
                    <a:pt x="1327443" y="387436"/>
                    <a:pt x="1335040" y="384144"/>
                    <a:pt x="1342130" y="379079"/>
                  </a:cubicBezTo>
                  <a:cubicBezTo>
                    <a:pt x="1343650" y="377813"/>
                    <a:pt x="1345422" y="376547"/>
                    <a:pt x="1346435" y="375534"/>
                  </a:cubicBezTo>
                  <a:cubicBezTo>
                    <a:pt x="1347955" y="374015"/>
                    <a:pt x="1350487" y="371229"/>
                    <a:pt x="1347955" y="371229"/>
                  </a:cubicBezTo>
                  <a:cubicBezTo>
                    <a:pt x="1342130" y="371736"/>
                    <a:pt x="1327950" y="382118"/>
                    <a:pt x="1327697" y="385157"/>
                  </a:cubicBezTo>
                  <a:close/>
                  <a:moveTo>
                    <a:pt x="1307185" y="386423"/>
                  </a:moveTo>
                  <a:cubicBezTo>
                    <a:pt x="1306932" y="388702"/>
                    <a:pt x="1314276" y="385663"/>
                    <a:pt x="1321619" y="380345"/>
                  </a:cubicBezTo>
                  <a:cubicBezTo>
                    <a:pt x="1323645" y="378826"/>
                    <a:pt x="1325418" y="377307"/>
                    <a:pt x="1326684" y="376040"/>
                  </a:cubicBezTo>
                  <a:cubicBezTo>
                    <a:pt x="1328456" y="374521"/>
                    <a:pt x="1329976" y="372495"/>
                    <a:pt x="1327950" y="372495"/>
                  </a:cubicBezTo>
                  <a:cubicBezTo>
                    <a:pt x="1321872" y="373002"/>
                    <a:pt x="1307692" y="383384"/>
                    <a:pt x="1307185" y="386423"/>
                  </a:cubicBezTo>
                  <a:close/>
                  <a:moveTo>
                    <a:pt x="1287434" y="387689"/>
                  </a:moveTo>
                  <a:cubicBezTo>
                    <a:pt x="1286927" y="389968"/>
                    <a:pt x="1294271" y="386676"/>
                    <a:pt x="1301614" y="381358"/>
                  </a:cubicBezTo>
                  <a:cubicBezTo>
                    <a:pt x="1303640" y="379839"/>
                    <a:pt x="1305666" y="378319"/>
                    <a:pt x="1306932" y="377053"/>
                  </a:cubicBezTo>
                  <a:cubicBezTo>
                    <a:pt x="1308705" y="375534"/>
                    <a:pt x="1310224" y="373508"/>
                    <a:pt x="1308451" y="373508"/>
                  </a:cubicBezTo>
                  <a:cubicBezTo>
                    <a:pt x="1302627" y="374268"/>
                    <a:pt x="1288193" y="384650"/>
                    <a:pt x="1287434" y="387689"/>
                  </a:cubicBezTo>
                  <a:close/>
                  <a:moveTo>
                    <a:pt x="1268695" y="389208"/>
                  </a:moveTo>
                  <a:cubicBezTo>
                    <a:pt x="1268695" y="390981"/>
                    <a:pt x="1275785" y="387689"/>
                    <a:pt x="1282876" y="382624"/>
                  </a:cubicBezTo>
                  <a:cubicBezTo>
                    <a:pt x="1286421" y="380092"/>
                    <a:pt x="1288193" y="378319"/>
                    <a:pt x="1288953" y="377813"/>
                  </a:cubicBezTo>
                  <a:cubicBezTo>
                    <a:pt x="1291992" y="374774"/>
                    <a:pt x="1290472" y="374774"/>
                    <a:pt x="1289966" y="374774"/>
                  </a:cubicBezTo>
                  <a:cubicBezTo>
                    <a:pt x="1284142" y="375787"/>
                    <a:pt x="1268695" y="386929"/>
                    <a:pt x="1268695" y="389208"/>
                  </a:cubicBezTo>
                  <a:close/>
                  <a:moveTo>
                    <a:pt x="1272240" y="376294"/>
                  </a:moveTo>
                  <a:cubicBezTo>
                    <a:pt x="1266669" y="377053"/>
                    <a:pt x="1250969" y="388195"/>
                    <a:pt x="1250969" y="390728"/>
                  </a:cubicBezTo>
                  <a:cubicBezTo>
                    <a:pt x="1250969" y="392500"/>
                    <a:pt x="1257806" y="389208"/>
                    <a:pt x="1264897" y="384144"/>
                  </a:cubicBezTo>
                  <a:cubicBezTo>
                    <a:pt x="1267429" y="382371"/>
                    <a:pt x="1269708" y="380598"/>
                    <a:pt x="1270974" y="379332"/>
                  </a:cubicBezTo>
                  <a:cubicBezTo>
                    <a:pt x="1274013" y="376294"/>
                    <a:pt x="1272747" y="376294"/>
                    <a:pt x="1272240" y="376294"/>
                  </a:cubicBezTo>
                  <a:close/>
                  <a:moveTo>
                    <a:pt x="1233750" y="391994"/>
                  </a:moveTo>
                  <a:cubicBezTo>
                    <a:pt x="1233497" y="393766"/>
                    <a:pt x="1240334" y="390474"/>
                    <a:pt x="1247424" y="385410"/>
                  </a:cubicBezTo>
                  <a:cubicBezTo>
                    <a:pt x="1250209" y="383384"/>
                    <a:pt x="1252742" y="381358"/>
                    <a:pt x="1254261" y="380092"/>
                  </a:cubicBezTo>
                  <a:cubicBezTo>
                    <a:pt x="1256793" y="377560"/>
                    <a:pt x="1255527" y="377560"/>
                    <a:pt x="1255274" y="377560"/>
                  </a:cubicBezTo>
                  <a:cubicBezTo>
                    <a:pt x="1250209" y="378573"/>
                    <a:pt x="1234256" y="389715"/>
                    <a:pt x="1233750" y="391994"/>
                  </a:cubicBezTo>
                  <a:close/>
                  <a:moveTo>
                    <a:pt x="1217797" y="393513"/>
                  </a:moveTo>
                  <a:cubicBezTo>
                    <a:pt x="1217290" y="395286"/>
                    <a:pt x="1224127" y="391994"/>
                    <a:pt x="1231471" y="386929"/>
                  </a:cubicBezTo>
                  <a:cubicBezTo>
                    <a:pt x="1234256" y="384903"/>
                    <a:pt x="1236788" y="382878"/>
                    <a:pt x="1238561" y="381358"/>
                  </a:cubicBezTo>
                  <a:cubicBezTo>
                    <a:pt x="1241093" y="378826"/>
                    <a:pt x="1240080" y="378826"/>
                    <a:pt x="1239574" y="378826"/>
                  </a:cubicBezTo>
                  <a:cubicBezTo>
                    <a:pt x="1234509" y="379839"/>
                    <a:pt x="1218303" y="390981"/>
                    <a:pt x="1217797" y="393513"/>
                  </a:cubicBezTo>
                  <a:close/>
                  <a:moveTo>
                    <a:pt x="1202603" y="395286"/>
                  </a:moveTo>
                  <a:cubicBezTo>
                    <a:pt x="1202603" y="396552"/>
                    <a:pt x="1209187" y="393260"/>
                    <a:pt x="1216024" y="388448"/>
                  </a:cubicBezTo>
                  <a:cubicBezTo>
                    <a:pt x="1219569" y="386169"/>
                    <a:pt x="1225393" y="381611"/>
                    <a:pt x="1224887" y="380598"/>
                  </a:cubicBezTo>
                  <a:cubicBezTo>
                    <a:pt x="1224887" y="380598"/>
                    <a:pt x="1224634" y="380598"/>
                    <a:pt x="1224380" y="380598"/>
                  </a:cubicBezTo>
                  <a:cubicBezTo>
                    <a:pt x="1219316" y="381358"/>
                    <a:pt x="1202350" y="393513"/>
                    <a:pt x="1202603" y="395286"/>
                  </a:cubicBezTo>
                  <a:close/>
                  <a:moveTo>
                    <a:pt x="1188422" y="397058"/>
                  </a:moveTo>
                  <a:cubicBezTo>
                    <a:pt x="1189688" y="397565"/>
                    <a:pt x="1197032" y="393007"/>
                    <a:pt x="1201590" y="389968"/>
                  </a:cubicBezTo>
                  <a:cubicBezTo>
                    <a:pt x="1205135" y="387689"/>
                    <a:pt x="1210959" y="383131"/>
                    <a:pt x="1210706" y="382118"/>
                  </a:cubicBezTo>
                  <a:cubicBezTo>
                    <a:pt x="1210706" y="382118"/>
                    <a:pt x="1210453" y="382118"/>
                    <a:pt x="1210200" y="382118"/>
                  </a:cubicBezTo>
                  <a:cubicBezTo>
                    <a:pt x="1205642" y="382878"/>
                    <a:pt x="1187916" y="395032"/>
                    <a:pt x="1188422" y="397058"/>
                  </a:cubicBezTo>
                  <a:close/>
                  <a:moveTo>
                    <a:pt x="1175001" y="398578"/>
                  </a:moveTo>
                  <a:cubicBezTo>
                    <a:pt x="1176014" y="399084"/>
                    <a:pt x="1183105" y="394779"/>
                    <a:pt x="1188169" y="391487"/>
                  </a:cubicBezTo>
                  <a:cubicBezTo>
                    <a:pt x="1191714" y="389208"/>
                    <a:pt x="1197792" y="384650"/>
                    <a:pt x="1197539" y="383637"/>
                  </a:cubicBezTo>
                  <a:cubicBezTo>
                    <a:pt x="1197539" y="383637"/>
                    <a:pt x="1197285" y="383637"/>
                    <a:pt x="1197285" y="383637"/>
                  </a:cubicBezTo>
                  <a:cubicBezTo>
                    <a:pt x="1192727" y="384397"/>
                    <a:pt x="1174748" y="396552"/>
                    <a:pt x="1175001" y="398578"/>
                  </a:cubicBezTo>
                  <a:close/>
                  <a:moveTo>
                    <a:pt x="1162593" y="400097"/>
                  </a:moveTo>
                  <a:cubicBezTo>
                    <a:pt x="1163353" y="400603"/>
                    <a:pt x="1170950" y="396045"/>
                    <a:pt x="1175508" y="393007"/>
                  </a:cubicBezTo>
                  <a:cubicBezTo>
                    <a:pt x="1179053" y="390474"/>
                    <a:pt x="1185130" y="386169"/>
                    <a:pt x="1185384" y="385157"/>
                  </a:cubicBezTo>
                  <a:cubicBezTo>
                    <a:pt x="1185384" y="385157"/>
                    <a:pt x="1185130" y="385157"/>
                    <a:pt x="1185130" y="385157"/>
                  </a:cubicBezTo>
                  <a:cubicBezTo>
                    <a:pt x="1180826" y="386169"/>
                    <a:pt x="1162593" y="398324"/>
                    <a:pt x="1162593" y="400097"/>
                  </a:cubicBezTo>
                  <a:close/>
                  <a:moveTo>
                    <a:pt x="1151198" y="401616"/>
                  </a:moveTo>
                  <a:cubicBezTo>
                    <a:pt x="1151198" y="401616"/>
                    <a:pt x="1151198" y="401869"/>
                    <a:pt x="1151198" y="401616"/>
                  </a:cubicBezTo>
                  <a:cubicBezTo>
                    <a:pt x="1152718" y="401869"/>
                    <a:pt x="1160061" y="397058"/>
                    <a:pt x="1163859" y="394779"/>
                  </a:cubicBezTo>
                  <a:cubicBezTo>
                    <a:pt x="1165632" y="393766"/>
                    <a:pt x="1173988" y="387942"/>
                    <a:pt x="1173735" y="386929"/>
                  </a:cubicBezTo>
                  <a:lnTo>
                    <a:pt x="1173482" y="386929"/>
                  </a:lnTo>
                  <a:cubicBezTo>
                    <a:pt x="1169937" y="387689"/>
                    <a:pt x="1152718" y="399084"/>
                    <a:pt x="1151198" y="401616"/>
                  </a:cubicBezTo>
                  <a:close/>
                  <a:moveTo>
                    <a:pt x="1140816" y="403642"/>
                  </a:moveTo>
                  <a:cubicBezTo>
                    <a:pt x="1142082" y="403642"/>
                    <a:pt x="1149426" y="399084"/>
                    <a:pt x="1153224" y="396552"/>
                  </a:cubicBezTo>
                  <a:cubicBezTo>
                    <a:pt x="1154997" y="395539"/>
                    <a:pt x="1163353" y="389715"/>
                    <a:pt x="1163606" y="388702"/>
                  </a:cubicBezTo>
                  <a:lnTo>
                    <a:pt x="1163353" y="388702"/>
                  </a:lnTo>
                  <a:cubicBezTo>
                    <a:pt x="1160314" y="389208"/>
                    <a:pt x="1140816" y="401869"/>
                    <a:pt x="1140816" y="403642"/>
                  </a:cubicBezTo>
                  <a:close/>
                  <a:moveTo>
                    <a:pt x="1154237" y="390221"/>
                  </a:moveTo>
                  <a:lnTo>
                    <a:pt x="1154237" y="390221"/>
                  </a:lnTo>
                  <a:cubicBezTo>
                    <a:pt x="1151451" y="390981"/>
                    <a:pt x="1131700" y="403642"/>
                    <a:pt x="1131447" y="405415"/>
                  </a:cubicBezTo>
                  <a:cubicBezTo>
                    <a:pt x="1132713" y="405415"/>
                    <a:pt x="1140056" y="400603"/>
                    <a:pt x="1143601" y="398324"/>
                  </a:cubicBezTo>
                  <a:cubicBezTo>
                    <a:pt x="1145374" y="397058"/>
                    <a:pt x="1153730" y="391234"/>
                    <a:pt x="1154237" y="390221"/>
                  </a:cubicBezTo>
                  <a:close/>
                  <a:moveTo>
                    <a:pt x="3874896" y="428458"/>
                  </a:moveTo>
                  <a:cubicBezTo>
                    <a:pt x="3870337" y="425419"/>
                    <a:pt x="3866033" y="422128"/>
                    <a:pt x="3861475" y="419342"/>
                  </a:cubicBezTo>
                  <a:lnTo>
                    <a:pt x="3861475" y="419342"/>
                  </a:lnTo>
                  <a:cubicBezTo>
                    <a:pt x="3861728" y="419342"/>
                    <a:pt x="3883252" y="434282"/>
                    <a:pt x="3884265" y="435042"/>
                  </a:cubicBezTo>
                  <a:cubicBezTo>
                    <a:pt x="3881479" y="432763"/>
                    <a:pt x="3878187" y="430737"/>
                    <a:pt x="3874896" y="428458"/>
                  </a:cubicBezTo>
                  <a:close/>
                  <a:moveTo>
                    <a:pt x="3871097" y="426432"/>
                  </a:moveTo>
                  <a:cubicBezTo>
                    <a:pt x="3865526" y="422634"/>
                    <a:pt x="3858689" y="418076"/>
                    <a:pt x="3857423" y="417316"/>
                  </a:cubicBezTo>
                  <a:cubicBezTo>
                    <a:pt x="3857423" y="417316"/>
                    <a:pt x="3879201" y="432763"/>
                    <a:pt x="3880213" y="432763"/>
                  </a:cubicBezTo>
                  <a:cubicBezTo>
                    <a:pt x="3878947" y="431750"/>
                    <a:pt x="3872363" y="427445"/>
                    <a:pt x="3871097" y="426432"/>
                  </a:cubicBezTo>
                  <a:close/>
                  <a:moveTo>
                    <a:pt x="3866286" y="424407"/>
                  </a:moveTo>
                  <a:cubicBezTo>
                    <a:pt x="3860715" y="420608"/>
                    <a:pt x="3853878" y="416050"/>
                    <a:pt x="3852359" y="415290"/>
                  </a:cubicBezTo>
                  <a:cubicBezTo>
                    <a:pt x="3852359" y="415290"/>
                    <a:pt x="3852359" y="415290"/>
                    <a:pt x="3852359" y="415290"/>
                  </a:cubicBezTo>
                  <a:cubicBezTo>
                    <a:pt x="3853371" y="416303"/>
                    <a:pt x="3873883" y="430484"/>
                    <a:pt x="3875149" y="430737"/>
                  </a:cubicBezTo>
                  <a:cubicBezTo>
                    <a:pt x="3874136" y="429724"/>
                    <a:pt x="3867552" y="425419"/>
                    <a:pt x="3866286" y="424407"/>
                  </a:cubicBezTo>
                  <a:close/>
                  <a:moveTo>
                    <a:pt x="3860209" y="422381"/>
                  </a:moveTo>
                  <a:cubicBezTo>
                    <a:pt x="3854638" y="418582"/>
                    <a:pt x="3847800" y="414024"/>
                    <a:pt x="3846281" y="413265"/>
                  </a:cubicBezTo>
                  <a:cubicBezTo>
                    <a:pt x="3846281" y="413265"/>
                    <a:pt x="3846281" y="413265"/>
                    <a:pt x="3846281" y="413265"/>
                  </a:cubicBezTo>
                  <a:cubicBezTo>
                    <a:pt x="3847294" y="414278"/>
                    <a:pt x="3867046" y="428458"/>
                    <a:pt x="3869071" y="428711"/>
                  </a:cubicBezTo>
                  <a:cubicBezTo>
                    <a:pt x="3868059" y="427698"/>
                    <a:pt x="3861475" y="423140"/>
                    <a:pt x="3860209" y="422381"/>
                  </a:cubicBezTo>
                  <a:close/>
                  <a:moveTo>
                    <a:pt x="3853118" y="420355"/>
                  </a:moveTo>
                  <a:cubicBezTo>
                    <a:pt x="3847547" y="416557"/>
                    <a:pt x="3840710" y="411998"/>
                    <a:pt x="3838938" y="411239"/>
                  </a:cubicBezTo>
                  <a:cubicBezTo>
                    <a:pt x="3838938" y="411239"/>
                    <a:pt x="3838938" y="411239"/>
                    <a:pt x="3838938" y="411239"/>
                  </a:cubicBezTo>
                  <a:cubicBezTo>
                    <a:pt x="3839950" y="412505"/>
                    <a:pt x="3860462" y="427192"/>
                    <a:pt x="3861728" y="426686"/>
                  </a:cubicBezTo>
                  <a:cubicBezTo>
                    <a:pt x="3860715" y="425673"/>
                    <a:pt x="3854385" y="421115"/>
                    <a:pt x="3853118" y="420355"/>
                  </a:cubicBezTo>
                  <a:close/>
                  <a:moveTo>
                    <a:pt x="3845015" y="418076"/>
                  </a:moveTo>
                  <a:cubicBezTo>
                    <a:pt x="3839444" y="414278"/>
                    <a:pt x="3832354" y="409719"/>
                    <a:pt x="3830581" y="408960"/>
                  </a:cubicBezTo>
                  <a:cubicBezTo>
                    <a:pt x="3830581" y="408960"/>
                    <a:pt x="3830328" y="408960"/>
                    <a:pt x="3830328" y="408960"/>
                  </a:cubicBezTo>
                  <a:cubicBezTo>
                    <a:pt x="3831087" y="410226"/>
                    <a:pt x="3851346" y="424660"/>
                    <a:pt x="3852865" y="424407"/>
                  </a:cubicBezTo>
                  <a:cubicBezTo>
                    <a:pt x="3852612" y="423394"/>
                    <a:pt x="3846281" y="419089"/>
                    <a:pt x="3845015" y="418076"/>
                  </a:cubicBezTo>
                  <a:close/>
                  <a:moveTo>
                    <a:pt x="3820959" y="407187"/>
                  </a:moveTo>
                  <a:cubicBezTo>
                    <a:pt x="3821465" y="408453"/>
                    <a:pt x="3841470" y="422887"/>
                    <a:pt x="3843496" y="422381"/>
                  </a:cubicBezTo>
                  <a:cubicBezTo>
                    <a:pt x="3843243" y="421368"/>
                    <a:pt x="3837418" y="417316"/>
                    <a:pt x="3835646" y="416050"/>
                  </a:cubicBezTo>
                  <a:cubicBezTo>
                    <a:pt x="3830328" y="412252"/>
                    <a:pt x="3823237" y="407694"/>
                    <a:pt x="3820959" y="407187"/>
                  </a:cubicBezTo>
                  <a:cubicBezTo>
                    <a:pt x="3821212" y="407187"/>
                    <a:pt x="3821212" y="407187"/>
                    <a:pt x="3820959" y="407187"/>
                  </a:cubicBezTo>
                  <a:close/>
                  <a:moveTo>
                    <a:pt x="3422634" y="365911"/>
                  </a:moveTo>
                  <a:cubicBezTo>
                    <a:pt x="3421875" y="365911"/>
                    <a:pt x="3421368" y="365911"/>
                    <a:pt x="3420862" y="366418"/>
                  </a:cubicBezTo>
                  <a:cubicBezTo>
                    <a:pt x="3417823" y="369203"/>
                    <a:pt x="3431244" y="380345"/>
                    <a:pt x="3437828" y="380598"/>
                  </a:cubicBezTo>
                  <a:cubicBezTo>
                    <a:pt x="3441120" y="380852"/>
                    <a:pt x="3440867" y="378066"/>
                    <a:pt x="3437068" y="374521"/>
                  </a:cubicBezTo>
                  <a:cubicBezTo>
                    <a:pt x="3434283" y="371482"/>
                    <a:pt x="3427699" y="366671"/>
                    <a:pt x="3422634" y="365911"/>
                  </a:cubicBezTo>
                  <a:close/>
                  <a:moveTo>
                    <a:pt x="3393513" y="364645"/>
                  </a:moveTo>
                  <a:cubicBezTo>
                    <a:pt x="3390221" y="367431"/>
                    <a:pt x="3403136" y="378573"/>
                    <a:pt x="3410226" y="378826"/>
                  </a:cubicBezTo>
                  <a:cubicBezTo>
                    <a:pt x="3413518" y="379079"/>
                    <a:pt x="3413518" y="376294"/>
                    <a:pt x="3409973" y="372748"/>
                  </a:cubicBezTo>
                  <a:cubicBezTo>
                    <a:pt x="3406934" y="369457"/>
                    <a:pt x="3400603" y="364898"/>
                    <a:pt x="3395539" y="364139"/>
                  </a:cubicBezTo>
                  <a:cubicBezTo>
                    <a:pt x="3394779" y="364392"/>
                    <a:pt x="3394020" y="364392"/>
                    <a:pt x="3393513" y="364645"/>
                  </a:cubicBezTo>
                  <a:close/>
                  <a:moveTo>
                    <a:pt x="1610297" y="343121"/>
                  </a:moveTo>
                  <a:cubicBezTo>
                    <a:pt x="1610297" y="346666"/>
                    <a:pt x="1619160" y="343881"/>
                    <a:pt x="1625743" y="338057"/>
                  </a:cubicBezTo>
                  <a:cubicBezTo>
                    <a:pt x="1625997" y="337803"/>
                    <a:pt x="1626250" y="337550"/>
                    <a:pt x="1626503" y="337297"/>
                  </a:cubicBezTo>
                  <a:cubicBezTo>
                    <a:pt x="1629542" y="334511"/>
                    <a:pt x="1632327" y="330460"/>
                    <a:pt x="1628022" y="330460"/>
                  </a:cubicBezTo>
                  <a:cubicBezTo>
                    <a:pt x="1621185" y="330966"/>
                    <a:pt x="1610297" y="339323"/>
                    <a:pt x="1610297" y="343121"/>
                  </a:cubicBezTo>
                  <a:close/>
                  <a:moveTo>
                    <a:pt x="1599914" y="337297"/>
                  </a:moveTo>
                  <a:cubicBezTo>
                    <a:pt x="1602193" y="335018"/>
                    <a:pt x="1604979" y="331219"/>
                    <a:pt x="1600927" y="331219"/>
                  </a:cubicBezTo>
                  <a:cubicBezTo>
                    <a:pt x="1594090" y="331726"/>
                    <a:pt x="1582948" y="340082"/>
                    <a:pt x="1582695" y="343881"/>
                  </a:cubicBezTo>
                  <a:cubicBezTo>
                    <a:pt x="1582442" y="347426"/>
                    <a:pt x="1591305" y="344640"/>
                    <a:pt x="1598142" y="338816"/>
                  </a:cubicBezTo>
                  <a:cubicBezTo>
                    <a:pt x="1598901" y="338310"/>
                    <a:pt x="1599661" y="337803"/>
                    <a:pt x="1599914" y="337297"/>
                  </a:cubicBezTo>
                  <a:close/>
                  <a:moveTo>
                    <a:pt x="1574845" y="331979"/>
                  </a:moveTo>
                  <a:cubicBezTo>
                    <a:pt x="1568261" y="332486"/>
                    <a:pt x="1556866" y="340842"/>
                    <a:pt x="1556360" y="344640"/>
                  </a:cubicBezTo>
                  <a:cubicBezTo>
                    <a:pt x="1555853" y="348186"/>
                    <a:pt x="1564716" y="345147"/>
                    <a:pt x="1571806" y="339576"/>
                  </a:cubicBezTo>
                  <a:cubicBezTo>
                    <a:pt x="1572313" y="339069"/>
                    <a:pt x="1573072" y="338563"/>
                    <a:pt x="1573579" y="338057"/>
                  </a:cubicBezTo>
                  <a:cubicBezTo>
                    <a:pt x="1575858" y="335778"/>
                    <a:pt x="1578643" y="331979"/>
                    <a:pt x="1574845" y="331979"/>
                  </a:cubicBezTo>
                  <a:close/>
                  <a:moveTo>
                    <a:pt x="1548003" y="338057"/>
                  </a:moveTo>
                  <a:cubicBezTo>
                    <a:pt x="1549016" y="337044"/>
                    <a:pt x="1553321" y="332739"/>
                    <a:pt x="1549016" y="332486"/>
                  </a:cubicBezTo>
                  <a:cubicBezTo>
                    <a:pt x="1542685" y="332992"/>
                    <a:pt x="1531037" y="341602"/>
                    <a:pt x="1530277" y="345147"/>
                  </a:cubicBezTo>
                  <a:cubicBezTo>
                    <a:pt x="1529518" y="348692"/>
                    <a:pt x="1538127" y="345653"/>
                    <a:pt x="1545471" y="340082"/>
                  </a:cubicBezTo>
                  <a:cubicBezTo>
                    <a:pt x="1546484" y="339576"/>
                    <a:pt x="1547243" y="338816"/>
                    <a:pt x="1548003" y="338057"/>
                  </a:cubicBezTo>
                  <a:close/>
                  <a:moveTo>
                    <a:pt x="1522934" y="339069"/>
                  </a:moveTo>
                  <a:cubicBezTo>
                    <a:pt x="1523947" y="338057"/>
                    <a:pt x="1528505" y="333752"/>
                    <a:pt x="1524453" y="333498"/>
                  </a:cubicBezTo>
                  <a:cubicBezTo>
                    <a:pt x="1517616" y="334005"/>
                    <a:pt x="1505461" y="343121"/>
                    <a:pt x="1505461" y="346666"/>
                  </a:cubicBezTo>
                  <a:cubicBezTo>
                    <a:pt x="1505461" y="349452"/>
                    <a:pt x="1513564" y="346666"/>
                    <a:pt x="1520655" y="341095"/>
                  </a:cubicBezTo>
                  <a:cubicBezTo>
                    <a:pt x="1521161" y="340589"/>
                    <a:pt x="1522174" y="339829"/>
                    <a:pt x="1522934" y="339069"/>
                  </a:cubicBezTo>
                  <a:close/>
                  <a:moveTo>
                    <a:pt x="1495839" y="342108"/>
                  </a:moveTo>
                  <a:cubicBezTo>
                    <a:pt x="1496851" y="341348"/>
                    <a:pt x="1497611" y="340842"/>
                    <a:pt x="1498371" y="340082"/>
                  </a:cubicBezTo>
                  <a:cubicBezTo>
                    <a:pt x="1499384" y="339069"/>
                    <a:pt x="1503942" y="334765"/>
                    <a:pt x="1500143" y="334511"/>
                  </a:cubicBezTo>
                  <a:cubicBezTo>
                    <a:pt x="1493560" y="335018"/>
                    <a:pt x="1481151" y="344134"/>
                    <a:pt x="1480898" y="347679"/>
                  </a:cubicBezTo>
                  <a:cubicBezTo>
                    <a:pt x="1480645" y="350465"/>
                    <a:pt x="1488748" y="347426"/>
                    <a:pt x="1495839" y="342108"/>
                  </a:cubicBezTo>
                  <a:close/>
                  <a:moveTo>
                    <a:pt x="1475327" y="340082"/>
                  </a:moveTo>
                  <a:cubicBezTo>
                    <a:pt x="1476593" y="339069"/>
                    <a:pt x="1480139" y="335271"/>
                    <a:pt x="1476593" y="335271"/>
                  </a:cubicBezTo>
                  <a:cubicBezTo>
                    <a:pt x="1470263" y="336031"/>
                    <a:pt x="1457601" y="344894"/>
                    <a:pt x="1457095" y="348439"/>
                  </a:cubicBezTo>
                  <a:cubicBezTo>
                    <a:pt x="1456589" y="351224"/>
                    <a:pt x="1464692" y="348439"/>
                    <a:pt x="1472035" y="342868"/>
                  </a:cubicBezTo>
                  <a:cubicBezTo>
                    <a:pt x="1473301" y="342108"/>
                    <a:pt x="1474314" y="341095"/>
                    <a:pt x="1475327" y="340082"/>
                  </a:cubicBezTo>
                  <a:close/>
                  <a:moveTo>
                    <a:pt x="1434305" y="349452"/>
                  </a:moveTo>
                  <a:cubicBezTo>
                    <a:pt x="1433798" y="352237"/>
                    <a:pt x="1441648" y="349198"/>
                    <a:pt x="1448992" y="343881"/>
                  </a:cubicBezTo>
                  <a:cubicBezTo>
                    <a:pt x="1450764" y="342615"/>
                    <a:pt x="1451777" y="341602"/>
                    <a:pt x="1452537" y="341095"/>
                  </a:cubicBezTo>
                  <a:cubicBezTo>
                    <a:pt x="1453803" y="340082"/>
                    <a:pt x="1457348" y="336284"/>
                    <a:pt x="1454310" y="336284"/>
                  </a:cubicBezTo>
                  <a:cubicBezTo>
                    <a:pt x="1447979" y="337044"/>
                    <a:pt x="1434811" y="346160"/>
                    <a:pt x="1434305" y="349452"/>
                  </a:cubicBezTo>
                  <a:close/>
                  <a:moveTo>
                    <a:pt x="1412021" y="350971"/>
                  </a:moveTo>
                  <a:cubicBezTo>
                    <a:pt x="1412021" y="353250"/>
                    <a:pt x="1419618" y="350211"/>
                    <a:pt x="1426708" y="345147"/>
                  </a:cubicBezTo>
                  <a:cubicBezTo>
                    <a:pt x="1427468" y="344640"/>
                    <a:pt x="1429493" y="343121"/>
                    <a:pt x="1431013" y="341602"/>
                  </a:cubicBezTo>
                  <a:cubicBezTo>
                    <a:pt x="1432532" y="340082"/>
                    <a:pt x="1434811" y="337550"/>
                    <a:pt x="1432279" y="337550"/>
                  </a:cubicBezTo>
                  <a:cubicBezTo>
                    <a:pt x="1425948" y="338057"/>
                    <a:pt x="1412021" y="347932"/>
                    <a:pt x="1412021" y="350971"/>
                  </a:cubicBezTo>
                  <a:close/>
                  <a:moveTo>
                    <a:pt x="1390497" y="351984"/>
                  </a:moveTo>
                  <a:cubicBezTo>
                    <a:pt x="1390243" y="354263"/>
                    <a:pt x="1397840" y="351224"/>
                    <a:pt x="1405184" y="346160"/>
                  </a:cubicBezTo>
                  <a:cubicBezTo>
                    <a:pt x="1406703" y="344894"/>
                    <a:pt x="1408476" y="343627"/>
                    <a:pt x="1409489" y="342615"/>
                  </a:cubicBezTo>
                  <a:cubicBezTo>
                    <a:pt x="1411008" y="341095"/>
                    <a:pt x="1413540" y="338563"/>
                    <a:pt x="1411008" y="338563"/>
                  </a:cubicBezTo>
                  <a:cubicBezTo>
                    <a:pt x="1404930" y="339323"/>
                    <a:pt x="1391003" y="349198"/>
                    <a:pt x="1390497" y="351984"/>
                  </a:cubicBezTo>
                  <a:close/>
                  <a:moveTo>
                    <a:pt x="1369985" y="353250"/>
                  </a:moveTo>
                  <a:cubicBezTo>
                    <a:pt x="1369479" y="355529"/>
                    <a:pt x="1377076" y="352490"/>
                    <a:pt x="1384419" y="347426"/>
                  </a:cubicBezTo>
                  <a:cubicBezTo>
                    <a:pt x="1386445" y="345907"/>
                    <a:pt x="1388218" y="344640"/>
                    <a:pt x="1389484" y="343374"/>
                  </a:cubicBezTo>
                  <a:cubicBezTo>
                    <a:pt x="1391256" y="341855"/>
                    <a:pt x="1392776" y="339829"/>
                    <a:pt x="1390750" y="339829"/>
                  </a:cubicBezTo>
                  <a:cubicBezTo>
                    <a:pt x="1384926" y="340336"/>
                    <a:pt x="1370492" y="350211"/>
                    <a:pt x="1369985" y="353250"/>
                  </a:cubicBezTo>
                  <a:close/>
                  <a:moveTo>
                    <a:pt x="1350234" y="354516"/>
                  </a:moveTo>
                  <a:cubicBezTo>
                    <a:pt x="1349727" y="356795"/>
                    <a:pt x="1357071" y="353757"/>
                    <a:pt x="1364414" y="348692"/>
                  </a:cubicBezTo>
                  <a:cubicBezTo>
                    <a:pt x="1367706" y="346413"/>
                    <a:pt x="1369732" y="344640"/>
                    <a:pt x="1370239" y="344134"/>
                  </a:cubicBezTo>
                  <a:cubicBezTo>
                    <a:pt x="1373024" y="341348"/>
                    <a:pt x="1371505" y="341095"/>
                    <a:pt x="1370998" y="341095"/>
                  </a:cubicBezTo>
                  <a:cubicBezTo>
                    <a:pt x="1365427" y="341602"/>
                    <a:pt x="1350993" y="351478"/>
                    <a:pt x="1350234" y="354516"/>
                  </a:cubicBezTo>
                  <a:close/>
                  <a:moveTo>
                    <a:pt x="1331242" y="356036"/>
                  </a:moveTo>
                  <a:cubicBezTo>
                    <a:pt x="1331242" y="357808"/>
                    <a:pt x="1338332" y="354516"/>
                    <a:pt x="1345422" y="349705"/>
                  </a:cubicBezTo>
                  <a:cubicBezTo>
                    <a:pt x="1348968" y="347426"/>
                    <a:pt x="1350740" y="345653"/>
                    <a:pt x="1351500" y="345147"/>
                  </a:cubicBezTo>
                  <a:cubicBezTo>
                    <a:pt x="1354539" y="342361"/>
                    <a:pt x="1353019" y="342108"/>
                    <a:pt x="1352513" y="342108"/>
                  </a:cubicBezTo>
                  <a:cubicBezTo>
                    <a:pt x="1346689" y="342868"/>
                    <a:pt x="1331242" y="353503"/>
                    <a:pt x="1331242" y="356036"/>
                  </a:cubicBezTo>
                  <a:close/>
                  <a:moveTo>
                    <a:pt x="1313263" y="357302"/>
                  </a:moveTo>
                  <a:cubicBezTo>
                    <a:pt x="1313263" y="359074"/>
                    <a:pt x="1320100" y="355782"/>
                    <a:pt x="1327190" y="350971"/>
                  </a:cubicBezTo>
                  <a:cubicBezTo>
                    <a:pt x="1329976" y="348945"/>
                    <a:pt x="1332508" y="347173"/>
                    <a:pt x="1333774" y="345653"/>
                  </a:cubicBezTo>
                  <a:cubicBezTo>
                    <a:pt x="1336053" y="343374"/>
                    <a:pt x="1335040" y="343374"/>
                    <a:pt x="1334534" y="343374"/>
                  </a:cubicBezTo>
                  <a:cubicBezTo>
                    <a:pt x="1328963" y="344134"/>
                    <a:pt x="1313263" y="354769"/>
                    <a:pt x="1313263" y="357302"/>
                  </a:cubicBezTo>
                  <a:close/>
                  <a:moveTo>
                    <a:pt x="1296043" y="358568"/>
                  </a:moveTo>
                  <a:cubicBezTo>
                    <a:pt x="1295790" y="360340"/>
                    <a:pt x="1302627" y="357048"/>
                    <a:pt x="1309971" y="352237"/>
                  </a:cubicBezTo>
                  <a:cubicBezTo>
                    <a:pt x="1312756" y="350211"/>
                    <a:pt x="1315288" y="348439"/>
                    <a:pt x="1316808" y="346919"/>
                  </a:cubicBezTo>
                  <a:cubicBezTo>
                    <a:pt x="1319340" y="344640"/>
                    <a:pt x="1318074" y="344640"/>
                    <a:pt x="1317821" y="344640"/>
                  </a:cubicBezTo>
                  <a:cubicBezTo>
                    <a:pt x="1312250" y="345400"/>
                    <a:pt x="1296297" y="356289"/>
                    <a:pt x="1296043" y="358568"/>
                  </a:cubicBezTo>
                  <a:close/>
                  <a:moveTo>
                    <a:pt x="1279584" y="359834"/>
                  </a:moveTo>
                  <a:cubicBezTo>
                    <a:pt x="1279077" y="361353"/>
                    <a:pt x="1285914" y="358315"/>
                    <a:pt x="1293258" y="353503"/>
                  </a:cubicBezTo>
                  <a:cubicBezTo>
                    <a:pt x="1296550" y="351478"/>
                    <a:pt x="1299335" y="349198"/>
                    <a:pt x="1300855" y="347679"/>
                  </a:cubicBezTo>
                  <a:cubicBezTo>
                    <a:pt x="1302880" y="345907"/>
                    <a:pt x="1301868" y="345907"/>
                    <a:pt x="1301361" y="345907"/>
                  </a:cubicBezTo>
                  <a:cubicBezTo>
                    <a:pt x="1296297" y="346666"/>
                    <a:pt x="1280090" y="357555"/>
                    <a:pt x="1279584" y="359834"/>
                  </a:cubicBezTo>
                  <a:close/>
                  <a:moveTo>
                    <a:pt x="1263884" y="361353"/>
                  </a:moveTo>
                  <a:cubicBezTo>
                    <a:pt x="1263377" y="363126"/>
                    <a:pt x="1269961" y="359834"/>
                    <a:pt x="1277558" y="355023"/>
                  </a:cubicBezTo>
                  <a:cubicBezTo>
                    <a:pt x="1280850" y="352997"/>
                    <a:pt x="1283635" y="350718"/>
                    <a:pt x="1285155" y="349198"/>
                  </a:cubicBezTo>
                  <a:cubicBezTo>
                    <a:pt x="1287180" y="347426"/>
                    <a:pt x="1286168" y="347426"/>
                    <a:pt x="1285914" y="347426"/>
                  </a:cubicBezTo>
                  <a:cubicBezTo>
                    <a:pt x="1281103" y="348186"/>
                    <a:pt x="1264897" y="358821"/>
                    <a:pt x="1263884" y="361353"/>
                  </a:cubicBezTo>
                  <a:close/>
                  <a:moveTo>
                    <a:pt x="1249450" y="363126"/>
                  </a:moveTo>
                  <a:cubicBezTo>
                    <a:pt x="1250716" y="363632"/>
                    <a:pt x="1258313" y="359327"/>
                    <a:pt x="1262871" y="356289"/>
                  </a:cubicBezTo>
                  <a:cubicBezTo>
                    <a:pt x="1266416" y="354010"/>
                    <a:pt x="1272240" y="349705"/>
                    <a:pt x="1271987" y="348692"/>
                  </a:cubicBezTo>
                  <a:cubicBezTo>
                    <a:pt x="1271987" y="348692"/>
                    <a:pt x="1271734" y="348692"/>
                    <a:pt x="1271480" y="348692"/>
                  </a:cubicBezTo>
                  <a:cubicBezTo>
                    <a:pt x="1266669" y="349705"/>
                    <a:pt x="1248690" y="361353"/>
                    <a:pt x="1249450" y="363126"/>
                  </a:cubicBezTo>
                  <a:close/>
                  <a:moveTo>
                    <a:pt x="1235522" y="364645"/>
                  </a:moveTo>
                  <a:cubicBezTo>
                    <a:pt x="1236535" y="365152"/>
                    <a:pt x="1244132" y="360847"/>
                    <a:pt x="1248690" y="357808"/>
                  </a:cubicBezTo>
                  <a:cubicBezTo>
                    <a:pt x="1252235" y="355529"/>
                    <a:pt x="1258313" y="351224"/>
                    <a:pt x="1258313" y="350211"/>
                  </a:cubicBezTo>
                  <a:cubicBezTo>
                    <a:pt x="1258313" y="350211"/>
                    <a:pt x="1258059" y="350211"/>
                    <a:pt x="1257806" y="350211"/>
                  </a:cubicBezTo>
                  <a:cubicBezTo>
                    <a:pt x="1253501" y="350971"/>
                    <a:pt x="1235269" y="362873"/>
                    <a:pt x="1235522" y="364645"/>
                  </a:cubicBezTo>
                  <a:close/>
                  <a:moveTo>
                    <a:pt x="1222608" y="366165"/>
                  </a:moveTo>
                  <a:cubicBezTo>
                    <a:pt x="1223621" y="366671"/>
                    <a:pt x="1231217" y="362366"/>
                    <a:pt x="1235776" y="359327"/>
                  </a:cubicBezTo>
                  <a:cubicBezTo>
                    <a:pt x="1239321" y="357048"/>
                    <a:pt x="1245398" y="352744"/>
                    <a:pt x="1245651" y="351731"/>
                  </a:cubicBezTo>
                  <a:cubicBezTo>
                    <a:pt x="1245651" y="351731"/>
                    <a:pt x="1245398" y="351731"/>
                    <a:pt x="1245398" y="351731"/>
                  </a:cubicBezTo>
                  <a:cubicBezTo>
                    <a:pt x="1240840" y="352490"/>
                    <a:pt x="1222608" y="364392"/>
                    <a:pt x="1222608" y="366165"/>
                  </a:cubicBezTo>
                  <a:close/>
                  <a:moveTo>
                    <a:pt x="1210706" y="367684"/>
                  </a:moveTo>
                  <a:cubicBezTo>
                    <a:pt x="1211466" y="368190"/>
                    <a:pt x="1219063" y="363886"/>
                    <a:pt x="1223621" y="360847"/>
                  </a:cubicBezTo>
                  <a:cubicBezTo>
                    <a:pt x="1225140" y="359834"/>
                    <a:pt x="1232484" y="355023"/>
                    <a:pt x="1233750" y="353503"/>
                  </a:cubicBezTo>
                  <a:cubicBezTo>
                    <a:pt x="1233750" y="353503"/>
                    <a:pt x="1233750" y="353250"/>
                    <a:pt x="1233750" y="353250"/>
                  </a:cubicBezTo>
                  <a:lnTo>
                    <a:pt x="1233497" y="353250"/>
                  </a:lnTo>
                  <a:cubicBezTo>
                    <a:pt x="1229445" y="354010"/>
                    <a:pt x="1210959" y="365911"/>
                    <a:pt x="1210706" y="367684"/>
                  </a:cubicBezTo>
                  <a:close/>
                  <a:moveTo>
                    <a:pt x="1199818" y="369203"/>
                  </a:moveTo>
                  <a:cubicBezTo>
                    <a:pt x="1201337" y="369203"/>
                    <a:pt x="1208680" y="364645"/>
                    <a:pt x="1212479" y="362366"/>
                  </a:cubicBezTo>
                  <a:cubicBezTo>
                    <a:pt x="1214251" y="361353"/>
                    <a:pt x="1222861" y="355782"/>
                    <a:pt x="1222861" y="354769"/>
                  </a:cubicBezTo>
                  <a:lnTo>
                    <a:pt x="1222608" y="354769"/>
                  </a:lnTo>
                  <a:cubicBezTo>
                    <a:pt x="1219316" y="355529"/>
                    <a:pt x="1199564" y="367684"/>
                    <a:pt x="1199818" y="369203"/>
                  </a:cubicBezTo>
                  <a:close/>
                  <a:moveTo>
                    <a:pt x="1189688" y="370976"/>
                  </a:moveTo>
                  <a:cubicBezTo>
                    <a:pt x="1190955" y="370976"/>
                    <a:pt x="1198298" y="366418"/>
                    <a:pt x="1202097" y="364139"/>
                  </a:cubicBezTo>
                  <a:cubicBezTo>
                    <a:pt x="1203869" y="363126"/>
                    <a:pt x="1212479" y="357555"/>
                    <a:pt x="1212732" y="356542"/>
                  </a:cubicBezTo>
                  <a:lnTo>
                    <a:pt x="1212479" y="356542"/>
                  </a:lnTo>
                  <a:cubicBezTo>
                    <a:pt x="1209440" y="357302"/>
                    <a:pt x="1189942" y="369203"/>
                    <a:pt x="1189688" y="370976"/>
                  </a:cubicBezTo>
                  <a:close/>
                  <a:moveTo>
                    <a:pt x="1180572" y="372495"/>
                  </a:moveTo>
                  <a:cubicBezTo>
                    <a:pt x="1181585" y="372495"/>
                    <a:pt x="1189182" y="367937"/>
                    <a:pt x="1192980" y="365658"/>
                  </a:cubicBezTo>
                  <a:cubicBezTo>
                    <a:pt x="1194753" y="364645"/>
                    <a:pt x="1203363" y="359074"/>
                    <a:pt x="1203869" y="358061"/>
                  </a:cubicBezTo>
                  <a:lnTo>
                    <a:pt x="1203616" y="358061"/>
                  </a:lnTo>
                  <a:cubicBezTo>
                    <a:pt x="1200830" y="358821"/>
                    <a:pt x="1181079" y="370976"/>
                    <a:pt x="1180572" y="372495"/>
                  </a:cubicBezTo>
                  <a:close/>
                  <a:moveTo>
                    <a:pt x="3824757" y="395032"/>
                  </a:moveTo>
                  <a:cubicBezTo>
                    <a:pt x="3820199" y="391994"/>
                    <a:pt x="3815894" y="389208"/>
                    <a:pt x="3811336" y="386423"/>
                  </a:cubicBezTo>
                  <a:lnTo>
                    <a:pt x="3811336" y="386423"/>
                  </a:lnTo>
                  <a:cubicBezTo>
                    <a:pt x="3811589" y="386423"/>
                    <a:pt x="3833873" y="401110"/>
                    <a:pt x="3834633" y="401616"/>
                  </a:cubicBezTo>
                  <a:cubicBezTo>
                    <a:pt x="3831341" y="399084"/>
                    <a:pt x="3828049" y="397058"/>
                    <a:pt x="3824757" y="395032"/>
                  </a:cubicBezTo>
                  <a:close/>
                  <a:moveTo>
                    <a:pt x="3821212" y="393007"/>
                  </a:moveTo>
                  <a:cubicBezTo>
                    <a:pt x="3815641" y="389208"/>
                    <a:pt x="3808804" y="384903"/>
                    <a:pt x="3807538" y="384397"/>
                  </a:cubicBezTo>
                  <a:cubicBezTo>
                    <a:pt x="3807538" y="384397"/>
                    <a:pt x="3829568" y="399084"/>
                    <a:pt x="3830581" y="399337"/>
                  </a:cubicBezTo>
                  <a:cubicBezTo>
                    <a:pt x="3829315" y="398578"/>
                    <a:pt x="3825010" y="395539"/>
                    <a:pt x="3821212" y="393007"/>
                  </a:cubicBezTo>
                  <a:close/>
                  <a:moveTo>
                    <a:pt x="3816401" y="390981"/>
                  </a:moveTo>
                  <a:cubicBezTo>
                    <a:pt x="3810830" y="387182"/>
                    <a:pt x="3803739" y="382878"/>
                    <a:pt x="3802473" y="382371"/>
                  </a:cubicBezTo>
                  <a:cubicBezTo>
                    <a:pt x="3802473" y="382371"/>
                    <a:pt x="3802473" y="382371"/>
                    <a:pt x="3802473" y="382371"/>
                  </a:cubicBezTo>
                  <a:cubicBezTo>
                    <a:pt x="3803486" y="383384"/>
                    <a:pt x="3824251" y="397058"/>
                    <a:pt x="3825517" y="397311"/>
                  </a:cubicBezTo>
                  <a:cubicBezTo>
                    <a:pt x="3824251" y="396298"/>
                    <a:pt x="3817666" y="391994"/>
                    <a:pt x="3816401" y="390981"/>
                  </a:cubicBezTo>
                  <a:close/>
                  <a:moveTo>
                    <a:pt x="3810576" y="388955"/>
                  </a:moveTo>
                  <a:cubicBezTo>
                    <a:pt x="3805005" y="385157"/>
                    <a:pt x="3797915" y="380852"/>
                    <a:pt x="3796396" y="380345"/>
                  </a:cubicBezTo>
                  <a:cubicBezTo>
                    <a:pt x="3796396" y="380345"/>
                    <a:pt x="3796396" y="380345"/>
                    <a:pt x="3796396" y="380345"/>
                  </a:cubicBezTo>
                  <a:cubicBezTo>
                    <a:pt x="3797409" y="381358"/>
                    <a:pt x="3817666" y="395032"/>
                    <a:pt x="3819439" y="395286"/>
                  </a:cubicBezTo>
                  <a:cubicBezTo>
                    <a:pt x="3818426" y="394273"/>
                    <a:pt x="3811842" y="389968"/>
                    <a:pt x="3810576" y="388955"/>
                  </a:cubicBezTo>
                  <a:close/>
                  <a:moveTo>
                    <a:pt x="3463657" y="340082"/>
                  </a:moveTo>
                  <a:cubicBezTo>
                    <a:pt x="3463150" y="340082"/>
                    <a:pt x="3462391" y="340082"/>
                    <a:pt x="3462138" y="340589"/>
                  </a:cubicBezTo>
                  <a:cubicBezTo>
                    <a:pt x="3460112" y="343374"/>
                    <a:pt x="3475812" y="354769"/>
                    <a:pt x="3481129" y="354516"/>
                  </a:cubicBezTo>
                  <a:cubicBezTo>
                    <a:pt x="3483408" y="354263"/>
                    <a:pt x="3482396" y="351984"/>
                    <a:pt x="3478597" y="348439"/>
                  </a:cubicBezTo>
                  <a:cubicBezTo>
                    <a:pt x="3475052" y="345147"/>
                    <a:pt x="3468215" y="340589"/>
                    <a:pt x="3463657" y="340082"/>
                  </a:cubicBezTo>
                  <a:close/>
                  <a:moveTo>
                    <a:pt x="1635872" y="306403"/>
                  </a:moveTo>
                  <a:cubicBezTo>
                    <a:pt x="1636632" y="305644"/>
                    <a:pt x="1640684" y="301339"/>
                    <a:pt x="1636632" y="301339"/>
                  </a:cubicBezTo>
                  <a:cubicBezTo>
                    <a:pt x="1630048" y="301845"/>
                    <a:pt x="1618906" y="309695"/>
                    <a:pt x="1618400" y="313494"/>
                  </a:cubicBezTo>
                  <a:cubicBezTo>
                    <a:pt x="1617893" y="316786"/>
                    <a:pt x="1626756" y="314000"/>
                    <a:pt x="1633593" y="308682"/>
                  </a:cubicBezTo>
                  <a:cubicBezTo>
                    <a:pt x="1634353" y="307923"/>
                    <a:pt x="1635113" y="307163"/>
                    <a:pt x="1635872" y="306403"/>
                  </a:cubicBezTo>
                  <a:close/>
                  <a:moveTo>
                    <a:pt x="1610297" y="307163"/>
                  </a:moveTo>
                  <a:cubicBezTo>
                    <a:pt x="1611310" y="306403"/>
                    <a:pt x="1615361" y="302098"/>
                    <a:pt x="1611310" y="302098"/>
                  </a:cubicBezTo>
                  <a:cubicBezTo>
                    <a:pt x="1604979" y="302605"/>
                    <a:pt x="1593584" y="310708"/>
                    <a:pt x="1592824" y="314253"/>
                  </a:cubicBezTo>
                  <a:cubicBezTo>
                    <a:pt x="1592064" y="317545"/>
                    <a:pt x="1600674" y="314760"/>
                    <a:pt x="1608018" y="309442"/>
                  </a:cubicBezTo>
                  <a:cubicBezTo>
                    <a:pt x="1608524" y="308682"/>
                    <a:pt x="1609537" y="307923"/>
                    <a:pt x="1610297" y="307163"/>
                  </a:cubicBezTo>
                  <a:close/>
                  <a:moveTo>
                    <a:pt x="1585227" y="307923"/>
                  </a:moveTo>
                  <a:cubicBezTo>
                    <a:pt x="1586240" y="307163"/>
                    <a:pt x="1590545" y="302858"/>
                    <a:pt x="1586493" y="302858"/>
                  </a:cubicBezTo>
                  <a:cubicBezTo>
                    <a:pt x="1579910" y="303365"/>
                    <a:pt x="1567755" y="312227"/>
                    <a:pt x="1567502" y="315266"/>
                  </a:cubicBezTo>
                  <a:cubicBezTo>
                    <a:pt x="1567502" y="318052"/>
                    <a:pt x="1575605" y="315266"/>
                    <a:pt x="1582442" y="309948"/>
                  </a:cubicBezTo>
                  <a:cubicBezTo>
                    <a:pt x="1583455" y="309442"/>
                    <a:pt x="1584468" y="308682"/>
                    <a:pt x="1585227" y="307923"/>
                  </a:cubicBezTo>
                  <a:close/>
                  <a:moveTo>
                    <a:pt x="1558385" y="310961"/>
                  </a:moveTo>
                  <a:cubicBezTo>
                    <a:pt x="1559651" y="309948"/>
                    <a:pt x="1560664" y="309189"/>
                    <a:pt x="1561677" y="308176"/>
                  </a:cubicBezTo>
                  <a:cubicBezTo>
                    <a:pt x="1562690" y="307163"/>
                    <a:pt x="1565982" y="303871"/>
                    <a:pt x="1562690" y="303618"/>
                  </a:cubicBezTo>
                  <a:cubicBezTo>
                    <a:pt x="1556106" y="304124"/>
                    <a:pt x="1543698" y="312987"/>
                    <a:pt x="1543445" y="316026"/>
                  </a:cubicBezTo>
                  <a:cubicBezTo>
                    <a:pt x="1543192" y="318811"/>
                    <a:pt x="1551295" y="316026"/>
                    <a:pt x="1558385" y="310961"/>
                  </a:cubicBezTo>
                  <a:close/>
                  <a:moveTo>
                    <a:pt x="1538127" y="308936"/>
                  </a:moveTo>
                  <a:cubicBezTo>
                    <a:pt x="1539140" y="307923"/>
                    <a:pt x="1542685" y="304631"/>
                    <a:pt x="1539393" y="304378"/>
                  </a:cubicBezTo>
                  <a:cubicBezTo>
                    <a:pt x="1533063" y="304884"/>
                    <a:pt x="1520401" y="313747"/>
                    <a:pt x="1519895" y="317039"/>
                  </a:cubicBezTo>
                  <a:cubicBezTo>
                    <a:pt x="1519389" y="319824"/>
                    <a:pt x="1527745" y="316786"/>
                    <a:pt x="1534835" y="311721"/>
                  </a:cubicBezTo>
                  <a:cubicBezTo>
                    <a:pt x="1536101" y="310708"/>
                    <a:pt x="1537114" y="309948"/>
                    <a:pt x="1538127" y="308936"/>
                  </a:cubicBezTo>
                  <a:close/>
                  <a:moveTo>
                    <a:pt x="1497105" y="318052"/>
                  </a:moveTo>
                  <a:cubicBezTo>
                    <a:pt x="1496345" y="320837"/>
                    <a:pt x="1504448" y="318052"/>
                    <a:pt x="1511792" y="312734"/>
                  </a:cubicBezTo>
                  <a:cubicBezTo>
                    <a:pt x="1513311" y="311721"/>
                    <a:pt x="1514830" y="310455"/>
                    <a:pt x="1515843" y="309442"/>
                  </a:cubicBezTo>
                  <a:cubicBezTo>
                    <a:pt x="1517363" y="307923"/>
                    <a:pt x="1519389" y="305644"/>
                    <a:pt x="1516856" y="305644"/>
                  </a:cubicBezTo>
                  <a:cubicBezTo>
                    <a:pt x="1510779" y="305897"/>
                    <a:pt x="1497864" y="314760"/>
                    <a:pt x="1497105" y="318052"/>
                  </a:cubicBezTo>
                  <a:close/>
                  <a:moveTo>
                    <a:pt x="1493813" y="310202"/>
                  </a:moveTo>
                  <a:cubicBezTo>
                    <a:pt x="1495332" y="308682"/>
                    <a:pt x="1497611" y="306403"/>
                    <a:pt x="1495079" y="306403"/>
                  </a:cubicBezTo>
                  <a:cubicBezTo>
                    <a:pt x="1489001" y="306910"/>
                    <a:pt x="1475834" y="315773"/>
                    <a:pt x="1475074" y="319065"/>
                  </a:cubicBezTo>
                  <a:cubicBezTo>
                    <a:pt x="1474314" y="321850"/>
                    <a:pt x="1482164" y="318811"/>
                    <a:pt x="1489761" y="313747"/>
                  </a:cubicBezTo>
                  <a:cubicBezTo>
                    <a:pt x="1491280" y="312481"/>
                    <a:pt x="1492800" y="311215"/>
                    <a:pt x="1493813" y="310202"/>
                  </a:cubicBezTo>
                  <a:close/>
                  <a:moveTo>
                    <a:pt x="1468237" y="314507"/>
                  </a:moveTo>
                  <a:cubicBezTo>
                    <a:pt x="1470769" y="312734"/>
                    <a:pt x="1472289" y="311468"/>
                    <a:pt x="1473301" y="310708"/>
                  </a:cubicBezTo>
                  <a:cubicBezTo>
                    <a:pt x="1474821" y="309189"/>
                    <a:pt x="1476340" y="307416"/>
                    <a:pt x="1474061" y="307416"/>
                  </a:cubicBezTo>
                  <a:cubicBezTo>
                    <a:pt x="1467984" y="308176"/>
                    <a:pt x="1453803" y="317545"/>
                    <a:pt x="1453550" y="320331"/>
                  </a:cubicBezTo>
                  <a:cubicBezTo>
                    <a:pt x="1453297" y="322610"/>
                    <a:pt x="1460893" y="319571"/>
                    <a:pt x="1468237" y="314507"/>
                  </a:cubicBezTo>
                  <a:close/>
                  <a:moveTo>
                    <a:pt x="1433039" y="321344"/>
                  </a:moveTo>
                  <a:cubicBezTo>
                    <a:pt x="1432532" y="323623"/>
                    <a:pt x="1440129" y="320584"/>
                    <a:pt x="1447472" y="315519"/>
                  </a:cubicBezTo>
                  <a:cubicBezTo>
                    <a:pt x="1449498" y="314000"/>
                    <a:pt x="1451271" y="312734"/>
                    <a:pt x="1452537" y="311721"/>
                  </a:cubicBezTo>
                  <a:cubicBezTo>
                    <a:pt x="1454056" y="310202"/>
                    <a:pt x="1455576" y="308429"/>
                    <a:pt x="1453550" y="308429"/>
                  </a:cubicBezTo>
                  <a:cubicBezTo>
                    <a:pt x="1447726" y="309189"/>
                    <a:pt x="1433545" y="318558"/>
                    <a:pt x="1433039" y="321344"/>
                  </a:cubicBezTo>
                  <a:close/>
                  <a:moveTo>
                    <a:pt x="1413287" y="322357"/>
                  </a:moveTo>
                  <a:cubicBezTo>
                    <a:pt x="1412780" y="324636"/>
                    <a:pt x="1420124" y="321597"/>
                    <a:pt x="1427721" y="316532"/>
                  </a:cubicBezTo>
                  <a:cubicBezTo>
                    <a:pt x="1431266" y="314253"/>
                    <a:pt x="1433039" y="312734"/>
                    <a:pt x="1433545" y="311974"/>
                  </a:cubicBezTo>
                  <a:cubicBezTo>
                    <a:pt x="1436331" y="309189"/>
                    <a:pt x="1434811" y="309189"/>
                    <a:pt x="1434305" y="309189"/>
                  </a:cubicBezTo>
                  <a:cubicBezTo>
                    <a:pt x="1428227" y="310202"/>
                    <a:pt x="1413793" y="319571"/>
                    <a:pt x="1413287" y="322357"/>
                  </a:cubicBezTo>
                  <a:close/>
                  <a:moveTo>
                    <a:pt x="1394042" y="323623"/>
                  </a:moveTo>
                  <a:cubicBezTo>
                    <a:pt x="1393282" y="325902"/>
                    <a:pt x="1400626" y="322863"/>
                    <a:pt x="1408222" y="317798"/>
                  </a:cubicBezTo>
                  <a:cubicBezTo>
                    <a:pt x="1409995" y="316786"/>
                    <a:pt x="1413034" y="314507"/>
                    <a:pt x="1414806" y="312734"/>
                  </a:cubicBezTo>
                  <a:cubicBezTo>
                    <a:pt x="1417085" y="310455"/>
                    <a:pt x="1415819" y="310455"/>
                    <a:pt x="1415313" y="310455"/>
                  </a:cubicBezTo>
                  <a:cubicBezTo>
                    <a:pt x="1409742" y="311215"/>
                    <a:pt x="1395055" y="320837"/>
                    <a:pt x="1394042" y="323623"/>
                  </a:cubicBezTo>
                  <a:close/>
                  <a:moveTo>
                    <a:pt x="1375810" y="325142"/>
                  </a:moveTo>
                  <a:cubicBezTo>
                    <a:pt x="1375810" y="326661"/>
                    <a:pt x="1382647" y="323876"/>
                    <a:pt x="1389990" y="319065"/>
                  </a:cubicBezTo>
                  <a:cubicBezTo>
                    <a:pt x="1391763" y="318052"/>
                    <a:pt x="1394801" y="316026"/>
                    <a:pt x="1396574" y="314000"/>
                  </a:cubicBezTo>
                  <a:cubicBezTo>
                    <a:pt x="1398853" y="311721"/>
                    <a:pt x="1397587" y="311721"/>
                    <a:pt x="1397080" y="311721"/>
                  </a:cubicBezTo>
                  <a:cubicBezTo>
                    <a:pt x="1391763" y="312481"/>
                    <a:pt x="1376063" y="322863"/>
                    <a:pt x="1375810" y="325142"/>
                  </a:cubicBezTo>
                  <a:close/>
                  <a:moveTo>
                    <a:pt x="1358337" y="326408"/>
                  </a:moveTo>
                  <a:cubicBezTo>
                    <a:pt x="1358084" y="327927"/>
                    <a:pt x="1364921" y="324889"/>
                    <a:pt x="1372264" y="320331"/>
                  </a:cubicBezTo>
                  <a:cubicBezTo>
                    <a:pt x="1375556" y="318305"/>
                    <a:pt x="1378342" y="316279"/>
                    <a:pt x="1379608" y="314760"/>
                  </a:cubicBezTo>
                  <a:cubicBezTo>
                    <a:pt x="1381380" y="312987"/>
                    <a:pt x="1380368" y="312987"/>
                    <a:pt x="1379861" y="312987"/>
                  </a:cubicBezTo>
                  <a:cubicBezTo>
                    <a:pt x="1374797" y="313747"/>
                    <a:pt x="1358843" y="324129"/>
                    <a:pt x="1358337" y="326408"/>
                  </a:cubicBezTo>
                  <a:close/>
                  <a:moveTo>
                    <a:pt x="1341877" y="327674"/>
                  </a:moveTo>
                  <a:cubicBezTo>
                    <a:pt x="1341624" y="329194"/>
                    <a:pt x="1348461" y="326155"/>
                    <a:pt x="1355805" y="321597"/>
                  </a:cubicBezTo>
                  <a:cubicBezTo>
                    <a:pt x="1359097" y="319571"/>
                    <a:pt x="1361882" y="317545"/>
                    <a:pt x="1363401" y="316026"/>
                  </a:cubicBezTo>
                  <a:cubicBezTo>
                    <a:pt x="1365174" y="314253"/>
                    <a:pt x="1364414" y="314253"/>
                    <a:pt x="1363908" y="314253"/>
                  </a:cubicBezTo>
                  <a:cubicBezTo>
                    <a:pt x="1358337" y="315013"/>
                    <a:pt x="1342384" y="325395"/>
                    <a:pt x="1341877" y="327674"/>
                  </a:cubicBezTo>
                  <a:close/>
                  <a:moveTo>
                    <a:pt x="1325924" y="328940"/>
                  </a:moveTo>
                  <a:cubicBezTo>
                    <a:pt x="1325418" y="330460"/>
                    <a:pt x="1332001" y="327674"/>
                    <a:pt x="1339598" y="322863"/>
                  </a:cubicBezTo>
                  <a:cubicBezTo>
                    <a:pt x="1343397" y="320584"/>
                    <a:pt x="1346435" y="318305"/>
                    <a:pt x="1347701" y="317039"/>
                  </a:cubicBezTo>
                  <a:cubicBezTo>
                    <a:pt x="1348968" y="315773"/>
                    <a:pt x="1348208" y="315773"/>
                    <a:pt x="1347955" y="315773"/>
                  </a:cubicBezTo>
                  <a:cubicBezTo>
                    <a:pt x="1343143" y="316279"/>
                    <a:pt x="1326684" y="326661"/>
                    <a:pt x="1325924" y="328940"/>
                  </a:cubicBezTo>
                  <a:close/>
                  <a:moveTo>
                    <a:pt x="1310984" y="330713"/>
                  </a:moveTo>
                  <a:cubicBezTo>
                    <a:pt x="1312250" y="331219"/>
                    <a:pt x="1320100" y="326915"/>
                    <a:pt x="1324658" y="324129"/>
                  </a:cubicBezTo>
                  <a:cubicBezTo>
                    <a:pt x="1328203" y="321850"/>
                    <a:pt x="1334027" y="318052"/>
                    <a:pt x="1333774" y="317039"/>
                  </a:cubicBezTo>
                  <a:cubicBezTo>
                    <a:pt x="1333774" y="317039"/>
                    <a:pt x="1333521" y="317039"/>
                    <a:pt x="1333268" y="317039"/>
                  </a:cubicBezTo>
                  <a:cubicBezTo>
                    <a:pt x="1328456" y="317545"/>
                    <a:pt x="1310224" y="328940"/>
                    <a:pt x="1310984" y="330713"/>
                  </a:cubicBezTo>
                  <a:close/>
                  <a:moveTo>
                    <a:pt x="1296803" y="331979"/>
                  </a:moveTo>
                  <a:cubicBezTo>
                    <a:pt x="1298069" y="332486"/>
                    <a:pt x="1305666" y="328181"/>
                    <a:pt x="1310224" y="325395"/>
                  </a:cubicBezTo>
                  <a:cubicBezTo>
                    <a:pt x="1313769" y="323116"/>
                    <a:pt x="1319847" y="319318"/>
                    <a:pt x="1319593" y="318305"/>
                  </a:cubicBezTo>
                  <a:cubicBezTo>
                    <a:pt x="1319593" y="318305"/>
                    <a:pt x="1319340" y="318305"/>
                    <a:pt x="1319087" y="318305"/>
                  </a:cubicBezTo>
                  <a:cubicBezTo>
                    <a:pt x="1314782" y="319065"/>
                    <a:pt x="1296550" y="330207"/>
                    <a:pt x="1296803" y="331979"/>
                  </a:cubicBezTo>
                  <a:close/>
                  <a:moveTo>
                    <a:pt x="1283635" y="333498"/>
                  </a:moveTo>
                  <a:cubicBezTo>
                    <a:pt x="1284648" y="334005"/>
                    <a:pt x="1292245" y="329700"/>
                    <a:pt x="1297056" y="326915"/>
                  </a:cubicBezTo>
                  <a:cubicBezTo>
                    <a:pt x="1300601" y="324636"/>
                    <a:pt x="1306679" y="320584"/>
                    <a:pt x="1306679" y="319824"/>
                  </a:cubicBezTo>
                  <a:cubicBezTo>
                    <a:pt x="1306679" y="319824"/>
                    <a:pt x="1306426" y="319824"/>
                    <a:pt x="1306426" y="319824"/>
                  </a:cubicBezTo>
                  <a:cubicBezTo>
                    <a:pt x="1301868" y="320331"/>
                    <a:pt x="1283382" y="331726"/>
                    <a:pt x="1283635" y="333498"/>
                  </a:cubicBezTo>
                  <a:close/>
                  <a:moveTo>
                    <a:pt x="1271227" y="334765"/>
                  </a:moveTo>
                  <a:cubicBezTo>
                    <a:pt x="1271987" y="335271"/>
                    <a:pt x="1279837" y="330966"/>
                    <a:pt x="1284395" y="328181"/>
                  </a:cubicBezTo>
                  <a:cubicBezTo>
                    <a:pt x="1287940" y="325902"/>
                    <a:pt x="1294271" y="321850"/>
                    <a:pt x="1294271" y="321090"/>
                  </a:cubicBezTo>
                  <a:cubicBezTo>
                    <a:pt x="1294271" y="321090"/>
                    <a:pt x="1294018" y="321090"/>
                    <a:pt x="1294018" y="321090"/>
                  </a:cubicBezTo>
                  <a:cubicBezTo>
                    <a:pt x="1289966" y="321850"/>
                    <a:pt x="1271227" y="333245"/>
                    <a:pt x="1271227" y="334765"/>
                  </a:cubicBezTo>
                  <a:close/>
                  <a:moveTo>
                    <a:pt x="1282622" y="322610"/>
                  </a:moveTo>
                  <a:cubicBezTo>
                    <a:pt x="1279077" y="323369"/>
                    <a:pt x="1261351" y="334005"/>
                    <a:pt x="1259579" y="336284"/>
                  </a:cubicBezTo>
                  <a:cubicBezTo>
                    <a:pt x="1259579" y="336284"/>
                    <a:pt x="1259579" y="336537"/>
                    <a:pt x="1259579" y="336537"/>
                  </a:cubicBezTo>
                  <a:cubicBezTo>
                    <a:pt x="1261098" y="336537"/>
                    <a:pt x="1268695" y="332232"/>
                    <a:pt x="1272493" y="329953"/>
                  </a:cubicBezTo>
                  <a:cubicBezTo>
                    <a:pt x="1274266" y="328940"/>
                    <a:pt x="1281863" y="324382"/>
                    <a:pt x="1282622" y="322610"/>
                  </a:cubicBezTo>
                  <a:cubicBezTo>
                    <a:pt x="1282876" y="322610"/>
                    <a:pt x="1282876" y="322610"/>
                    <a:pt x="1282622" y="322610"/>
                  </a:cubicBezTo>
                  <a:lnTo>
                    <a:pt x="1282622" y="322610"/>
                  </a:lnTo>
                  <a:close/>
                  <a:moveTo>
                    <a:pt x="1249197" y="338057"/>
                  </a:moveTo>
                  <a:cubicBezTo>
                    <a:pt x="1250463" y="338057"/>
                    <a:pt x="1257806" y="333752"/>
                    <a:pt x="1262111" y="331473"/>
                  </a:cubicBezTo>
                  <a:cubicBezTo>
                    <a:pt x="1264643" y="329953"/>
                    <a:pt x="1272493" y="325142"/>
                    <a:pt x="1272493" y="324129"/>
                  </a:cubicBezTo>
                  <a:lnTo>
                    <a:pt x="1272240" y="324129"/>
                  </a:lnTo>
                  <a:cubicBezTo>
                    <a:pt x="1269201" y="324636"/>
                    <a:pt x="1249197" y="336537"/>
                    <a:pt x="1249197" y="338057"/>
                  </a:cubicBezTo>
                  <a:close/>
                  <a:moveTo>
                    <a:pt x="1239321" y="339576"/>
                  </a:moveTo>
                  <a:cubicBezTo>
                    <a:pt x="1240587" y="339576"/>
                    <a:pt x="1247930" y="335271"/>
                    <a:pt x="1251982" y="332992"/>
                  </a:cubicBezTo>
                  <a:cubicBezTo>
                    <a:pt x="1254514" y="331473"/>
                    <a:pt x="1262618" y="326661"/>
                    <a:pt x="1262618" y="325648"/>
                  </a:cubicBezTo>
                  <a:cubicBezTo>
                    <a:pt x="1262618" y="325648"/>
                    <a:pt x="1262618" y="325648"/>
                    <a:pt x="1262364" y="325648"/>
                  </a:cubicBezTo>
                  <a:cubicBezTo>
                    <a:pt x="1259579" y="326408"/>
                    <a:pt x="1239827" y="337803"/>
                    <a:pt x="1239321" y="339576"/>
                  </a:cubicBezTo>
                  <a:close/>
                  <a:moveTo>
                    <a:pt x="1230711" y="341095"/>
                  </a:moveTo>
                  <a:cubicBezTo>
                    <a:pt x="1231724" y="341095"/>
                    <a:pt x="1239321" y="336790"/>
                    <a:pt x="1243119" y="334258"/>
                  </a:cubicBezTo>
                  <a:cubicBezTo>
                    <a:pt x="1245651" y="332739"/>
                    <a:pt x="1253755" y="327927"/>
                    <a:pt x="1254008" y="326915"/>
                  </a:cubicBezTo>
                  <a:cubicBezTo>
                    <a:pt x="1254008" y="326915"/>
                    <a:pt x="1254008" y="326915"/>
                    <a:pt x="1253755" y="326915"/>
                  </a:cubicBezTo>
                  <a:cubicBezTo>
                    <a:pt x="1251476" y="327927"/>
                    <a:pt x="1231217" y="339576"/>
                    <a:pt x="1230711" y="341095"/>
                  </a:cubicBezTo>
                  <a:close/>
                  <a:moveTo>
                    <a:pt x="1222861" y="342868"/>
                  </a:moveTo>
                  <a:cubicBezTo>
                    <a:pt x="1224634" y="342361"/>
                    <a:pt x="1233243" y="337044"/>
                    <a:pt x="1235016" y="336031"/>
                  </a:cubicBezTo>
                  <a:cubicBezTo>
                    <a:pt x="1236029" y="335524"/>
                    <a:pt x="1245145" y="329953"/>
                    <a:pt x="1246158" y="328687"/>
                  </a:cubicBezTo>
                  <a:cubicBezTo>
                    <a:pt x="1246158" y="328687"/>
                    <a:pt x="1246158" y="328687"/>
                    <a:pt x="1246158" y="328687"/>
                  </a:cubicBezTo>
                  <a:cubicBezTo>
                    <a:pt x="1243372" y="329700"/>
                    <a:pt x="1224380" y="341095"/>
                    <a:pt x="1222861" y="342868"/>
                  </a:cubicBezTo>
                  <a:cubicBezTo>
                    <a:pt x="1222861" y="342615"/>
                    <a:pt x="1222861" y="342868"/>
                    <a:pt x="1222861" y="342868"/>
                  </a:cubicBezTo>
                  <a:close/>
                  <a:moveTo>
                    <a:pt x="3760184" y="354263"/>
                  </a:moveTo>
                  <a:cubicBezTo>
                    <a:pt x="3760184" y="354263"/>
                    <a:pt x="3759931" y="354263"/>
                    <a:pt x="3760184" y="354263"/>
                  </a:cubicBezTo>
                  <a:lnTo>
                    <a:pt x="3760184" y="354263"/>
                  </a:lnTo>
                  <a:cubicBezTo>
                    <a:pt x="3760184" y="354263"/>
                    <a:pt x="3760184" y="354263"/>
                    <a:pt x="3760184" y="354263"/>
                  </a:cubicBezTo>
                  <a:close/>
                  <a:moveTo>
                    <a:pt x="3781962" y="367684"/>
                  </a:moveTo>
                  <a:cubicBezTo>
                    <a:pt x="3781708" y="367684"/>
                    <a:pt x="3781708" y="367431"/>
                    <a:pt x="3781455" y="367431"/>
                  </a:cubicBezTo>
                  <a:lnTo>
                    <a:pt x="3760944" y="354769"/>
                  </a:lnTo>
                  <a:cubicBezTo>
                    <a:pt x="3760691" y="354516"/>
                    <a:pt x="3760438" y="354516"/>
                    <a:pt x="3760184" y="354263"/>
                  </a:cubicBezTo>
                  <a:cubicBezTo>
                    <a:pt x="3760944" y="354769"/>
                    <a:pt x="3783481" y="368697"/>
                    <a:pt x="3783734" y="368697"/>
                  </a:cubicBezTo>
                  <a:cubicBezTo>
                    <a:pt x="3782975" y="368444"/>
                    <a:pt x="3782468" y="368190"/>
                    <a:pt x="3781962" y="367684"/>
                  </a:cubicBezTo>
                  <a:close/>
                  <a:moveTo>
                    <a:pt x="3770313" y="360847"/>
                  </a:moveTo>
                  <a:cubicBezTo>
                    <a:pt x="3764236" y="357048"/>
                    <a:pt x="3757399" y="352997"/>
                    <a:pt x="3756386" y="352490"/>
                  </a:cubicBezTo>
                  <a:cubicBezTo>
                    <a:pt x="3756386" y="352490"/>
                    <a:pt x="3779176" y="366924"/>
                    <a:pt x="3779936" y="366924"/>
                  </a:cubicBezTo>
                  <a:cubicBezTo>
                    <a:pt x="3778417" y="365911"/>
                    <a:pt x="3773099" y="362619"/>
                    <a:pt x="3770313" y="360847"/>
                  </a:cubicBezTo>
                  <a:close/>
                  <a:moveTo>
                    <a:pt x="3447703" y="311974"/>
                  </a:moveTo>
                  <a:cubicBezTo>
                    <a:pt x="3446184" y="314507"/>
                    <a:pt x="3462391" y="325648"/>
                    <a:pt x="3467202" y="325395"/>
                  </a:cubicBezTo>
                  <a:cubicBezTo>
                    <a:pt x="3469228" y="325142"/>
                    <a:pt x="3467709" y="322863"/>
                    <a:pt x="3463910" y="319571"/>
                  </a:cubicBezTo>
                  <a:cubicBezTo>
                    <a:pt x="3460365" y="316532"/>
                    <a:pt x="3453274" y="312227"/>
                    <a:pt x="3449223" y="311721"/>
                  </a:cubicBezTo>
                  <a:cubicBezTo>
                    <a:pt x="3448463" y="311468"/>
                    <a:pt x="3447957" y="311468"/>
                    <a:pt x="3447703" y="311974"/>
                  </a:cubicBezTo>
                  <a:close/>
                  <a:moveTo>
                    <a:pt x="1671324" y="277536"/>
                  </a:moveTo>
                  <a:cubicBezTo>
                    <a:pt x="1672084" y="276776"/>
                    <a:pt x="1676389" y="272724"/>
                    <a:pt x="1672337" y="272471"/>
                  </a:cubicBezTo>
                  <a:cubicBezTo>
                    <a:pt x="1666006" y="272977"/>
                    <a:pt x="1654611" y="280574"/>
                    <a:pt x="1654105" y="284119"/>
                  </a:cubicBezTo>
                  <a:cubicBezTo>
                    <a:pt x="1653345" y="287411"/>
                    <a:pt x="1661955" y="284626"/>
                    <a:pt x="1669045" y="279561"/>
                  </a:cubicBezTo>
                  <a:cubicBezTo>
                    <a:pt x="1669805" y="279055"/>
                    <a:pt x="1670564" y="278295"/>
                    <a:pt x="1671324" y="277536"/>
                  </a:cubicBezTo>
                  <a:close/>
                  <a:moveTo>
                    <a:pt x="1647521" y="277789"/>
                  </a:moveTo>
                  <a:cubicBezTo>
                    <a:pt x="1648534" y="276776"/>
                    <a:pt x="1651572" y="273484"/>
                    <a:pt x="1648027" y="273484"/>
                  </a:cubicBezTo>
                  <a:cubicBezTo>
                    <a:pt x="1641697" y="273990"/>
                    <a:pt x="1629542" y="282347"/>
                    <a:pt x="1629288" y="285386"/>
                  </a:cubicBezTo>
                  <a:cubicBezTo>
                    <a:pt x="1629288" y="288171"/>
                    <a:pt x="1637392" y="285386"/>
                    <a:pt x="1644229" y="280321"/>
                  </a:cubicBezTo>
                  <a:cubicBezTo>
                    <a:pt x="1645748" y="279308"/>
                    <a:pt x="1646761" y="278295"/>
                    <a:pt x="1647521" y="277789"/>
                  </a:cubicBezTo>
                  <a:close/>
                  <a:moveTo>
                    <a:pt x="1620172" y="281081"/>
                  </a:moveTo>
                  <a:cubicBezTo>
                    <a:pt x="1621692" y="280068"/>
                    <a:pt x="1622705" y="279055"/>
                    <a:pt x="1623464" y="278548"/>
                  </a:cubicBezTo>
                  <a:cubicBezTo>
                    <a:pt x="1624477" y="277536"/>
                    <a:pt x="1627769" y="274244"/>
                    <a:pt x="1624477" y="274244"/>
                  </a:cubicBezTo>
                  <a:cubicBezTo>
                    <a:pt x="1618147" y="274750"/>
                    <a:pt x="1605992" y="283107"/>
                    <a:pt x="1605485" y="286145"/>
                  </a:cubicBezTo>
                  <a:cubicBezTo>
                    <a:pt x="1605232" y="288677"/>
                    <a:pt x="1613335" y="285892"/>
                    <a:pt x="1620172" y="281081"/>
                  </a:cubicBezTo>
                  <a:close/>
                  <a:moveTo>
                    <a:pt x="1600927" y="278548"/>
                  </a:moveTo>
                  <a:cubicBezTo>
                    <a:pt x="1602447" y="277282"/>
                    <a:pt x="1604219" y="275003"/>
                    <a:pt x="1601434" y="274750"/>
                  </a:cubicBezTo>
                  <a:cubicBezTo>
                    <a:pt x="1595356" y="275257"/>
                    <a:pt x="1582695" y="283613"/>
                    <a:pt x="1582189" y="286652"/>
                  </a:cubicBezTo>
                  <a:cubicBezTo>
                    <a:pt x="1581682" y="289437"/>
                    <a:pt x="1589785" y="286652"/>
                    <a:pt x="1596876" y="281587"/>
                  </a:cubicBezTo>
                  <a:cubicBezTo>
                    <a:pt x="1597635" y="281334"/>
                    <a:pt x="1599408" y="280068"/>
                    <a:pt x="1600927" y="278548"/>
                  </a:cubicBezTo>
                  <a:close/>
                  <a:moveTo>
                    <a:pt x="1559398" y="287665"/>
                  </a:moveTo>
                  <a:cubicBezTo>
                    <a:pt x="1558639" y="290197"/>
                    <a:pt x="1566742" y="287411"/>
                    <a:pt x="1574085" y="282600"/>
                  </a:cubicBezTo>
                  <a:cubicBezTo>
                    <a:pt x="1574845" y="282094"/>
                    <a:pt x="1576618" y="280827"/>
                    <a:pt x="1578137" y="279561"/>
                  </a:cubicBezTo>
                  <a:cubicBezTo>
                    <a:pt x="1579656" y="278295"/>
                    <a:pt x="1581682" y="276016"/>
                    <a:pt x="1578897" y="275763"/>
                  </a:cubicBezTo>
                  <a:cubicBezTo>
                    <a:pt x="1573072" y="276269"/>
                    <a:pt x="1560411" y="284626"/>
                    <a:pt x="1559398" y="287665"/>
                  </a:cubicBezTo>
                  <a:close/>
                  <a:moveTo>
                    <a:pt x="1556866" y="279815"/>
                  </a:moveTo>
                  <a:cubicBezTo>
                    <a:pt x="1558385" y="278295"/>
                    <a:pt x="1559651" y="276776"/>
                    <a:pt x="1557372" y="276523"/>
                  </a:cubicBezTo>
                  <a:cubicBezTo>
                    <a:pt x="1551295" y="277029"/>
                    <a:pt x="1537621" y="286145"/>
                    <a:pt x="1537368" y="288931"/>
                  </a:cubicBezTo>
                  <a:cubicBezTo>
                    <a:pt x="1537368" y="290957"/>
                    <a:pt x="1544964" y="288171"/>
                    <a:pt x="1552055" y="283613"/>
                  </a:cubicBezTo>
                  <a:cubicBezTo>
                    <a:pt x="1554587" y="281840"/>
                    <a:pt x="1556106" y="280574"/>
                    <a:pt x="1556866" y="279815"/>
                  </a:cubicBezTo>
                  <a:close/>
                  <a:moveTo>
                    <a:pt x="1530784" y="284373"/>
                  </a:moveTo>
                  <a:cubicBezTo>
                    <a:pt x="1533316" y="282600"/>
                    <a:pt x="1534835" y="281334"/>
                    <a:pt x="1535848" y="280574"/>
                  </a:cubicBezTo>
                  <a:cubicBezTo>
                    <a:pt x="1537368" y="279055"/>
                    <a:pt x="1538887" y="277536"/>
                    <a:pt x="1536608" y="277282"/>
                  </a:cubicBezTo>
                  <a:cubicBezTo>
                    <a:pt x="1530530" y="277789"/>
                    <a:pt x="1516603" y="286905"/>
                    <a:pt x="1516350" y="289690"/>
                  </a:cubicBezTo>
                  <a:cubicBezTo>
                    <a:pt x="1516097" y="291969"/>
                    <a:pt x="1523693" y="289184"/>
                    <a:pt x="1530784" y="284373"/>
                  </a:cubicBezTo>
                  <a:close/>
                  <a:moveTo>
                    <a:pt x="1495839" y="290957"/>
                  </a:moveTo>
                  <a:cubicBezTo>
                    <a:pt x="1495332" y="292982"/>
                    <a:pt x="1502929" y="290197"/>
                    <a:pt x="1510272" y="285386"/>
                  </a:cubicBezTo>
                  <a:lnTo>
                    <a:pt x="1510272" y="285386"/>
                  </a:lnTo>
                  <a:cubicBezTo>
                    <a:pt x="1513564" y="283360"/>
                    <a:pt x="1515337" y="281587"/>
                    <a:pt x="1515843" y="281081"/>
                  </a:cubicBezTo>
                  <a:cubicBezTo>
                    <a:pt x="1518629" y="278548"/>
                    <a:pt x="1516856" y="278548"/>
                    <a:pt x="1516350" y="278548"/>
                  </a:cubicBezTo>
                  <a:cubicBezTo>
                    <a:pt x="1510526" y="279055"/>
                    <a:pt x="1496345" y="288171"/>
                    <a:pt x="1495839" y="290957"/>
                  </a:cubicBezTo>
                  <a:close/>
                  <a:moveTo>
                    <a:pt x="1476087" y="291969"/>
                  </a:moveTo>
                  <a:cubicBezTo>
                    <a:pt x="1475580" y="293995"/>
                    <a:pt x="1482924" y="291210"/>
                    <a:pt x="1490521" y="286398"/>
                  </a:cubicBezTo>
                  <a:cubicBezTo>
                    <a:pt x="1493813" y="284373"/>
                    <a:pt x="1495585" y="282600"/>
                    <a:pt x="1496345" y="282094"/>
                  </a:cubicBezTo>
                  <a:cubicBezTo>
                    <a:pt x="1499131" y="279561"/>
                    <a:pt x="1497611" y="279561"/>
                    <a:pt x="1497105" y="279561"/>
                  </a:cubicBezTo>
                  <a:cubicBezTo>
                    <a:pt x="1491280" y="280068"/>
                    <a:pt x="1476847" y="289184"/>
                    <a:pt x="1476087" y="291969"/>
                  </a:cubicBezTo>
                  <a:close/>
                  <a:moveTo>
                    <a:pt x="1457095" y="292982"/>
                  </a:moveTo>
                  <a:cubicBezTo>
                    <a:pt x="1456335" y="295008"/>
                    <a:pt x="1463679" y="292223"/>
                    <a:pt x="1471276" y="287411"/>
                  </a:cubicBezTo>
                  <a:cubicBezTo>
                    <a:pt x="1472542" y="286652"/>
                    <a:pt x="1475834" y="284373"/>
                    <a:pt x="1477860" y="282600"/>
                  </a:cubicBezTo>
                  <a:cubicBezTo>
                    <a:pt x="1480139" y="280574"/>
                    <a:pt x="1478872" y="280574"/>
                    <a:pt x="1478366" y="280321"/>
                  </a:cubicBezTo>
                  <a:cubicBezTo>
                    <a:pt x="1472542" y="281334"/>
                    <a:pt x="1457855" y="290197"/>
                    <a:pt x="1457095" y="292982"/>
                  </a:cubicBezTo>
                  <a:close/>
                  <a:moveTo>
                    <a:pt x="1438610" y="294248"/>
                  </a:moveTo>
                  <a:cubicBezTo>
                    <a:pt x="1438610" y="295768"/>
                    <a:pt x="1445447" y="292982"/>
                    <a:pt x="1452790" y="288424"/>
                  </a:cubicBezTo>
                  <a:cubicBezTo>
                    <a:pt x="1456082" y="286398"/>
                    <a:pt x="1458614" y="284626"/>
                    <a:pt x="1459881" y="283107"/>
                  </a:cubicBezTo>
                  <a:cubicBezTo>
                    <a:pt x="1461653" y="281334"/>
                    <a:pt x="1460387" y="281334"/>
                    <a:pt x="1459881" y="281334"/>
                  </a:cubicBezTo>
                  <a:cubicBezTo>
                    <a:pt x="1454310" y="282347"/>
                    <a:pt x="1438863" y="291969"/>
                    <a:pt x="1438610" y="294248"/>
                  </a:cubicBezTo>
                  <a:close/>
                  <a:moveTo>
                    <a:pt x="1421137" y="295515"/>
                  </a:moveTo>
                  <a:cubicBezTo>
                    <a:pt x="1420884" y="297034"/>
                    <a:pt x="1427974" y="294248"/>
                    <a:pt x="1435318" y="289690"/>
                  </a:cubicBezTo>
                  <a:cubicBezTo>
                    <a:pt x="1438610" y="287665"/>
                    <a:pt x="1441142" y="285892"/>
                    <a:pt x="1442661" y="284373"/>
                  </a:cubicBezTo>
                  <a:cubicBezTo>
                    <a:pt x="1444434" y="282600"/>
                    <a:pt x="1443421" y="282600"/>
                    <a:pt x="1442914" y="282600"/>
                  </a:cubicBezTo>
                  <a:cubicBezTo>
                    <a:pt x="1437090" y="283613"/>
                    <a:pt x="1421390" y="293236"/>
                    <a:pt x="1421137" y="295515"/>
                  </a:cubicBezTo>
                  <a:close/>
                  <a:moveTo>
                    <a:pt x="1404424" y="296781"/>
                  </a:moveTo>
                  <a:cubicBezTo>
                    <a:pt x="1403918" y="298300"/>
                    <a:pt x="1411008" y="295515"/>
                    <a:pt x="1418351" y="290957"/>
                  </a:cubicBezTo>
                  <a:cubicBezTo>
                    <a:pt x="1422150" y="288677"/>
                    <a:pt x="1424935" y="286652"/>
                    <a:pt x="1426201" y="285386"/>
                  </a:cubicBezTo>
                  <a:cubicBezTo>
                    <a:pt x="1427468" y="284119"/>
                    <a:pt x="1426708" y="284119"/>
                    <a:pt x="1426201" y="284119"/>
                  </a:cubicBezTo>
                  <a:cubicBezTo>
                    <a:pt x="1420884" y="284626"/>
                    <a:pt x="1404930" y="294502"/>
                    <a:pt x="1404424" y="296781"/>
                  </a:cubicBezTo>
                  <a:close/>
                  <a:moveTo>
                    <a:pt x="1388471" y="297794"/>
                  </a:moveTo>
                  <a:cubicBezTo>
                    <a:pt x="1387964" y="299313"/>
                    <a:pt x="1394801" y="296527"/>
                    <a:pt x="1402398" y="291969"/>
                  </a:cubicBezTo>
                  <a:cubicBezTo>
                    <a:pt x="1406197" y="289690"/>
                    <a:pt x="1409235" y="287665"/>
                    <a:pt x="1410501" y="286398"/>
                  </a:cubicBezTo>
                  <a:cubicBezTo>
                    <a:pt x="1411768" y="285132"/>
                    <a:pt x="1411008" y="285132"/>
                    <a:pt x="1410755" y="285132"/>
                  </a:cubicBezTo>
                  <a:cubicBezTo>
                    <a:pt x="1405184" y="285892"/>
                    <a:pt x="1389230" y="295768"/>
                    <a:pt x="1388471" y="297794"/>
                  </a:cubicBezTo>
                  <a:close/>
                  <a:moveTo>
                    <a:pt x="1373024" y="299313"/>
                  </a:moveTo>
                  <a:cubicBezTo>
                    <a:pt x="1373024" y="300579"/>
                    <a:pt x="1380368" y="297034"/>
                    <a:pt x="1386698" y="293236"/>
                  </a:cubicBezTo>
                  <a:lnTo>
                    <a:pt x="1386698" y="293236"/>
                  </a:lnTo>
                  <a:cubicBezTo>
                    <a:pt x="1390243" y="291210"/>
                    <a:pt x="1396068" y="287411"/>
                    <a:pt x="1395814" y="286398"/>
                  </a:cubicBezTo>
                  <a:cubicBezTo>
                    <a:pt x="1395561" y="286398"/>
                    <a:pt x="1395561" y="286398"/>
                    <a:pt x="1395308" y="286398"/>
                  </a:cubicBezTo>
                  <a:cubicBezTo>
                    <a:pt x="1390243" y="287158"/>
                    <a:pt x="1373024" y="297794"/>
                    <a:pt x="1373024" y="299313"/>
                  </a:cubicBezTo>
                  <a:close/>
                  <a:moveTo>
                    <a:pt x="1358843" y="300832"/>
                  </a:moveTo>
                  <a:cubicBezTo>
                    <a:pt x="1359856" y="301339"/>
                    <a:pt x="1367453" y="297540"/>
                    <a:pt x="1372518" y="294502"/>
                  </a:cubicBezTo>
                  <a:cubicBezTo>
                    <a:pt x="1376063" y="292476"/>
                    <a:pt x="1382140" y="288677"/>
                    <a:pt x="1381887" y="287665"/>
                  </a:cubicBezTo>
                  <a:cubicBezTo>
                    <a:pt x="1381887" y="287665"/>
                    <a:pt x="1381634" y="287665"/>
                    <a:pt x="1381380" y="287665"/>
                  </a:cubicBezTo>
                  <a:cubicBezTo>
                    <a:pt x="1376569" y="288424"/>
                    <a:pt x="1358337" y="299060"/>
                    <a:pt x="1358843" y="300832"/>
                  </a:cubicBezTo>
                  <a:close/>
                  <a:moveTo>
                    <a:pt x="1345169" y="302098"/>
                  </a:moveTo>
                  <a:cubicBezTo>
                    <a:pt x="1346182" y="302605"/>
                    <a:pt x="1354032" y="298553"/>
                    <a:pt x="1358590" y="295768"/>
                  </a:cubicBezTo>
                  <a:cubicBezTo>
                    <a:pt x="1362135" y="293742"/>
                    <a:pt x="1368213" y="289944"/>
                    <a:pt x="1368213" y="288931"/>
                  </a:cubicBezTo>
                  <a:cubicBezTo>
                    <a:pt x="1368213" y="288931"/>
                    <a:pt x="1367960" y="288931"/>
                    <a:pt x="1367960" y="288931"/>
                  </a:cubicBezTo>
                  <a:cubicBezTo>
                    <a:pt x="1363655" y="289690"/>
                    <a:pt x="1344916" y="300579"/>
                    <a:pt x="1345169" y="302098"/>
                  </a:cubicBezTo>
                  <a:close/>
                  <a:moveTo>
                    <a:pt x="1332508" y="303618"/>
                  </a:moveTo>
                  <a:cubicBezTo>
                    <a:pt x="1333268" y="304124"/>
                    <a:pt x="1341118" y="300073"/>
                    <a:pt x="1345929" y="297287"/>
                  </a:cubicBezTo>
                  <a:cubicBezTo>
                    <a:pt x="1349474" y="295261"/>
                    <a:pt x="1355805" y="291463"/>
                    <a:pt x="1355805" y="290450"/>
                  </a:cubicBezTo>
                  <a:cubicBezTo>
                    <a:pt x="1355805" y="290450"/>
                    <a:pt x="1355551" y="290450"/>
                    <a:pt x="1355551" y="290450"/>
                  </a:cubicBezTo>
                  <a:cubicBezTo>
                    <a:pt x="1351247" y="290957"/>
                    <a:pt x="1332508" y="301845"/>
                    <a:pt x="1332508" y="303618"/>
                  </a:cubicBezTo>
                  <a:close/>
                  <a:moveTo>
                    <a:pt x="1320606" y="304884"/>
                  </a:moveTo>
                  <a:cubicBezTo>
                    <a:pt x="1322126" y="304884"/>
                    <a:pt x="1329216" y="301086"/>
                    <a:pt x="1333774" y="298553"/>
                  </a:cubicBezTo>
                  <a:cubicBezTo>
                    <a:pt x="1335293" y="297794"/>
                    <a:pt x="1342890" y="293236"/>
                    <a:pt x="1343903" y="291716"/>
                  </a:cubicBezTo>
                  <a:cubicBezTo>
                    <a:pt x="1343903" y="291716"/>
                    <a:pt x="1343903" y="291463"/>
                    <a:pt x="1343903" y="291463"/>
                  </a:cubicBezTo>
                  <a:lnTo>
                    <a:pt x="1343650" y="291463"/>
                  </a:lnTo>
                  <a:cubicBezTo>
                    <a:pt x="1339851" y="292476"/>
                    <a:pt x="1322379" y="302352"/>
                    <a:pt x="1320606" y="304884"/>
                  </a:cubicBezTo>
                  <a:cubicBezTo>
                    <a:pt x="1320606" y="304884"/>
                    <a:pt x="1320606" y="304884"/>
                    <a:pt x="1320606" y="304884"/>
                  </a:cubicBezTo>
                  <a:close/>
                  <a:moveTo>
                    <a:pt x="1309464" y="306403"/>
                  </a:moveTo>
                  <a:cubicBezTo>
                    <a:pt x="1310984" y="306403"/>
                    <a:pt x="1318580" y="302352"/>
                    <a:pt x="1322379" y="300073"/>
                  </a:cubicBezTo>
                  <a:cubicBezTo>
                    <a:pt x="1324911" y="298553"/>
                    <a:pt x="1332761" y="293995"/>
                    <a:pt x="1332761" y="293236"/>
                  </a:cubicBezTo>
                  <a:lnTo>
                    <a:pt x="1332508" y="293236"/>
                  </a:lnTo>
                  <a:cubicBezTo>
                    <a:pt x="1329469" y="293742"/>
                    <a:pt x="1309464" y="304884"/>
                    <a:pt x="1309464" y="306403"/>
                  </a:cubicBezTo>
                  <a:close/>
                  <a:moveTo>
                    <a:pt x="1299335" y="307923"/>
                  </a:moveTo>
                  <a:cubicBezTo>
                    <a:pt x="1300601" y="307923"/>
                    <a:pt x="1308198" y="303618"/>
                    <a:pt x="1312250" y="301592"/>
                  </a:cubicBezTo>
                  <a:cubicBezTo>
                    <a:pt x="1314782" y="300073"/>
                    <a:pt x="1322885" y="295515"/>
                    <a:pt x="1322885" y="294502"/>
                  </a:cubicBezTo>
                  <a:cubicBezTo>
                    <a:pt x="1322885" y="294502"/>
                    <a:pt x="1322885" y="294502"/>
                    <a:pt x="1322632" y="294502"/>
                  </a:cubicBezTo>
                  <a:cubicBezTo>
                    <a:pt x="1319593" y="295261"/>
                    <a:pt x="1299589" y="306403"/>
                    <a:pt x="1299335" y="307923"/>
                  </a:cubicBezTo>
                  <a:close/>
                  <a:moveTo>
                    <a:pt x="1289966" y="309442"/>
                  </a:moveTo>
                  <a:cubicBezTo>
                    <a:pt x="1290979" y="309442"/>
                    <a:pt x="1298829" y="305137"/>
                    <a:pt x="1302627" y="303111"/>
                  </a:cubicBezTo>
                  <a:cubicBezTo>
                    <a:pt x="1305160" y="301592"/>
                    <a:pt x="1313263" y="297034"/>
                    <a:pt x="1313516" y="296021"/>
                  </a:cubicBezTo>
                  <a:lnTo>
                    <a:pt x="1313263" y="296021"/>
                  </a:lnTo>
                  <a:cubicBezTo>
                    <a:pt x="1310730" y="296781"/>
                    <a:pt x="1290472" y="307923"/>
                    <a:pt x="1289966" y="309442"/>
                  </a:cubicBezTo>
                  <a:close/>
                  <a:moveTo>
                    <a:pt x="1294018" y="304378"/>
                  </a:moveTo>
                  <a:cubicBezTo>
                    <a:pt x="1296550" y="302858"/>
                    <a:pt x="1304653" y="298300"/>
                    <a:pt x="1305160" y="297287"/>
                  </a:cubicBezTo>
                  <a:cubicBezTo>
                    <a:pt x="1305160" y="297287"/>
                    <a:pt x="1305160" y="297287"/>
                    <a:pt x="1305160" y="297287"/>
                  </a:cubicBezTo>
                  <a:cubicBezTo>
                    <a:pt x="1302627" y="298047"/>
                    <a:pt x="1282369" y="309189"/>
                    <a:pt x="1281356" y="310708"/>
                  </a:cubicBezTo>
                  <a:cubicBezTo>
                    <a:pt x="1282369" y="310961"/>
                    <a:pt x="1290219" y="306657"/>
                    <a:pt x="1294018" y="304378"/>
                  </a:cubicBezTo>
                  <a:close/>
                  <a:moveTo>
                    <a:pt x="1286421" y="306150"/>
                  </a:moveTo>
                  <a:cubicBezTo>
                    <a:pt x="1290726" y="303871"/>
                    <a:pt x="1297563" y="299819"/>
                    <a:pt x="1297816" y="299060"/>
                  </a:cubicBezTo>
                  <a:cubicBezTo>
                    <a:pt x="1296297" y="299566"/>
                    <a:pt x="1274519" y="311215"/>
                    <a:pt x="1274013" y="312481"/>
                  </a:cubicBezTo>
                  <a:cubicBezTo>
                    <a:pt x="1276038" y="311974"/>
                    <a:pt x="1285408" y="306657"/>
                    <a:pt x="1286421" y="306150"/>
                  </a:cubicBezTo>
                  <a:close/>
                  <a:moveTo>
                    <a:pt x="1279584" y="307669"/>
                  </a:moveTo>
                  <a:cubicBezTo>
                    <a:pt x="1283889" y="305390"/>
                    <a:pt x="1290979" y="301339"/>
                    <a:pt x="1291232" y="300579"/>
                  </a:cubicBezTo>
                  <a:cubicBezTo>
                    <a:pt x="1289966" y="301086"/>
                    <a:pt x="1268189" y="312734"/>
                    <a:pt x="1267429" y="314000"/>
                  </a:cubicBezTo>
                  <a:cubicBezTo>
                    <a:pt x="1268948" y="313494"/>
                    <a:pt x="1277811" y="308682"/>
                    <a:pt x="1279584" y="307669"/>
                  </a:cubicBezTo>
                  <a:close/>
                  <a:moveTo>
                    <a:pt x="1273759" y="309189"/>
                  </a:moveTo>
                  <a:cubicBezTo>
                    <a:pt x="1278824" y="306403"/>
                    <a:pt x="1285155" y="302605"/>
                    <a:pt x="1285661" y="302098"/>
                  </a:cubicBezTo>
                  <a:cubicBezTo>
                    <a:pt x="1283635" y="302858"/>
                    <a:pt x="1262871" y="314507"/>
                    <a:pt x="1261605" y="315519"/>
                  </a:cubicBezTo>
                  <a:cubicBezTo>
                    <a:pt x="1263124" y="315266"/>
                    <a:pt x="1271987" y="310202"/>
                    <a:pt x="1273759" y="309189"/>
                  </a:cubicBezTo>
                  <a:close/>
                  <a:moveTo>
                    <a:pt x="1268695" y="310961"/>
                  </a:moveTo>
                  <a:cubicBezTo>
                    <a:pt x="1280090" y="304631"/>
                    <a:pt x="1280597" y="304124"/>
                    <a:pt x="1280850" y="303871"/>
                  </a:cubicBezTo>
                  <a:cubicBezTo>
                    <a:pt x="1279077" y="304631"/>
                    <a:pt x="1258313" y="316279"/>
                    <a:pt x="1256793" y="317545"/>
                  </a:cubicBezTo>
                  <a:cubicBezTo>
                    <a:pt x="1257806" y="317039"/>
                    <a:pt x="1264643" y="312987"/>
                    <a:pt x="1268695" y="310961"/>
                  </a:cubicBezTo>
                  <a:close/>
                  <a:moveTo>
                    <a:pt x="1277051" y="305390"/>
                  </a:moveTo>
                  <a:cubicBezTo>
                    <a:pt x="1275026" y="306403"/>
                    <a:pt x="1255274" y="317545"/>
                    <a:pt x="1252995" y="319065"/>
                  </a:cubicBezTo>
                  <a:cubicBezTo>
                    <a:pt x="1257047" y="317039"/>
                    <a:pt x="1260845" y="314760"/>
                    <a:pt x="1264643" y="312481"/>
                  </a:cubicBezTo>
                  <a:cubicBezTo>
                    <a:pt x="1268695" y="310202"/>
                    <a:pt x="1273000" y="307923"/>
                    <a:pt x="1277051" y="305390"/>
                  </a:cubicBezTo>
                  <a:close/>
                  <a:moveTo>
                    <a:pt x="3718402" y="329700"/>
                  </a:moveTo>
                  <a:cubicBezTo>
                    <a:pt x="3712071" y="326155"/>
                    <a:pt x="3705488" y="322103"/>
                    <a:pt x="3704474" y="321597"/>
                  </a:cubicBezTo>
                  <a:cubicBezTo>
                    <a:pt x="3704474" y="321597"/>
                    <a:pt x="3726758" y="334765"/>
                    <a:pt x="3728278" y="335524"/>
                  </a:cubicBezTo>
                  <a:cubicBezTo>
                    <a:pt x="3725239" y="333498"/>
                    <a:pt x="3721694" y="331726"/>
                    <a:pt x="3718402" y="329700"/>
                  </a:cubicBezTo>
                  <a:close/>
                  <a:moveTo>
                    <a:pt x="1765018" y="254492"/>
                  </a:moveTo>
                  <a:cubicBezTo>
                    <a:pt x="1764764" y="257531"/>
                    <a:pt x="1773374" y="254998"/>
                    <a:pt x="1779705" y="250187"/>
                  </a:cubicBezTo>
                  <a:cubicBezTo>
                    <a:pt x="1780464" y="249681"/>
                    <a:pt x="1781224" y="248921"/>
                    <a:pt x="1781984" y="248415"/>
                  </a:cubicBezTo>
                  <a:cubicBezTo>
                    <a:pt x="1782744" y="247655"/>
                    <a:pt x="1786542" y="243857"/>
                    <a:pt x="1782237" y="243603"/>
                  </a:cubicBezTo>
                  <a:cubicBezTo>
                    <a:pt x="1775653" y="244110"/>
                    <a:pt x="1765271" y="251200"/>
                    <a:pt x="1765018" y="254492"/>
                  </a:cubicBezTo>
                  <a:close/>
                  <a:moveTo>
                    <a:pt x="1754129" y="250694"/>
                  </a:moveTo>
                  <a:cubicBezTo>
                    <a:pt x="1754889" y="250187"/>
                    <a:pt x="1755648" y="249427"/>
                    <a:pt x="1756408" y="248921"/>
                  </a:cubicBezTo>
                  <a:cubicBezTo>
                    <a:pt x="1757168" y="248161"/>
                    <a:pt x="1761219" y="244363"/>
                    <a:pt x="1757168" y="244110"/>
                  </a:cubicBezTo>
                  <a:cubicBezTo>
                    <a:pt x="1750837" y="244616"/>
                    <a:pt x="1739948" y="251706"/>
                    <a:pt x="1739442" y="254998"/>
                  </a:cubicBezTo>
                  <a:cubicBezTo>
                    <a:pt x="1738935" y="258290"/>
                    <a:pt x="1747292" y="255758"/>
                    <a:pt x="1754129" y="250694"/>
                  </a:cubicBezTo>
                  <a:close/>
                  <a:moveTo>
                    <a:pt x="1732352" y="248921"/>
                  </a:moveTo>
                  <a:cubicBezTo>
                    <a:pt x="1733364" y="247908"/>
                    <a:pt x="1736150" y="244869"/>
                    <a:pt x="1732605" y="244869"/>
                  </a:cubicBezTo>
                  <a:cubicBezTo>
                    <a:pt x="1726274" y="245376"/>
                    <a:pt x="1715385" y="252466"/>
                    <a:pt x="1714626" y="255758"/>
                  </a:cubicBezTo>
                  <a:cubicBezTo>
                    <a:pt x="1713866" y="258797"/>
                    <a:pt x="1722223" y="256265"/>
                    <a:pt x="1729313" y="251453"/>
                  </a:cubicBezTo>
                  <a:cubicBezTo>
                    <a:pt x="1730832" y="250187"/>
                    <a:pt x="1731845" y="249427"/>
                    <a:pt x="1732352" y="248921"/>
                  </a:cubicBezTo>
                  <a:close/>
                  <a:moveTo>
                    <a:pt x="1690316" y="256771"/>
                  </a:moveTo>
                  <a:cubicBezTo>
                    <a:pt x="1690316" y="259303"/>
                    <a:pt x="1698166" y="256771"/>
                    <a:pt x="1705003" y="251960"/>
                  </a:cubicBezTo>
                  <a:cubicBezTo>
                    <a:pt x="1706522" y="250947"/>
                    <a:pt x="1707535" y="249934"/>
                    <a:pt x="1708042" y="249427"/>
                  </a:cubicBezTo>
                  <a:cubicBezTo>
                    <a:pt x="1709055" y="248415"/>
                    <a:pt x="1712093" y="245376"/>
                    <a:pt x="1708802" y="245376"/>
                  </a:cubicBezTo>
                  <a:cubicBezTo>
                    <a:pt x="1702471" y="245882"/>
                    <a:pt x="1690569" y="253732"/>
                    <a:pt x="1690316" y="256771"/>
                  </a:cubicBezTo>
                  <a:close/>
                  <a:moveTo>
                    <a:pt x="1685252" y="249681"/>
                  </a:moveTo>
                  <a:cubicBezTo>
                    <a:pt x="1686518" y="248415"/>
                    <a:pt x="1688290" y="246136"/>
                    <a:pt x="1685505" y="246136"/>
                  </a:cubicBezTo>
                  <a:cubicBezTo>
                    <a:pt x="1679427" y="246642"/>
                    <a:pt x="1667019" y="254492"/>
                    <a:pt x="1666766" y="257531"/>
                  </a:cubicBezTo>
                  <a:cubicBezTo>
                    <a:pt x="1666513" y="260063"/>
                    <a:pt x="1674616" y="257531"/>
                    <a:pt x="1681453" y="252719"/>
                  </a:cubicBezTo>
                  <a:cubicBezTo>
                    <a:pt x="1681960" y="252213"/>
                    <a:pt x="1683732" y="250947"/>
                    <a:pt x="1685252" y="249681"/>
                  </a:cubicBezTo>
                  <a:close/>
                  <a:moveTo>
                    <a:pt x="1662208" y="250440"/>
                  </a:moveTo>
                  <a:cubicBezTo>
                    <a:pt x="1663727" y="249174"/>
                    <a:pt x="1665500" y="246895"/>
                    <a:pt x="1662714" y="246895"/>
                  </a:cubicBezTo>
                  <a:cubicBezTo>
                    <a:pt x="1656637" y="247402"/>
                    <a:pt x="1644229" y="255252"/>
                    <a:pt x="1643723" y="258290"/>
                  </a:cubicBezTo>
                  <a:cubicBezTo>
                    <a:pt x="1643216" y="260823"/>
                    <a:pt x="1651066" y="258290"/>
                    <a:pt x="1658156" y="253479"/>
                  </a:cubicBezTo>
                  <a:cubicBezTo>
                    <a:pt x="1659676" y="252466"/>
                    <a:pt x="1661195" y="251200"/>
                    <a:pt x="1662208" y="250440"/>
                  </a:cubicBezTo>
                  <a:close/>
                  <a:moveTo>
                    <a:pt x="1621439" y="259050"/>
                  </a:moveTo>
                  <a:cubicBezTo>
                    <a:pt x="1620679" y="261582"/>
                    <a:pt x="1628529" y="259050"/>
                    <a:pt x="1635872" y="254239"/>
                  </a:cubicBezTo>
                  <a:cubicBezTo>
                    <a:pt x="1637898" y="252973"/>
                    <a:pt x="1639418" y="251706"/>
                    <a:pt x="1640430" y="250694"/>
                  </a:cubicBezTo>
                  <a:cubicBezTo>
                    <a:pt x="1641950" y="249427"/>
                    <a:pt x="1642963" y="247655"/>
                    <a:pt x="1640684" y="247655"/>
                  </a:cubicBezTo>
                  <a:cubicBezTo>
                    <a:pt x="1634859" y="248161"/>
                    <a:pt x="1622198" y="256011"/>
                    <a:pt x="1621439" y="259050"/>
                  </a:cubicBezTo>
                  <a:close/>
                  <a:moveTo>
                    <a:pt x="1618906" y="251453"/>
                  </a:moveTo>
                  <a:cubicBezTo>
                    <a:pt x="1620426" y="250187"/>
                    <a:pt x="1621692" y="248415"/>
                    <a:pt x="1619413" y="248415"/>
                  </a:cubicBezTo>
                  <a:cubicBezTo>
                    <a:pt x="1613335" y="248921"/>
                    <a:pt x="1599661" y="257531"/>
                    <a:pt x="1599661" y="260063"/>
                  </a:cubicBezTo>
                  <a:cubicBezTo>
                    <a:pt x="1599661" y="262089"/>
                    <a:pt x="1607258" y="259303"/>
                    <a:pt x="1614095" y="254998"/>
                  </a:cubicBezTo>
                  <a:cubicBezTo>
                    <a:pt x="1616121" y="253732"/>
                    <a:pt x="1617893" y="252466"/>
                    <a:pt x="1618906" y="251453"/>
                  </a:cubicBezTo>
                  <a:close/>
                  <a:moveTo>
                    <a:pt x="1598648" y="249174"/>
                  </a:moveTo>
                  <a:cubicBezTo>
                    <a:pt x="1592824" y="249681"/>
                    <a:pt x="1578897" y="258290"/>
                    <a:pt x="1578643" y="260823"/>
                  </a:cubicBezTo>
                  <a:cubicBezTo>
                    <a:pt x="1578390" y="262848"/>
                    <a:pt x="1585987" y="260063"/>
                    <a:pt x="1593077" y="255758"/>
                  </a:cubicBezTo>
                  <a:lnTo>
                    <a:pt x="1593077" y="255758"/>
                  </a:lnTo>
                  <a:cubicBezTo>
                    <a:pt x="1596369" y="253732"/>
                    <a:pt x="1597889" y="252213"/>
                    <a:pt x="1598648" y="251706"/>
                  </a:cubicBezTo>
                  <a:cubicBezTo>
                    <a:pt x="1601181" y="249174"/>
                    <a:pt x="1599408" y="249174"/>
                    <a:pt x="1598648" y="249174"/>
                  </a:cubicBezTo>
                  <a:close/>
                  <a:moveTo>
                    <a:pt x="1558385" y="261836"/>
                  </a:moveTo>
                  <a:cubicBezTo>
                    <a:pt x="1557879" y="263861"/>
                    <a:pt x="1565222" y="261076"/>
                    <a:pt x="1572819" y="256518"/>
                  </a:cubicBezTo>
                  <a:cubicBezTo>
                    <a:pt x="1576111" y="254492"/>
                    <a:pt x="1577884" y="252973"/>
                    <a:pt x="1578390" y="252466"/>
                  </a:cubicBezTo>
                  <a:cubicBezTo>
                    <a:pt x="1581176" y="249934"/>
                    <a:pt x="1579403" y="249934"/>
                    <a:pt x="1578897" y="249934"/>
                  </a:cubicBezTo>
                  <a:cubicBezTo>
                    <a:pt x="1572819" y="250694"/>
                    <a:pt x="1558892" y="259303"/>
                    <a:pt x="1558385" y="261836"/>
                  </a:cubicBezTo>
                  <a:close/>
                  <a:moveTo>
                    <a:pt x="1538634" y="262848"/>
                  </a:moveTo>
                  <a:cubicBezTo>
                    <a:pt x="1538127" y="264874"/>
                    <a:pt x="1545471" y="262089"/>
                    <a:pt x="1552814" y="257531"/>
                  </a:cubicBezTo>
                  <a:cubicBezTo>
                    <a:pt x="1555600" y="255758"/>
                    <a:pt x="1557879" y="254239"/>
                    <a:pt x="1559145" y="252973"/>
                  </a:cubicBezTo>
                  <a:cubicBezTo>
                    <a:pt x="1561171" y="250947"/>
                    <a:pt x="1559905" y="250947"/>
                    <a:pt x="1559398" y="250947"/>
                  </a:cubicBezTo>
                  <a:cubicBezTo>
                    <a:pt x="1553827" y="251453"/>
                    <a:pt x="1539393" y="260063"/>
                    <a:pt x="1538634" y="262848"/>
                  </a:cubicBezTo>
                  <a:close/>
                  <a:moveTo>
                    <a:pt x="1519642" y="263861"/>
                  </a:moveTo>
                  <a:cubicBezTo>
                    <a:pt x="1518882" y="265887"/>
                    <a:pt x="1526226" y="263102"/>
                    <a:pt x="1533822" y="258544"/>
                  </a:cubicBezTo>
                  <a:cubicBezTo>
                    <a:pt x="1536608" y="256771"/>
                    <a:pt x="1538887" y="255252"/>
                    <a:pt x="1540153" y="253986"/>
                  </a:cubicBezTo>
                  <a:cubicBezTo>
                    <a:pt x="1542432" y="251960"/>
                    <a:pt x="1540913" y="251960"/>
                    <a:pt x="1540406" y="251960"/>
                  </a:cubicBezTo>
                  <a:cubicBezTo>
                    <a:pt x="1535342" y="252466"/>
                    <a:pt x="1520655" y="261076"/>
                    <a:pt x="1519642" y="263861"/>
                  </a:cubicBezTo>
                  <a:close/>
                  <a:moveTo>
                    <a:pt x="1501410" y="265127"/>
                  </a:moveTo>
                  <a:cubicBezTo>
                    <a:pt x="1501156" y="266647"/>
                    <a:pt x="1508247" y="263861"/>
                    <a:pt x="1515590" y="259557"/>
                  </a:cubicBezTo>
                  <a:cubicBezTo>
                    <a:pt x="1518629" y="257784"/>
                    <a:pt x="1521414" y="255758"/>
                    <a:pt x="1522681" y="254492"/>
                  </a:cubicBezTo>
                  <a:cubicBezTo>
                    <a:pt x="1524453" y="252973"/>
                    <a:pt x="1523187" y="252973"/>
                    <a:pt x="1522681" y="252973"/>
                  </a:cubicBezTo>
                  <a:cubicBezTo>
                    <a:pt x="1517110" y="253732"/>
                    <a:pt x="1501663" y="262848"/>
                    <a:pt x="1501410" y="265127"/>
                  </a:cubicBezTo>
                  <a:close/>
                  <a:moveTo>
                    <a:pt x="1483937" y="266140"/>
                  </a:moveTo>
                  <a:cubicBezTo>
                    <a:pt x="1483684" y="267660"/>
                    <a:pt x="1490521" y="264874"/>
                    <a:pt x="1498118" y="260569"/>
                  </a:cubicBezTo>
                  <a:cubicBezTo>
                    <a:pt x="1501410" y="258797"/>
                    <a:pt x="1503942" y="256771"/>
                    <a:pt x="1505461" y="255505"/>
                  </a:cubicBezTo>
                  <a:cubicBezTo>
                    <a:pt x="1507234" y="253986"/>
                    <a:pt x="1506221" y="253986"/>
                    <a:pt x="1505714" y="253986"/>
                  </a:cubicBezTo>
                  <a:cubicBezTo>
                    <a:pt x="1499890" y="254745"/>
                    <a:pt x="1484190" y="263861"/>
                    <a:pt x="1483937" y="266140"/>
                  </a:cubicBezTo>
                  <a:close/>
                  <a:moveTo>
                    <a:pt x="1466971" y="267153"/>
                  </a:moveTo>
                  <a:cubicBezTo>
                    <a:pt x="1466464" y="268673"/>
                    <a:pt x="1473555" y="265887"/>
                    <a:pt x="1480898" y="261582"/>
                  </a:cubicBezTo>
                  <a:cubicBezTo>
                    <a:pt x="1484443" y="259557"/>
                    <a:pt x="1487482" y="257531"/>
                    <a:pt x="1488748" y="256265"/>
                  </a:cubicBezTo>
                  <a:cubicBezTo>
                    <a:pt x="1490014" y="254998"/>
                    <a:pt x="1489255" y="254998"/>
                    <a:pt x="1488748" y="254998"/>
                  </a:cubicBezTo>
                  <a:cubicBezTo>
                    <a:pt x="1483431" y="255758"/>
                    <a:pt x="1467477" y="265127"/>
                    <a:pt x="1466971" y="267153"/>
                  </a:cubicBezTo>
                  <a:close/>
                  <a:moveTo>
                    <a:pt x="1451018" y="268419"/>
                  </a:moveTo>
                  <a:cubicBezTo>
                    <a:pt x="1450511" y="269939"/>
                    <a:pt x="1457348" y="267153"/>
                    <a:pt x="1464945" y="262848"/>
                  </a:cubicBezTo>
                  <a:cubicBezTo>
                    <a:pt x="1468743" y="260823"/>
                    <a:pt x="1471782" y="258797"/>
                    <a:pt x="1473048" y="257531"/>
                  </a:cubicBezTo>
                  <a:cubicBezTo>
                    <a:pt x="1474314" y="256265"/>
                    <a:pt x="1473555" y="256265"/>
                    <a:pt x="1473301" y="256265"/>
                  </a:cubicBezTo>
                  <a:cubicBezTo>
                    <a:pt x="1467984" y="256771"/>
                    <a:pt x="1451777" y="266140"/>
                    <a:pt x="1451018" y="268419"/>
                  </a:cubicBezTo>
                  <a:close/>
                  <a:moveTo>
                    <a:pt x="1435571" y="269686"/>
                  </a:moveTo>
                  <a:cubicBezTo>
                    <a:pt x="1435571" y="270698"/>
                    <a:pt x="1442155" y="267913"/>
                    <a:pt x="1449498" y="263861"/>
                  </a:cubicBezTo>
                  <a:cubicBezTo>
                    <a:pt x="1453550" y="261582"/>
                    <a:pt x="1457095" y="259303"/>
                    <a:pt x="1458108" y="258037"/>
                  </a:cubicBezTo>
                  <a:cubicBezTo>
                    <a:pt x="1458868" y="257024"/>
                    <a:pt x="1458361" y="257024"/>
                    <a:pt x="1458108" y="257024"/>
                  </a:cubicBezTo>
                  <a:cubicBezTo>
                    <a:pt x="1452537" y="258037"/>
                    <a:pt x="1435318" y="268166"/>
                    <a:pt x="1435571" y="269686"/>
                  </a:cubicBezTo>
                  <a:close/>
                  <a:moveTo>
                    <a:pt x="1421137" y="270952"/>
                  </a:moveTo>
                  <a:cubicBezTo>
                    <a:pt x="1422403" y="271458"/>
                    <a:pt x="1430253" y="267660"/>
                    <a:pt x="1434811" y="265127"/>
                  </a:cubicBezTo>
                  <a:cubicBezTo>
                    <a:pt x="1438356" y="263102"/>
                    <a:pt x="1444434" y="259557"/>
                    <a:pt x="1444180" y="258544"/>
                  </a:cubicBezTo>
                  <a:cubicBezTo>
                    <a:pt x="1444180" y="258544"/>
                    <a:pt x="1443927" y="258544"/>
                    <a:pt x="1443674" y="258544"/>
                  </a:cubicBezTo>
                  <a:cubicBezTo>
                    <a:pt x="1438863" y="259303"/>
                    <a:pt x="1420630" y="269432"/>
                    <a:pt x="1421137" y="270952"/>
                  </a:cubicBezTo>
                  <a:close/>
                  <a:moveTo>
                    <a:pt x="1407209" y="272218"/>
                  </a:moveTo>
                  <a:cubicBezTo>
                    <a:pt x="1408222" y="272724"/>
                    <a:pt x="1415819" y="268926"/>
                    <a:pt x="1420884" y="266140"/>
                  </a:cubicBezTo>
                  <a:cubicBezTo>
                    <a:pt x="1424429" y="264115"/>
                    <a:pt x="1430760" y="260569"/>
                    <a:pt x="1430506" y="259557"/>
                  </a:cubicBezTo>
                  <a:cubicBezTo>
                    <a:pt x="1430506" y="259557"/>
                    <a:pt x="1430253" y="259557"/>
                    <a:pt x="1430253" y="259557"/>
                  </a:cubicBezTo>
                  <a:cubicBezTo>
                    <a:pt x="1425695" y="260316"/>
                    <a:pt x="1406956" y="270698"/>
                    <a:pt x="1407209" y="272218"/>
                  </a:cubicBezTo>
                  <a:close/>
                  <a:moveTo>
                    <a:pt x="1394042" y="273484"/>
                  </a:moveTo>
                  <a:cubicBezTo>
                    <a:pt x="1394801" y="273990"/>
                    <a:pt x="1402651" y="270192"/>
                    <a:pt x="1407463" y="267407"/>
                  </a:cubicBezTo>
                  <a:cubicBezTo>
                    <a:pt x="1411261" y="265381"/>
                    <a:pt x="1417339" y="261836"/>
                    <a:pt x="1417339" y="260823"/>
                  </a:cubicBezTo>
                  <a:cubicBezTo>
                    <a:pt x="1417339" y="260823"/>
                    <a:pt x="1417085" y="260823"/>
                    <a:pt x="1417085" y="260823"/>
                  </a:cubicBezTo>
                  <a:cubicBezTo>
                    <a:pt x="1413034" y="261582"/>
                    <a:pt x="1394295" y="271965"/>
                    <a:pt x="1394042" y="273484"/>
                  </a:cubicBezTo>
                  <a:close/>
                  <a:moveTo>
                    <a:pt x="1405184" y="262342"/>
                  </a:moveTo>
                  <a:cubicBezTo>
                    <a:pt x="1401132" y="263102"/>
                    <a:pt x="1383659" y="272471"/>
                    <a:pt x="1381887" y="274750"/>
                  </a:cubicBezTo>
                  <a:cubicBezTo>
                    <a:pt x="1381887" y="274750"/>
                    <a:pt x="1381887" y="275003"/>
                    <a:pt x="1381887" y="275003"/>
                  </a:cubicBezTo>
                  <a:cubicBezTo>
                    <a:pt x="1383406" y="275003"/>
                    <a:pt x="1391256" y="270952"/>
                    <a:pt x="1395055" y="268926"/>
                  </a:cubicBezTo>
                  <a:cubicBezTo>
                    <a:pt x="1396574" y="268166"/>
                    <a:pt x="1404171" y="263861"/>
                    <a:pt x="1405184" y="262595"/>
                  </a:cubicBezTo>
                  <a:cubicBezTo>
                    <a:pt x="1405437" y="262342"/>
                    <a:pt x="1405437" y="262342"/>
                    <a:pt x="1405184" y="262342"/>
                  </a:cubicBezTo>
                  <a:cubicBezTo>
                    <a:pt x="1405437" y="262342"/>
                    <a:pt x="1405184" y="262342"/>
                    <a:pt x="1405184" y="262342"/>
                  </a:cubicBezTo>
                  <a:close/>
                  <a:moveTo>
                    <a:pt x="1370492" y="276269"/>
                  </a:moveTo>
                  <a:cubicBezTo>
                    <a:pt x="1372011" y="276269"/>
                    <a:pt x="1379861" y="272218"/>
                    <a:pt x="1383659" y="270192"/>
                  </a:cubicBezTo>
                  <a:cubicBezTo>
                    <a:pt x="1385179" y="269432"/>
                    <a:pt x="1392776" y="265127"/>
                    <a:pt x="1394042" y="263861"/>
                  </a:cubicBezTo>
                  <a:cubicBezTo>
                    <a:pt x="1394042" y="263861"/>
                    <a:pt x="1394042" y="263608"/>
                    <a:pt x="1394042" y="263608"/>
                  </a:cubicBezTo>
                  <a:cubicBezTo>
                    <a:pt x="1394042" y="263608"/>
                    <a:pt x="1393789" y="263608"/>
                    <a:pt x="1393789" y="263608"/>
                  </a:cubicBezTo>
                  <a:cubicBezTo>
                    <a:pt x="1390243" y="264368"/>
                    <a:pt x="1372518" y="273737"/>
                    <a:pt x="1370492" y="276269"/>
                  </a:cubicBezTo>
                  <a:cubicBezTo>
                    <a:pt x="1370492" y="276269"/>
                    <a:pt x="1370492" y="276269"/>
                    <a:pt x="1370492" y="276269"/>
                  </a:cubicBezTo>
                  <a:close/>
                  <a:moveTo>
                    <a:pt x="1359856" y="277789"/>
                  </a:moveTo>
                  <a:cubicBezTo>
                    <a:pt x="1361122" y="277789"/>
                    <a:pt x="1368972" y="273737"/>
                    <a:pt x="1373024" y="271711"/>
                  </a:cubicBezTo>
                  <a:cubicBezTo>
                    <a:pt x="1375556" y="270445"/>
                    <a:pt x="1383659" y="265887"/>
                    <a:pt x="1383659" y="265127"/>
                  </a:cubicBezTo>
                  <a:lnTo>
                    <a:pt x="1383406" y="265127"/>
                  </a:lnTo>
                  <a:cubicBezTo>
                    <a:pt x="1380368" y="265634"/>
                    <a:pt x="1360109" y="276269"/>
                    <a:pt x="1359856" y="277789"/>
                  </a:cubicBezTo>
                  <a:close/>
                  <a:moveTo>
                    <a:pt x="1350234" y="279055"/>
                  </a:moveTo>
                  <a:cubicBezTo>
                    <a:pt x="1351500" y="279055"/>
                    <a:pt x="1359097" y="275003"/>
                    <a:pt x="1363148" y="272977"/>
                  </a:cubicBezTo>
                  <a:cubicBezTo>
                    <a:pt x="1365680" y="271711"/>
                    <a:pt x="1373784" y="267153"/>
                    <a:pt x="1374037" y="266394"/>
                  </a:cubicBezTo>
                  <a:lnTo>
                    <a:pt x="1373784" y="266394"/>
                  </a:lnTo>
                  <a:cubicBezTo>
                    <a:pt x="1370998" y="266900"/>
                    <a:pt x="1350487" y="277536"/>
                    <a:pt x="1350234" y="279055"/>
                  </a:cubicBezTo>
                  <a:close/>
                  <a:moveTo>
                    <a:pt x="1365174" y="267660"/>
                  </a:moveTo>
                  <a:cubicBezTo>
                    <a:pt x="1362389" y="268419"/>
                    <a:pt x="1341877" y="279055"/>
                    <a:pt x="1341371" y="280574"/>
                  </a:cubicBezTo>
                  <a:cubicBezTo>
                    <a:pt x="1342384" y="280574"/>
                    <a:pt x="1350234" y="276523"/>
                    <a:pt x="1354285" y="274497"/>
                  </a:cubicBezTo>
                  <a:lnTo>
                    <a:pt x="1354285" y="274497"/>
                  </a:lnTo>
                  <a:cubicBezTo>
                    <a:pt x="1356564" y="272977"/>
                    <a:pt x="1364921" y="268419"/>
                    <a:pt x="1365174" y="267660"/>
                  </a:cubicBezTo>
                  <a:lnTo>
                    <a:pt x="1365174" y="267660"/>
                  </a:lnTo>
                  <a:close/>
                  <a:moveTo>
                    <a:pt x="1333268" y="282094"/>
                  </a:moveTo>
                  <a:cubicBezTo>
                    <a:pt x="1335293" y="281587"/>
                    <a:pt x="1344663" y="276523"/>
                    <a:pt x="1345929" y="276016"/>
                  </a:cubicBezTo>
                  <a:cubicBezTo>
                    <a:pt x="1346942" y="275510"/>
                    <a:pt x="1356311" y="270445"/>
                    <a:pt x="1357324" y="269432"/>
                  </a:cubicBezTo>
                  <a:cubicBezTo>
                    <a:pt x="1357324" y="269432"/>
                    <a:pt x="1357324" y="269432"/>
                    <a:pt x="1357324" y="269432"/>
                  </a:cubicBezTo>
                  <a:cubicBezTo>
                    <a:pt x="1354032" y="269939"/>
                    <a:pt x="1334787" y="280321"/>
                    <a:pt x="1333268" y="282094"/>
                  </a:cubicBezTo>
                  <a:cubicBezTo>
                    <a:pt x="1333014" y="281840"/>
                    <a:pt x="1333268" y="282094"/>
                    <a:pt x="1333268" y="282094"/>
                  </a:cubicBezTo>
                  <a:close/>
                  <a:moveTo>
                    <a:pt x="1338332" y="277282"/>
                  </a:moveTo>
                  <a:cubicBezTo>
                    <a:pt x="1342637" y="275003"/>
                    <a:pt x="1349727" y="271205"/>
                    <a:pt x="1349980" y="270698"/>
                  </a:cubicBezTo>
                  <a:cubicBezTo>
                    <a:pt x="1348461" y="271205"/>
                    <a:pt x="1326430" y="282347"/>
                    <a:pt x="1325924" y="283613"/>
                  </a:cubicBezTo>
                  <a:cubicBezTo>
                    <a:pt x="1327697" y="282853"/>
                    <a:pt x="1336559" y="278295"/>
                    <a:pt x="1338332" y="277282"/>
                  </a:cubicBezTo>
                  <a:close/>
                  <a:moveTo>
                    <a:pt x="1331748" y="278802"/>
                  </a:moveTo>
                  <a:cubicBezTo>
                    <a:pt x="1337066" y="276016"/>
                    <a:pt x="1343397" y="272724"/>
                    <a:pt x="1343650" y="272218"/>
                  </a:cubicBezTo>
                  <a:cubicBezTo>
                    <a:pt x="1341371" y="272977"/>
                    <a:pt x="1320353" y="284119"/>
                    <a:pt x="1319340" y="285132"/>
                  </a:cubicBezTo>
                  <a:cubicBezTo>
                    <a:pt x="1321113" y="284373"/>
                    <a:pt x="1329976" y="279815"/>
                    <a:pt x="1331748" y="278802"/>
                  </a:cubicBezTo>
                  <a:close/>
                  <a:moveTo>
                    <a:pt x="1326177" y="280321"/>
                  </a:moveTo>
                  <a:cubicBezTo>
                    <a:pt x="1333774" y="276269"/>
                    <a:pt x="1337826" y="273990"/>
                    <a:pt x="1338332" y="273737"/>
                  </a:cubicBezTo>
                  <a:cubicBezTo>
                    <a:pt x="1336306" y="274497"/>
                    <a:pt x="1315288" y="285639"/>
                    <a:pt x="1314022" y="286652"/>
                  </a:cubicBezTo>
                  <a:cubicBezTo>
                    <a:pt x="1315542" y="286145"/>
                    <a:pt x="1324405" y="281334"/>
                    <a:pt x="1326177" y="280321"/>
                  </a:cubicBezTo>
                  <a:close/>
                  <a:moveTo>
                    <a:pt x="1321366" y="281840"/>
                  </a:moveTo>
                  <a:cubicBezTo>
                    <a:pt x="1325418" y="279561"/>
                    <a:pt x="1329976" y="277789"/>
                    <a:pt x="1333774" y="275003"/>
                  </a:cubicBezTo>
                  <a:cubicBezTo>
                    <a:pt x="1332255" y="275763"/>
                    <a:pt x="1311237" y="286652"/>
                    <a:pt x="1309464" y="287918"/>
                  </a:cubicBezTo>
                  <a:cubicBezTo>
                    <a:pt x="1313516" y="286398"/>
                    <a:pt x="1317568" y="284119"/>
                    <a:pt x="1321366" y="281840"/>
                  </a:cubicBezTo>
                  <a:close/>
                  <a:moveTo>
                    <a:pt x="1330229" y="276776"/>
                  </a:moveTo>
                  <a:cubicBezTo>
                    <a:pt x="1329722" y="277029"/>
                    <a:pt x="1329216" y="277282"/>
                    <a:pt x="1328963" y="277536"/>
                  </a:cubicBezTo>
                  <a:lnTo>
                    <a:pt x="1308705" y="288424"/>
                  </a:lnTo>
                  <a:cubicBezTo>
                    <a:pt x="1307692" y="288931"/>
                    <a:pt x="1306932" y="289437"/>
                    <a:pt x="1305919" y="289944"/>
                  </a:cubicBezTo>
                  <a:cubicBezTo>
                    <a:pt x="1309971" y="287918"/>
                    <a:pt x="1313769" y="285639"/>
                    <a:pt x="1317821" y="283613"/>
                  </a:cubicBezTo>
                  <a:cubicBezTo>
                    <a:pt x="1321872" y="281334"/>
                    <a:pt x="1325924" y="279055"/>
                    <a:pt x="1330229" y="276776"/>
                  </a:cubicBezTo>
                  <a:close/>
                  <a:moveTo>
                    <a:pt x="3672568" y="303365"/>
                  </a:moveTo>
                  <a:cubicBezTo>
                    <a:pt x="3669530" y="301592"/>
                    <a:pt x="3666491" y="300073"/>
                    <a:pt x="3663452" y="298300"/>
                  </a:cubicBezTo>
                  <a:lnTo>
                    <a:pt x="3673581" y="303871"/>
                  </a:lnTo>
                  <a:cubicBezTo>
                    <a:pt x="3673075" y="303871"/>
                    <a:pt x="3672821" y="303618"/>
                    <a:pt x="3672568" y="303365"/>
                  </a:cubicBezTo>
                  <a:close/>
                  <a:moveTo>
                    <a:pt x="2453539" y="226384"/>
                  </a:moveTo>
                  <a:cubicBezTo>
                    <a:pt x="2456324" y="231448"/>
                    <a:pt x="2466453" y="230182"/>
                    <a:pt x="2467719" y="224358"/>
                  </a:cubicBezTo>
                  <a:cubicBezTo>
                    <a:pt x="2468226" y="222079"/>
                    <a:pt x="2466960" y="218281"/>
                    <a:pt x="2461136" y="217774"/>
                  </a:cubicBezTo>
                  <a:cubicBezTo>
                    <a:pt x="2454805" y="218027"/>
                    <a:pt x="2451513" y="222839"/>
                    <a:pt x="2453539" y="226384"/>
                  </a:cubicBezTo>
                  <a:close/>
                  <a:moveTo>
                    <a:pt x="1768563" y="218787"/>
                  </a:moveTo>
                  <a:cubicBezTo>
                    <a:pt x="1762485" y="219294"/>
                    <a:pt x="1751344" y="226131"/>
                    <a:pt x="1750584" y="229169"/>
                  </a:cubicBezTo>
                  <a:cubicBezTo>
                    <a:pt x="1749824" y="231955"/>
                    <a:pt x="1757927" y="229676"/>
                    <a:pt x="1764764" y="225118"/>
                  </a:cubicBezTo>
                  <a:cubicBezTo>
                    <a:pt x="1765524" y="224611"/>
                    <a:pt x="1767043" y="223345"/>
                    <a:pt x="1768310" y="222332"/>
                  </a:cubicBezTo>
                  <a:cubicBezTo>
                    <a:pt x="1769576" y="220813"/>
                    <a:pt x="1771348" y="218787"/>
                    <a:pt x="1768563" y="218787"/>
                  </a:cubicBezTo>
                  <a:close/>
                  <a:moveTo>
                    <a:pt x="1745266" y="222839"/>
                  </a:moveTo>
                  <a:cubicBezTo>
                    <a:pt x="1746532" y="221573"/>
                    <a:pt x="1748305" y="219547"/>
                    <a:pt x="1745773" y="219547"/>
                  </a:cubicBezTo>
                  <a:cubicBezTo>
                    <a:pt x="1739442" y="220053"/>
                    <a:pt x="1727540" y="227397"/>
                    <a:pt x="1727287" y="230436"/>
                  </a:cubicBezTo>
                  <a:cubicBezTo>
                    <a:pt x="1727034" y="232715"/>
                    <a:pt x="1734884" y="230436"/>
                    <a:pt x="1741721" y="225877"/>
                  </a:cubicBezTo>
                  <a:cubicBezTo>
                    <a:pt x="1742987" y="224611"/>
                    <a:pt x="1744506" y="223598"/>
                    <a:pt x="1745266" y="222839"/>
                  </a:cubicBezTo>
                  <a:close/>
                  <a:moveTo>
                    <a:pt x="1723489" y="222839"/>
                  </a:moveTo>
                  <a:cubicBezTo>
                    <a:pt x="1724755" y="221573"/>
                    <a:pt x="1725768" y="220053"/>
                    <a:pt x="1723489" y="220053"/>
                  </a:cubicBezTo>
                  <a:cubicBezTo>
                    <a:pt x="1717411" y="220560"/>
                    <a:pt x="1705256" y="227903"/>
                    <a:pt x="1704750" y="230689"/>
                  </a:cubicBezTo>
                  <a:cubicBezTo>
                    <a:pt x="1704244" y="232968"/>
                    <a:pt x="1712093" y="230689"/>
                    <a:pt x="1718930" y="226131"/>
                  </a:cubicBezTo>
                  <a:cubicBezTo>
                    <a:pt x="1720703" y="225118"/>
                    <a:pt x="1722476" y="223852"/>
                    <a:pt x="1723489" y="222839"/>
                  </a:cubicBezTo>
                  <a:close/>
                  <a:moveTo>
                    <a:pt x="1696900" y="226890"/>
                  </a:moveTo>
                  <a:cubicBezTo>
                    <a:pt x="1698926" y="225624"/>
                    <a:pt x="1700445" y="224611"/>
                    <a:pt x="1701458" y="223598"/>
                  </a:cubicBezTo>
                  <a:cubicBezTo>
                    <a:pt x="1702724" y="222332"/>
                    <a:pt x="1703990" y="220813"/>
                    <a:pt x="1701711" y="220813"/>
                  </a:cubicBezTo>
                  <a:cubicBezTo>
                    <a:pt x="1695887" y="221319"/>
                    <a:pt x="1683479" y="228916"/>
                    <a:pt x="1682719" y="231702"/>
                  </a:cubicBezTo>
                  <a:cubicBezTo>
                    <a:pt x="1682213" y="233981"/>
                    <a:pt x="1689810" y="231448"/>
                    <a:pt x="1696900" y="226890"/>
                  </a:cubicBezTo>
                  <a:close/>
                  <a:moveTo>
                    <a:pt x="1680694" y="223852"/>
                  </a:moveTo>
                  <a:cubicBezTo>
                    <a:pt x="1683226" y="221573"/>
                    <a:pt x="1681453" y="221573"/>
                    <a:pt x="1680694" y="221319"/>
                  </a:cubicBezTo>
                  <a:cubicBezTo>
                    <a:pt x="1674869" y="221826"/>
                    <a:pt x="1662208" y="229423"/>
                    <a:pt x="1661195" y="232208"/>
                  </a:cubicBezTo>
                  <a:cubicBezTo>
                    <a:pt x="1660435" y="234487"/>
                    <a:pt x="1668032" y="232208"/>
                    <a:pt x="1675376" y="227650"/>
                  </a:cubicBezTo>
                  <a:cubicBezTo>
                    <a:pt x="1678668" y="225624"/>
                    <a:pt x="1680187" y="224358"/>
                    <a:pt x="1680694" y="223852"/>
                  </a:cubicBezTo>
                  <a:close/>
                  <a:moveTo>
                    <a:pt x="1654864" y="228410"/>
                  </a:moveTo>
                  <a:cubicBezTo>
                    <a:pt x="1657143" y="227144"/>
                    <a:pt x="1659169" y="225624"/>
                    <a:pt x="1660182" y="224611"/>
                  </a:cubicBezTo>
                  <a:cubicBezTo>
                    <a:pt x="1662714" y="222332"/>
                    <a:pt x="1660942" y="222332"/>
                    <a:pt x="1660435" y="222079"/>
                  </a:cubicBezTo>
                  <a:cubicBezTo>
                    <a:pt x="1654611" y="222586"/>
                    <a:pt x="1640937" y="230689"/>
                    <a:pt x="1640684" y="233221"/>
                  </a:cubicBezTo>
                  <a:cubicBezTo>
                    <a:pt x="1640430" y="235247"/>
                    <a:pt x="1647774" y="232715"/>
                    <a:pt x="1654864" y="228410"/>
                  </a:cubicBezTo>
                  <a:close/>
                  <a:moveTo>
                    <a:pt x="1620426" y="234234"/>
                  </a:moveTo>
                  <a:cubicBezTo>
                    <a:pt x="1620172" y="236006"/>
                    <a:pt x="1627516" y="233474"/>
                    <a:pt x="1634606" y="229423"/>
                  </a:cubicBezTo>
                  <a:cubicBezTo>
                    <a:pt x="1635872" y="228663"/>
                    <a:pt x="1638911" y="226637"/>
                    <a:pt x="1640684" y="225118"/>
                  </a:cubicBezTo>
                  <a:cubicBezTo>
                    <a:pt x="1642710" y="223092"/>
                    <a:pt x="1641190" y="223092"/>
                    <a:pt x="1640684" y="223092"/>
                  </a:cubicBezTo>
                  <a:cubicBezTo>
                    <a:pt x="1634859" y="223598"/>
                    <a:pt x="1620932" y="231702"/>
                    <a:pt x="1620426" y="234234"/>
                  </a:cubicBezTo>
                  <a:close/>
                  <a:moveTo>
                    <a:pt x="1600927" y="234994"/>
                  </a:moveTo>
                  <a:cubicBezTo>
                    <a:pt x="1600421" y="236766"/>
                    <a:pt x="1607764" y="234234"/>
                    <a:pt x="1614855" y="230182"/>
                  </a:cubicBezTo>
                  <a:cubicBezTo>
                    <a:pt x="1617640" y="228663"/>
                    <a:pt x="1619919" y="227144"/>
                    <a:pt x="1621185" y="225877"/>
                  </a:cubicBezTo>
                  <a:cubicBezTo>
                    <a:pt x="1623211" y="223852"/>
                    <a:pt x="1621945" y="223852"/>
                    <a:pt x="1621439" y="223852"/>
                  </a:cubicBezTo>
                  <a:cubicBezTo>
                    <a:pt x="1615868" y="224358"/>
                    <a:pt x="1601687" y="232461"/>
                    <a:pt x="1600927" y="234994"/>
                  </a:cubicBezTo>
                  <a:close/>
                  <a:moveTo>
                    <a:pt x="1582189" y="236006"/>
                  </a:moveTo>
                  <a:cubicBezTo>
                    <a:pt x="1581429" y="237779"/>
                    <a:pt x="1588772" y="235247"/>
                    <a:pt x="1596116" y="231195"/>
                  </a:cubicBezTo>
                  <a:cubicBezTo>
                    <a:pt x="1599155" y="229423"/>
                    <a:pt x="1601687" y="227650"/>
                    <a:pt x="1602953" y="226384"/>
                  </a:cubicBezTo>
                  <a:cubicBezTo>
                    <a:pt x="1604472" y="224865"/>
                    <a:pt x="1603460" y="224865"/>
                    <a:pt x="1602953" y="224865"/>
                  </a:cubicBezTo>
                  <a:cubicBezTo>
                    <a:pt x="1597382" y="225371"/>
                    <a:pt x="1583201" y="233474"/>
                    <a:pt x="1582189" y="236006"/>
                  </a:cubicBezTo>
                  <a:close/>
                  <a:moveTo>
                    <a:pt x="1563956" y="237019"/>
                  </a:moveTo>
                  <a:cubicBezTo>
                    <a:pt x="1563956" y="238539"/>
                    <a:pt x="1570793" y="235753"/>
                    <a:pt x="1577884" y="231955"/>
                  </a:cubicBezTo>
                  <a:cubicBezTo>
                    <a:pt x="1580922" y="230182"/>
                    <a:pt x="1583708" y="228410"/>
                    <a:pt x="1584974" y="227144"/>
                  </a:cubicBezTo>
                  <a:cubicBezTo>
                    <a:pt x="1586493" y="225624"/>
                    <a:pt x="1585481" y="225624"/>
                    <a:pt x="1584974" y="225624"/>
                  </a:cubicBezTo>
                  <a:cubicBezTo>
                    <a:pt x="1579656" y="226131"/>
                    <a:pt x="1564210" y="234994"/>
                    <a:pt x="1563956" y="237019"/>
                  </a:cubicBezTo>
                  <a:close/>
                  <a:moveTo>
                    <a:pt x="1546484" y="238032"/>
                  </a:moveTo>
                  <a:cubicBezTo>
                    <a:pt x="1546231" y="239552"/>
                    <a:pt x="1553068" y="236766"/>
                    <a:pt x="1560411" y="232715"/>
                  </a:cubicBezTo>
                  <a:cubicBezTo>
                    <a:pt x="1563956" y="230689"/>
                    <a:pt x="1566995" y="228916"/>
                    <a:pt x="1568008" y="227650"/>
                  </a:cubicBezTo>
                  <a:cubicBezTo>
                    <a:pt x="1569274" y="226384"/>
                    <a:pt x="1568261" y="226384"/>
                    <a:pt x="1568008" y="226384"/>
                  </a:cubicBezTo>
                  <a:cubicBezTo>
                    <a:pt x="1562690" y="227144"/>
                    <a:pt x="1546737" y="236006"/>
                    <a:pt x="1546484" y="238032"/>
                  </a:cubicBezTo>
                  <a:close/>
                  <a:moveTo>
                    <a:pt x="1529771" y="239045"/>
                  </a:moveTo>
                  <a:cubicBezTo>
                    <a:pt x="1529518" y="240311"/>
                    <a:pt x="1536355" y="237779"/>
                    <a:pt x="1543698" y="233727"/>
                  </a:cubicBezTo>
                  <a:cubicBezTo>
                    <a:pt x="1547497" y="231702"/>
                    <a:pt x="1550282" y="229929"/>
                    <a:pt x="1551548" y="228663"/>
                  </a:cubicBezTo>
                  <a:cubicBezTo>
                    <a:pt x="1552814" y="227397"/>
                    <a:pt x="1552055" y="227397"/>
                    <a:pt x="1551548" y="227397"/>
                  </a:cubicBezTo>
                  <a:cubicBezTo>
                    <a:pt x="1546231" y="228157"/>
                    <a:pt x="1530277" y="237019"/>
                    <a:pt x="1529771" y="239045"/>
                  </a:cubicBezTo>
                  <a:close/>
                  <a:moveTo>
                    <a:pt x="1513564" y="240058"/>
                  </a:moveTo>
                  <a:cubicBezTo>
                    <a:pt x="1513058" y="241324"/>
                    <a:pt x="1519895" y="238792"/>
                    <a:pt x="1527239" y="234740"/>
                  </a:cubicBezTo>
                  <a:cubicBezTo>
                    <a:pt x="1531290" y="232461"/>
                    <a:pt x="1534582" y="230436"/>
                    <a:pt x="1535595" y="229423"/>
                  </a:cubicBezTo>
                  <a:cubicBezTo>
                    <a:pt x="1536355" y="228663"/>
                    <a:pt x="1535848" y="228663"/>
                    <a:pt x="1535342" y="228663"/>
                  </a:cubicBezTo>
                  <a:cubicBezTo>
                    <a:pt x="1530530" y="229169"/>
                    <a:pt x="1514324" y="238032"/>
                    <a:pt x="1513564" y="240058"/>
                  </a:cubicBezTo>
                  <a:close/>
                  <a:moveTo>
                    <a:pt x="1498371" y="241324"/>
                  </a:moveTo>
                  <a:cubicBezTo>
                    <a:pt x="1497611" y="242590"/>
                    <a:pt x="1504448" y="240058"/>
                    <a:pt x="1512045" y="236006"/>
                  </a:cubicBezTo>
                  <a:cubicBezTo>
                    <a:pt x="1516097" y="233727"/>
                    <a:pt x="1519642" y="231702"/>
                    <a:pt x="1520655" y="230689"/>
                  </a:cubicBezTo>
                  <a:cubicBezTo>
                    <a:pt x="1521668" y="229929"/>
                    <a:pt x="1520908" y="229929"/>
                    <a:pt x="1520655" y="229929"/>
                  </a:cubicBezTo>
                  <a:cubicBezTo>
                    <a:pt x="1515590" y="230436"/>
                    <a:pt x="1499131" y="239298"/>
                    <a:pt x="1498371" y="241324"/>
                  </a:cubicBezTo>
                  <a:close/>
                  <a:moveTo>
                    <a:pt x="1483684" y="242590"/>
                  </a:moveTo>
                  <a:cubicBezTo>
                    <a:pt x="1484950" y="243097"/>
                    <a:pt x="1492800" y="239552"/>
                    <a:pt x="1497358" y="237019"/>
                  </a:cubicBezTo>
                  <a:cubicBezTo>
                    <a:pt x="1500903" y="234994"/>
                    <a:pt x="1506980" y="231702"/>
                    <a:pt x="1506727" y="230689"/>
                  </a:cubicBezTo>
                  <a:cubicBezTo>
                    <a:pt x="1506727" y="230689"/>
                    <a:pt x="1506474" y="230689"/>
                    <a:pt x="1506221" y="230689"/>
                  </a:cubicBezTo>
                  <a:cubicBezTo>
                    <a:pt x="1501410" y="231448"/>
                    <a:pt x="1483177" y="241071"/>
                    <a:pt x="1483684" y="242590"/>
                  </a:cubicBezTo>
                  <a:close/>
                  <a:moveTo>
                    <a:pt x="1469756" y="243857"/>
                  </a:moveTo>
                  <a:cubicBezTo>
                    <a:pt x="1470769" y="244363"/>
                    <a:pt x="1478619" y="240565"/>
                    <a:pt x="1483177" y="238286"/>
                  </a:cubicBezTo>
                  <a:cubicBezTo>
                    <a:pt x="1486722" y="236260"/>
                    <a:pt x="1493053" y="232968"/>
                    <a:pt x="1492800" y="231955"/>
                  </a:cubicBezTo>
                  <a:cubicBezTo>
                    <a:pt x="1492800" y="231955"/>
                    <a:pt x="1492547" y="231955"/>
                    <a:pt x="1492293" y="231955"/>
                  </a:cubicBezTo>
                  <a:cubicBezTo>
                    <a:pt x="1487735" y="232715"/>
                    <a:pt x="1469250" y="242337"/>
                    <a:pt x="1469756" y="243857"/>
                  </a:cubicBezTo>
                  <a:close/>
                  <a:moveTo>
                    <a:pt x="1456589" y="244869"/>
                  </a:moveTo>
                  <a:cubicBezTo>
                    <a:pt x="1457601" y="245376"/>
                    <a:pt x="1465451" y="241577"/>
                    <a:pt x="1470009" y="239298"/>
                  </a:cubicBezTo>
                  <a:cubicBezTo>
                    <a:pt x="1473808" y="237273"/>
                    <a:pt x="1479885" y="233981"/>
                    <a:pt x="1479885" y="232968"/>
                  </a:cubicBezTo>
                  <a:cubicBezTo>
                    <a:pt x="1479885" y="232968"/>
                    <a:pt x="1479632" y="232968"/>
                    <a:pt x="1479632" y="232968"/>
                  </a:cubicBezTo>
                  <a:cubicBezTo>
                    <a:pt x="1475074" y="233727"/>
                    <a:pt x="1456335" y="243350"/>
                    <a:pt x="1456589" y="244869"/>
                  </a:cubicBezTo>
                  <a:close/>
                  <a:moveTo>
                    <a:pt x="1467224" y="234234"/>
                  </a:moveTo>
                  <a:cubicBezTo>
                    <a:pt x="1463172" y="234994"/>
                    <a:pt x="1444180" y="244616"/>
                    <a:pt x="1443927" y="246136"/>
                  </a:cubicBezTo>
                  <a:cubicBezTo>
                    <a:pt x="1444687" y="246642"/>
                    <a:pt x="1452537" y="242844"/>
                    <a:pt x="1457348" y="240565"/>
                  </a:cubicBezTo>
                  <a:cubicBezTo>
                    <a:pt x="1458868" y="239805"/>
                    <a:pt x="1466464" y="235753"/>
                    <a:pt x="1467477" y="234487"/>
                  </a:cubicBezTo>
                  <a:cubicBezTo>
                    <a:pt x="1467477" y="234487"/>
                    <a:pt x="1467477" y="234234"/>
                    <a:pt x="1467224" y="234234"/>
                  </a:cubicBezTo>
                  <a:lnTo>
                    <a:pt x="1467224" y="234234"/>
                  </a:lnTo>
                  <a:close/>
                  <a:moveTo>
                    <a:pt x="1432532" y="247402"/>
                  </a:moveTo>
                  <a:cubicBezTo>
                    <a:pt x="1434051" y="247402"/>
                    <a:pt x="1441901" y="243603"/>
                    <a:pt x="1445700" y="241577"/>
                  </a:cubicBezTo>
                  <a:cubicBezTo>
                    <a:pt x="1447219" y="240818"/>
                    <a:pt x="1454816" y="236766"/>
                    <a:pt x="1456082" y="235500"/>
                  </a:cubicBezTo>
                  <a:cubicBezTo>
                    <a:pt x="1456082" y="235500"/>
                    <a:pt x="1456082" y="235247"/>
                    <a:pt x="1456082" y="235247"/>
                  </a:cubicBezTo>
                  <a:cubicBezTo>
                    <a:pt x="1456082" y="235247"/>
                    <a:pt x="1455829" y="235247"/>
                    <a:pt x="1455829" y="235247"/>
                  </a:cubicBezTo>
                  <a:cubicBezTo>
                    <a:pt x="1452030" y="236260"/>
                    <a:pt x="1434051" y="245376"/>
                    <a:pt x="1432532" y="247402"/>
                  </a:cubicBezTo>
                  <a:cubicBezTo>
                    <a:pt x="1432279" y="247402"/>
                    <a:pt x="1432279" y="247402"/>
                    <a:pt x="1432532" y="247402"/>
                  </a:cubicBezTo>
                  <a:close/>
                  <a:moveTo>
                    <a:pt x="1421390" y="248668"/>
                  </a:moveTo>
                  <a:cubicBezTo>
                    <a:pt x="1421390" y="248668"/>
                    <a:pt x="1421390" y="248668"/>
                    <a:pt x="1421390" y="248668"/>
                  </a:cubicBezTo>
                  <a:cubicBezTo>
                    <a:pt x="1422909" y="248921"/>
                    <a:pt x="1430506" y="245123"/>
                    <a:pt x="1434558" y="243097"/>
                  </a:cubicBezTo>
                  <a:cubicBezTo>
                    <a:pt x="1436077" y="242337"/>
                    <a:pt x="1443927" y="238286"/>
                    <a:pt x="1445193" y="237019"/>
                  </a:cubicBezTo>
                  <a:lnTo>
                    <a:pt x="1445193" y="236766"/>
                  </a:lnTo>
                  <a:lnTo>
                    <a:pt x="1444940" y="236766"/>
                  </a:lnTo>
                  <a:cubicBezTo>
                    <a:pt x="1441395" y="237526"/>
                    <a:pt x="1423416" y="246642"/>
                    <a:pt x="1421390" y="248668"/>
                  </a:cubicBezTo>
                  <a:close/>
                  <a:moveTo>
                    <a:pt x="1411261" y="250187"/>
                  </a:moveTo>
                  <a:cubicBezTo>
                    <a:pt x="1412527" y="250187"/>
                    <a:pt x="1419871" y="246642"/>
                    <a:pt x="1424176" y="244363"/>
                  </a:cubicBezTo>
                  <a:cubicBezTo>
                    <a:pt x="1426708" y="243097"/>
                    <a:pt x="1435064" y="238792"/>
                    <a:pt x="1435064" y="238032"/>
                  </a:cubicBezTo>
                  <a:lnTo>
                    <a:pt x="1434811" y="238032"/>
                  </a:lnTo>
                  <a:cubicBezTo>
                    <a:pt x="1432026" y="238792"/>
                    <a:pt x="1411514" y="248668"/>
                    <a:pt x="1411261" y="250187"/>
                  </a:cubicBezTo>
                  <a:close/>
                  <a:moveTo>
                    <a:pt x="1401892" y="251453"/>
                  </a:moveTo>
                  <a:cubicBezTo>
                    <a:pt x="1402905" y="251453"/>
                    <a:pt x="1410501" y="247908"/>
                    <a:pt x="1414806" y="245629"/>
                  </a:cubicBezTo>
                  <a:cubicBezTo>
                    <a:pt x="1417339" y="244363"/>
                    <a:pt x="1425695" y="240058"/>
                    <a:pt x="1425948" y="239298"/>
                  </a:cubicBezTo>
                  <a:lnTo>
                    <a:pt x="1425695" y="239298"/>
                  </a:lnTo>
                  <a:cubicBezTo>
                    <a:pt x="1422909" y="240058"/>
                    <a:pt x="1402398" y="250187"/>
                    <a:pt x="1401892" y="251453"/>
                  </a:cubicBezTo>
                  <a:close/>
                  <a:moveTo>
                    <a:pt x="1393282" y="252719"/>
                  </a:moveTo>
                  <a:cubicBezTo>
                    <a:pt x="1394295" y="252719"/>
                    <a:pt x="1401638" y="249174"/>
                    <a:pt x="1405943" y="246895"/>
                  </a:cubicBezTo>
                  <a:cubicBezTo>
                    <a:pt x="1408476" y="245629"/>
                    <a:pt x="1416832" y="241324"/>
                    <a:pt x="1417339" y="240565"/>
                  </a:cubicBezTo>
                  <a:cubicBezTo>
                    <a:pt x="1417339" y="240565"/>
                    <a:pt x="1417339" y="240565"/>
                    <a:pt x="1417339" y="240565"/>
                  </a:cubicBezTo>
                  <a:cubicBezTo>
                    <a:pt x="1414806" y="241324"/>
                    <a:pt x="1394295" y="251453"/>
                    <a:pt x="1393282" y="252719"/>
                  </a:cubicBezTo>
                  <a:close/>
                  <a:moveTo>
                    <a:pt x="1398347" y="248415"/>
                  </a:moveTo>
                  <a:cubicBezTo>
                    <a:pt x="1402651" y="246389"/>
                    <a:pt x="1409742" y="242590"/>
                    <a:pt x="1409995" y="242084"/>
                  </a:cubicBezTo>
                  <a:cubicBezTo>
                    <a:pt x="1408476" y="242590"/>
                    <a:pt x="1386192" y="253226"/>
                    <a:pt x="1385939" y="254239"/>
                  </a:cubicBezTo>
                  <a:cubicBezTo>
                    <a:pt x="1387711" y="253732"/>
                    <a:pt x="1397080" y="248921"/>
                    <a:pt x="1398347" y="248415"/>
                  </a:cubicBezTo>
                  <a:close/>
                  <a:moveTo>
                    <a:pt x="1391256" y="249934"/>
                  </a:moveTo>
                  <a:cubicBezTo>
                    <a:pt x="1396574" y="247402"/>
                    <a:pt x="1402905" y="244110"/>
                    <a:pt x="1403158" y="243603"/>
                  </a:cubicBezTo>
                  <a:cubicBezTo>
                    <a:pt x="1401638" y="244110"/>
                    <a:pt x="1379608" y="254745"/>
                    <a:pt x="1378848" y="255758"/>
                  </a:cubicBezTo>
                  <a:cubicBezTo>
                    <a:pt x="1380621" y="255252"/>
                    <a:pt x="1389484" y="250694"/>
                    <a:pt x="1391256" y="249934"/>
                  </a:cubicBezTo>
                  <a:close/>
                  <a:moveTo>
                    <a:pt x="1384926" y="251200"/>
                  </a:moveTo>
                  <a:cubicBezTo>
                    <a:pt x="1392522" y="247402"/>
                    <a:pt x="1396827" y="245123"/>
                    <a:pt x="1397080" y="244869"/>
                  </a:cubicBezTo>
                  <a:cubicBezTo>
                    <a:pt x="1394801" y="245629"/>
                    <a:pt x="1373531" y="256011"/>
                    <a:pt x="1372771" y="257024"/>
                  </a:cubicBezTo>
                  <a:cubicBezTo>
                    <a:pt x="1374290" y="256771"/>
                    <a:pt x="1382393" y="252466"/>
                    <a:pt x="1384926" y="251200"/>
                  </a:cubicBezTo>
                  <a:close/>
                  <a:moveTo>
                    <a:pt x="1379608" y="252719"/>
                  </a:moveTo>
                  <a:cubicBezTo>
                    <a:pt x="1391256" y="246895"/>
                    <a:pt x="1391763" y="246389"/>
                    <a:pt x="1392016" y="246389"/>
                  </a:cubicBezTo>
                  <a:cubicBezTo>
                    <a:pt x="1389990" y="247148"/>
                    <a:pt x="1368719" y="257531"/>
                    <a:pt x="1367453" y="258544"/>
                  </a:cubicBezTo>
                  <a:cubicBezTo>
                    <a:pt x="1368719" y="258290"/>
                    <a:pt x="1377076" y="253986"/>
                    <a:pt x="1379608" y="252719"/>
                  </a:cubicBezTo>
                  <a:close/>
                  <a:moveTo>
                    <a:pt x="1375050" y="254239"/>
                  </a:moveTo>
                  <a:cubicBezTo>
                    <a:pt x="1379355" y="252213"/>
                    <a:pt x="1383659" y="250187"/>
                    <a:pt x="1387711" y="247908"/>
                  </a:cubicBezTo>
                  <a:cubicBezTo>
                    <a:pt x="1385939" y="248668"/>
                    <a:pt x="1365174" y="259050"/>
                    <a:pt x="1363148" y="260316"/>
                  </a:cubicBezTo>
                  <a:cubicBezTo>
                    <a:pt x="1367200" y="258544"/>
                    <a:pt x="1370998" y="256265"/>
                    <a:pt x="1375050" y="254239"/>
                  </a:cubicBezTo>
                  <a:close/>
                  <a:moveTo>
                    <a:pt x="2585469" y="195744"/>
                  </a:moveTo>
                  <a:cubicBezTo>
                    <a:pt x="2579392" y="195744"/>
                    <a:pt x="2577366" y="200808"/>
                    <a:pt x="2580658" y="204353"/>
                  </a:cubicBezTo>
                  <a:cubicBezTo>
                    <a:pt x="2584963" y="208911"/>
                    <a:pt x="2593066" y="207392"/>
                    <a:pt x="2593066" y="202074"/>
                  </a:cubicBezTo>
                  <a:cubicBezTo>
                    <a:pt x="2593066" y="199542"/>
                    <a:pt x="2590787" y="195997"/>
                    <a:pt x="2585469" y="195744"/>
                  </a:cubicBezTo>
                  <a:close/>
                  <a:moveTo>
                    <a:pt x="2501399" y="200048"/>
                  </a:moveTo>
                  <a:cubicBezTo>
                    <a:pt x="2501905" y="197769"/>
                    <a:pt x="2500386" y="194224"/>
                    <a:pt x="2494815" y="193971"/>
                  </a:cubicBezTo>
                  <a:cubicBezTo>
                    <a:pt x="2488231" y="194224"/>
                    <a:pt x="2485952" y="199289"/>
                    <a:pt x="2488231" y="202581"/>
                  </a:cubicBezTo>
                  <a:cubicBezTo>
                    <a:pt x="2491776" y="206632"/>
                    <a:pt x="2500639" y="205113"/>
                    <a:pt x="2501399" y="200048"/>
                  </a:cubicBezTo>
                  <a:close/>
                  <a:moveTo>
                    <a:pt x="2425937" y="200808"/>
                  </a:moveTo>
                  <a:cubicBezTo>
                    <a:pt x="2428216" y="205619"/>
                    <a:pt x="2438092" y="204353"/>
                    <a:pt x="2439865" y="199036"/>
                  </a:cubicBezTo>
                  <a:cubicBezTo>
                    <a:pt x="2440624" y="196756"/>
                    <a:pt x="2439358" y="193211"/>
                    <a:pt x="2434041" y="192958"/>
                  </a:cubicBezTo>
                  <a:cubicBezTo>
                    <a:pt x="2427457" y="192958"/>
                    <a:pt x="2424418" y="197769"/>
                    <a:pt x="2425937" y="200808"/>
                  </a:cubicBezTo>
                  <a:close/>
                  <a:moveTo>
                    <a:pt x="1782997" y="197516"/>
                  </a:moveTo>
                  <a:cubicBezTo>
                    <a:pt x="1784263" y="196250"/>
                    <a:pt x="1785276" y="194731"/>
                    <a:pt x="1783250" y="194731"/>
                  </a:cubicBezTo>
                  <a:cubicBezTo>
                    <a:pt x="1777173" y="195237"/>
                    <a:pt x="1765271" y="202327"/>
                    <a:pt x="1764764" y="204860"/>
                  </a:cubicBezTo>
                  <a:cubicBezTo>
                    <a:pt x="1764258" y="207139"/>
                    <a:pt x="1771855" y="204860"/>
                    <a:pt x="1778692" y="200555"/>
                  </a:cubicBezTo>
                  <a:cubicBezTo>
                    <a:pt x="1780971" y="199289"/>
                    <a:pt x="1782237" y="198023"/>
                    <a:pt x="1782997" y="197516"/>
                  </a:cubicBezTo>
                  <a:close/>
                  <a:moveTo>
                    <a:pt x="1757168" y="201315"/>
                  </a:moveTo>
                  <a:cubicBezTo>
                    <a:pt x="1760206" y="199542"/>
                    <a:pt x="1761726" y="198276"/>
                    <a:pt x="1762232" y="197769"/>
                  </a:cubicBezTo>
                  <a:cubicBezTo>
                    <a:pt x="1764511" y="195490"/>
                    <a:pt x="1762739" y="195490"/>
                    <a:pt x="1761979" y="195490"/>
                  </a:cubicBezTo>
                  <a:cubicBezTo>
                    <a:pt x="1756155" y="195997"/>
                    <a:pt x="1744000" y="203087"/>
                    <a:pt x="1743240" y="205619"/>
                  </a:cubicBezTo>
                  <a:cubicBezTo>
                    <a:pt x="1742480" y="207898"/>
                    <a:pt x="1750077" y="205366"/>
                    <a:pt x="1757168" y="201315"/>
                  </a:cubicBezTo>
                  <a:close/>
                  <a:moveTo>
                    <a:pt x="1741214" y="198276"/>
                  </a:moveTo>
                  <a:cubicBezTo>
                    <a:pt x="1743747" y="195997"/>
                    <a:pt x="1741974" y="195997"/>
                    <a:pt x="1741214" y="195997"/>
                  </a:cubicBezTo>
                  <a:cubicBezTo>
                    <a:pt x="1735643" y="196503"/>
                    <a:pt x="1722982" y="203594"/>
                    <a:pt x="1721969" y="206126"/>
                  </a:cubicBezTo>
                  <a:cubicBezTo>
                    <a:pt x="1721210" y="208405"/>
                    <a:pt x="1728806" y="206126"/>
                    <a:pt x="1735897" y="201821"/>
                  </a:cubicBezTo>
                  <a:cubicBezTo>
                    <a:pt x="1739189" y="200048"/>
                    <a:pt x="1740708" y="198782"/>
                    <a:pt x="1741214" y="198276"/>
                  </a:cubicBezTo>
                  <a:close/>
                  <a:moveTo>
                    <a:pt x="1721463" y="198529"/>
                  </a:moveTo>
                  <a:cubicBezTo>
                    <a:pt x="1723235" y="196756"/>
                    <a:pt x="1721969" y="196756"/>
                    <a:pt x="1721463" y="196756"/>
                  </a:cubicBezTo>
                  <a:cubicBezTo>
                    <a:pt x="1715639" y="197263"/>
                    <a:pt x="1701964" y="204860"/>
                    <a:pt x="1701711" y="207392"/>
                  </a:cubicBezTo>
                  <a:cubicBezTo>
                    <a:pt x="1701458" y="208911"/>
                    <a:pt x="1708802" y="206632"/>
                    <a:pt x="1715639" y="202581"/>
                  </a:cubicBezTo>
                  <a:cubicBezTo>
                    <a:pt x="1718171" y="201061"/>
                    <a:pt x="1720450" y="199542"/>
                    <a:pt x="1721463" y="198529"/>
                  </a:cubicBezTo>
                  <a:close/>
                  <a:moveTo>
                    <a:pt x="1695887" y="203340"/>
                  </a:moveTo>
                  <a:cubicBezTo>
                    <a:pt x="1698419" y="201821"/>
                    <a:pt x="1700698" y="200302"/>
                    <a:pt x="1701964" y="199289"/>
                  </a:cubicBezTo>
                  <a:cubicBezTo>
                    <a:pt x="1703990" y="197516"/>
                    <a:pt x="1702471" y="197516"/>
                    <a:pt x="1701964" y="197516"/>
                  </a:cubicBezTo>
                  <a:cubicBezTo>
                    <a:pt x="1696393" y="198023"/>
                    <a:pt x="1682466" y="205619"/>
                    <a:pt x="1681960" y="208152"/>
                  </a:cubicBezTo>
                  <a:cubicBezTo>
                    <a:pt x="1681453" y="209671"/>
                    <a:pt x="1688797" y="207392"/>
                    <a:pt x="1695887" y="203340"/>
                  </a:cubicBezTo>
                  <a:close/>
                  <a:moveTo>
                    <a:pt x="1676642" y="204100"/>
                  </a:moveTo>
                  <a:cubicBezTo>
                    <a:pt x="1679681" y="202327"/>
                    <a:pt x="1682213" y="200808"/>
                    <a:pt x="1683226" y="199542"/>
                  </a:cubicBezTo>
                  <a:cubicBezTo>
                    <a:pt x="1684745" y="198023"/>
                    <a:pt x="1683479" y="198023"/>
                    <a:pt x="1682972" y="198023"/>
                  </a:cubicBezTo>
                  <a:cubicBezTo>
                    <a:pt x="1677401" y="198529"/>
                    <a:pt x="1663474" y="206379"/>
                    <a:pt x="1662714" y="208658"/>
                  </a:cubicBezTo>
                  <a:cubicBezTo>
                    <a:pt x="1662208" y="210431"/>
                    <a:pt x="1669298" y="208152"/>
                    <a:pt x="1676642" y="204100"/>
                  </a:cubicBezTo>
                  <a:close/>
                  <a:moveTo>
                    <a:pt x="1644229" y="209418"/>
                  </a:moveTo>
                  <a:cubicBezTo>
                    <a:pt x="1643469" y="211190"/>
                    <a:pt x="1650560" y="208911"/>
                    <a:pt x="1658156" y="204860"/>
                  </a:cubicBezTo>
                  <a:cubicBezTo>
                    <a:pt x="1661195" y="203087"/>
                    <a:pt x="1663727" y="201568"/>
                    <a:pt x="1664993" y="200302"/>
                  </a:cubicBezTo>
                  <a:cubicBezTo>
                    <a:pt x="1666513" y="198782"/>
                    <a:pt x="1665500" y="198782"/>
                    <a:pt x="1664993" y="198782"/>
                  </a:cubicBezTo>
                  <a:cubicBezTo>
                    <a:pt x="1659422" y="199542"/>
                    <a:pt x="1644989" y="207139"/>
                    <a:pt x="1644229" y="209418"/>
                  </a:cubicBezTo>
                  <a:close/>
                  <a:moveTo>
                    <a:pt x="1626250" y="210684"/>
                  </a:moveTo>
                  <a:cubicBezTo>
                    <a:pt x="1626250" y="211950"/>
                    <a:pt x="1633087" y="209671"/>
                    <a:pt x="1640177" y="205873"/>
                  </a:cubicBezTo>
                  <a:cubicBezTo>
                    <a:pt x="1643723" y="204100"/>
                    <a:pt x="1646508" y="202074"/>
                    <a:pt x="1647521" y="201061"/>
                  </a:cubicBezTo>
                  <a:cubicBezTo>
                    <a:pt x="1648534" y="200048"/>
                    <a:pt x="1647774" y="200048"/>
                    <a:pt x="1647268" y="200048"/>
                  </a:cubicBezTo>
                  <a:cubicBezTo>
                    <a:pt x="1641697" y="200302"/>
                    <a:pt x="1626250" y="208658"/>
                    <a:pt x="1626250" y="210684"/>
                  </a:cubicBezTo>
                  <a:close/>
                  <a:moveTo>
                    <a:pt x="1608777" y="211444"/>
                  </a:moveTo>
                  <a:cubicBezTo>
                    <a:pt x="1608524" y="212710"/>
                    <a:pt x="1615361" y="210431"/>
                    <a:pt x="1622705" y="206632"/>
                  </a:cubicBezTo>
                  <a:cubicBezTo>
                    <a:pt x="1628022" y="203847"/>
                    <a:pt x="1629795" y="202327"/>
                    <a:pt x="1630301" y="201821"/>
                  </a:cubicBezTo>
                  <a:cubicBezTo>
                    <a:pt x="1631568" y="200808"/>
                    <a:pt x="1630555" y="200808"/>
                    <a:pt x="1630301" y="200808"/>
                  </a:cubicBezTo>
                  <a:cubicBezTo>
                    <a:pt x="1624984" y="201315"/>
                    <a:pt x="1609284" y="209671"/>
                    <a:pt x="1608777" y="211444"/>
                  </a:cubicBezTo>
                  <a:close/>
                  <a:moveTo>
                    <a:pt x="1592318" y="212457"/>
                  </a:moveTo>
                  <a:cubicBezTo>
                    <a:pt x="1592064" y="213723"/>
                    <a:pt x="1598648" y="211444"/>
                    <a:pt x="1605992" y="207645"/>
                  </a:cubicBezTo>
                  <a:cubicBezTo>
                    <a:pt x="1610043" y="205619"/>
                    <a:pt x="1613082" y="203594"/>
                    <a:pt x="1614095" y="202581"/>
                  </a:cubicBezTo>
                  <a:cubicBezTo>
                    <a:pt x="1614855" y="201821"/>
                    <a:pt x="1614348" y="201821"/>
                    <a:pt x="1613842" y="201821"/>
                  </a:cubicBezTo>
                  <a:cubicBezTo>
                    <a:pt x="1608777" y="202074"/>
                    <a:pt x="1592824" y="210684"/>
                    <a:pt x="1592318" y="212457"/>
                  </a:cubicBezTo>
                  <a:close/>
                  <a:moveTo>
                    <a:pt x="1576364" y="213469"/>
                  </a:moveTo>
                  <a:cubicBezTo>
                    <a:pt x="1575858" y="214736"/>
                    <a:pt x="1582442" y="212457"/>
                    <a:pt x="1590039" y="208405"/>
                  </a:cubicBezTo>
                  <a:cubicBezTo>
                    <a:pt x="1594090" y="206379"/>
                    <a:pt x="1597382" y="204353"/>
                    <a:pt x="1598395" y="203340"/>
                  </a:cubicBezTo>
                  <a:cubicBezTo>
                    <a:pt x="1599155" y="202581"/>
                    <a:pt x="1598648" y="202581"/>
                    <a:pt x="1598142" y="202581"/>
                  </a:cubicBezTo>
                  <a:cubicBezTo>
                    <a:pt x="1593077" y="203087"/>
                    <a:pt x="1576871" y="211444"/>
                    <a:pt x="1576364" y="213469"/>
                  </a:cubicBezTo>
                  <a:close/>
                  <a:moveTo>
                    <a:pt x="1560918" y="214482"/>
                  </a:moveTo>
                  <a:cubicBezTo>
                    <a:pt x="1560411" y="215748"/>
                    <a:pt x="1566995" y="213216"/>
                    <a:pt x="1574592" y="209418"/>
                  </a:cubicBezTo>
                  <a:cubicBezTo>
                    <a:pt x="1578643" y="207392"/>
                    <a:pt x="1581935" y="205366"/>
                    <a:pt x="1583201" y="204353"/>
                  </a:cubicBezTo>
                  <a:cubicBezTo>
                    <a:pt x="1583961" y="203594"/>
                    <a:pt x="1583455" y="203594"/>
                    <a:pt x="1583201" y="203594"/>
                  </a:cubicBezTo>
                  <a:cubicBezTo>
                    <a:pt x="1578137" y="204100"/>
                    <a:pt x="1561677" y="212457"/>
                    <a:pt x="1560918" y="214482"/>
                  </a:cubicBezTo>
                  <a:close/>
                  <a:moveTo>
                    <a:pt x="1546231" y="215748"/>
                  </a:moveTo>
                  <a:cubicBezTo>
                    <a:pt x="1547497" y="216255"/>
                    <a:pt x="1555347" y="212710"/>
                    <a:pt x="1559905" y="210431"/>
                  </a:cubicBezTo>
                  <a:cubicBezTo>
                    <a:pt x="1563450" y="208658"/>
                    <a:pt x="1569527" y="205366"/>
                    <a:pt x="1569274" y="204606"/>
                  </a:cubicBezTo>
                  <a:cubicBezTo>
                    <a:pt x="1569274" y="204606"/>
                    <a:pt x="1569021" y="204606"/>
                    <a:pt x="1568768" y="204606"/>
                  </a:cubicBezTo>
                  <a:cubicBezTo>
                    <a:pt x="1563956" y="205113"/>
                    <a:pt x="1545724" y="214229"/>
                    <a:pt x="1546231" y="215748"/>
                  </a:cubicBezTo>
                  <a:close/>
                  <a:moveTo>
                    <a:pt x="1532303" y="216761"/>
                  </a:moveTo>
                  <a:cubicBezTo>
                    <a:pt x="1533316" y="217268"/>
                    <a:pt x="1541166" y="213723"/>
                    <a:pt x="1545724" y="211444"/>
                  </a:cubicBezTo>
                  <a:cubicBezTo>
                    <a:pt x="1548510" y="210177"/>
                    <a:pt x="1555093" y="206632"/>
                    <a:pt x="1555347" y="205619"/>
                  </a:cubicBezTo>
                  <a:cubicBezTo>
                    <a:pt x="1555347" y="205619"/>
                    <a:pt x="1555093" y="205619"/>
                    <a:pt x="1554840" y="205619"/>
                  </a:cubicBezTo>
                  <a:cubicBezTo>
                    <a:pt x="1550535" y="206126"/>
                    <a:pt x="1531797" y="215242"/>
                    <a:pt x="1532303" y="216761"/>
                  </a:cubicBezTo>
                  <a:close/>
                  <a:moveTo>
                    <a:pt x="1518882" y="218027"/>
                  </a:moveTo>
                  <a:cubicBezTo>
                    <a:pt x="1519895" y="218534"/>
                    <a:pt x="1527492" y="214989"/>
                    <a:pt x="1532303" y="212710"/>
                  </a:cubicBezTo>
                  <a:cubicBezTo>
                    <a:pt x="1535089" y="211190"/>
                    <a:pt x="1541672" y="207898"/>
                    <a:pt x="1542179" y="206886"/>
                  </a:cubicBezTo>
                  <a:cubicBezTo>
                    <a:pt x="1542179" y="206886"/>
                    <a:pt x="1541926" y="206886"/>
                    <a:pt x="1541926" y="206886"/>
                  </a:cubicBezTo>
                  <a:cubicBezTo>
                    <a:pt x="1538127" y="207139"/>
                    <a:pt x="1519642" y="216002"/>
                    <a:pt x="1518882" y="218027"/>
                  </a:cubicBezTo>
                  <a:close/>
                  <a:moveTo>
                    <a:pt x="1529518" y="207645"/>
                  </a:moveTo>
                  <a:cubicBezTo>
                    <a:pt x="1525972" y="208152"/>
                    <a:pt x="1507234" y="217015"/>
                    <a:pt x="1506221" y="219040"/>
                  </a:cubicBezTo>
                  <a:cubicBezTo>
                    <a:pt x="1506980" y="219547"/>
                    <a:pt x="1514830" y="216002"/>
                    <a:pt x="1519642" y="213723"/>
                  </a:cubicBezTo>
                  <a:cubicBezTo>
                    <a:pt x="1521161" y="212963"/>
                    <a:pt x="1528758" y="209165"/>
                    <a:pt x="1529771" y="207898"/>
                  </a:cubicBezTo>
                  <a:cubicBezTo>
                    <a:pt x="1529771" y="207898"/>
                    <a:pt x="1529771" y="207898"/>
                    <a:pt x="1529518" y="207645"/>
                  </a:cubicBezTo>
                  <a:cubicBezTo>
                    <a:pt x="1529771" y="207645"/>
                    <a:pt x="1529771" y="207645"/>
                    <a:pt x="1529518" y="207645"/>
                  </a:cubicBezTo>
                  <a:close/>
                  <a:moveTo>
                    <a:pt x="1494572" y="220306"/>
                  </a:moveTo>
                  <a:cubicBezTo>
                    <a:pt x="1496092" y="220306"/>
                    <a:pt x="1503942" y="216761"/>
                    <a:pt x="1507740" y="214989"/>
                  </a:cubicBezTo>
                  <a:cubicBezTo>
                    <a:pt x="1509259" y="214229"/>
                    <a:pt x="1517110" y="210431"/>
                    <a:pt x="1518122" y="209165"/>
                  </a:cubicBezTo>
                  <a:cubicBezTo>
                    <a:pt x="1518122" y="209165"/>
                    <a:pt x="1518122" y="209165"/>
                    <a:pt x="1518122" y="208911"/>
                  </a:cubicBezTo>
                  <a:lnTo>
                    <a:pt x="1517869" y="208911"/>
                  </a:lnTo>
                  <a:cubicBezTo>
                    <a:pt x="1514071" y="209418"/>
                    <a:pt x="1496092" y="218027"/>
                    <a:pt x="1494572" y="220306"/>
                  </a:cubicBezTo>
                  <a:cubicBezTo>
                    <a:pt x="1494572" y="220053"/>
                    <a:pt x="1494572" y="220306"/>
                    <a:pt x="1494572" y="220306"/>
                  </a:cubicBezTo>
                  <a:close/>
                  <a:moveTo>
                    <a:pt x="1506980" y="209924"/>
                  </a:moveTo>
                  <a:cubicBezTo>
                    <a:pt x="1503435" y="210684"/>
                    <a:pt x="1485203" y="219294"/>
                    <a:pt x="1483177" y="221066"/>
                  </a:cubicBezTo>
                  <a:cubicBezTo>
                    <a:pt x="1483177" y="221066"/>
                    <a:pt x="1483177" y="221066"/>
                    <a:pt x="1483177" y="221319"/>
                  </a:cubicBezTo>
                  <a:cubicBezTo>
                    <a:pt x="1484697" y="221319"/>
                    <a:pt x="1492293" y="217774"/>
                    <a:pt x="1496345" y="216002"/>
                  </a:cubicBezTo>
                  <a:lnTo>
                    <a:pt x="1496345" y="216002"/>
                  </a:lnTo>
                  <a:cubicBezTo>
                    <a:pt x="1498118" y="215242"/>
                    <a:pt x="1505968" y="211444"/>
                    <a:pt x="1506980" y="209924"/>
                  </a:cubicBezTo>
                  <a:cubicBezTo>
                    <a:pt x="1507234" y="210177"/>
                    <a:pt x="1507234" y="210177"/>
                    <a:pt x="1506980" y="209924"/>
                  </a:cubicBezTo>
                  <a:lnTo>
                    <a:pt x="1506980" y="209924"/>
                  </a:lnTo>
                  <a:close/>
                  <a:moveTo>
                    <a:pt x="1472795" y="222586"/>
                  </a:moveTo>
                  <a:cubicBezTo>
                    <a:pt x="1474061" y="222586"/>
                    <a:pt x="1481911" y="219040"/>
                    <a:pt x="1485963" y="217015"/>
                  </a:cubicBezTo>
                  <a:cubicBezTo>
                    <a:pt x="1487735" y="216255"/>
                    <a:pt x="1496851" y="211697"/>
                    <a:pt x="1496851" y="210937"/>
                  </a:cubicBezTo>
                  <a:cubicBezTo>
                    <a:pt x="1496851" y="210937"/>
                    <a:pt x="1496851" y="210937"/>
                    <a:pt x="1496598" y="210937"/>
                  </a:cubicBezTo>
                  <a:cubicBezTo>
                    <a:pt x="1493560" y="211950"/>
                    <a:pt x="1473048" y="221319"/>
                    <a:pt x="1472795" y="222586"/>
                  </a:cubicBezTo>
                  <a:close/>
                  <a:moveTo>
                    <a:pt x="1463172" y="223852"/>
                  </a:moveTo>
                  <a:cubicBezTo>
                    <a:pt x="1464439" y="223852"/>
                    <a:pt x="1471782" y="220306"/>
                    <a:pt x="1476087" y="218281"/>
                  </a:cubicBezTo>
                  <a:cubicBezTo>
                    <a:pt x="1478619" y="217015"/>
                    <a:pt x="1486976" y="212963"/>
                    <a:pt x="1487229" y="212203"/>
                  </a:cubicBezTo>
                  <a:lnTo>
                    <a:pt x="1486976" y="212203"/>
                  </a:lnTo>
                  <a:cubicBezTo>
                    <a:pt x="1484190" y="213216"/>
                    <a:pt x="1463679" y="222586"/>
                    <a:pt x="1463172" y="223852"/>
                  </a:cubicBezTo>
                  <a:close/>
                  <a:moveTo>
                    <a:pt x="1454310" y="225118"/>
                  </a:moveTo>
                  <a:cubicBezTo>
                    <a:pt x="1455322" y="225118"/>
                    <a:pt x="1462919" y="221573"/>
                    <a:pt x="1467224" y="219547"/>
                  </a:cubicBezTo>
                  <a:cubicBezTo>
                    <a:pt x="1469756" y="218281"/>
                    <a:pt x="1478366" y="214229"/>
                    <a:pt x="1478619" y="213469"/>
                  </a:cubicBezTo>
                  <a:cubicBezTo>
                    <a:pt x="1478619" y="213469"/>
                    <a:pt x="1478619" y="213469"/>
                    <a:pt x="1478366" y="213469"/>
                  </a:cubicBezTo>
                  <a:cubicBezTo>
                    <a:pt x="1475834" y="214482"/>
                    <a:pt x="1455069" y="223852"/>
                    <a:pt x="1454310" y="225118"/>
                  </a:cubicBezTo>
                  <a:close/>
                  <a:moveTo>
                    <a:pt x="1458868" y="221066"/>
                  </a:moveTo>
                  <a:cubicBezTo>
                    <a:pt x="1460640" y="220306"/>
                    <a:pt x="1468743" y="216508"/>
                    <a:pt x="1470516" y="215242"/>
                  </a:cubicBezTo>
                  <a:cubicBezTo>
                    <a:pt x="1470516" y="215242"/>
                    <a:pt x="1470516" y="215242"/>
                    <a:pt x="1470516" y="214989"/>
                  </a:cubicBezTo>
                  <a:cubicBezTo>
                    <a:pt x="1467477" y="215748"/>
                    <a:pt x="1447726" y="225118"/>
                    <a:pt x="1446206" y="226384"/>
                  </a:cubicBezTo>
                  <a:cubicBezTo>
                    <a:pt x="1446713" y="226890"/>
                    <a:pt x="1456842" y="222079"/>
                    <a:pt x="1458868" y="221066"/>
                  </a:cubicBezTo>
                  <a:close/>
                  <a:moveTo>
                    <a:pt x="1451524" y="222332"/>
                  </a:moveTo>
                  <a:cubicBezTo>
                    <a:pt x="1455829" y="220306"/>
                    <a:pt x="1463172" y="216761"/>
                    <a:pt x="1463426" y="216255"/>
                  </a:cubicBezTo>
                  <a:cubicBezTo>
                    <a:pt x="1461906" y="216761"/>
                    <a:pt x="1439369" y="226890"/>
                    <a:pt x="1438863" y="227903"/>
                  </a:cubicBezTo>
                  <a:cubicBezTo>
                    <a:pt x="1440635" y="227397"/>
                    <a:pt x="1450258" y="222839"/>
                    <a:pt x="1451524" y="222332"/>
                  </a:cubicBezTo>
                  <a:close/>
                  <a:moveTo>
                    <a:pt x="1444687" y="223598"/>
                  </a:moveTo>
                  <a:cubicBezTo>
                    <a:pt x="1450005" y="221066"/>
                    <a:pt x="1456589" y="218027"/>
                    <a:pt x="1456842" y="217521"/>
                  </a:cubicBezTo>
                  <a:cubicBezTo>
                    <a:pt x="1455322" y="218027"/>
                    <a:pt x="1433039" y="228157"/>
                    <a:pt x="1432279" y="229169"/>
                  </a:cubicBezTo>
                  <a:cubicBezTo>
                    <a:pt x="1433798" y="228663"/>
                    <a:pt x="1442914" y="224611"/>
                    <a:pt x="1444687" y="223598"/>
                  </a:cubicBezTo>
                  <a:close/>
                  <a:moveTo>
                    <a:pt x="1438610" y="225118"/>
                  </a:moveTo>
                  <a:cubicBezTo>
                    <a:pt x="1446459" y="221573"/>
                    <a:pt x="1450511" y="219294"/>
                    <a:pt x="1451018" y="219040"/>
                  </a:cubicBezTo>
                  <a:cubicBezTo>
                    <a:pt x="1448992" y="219800"/>
                    <a:pt x="1427468" y="229676"/>
                    <a:pt x="1426201" y="230689"/>
                  </a:cubicBezTo>
                  <a:cubicBezTo>
                    <a:pt x="1427721" y="230182"/>
                    <a:pt x="1435571" y="226637"/>
                    <a:pt x="1438610" y="225118"/>
                  </a:cubicBezTo>
                  <a:close/>
                  <a:moveTo>
                    <a:pt x="1433545" y="226384"/>
                  </a:moveTo>
                  <a:cubicBezTo>
                    <a:pt x="1445447" y="220813"/>
                    <a:pt x="1445953" y="220560"/>
                    <a:pt x="1446206" y="220306"/>
                  </a:cubicBezTo>
                  <a:cubicBezTo>
                    <a:pt x="1444180" y="221066"/>
                    <a:pt x="1422909" y="230942"/>
                    <a:pt x="1421390" y="231955"/>
                  </a:cubicBezTo>
                  <a:cubicBezTo>
                    <a:pt x="1422403" y="231702"/>
                    <a:pt x="1429493" y="228410"/>
                    <a:pt x="1433545" y="226384"/>
                  </a:cubicBezTo>
                  <a:close/>
                  <a:moveTo>
                    <a:pt x="1442155" y="221826"/>
                  </a:moveTo>
                  <a:cubicBezTo>
                    <a:pt x="1439876" y="222839"/>
                    <a:pt x="1419111" y="232461"/>
                    <a:pt x="1417085" y="233474"/>
                  </a:cubicBezTo>
                  <a:cubicBezTo>
                    <a:pt x="1421137" y="231702"/>
                    <a:pt x="1425189" y="229676"/>
                    <a:pt x="1429240" y="227903"/>
                  </a:cubicBezTo>
                  <a:cubicBezTo>
                    <a:pt x="1433545" y="225877"/>
                    <a:pt x="1437850" y="224105"/>
                    <a:pt x="1442155" y="221826"/>
                  </a:cubicBezTo>
                  <a:close/>
                  <a:moveTo>
                    <a:pt x="3564947" y="247402"/>
                  </a:moveTo>
                  <a:cubicBezTo>
                    <a:pt x="3564947" y="247402"/>
                    <a:pt x="3564947" y="247402"/>
                    <a:pt x="3564947" y="247402"/>
                  </a:cubicBezTo>
                  <a:lnTo>
                    <a:pt x="3544183" y="237273"/>
                  </a:lnTo>
                  <a:cubicBezTo>
                    <a:pt x="3544183" y="237273"/>
                    <a:pt x="3543929" y="237273"/>
                    <a:pt x="3543929" y="237019"/>
                  </a:cubicBezTo>
                  <a:cubicBezTo>
                    <a:pt x="3544689" y="237273"/>
                    <a:pt x="3567986" y="248668"/>
                    <a:pt x="3568745" y="249174"/>
                  </a:cubicBezTo>
                  <a:cubicBezTo>
                    <a:pt x="3567480" y="248668"/>
                    <a:pt x="3566213" y="248161"/>
                    <a:pt x="3564947" y="247402"/>
                  </a:cubicBezTo>
                  <a:close/>
                  <a:moveTo>
                    <a:pt x="3543929" y="237273"/>
                  </a:moveTo>
                  <a:cubicBezTo>
                    <a:pt x="3543929" y="237273"/>
                    <a:pt x="3543929" y="237273"/>
                    <a:pt x="3543929" y="237273"/>
                  </a:cubicBezTo>
                  <a:cubicBezTo>
                    <a:pt x="3543929" y="237273"/>
                    <a:pt x="3543929" y="237273"/>
                    <a:pt x="3543929" y="237273"/>
                  </a:cubicBezTo>
                  <a:cubicBezTo>
                    <a:pt x="3543929" y="237273"/>
                    <a:pt x="3543929" y="237273"/>
                    <a:pt x="3543929" y="237273"/>
                  </a:cubicBezTo>
                  <a:close/>
                  <a:moveTo>
                    <a:pt x="3554818" y="242590"/>
                  </a:moveTo>
                  <a:cubicBezTo>
                    <a:pt x="3548488" y="239552"/>
                    <a:pt x="3541144" y="236006"/>
                    <a:pt x="3540131" y="235500"/>
                  </a:cubicBezTo>
                  <a:cubicBezTo>
                    <a:pt x="3540131" y="235500"/>
                    <a:pt x="3563175" y="246895"/>
                    <a:pt x="3564947" y="247655"/>
                  </a:cubicBezTo>
                  <a:cubicBezTo>
                    <a:pt x="3561655" y="245882"/>
                    <a:pt x="3558110" y="244363"/>
                    <a:pt x="3554818" y="242590"/>
                  </a:cubicBezTo>
                  <a:close/>
                  <a:moveTo>
                    <a:pt x="1841745" y="170674"/>
                  </a:moveTo>
                  <a:cubicBezTo>
                    <a:pt x="1835921" y="171181"/>
                    <a:pt x="1824019" y="177765"/>
                    <a:pt x="1823513" y="180297"/>
                  </a:cubicBezTo>
                  <a:cubicBezTo>
                    <a:pt x="1823006" y="182323"/>
                    <a:pt x="1830603" y="180297"/>
                    <a:pt x="1837187" y="176245"/>
                  </a:cubicBezTo>
                  <a:cubicBezTo>
                    <a:pt x="1839973" y="174473"/>
                    <a:pt x="1841492" y="173206"/>
                    <a:pt x="1841998" y="172700"/>
                  </a:cubicBezTo>
                  <a:cubicBezTo>
                    <a:pt x="1844024" y="170927"/>
                    <a:pt x="1842252" y="170674"/>
                    <a:pt x="1841745" y="170674"/>
                  </a:cubicBezTo>
                  <a:close/>
                  <a:moveTo>
                    <a:pt x="1816169" y="177005"/>
                  </a:moveTo>
                  <a:cubicBezTo>
                    <a:pt x="1819208" y="175232"/>
                    <a:pt x="1820727" y="173966"/>
                    <a:pt x="1821234" y="173460"/>
                  </a:cubicBezTo>
                  <a:cubicBezTo>
                    <a:pt x="1823513" y="171434"/>
                    <a:pt x="1821740" y="171181"/>
                    <a:pt x="1821234" y="171181"/>
                  </a:cubicBezTo>
                  <a:cubicBezTo>
                    <a:pt x="1815410" y="171687"/>
                    <a:pt x="1803255" y="178271"/>
                    <a:pt x="1802495" y="180803"/>
                  </a:cubicBezTo>
                  <a:cubicBezTo>
                    <a:pt x="1801735" y="183082"/>
                    <a:pt x="1809332" y="181056"/>
                    <a:pt x="1816169" y="177005"/>
                  </a:cubicBezTo>
                  <a:close/>
                  <a:moveTo>
                    <a:pt x="1801229" y="173713"/>
                  </a:moveTo>
                  <a:cubicBezTo>
                    <a:pt x="1803001" y="171940"/>
                    <a:pt x="1801482" y="171940"/>
                    <a:pt x="1800976" y="171940"/>
                  </a:cubicBezTo>
                  <a:cubicBezTo>
                    <a:pt x="1795405" y="172447"/>
                    <a:pt x="1782997" y="179031"/>
                    <a:pt x="1781984" y="181563"/>
                  </a:cubicBezTo>
                  <a:cubicBezTo>
                    <a:pt x="1781224" y="183842"/>
                    <a:pt x="1788568" y="181563"/>
                    <a:pt x="1795658" y="177511"/>
                  </a:cubicBezTo>
                  <a:cubicBezTo>
                    <a:pt x="1798190" y="176245"/>
                    <a:pt x="1800216" y="174726"/>
                    <a:pt x="1801229" y="173713"/>
                  </a:cubicBezTo>
                  <a:close/>
                  <a:moveTo>
                    <a:pt x="1775653" y="178271"/>
                  </a:moveTo>
                  <a:cubicBezTo>
                    <a:pt x="1778185" y="176752"/>
                    <a:pt x="1780211" y="175486"/>
                    <a:pt x="1781477" y="174473"/>
                  </a:cubicBezTo>
                  <a:cubicBezTo>
                    <a:pt x="1783250" y="172700"/>
                    <a:pt x="1781984" y="172700"/>
                    <a:pt x="1781477" y="172700"/>
                  </a:cubicBezTo>
                  <a:cubicBezTo>
                    <a:pt x="1775653" y="173206"/>
                    <a:pt x="1762232" y="180550"/>
                    <a:pt x="1761979" y="182576"/>
                  </a:cubicBezTo>
                  <a:cubicBezTo>
                    <a:pt x="1761726" y="184095"/>
                    <a:pt x="1769069" y="181816"/>
                    <a:pt x="1775653" y="178271"/>
                  </a:cubicBezTo>
                  <a:close/>
                  <a:moveTo>
                    <a:pt x="1756408" y="178777"/>
                  </a:moveTo>
                  <a:cubicBezTo>
                    <a:pt x="1759447" y="177258"/>
                    <a:pt x="1761726" y="175739"/>
                    <a:pt x="1762739" y="174473"/>
                  </a:cubicBezTo>
                  <a:cubicBezTo>
                    <a:pt x="1764258" y="172953"/>
                    <a:pt x="1762992" y="172953"/>
                    <a:pt x="1762485" y="172953"/>
                  </a:cubicBezTo>
                  <a:cubicBezTo>
                    <a:pt x="1756914" y="173460"/>
                    <a:pt x="1742987" y="180803"/>
                    <a:pt x="1742734" y="183082"/>
                  </a:cubicBezTo>
                  <a:cubicBezTo>
                    <a:pt x="1742227" y="184855"/>
                    <a:pt x="1749318" y="182576"/>
                    <a:pt x="1756408" y="178777"/>
                  </a:cubicBezTo>
                  <a:close/>
                  <a:moveTo>
                    <a:pt x="1744000" y="173966"/>
                  </a:moveTo>
                  <a:cubicBezTo>
                    <a:pt x="1738429" y="174473"/>
                    <a:pt x="1724501" y="181816"/>
                    <a:pt x="1723742" y="184095"/>
                  </a:cubicBezTo>
                  <a:cubicBezTo>
                    <a:pt x="1723235" y="185868"/>
                    <a:pt x="1730326" y="183589"/>
                    <a:pt x="1737416" y="179790"/>
                  </a:cubicBezTo>
                  <a:cubicBezTo>
                    <a:pt x="1740455" y="178271"/>
                    <a:pt x="1742987" y="176752"/>
                    <a:pt x="1744000" y="175486"/>
                  </a:cubicBezTo>
                  <a:cubicBezTo>
                    <a:pt x="1745519" y="173966"/>
                    <a:pt x="1744506" y="173966"/>
                    <a:pt x="1744000" y="173966"/>
                  </a:cubicBezTo>
                  <a:close/>
                  <a:moveTo>
                    <a:pt x="1726274" y="174473"/>
                  </a:moveTo>
                  <a:cubicBezTo>
                    <a:pt x="1720956" y="174979"/>
                    <a:pt x="1706776" y="182323"/>
                    <a:pt x="1705763" y="184602"/>
                  </a:cubicBezTo>
                  <a:cubicBezTo>
                    <a:pt x="1705003" y="186374"/>
                    <a:pt x="1712093" y="184095"/>
                    <a:pt x="1719437" y="180297"/>
                  </a:cubicBezTo>
                  <a:cubicBezTo>
                    <a:pt x="1723489" y="178271"/>
                    <a:pt x="1725768" y="176498"/>
                    <a:pt x="1726527" y="175739"/>
                  </a:cubicBezTo>
                  <a:cubicBezTo>
                    <a:pt x="1727540" y="174726"/>
                    <a:pt x="1726527" y="174473"/>
                    <a:pt x="1726274" y="174473"/>
                  </a:cubicBezTo>
                  <a:close/>
                  <a:moveTo>
                    <a:pt x="1687784" y="185615"/>
                  </a:moveTo>
                  <a:cubicBezTo>
                    <a:pt x="1687784" y="186881"/>
                    <a:pt x="1694368" y="184602"/>
                    <a:pt x="1701458" y="181056"/>
                  </a:cubicBezTo>
                  <a:cubicBezTo>
                    <a:pt x="1705003" y="179284"/>
                    <a:pt x="1707789" y="177511"/>
                    <a:pt x="1708802" y="176498"/>
                  </a:cubicBezTo>
                  <a:cubicBezTo>
                    <a:pt x="1709814" y="175486"/>
                    <a:pt x="1709055" y="175486"/>
                    <a:pt x="1708548" y="175486"/>
                  </a:cubicBezTo>
                  <a:cubicBezTo>
                    <a:pt x="1703484" y="175992"/>
                    <a:pt x="1688037" y="183842"/>
                    <a:pt x="1687784" y="185615"/>
                  </a:cubicBezTo>
                  <a:close/>
                  <a:moveTo>
                    <a:pt x="1670818" y="186374"/>
                  </a:moveTo>
                  <a:cubicBezTo>
                    <a:pt x="1670564" y="187640"/>
                    <a:pt x="1677401" y="185361"/>
                    <a:pt x="1684492" y="181816"/>
                  </a:cubicBezTo>
                  <a:cubicBezTo>
                    <a:pt x="1688290" y="179790"/>
                    <a:pt x="1691582" y="178018"/>
                    <a:pt x="1692342" y="177005"/>
                  </a:cubicBezTo>
                  <a:cubicBezTo>
                    <a:pt x="1693102" y="176245"/>
                    <a:pt x="1692595" y="176245"/>
                    <a:pt x="1692089" y="176245"/>
                  </a:cubicBezTo>
                  <a:cubicBezTo>
                    <a:pt x="1686771" y="176752"/>
                    <a:pt x="1671071" y="184602"/>
                    <a:pt x="1670818" y="186374"/>
                  </a:cubicBezTo>
                  <a:close/>
                  <a:moveTo>
                    <a:pt x="1654358" y="187387"/>
                  </a:moveTo>
                  <a:cubicBezTo>
                    <a:pt x="1654105" y="188653"/>
                    <a:pt x="1660689" y="186374"/>
                    <a:pt x="1668032" y="182829"/>
                  </a:cubicBezTo>
                  <a:cubicBezTo>
                    <a:pt x="1669045" y="182323"/>
                    <a:pt x="1676389" y="178524"/>
                    <a:pt x="1676642" y="177258"/>
                  </a:cubicBezTo>
                  <a:cubicBezTo>
                    <a:pt x="1676642" y="177005"/>
                    <a:pt x="1676389" y="177005"/>
                    <a:pt x="1676135" y="177005"/>
                  </a:cubicBezTo>
                  <a:cubicBezTo>
                    <a:pt x="1670818" y="177511"/>
                    <a:pt x="1654864" y="185615"/>
                    <a:pt x="1654358" y="187387"/>
                  </a:cubicBezTo>
                  <a:close/>
                  <a:moveTo>
                    <a:pt x="1638405" y="188400"/>
                  </a:moveTo>
                  <a:cubicBezTo>
                    <a:pt x="1639164" y="189413"/>
                    <a:pt x="1647014" y="186121"/>
                    <a:pt x="1652079" y="183589"/>
                  </a:cubicBezTo>
                  <a:cubicBezTo>
                    <a:pt x="1653598" y="182829"/>
                    <a:pt x="1660689" y="179284"/>
                    <a:pt x="1660942" y="178018"/>
                  </a:cubicBezTo>
                  <a:cubicBezTo>
                    <a:pt x="1660942" y="177765"/>
                    <a:pt x="1660689" y="177765"/>
                    <a:pt x="1660435" y="177765"/>
                  </a:cubicBezTo>
                  <a:cubicBezTo>
                    <a:pt x="1655624" y="178271"/>
                    <a:pt x="1638911" y="186374"/>
                    <a:pt x="1638405" y="188400"/>
                  </a:cubicBezTo>
                  <a:close/>
                  <a:moveTo>
                    <a:pt x="1623211" y="189160"/>
                  </a:moveTo>
                  <a:cubicBezTo>
                    <a:pt x="1623718" y="190173"/>
                    <a:pt x="1631568" y="186881"/>
                    <a:pt x="1636885" y="184348"/>
                  </a:cubicBezTo>
                  <a:cubicBezTo>
                    <a:pt x="1640430" y="182576"/>
                    <a:pt x="1646508" y="179537"/>
                    <a:pt x="1646001" y="178777"/>
                  </a:cubicBezTo>
                  <a:cubicBezTo>
                    <a:pt x="1646001" y="178777"/>
                    <a:pt x="1645748" y="178777"/>
                    <a:pt x="1645495" y="178777"/>
                  </a:cubicBezTo>
                  <a:cubicBezTo>
                    <a:pt x="1640937" y="179284"/>
                    <a:pt x="1623971" y="187387"/>
                    <a:pt x="1623211" y="189160"/>
                  </a:cubicBezTo>
                  <a:close/>
                  <a:moveTo>
                    <a:pt x="1608777" y="190426"/>
                  </a:moveTo>
                  <a:cubicBezTo>
                    <a:pt x="1610043" y="190932"/>
                    <a:pt x="1617640" y="187640"/>
                    <a:pt x="1622451" y="185361"/>
                  </a:cubicBezTo>
                  <a:cubicBezTo>
                    <a:pt x="1625997" y="183589"/>
                    <a:pt x="1632074" y="180550"/>
                    <a:pt x="1631821" y="179790"/>
                  </a:cubicBezTo>
                  <a:cubicBezTo>
                    <a:pt x="1631821" y="179790"/>
                    <a:pt x="1631568" y="179790"/>
                    <a:pt x="1631314" y="179790"/>
                  </a:cubicBezTo>
                  <a:cubicBezTo>
                    <a:pt x="1626503" y="180297"/>
                    <a:pt x="1608271" y="188906"/>
                    <a:pt x="1608777" y="190426"/>
                  </a:cubicBezTo>
                  <a:close/>
                  <a:moveTo>
                    <a:pt x="1594850" y="191186"/>
                  </a:moveTo>
                  <a:cubicBezTo>
                    <a:pt x="1595863" y="191692"/>
                    <a:pt x="1603713" y="188400"/>
                    <a:pt x="1608271" y="186121"/>
                  </a:cubicBezTo>
                  <a:cubicBezTo>
                    <a:pt x="1611056" y="184855"/>
                    <a:pt x="1617640" y="181563"/>
                    <a:pt x="1618147" y="180550"/>
                  </a:cubicBezTo>
                  <a:cubicBezTo>
                    <a:pt x="1618147" y="180550"/>
                    <a:pt x="1617893" y="180550"/>
                    <a:pt x="1617640" y="180550"/>
                  </a:cubicBezTo>
                  <a:cubicBezTo>
                    <a:pt x="1613589" y="181056"/>
                    <a:pt x="1595103" y="189413"/>
                    <a:pt x="1594850" y="191186"/>
                  </a:cubicBezTo>
                  <a:close/>
                  <a:moveTo>
                    <a:pt x="1581429" y="192198"/>
                  </a:moveTo>
                  <a:cubicBezTo>
                    <a:pt x="1582442" y="192705"/>
                    <a:pt x="1590292" y="189413"/>
                    <a:pt x="1594850" y="187134"/>
                  </a:cubicBezTo>
                  <a:lnTo>
                    <a:pt x="1594850" y="187134"/>
                  </a:lnTo>
                  <a:cubicBezTo>
                    <a:pt x="1597635" y="185868"/>
                    <a:pt x="1604472" y="182576"/>
                    <a:pt x="1604979" y="181563"/>
                  </a:cubicBezTo>
                  <a:cubicBezTo>
                    <a:pt x="1604979" y="181563"/>
                    <a:pt x="1604726" y="181563"/>
                    <a:pt x="1604726" y="181563"/>
                  </a:cubicBezTo>
                  <a:cubicBezTo>
                    <a:pt x="1600674" y="182069"/>
                    <a:pt x="1582189" y="190426"/>
                    <a:pt x="1581429" y="192198"/>
                  </a:cubicBezTo>
                  <a:close/>
                  <a:moveTo>
                    <a:pt x="1592318" y="182576"/>
                  </a:moveTo>
                  <a:cubicBezTo>
                    <a:pt x="1588519" y="183082"/>
                    <a:pt x="1569781" y="191439"/>
                    <a:pt x="1568768" y="193211"/>
                  </a:cubicBezTo>
                  <a:cubicBezTo>
                    <a:pt x="1569527" y="193718"/>
                    <a:pt x="1577377" y="190426"/>
                    <a:pt x="1582189" y="188147"/>
                  </a:cubicBezTo>
                  <a:cubicBezTo>
                    <a:pt x="1583708" y="187387"/>
                    <a:pt x="1591305" y="183842"/>
                    <a:pt x="1592571" y="182576"/>
                  </a:cubicBezTo>
                  <a:cubicBezTo>
                    <a:pt x="1592571" y="182829"/>
                    <a:pt x="1592571" y="182576"/>
                    <a:pt x="1592318" y="182576"/>
                  </a:cubicBezTo>
                  <a:cubicBezTo>
                    <a:pt x="1592318" y="182576"/>
                    <a:pt x="1592318" y="182576"/>
                    <a:pt x="1592318" y="182576"/>
                  </a:cubicBezTo>
                  <a:close/>
                  <a:moveTo>
                    <a:pt x="1580416" y="183589"/>
                  </a:moveTo>
                  <a:cubicBezTo>
                    <a:pt x="1576618" y="184095"/>
                    <a:pt x="1558385" y="192452"/>
                    <a:pt x="1556866" y="194224"/>
                  </a:cubicBezTo>
                  <a:cubicBezTo>
                    <a:pt x="1556866" y="194224"/>
                    <a:pt x="1556866" y="194224"/>
                    <a:pt x="1556866" y="194477"/>
                  </a:cubicBezTo>
                  <a:cubicBezTo>
                    <a:pt x="1558385" y="194477"/>
                    <a:pt x="1566235" y="191186"/>
                    <a:pt x="1570034" y="189413"/>
                  </a:cubicBezTo>
                  <a:cubicBezTo>
                    <a:pt x="1571806" y="188653"/>
                    <a:pt x="1579403" y="185108"/>
                    <a:pt x="1580416" y="183589"/>
                  </a:cubicBezTo>
                  <a:cubicBezTo>
                    <a:pt x="1580669" y="183842"/>
                    <a:pt x="1580669" y="183589"/>
                    <a:pt x="1580416" y="183589"/>
                  </a:cubicBezTo>
                  <a:cubicBezTo>
                    <a:pt x="1580669" y="183589"/>
                    <a:pt x="1580669" y="183589"/>
                    <a:pt x="1580416" y="183589"/>
                  </a:cubicBezTo>
                  <a:close/>
                  <a:moveTo>
                    <a:pt x="1545724" y="195490"/>
                  </a:moveTo>
                  <a:cubicBezTo>
                    <a:pt x="1547243" y="195490"/>
                    <a:pt x="1554840" y="192198"/>
                    <a:pt x="1558892" y="190426"/>
                  </a:cubicBezTo>
                  <a:cubicBezTo>
                    <a:pt x="1560411" y="189666"/>
                    <a:pt x="1568261" y="186121"/>
                    <a:pt x="1569781" y="184855"/>
                  </a:cubicBezTo>
                  <a:lnTo>
                    <a:pt x="1569781" y="184855"/>
                  </a:lnTo>
                  <a:lnTo>
                    <a:pt x="1569527" y="184855"/>
                  </a:lnTo>
                  <a:cubicBezTo>
                    <a:pt x="1565729" y="185361"/>
                    <a:pt x="1547497" y="193465"/>
                    <a:pt x="1545724" y="195490"/>
                  </a:cubicBezTo>
                  <a:cubicBezTo>
                    <a:pt x="1545724" y="195490"/>
                    <a:pt x="1545724" y="195490"/>
                    <a:pt x="1545724" y="195490"/>
                  </a:cubicBezTo>
                  <a:close/>
                  <a:moveTo>
                    <a:pt x="1535089" y="196503"/>
                  </a:moveTo>
                  <a:cubicBezTo>
                    <a:pt x="1535089" y="196503"/>
                    <a:pt x="1535089" y="196756"/>
                    <a:pt x="1535089" y="196503"/>
                  </a:cubicBezTo>
                  <a:cubicBezTo>
                    <a:pt x="1536355" y="196756"/>
                    <a:pt x="1543952" y="193465"/>
                    <a:pt x="1548256" y="191439"/>
                  </a:cubicBezTo>
                  <a:cubicBezTo>
                    <a:pt x="1550029" y="190679"/>
                    <a:pt x="1559145" y="186374"/>
                    <a:pt x="1559398" y="185615"/>
                  </a:cubicBezTo>
                  <a:cubicBezTo>
                    <a:pt x="1559398" y="185615"/>
                    <a:pt x="1559398" y="185615"/>
                    <a:pt x="1559145" y="185615"/>
                  </a:cubicBezTo>
                  <a:cubicBezTo>
                    <a:pt x="1555600" y="186374"/>
                    <a:pt x="1537114" y="194731"/>
                    <a:pt x="1535089" y="196503"/>
                  </a:cubicBezTo>
                  <a:close/>
                  <a:moveTo>
                    <a:pt x="1524960" y="198023"/>
                  </a:moveTo>
                  <a:cubicBezTo>
                    <a:pt x="1526226" y="198023"/>
                    <a:pt x="1533822" y="194731"/>
                    <a:pt x="1538127" y="192958"/>
                  </a:cubicBezTo>
                  <a:cubicBezTo>
                    <a:pt x="1539900" y="192198"/>
                    <a:pt x="1549269" y="187894"/>
                    <a:pt x="1549522" y="187134"/>
                  </a:cubicBezTo>
                  <a:cubicBezTo>
                    <a:pt x="1549522" y="187134"/>
                    <a:pt x="1549522" y="187134"/>
                    <a:pt x="1549269" y="187134"/>
                  </a:cubicBezTo>
                  <a:cubicBezTo>
                    <a:pt x="1546231" y="187640"/>
                    <a:pt x="1525466" y="196756"/>
                    <a:pt x="1524960" y="198023"/>
                  </a:cubicBezTo>
                  <a:close/>
                  <a:moveTo>
                    <a:pt x="1515843" y="199036"/>
                  </a:moveTo>
                  <a:cubicBezTo>
                    <a:pt x="1516856" y="199036"/>
                    <a:pt x="1524453" y="195744"/>
                    <a:pt x="1528758" y="193971"/>
                  </a:cubicBezTo>
                  <a:cubicBezTo>
                    <a:pt x="1531290" y="192705"/>
                    <a:pt x="1539900" y="188906"/>
                    <a:pt x="1540406" y="188147"/>
                  </a:cubicBezTo>
                  <a:cubicBezTo>
                    <a:pt x="1540406" y="188147"/>
                    <a:pt x="1540406" y="188147"/>
                    <a:pt x="1540153" y="188147"/>
                  </a:cubicBezTo>
                  <a:cubicBezTo>
                    <a:pt x="1537368" y="188653"/>
                    <a:pt x="1516603" y="197769"/>
                    <a:pt x="1515843" y="199036"/>
                  </a:cubicBezTo>
                  <a:close/>
                  <a:moveTo>
                    <a:pt x="1507487" y="200302"/>
                  </a:moveTo>
                  <a:cubicBezTo>
                    <a:pt x="1508500" y="200302"/>
                    <a:pt x="1516097" y="197010"/>
                    <a:pt x="1520401" y="194984"/>
                  </a:cubicBezTo>
                  <a:cubicBezTo>
                    <a:pt x="1521414" y="194477"/>
                    <a:pt x="1531290" y="190173"/>
                    <a:pt x="1532303" y="189160"/>
                  </a:cubicBezTo>
                  <a:cubicBezTo>
                    <a:pt x="1532303" y="189160"/>
                    <a:pt x="1532303" y="189160"/>
                    <a:pt x="1532303" y="189160"/>
                  </a:cubicBezTo>
                  <a:cubicBezTo>
                    <a:pt x="1529264" y="189919"/>
                    <a:pt x="1508247" y="199036"/>
                    <a:pt x="1507487" y="200302"/>
                  </a:cubicBezTo>
                  <a:close/>
                  <a:moveTo>
                    <a:pt x="1512551" y="196250"/>
                  </a:moveTo>
                  <a:cubicBezTo>
                    <a:pt x="1516856" y="194224"/>
                    <a:pt x="1524453" y="190932"/>
                    <a:pt x="1524706" y="190426"/>
                  </a:cubicBezTo>
                  <a:cubicBezTo>
                    <a:pt x="1523187" y="190932"/>
                    <a:pt x="1500143" y="200302"/>
                    <a:pt x="1499890" y="201315"/>
                  </a:cubicBezTo>
                  <a:cubicBezTo>
                    <a:pt x="1501663" y="201061"/>
                    <a:pt x="1510526" y="197010"/>
                    <a:pt x="1512551" y="196250"/>
                  </a:cubicBezTo>
                  <a:close/>
                  <a:moveTo>
                    <a:pt x="1505208" y="197516"/>
                  </a:moveTo>
                  <a:cubicBezTo>
                    <a:pt x="1509513" y="195490"/>
                    <a:pt x="1517110" y="192198"/>
                    <a:pt x="1517616" y="191692"/>
                  </a:cubicBezTo>
                  <a:cubicBezTo>
                    <a:pt x="1516097" y="192198"/>
                    <a:pt x="1493306" y="201568"/>
                    <a:pt x="1492800" y="202834"/>
                  </a:cubicBezTo>
                  <a:cubicBezTo>
                    <a:pt x="1494319" y="202327"/>
                    <a:pt x="1503435" y="198276"/>
                    <a:pt x="1505208" y="197516"/>
                  </a:cubicBezTo>
                  <a:close/>
                  <a:moveTo>
                    <a:pt x="1498877" y="198782"/>
                  </a:moveTo>
                  <a:cubicBezTo>
                    <a:pt x="1506727" y="195237"/>
                    <a:pt x="1511032" y="193211"/>
                    <a:pt x="1511539" y="192958"/>
                  </a:cubicBezTo>
                  <a:cubicBezTo>
                    <a:pt x="1509259" y="193718"/>
                    <a:pt x="1487482" y="203087"/>
                    <a:pt x="1486469" y="204100"/>
                  </a:cubicBezTo>
                  <a:cubicBezTo>
                    <a:pt x="1487989" y="203594"/>
                    <a:pt x="1496345" y="200048"/>
                    <a:pt x="1498877" y="198782"/>
                  </a:cubicBezTo>
                  <a:close/>
                  <a:moveTo>
                    <a:pt x="1493306" y="200302"/>
                  </a:moveTo>
                  <a:cubicBezTo>
                    <a:pt x="1505461" y="194984"/>
                    <a:pt x="1505968" y="194731"/>
                    <a:pt x="1506221" y="194477"/>
                  </a:cubicBezTo>
                  <a:cubicBezTo>
                    <a:pt x="1504195" y="195237"/>
                    <a:pt x="1482164" y="204606"/>
                    <a:pt x="1480898" y="205619"/>
                  </a:cubicBezTo>
                  <a:cubicBezTo>
                    <a:pt x="1482164" y="205113"/>
                    <a:pt x="1489255" y="202074"/>
                    <a:pt x="1493306" y="200302"/>
                  </a:cubicBezTo>
                  <a:close/>
                  <a:moveTo>
                    <a:pt x="1488495" y="201568"/>
                  </a:moveTo>
                  <a:cubicBezTo>
                    <a:pt x="1492800" y="199542"/>
                    <a:pt x="1497358" y="198023"/>
                    <a:pt x="1501410" y="195744"/>
                  </a:cubicBezTo>
                  <a:cubicBezTo>
                    <a:pt x="1499637" y="196250"/>
                    <a:pt x="1477860" y="205873"/>
                    <a:pt x="1476087" y="206886"/>
                  </a:cubicBezTo>
                  <a:cubicBezTo>
                    <a:pt x="1480392" y="205366"/>
                    <a:pt x="1484190" y="203340"/>
                    <a:pt x="1488495" y="201568"/>
                  </a:cubicBezTo>
                  <a:close/>
                  <a:moveTo>
                    <a:pt x="1497611" y="197010"/>
                  </a:moveTo>
                  <a:cubicBezTo>
                    <a:pt x="1494826" y="198023"/>
                    <a:pt x="1474568" y="207139"/>
                    <a:pt x="1472289" y="208152"/>
                  </a:cubicBezTo>
                  <a:cubicBezTo>
                    <a:pt x="1476340" y="206379"/>
                    <a:pt x="1480392" y="204606"/>
                    <a:pt x="1484443" y="202834"/>
                  </a:cubicBezTo>
                  <a:cubicBezTo>
                    <a:pt x="1488748" y="201061"/>
                    <a:pt x="1493053" y="199036"/>
                    <a:pt x="1497611" y="197010"/>
                  </a:cubicBezTo>
                  <a:close/>
                  <a:moveTo>
                    <a:pt x="3508731" y="220560"/>
                  </a:moveTo>
                  <a:lnTo>
                    <a:pt x="3501388" y="217268"/>
                  </a:lnTo>
                  <a:cubicBezTo>
                    <a:pt x="3503667" y="218281"/>
                    <a:pt x="3505945" y="219294"/>
                    <a:pt x="3508224" y="220306"/>
                  </a:cubicBezTo>
                  <a:cubicBezTo>
                    <a:pt x="3508224" y="220560"/>
                    <a:pt x="3508478" y="220560"/>
                    <a:pt x="3508731" y="220560"/>
                  </a:cubicBezTo>
                  <a:close/>
                  <a:moveTo>
                    <a:pt x="3500121" y="216761"/>
                  </a:moveTo>
                  <a:cubicBezTo>
                    <a:pt x="3492018" y="212963"/>
                    <a:pt x="3486194" y="210431"/>
                    <a:pt x="3485181" y="210177"/>
                  </a:cubicBezTo>
                  <a:cubicBezTo>
                    <a:pt x="3485181" y="210177"/>
                    <a:pt x="3508731" y="221066"/>
                    <a:pt x="3510250" y="221573"/>
                  </a:cubicBezTo>
                  <a:cubicBezTo>
                    <a:pt x="3506959" y="220053"/>
                    <a:pt x="3503667" y="218534"/>
                    <a:pt x="3500121" y="216761"/>
                  </a:cubicBezTo>
                  <a:close/>
                  <a:moveTo>
                    <a:pt x="2532039" y="154721"/>
                  </a:moveTo>
                  <a:cubicBezTo>
                    <a:pt x="2532292" y="152695"/>
                    <a:pt x="2530520" y="149403"/>
                    <a:pt x="2525708" y="149150"/>
                  </a:cubicBezTo>
                  <a:cubicBezTo>
                    <a:pt x="2520137" y="149150"/>
                    <a:pt x="2517858" y="153708"/>
                    <a:pt x="2520390" y="156747"/>
                  </a:cubicBezTo>
                  <a:cubicBezTo>
                    <a:pt x="2523683" y="160545"/>
                    <a:pt x="2531279" y="159279"/>
                    <a:pt x="2532039" y="154721"/>
                  </a:cubicBezTo>
                  <a:close/>
                  <a:moveTo>
                    <a:pt x="2504184" y="154215"/>
                  </a:moveTo>
                  <a:cubicBezTo>
                    <a:pt x="2504691" y="152189"/>
                    <a:pt x="2503171" y="148897"/>
                    <a:pt x="2498360" y="148644"/>
                  </a:cubicBezTo>
                  <a:cubicBezTo>
                    <a:pt x="2492536" y="148644"/>
                    <a:pt x="2490510" y="153202"/>
                    <a:pt x="2492282" y="155734"/>
                  </a:cubicBezTo>
                  <a:cubicBezTo>
                    <a:pt x="2494815" y="160039"/>
                    <a:pt x="2503424" y="159026"/>
                    <a:pt x="2504184" y="154215"/>
                  </a:cubicBezTo>
                  <a:close/>
                  <a:moveTo>
                    <a:pt x="2476582" y="153708"/>
                  </a:moveTo>
                  <a:cubicBezTo>
                    <a:pt x="2477089" y="151682"/>
                    <a:pt x="2475823" y="148390"/>
                    <a:pt x="2471011" y="148137"/>
                  </a:cubicBezTo>
                  <a:cubicBezTo>
                    <a:pt x="2465694" y="148137"/>
                    <a:pt x="2462655" y="152442"/>
                    <a:pt x="2464174" y="155227"/>
                  </a:cubicBezTo>
                  <a:cubicBezTo>
                    <a:pt x="2466707" y="159786"/>
                    <a:pt x="2475316" y="158519"/>
                    <a:pt x="2476582" y="153708"/>
                  </a:cubicBezTo>
                  <a:close/>
                  <a:moveTo>
                    <a:pt x="2443663" y="147631"/>
                  </a:moveTo>
                  <a:cubicBezTo>
                    <a:pt x="2437839" y="147884"/>
                    <a:pt x="2435053" y="152189"/>
                    <a:pt x="2436319" y="154721"/>
                  </a:cubicBezTo>
                  <a:cubicBezTo>
                    <a:pt x="2438345" y="159026"/>
                    <a:pt x="2447208" y="157760"/>
                    <a:pt x="2448727" y="152948"/>
                  </a:cubicBezTo>
                  <a:cubicBezTo>
                    <a:pt x="2449487" y="150923"/>
                    <a:pt x="2448474" y="147884"/>
                    <a:pt x="2443663" y="147631"/>
                  </a:cubicBezTo>
                  <a:close/>
                  <a:moveTo>
                    <a:pt x="2408211" y="154468"/>
                  </a:moveTo>
                  <a:cubicBezTo>
                    <a:pt x="2409984" y="158773"/>
                    <a:pt x="2418847" y="157506"/>
                    <a:pt x="2420873" y="152695"/>
                  </a:cubicBezTo>
                  <a:cubicBezTo>
                    <a:pt x="2421886" y="150669"/>
                    <a:pt x="2420873" y="147377"/>
                    <a:pt x="2416062" y="147124"/>
                  </a:cubicBezTo>
                  <a:cubicBezTo>
                    <a:pt x="2410237" y="147377"/>
                    <a:pt x="2407198" y="151682"/>
                    <a:pt x="2408211" y="154468"/>
                  </a:cubicBezTo>
                  <a:close/>
                  <a:moveTo>
                    <a:pt x="1878969" y="148897"/>
                  </a:moveTo>
                  <a:cubicBezTo>
                    <a:pt x="1873398" y="149403"/>
                    <a:pt x="1861497" y="155734"/>
                    <a:pt x="1860737" y="158013"/>
                  </a:cubicBezTo>
                  <a:cubicBezTo>
                    <a:pt x="1859977" y="160039"/>
                    <a:pt x="1867321" y="158013"/>
                    <a:pt x="1874158" y="154215"/>
                  </a:cubicBezTo>
                  <a:cubicBezTo>
                    <a:pt x="1876437" y="152948"/>
                    <a:pt x="1878463" y="151682"/>
                    <a:pt x="1879476" y="150669"/>
                  </a:cubicBezTo>
                  <a:cubicBezTo>
                    <a:pt x="1880995" y="148897"/>
                    <a:pt x="1879476" y="148897"/>
                    <a:pt x="1878969" y="148897"/>
                  </a:cubicBezTo>
                  <a:close/>
                  <a:moveTo>
                    <a:pt x="1859471" y="149403"/>
                  </a:moveTo>
                  <a:cubicBezTo>
                    <a:pt x="1853900" y="149910"/>
                    <a:pt x="1841745" y="156240"/>
                    <a:pt x="1840732" y="158519"/>
                  </a:cubicBezTo>
                  <a:cubicBezTo>
                    <a:pt x="1839973" y="160545"/>
                    <a:pt x="1847063" y="158519"/>
                    <a:pt x="1854153" y="154721"/>
                  </a:cubicBezTo>
                  <a:cubicBezTo>
                    <a:pt x="1856685" y="153455"/>
                    <a:pt x="1858711" y="152189"/>
                    <a:pt x="1859724" y="151176"/>
                  </a:cubicBezTo>
                  <a:cubicBezTo>
                    <a:pt x="1861497" y="149403"/>
                    <a:pt x="1859977" y="149403"/>
                    <a:pt x="1859471" y="149403"/>
                  </a:cubicBezTo>
                  <a:close/>
                  <a:moveTo>
                    <a:pt x="1840985" y="151176"/>
                  </a:moveTo>
                  <a:cubicBezTo>
                    <a:pt x="1842252" y="149910"/>
                    <a:pt x="1841239" y="149910"/>
                    <a:pt x="1840732" y="149910"/>
                  </a:cubicBezTo>
                  <a:cubicBezTo>
                    <a:pt x="1835161" y="150416"/>
                    <a:pt x="1821993" y="157253"/>
                    <a:pt x="1821487" y="159279"/>
                  </a:cubicBezTo>
                  <a:cubicBezTo>
                    <a:pt x="1821234" y="160798"/>
                    <a:pt x="1828324" y="158773"/>
                    <a:pt x="1834908" y="155227"/>
                  </a:cubicBezTo>
                  <a:cubicBezTo>
                    <a:pt x="1837693" y="153708"/>
                    <a:pt x="1839973" y="152189"/>
                    <a:pt x="1840985" y="151176"/>
                  </a:cubicBezTo>
                  <a:close/>
                  <a:moveTo>
                    <a:pt x="1815916" y="155734"/>
                  </a:moveTo>
                  <a:cubicBezTo>
                    <a:pt x="1818702" y="154215"/>
                    <a:pt x="1821234" y="152695"/>
                    <a:pt x="1822247" y="151682"/>
                  </a:cubicBezTo>
                  <a:cubicBezTo>
                    <a:pt x="1823766" y="150416"/>
                    <a:pt x="1822500" y="150416"/>
                    <a:pt x="1821993" y="150416"/>
                  </a:cubicBezTo>
                  <a:cubicBezTo>
                    <a:pt x="1816423" y="150923"/>
                    <a:pt x="1803001" y="157760"/>
                    <a:pt x="1802495" y="159786"/>
                  </a:cubicBezTo>
                  <a:cubicBezTo>
                    <a:pt x="1801989" y="161558"/>
                    <a:pt x="1808826" y="159279"/>
                    <a:pt x="1815916" y="155734"/>
                  </a:cubicBezTo>
                  <a:close/>
                  <a:moveTo>
                    <a:pt x="1804014" y="151176"/>
                  </a:moveTo>
                  <a:cubicBezTo>
                    <a:pt x="1798697" y="151682"/>
                    <a:pt x="1784769" y="158519"/>
                    <a:pt x="1784010" y="160545"/>
                  </a:cubicBezTo>
                  <a:cubicBezTo>
                    <a:pt x="1783503" y="162065"/>
                    <a:pt x="1790340" y="160039"/>
                    <a:pt x="1797431" y="156494"/>
                  </a:cubicBezTo>
                  <a:cubicBezTo>
                    <a:pt x="1800723" y="154721"/>
                    <a:pt x="1803255" y="153202"/>
                    <a:pt x="1804268" y="152189"/>
                  </a:cubicBezTo>
                  <a:cubicBezTo>
                    <a:pt x="1805534" y="151176"/>
                    <a:pt x="1804521" y="151176"/>
                    <a:pt x="1804014" y="151176"/>
                  </a:cubicBezTo>
                  <a:close/>
                  <a:moveTo>
                    <a:pt x="1786542" y="151682"/>
                  </a:moveTo>
                  <a:cubicBezTo>
                    <a:pt x="1781224" y="152189"/>
                    <a:pt x="1767297" y="159026"/>
                    <a:pt x="1766284" y="161052"/>
                  </a:cubicBezTo>
                  <a:cubicBezTo>
                    <a:pt x="1765524" y="162824"/>
                    <a:pt x="1772614" y="160545"/>
                    <a:pt x="1779705" y="157000"/>
                  </a:cubicBezTo>
                  <a:cubicBezTo>
                    <a:pt x="1783756" y="154974"/>
                    <a:pt x="1786035" y="153455"/>
                    <a:pt x="1786795" y="152695"/>
                  </a:cubicBezTo>
                  <a:cubicBezTo>
                    <a:pt x="1787808" y="151682"/>
                    <a:pt x="1787048" y="151682"/>
                    <a:pt x="1786542" y="151682"/>
                  </a:cubicBezTo>
                  <a:close/>
                  <a:moveTo>
                    <a:pt x="1762485" y="157760"/>
                  </a:moveTo>
                  <a:cubicBezTo>
                    <a:pt x="1766031" y="155987"/>
                    <a:pt x="1768816" y="154468"/>
                    <a:pt x="1769829" y="153455"/>
                  </a:cubicBezTo>
                  <a:cubicBezTo>
                    <a:pt x="1770842" y="152442"/>
                    <a:pt x="1770082" y="152442"/>
                    <a:pt x="1769829" y="152442"/>
                  </a:cubicBezTo>
                  <a:cubicBezTo>
                    <a:pt x="1764511" y="152948"/>
                    <a:pt x="1749318" y="160545"/>
                    <a:pt x="1749064" y="162065"/>
                  </a:cubicBezTo>
                  <a:cubicBezTo>
                    <a:pt x="1748811" y="163331"/>
                    <a:pt x="1755395" y="161052"/>
                    <a:pt x="1762485" y="157760"/>
                  </a:cubicBezTo>
                  <a:close/>
                  <a:moveTo>
                    <a:pt x="1732098" y="162824"/>
                  </a:moveTo>
                  <a:cubicBezTo>
                    <a:pt x="1731845" y="164090"/>
                    <a:pt x="1738429" y="161811"/>
                    <a:pt x="1745519" y="158519"/>
                  </a:cubicBezTo>
                  <a:cubicBezTo>
                    <a:pt x="1746785" y="157760"/>
                    <a:pt x="1753622" y="154468"/>
                    <a:pt x="1753876" y="153455"/>
                  </a:cubicBezTo>
                  <a:cubicBezTo>
                    <a:pt x="1753622" y="153202"/>
                    <a:pt x="1753622" y="153202"/>
                    <a:pt x="1753369" y="153202"/>
                  </a:cubicBezTo>
                  <a:cubicBezTo>
                    <a:pt x="1748051" y="153708"/>
                    <a:pt x="1732605" y="161052"/>
                    <a:pt x="1732098" y="162824"/>
                  </a:cubicBezTo>
                  <a:close/>
                  <a:moveTo>
                    <a:pt x="1716145" y="163837"/>
                  </a:moveTo>
                  <a:cubicBezTo>
                    <a:pt x="1716905" y="164597"/>
                    <a:pt x="1724501" y="161558"/>
                    <a:pt x="1729566" y="159279"/>
                  </a:cubicBezTo>
                  <a:cubicBezTo>
                    <a:pt x="1730832" y="158519"/>
                    <a:pt x="1737922" y="155227"/>
                    <a:pt x="1738176" y="154215"/>
                  </a:cubicBezTo>
                  <a:cubicBezTo>
                    <a:pt x="1738176" y="153961"/>
                    <a:pt x="1737922" y="153961"/>
                    <a:pt x="1737669" y="153961"/>
                  </a:cubicBezTo>
                  <a:cubicBezTo>
                    <a:pt x="1732605" y="154468"/>
                    <a:pt x="1716145" y="162065"/>
                    <a:pt x="1716145" y="163837"/>
                  </a:cubicBezTo>
                  <a:close/>
                  <a:moveTo>
                    <a:pt x="1700445" y="164597"/>
                  </a:moveTo>
                  <a:cubicBezTo>
                    <a:pt x="1700951" y="165356"/>
                    <a:pt x="1708802" y="162318"/>
                    <a:pt x="1714119" y="160039"/>
                  </a:cubicBezTo>
                  <a:cubicBezTo>
                    <a:pt x="1715639" y="159279"/>
                    <a:pt x="1722476" y="155987"/>
                    <a:pt x="1722982" y="154974"/>
                  </a:cubicBezTo>
                  <a:cubicBezTo>
                    <a:pt x="1722982" y="154721"/>
                    <a:pt x="1722729" y="154721"/>
                    <a:pt x="1722476" y="154721"/>
                  </a:cubicBezTo>
                  <a:cubicBezTo>
                    <a:pt x="1717664" y="155227"/>
                    <a:pt x="1700698" y="162824"/>
                    <a:pt x="1700445" y="164597"/>
                  </a:cubicBezTo>
                  <a:close/>
                  <a:moveTo>
                    <a:pt x="1707535" y="155481"/>
                  </a:moveTo>
                  <a:cubicBezTo>
                    <a:pt x="1702977" y="155987"/>
                    <a:pt x="1686011" y="163584"/>
                    <a:pt x="1685252" y="165356"/>
                  </a:cubicBezTo>
                  <a:cubicBezTo>
                    <a:pt x="1685758" y="166116"/>
                    <a:pt x="1693608" y="163077"/>
                    <a:pt x="1698673" y="160798"/>
                  </a:cubicBezTo>
                  <a:cubicBezTo>
                    <a:pt x="1700192" y="160039"/>
                    <a:pt x="1707282" y="156747"/>
                    <a:pt x="1707789" y="155734"/>
                  </a:cubicBezTo>
                  <a:cubicBezTo>
                    <a:pt x="1707789" y="155734"/>
                    <a:pt x="1707789" y="155734"/>
                    <a:pt x="1707789" y="155734"/>
                  </a:cubicBezTo>
                  <a:cubicBezTo>
                    <a:pt x="1708042" y="155481"/>
                    <a:pt x="1707789" y="155481"/>
                    <a:pt x="1707535" y="155481"/>
                  </a:cubicBezTo>
                  <a:close/>
                  <a:moveTo>
                    <a:pt x="1671071" y="166369"/>
                  </a:moveTo>
                  <a:cubicBezTo>
                    <a:pt x="1672337" y="166876"/>
                    <a:pt x="1679934" y="163837"/>
                    <a:pt x="1684492" y="161811"/>
                  </a:cubicBezTo>
                  <a:cubicBezTo>
                    <a:pt x="1687277" y="160545"/>
                    <a:pt x="1693608" y="157506"/>
                    <a:pt x="1693861" y="156494"/>
                  </a:cubicBezTo>
                  <a:cubicBezTo>
                    <a:pt x="1693861" y="156494"/>
                    <a:pt x="1693608" y="156494"/>
                    <a:pt x="1693355" y="156494"/>
                  </a:cubicBezTo>
                  <a:cubicBezTo>
                    <a:pt x="1689303" y="156747"/>
                    <a:pt x="1671324" y="164597"/>
                    <a:pt x="1671071" y="166369"/>
                  </a:cubicBezTo>
                  <a:close/>
                  <a:moveTo>
                    <a:pt x="1670564" y="162571"/>
                  </a:moveTo>
                  <a:cubicBezTo>
                    <a:pt x="1672843" y="161558"/>
                    <a:pt x="1679934" y="158266"/>
                    <a:pt x="1680187" y="157253"/>
                  </a:cubicBezTo>
                  <a:cubicBezTo>
                    <a:pt x="1680187" y="157253"/>
                    <a:pt x="1679934" y="157253"/>
                    <a:pt x="1679934" y="157253"/>
                  </a:cubicBezTo>
                  <a:cubicBezTo>
                    <a:pt x="1675882" y="157760"/>
                    <a:pt x="1657650" y="165610"/>
                    <a:pt x="1657143" y="167382"/>
                  </a:cubicBezTo>
                  <a:cubicBezTo>
                    <a:pt x="1658156" y="167636"/>
                    <a:pt x="1666006" y="164597"/>
                    <a:pt x="1670564" y="162571"/>
                  </a:cubicBezTo>
                  <a:close/>
                  <a:moveTo>
                    <a:pt x="1643976" y="168142"/>
                  </a:moveTo>
                  <a:cubicBezTo>
                    <a:pt x="1644989" y="168648"/>
                    <a:pt x="1652839" y="165356"/>
                    <a:pt x="1657397" y="163331"/>
                  </a:cubicBezTo>
                  <a:cubicBezTo>
                    <a:pt x="1660182" y="162065"/>
                    <a:pt x="1667019" y="159026"/>
                    <a:pt x="1667526" y="158013"/>
                  </a:cubicBezTo>
                  <a:cubicBezTo>
                    <a:pt x="1667526" y="158013"/>
                    <a:pt x="1667272" y="158013"/>
                    <a:pt x="1667272" y="158013"/>
                  </a:cubicBezTo>
                  <a:cubicBezTo>
                    <a:pt x="1663221" y="158519"/>
                    <a:pt x="1644735" y="166369"/>
                    <a:pt x="1643976" y="168142"/>
                  </a:cubicBezTo>
                  <a:close/>
                  <a:moveTo>
                    <a:pt x="1654864" y="159026"/>
                  </a:moveTo>
                  <a:cubicBezTo>
                    <a:pt x="1651066" y="159532"/>
                    <a:pt x="1632327" y="167382"/>
                    <a:pt x="1631568" y="169155"/>
                  </a:cubicBezTo>
                  <a:cubicBezTo>
                    <a:pt x="1632327" y="169661"/>
                    <a:pt x="1639924" y="166623"/>
                    <a:pt x="1644989" y="164344"/>
                  </a:cubicBezTo>
                  <a:cubicBezTo>
                    <a:pt x="1646508" y="163584"/>
                    <a:pt x="1654105" y="160292"/>
                    <a:pt x="1655371" y="159026"/>
                  </a:cubicBezTo>
                  <a:cubicBezTo>
                    <a:pt x="1655118" y="159279"/>
                    <a:pt x="1655118" y="159026"/>
                    <a:pt x="1654864" y="159026"/>
                  </a:cubicBezTo>
                  <a:cubicBezTo>
                    <a:pt x="1654864" y="159026"/>
                    <a:pt x="1654864" y="159026"/>
                    <a:pt x="1654864" y="159026"/>
                  </a:cubicBezTo>
                  <a:close/>
                  <a:moveTo>
                    <a:pt x="1642963" y="160039"/>
                  </a:moveTo>
                  <a:cubicBezTo>
                    <a:pt x="1639164" y="160545"/>
                    <a:pt x="1620932" y="168395"/>
                    <a:pt x="1619413" y="170168"/>
                  </a:cubicBezTo>
                  <a:cubicBezTo>
                    <a:pt x="1619413" y="170168"/>
                    <a:pt x="1619413" y="170168"/>
                    <a:pt x="1619413" y="170421"/>
                  </a:cubicBezTo>
                  <a:cubicBezTo>
                    <a:pt x="1620932" y="170421"/>
                    <a:pt x="1628529" y="167382"/>
                    <a:pt x="1632581" y="165610"/>
                  </a:cubicBezTo>
                  <a:cubicBezTo>
                    <a:pt x="1634353" y="164850"/>
                    <a:pt x="1641950" y="161305"/>
                    <a:pt x="1642963" y="160039"/>
                  </a:cubicBezTo>
                  <a:cubicBezTo>
                    <a:pt x="1643216" y="160039"/>
                    <a:pt x="1643216" y="160039"/>
                    <a:pt x="1642963" y="160039"/>
                  </a:cubicBezTo>
                  <a:cubicBezTo>
                    <a:pt x="1643216" y="160039"/>
                    <a:pt x="1643216" y="160039"/>
                    <a:pt x="1642963" y="160039"/>
                  </a:cubicBezTo>
                  <a:close/>
                  <a:moveTo>
                    <a:pt x="1608018" y="171181"/>
                  </a:moveTo>
                  <a:cubicBezTo>
                    <a:pt x="1609537" y="171181"/>
                    <a:pt x="1617387" y="168142"/>
                    <a:pt x="1621185" y="166369"/>
                  </a:cubicBezTo>
                  <a:cubicBezTo>
                    <a:pt x="1622705" y="165610"/>
                    <a:pt x="1630555" y="162318"/>
                    <a:pt x="1632074" y="161052"/>
                  </a:cubicBezTo>
                  <a:cubicBezTo>
                    <a:pt x="1632074" y="161052"/>
                    <a:pt x="1632074" y="161052"/>
                    <a:pt x="1632074" y="160798"/>
                  </a:cubicBezTo>
                  <a:lnTo>
                    <a:pt x="1631821" y="160798"/>
                  </a:lnTo>
                  <a:cubicBezTo>
                    <a:pt x="1628276" y="161558"/>
                    <a:pt x="1610043" y="169408"/>
                    <a:pt x="1608018" y="171181"/>
                  </a:cubicBezTo>
                  <a:cubicBezTo>
                    <a:pt x="1608018" y="171181"/>
                    <a:pt x="1608018" y="171181"/>
                    <a:pt x="1608018" y="171181"/>
                  </a:cubicBezTo>
                  <a:close/>
                  <a:moveTo>
                    <a:pt x="1597382" y="172194"/>
                  </a:moveTo>
                  <a:cubicBezTo>
                    <a:pt x="1597382" y="172194"/>
                    <a:pt x="1597382" y="172194"/>
                    <a:pt x="1597382" y="172194"/>
                  </a:cubicBezTo>
                  <a:cubicBezTo>
                    <a:pt x="1598648" y="172447"/>
                    <a:pt x="1606245" y="169408"/>
                    <a:pt x="1610550" y="167382"/>
                  </a:cubicBezTo>
                  <a:cubicBezTo>
                    <a:pt x="1613082" y="166369"/>
                    <a:pt x="1621439" y="162824"/>
                    <a:pt x="1621692" y="162065"/>
                  </a:cubicBezTo>
                  <a:cubicBezTo>
                    <a:pt x="1621692" y="162065"/>
                    <a:pt x="1621692" y="162065"/>
                    <a:pt x="1621439" y="162065"/>
                  </a:cubicBezTo>
                  <a:cubicBezTo>
                    <a:pt x="1617893" y="162571"/>
                    <a:pt x="1599408" y="170421"/>
                    <a:pt x="1597382" y="172194"/>
                  </a:cubicBezTo>
                  <a:close/>
                  <a:moveTo>
                    <a:pt x="1587253" y="173460"/>
                  </a:moveTo>
                  <a:cubicBezTo>
                    <a:pt x="1588519" y="173460"/>
                    <a:pt x="1596116" y="170421"/>
                    <a:pt x="1600421" y="168648"/>
                  </a:cubicBezTo>
                  <a:cubicBezTo>
                    <a:pt x="1602953" y="167636"/>
                    <a:pt x="1611563" y="163837"/>
                    <a:pt x="1611816" y="163331"/>
                  </a:cubicBezTo>
                  <a:lnTo>
                    <a:pt x="1611563" y="163331"/>
                  </a:lnTo>
                  <a:cubicBezTo>
                    <a:pt x="1608524" y="163584"/>
                    <a:pt x="1587506" y="172194"/>
                    <a:pt x="1587253" y="173460"/>
                  </a:cubicBezTo>
                  <a:close/>
                  <a:moveTo>
                    <a:pt x="1577884" y="174473"/>
                  </a:moveTo>
                  <a:cubicBezTo>
                    <a:pt x="1578897" y="174473"/>
                    <a:pt x="1586747" y="171434"/>
                    <a:pt x="1591052" y="169661"/>
                  </a:cubicBezTo>
                  <a:lnTo>
                    <a:pt x="1591052" y="169661"/>
                  </a:lnTo>
                  <a:cubicBezTo>
                    <a:pt x="1593584" y="168648"/>
                    <a:pt x="1602193" y="164850"/>
                    <a:pt x="1602700" y="164344"/>
                  </a:cubicBezTo>
                  <a:lnTo>
                    <a:pt x="1602447" y="164344"/>
                  </a:lnTo>
                  <a:cubicBezTo>
                    <a:pt x="1599408" y="164850"/>
                    <a:pt x="1578390" y="173206"/>
                    <a:pt x="1577884" y="174473"/>
                  </a:cubicBezTo>
                  <a:close/>
                  <a:moveTo>
                    <a:pt x="1569274" y="175486"/>
                  </a:moveTo>
                  <a:cubicBezTo>
                    <a:pt x="1570287" y="175486"/>
                    <a:pt x="1577884" y="172447"/>
                    <a:pt x="1582189" y="170674"/>
                  </a:cubicBezTo>
                  <a:cubicBezTo>
                    <a:pt x="1584721" y="169661"/>
                    <a:pt x="1593584" y="165863"/>
                    <a:pt x="1594090" y="165356"/>
                  </a:cubicBezTo>
                  <a:lnTo>
                    <a:pt x="1593837" y="165356"/>
                  </a:lnTo>
                  <a:cubicBezTo>
                    <a:pt x="1591052" y="165863"/>
                    <a:pt x="1570034" y="174473"/>
                    <a:pt x="1569274" y="175486"/>
                  </a:cubicBezTo>
                  <a:close/>
                  <a:moveTo>
                    <a:pt x="1561171" y="176752"/>
                  </a:moveTo>
                  <a:cubicBezTo>
                    <a:pt x="1563197" y="176245"/>
                    <a:pt x="1572313" y="172700"/>
                    <a:pt x="1574085" y="171940"/>
                  </a:cubicBezTo>
                  <a:cubicBezTo>
                    <a:pt x="1578390" y="170168"/>
                    <a:pt x="1585987" y="166876"/>
                    <a:pt x="1586240" y="166623"/>
                  </a:cubicBezTo>
                  <a:cubicBezTo>
                    <a:pt x="1583201" y="167129"/>
                    <a:pt x="1564210" y="174726"/>
                    <a:pt x="1561171" y="176752"/>
                  </a:cubicBezTo>
                  <a:cubicBezTo>
                    <a:pt x="1561171" y="176752"/>
                    <a:pt x="1561171" y="176752"/>
                    <a:pt x="1561171" y="176752"/>
                  </a:cubicBezTo>
                  <a:close/>
                  <a:moveTo>
                    <a:pt x="1566742" y="172953"/>
                  </a:moveTo>
                  <a:cubicBezTo>
                    <a:pt x="1572313" y="170674"/>
                    <a:pt x="1578643" y="167889"/>
                    <a:pt x="1579150" y="167382"/>
                  </a:cubicBezTo>
                  <a:cubicBezTo>
                    <a:pt x="1577630" y="167636"/>
                    <a:pt x="1554587" y="176752"/>
                    <a:pt x="1554080" y="177765"/>
                  </a:cubicBezTo>
                  <a:cubicBezTo>
                    <a:pt x="1555600" y="177511"/>
                    <a:pt x="1564716" y="173713"/>
                    <a:pt x="1566742" y="172953"/>
                  </a:cubicBezTo>
                  <a:close/>
                  <a:moveTo>
                    <a:pt x="1559905" y="174219"/>
                  </a:moveTo>
                  <a:cubicBezTo>
                    <a:pt x="1565476" y="171940"/>
                    <a:pt x="1572060" y="169155"/>
                    <a:pt x="1572566" y="168648"/>
                  </a:cubicBezTo>
                  <a:cubicBezTo>
                    <a:pt x="1570287" y="169155"/>
                    <a:pt x="1548003" y="178271"/>
                    <a:pt x="1547243" y="179031"/>
                  </a:cubicBezTo>
                  <a:cubicBezTo>
                    <a:pt x="1548763" y="178777"/>
                    <a:pt x="1557372" y="175232"/>
                    <a:pt x="1559905" y="174219"/>
                  </a:cubicBezTo>
                  <a:close/>
                  <a:moveTo>
                    <a:pt x="1553827" y="175486"/>
                  </a:moveTo>
                  <a:cubicBezTo>
                    <a:pt x="1565982" y="170421"/>
                    <a:pt x="1566489" y="170168"/>
                    <a:pt x="1566742" y="169915"/>
                  </a:cubicBezTo>
                  <a:cubicBezTo>
                    <a:pt x="1564463" y="170674"/>
                    <a:pt x="1542432" y="179537"/>
                    <a:pt x="1541419" y="180297"/>
                  </a:cubicBezTo>
                  <a:cubicBezTo>
                    <a:pt x="1542685" y="180044"/>
                    <a:pt x="1550535" y="176752"/>
                    <a:pt x="1553827" y="175486"/>
                  </a:cubicBezTo>
                  <a:close/>
                  <a:moveTo>
                    <a:pt x="1548510" y="176752"/>
                  </a:moveTo>
                  <a:cubicBezTo>
                    <a:pt x="1560664" y="171687"/>
                    <a:pt x="1561424" y="171434"/>
                    <a:pt x="1561677" y="171181"/>
                  </a:cubicBezTo>
                  <a:cubicBezTo>
                    <a:pt x="1559905" y="171687"/>
                    <a:pt x="1537621" y="180550"/>
                    <a:pt x="1536101" y="181563"/>
                  </a:cubicBezTo>
                  <a:cubicBezTo>
                    <a:pt x="1536861" y="181310"/>
                    <a:pt x="1541166" y="179790"/>
                    <a:pt x="1548510" y="176752"/>
                  </a:cubicBezTo>
                  <a:close/>
                  <a:moveTo>
                    <a:pt x="1543952" y="178018"/>
                  </a:moveTo>
                  <a:cubicBezTo>
                    <a:pt x="1548256" y="176245"/>
                    <a:pt x="1552814" y="174726"/>
                    <a:pt x="1557119" y="172447"/>
                  </a:cubicBezTo>
                  <a:cubicBezTo>
                    <a:pt x="1555347" y="172953"/>
                    <a:pt x="1533569" y="181816"/>
                    <a:pt x="1531543" y="183082"/>
                  </a:cubicBezTo>
                  <a:cubicBezTo>
                    <a:pt x="1535595" y="181563"/>
                    <a:pt x="1539647" y="179537"/>
                    <a:pt x="1543952" y="178018"/>
                  </a:cubicBezTo>
                  <a:close/>
                  <a:moveTo>
                    <a:pt x="1529011" y="183589"/>
                  </a:moveTo>
                  <a:cubicBezTo>
                    <a:pt x="1528505" y="183842"/>
                    <a:pt x="1527998" y="184095"/>
                    <a:pt x="1527492" y="184095"/>
                  </a:cubicBezTo>
                  <a:cubicBezTo>
                    <a:pt x="1530530" y="182829"/>
                    <a:pt x="1533569" y="181563"/>
                    <a:pt x="1536355" y="180297"/>
                  </a:cubicBezTo>
                  <a:lnTo>
                    <a:pt x="1529011" y="183589"/>
                  </a:lnTo>
                  <a:close/>
                  <a:moveTo>
                    <a:pt x="1539900" y="179284"/>
                  </a:moveTo>
                  <a:cubicBezTo>
                    <a:pt x="1538887" y="179790"/>
                    <a:pt x="1537621" y="180297"/>
                    <a:pt x="1536608" y="180550"/>
                  </a:cubicBezTo>
                  <a:lnTo>
                    <a:pt x="1553321" y="173713"/>
                  </a:lnTo>
                  <a:cubicBezTo>
                    <a:pt x="1549016" y="175486"/>
                    <a:pt x="1544458" y="177258"/>
                    <a:pt x="1539900" y="179284"/>
                  </a:cubicBezTo>
                  <a:close/>
                  <a:moveTo>
                    <a:pt x="3445931" y="193971"/>
                  </a:moveTo>
                  <a:cubicBezTo>
                    <a:pt x="3444665" y="193211"/>
                    <a:pt x="3439600" y="191186"/>
                    <a:pt x="3435802" y="189413"/>
                  </a:cubicBezTo>
                  <a:cubicBezTo>
                    <a:pt x="3428965" y="186627"/>
                    <a:pt x="3421875" y="183589"/>
                    <a:pt x="3420608" y="183082"/>
                  </a:cubicBezTo>
                  <a:lnTo>
                    <a:pt x="3420608" y="183082"/>
                  </a:lnTo>
                  <a:cubicBezTo>
                    <a:pt x="3420608" y="183336"/>
                    <a:pt x="3444665" y="193971"/>
                    <a:pt x="3445931" y="193971"/>
                  </a:cubicBezTo>
                  <a:close/>
                  <a:moveTo>
                    <a:pt x="3429978" y="187894"/>
                  </a:moveTo>
                  <a:cubicBezTo>
                    <a:pt x="3423901" y="185361"/>
                    <a:pt x="3416304" y="182069"/>
                    <a:pt x="3414784" y="181816"/>
                  </a:cubicBezTo>
                  <a:cubicBezTo>
                    <a:pt x="3414784" y="181816"/>
                    <a:pt x="3414784" y="181816"/>
                    <a:pt x="3414784" y="181816"/>
                  </a:cubicBezTo>
                  <a:cubicBezTo>
                    <a:pt x="3415037" y="181816"/>
                    <a:pt x="3438587" y="192452"/>
                    <a:pt x="3439854" y="192452"/>
                  </a:cubicBezTo>
                  <a:cubicBezTo>
                    <a:pt x="3438841" y="191945"/>
                    <a:pt x="3434029" y="189666"/>
                    <a:pt x="3429978" y="187894"/>
                  </a:cubicBezTo>
                  <a:close/>
                  <a:moveTo>
                    <a:pt x="2505703" y="133197"/>
                  </a:moveTo>
                  <a:cubicBezTo>
                    <a:pt x="2505957" y="131424"/>
                    <a:pt x="2504944" y="128386"/>
                    <a:pt x="2500132" y="128132"/>
                  </a:cubicBezTo>
                  <a:cubicBezTo>
                    <a:pt x="2494815" y="128132"/>
                    <a:pt x="2492282" y="132437"/>
                    <a:pt x="2494561" y="135223"/>
                  </a:cubicBezTo>
                  <a:cubicBezTo>
                    <a:pt x="2497347" y="138768"/>
                    <a:pt x="2504944" y="137502"/>
                    <a:pt x="2505703" y="133197"/>
                  </a:cubicBezTo>
                  <a:close/>
                  <a:moveTo>
                    <a:pt x="2453286" y="132184"/>
                  </a:moveTo>
                  <a:cubicBezTo>
                    <a:pt x="2454045" y="130158"/>
                    <a:pt x="2453032" y="127373"/>
                    <a:pt x="2448474" y="127119"/>
                  </a:cubicBezTo>
                  <a:cubicBezTo>
                    <a:pt x="2443157" y="127119"/>
                    <a:pt x="2440371" y="131171"/>
                    <a:pt x="2441384" y="133703"/>
                  </a:cubicBezTo>
                  <a:cubicBezTo>
                    <a:pt x="2443410" y="138008"/>
                    <a:pt x="2451766" y="136742"/>
                    <a:pt x="2453286" y="132184"/>
                  </a:cubicBezTo>
                  <a:close/>
                  <a:moveTo>
                    <a:pt x="2422645" y="126866"/>
                  </a:moveTo>
                  <a:cubicBezTo>
                    <a:pt x="2417074" y="127119"/>
                    <a:pt x="2414289" y="130918"/>
                    <a:pt x="2415049" y="133450"/>
                  </a:cubicBezTo>
                  <a:cubicBezTo>
                    <a:pt x="2416568" y="137502"/>
                    <a:pt x="2424924" y="136489"/>
                    <a:pt x="2426950" y="131931"/>
                  </a:cubicBezTo>
                  <a:lnTo>
                    <a:pt x="2426950" y="131931"/>
                  </a:lnTo>
                  <a:cubicBezTo>
                    <a:pt x="2427710" y="130158"/>
                    <a:pt x="2427457" y="127119"/>
                    <a:pt x="2422645" y="126866"/>
                  </a:cubicBezTo>
                  <a:close/>
                  <a:moveTo>
                    <a:pt x="1935945" y="129398"/>
                  </a:moveTo>
                  <a:cubicBezTo>
                    <a:pt x="1937465" y="127879"/>
                    <a:pt x="1936198" y="127879"/>
                    <a:pt x="1935692" y="127879"/>
                  </a:cubicBezTo>
                  <a:cubicBezTo>
                    <a:pt x="1930374" y="128132"/>
                    <a:pt x="1918726" y="134210"/>
                    <a:pt x="1917713" y="136489"/>
                  </a:cubicBezTo>
                  <a:cubicBezTo>
                    <a:pt x="1916953" y="138515"/>
                    <a:pt x="1924044" y="136489"/>
                    <a:pt x="1930881" y="132944"/>
                  </a:cubicBezTo>
                  <a:cubicBezTo>
                    <a:pt x="1933160" y="131424"/>
                    <a:pt x="1934932" y="130158"/>
                    <a:pt x="1935945" y="129398"/>
                  </a:cubicBezTo>
                  <a:close/>
                  <a:moveTo>
                    <a:pt x="1916953" y="129905"/>
                  </a:moveTo>
                  <a:cubicBezTo>
                    <a:pt x="1918726" y="128386"/>
                    <a:pt x="1917206" y="128386"/>
                    <a:pt x="1916700" y="128386"/>
                  </a:cubicBezTo>
                  <a:cubicBezTo>
                    <a:pt x="1911129" y="128892"/>
                    <a:pt x="1898468" y="135223"/>
                    <a:pt x="1898214" y="136995"/>
                  </a:cubicBezTo>
                  <a:cubicBezTo>
                    <a:pt x="1897961" y="138515"/>
                    <a:pt x="1904798" y="136489"/>
                    <a:pt x="1911382" y="133197"/>
                  </a:cubicBezTo>
                  <a:cubicBezTo>
                    <a:pt x="1913915" y="131931"/>
                    <a:pt x="1915940" y="130665"/>
                    <a:pt x="1916953" y="129905"/>
                  </a:cubicBezTo>
                  <a:close/>
                  <a:moveTo>
                    <a:pt x="1892897" y="133703"/>
                  </a:moveTo>
                  <a:cubicBezTo>
                    <a:pt x="1895682" y="132437"/>
                    <a:pt x="1897961" y="130918"/>
                    <a:pt x="1898974" y="129905"/>
                  </a:cubicBezTo>
                  <a:cubicBezTo>
                    <a:pt x="1900240" y="128639"/>
                    <a:pt x="1899227" y="128639"/>
                    <a:pt x="1898721" y="128639"/>
                  </a:cubicBezTo>
                  <a:cubicBezTo>
                    <a:pt x="1893403" y="129145"/>
                    <a:pt x="1880235" y="135476"/>
                    <a:pt x="1879982" y="137502"/>
                  </a:cubicBezTo>
                  <a:cubicBezTo>
                    <a:pt x="1879222" y="139021"/>
                    <a:pt x="1886060" y="136995"/>
                    <a:pt x="1892897" y="133703"/>
                  </a:cubicBezTo>
                  <a:close/>
                  <a:moveTo>
                    <a:pt x="1874411" y="134210"/>
                  </a:moveTo>
                  <a:cubicBezTo>
                    <a:pt x="1877197" y="132944"/>
                    <a:pt x="1879476" y="131424"/>
                    <a:pt x="1880489" y="130411"/>
                  </a:cubicBezTo>
                  <a:cubicBezTo>
                    <a:pt x="1881755" y="129145"/>
                    <a:pt x="1880742" y="129145"/>
                    <a:pt x="1880235" y="129145"/>
                  </a:cubicBezTo>
                  <a:cubicBezTo>
                    <a:pt x="1874918" y="129652"/>
                    <a:pt x="1861750" y="135982"/>
                    <a:pt x="1860990" y="138008"/>
                  </a:cubicBezTo>
                  <a:cubicBezTo>
                    <a:pt x="1860737" y="139527"/>
                    <a:pt x="1867574" y="137502"/>
                    <a:pt x="1874411" y="134210"/>
                  </a:cubicBezTo>
                  <a:close/>
                  <a:moveTo>
                    <a:pt x="1856685" y="134716"/>
                  </a:moveTo>
                  <a:cubicBezTo>
                    <a:pt x="1861497" y="132437"/>
                    <a:pt x="1863016" y="131171"/>
                    <a:pt x="1863522" y="130665"/>
                  </a:cubicBezTo>
                  <a:cubicBezTo>
                    <a:pt x="1864535" y="129652"/>
                    <a:pt x="1863522" y="129652"/>
                    <a:pt x="1863269" y="129652"/>
                  </a:cubicBezTo>
                  <a:cubicBezTo>
                    <a:pt x="1858205" y="130158"/>
                    <a:pt x="1844530" y="136489"/>
                    <a:pt x="1843518" y="138515"/>
                  </a:cubicBezTo>
                  <a:cubicBezTo>
                    <a:pt x="1842758" y="140034"/>
                    <a:pt x="1849595" y="138261"/>
                    <a:pt x="1856685" y="134716"/>
                  </a:cubicBezTo>
                  <a:close/>
                  <a:moveTo>
                    <a:pt x="1846050" y="130411"/>
                  </a:moveTo>
                  <a:cubicBezTo>
                    <a:pt x="1840985" y="130918"/>
                    <a:pt x="1827058" y="137248"/>
                    <a:pt x="1826045" y="139274"/>
                  </a:cubicBezTo>
                  <a:cubicBezTo>
                    <a:pt x="1825285" y="140794"/>
                    <a:pt x="1832122" y="138768"/>
                    <a:pt x="1839213" y="135476"/>
                  </a:cubicBezTo>
                  <a:cubicBezTo>
                    <a:pt x="1842505" y="133956"/>
                    <a:pt x="1845290" y="132437"/>
                    <a:pt x="1846303" y="131424"/>
                  </a:cubicBezTo>
                  <a:cubicBezTo>
                    <a:pt x="1847316" y="130411"/>
                    <a:pt x="1846556" y="130411"/>
                    <a:pt x="1846050" y="130411"/>
                  </a:cubicBezTo>
                  <a:close/>
                  <a:moveTo>
                    <a:pt x="1822500" y="135982"/>
                  </a:moveTo>
                  <a:cubicBezTo>
                    <a:pt x="1826298" y="134210"/>
                    <a:pt x="1829084" y="132690"/>
                    <a:pt x="1830097" y="131677"/>
                  </a:cubicBezTo>
                  <a:cubicBezTo>
                    <a:pt x="1830856" y="130918"/>
                    <a:pt x="1830097" y="130918"/>
                    <a:pt x="1829590" y="130918"/>
                  </a:cubicBezTo>
                  <a:cubicBezTo>
                    <a:pt x="1824273" y="131424"/>
                    <a:pt x="1809332" y="138261"/>
                    <a:pt x="1809079" y="140034"/>
                  </a:cubicBezTo>
                  <a:cubicBezTo>
                    <a:pt x="1808826" y="141300"/>
                    <a:pt x="1815663" y="139274"/>
                    <a:pt x="1822500" y="135982"/>
                  </a:cubicBezTo>
                  <a:close/>
                  <a:moveTo>
                    <a:pt x="1814397" y="131931"/>
                  </a:moveTo>
                  <a:cubicBezTo>
                    <a:pt x="1814143" y="131677"/>
                    <a:pt x="1814143" y="131677"/>
                    <a:pt x="1813637" y="131677"/>
                  </a:cubicBezTo>
                  <a:cubicBezTo>
                    <a:pt x="1808826" y="132184"/>
                    <a:pt x="1792873" y="139274"/>
                    <a:pt x="1792619" y="140794"/>
                  </a:cubicBezTo>
                  <a:cubicBezTo>
                    <a:pt x="1793379" y="141553"/>
                    <a:pt x="1800976" y="138768"/>
                    <a:pt x="1806040" y="136489"/>
                  </a:cubicBezTo>
                  <a:lnTo>
                    <a:pt x="1806040" y="136489"/>
                  </a:lnTo>
                  <a:cubicBezTo>
                    <a:pt x="1807560" y="135982"/>
                    <a:pt x="1814397" y="132944"/>
                    <a:pt x="1814397" y="131931"/>
                  </a:cubicBezTo>
                  <a:close/>
                  <a:moveTo>
                    <a:pt x="1777173" y="141553"/>
                  </a:moveTo>
                  <a:cubicBezTo>
                    <a:pt x="1777932" y="142313"/>
                    <a:pt x="1785529" y="139527"/>
                    <a:pt x="1790593" y="137248"/>
                  </a:cubicBezTo>
                  <a:cubicBezTo>
                    <a:pt x="1791860" y="136742"/>
                    <a:pt x="1798697" y="133450"/>
                    <a:pt x="1798950" y="132437"/>
                  </a:cubicBezTo>
                  <a:cubicBezTo>
                    <a:pt x="1798950" y="132184"/>
                    <a:pt x="1798697" y="132184"/>
                    <a:pt x="1798443" y="132184"/>
                  </a:cubicBezTo>
                  <a:cubicBezTo>
                    <a:pt x="1793379" y="132944"/>
                    <a:pt x="1777426" y="139781"/>
                    <a:pt x="1777173" y="141553"/>
                  </a:cubicBezTo>
                  <a:close/>
                  <a:moveTo>
                    <a:pt x="1761726" y="142313"/>
                  </a:moveTo>
                  <a:cubicBezTo>
                    <a:pt x="1762232" y="143073"/>
                    <a:pt x="1770082" y="140287"/>
                    <a:pt x="1775147" y="138008"/>
                  </a:cubicBezTo>
                  <a:cubicBezTo>
                    <a:pt x="1776666" y="137502"/>
                    <a:pt x="1783503" y="134210"/>
                    <a:pt x="1783756" y="133197"/>
                  </a:cubicBezTo>
                  <a:cubicBezTo>
                    <a:pt x="1783756" y="132944"/>
                    <a:pt x="1783503" y="132944"/>
                    <a:pt x="1783250" y="132944"/>
                  </a:cubicBezTo>
                  <a:cubicBezTo>
                    <a:pt x="1778692" y="133450"/>
                    <a:pt x="1762232" y="140540"/>
                    <a:pt x="1761726" y="142313"/>
                  </a:cubicBezTo>
                  <a:close/>
                  <a:moveTo>
                    <a:pt x="1747039" y="143073"/>
                  </a:moveTo>
                  <a:cubicBezTo>
                    <a:pt x="1747039" y="143073"/>
                    <a:pt x="1747039" y="143073"/>
                    <a:pt x="1747039" y="143073"/>
                  </a:cubicBezTo>
                  <a:cubicBezTo>
                    <a:pt x="1748305" y="143579"/>
                    <a:pt x="1756155" y="140794"/>
                    <a:pt x="1760460" y="138768"/>
                  </a:cubicBezTo>
                  <a:cubicBezTo>
                    <a:pt x="1763245" y="137502"/>
                    <a:pt x="1769323" y="134969"/>
                    <a:pt x="1769323" y="133956"/>
                  </a:cubicBezTo>
                  <a:cubicBezTo>
                    <a:pt x="1769323" y="133956"/>
                    <a:pt x="1769069" y="133956"/>
                    <a:pt x="1768816" y="133956"/>
                  </a:cubicBezTo>
                  <a:cubicBezTo>
                    <a:pt x="1764511" y="134210"/>
                    <a:pt x="1747798" y="141300"/>
                    <a:pt x="1747039" y="143073"/>
                  </a:cubicBezTo>
                  <a:close/>
                  <a:moveTo>
                    <a:pt x="1732858" y="143832"/>
                  </a:moveTo>
                  <a:cubicBezTo>
                    <a:pt x="1734124" y="144339"/>
                    <a:pt x="1741721" y="141300"/>
                    <a:pt x="1746279" y="139527"/>
                  </a:cubicBezTo>
                  <a:cubicBezTo>
                    <a:pt x="1749064" y="138261"/>
                    <a:pt x="1755395" y="135476"/>
                    <a:pt x="1755648" y="134716"/>
                  </a:cubicBezTo>
                  <a:cubicBezTo>
                    <a:pt x="1755648" y="134716"/>
                    <a:pt x="1755395" y="134716"/>
                    <a:pt x="1755142" y="134716"/>
                  </a:cubicBezTo>
                  <a:cubicBezTo>
                    <a:pt x="1751090" y="134969"/>
                    <a:pt x="1733364" y="142060"/>
                    <a:pt x="1732858" y="143832"/>
                  </a:cubicBezTo>
                  <a:close/>
                  <a:moveTo>
                    <a:pt x="1732858" y="140287"/>
                  </a:moveTo>
                  <a:cubicBezTo>
                    <a:pt x="1735643" y="139021"/>
                    <a:pt x="1742227" y="136236"/>
                    <a:pt x="1742480" y="135476"/>
                  </a:cubicBezTo>
                  <a:cubicBezTo>
                    <a:pt x="1742480" y="135476"/>
                    <a:pt x="1742227" y="135476"/>
                    <a:pt x="1742227" y="135476"/>
                  </a:cubicBezTo>
                  <a:cubicBezTo>
                    <a:pt x="1738176" y="135982"/>
                    <a:pt x="1720197" y="143073"/>
                    <a:pt x="1719437" y="144845"/>
                  </a:cubicBezTo>
                  <a:cubicBezTo>
                    <a:pt x="1720197" y="145098"/>
                    <a:pt x="1728047" y="142313"/>
                    <a:pt x="1732858" y="140287"/>
                  </a:cubicBezTo>
                  <a:close/>
                  <a:moveTo>
                    <a:pt x="1706269" y="145605"/>
                  </a:moveTo>
                  <a:cubicBezTo>
                    <a:pt x="1707282" y="146111"/>
                    <a:pt x="1715132" y="143073"/>
                    <a:pt x="1719690" y="141047"/>
                  </a:cubicBezTo>
                  <a:cubicBezTo>
                    <a:pt x="1722476" y="139781"/>
                    <a:pt x="1729060" y="136995"/>
                    <a:pt x="1729566" y="136236"/>
                  </a:cubicBezTo>
                  <a:cubicBezTo>
                    <a:pt x="1729566" y="136236"/>
                    <a:pt x="1729313" y="136236"/>
                    <a:pt x="1729313" y="136236"/>
                  </a:cubicBezTo>
                  <a:cubicBezTo>
                    <a:pt x="1725261" y="136742"/>
                    <a:pt x="1707029" y="143832"/>
                    <a:pt x="1706269" y="145605"/>
                  </a:cubicBezTo>
                  <a:close/>
                  <a:moveTo>
                    <a:pt x="1717158" y="136995"/>
                  </a:moveTo>
                  <a:cubicBezTo>
                    <a:pt x="1713106" y="137502"/>
                    <a:pt x="1695380" y="144592"/>
                    <a:pt x="1693861" y="146365"/>
                  </a:cubicBezTo>
                  <a:cubicBezTo>
                    <a:pt x="1693861" y="146365"/>
                    <a:pt x="1693861" y="146365"/>
                    <a:pt x="1693861" y="146618"/>
                  </a:cubicBezTo>
                  <a:cubicBezTo>
                    <a:pt x="1695634" y="146618"/>
                    <a:pt x="1703231" y="143579"/>
                    <a:pt x="1707282" y="142060"/>
                  </a:cubicBezTo>
                  <a:lnTo>
                    <a:pt x="1707282" y="142060"/>
                  </a:lnTo>
                  <a:cubicBezTo>
                    <a:pt x="1708802" y="141553"/>
                    <a:pt x="1716398" y="138261"/>
                    <a:pt x="1717411" y="137248"/>
                  </a:cubicBezTo>
                  <a:cubicBezTo>
                    <a:pt x="1717411" y="137248"/>
                    <a:pt x="1717411" y="136995"/>
                    <a:pt x="1717158" y="136995"/>
                  </a:cubicBezTo>
                  <a:lnTo>
                    <a:pt x="1717158" y="136995"/>
                  </a:lnTo>
                  <a:close/>
                  <a:moveTo>
                    <a:pt x="1705510" y="138008"/>
                  </a:moveTo>
                  <a:cubicBezTo>
                    <a:pt x="1701458" y="138515"/>
                    <a:pt x="1683732" y="145605"/>
                    <a:pt x="1681960" y="147377"/>
                  </a:cubicBezTo>
                  <a:cubicBezTo>
                    <a:pt x="1681960" y="147377"/>
                    <a:pt x="1681960" y="147377"/>
                    <a:pt x="1681960" y="147631"/>
                  </a:cubicBezTo>
                  <a:cubicBezTo>
                    <a:pt x="1683479" y="147631"/>
                    <a:pt x="1691329" y="144592"/>
                    <a:pt x="1695380" y="143073"/>
                  </a:cubicBezTo>
                  <a:cubicBezTo>
                    <a:pt x="1696900" y="142566"/>
                    <a:pt x="1704750" y="139274"/>
                    <a:pt x="1705763" y="138261"/>
                  </a:cubicBezTo>
                  <a:cubicBezTo>
                    <a:pt x="1705763" y="138008"/>
                    <a:pt x="1705763" y="138008"/>
                    <a:pt x="1705510" y="138008"/>
                  </a:cubicBezTo>
                  <a:cubicBezTo>
                    <a:pt x="1705510" y="138008"/>
                    <a:pt x="1705510" y="138008"/>
                    <a:pt x="1705510" y="138008"/>
                  </a:cubicBezTo>
                  <a:close/>
                  <a:moveTo>
                    <a:pt x="1694368" y="138768"/>
                  </a:moveTo>
                  <a:cubicBezTo>
                    <a:pt x="1690569" y="139274"/>
                    <a:pt x="1672590" y="146365"/>
                    <a:pt x="1670564" y="148137"/>
                  </a:cubicBezTo>
                  <a:cubicBezTo>
                    <a:pt x="1670564" y="148137"/>
                    <a:pt x="1670564" y="148137"/>
                    <a:pt x="1670564" y="148390"/>
                  </a:cubicBezTo>
                  <a:cubicBezTo>
                    <a:pt x="1672337" y="148390"/>
                    <a:pt x="1683479" y="144086"/>
                    <a:pt x="1683985" y="143832"/>
                  </a:cubicBezTo>
                  <a:cubicBezTo>
                    <a:pt x="1685505" y="143073"/>
                    <a:pt x="1693355" y="140034"/>
                    <a:pt x="1694368" y="138768"/>
                  </a:cubicBezTo>
                  <a:cubicBezTo>
                    <a:pt x="1694621" y="139021"/>
                    <a:pt x="1694621" y="138768"/>
                    <a:pt x="1694368" y="138768"/>
                  </a:cubicBezTo>
                  <a:lnTo>
                    <a:pt x="1694368" y="138768"/>
                  </a:lnTo>
                  <a:close/>
                  <a:moveTo>
                    <a:pt x="1659929" y="149403"/>
                  </a:moveTo>
                  <a:cubicBezTo>
                    <a:pt x="1661195" y="149403"/>
                    <a:pt x="1669298" y="146365"/>
                    <a:pt x="1673350" y="144845"/>
                  </a:cubicBezTo>
                  <a:cubicBezTo>
                    <a:pt x="1674869" y="144339"/>
                    <a:pt x="1682719" y="141047"/>
                    <a:pt x="1684239" y="140034"/>
                  </a:cubicBezTo>
                  <a:cubicBezTo>
                    <a:pt x="1684239" y="140034"/>
                    <a:pt x="1684239" y="140034"/>
                    <a:pt x="1684239" y="139781"/>
                  </a:cubicBezTo>
                  <a:cubicBezTo>
                    <a:pt x="1684239" y="139781"/>
                    <a:pt x="1683985" y="139781"/>
                    <a:pt x="1683985" y="139781"/>
                  </a:cubicBezTo>
                  <a:cubicBezTo>
                    <a:pt x="1680440" y="140287"/>
                    <a:pt x="1662208" y="147377"/>
                    <a:pt x="1659929" y="149403"/>
                  </a:cubicBezTo>
                  <a:cubicBezTo>
                    <a:pt x="1659929" y="149150"/>
                    <a:pt x="1659929" y="149403"/>
                    <a:pt x="1659929" y="149403"/>
                  </a:cubicBezTo>
                  <a:close/>
                  <a:moveTo>
                    <a:pt x="1649800" y="150416"/>
                  </a:moveTo>
                  <a:cubicBezTo>
                    <a:pt x="1651066" y="150416"/>
                    <a:pt x="1658663" y="147631"/>
                    <a:pt x="1663221" y="145858"/>
                  </a:cubicBezTo>
                  <a:cubicBezTo>
                    <a:pt x="1665753" y="144845"/>
                    <a:pt x="1674363" y="141553"/>
                    <a:pt x="1674363" y="140794"/>
                  </a:cubicBezTo>
                  <a:cubicBezTo>
                    <a:pt x="1674363" y="140794"/>
                    <a:pt x="1674363" y="140794"/>
                    <a:pt x="1674110" y="140794"/>
                  </a:cubicBezTo>
                  <a:cubicBezTo>
                    <a:pt x="1671071" y="141300"/>
                    <a:pt x="1650053" y="149150"/>
                    <a:pt x="1649800" y="150416"/>
                  </a:cubicBezTo>
                  <a:close/>
                  <a:moveTo>
                    <a:pt x="1640177" y="151429"/>
                  </a:moveTo>
                  <a:cubicBezTo>
                    <a:pt x="1641190" y="151429"/>
                    <a:pt x="1649040" y="148644"/>
                    <a:pt x="1653345" y="146871"/>
                  </a:cubicBezTo>
                  <a:cubicBezTo>
                    <a:pt x="1655877" y="145858"/>
                    <a:pt x="1664487" y="142566"/>
                    <a:pt x="1664740" y="141806"/>
                  </a:cubicBezTo>
                  <a:lnTo>
                    <a:pt x="1664487" y="141806"/>
                  </a:lnTo>
                  <a:cubicBezTo>
                    <a:pt x="1661955" y="142313"/>
                    <a:pt x="1640937" y="150163"/>
                    <a:pt x="1640177" y="151429"/>
                  </a:cubicBezTo>
                  <a:close/>
                  <a:moveTo>
                    <a:pt x="1631314" y="152442"/>
                  </a:moveTo>
                  <a:cubicBezTo>
                    <a:pt x="1632327" y="152442"/>
                    <a:pt x="1640177" y="149403"/>
                    <a:pt x="1644482" y="147884"/>
                  </a:cubicBezTo>
                  <a:cubicBezTo>
                    <a:pt x="1647014" y="146871"/>
                    <a:pt x="1655624" y="143579"/>
                    <a:pt x="1656131" y="142819"/>
                  </a:cubicBezTo>
                  <a:lnTo>
                    <a:pt x="1656131" y="142819"/>
                  </a:lnTo>
                  <a:cubicBezTo>
                    <a:pt x="1653345" y="143326"/>
                    <a:pt x="1632327" y="151176"/>
                    <a:pt x="1631314" y="152442"/>
                  </a:cubicBezTo>
                  <a:close/>
                  <a:moveTo>
                    <a:pt x="1623211" y="153455"/>
                  </a:moveTo>
                  <a:cubicBezTo>
                    <a:pt x="1625237" y="152948"/>
                    <a:pt x="1634353" y="149403"/>
                    <a:pt x="1636379" y="148897"/>
                  </a:cubicBezTo>
                  <a:cubicBezTo>
                    <a:pt x="1637898" y="148137"/>
                    <a:pt x="1646255" y="145098"/>
                    <a:pt x="1648280" y="144086"/>
                  </a:cubicBezTo>
                  <a:cubicBezTo>
                    <a:pt x="1648280" y="144086"/>
                    <a:pt x="1648280" y="144086"/>
                    <a:pt x="1648280" y="143832"/>
                  </a:cubicBezTo>
                  <a:cubicBezTo>
                    <a:pt x="1645242" y="144339"/>
                    <a:pt x="1626503" y="151682"/>
                    <a:pt x="1623211" y="153455"/>
                  </a:cubicBezTo>
                  <a:cubicBezTo>
                    <a:pt x="1623211" y="153455"/>
                    <a:pt x="1623211" y="153455"/>
                    <a:pt x="1623211" y="153455"/>
                  </a:cubicBezTo>
                  <a:close/>
                  <a:moveTo>
                    <a:pt x="1628782" y="149910"/>
                  </a:moveTo>
                  <a:cubicBezTo>
                    <a:pt x="1634100" y="147884"/>
                    <a:pt x="1640684" y="145352"/>
                    <a:pt x="1640937" y="144845"/>
                  </a:cubicBezTo>
                  <a:cubicBezTo>
                    <a:pt x="1638405" y="145352"/>
                    <a:pt x="1616121" y="153708"/>
                    <a:pt x="1615868" y="154468"/>
                  </a:cubicBezTo>
                  <a:cubicBezTo>
                    <a:pt x="1617387" y="154215"/>
                    <a:pt x="1626756" y="150669"/>
                    <a:pt x="1628782" y="149910"/>
                  </a:cubicBezTo>
                  <a:close/>
                  <a:moveTo>
                    <a:pt x="1621692" y="150923"/>
                  </a:moveTo>
                  <a:lnTo>
                    <a:pt x="1621692" y="150923"/>
                  </a:lnTo>
                  <a:cubicBezTo>
                    <a:pt x="1629542" y="147884"/>
                    <a:pt x="1633847" y="146111"/>
                    <a:pt x="1634100" y="145858"/>
                  </a:cubicBezTo>
                  <a:cubicBezTo>
                    <a:pt x="1631568" y="146365"/>
                    <a:pt x="1609537" y="154721"/>
                    <a:pt x="1608777" y="155734"/>
                  </a:cubicBezTo>
                  <a:cubicBezTo>
                    <a:pt x="1610297" y="155227"/>
                    <a:pt x="1619919" y="151682"/>
                    <a:pt x="1621692" y="150923"/>
                  </a:cubicBezTo>
                  <a:close/>
                  <a:moveTo>
                    <a:pt x="1615361" y="152189"/>
                  </a:moveTo>
                  <a:cubicBezTo>
                    <a:pt x="1627516" y="147631"/>
                    <a:pt x="1627769" y="147124"/>
                    <a:pt x="1628022" y="147124"/>
                  </a:cubicBezTo>
                  <a:cubicBezTo>
                    <a:pt x="1625743" y="147631"/>
                    <a:pt x="1603460" y="155987"/>
                    <a:pt x="1602447" y="157000"/>
                  </a:cubicBezTo>
                  <a:cubicBezTo>
                    <a:pt x="1603966" y="156494"/>
                    <a:pt x="1612576" y="153202"/>
                    <a:pt x="1615361" y="152189"/>
                  </a:cubicBezTo>
                  <a:close/>
                  <a:moveTo>
                    <a:pt x="1609537" y="153202"/>
                  </a:moveTo>
                  <a:cubicBezTo>
                    <a:pt x="1621692" y="148644"/>
                    <a:pt x="1622198" y="148137"/>
                    <a:pt x="1622451" y="148137"/>
                  </a:cubicBezTo>
                  <a:cubicBezTo>
                    <a:pt x="1620679" y="148644"/>
                    <a:pt x="1598395" y="157000"/>
                    <a:pt x="1596876" y="158013"/>
                  </a:cubicBezTo>
                  <a:cubicBezTo>
                    <a:pt x="1597889" y="157760"/>
                    <a:pt x="1604472" y="155227"/>
                    <a:pt x="1609537" y="153202"/>
                  </a:cubicBezTo>
                  <a:close/>
                  <a:moveTo>
                    <a:pt x="1604472" y="154468"/>
                  </a:moveTo>
                  <a:cubicBezTo>
                    <a:pt x="1608777" y="152695"/>
                    <a:pt x="1613335" y="151429"/>
                    <a:pt x="1617640" y="149403"/>
                  </a:cubicBezTo>
                  <a:cubicBezTo>
                    <a:pt x="1615868" y="149910"/>
                    <a:pt x="1593837" y="158266"/>
                    <a:pt x="1591811" y="159279"/>
                  </a:cubicBezTo>
                  <a:cubicBezTo>
                    <a:pt x="1596116" y="157760"/>
                    <a:pt x="1600421" y="155987"/>
                    <a:pt x="1604472" y="154468"/>
                  </a:cubicBezTo>
                  <a:close/>
                  <a:moveTo>
                    <a:pt x="1613589" y="150416"/>
                  </a:moveTo>
                  <a:cubicBezTo>
                    <a:pt x="1611310" y="151176"/>
                    <a:pt x="1590039" y="159279"/>
                    <a:pt x="1587760" y="160292"/>
                  </a:cubicBezTo>
                  <a:cubicBezTo>
                    <a:pt x="1592064" y="158773"/>
                    <a:pt x="1596116" y="157000"/>
                    <a:pt x="1600421" y="155481"/>
                  </a:cubicBezTo>
                  <a:cubicBezTo>
                    <a:pt x="1604726" y="153961"/>
                    <a:pt x="1609031" y="152442"/>
                    <a:pt x="1613589" y="150416"/>
                  </a:cubicBezTo>
                  <a:close/>
                  <a:moveTo>
                    <a:pt x="3374775" y="165103"/>
                  </a:moveTo>
                  <a:cubicBezTo>
                    <a:pt x="3367937" y="162318"/>
                    <a:pt x="3360847" y="159532"/>
                    <a:pt x="3359581" y="159279"/>
                  </a:cubicBezTo>
                  <a:lnTo>
                    <a:pt x="3359581" y="159279"/>
                  </a:lnTo>
                  <a:cubicBezTo>
                    <a:pt x="3359834" y="159279"/>
                    <a:pt x="3383891" y="169155"/>
                    <a:pt x="3385157" y="169408"/>
                  </a:cubicBezTo>
                  <a:cubicBezTo>
                    <a:pt x="3383891" y="168902"/>
                    <a:pt x="3378826" y="166876"/>
                    <a:pt x="3374775" y="165103"/>
                  </a:cubicBezTo>
                  <a:close/>
                  <a:moveTo>
                    <a:pt x="3368950" y="163837"/>
                  </a:moveTo>
                  <a:cubicBezTo>
                    <a:pt x="3362873" y="161305"/>
                    <a:pt x="3355276" y="158519"/>
                    <a:pt x="3353757" y="158013"/>
                  </a:cubicBezTo>
                  <a:lnTo>
                    <a:pt x="3353757" y="158013"/>
                  </a:lnTo>
                  <a:cubicBezTo>
                    <a:pt x="3354010" y="158013"/>
                    <a:pt x="3377560" y="167889"/>
                    <a:pt x="3379079" y="168142"/>
                  </a:cubicBezTo>
                  <a:cubicBezTo>
                    <a:pt x="3377813" y="167382"/>
                    <a:pt x="3372749" y="165356"/>
                    <a:pt x="3368950" y="163837"/>
                  </a:cubicBezTo>
                  <a:close/>
                  <a:moveTo>
                    <a:pt x="2596358" y="110913"/>
                  </a:moveTo>
                  <a:cubicBezTo>
                    <a:pt x="2592560" y="111419"/>
                    <a:pt x="2591800" y="115218"/>
                    <a:pt x="2594839" y="117750"/>
                  </a:cubicBezTo>
                  <a:cubicBezTo>
                    <a:pt x="2598637" y="120789"/>
                    <a:pt x="2604461" y="119523"/>
                    <a:pt x="2603955" y="115724"/>
                  </a:cubicBezTo>
                  <a:cubicBezTo>
                    <a:pt x="2603702" y="113952"/>
                    <a:pt x="2601423" y="111166"/>
                    <a:pt x="2597371" y="110913"/>
                  </a:cubicBezTo>
                  <a:cubicBezTo>
                    <a:pt x="2597118" y="110913"/>
                    <a:pt x="2596865" y="110913"/>
                    <a:pt x="2596358" y="110913"/>
                  </a:cubicBezTo>
                  <a:close/>
                  <a:moveTo>
                    <a:pt x="2573315" y="110406"/>
                  </a:moveTo>
                  <a:cubicBezTo>
                    <a:pt x="2569010" y="110660"/>
                    <a:pt x="2567490" y="114711"/>
                    <a:pt x="2570782" y="117244"/>
                  </a:cubicBezTo>
                  <a:cubicBezTo>
                    <a:pt x="2574328" y="120282"/>
                    <a:pt x="2580405" y="119016"/>
                    <a:pt x="2580152" y="115218"/>
                  </a:cubicBezTo>
                  <a:cubicBezTo>
                    <a:pt x="2580152" y="113445"/>
                    <a:pt x="2578126" y="110660"/>
                    <a:pt x="2573821" y="110406"/>
                  </a:cubicBezTo>
                  <a:cubicBezTo>
                    <a:pt x="2573568" y="110406"/>
                    <a:pt x="2573315" y="110406"/>
                    <a:pt x="2573315" y="110406"/>
                  </a:cubicBezTo>
                  <a:close/>
                  <a:moveTo>
                    <a:pt x="2507223" y="113698"/>
                  </a:moveTo>
                  <a:cubicBezTo>
                    <a:pt x="2507476" y="111926"/>
                    <a:pt x="2506463" y="109140"/>
                    <a:pt x="2502158" y="108887"/>
                  </a:cubicBezTo>
                  <a:cubicBezTo>
                    <a:pt x="2497347" y="108887"/>
                    <a:pt x="2495068" y="112432"/>
                    <a:pt x="2496587" y="115218"/>
                  </a:cubicBezTo>
                  <a:cubicBezTo>
                    <a:pt x="2498613" y="119016"/>
                    <a:pt x="2506210" y="118003"/>
                    <a:pt x="2507223" y="113698"/>
                  </a:cubicBezTo>
                  <a:close/>
                  <a:moveTo>
                    <a:pt x="2482660" y="113192"/>
                  </a:moveTo>
                  <a:cubicBezTo>
                    <a:pt x="2483166" y="111419"/>
                    <a:pt x="2482407" y="108634"/>
                    <a:pt x="2477848" y="108381"/>
                  </a:cubicBezTo>
                  <a:cubicBezTo>
                    <a:pt x="2473037" y="108381"/>
                    <a:pt x="2470252" y="111926"/>
                    <a:pt x="2471771" y="114711"/>
                  </a:cubicBezTo>
                  <a:cubicBezTo>
                    <a:pt x="2473544" y="118510"/>
                    <a:pt x="2481394" y="117497"/>
                    <a:pt x="2482660" y="113192"/>
                  </a:cubicBezTo>
                  <a:close/>
                  <a:moveTo>
                    <a:pt x="2457844" y="112939"/>
                  </a:moveTo>
                  <a:cubicBezTo>
                    <a:pt x="2458603" y="111166"/>
                    <a:pt x="2457591" y="108381"/>
                    <a:pt x="2453286" y="108127"/>
                  </a:cubicBezTo>
                  <a:cubicBezTo>
                    <a:pt x="2448221" y="108127"/>
                    <a:pt x="2445689" y="111926"/>
                    <a:pt x="2446702" y="114205"/>
                  </a:cubicBezTo>
                  <a:cubicBezTo>
                    <a:pt x="2448474" y="118003"/>
                    <a:pt x="2456324" y="116990"/>
                    <a:pt x="2457844" y="112939"/>
                  </a:cubicBezTo>
                  <a:close/>
                  <a:moveTo>
                    <a:pt x="2408465" y="112179"/>
                  </a:moveTo>
                  <a:cubicBezTo>
                    <a:pt x="2409478" y="110406"/>
                    <a:pt x="2409224" y="107621"/>
                    <a:pt x="2404920" y="107368"/>
                  </a:cubicBezTo>
                  <a:cubicBezTo>
                    <a:pt x="2400108" y="107368"/>
                    <a:pt x="2396310" y="110913"/>
                    <a:pt x="2397070" y="113445"/>
                  </a:cubicBezTo>
                  <a:cubicBezTo>
                    <a:pt x="2398082" y="117497"/>
                    <a:pt x="2406186" y="116484"/>
                    <a:pt x="2408465" y="112179"/>
                  </a:cubicBezTo>
                  <a:close/>
                  <a:moveTo>
                    <a:pt x="1949366" y="113698"/>
                  </a:moveTo>
                  <a:cubicBezTo>
                    <a:pt x="1952151" y="112432"/>
                    <a:pt x="1954177" y="111166"/>
                    <a:pt x="1955190" y="110406"/>
                  </a:cubicBezTo>
                  <a:cubicBezTo>
                    <a:pt x="1956456" y="109394"/>
                    <a:pt x="1955444" y="109140"/>
                    <a:pt x="1954937" y="109140"/>
                  </a:cubicBezTo>
                  <a:cubicBezTo>
                    <a:pt x="1949619" y="109394"/>
                    <a:pt x="1936958" y="115471"/>
                    <a:pt x="1936452" y="117244"/>
                  </a:cubicBezTo>
                  <a:cubicBezTo>
                    <a:pt x="1935945" y="118763"/>
                    <a:pt x="1942529" y="116737"/>
                    <a:pt x="1949366" y="113698"/>
                  </a:cubicBezTo>
                  <a:close/>
                  <a:moveTo>
                    <a:pt x="1931640" y="114205"/>
                  </a:moveTo>
                  <a:cubicBezTo>
                    <a:pt x="1934679" y="112686"/>
                    <a:pt x="1937211" y="111419"/>
                    <a:pt x="1937971" y="110406"/>
                  </a:cubicBezTo>
                  <a:cubicBezTo>
                    <a:pt x="1938731" y="109647"/>
                    <a:pt x="1937971" y="109647"/>
                    <a:pt x="1937465" y="109394"/>
                  </a:cubicBezTo>
                  <a:cubicBezTo>
                    <a:pt x="1932400" y="109647"/>
                    <a:pt x="1919232" y="115724"/>
                    <a:pt x="1918473" y="117497"/>
                  </a:cubicBezTo>
                  <a:cubicBezTo>
                    <a:pt x="1918219" y="119016"/>
                    <a:pt x="1924803" y="117244"/>
                    <a:pt x="1931640" y="114205"/>
                  </a:cubicBezTo>
                  <a:close/>
                  <a:moveTo>
                    <a:pt x="1914421" y="114711"/>
                  </a:moveTo>
                  <a:cubicBezTo>
                    <a:pt x="1919232" y="112686"/>
                    <a:pt x="1920752" y="111419"/>
                    <a:pt x="1921005" y="110913"/>
                  </a:cubicBezTo>
                  <a:cubicBezTo>
                    <a:pt x="1922018" y="110153"/>
                    <a:pt x="1921005" y="110153"/>
                    <a:pt x="1920752" y="109900"/>
                  </a:cubicBezTo>
                  <a:cubicBezTo>
                    <a:pt x="1915687" y="110406"/>
                    <a:pt x="1902266" y="116231"/>
                    <a:pt x="1901506" y="118003"/>
                  </a:cubicBezTo>
                  <a:cubicBezTo>
                    <a:pt x="1900747" y="119523"/>
                    <a:pt x="1907584" y="117750"/>
                    <a:pt x="1914421" y="114711"/>
                  </a:cubicBezTo>
                  <a:close/>
                  <a:moveTo>
                    <a:pt x="1897708" y="115218"/>
                  </a:moveTo>
                  <a:cubicBezTo>
                    <a:pt x="1901253" y="113698"/>
                    <a:pt x="1904039" y="112179"/>
                    <a:pt x="1904798" y="111166"/>
                  </a:cubicBezTo>
                  <a:cubicBezTo>
                    <a:pt x="1905305" y="110660"/>
                    <a:pt x="1904798" y="110406"/>
                    <a:pt x="1904292" y="110406"/>
                  </a:cubicBezTo>
                  <a:cubicBezTo>
                    <a:pt x="1899227" y="110913"/>
                    <a:pt x="1884793" y="117497"/>
                    <a:pt x="1884793" y="119016"/>
                  </a:cubicBezTo>
                  <a:cubicBezTo>
                    <a:pt x="1884540" y="120029"/>
                    <a:pt x="1891124" y="118003"/>
                    <a:pt x="1897708" y="115218"/>
                  </a:cubicBezTo>
                  <a:close/>
                  <a:moveTo>
                    <a:pt x="1889352" y="111166"/>
                  </a:moveTo>
                  <a:cubicBezTo>
                    <a:pt x="1889098" y="110913"/>
                    <a:pt x="1889098" y="110913"/>
                    <a:pt x="1888845" y="110913"/>
                  </a:cubicBezTo>
                  <a:cubicBezTo>
                    <a:pt x="1883781" y="111419"/>
                    <a:pt x="1868587" y="117750"/>
                    <a:pt x="1868587" y="119523"/>
                  </a:cubicBezTo>
                  <a:cubicBezTo>
                    <a:pt x="1869600" y="120282"/>
                    <a:pt x="1876944" y="117750"/>
                    <a:pt x="1881755" y="115724"/>
                  </a:cubicBezTo>
                  <a:cubicBezTo>
                    <a:pt x="1882768" y="115218"/>
                    <a:pt x="1889352" y="112179"/>
                    <a:pt x="1889352" y="111166"/>
                  </a:cubicBezTo>
                  <a:close/>
                  <a:moveTo>
                    <a:pt x="1873905" y="111926"/>
                  </a:moveTo>
                  <a:cubicBezTo>
                    <a:pt x="1873651" y="111673"/>
                    <a:pt x="1873651" y="111673"/>
                    <a:pt x="1873398" y="111673"/>
                  </a:cubicBezTo>
                  <a:cubicBezTo>
                    <a:pt x="1868587" y="112179"/>
                    <a:pt x="1852887" y="118510"/>
                    <a:pt x="1852634" y="120282"/>
                  </a:cubicBezTo>
                  <a:cubicBezTo>
                    <a:pt x="1853394" y="121042"/>
                    <a:pt x="1860737" y="118510"/>
                    <a:pt x="1865802" y="116231"/>
                  </a:cubicBezTo>
                  <a:lnTo>
                    <a:pt x="1865802" y="116231"/>
                  </a:lnTo>
                  <a:cubicBezTo>
                    <a:pt x="1867068" y="115724"/>
                    <a:pt x="1873651" y="112939"/>
                    <a:pt x="1873905" y="111926"/>
                  </a:cubicBezTo>
                  <a:close/>
                  <a:moveTo>
                    <a:pt x="1850355" y="116990"/>
                  </a:moveTo>
                  <a:cubicBezTo>
                    <a:pt x="1851621" y="116484"/>
                    <a:pt x="1858458" y="113445"/>
                    <a:pt x="1858711" y="112432"/>
                  </a:cubicBezTo>
                  <a:cubicBezTo>
                    <a:pt x="1858711" y="112179"/>
                    <a:pt x="1858458" y="112179"/>
                    <a:pt x="1858205" y="112179"/>
                  </a:cubicBezTo>
                  <a:cubicBezTo>
                    <a:pt x="1853394" y="112686"/>
                    <a:pt x="1837440" y="119016"/>
                    <a:pt x="1837187" y="120789"/>
                  </a:cubicBezTo>
                  <a:cubicBezTo>
                    <a:pt x="1837947" y="121548"/>
                    <a:pt x="1845543" y="119016"/>
                    <a:pt x="1850355" y="116990"/>
                  </a:cubicBezTo>
                  <a:close/>
                  <a:moveTo>
                    <a:pt x="1822500" y="121548"/>
                  </a:moveTo>
                  <a:cubicBezTo>
                    <a:pt x="1823006" y="122308"/>
                    <a:pt x="1830603" y="119523"/>
                    <a:pt x="1835668" y="117497"/>
                  </a:cubicBezTo>
                  <a:cubicBezTo>
                    <a:pt x="1838200" y="116484"/>
                    <a:pt x="1844277" y="113952"/>
                    <a:pt x="1844277" y="112939"/>
                  </a:cubicBezTo>
                  <a:cubicBezTo>
                    <a:pt x="1844277" y="112939"/>
                    <a:pt x="1844024" y="112939"/>
                    <a:pt x="1843771" y="112939"/>
                  </a:cubicBezTo>
                  <a:cubicBezTo>
                    <a:pt x="1839213" y="113445"/>
                    <a:pt x="1823006" y="119776"/>
                    <a:pt x="1822500" y="121548"/>
                  </a:cubicBezTo>
                  <a:close/>
                  <a:moveTo>
                    <a:pt x="1808066" y="122308"/>
                  </a:moveTo>
                  <a:cubicBezTo>
                    <a:pt x="1809332" y="122815"/>
                    <a:pt x="1816929" y="120029"/>
                    <a:pt x="1821234" y="118256"/>
                  </a:cubicBezTo>
                  <a:cubicBezTo>
                    <a:pt x="1823766" y="117244"/>
                    <a:pt x="1830097" y="114711"/>
                    <a:pt x="1830097" y="113698"/>
                  </a:cubicBezTo>
                  <a:cubicBezTo>
                    <a:pt x="1830097" y="113698"/>
                    <a:pt x="1829844" y="113698"/>
                    <a:pt x="1829590" y="113698"/>
                  </a:cubicBezTo>
                  <a:cubicBezTo>
                    <a:pt x="1825792" y="113952"/>
                    <a:pt x="1808319" y="120536"/>
                    <a:pt x="1808066" y="122308"/>
                  </a:cubicBezTo>
                  <a:close/>
                  <a:moveTo>
                    <a:pt x="1794139" y="123068"/>
                  </a:moveTo>
                  <a:cubicBezTo>
                    <a:pt x="1795152" y="123574"/>
                    <a:pt x="1803001" y="120789"/>
                    <a:pt x="1807560" y="119016"/>
                  </a:cubicBezTo>
                  <a:cubicBezTo>
                    <a:pt x="1810345" y="118003"/>
                    <a:pt x="1816676" y="115471"/>
                    <a:pt x="1816676" y="114458"/>
                  </a:cubicBezTo>
                  <a:cubicBezTo>
                    <a:pt x="1816676" y="114458"/>
                    <a:pt x="1816423" y="114458"/>
                    <a:pt x="1816169" y="114458"/>
                  </a:cubicBezTo>
                  <a:cubicBezTo>
                    <a:pt x="1812371" y="114711"/>
                    <a:pt x="1794645" y="121295"/>
                    <a:pt x="1794139" y="123068"/>
                  </a:cubicBezTo>
                  <a:close/>
                  <a:moveTo>
                    <a:pt x="1794139" y="119523"/>
                  </a:moveTo>
                  <a:cubicBezTo>
                    <a:pt x="1796924" y="118510"/>
                    <a:pt x="1803255" y="115977"/>
                    <a:pt x="1803761" y="114965"/>
                  </a:cubicBezTo>
                  <a:cubicBezTo>
                    <a:pt x="1803761" y="114965"/>
                    <a:pt x="1803508" y="114965"/>
                    <a:pt x="1803508" y="114965"/>
                  </a:cubicBezTo>
                  <a:cubicBezTo>
                    <a:pt x="1799710" y="115471"/>
                    <a:pt x="1781731" y="122055"/>
                    <a:pt x="1780971" y="123827"/>
                  </a:cubicBezTo>
                  <a:cubicBezTo>
                    <a:pt x="1781984" y="124081"/>
                    <a:pt x="1789581" y="121548"/>
                    <a:pt x="1794139" y="119523"/>
                  </a:cubicBezTo>
                  <a:close/>
                  <a:moveTo>
                    <a:pt x="1768056" y="124587"/>
                  </a:moveTo>
                  <a:cubicBezTo>
                    <a:pt x="1768816" y="125094"/>
                    <a:pt x="1776413" y="122308"/>
                    <a:pt x="1781477" y="120536"/>
                  </a:cubicBezTo>
                  <a:cubicBezTo>
                    <a:pt x="1784263" y="119523"/>
                    <a:pt x="1790847" y="116990"/>
                    <a:pt x="1791353" y="115977"/>
                  </a:cubicBezTo>
                  <a:cubicBezTo>
                    <a:pt x="1791353" y="115977"/>
                    <a:pt x="1791100" y="115977"/>
                    <a:pt x="1791100" y="115977"/>
                  </a:cubicBezTo>
                  <a:cubicBezTo>
                    <a:pt x="1787302" y="116231"/>
                    <a:pt x="1769069" y="122815"/>
                    <a:pt x="1768056" y="124587"/>
                  </a:cubicBezTo>
                  <a:close/>
                  <a:moveTo>
                    <a:pt x="1778945" y="116484"/>
                  </a:moveTo>
                  <a:cubicBezTo>
                    <a:pt x="1774893" y="116990"/>
                    <a:pt x="1757421" y="123574"/>
                    <a:pt x="1755648" y="125094"/>
                  </a:cubicBezTo>
                  <a:cubicBezTo>
                    <a:pt x="1755648" y="125094"/>
                    <a:pt x="1755648" y="125094"/>
                    <a:pt x="1755648" y="125347"/>
                  </a:cubicBezTo>
                  <a:cubicBezTo>
                    <a:pt x="1757421" y="125347"/>
                    <a:pt x="1765018" y="122561"/>
                    <a:pt x="1769069" y="121042"/>
                  </a:cubicBezTo>
                  <a:cubicBezTo>
                    <a:pt x="1770589" y="120536"/>
                    <a:pt x="1778185" y="117497"/>
                    <a:pt x="1779198" y="116484"/>
                  </a:cubicBezTo>
                  <a:cubicBezTo>
                    <a:pt x="1779451" y="116737"/>
                    <a:pt x="1779198" y="116484"/>
                    <a:pt x="1778945" y="116484"/>
                  </a:cubicBezTo>
                  <a:cubicBezTo>
                    <a:pt x="1779198" y="116484"/>
                    <a:pt x="1779198" y="116484"/>
                    <a:pt x="1778945" y="116484"/>
                  </a:cubicBezTo>
                  <a:close/>
                  <a:moveTo>
                    <a:pt x="1767550" y="117244"/>
                  </a:moveTo>
                  <a:cubicBezTo>
                    <a:pt x="1763752" y="117750"/>
                    <a:pt x="1745773" y="124334"/>
                    <a:pt x="1744000" y="125853"/>
                  </a:cubicBezTo>
                  <a:cubicBezTo>
                    <a:pt x="1744000" y="125853"/>
                    <a:pt x="1744000" y="125853"/>
                    <a:pt x="1744000" y="126106"/>
                  </a:cubicBezTo>
                  <a:cubicBezTo>
                    <a:pt x="1745519" y="126106"/>
                    <a:pt x="1753116" y="123574"/>
                    <a:pt x="1757421" y="121802"/>
                  </a:cubicBezTo>
                  <a:cubicBezTo>
                    <a:pt x="1758940" y="121295"/>
                    <a:pt x="1766790" y="118510"/>
                    <a:pt x="1767550" y="117244"/>
                  </a:cubicBezTo>
                  <a:cubicBezTo>
                    <a:pt x="1767803" y="117497"/>
                    <a:pt x="1767803" y="117497"/>
                    <a:pt x="1767550" y="117244"/>
                  </a:cubicBezTo>
                  <a:cubicBezTo>
                    <a:pt x="1767803" y="117244"/>
                    <a:pt x="1767803" y="117244"/>
                    <a:pt x="1767550" y="117244"/>
                  </a:cubicBezTo>
                  <a:close/>
                  <a:moveTo>
                    <a:pt x="1756661" y="118256"/>
                  </a:moveTo>
                  <a:cubicBezTo>
                    <a:pt x="1752863" y="118763"/>
                    <a:pt x="1734884" y="125347"/>
                    <a:pt x="1732858" y="127119"/>
                  </a:cubicBezTo>
                  <a:cubicBezTo>
                    <a:pt x="1732858" y="127119"/>
                    <a:pt x="1732858" y="127119"/>
                    <a:pt x="1732858" y="127373"/>
                  </a:cubicBezTo>
                  <a:cubicBezTo>
                    <a:pt x="1734377" y="127373"/>
                    <a:pt x="1741974" y="124840"/>
                    <a:pt x="1746279" y="123068"/>
                  </a:cubicBezTo>
                  <a:cubicBezTo>
                    <a:pt x="1747798" y="122308"/>
                    <a:pt x="1755648" y="119269"/>
                    <a:pt x="1756661" y="118256"/>
                  </a:cubicBezTo>
                  <a:cubicBezTo>
                    <a:pt x="1756914" y="118256"/>
                    <a:pt x="1756914" y="118256"/>
                    <a:pt x="1756661" y="118256"/>
                  </a:cubicBezTo>
                  <a:cubicBezTo>
                    <a:pt x="1756914" y="118256"/>
                    <a:pt x="1756914" y="118256"/>
                    <a:pt x="1756661" y="118256"/>
                  </a:cubicBezTo>
                  <a:close/>
                  <a:moveTo>
                    <a:pt x="1722223" y="127879"/>
                  </a:moveTo>
                  <a:cubicBezTo>
                    <a:pt x="1723489" y="127879"/>
                    <a:pt x="1731339" y="125094"/>
                    <a:pt x="1735643" y="123574"/>
                  </a:cubicBezTo>
                  <a:cubicBezTo>
                    <a:pt x="1737922" y="122815"/>
                    <a:pt x="1745266" y="120029"/>
                    <a:pt x="1746532" y="119016"/>
                  </a:cubicBezTo>
                  <a:cubicBezTo>
                    <a:pt x="1746532" y="119016"/>
                    <a:pt x="1746532" y="119016"/>
                    <a:pt x="1746532" y="118763"/>
                  </a:cubicBezTo>
                  <a:cubicBezTo>
                    <a:pt x="1746532" y="118763"/>
                    <a:pt x="1746532" y="118763"/>
                    <a:pt x="1746279" y="118763"/>
                  </a:cubicBezTo>
                  <a:cubicBezTo>
                    <a:pt x="1742734" y="119523"/>
                    <a:pt x="1724501" y="126106"/>
                    <a:pt x="1722223" y="127879"/>
                  </a:cubicBezTo>
                  <a:cubicBezTo>
                    <a:pt x="1722223" y="127879"/>
                    <a:pt x="1722223" y="127879"/>
                    <a:pt x="1722223" y="127879"/>
                  </a:cubicBezTo>
                  <a:close/>
                  <a:moveTo>
                    <a:pt x="1712347" y="128892"/>
                  </a:moveTo>
                  <a:cubicBezTo>
                    <a:pt x="1713613" y="128892"/>
                    <a:pt x="1721210" y="126106"/>
                    <a:pt x="1725768" y="124587"/>
                  </a:cubicBezTo>
                  <a:cubicBezTo>
                    <a:pt x="1728300" y="123574"/>
                    <a:pt x="1736656" y="120536"/>
                    <a:pt x="1736909" y="120029"/>
                  </a:cubicBezTo>
                  <a:lnTo>
                    <a:pt x="1736656" y="120029"/>
                  </a:lnTo>
                  <a:cubicBezTo>
                    <a:pt x="1733618" y="120282"/>
                    <a:pt x="1712600" y="127626"/>
                    <a:pt x="1712347" y="128892"/>
                  </a:cubicBezTo>
                  <a:close/>
                  <a:moveTo>
                    <a:pt x="1702724" y="129652"/>
                  </a:moveTo>
                  <a:cubicBezTo>
                    <a:pt x="1703737" y="129652"/>
                    <a:pt x="1711587" y="126866"/>
                    <a:pt x="1716145" y="125347"/>
                  </a:cubicBezTo>
                  <a:cubicBezTo>
                    <a:pt x="1718677" y="124334"/>
                    <a:pt x="1727287" y="121295"/>
                    <a:pt x="1727540" y="120789"/>
                  </a:cubicBezTo>
                  <a:lnTo>
                    <a:pt x="1727287" y="120789"/>
                  </a:lnTo>
                  <a:cubicBezTo>
                    <a:pt x="1724501" y="121295"/>
                    <a:pt x="1703484" y="128639"/>
                    <a:pt x="1702724" y="129652"/>
                  </a:cubicBezTo>
                  <a:close/>
                  <a:moveTo>
                    <a:pt x="1693861" y="130665"/>
                  </a:moveTo>
                  <a:cubicBezTo>
                    <a:pt x="1695127" y="130665"/>
                    <a:pt x="1706016" y="126866"/>
                    <a:pt x="1707029" y="126360"/>
                  </a:cubicBezTo>
                  <a:cubicBezTo>
                    <a:pt x="1710321" y="125094"/>
                    <a:pt x="1718424" y="122308"/>
                    <a:pt x="1718677" y="121802"/>
                  </a:cubicBezTo>
                  <a:lnTo>
                    <a:pt x="1718424" y="121802"/>
                  </a:lnTo>
                  <a:cubicBezTo>
                    <a:pt x="1715892" y="122308"/>
                    <a:pt x="1694621" y="129652"/>
                    <a:pt x="1693861" y="130665"/>
                  </a:cubicBezTo>
                  <a:close/>
                  <a:moveTo>
                    <a:pt x="1685505" y="131677"/>
                  </a:moveTo>
                  <a:cubicBezTo>
                    <a:pt x="1687531" y="131424"/>
                    <a:pt x="1696900" y="127879"/>
                    <a:pt x="1698673" y="127373"/>
                  </a:cubicBezTo>
                  <a:cubicBezTo>
                    <a:pt x="1700951" y="126613"/>
                    <a:pt x="1708548" y="123827"/>
                    <a:pt x="1710574" y="122815"/>
                  </a:cubicBezTo>
                  <a:cubicBezTo>
                    <a:pt x="1710574" y="122815"/>
                    <a:pt x="1710574" y="122815"/>
                    <a:pt x="1710574" y="122561"/>
                  </a:cubicBezTo>
                  <a:cubicBezTo>
                    <a:pt x="1707535" y="123321"/>
                    <a:pt x="1688797" y="129905"/>
                    <a:pt x="1685505" y="131677"/>
                  </a:cubicBezTo>
                  <a:cubicBezTo>
                    <a:pt x="1685505" y="131677"/>
                    <a:pt x="1685505" y="131677"/>
                    <a:pt x="1685505" y="131677"/>
                  </a:cubicBezTo>
                  <a:close/>
                  <a:moveTo>
                    <a:pt x="1691076" y="128386"/>
                  </a:moveTo>
                  <a:lnTo>
                    <a:pt x="1691076" y="128386"/>
                  </a:lnTo>
                  <a:cubicBezTo>
                    <a:pt x="1696393" y="126360"/>
                    <a:pt x="1702977" y="124081"/>
                    <a:pt x="1703231" y="123574"/>
                  </a:cubicBezTo>
                  <a:cubicBezTo>
                    <a:pt x="1700698" y="124081"/>
                    <a:pt x="1678414" y="131931"/>
                    <a:pt x="1677908" y="132690"/>
                  </a:cubicBezTo>
                  <a:cubicBezTo>
                    <a:pt x="1679681" y="132437"/>
                    <a:pt x="1688290" y="129398"/>
                    <a:pt x="1691076" y="128386"/>
                  </a:cubicBezTo>
                  <a:close/>
                  <a:moveTo>
                    <a:pt x="1683732" y="129398"/>
                  </a:moveTo>
                  <a:cubicBezTo>
                    <a:pt x="1691835" y="126613"/>
                    <a:pt x="1695887" y="125094"/>
                    <a:pt x="1696140" y="124587"/>
                  </a:cubicBezTo>
                  <a:cubicBezTo>
                    <a:pt x="1693608" y="125094"/>
                    <a:pt x="1671324" y="132944"/>
                    <a:pt x="1670564" y="133703"/>
                  </a:cubicBezTo>
                  <a:cubicBezTo>
                    <a:pt x="1672337" y="133450"/>
                    <a:pt x="1681200" y="130411"/>
                    <a:pt x="1683732" y="129398"/>
                  </a:cubicBezTo>
                  <a:close/>
                  <a:moveTo>
                    <a:pt x="1677148" y="130411"/>
                  </a:moveTo>
                  <a:cubicBezTo>
                    <a:pt x="1689303" y="126106"/>
                    <a:pt x="1689556" y="125853"/>
                    <a:pt x="1689810" y="125600"/>
                  </a:cubicBezTo>
                  <a:cubicBezTo>
                    <a:pt x="1687531" y="126106"/>
                    <a:pt x="1664993" y="133956"/>
                    <a:pt x="1664234" y="134716"/>
                  </a:cubicBezTo>
                  <a:cubicBezTo>
                    <a:pt x="1665753" y="134463"/>
                    <a:pt x="1674616" y="131424"/>
                    <a:pt x="1677148" y="130411"/>
                  </a:cubicBezTo>
                  <a:close/>
                  <a:moveTo>
                    <a:pt x="1671324" y="131424"/>
                  </a:moveTo>
                  <a:cubicBezTo>
                    <a:pt x="1683479" y="127119"/>
                    <a:pt x="1683985" y="126866"/>
                    <a:pt x="1683985" y="126613"/>
                  </a:cubicBezTo>
                  <a:cubicBezTo>
                    <a:pt x="1681706" y="127119"/>
                    <a:pt x="1659422" y="134969"/>
                    <a:pt x="1658156" y="135729"/>
                  </a:cubicBezTo>
                  <a:cubicBezTo>
                    <a:pt x="1659676" y="135476"/>
                    <a:pt x="1667019" y="132944"/>
                    <a:pt x="1671324" y="131424"/>
                  </a:cubicBezTo>
                  <a:close/>
                  <a:moveTo>
                    <a:pt x="1665753" y="132437"/>
                  </a:moveTo>
                  <a:cubicBezTo>
                    <a:pt x="1678161" y="128132"/>
                    <a:pt x="1678668" y="127879"/>
                    <a:pt x="1678921" y="127626"/>
                  </a:cubicBezTo>
                  <a:cubicBezTo>
                    <a:pt x="1677148" y="128132"/>
                    <a:pt x="1654611" y="135982"/>
                    <a:pt x="1652839" y="136742"/>
                  </a:cubicBezTo>
                  <a:cubicBezTo>
                    <a:pt x="1657397" y="135729"/>
                    <a:pt x="1661448" y="133956"/>
                    <a:pt x="1665753" y="132437"/>
                  </a:cubicBezTo>
                  <a:close/>
                  <a:moveTo>
                    <a:pt x="1661195" y="133703"/>
                  </a:moveTo>
                  <a:cubicBezTo>
                    <a:pt x="1665753" y="132184"/>
                    <a:pt x="1670311" y="130918"/>
                    <a:pt x="1674616" y="128892"/>
                  </a:cubicBezTo>
                  <a:cubicBezTo>
                    <a:pt x="1672084" y="129652"/>
                    <a:pt x="1650306" y="137248"/>
                    <a:pt x="1648534" y="138008"/>
                  </a:cubicBezTo>
                  <a:cubicBezTo>
                    <a:pt x="1652585" y="136742"/>
                    <a:pt x="1656890" y="135223"/>
                    <a:pt x="1661195" y="133703"/>
                  </a:cubicBezTo>
                  <a:close/>
                  <a:moveTo>
                    <a:pt x="1670564" y="129905"/>
                  </a:moveTo>
                  <a:cubicBezTo>
                    <a:pt x="1667779" y="130918"/>
                    <a:pt x="1647268" y="138008"/>
                    <a:pt x="1644229" y="139274"/>
                  </a:cubicBezTo>
                  <a:cubicBezTo>
                    <a:pt x="1648534" y="137755"/>
                    <a:pt x="1652585" y="136236"/>
                    <a:pt x="1656890" y="134716"/>
                  </a:cubicBezTo>
                  <a:cubicBezTo>
                    <a:pt x="1661448" y="133197"/>
                    <a:pt x="1666006" y="131677"/>
                    <a:pt x="1670564" y="129905"/>
                  </a:cubicBezTo>
                  <a:close/>
                  <a:moveTo>
                    <a:pt x="3318812" y="143579"/>
                  </a:moveTo>
                  <a:cubicBezTo>
                    <a:pt x="3311974" y="141047"/>
                    <a:pt x="3304884" y="138515"/>
                    <a:pt x="3303365" y="138008"/>
                  </a:cubicBezTo>
                  <a:cubicBezTo>
                    <a:pt x="3303365" y="138008"/>
                    <a:pt x="3327928" y="147377"/>
                    <a:pt x="3328941" y="147377"/>
                  </a:cubicBezTo>
                  <a:cubicBezTo>
                    <a:pt x="3327928" y="147124"/>
                    <a:pt x="3322104" y="144845"/>
                    <a:pt x="3318812" y="143579"/>
                  </a:cubicBezTo>
                  <a:close/>
                  <a:moveTo>
                    <a:pt x="3313494" y="142313"/>
                  </a:moveTo>
                  <a:cubicBezTo>
                    <a:pt x="3307416" y="140034"/>
                    <a:pt x="3299567" y="137248"/>
                    <a:pt x="3298047" y="136995"/>
                  </a:cubicBezTo>
                  <a:cubicBezTo>
                    <a:pt x="3298047" y="136995"/>
                    <a:pt x="3298047" y="136995"/>
                    <a:pt x="3298047" y="136995"/>
                  </a:cubicBezTo>
                  <a:cubicBezTo>
                    <a:pt x="3298300" y="136995"/>
                    <a:pt x="3322104" y="146111"/>
                    <a:pt x="3323623" y="146365"/>
                  </a:cubicBezTo>
                  <a:cubicBezTo>
                    <a:pt x="3322357" y="145858"/>
                    <a:pt x="3316533" y="143579"/>
                    <a:pt x="3313494" y="142313"/>
                  </a:cubicBezTo>
                  <a:close/>
                  <a:moveTo>
                    <a:pt x="3307163" y="141047"/>
                  </a:moveTo>
                  <a:cubicBezTo>
                    <a:pt x="3301086" y="138768"/>
                    <a:pt x="3293236" y="135982"/>
                    <a:pt x="3291717" y="135729"/>
                  </a:cubicBezTo>
                  <a:cubicBezTo>
                    <a:pt x="3291717" y="135729"/>
                    <a:pt x="3291717" y="135729"/>
                    <a:pt x="3291717" y="135729"/>
                  </a:cubicBezTo>
                  <a:cubicBezTo>
                    <a:pt x="3292729" y="136236"/>
                    <a:pt x="3315520" y="144845"/>
                    <a:pt x="3317039" y="145098"/>
                  </a:cubicBezTo>
                  <a:cubicBezTo>
                    <a:pt x="3316280" y="144592"/>
                    <a:pt x="3311215" y="142566"/>
                    <a:pt x="3307163" y="141047"/>
                  </a:cubicBezTo>
                  <a:close/>
                  <a:moveTo>
                    <a:pt x="2613578" y="100277"/>
                  </a:moveTo>
                  <a:cubicBezTo>
                    <a:pt x="2617376" y="102810"/>
                    <a:pt x="2622187" y="101290"/>
                    <a:pt x="2621428" y="97998"/>
                  </a:cubicBezTo>
                  <a:cubicBezTo>
                    <a:pt x="2620921" y="96226"/>
                    <a:pt x="2618642" y="93694"/>
                    <a:pt x="2614591" y="93440"/>
                  </a:cubicBezTo>
                  <a:cubicBezTo>
                    <a:pt x="2614084" y="93440"/>
                    <a:pt x="2613578" y="93440"/>
                    <a:pt x="2613071" y="93694"/>
                  </a:cubicBezTo>
                  <a:cubicBezTo>
                    <a:pt x="2610032" y="94453"/>
                    <a:pt x="2610286" y="98252"/>
                    <a:pt x="2613578" y="100277"/>
                  </a:cubicBezTo>
                  <a:close/>
                  <a:moveTo>
                    <a:pt x="2591294" y="93187"/>
                  </a:moveTo>
                  <a:cubicBezTo>
                    <a:pt x="2588002" y="93947"/>
                    <a:pt x="2587749" y="97492"/>
                    <a:pt x="2591040" y="99771"/>
                  </a:cubicBezTo>
                  <a:cubicBezTo>
                    <a:pt x="2594839" y="102303"/>
                    <a:pt x="2599650" y="101037"/>
                    <a:pt x="2599144" y="97492"/>
                  </a:cubicBezTo>
                  <a:cubicBezTo>
                    <a:pt x="2598890" y="95719"/>
                    <a:pt x="2596865" y="93187"/>
                    <a:pt x="2592813" y="92934"/>
                  </a:cubicBezTo>
                  <a:cubicBezTo>
                    <a:pt x="2592307" y="92934"/>
                    <a:pt x="2591800" y="93187"/>
                    <a:pt x="2591294" y="93187"/>
                  </a:cubicBezTo>
                  <a:close/>
                  <a:moveTo>
                    <a:pt x="2569770" y="92681"/>
                  </a:moveTo>
                  <a:cubicBezTo>
                    <a:pt x="2565971" y="93187"/>
                    <a:pt x="2564958" y="96732"/>
                    <a:pt x="2567997" y="99011"/>
                  </a:cubicBezTo>
                  <a:cubicBezTo>
                    <a:pt x="2571542" y="101797"/>
                    <a:pt x="2577113" y="100531"/>
                    <a:pt x="2576860" y="96986"/>
                  </a:cubicBezTo>
                  <a:cubicBezTo>
                    <a:pt x="2576860" y="95213"/>
                    <a:pt x="2574834" y="92681"/>
                    <a:pt x="2571036" y="92427"/>
                  </a:cubicBezTo>
                  <a:cubicBezTo>
                    <a:pt x="2570529" y="92427"/>
                    <a:pt x="2570023" y="92427"/>
                    <a:pt x="2569770" y="92681"/>
                  </a:cubicBezTo>
                  <a:close/>
                  <a:moveTo>
                    <a:pt x="2531279" y="95973"/>
                  </a:moveTo>
                  <a:cubicBezTo>
                    <a:pt x="2531532" y="94200"/>
                    <a:pt x="2530013" y="91668"/>
                    <a:pt x="2525961" y="91668"/>
                  </a:cubicBezTo>
                  <a:cubicBezTo>
                    <a:pt x="2521150" y="91668"/>
                    <a:pt x="2519631" y="95466"/>
                    <a:pt x="2521657" y="97745"/>
                  </a:cubicBezTo>
                  <a:cubicBezTo>
                    <a:pt x="2524442" y="100784"/>
                    <a:pt x="2530773" y="99771"/>
                    <a:pt x="2531279" y="95973"/>
                  </a:cubicBezTo>
                  <a:close/>
                  <a:moveTo>
                    <a:pt x="2485445" y="95213"/>
                  </a:moveTo>
                  <a:cubicBezTo>
                    <a:pt x="2485952" y="93694"/>
                    <a:pt x="2485192" y="91161"/>
                    <a:pt x="2481141" y="90908"/>
                  </a:cubicBezTo>
                  <a:cubicBezTo>
                    <a:pt x="2476582" y="90908"/>
                    <a:pt x="2474050" y="94200"/>
                    <a:pt x="2475316" y="96732"/>
                  </a:cubicBezTo>
                  <a:cubicBezTo>
                    <a:pt x="2477089" y="100024"/>
                    <a:pt x="2484432" y="99011"/>
                    <a:pt x="2485445" y="95213"/>
                  </a:cubicBezTo>
                  <a:close/>
                  <a:moveTo>
                    <a:pt x="2021536" y="94960"/>
                  </a:moveTo>
                  <a:cubicBezTo>
                    <a:pt x="2024068" y="93694"/>
                    <a:pt x="2026094" y="92681"/>
                    <a:pt x="2027107" y="91921"/>
                  </a:cubicBezTo>
                  <a:cubicBezTo>
                    <a:pt x="2028119" y="90908"/>
                    <a:pt x="2027107" y="90908"/>
                    <a:pt x="2026600" y="90908"/>
                  </a:cubicBezTo>
                  <a:cubicBezTo>
                    <a:pt x="2021536" y="91161"/>
                    <a:pt x="2009381" y="96732"/>
                    <a:pt x="2009127" y="98252"/>
                  </a:cubicBezTo>
                  <a:cubicBezTo>
                    <a:pt x="2009127" y="99265"/>
                    <a:pt x="2015458" y="97745"/>
                    <a:pt x="2021536" y="94960"/>
                  </a:cubicBezTo>
                  <a:close/>
                  <a:moveTo>
                    <a:pt x="1993427" y="91415"/>
                  </a:moveTo>
                  <a:cubicBezTo>
                    <a:pt x="1988363" y="91668"/>
                    <a:pt x="1975701" y="97239"/>
                    <a:pt x="1974942" y="98758"/>
                  </a:cubicBezTo>
                  <a:cubicBezTo>
                    <a:pt x="1974435" y="100024"/>
                    <a:pt x="1980766" y="98252"/>
                    <a:pt x="1987350" y="95466"/>
                  </a:cubicBezTo>
                  <a:cubicBezTo>
                    <a:pt x="1990389" y="94200"/>
                    <a:pt x="1992668" y="92934"/>
                    <a:pt x="1993681" y="92174"/>
                  </a:cubicBezTo>
                  <a:cubicBezTo>
                    <a:pt x="1994693" y="91415"/>
                    <a:pt x="1993934" y="91415"/>
                    <a:pt x="1993427" y="91415"/>
                  </a:cubicBezTo>
                  <a:close/>
                  <a:moveTo>
                    <a:pt x="1977474" y="91921"/>
                  </a:moveTo>
                  <a:cubicBezTo>
                    <a:pt x="1972663" y="92174"/>
                    <a:pt x="1959495" y="97745"/>
                    <a:pt x="1958482" y="99518"/>
                  </a:cubicBezTo>
                  <a:cubicBezTo>
                    <a:pt x="1957722" y="100784"/>
                    <a:pt x="1964306" y="99011"/>
                    <a:pt x="1971143" y="96226"/>
                  </a:cubicBezTo>
                  <a:cubicBezTo>
                    <a:pt x="1974689" y="94706"/>
                    <a:pt x="1977221" y="93440"/>
                    <a:pt x="1977981" y="92681"/>
                  </a:cubicBezTo>
                  <a:cubicBezTo>
                    <a:pt x="1978487" y="91921"/>
                    <a:pt x="1977727" y="91921"/>
                    <a:pt x="1977474" y="91921"/>
                  </a:cubicBezTo>
                  <a:close/>
                  <a:moveTo>
                    <a:pt x="1954937" y="96479"/>
                  </a:moveTo>
                  <a:cubicBezTo>
                    <a:pt x="1956203" y="95973"/>
                    <a:pt x="1962281" y="93440"/>
                    <a:pt x="1962281" y="92427"/>
                  </a:cubicBezTo>
                  <a:cubicBezTo>
                    <a:pt x="1962027" y="92174"/>
                    <a:pt x="1961774" y="92174"/>
                    <a:pt x="1961521" y="92174"/>
                  </a:cubicBezTo>
                  <a:cubicBezTo>
                    <a:pt x="1956456" y="92427"/>
                    <a:pt x="1942276" y="98505"/>
                    <a:pt x="1942023" y="99771"/>
                  </a:cubicBezTo>
                  <a:cubicBezTo>
                    <a:pt x="1942276" y="100784"/>
                    <a:pt x="1948353" y="99265"/>
                    <a:pt x="1954937" y="96479"/>
                  </a:cubicBezTo>
                  <a:close/>
                  <a:moveTo>
                    <a:pt x="1947087" y="92934"/>
                  </a:moveTo>
                  <a:cubicBezTo>
                    <a:pt x="1946834" y="92934"/>
                    <a:pt x="1946834" y="92681"/>
                    <a:pt x="1946581" y="92681"/>
                  </a:cubicBezTo>
                  <a:cubicBezTo>
                    <a:pt x="1942023" y="92934"/>
                    <a:pt x="1926829" y="99011"/>
                    <a:pt x="1926829" y="100531"/>
                  </a:cubicBezTo>
                  <a:cubicBezTo>
                    <a:pt x="1927589" y="101290"/>
                    <a:pt x="1934679" y="98758"/>
                    <a:pt x="1939490" y="96986"/>
                  </a:cubicBezTo>
                  <a:cubicBezTo>
                    <a:pt x="1940756" y="96479"/>
                    <a:pt x="1947087" y="93947"/>
                    <a:pt x="1947087" y="92934"/>
                  </a:cubicBezTo>
                  <a:close/>
                  <a:moveTo>
                    <a:pt x="1911382" y="101037"/>
                  </a:moveTo>
                  <a:cubicBezTo>
                    <a:pt x="1912142" y="101797"/>
                    <a:pt x="1919486" y="99265"/>
                    <a:pt x="1924297" y="97492"/>
                  </a:cubicBezTo>
                  <a:cubicBezTo>
                    <a:pt x="1925563" y="96986"/>
                    <a:pt x="1932147" y="94453"/>
                    <a:pt x="1932400" y="93440"/>
                  </a:cubicBezTo>
                  <a:cubicBezTo>
                    <a:pt x="1932400" y="93440"/>
                    <a:pt x="1932147" y="93187"/>
                    <a:pt x="1931894" y="93187"/>
                  </a:cubicBezTo>
                  <a:cubicBezTo>
                    <a:pt x="1927082" y="93694"/>
                    <a:pt x="1911635" y="99518"/>
                    <a:pt x="1911382" y="101037"/>
                  </a:cubicBezTo>
                  <a:close/>
                  <a:moveTo>
                    <a:pt x="1909610" y="97998"/>
                  </a:moveTo>
                  <a:lnTo>
                    <a:pt x="1909610" y="97998"/>
                  </a:lnTo>
                  <a:cubicBezTo>
                    <a:pt x="1910876" y="97492"/>
                    <a:pt x="1917713" y="94960"/>
                    <a:pt x="1917966" y="93947"/>
                  </a:cubicBezTo>
                  <a:cubicBezTo>
                    <a:pt x="1917966" y="93947"/>
                    <a:pt x="1917713" y="93694"/>
                    <a:pt x="1917460" y="93694"/>
                  </a:cubicBezTo>
                  <a:cubicBezTo>
                    <a:pt x="1912902" y="94200"/>
                    <a:pt x="1897202" y="100024"/>
                    <a:pt x="1896695" y="101544"/>
                  </a:cubicBezTo>
                  <a:cubicBezTo>
                    <a:pt x="1897202" y="102303"/>
                    <a:pt x="1904545" y="100024"/>
                    <a:pt x="1909610" y="97998"/>
                  </a:cubicBezTo>
                  <a:close/>
                  <a:moveTo>
                    <a:pt x="1882261" y="102050"/>
                  </a:moveTo>
                  <a:cubicBezTo>
                    <a:pt x="1882261" y="102050"/>
                    <a:pt x="1882261" y="102303"/>
                    <a:pt x="1882261" y="102050"/>
                  </a:cubicBezTo>
                  <a:cubicBezTo>
                    <a:pt x="1883527" y="102556"/>
                    <a:pt x="1890871" y="100277"/>
                    <a:pt x="1895176" y="98505"/>
                  </a:cubicBezTo>
                  <a:cubicBezTo>
                    <a:pt x="1897708" y="97492"/>
                    <a:pt x="1903785" y="95213"/>
                    <a:pt x="1903785" y="94200"/>
                  </a:cubicBezTo>
                  <a:cubicBezTo>
                    <a:pt x="1903785" y="94200"/>
                    <a:pt x="1903532" y="94200"/>
                    <a:pt x="1903279" y="94200"/>
                  </a:cubicBezTo>
                  <a:cubicBezTo>
                    <a:pt x="1899227" y="94706"/>
                    <a:pt x="1884034" y="100277"/>
                    <a:pt x="1882261" y="102050"/>
                  </a:cubicBezTo>
                  <a:close/>
                  <a:moveTo>
                    <a:pt x="1868334" y="102810"/>
                  </a:moveTo>
                  <a:cubicBezTo>
                    <a:pt x="1869600" y="103063"/>
                    <a:pt x="1876690" y="100784"/>
                    <a:pt x="1881248" y="99011"/>
                  </a:cubicBezTo>
                  <a:cubicBezTo>
                    <a:pt x="1883781" y="97998"/>
                    <a:pt x="1890111" y="95719"/>
                    <a:pt x="1890111" y="94706"/>
                  </a:cubicBezTo>
                  <a:cubicBezTo>
                    <a:pt x="1890111" y="94706"/>
                    <a:pt x="1889858" y="94706"/>
                    <a:pt x="1889605" y="94706"/>
                  </a:cubicBezTo>
                  <a:cubicBezTo>
                    <a:pt x="1886060" y="95213"/>
                    <a:pt x="1868587" y="101544"/>
                    <a:pt x="1868334" y="102810"/>
                  </a:cubicBezTo>
                  <a:close/>
                  <a:moveTo>
                    <a:pt x="1854913" y="103569"/>
                  </a:moveTo>
                  <a:cubicBezTo>
                    <a:pt x="1855926" y="103823"/>
                    <a:pt x="1863269" y="101544"/>
                    <a:pt x="1867827" y="99771"/>
                  </a:cubicBezTo>
                  <a:cubicBezTo>
                    <a:pt x="1870613" y="98758"/>
                    <a:pt x="1876690" y="96479"/>
                    <a:pt x="1877197" y="95466"/>
                  </a:cubicBezTo>
                  <a:cubicBezTo>
                    <a:pt x="1877197" y="95466"/>
                    <a:pt x="1876944" y="95466"/>
                    <a:pt x="1876944" y="95466"/>
                  </a:cubicBezTo>
                  <a:cubicBezTo>
                    <a:pt x="1873145" y="95973"/>
                    <a:pt x="1855419" y="102050"/>
                    <a:pt x="1854913" y="103569"/>
                  </a:cubicBezTo>
                  <a:close/>
                  <a:moveTo>
                    <a:pt x="1855166" y="100531"/>
                  </a:moveTo>
                  <a:cubicBezTo>
                    <a:pt x="1857952" y="99518"/>
                    <a:pt x="1864282" y="97239"/>
                    <a:pt x="1864789" y="96226"/>
                  </a:cubicBezTo>
                  <a:cubicBezTo>
                    <a:pt x="1864789" y="96226"/>
                    <a:pt x="1864535" y="96226"/>
                    <a:pt x="1864535" y="96226"/>
                  </a:cubicBezTo>
                  <a:cubicBezTo>
                    <a:pt x="1860737" y="96732"/>
                    <a:pt x="1843011" y="102810"/>
                    <a:pt x="1842252" y="104329"/>
                  </a:cubicBezTo>
                  <a:cubicBezTo>
                    <a:pt x="1843011" y="104582"/>
                    <a:pt x="1850608" y="102050"/>
                    <a:pt x="1855166" y="100531"/>
                  </a:cubicBezTo>
                  <a:close/>
                  <a:moveTo>
                    <a:pt x="1852127" y="96986"/>
                  </a:moveTo>
                  <a:cubicBezTo>
                    <a:pt x="1848582" y="97239"/>
                    <a:pt x="1830350" y="103569"/>
                    <a:pt x="1829590" y="104836"/>
                  </a:cubicBezTo>
                  <a:cubicBezTo>
                    <a:pt x="1830350" y="105089"/>
                    <a:pt x="1837947" y="102810"/>
                    <a:pt x="1842758" y="101037"/>
                  </a:cubicBezTo>
                  <a:cubicBezTo>
                    <a:pt x="1844277" y="100531"/>
                    <a:pt x="1851621" y="97745"/>
                    <a:pt x="1852634" y="96986"/>
                  </a:cubicBezTo>
                  <a:cubicBezTo>
                    <a:pt x="1852381" y="96986"/>
                    <a:pt x="1852381" y="96986"/>
                    <a:pt x="1852127" y="96986"/>
                  </a:cubicBezTo>
                  <a:cubicBezTo>
                    <a:pt x="1852381" y="96986"/>
                    <a:pt x="1852381" y="96986"/>
                    <a:pt x="1852127" y="96986"/>
                  </a:cubicBezTo>
                  <a:close/>
                  <a:moveTo>
                    <a:pt x="1840479" y="97492"/>
                  </a:moveTo>
                  <a:cubicBezTo>
                    <a:pt x="1836427" y="97998"/>
                    <a:pt x="1819208" y="104076"/>
                    <a:pt x="1817435" y="105595"/>
                  </a:cubicBezTo>
                  <a:cubicBezTo>
                    <a:pt x="1817435" y="105595"/>
                    <a:pt x="1817435" y="105595"/>
                    <a:pt x="1817435" y="105848"/>
                  </a:cubicBezTo>
                  <a:cubicBezTo>
                    <a:pt x="1818955" y="105848"/>
                    <a:pt x="1826298" y="103569"/>
                    <a:pt x="1830350" y="102050"/>
                  </a:cubicBezTo>
                  <a:cubicBezTo>
                    <a:pt x="1832122" y="101290"/>
                    <a:pt x="1839719" y="98758"/>
                    <a:pt x="1840985" y="97745"/>
                  </a:cubicBezTo>
                  <a:cubicBezTo>
                    <a:pt x="1840732" y="97745"/>
                    <a:pt x="1840732" y="97745"/>
                    <a:pt x="1840479" y="97492"/>
                  </a:cubicBezTo>
                  <a:cubicBezTo>
                    <a:pt x="1840732" y="97492"/>
                    <a:pt x="1840732" y="97492"/>
                    <a:pt x="1840479" y="97492"/>
                  </a:cubicBezTo>
                  <a:close/>
                  <a:moveTo>
                    <a:pt x="1829337" y="98252"/>
                  </a:moveTo>
                  <a:cubicBezTo>
                    <a:pt x="1825792" y="98758"/>
                    <a:pt x="1807813" y="104836"/>
                    <a:pt x="1806040" y="106355"/>
                  </a:cubicBezTo>
                  <a:cubicBezTo>
                    <a:pt x="1806040" y="106355"/>
                    <a:pt x="1806040" y="106355"/>
                    <a:pt x="1806040" y="106608"/>
                  </a:cubicBezTo>
                  <a:cubicBezTo>
                    <a:pt x="1807560" y="106608"/>
                    <a:pt x="1814903" y="104076"/>
                    <a:pt x="1819208" y="102810"/>
                  </a:cubicBezTo>
                  <a:cubicBezTo>
                    <a:pt x="1820727" y="102050"/>
                    <a:pt x="1828577" y="99265"/>
                    <a:pt x="1829337" y="98252"/>
                  </a:cubicBezTo>
                  <a:cubicBezTo>
                    <a:pt x="1829590" y="98505"/>
                    <a:pt x="1829590" y="98252"/>
                    <a:pt x="1829337" y="98252"/>
                  </a:cubicBezTo>
                  <a:cubicBezTo>
                    <a:pt x="1829590" y="98252"/>
                    <a:pt x="1829590" y="98252"/>
                    <a:pt x="1829337" y="98252"/>
                  </a:cubicBezTo>
                  <a:close/>
                  <a:moveTo>
                    <a:pt x="1795152" y="107115"/>
                  </a:moveTo>
                  <a:cubicBezTo>
                    <a:pt x="1795152" y="107115"/>
                    <a:pt x="1795152" y="107115"/>
                    <a:pt x="1795152" y="107115"/>
                  </a:cubicBezTo>
                  <a:cubicBezTo>
                    <a:pt x="1796671" y="107368"/>
                    <a:pt x="1804014" y="104836"/>
                    <a:pt x="1808319" y="103316"/>
                  </a:cubicBezTo>
                  <a:cubicBezTo>
                    <a:pt x="1809839" y="102810"/>
                    <a:pt x="1817689" y="100024"/>
                    <a:pt x="1818955" y="99265"/>
                  </a:cubicBezTo>
                  <a:lnTo>
                    <a:pt x="1818955" y="99265"/>
                  </a:lnTo>
                  <a:cubicBezTo>
                    <a:pt x="1818955" y="99265"/>
                    <a:pt x="1818702" y="99265"/>
                    <a:pt x="1818702" y="99265"/>
                  </a:cubicBezTo>
                  <a:cubicBezTo>
                    <a:pt x="1815156" y="99518"/>
                    <a:pt x="1797177" y="105595"/>
                    <a:pt x="1795152" y="107115"/>
                  </a:cubicBezTo>
                  <a:close/>
                  <a:moveTo>
                    <a:pt x="1784769" y="108127"/>
                  </a:moveTo>
                  <a:cubicBezTo>
                    <a:pt x="1786035" y="108127"/>
                    <a:pt x="1793632" y="105595"/>
                    <a:pt x="1797937" y="104329"/>
                  </a:cubicBezTo>
                  <a:cubicBezTo>
                    <a:pt x="1799456" y="103823"/>
                    <a:pt x="1807306" y="101037"/>
                    <a:pt x="1808826" y="100277"/>
                  </a:cubicBezTo>
                  <a:cubicBezTo>
                    <a:pt x="1808826" y="100277"/>
                    <a:pt x="1808826" y="100277"/>
                    <a:pt x="1808826" y="100277"/>
                  </a:cubicBezTo>
                  <a:cubicBezTo>
                    <a:pt x="1808826" y="100277"/>
                    <a:pt x="1808826" y="100277"/>
                    <a:pt x="1808572" y="100277"/>
                  </a:cubicBezTo>
                  <a:cubicBezTo>
                    <a:pt x="1805027" y="100277"/>
                    <a:pt x="1787048" y="106355"/>
                    <a:pt x="1784769" y="108127"/>
                  </a:cubicBezTo>
                  <a:cubicBezTo>
                    <a:pt x="1784769" y="107874"/>
                    <a:pt x="1784769" y="107874"/>
                    <a:pt x="1784769" y="108127"/>
                  </a:cubicBezTo>
                  <a:close/>
                  <a:moveTo>
                    <a:pt x="1774893" y="108887"/>
                  </a:moveTo>
                  <a:cubicBezTo>
                    <a:pt x="1776413" y="108887"/>
                    <a:pt x="1786795" y="105342"/>
                    <a:pt x="1788061" y="105089"/>
                  </a:cubicBezTo>
                  <a:cubicBezTo>
                    <a:pt x="1790593" y="104329"/>
                    <a:pt x="1798950" y="101290"/>
                    <a:pt x="1799203" y="100784"/>
                  </a:cubicBezTo>
                  <a:lnTo>
                    <a:pt x="1798950" y="100784"/>
                  </a:lnTo>
                  <a:cubicBezTo>
                    <a:pt x="1795911" y="101037"/>
                    <a:pt x="1775147" y="107874"/>
                    <a:pt x="1774893" y="108887"/>
                  </a:cubicBezTo>
                  <a:close/>
                  <a:moveTo>
                    <a:pt x="1765271" y="109647"/>
                  </a:moveTo>
                  <a:cubicBezTo>
                    <a:pt x="1766284" y="109647"/>
                    <a:pt x="1774134" y="107115"/>
                    <a:pt x="1778439" y="105595"/>
                  </a:cubicBezTo>
                  <a:cubicBezTo>
                    <a:pt x="1780971" y="104836"/>
                    <a:pt x="1789581" y="101797"/>
                    <a:pt x="1789834" y="101290"/>
                  </a:cubicBezTo>
                  <a:lnTo>
                    <a:pt x="1789581" y="101290"/>
                  </a:lnTo>
                  <a:cubicBezTo>
                    <a:pt x="1786795" y="101797"/>
                    <a:pt x="1766031" y="108634"/>
                    <a:pt x="1765271" y="109647"/>
                  </a:cubicBezTo>
                  <a:close/>
                  <a:moveTo>
                    <a:pt x="1756408" y="110660"/>
                  </a:moveTo>
                  <a:cubicBezTo>
                    <a:pt x="1757674" y="110660"/>
                    <a:pt x="1768310" y="107115"/>
                    <a:pt x="1769576" y="106608"/>
                  </a:cubicBezTo>
                  <a:cubicBezTo>
                    <a:pt x="1772868" y="105595"/>
                    <a:pt x="1780971" y="102810"/>
                    <a:pt x="1781477" y="102303"/>
                  </a:cubicBezTo>
                  <a:cubicBezTo>
                    <a:pt x="1781477" y="102303"/>
                    <a:pt x="1781477" y="102303"/>
                    <a:pt x="1781224" y="102303"/>
                  </a:cubicBezTo>
                  <a:cubicBezTo>
                    <a:pt x="1778439" y="102810"/>
                    <a:pt x="1757168" y="109647"/>
                    <a:pt x="1756408" y="110660"/>
                  </a:cubicBezTo>
                  <a:close/>
                  <a:moveTo>
                    <a:pt x="1761219" y="107368"/>
                  </a:moveTo>
                  <a:cubicBezTo>
                    <a:pt x="1772361" y="103569"/>
                    <a:pt x="1772868" y="103316"/>
                    <a:pt x="1773121" y="103063"/>
                  </a:cubicBezTo>
                  <a:cubicBezTo>
                    <a:pt x="1769829" y="103569"/>
                    <a:pt x="1749824" y="110153"/>
                    <a:pt x="1748051" y="111419"/>
                  </a:cubicBezTo>
                  <a:cubicBezTo>
                    <a:pt x="1748811" y="111673"/>
                    <a:pt x="1758434" y="108381"/>
                    <a:pt x="1761219" y="107368"/>
                  </a:cubicBezTo>
                  <a:close/>
                  <a:moveTo>
                    <a:pt x="1753369" y="108381"/>
                  </a:moveTo>
                  <a:cubicBezTo>
                    <a:pt x="1758940" y="106608"/>
                    <a:pt x="1765271" y="104329"/>
                    <a:pt x="1765524" y="104076"/>
                  </a:cubicBezTo>
                  <a:cubicBezTo>
                    <a:pt x="1764005" y="104329"/>
                    <a:pt x="1740708" y="111673"/>
                    <a:pt x="1740455" y="112432"/>
                  </a:cubicBezTo>
                  <a:cubicBezTo>
                    <a:pt x="1742227" y="111926"/>
                    <a:pt x="1750837" y="109140"/>
                    <a:pt x="1753369" y="108381"/>
                  </a:cubicBezTo>
                  <a:close/>
                  <a:moveTo>
                    <a:pt x="1746279" y="109394"/>
                  </a:moveTo>
                  <a:cubicBezTo>
                    <a:pt x="1758434" y="105342"/>
                    <a:pt x="1758687" y="105089"/>
                    <a:pt x="1758687" y="105089"/>
                  </a:cubicBezTo>
                  <a:cubicBezTo>
                    <a:pt x="1756155" y="105595"/>
                    <a:pt x="1733871" y="112686"/>
                    <a:pt x="1733364" y="113445"/>
                  </a:cubicBezTo>
                  <a:cubicBezTo>
                    <a:pt x="1734884" y="112939"/>
                    <a:pt x="1743493" y="110153"/>
                    <a:pt x="1746279" y="109394"/>
                  </a:cubicBezTo>
                  <a:close/>
                  <a:moveTo>
                    <a:pt x="1739442" y="110153"/>
                  </a:moveTo>
                  <a:cubicBezTo>
                    <a:pt x="1751597" y="106102"/>
                    <a:pt x="1752103" y="105848"/>
                    <a:pt x="1752103" y="105848"/>
                  </a:cubicBezTo>
                  <a:cubicBezTo>
                    <a:pt x="1749571" y="106355"/>
                    <a:pt x="1727287" y="113445"/>
                    <a:pt x="1726527" y="114205"/>
                  </a:cubicBezTo>
                  <a:cubicBezTo>
                    <a:pt x="1728047" y="113952"/>
                    <a:pt x="1736150" y="111419"/>
                    <a:pt x="1739442" y="110153"/>
                  </a:cubicBezTo>
                  <a:close/>
                  <a:moveTo>
                    <a:pt x="1733364" y="111166"/>
                  </a:moveTo>
                  <a:cubicBezTo>
                    <a:pt x="1745773" y="107115"/>
                    <a:pt x="1746026" y="106861"/>
                    <a:pt x="1746279" y="106861"/>
                  </a:cubicBezTo>
                  <a:cubicBezTo>
                    <a:pt x="1744000" y="107368"/>
                    <a:pt x="1721463" y="114458"/>
                    <a:pt x="1720450" y="115218"/>
                  </a:cubicBezTo>
                  <a:cubicBezTo>
                    <a:pt x="1721716" y="114965"/>
                    <a:pt x="1728047" y="112939"/>
                    <a:pt x="1733364" y="111166"/>
                  </a:cubicBezTo>
                  <a:close/>
                  <a:moveTo>
                    <a:pt x="1727794" y="112179"/>
                  </a:moveTo>
                  <a:cubicBezTo>
                    <a:pt x="1740202" y="108127"/>
                    <a:pt x="1740708" y="107874"/>
                    <a:pt x="1740961" y="107874"/>
                  </a:cubicBezTo>
                  <a:cubicBezTo>
                    <a:pt x="1739189" y="108381"/>
                    <a:pt x="1716398" y="115471"/>
                    <a:pt x="1714879" y="116231"/>
                  </a:cubicBezTo>
                  <a:cubicBezTo>
                    <a:pt x="1715385" y="116231"/>
                    <a:pt x="1716398" y="115977"/>
                    <a:pt x="1727794" y="112179"/>
                  </a:cubicBezTo>
                  <a:close/>
                  <a:moveTo>
                    <a:pt x="1722729" y="113192"/>
                  </a:moveTo>
                  <a:cubicBezTo>
                    <a:pt x="1727287" y="111673"/>
                    <a:pt x="1731845" y="110660"/>
                    <a:pt x="1736150" y="108887"/>
                  </a:cubicBezTo>
                  <a:cubicBezTo>
                    <a:pt x="1734377" y="109394"/>
                    <a:pt x="1711840" y="116484"/>
                    <a:pt x="1710068" y="117244"/>
                  </a:cubicBezTo>
                  <a:cubicBezTo>
                    <a:pt x="1714372" y="116231"/>
                    <a:pt x="1718424" y="114458"/>
                    <a:pt x="1722729" y="113192"/>
                  </a:cubicBezTo>
                  <a:close/>
                  <a:moveTo>
                    <a:pt x="1718424" y="114205"/>
                  </a:moveTo>
                  <a:cubicBezTo>
                    <a:pt x="1722982" y="112686"/>
                    <a:pt x="1727540" y="111419"/>
                    <a:pt x="1732098" y="109900"/>
                  </a:cubicBezTo>
                  <a:cubicBezTo>
                    <a:pt x="1729819" y="110660"/>
                    <a:pt x="1708295" y="117497"/>
                    <a:pt x="1705763" y="118510"/>
                  </a:cubicBezTo>
                  <a:cubicBezTo>
                    <a:pt x="1709814" y="116990"/>
                    <a:pt x="1714119" y="115471"/>
                    <a:pt x="1718424" y="114205"/>
                  </a:cubicBezTo>
                  <a:close/>
                  <a:moveTo>
                    <a:pt x="1714372" y="115218"/>
                  </a:moveTo>
                  <a:cubicBezTo>
                    <a:pt x="1713106" y="115724"/>
                    <a:pt x="1711587" y="115977"/>
                    <a:pt x="1710321" y="116484"/>
                  </a:cubicBezTo>
                  <a:lnTo>
                    <a:pt x="1725261" y="111673"/>
                  </a:lnTo>
                  <a:cubicBezTo>
                    <a:pt x="1721716" y="112939"/>
                    <a:pt x="1718171" y="114205"/>
                    <a:pt x="1714372" y="115218"/>
                  </a:cubicBezTo>
                  <a:close/>
                  <a:moveTo>
                    <a:pt x="1728047" y="110913"/>
                  </a:moveTo>
                  <a:lnTo>
                    <a:pt x="1725514" y="111673"/>
                  </a:lnTo>
                  <a:cubicBezTo>
                    <a:pt x="1726527" y="111419"/>
                    <a:pt x="1727287" y="111166"/>
                    <a:pt x="1728300" y="110660"/>
                  </a:cubicBezTo>
                  <a:cubicBezTo>
                    <a:pt x="1728047" y="110913"/>
                    <a:pt x="1728047" y="110913"/>
                    <a:pt x="1728047" y="110913"/>
                  </a:cubicBezTo>
                  <a:close/>
                  <a:moveTo>
                    <a:pt x="1705003" y="118256"/>
                  </a:moveTo>
                  <a:cubicBezTo>
                    <a:pt x="1703990" y="118510"/>
                    <a:pt x="1702977" y="119016"/>
                    <a:pt x="1701964" y="119269"/>
                  </a:cubicBezTo>
                  <a:cubicBezTo>
                    <a:pt x="1704750" y="118256"/>
                    <a:pt x="1707789" y="117497"/>
                    <a:pt x="1710574" y="116484"/>
                  </a:cubicBezTo>
                  <a:lnTo>
                    <a:pt x="1705003" y="118256"/>
                  </a:lnTo>
                  <a:close/>
                  <a:moveTo>
                    <a:pt x="2543434" y="81286"/>
                  </a:moveTo>
                  <a:cubicBezTo>
                    <a:pt x="2546220" y="84324"/>
                    <a:pt x="2552044" y="83311"/>
                    <a:pt x="2552044" y="79766"/>
                  </a:cubicBezTo>
                  <a:cubicBezTo>
                    <a:pt x="2552044" y="78247"/>
                    <a:pt x="2550524" y="75968"/>
                    <a:pt x="2546979" y="75715"/>
                  </a:cubicBezTo>
                  <a:cubicBezTo>
                    <a:pt x="2542421" y="75715"/>
                    <a:pt x="2541408" y="79260"/>
                    <a:pt x="2543434" y="81286"/>
                  </a:cubicBezTo>
                  <a:close/>
                  <a:moveTo>
                    <a:pt x="2026094" y="79006"/>
                  </a:moveTo>
                  <a:cubicBezTo>
                    <a:pt x="2027360" y="78500"/>
                    <a:pt x="2033184" y="76221"/>
                    <a:pt x="2032931" y="75208"/>
                  </a:cubicBezTo>
                  <a:cubicBezTo>
                    <a:pt x="2032677" y="74955"/>
                    <a:pt x="2032424" y="74955"/>
                    <a:pt x="2032424" y="74955"/>
                  </a:cubicBezTo>
                  <a:cubicBezTo>
                    <a:pt x="2027613" y="75208"/>
                    <a:pt x="2014952" y="80273"/>
                    <a:pt x="2013939" y="81792"/>
                  </a:cubicBezTo>
                  <a:cubicBezTo>
                    <a:pt x="2013179" y="83058"/>
                    <a:pt x="2019510" y="81539"/>
                    <a:pt x="2026094" y="79006"/>
                  </a:cubicBezTo>
                  <a:close/>
                  <a:moveTo>
                    <a:pt x="2010900" y="79260"/>
                  </a:moveTo>
                  <a:cubicBezTo>
                    <a:pt x="2012166" y="78753"/>
                    <a:pt x="2018243" y="76474"/>
                    <a:pt x="2018243" y="75461"/>
                  </a:cubicBezTo>
                  <a:cubicBezTo>
                    <a:pt x="2017990" y="75208"/>
                    <a:pt x="2017737" y="75208"/>
                    <a:pt x="2017737" y="75208"/>
                  </a:cubicBezTo>
                  <a:cubicBezTo>
                    <a:pt x="2013179" y="75461"/>
                    <a:pt x="1998492" y="81032"/>
                    <a:pt x="1998745" y="82298"/>
                  </a:cubicBezTo>
                  <a:cubicBezTo>
                    <a:pt x="1999505" y="83311"/>
                    <a:pt x="2006342" y="81032"/>
                    <a:pt x="2010900" y="79260"/>
                  </a:cubicBezTo>
                  <a:close/>
                  <a:moveTo>
                    <a:pt x="1995960" y="79766"/>
                  </a:moveTo>
                  <a:cubicBezTo>
                    <a:pt x="1997226" y="79260"/>
                    <a:pt x="2003556" y="76981"/>
                    <a:pt x="2003556" y="75968"/>
                  </a:cubicBezTo>
                  <a:cubicBezTo>
                    <a:pt x="2003303" y="75968"/>
                    <a:pt x="2003050" y="75968"/>
                    <a:pt x="2003050" y="75968"/>
                  </a:cubicBezTo>
                  <a:cubicBezTo>
                    <a:pt x="1998492" y="76221"/>
                    <a:pt x="1983552" y="81792"/>
                    <a:pt x="1983552" y="83058"/>
                  </a:cubicBezTo>
                  <a:cubicBezTo>
                    <a:pt x="1984311" y="83818"/>
                    <a:pt x="1991402" y="81539"/>
                    <a:pt x="1995960" y="79766"/>
                  </a:cubicBezTo>
                  <a:close/>
                  <a:moveTo>
                    <a:pt x="1989376" y="76474"/>
                  </a:moveTo>
                  <a:cubicBezTo>
                    <a:pt x="1989123" y="76221"/>
                    <a:pt x="1989123" y="76221"/>
                    <a:pt x="1988869" y="76221"/>
                  </a:cubicBezTo>
                  <a:cubicBezTo>
                    <a:pt x="1984565" y="76474"/>
                    <a:pt x="1969118" y="82045"/>
                    <a:pt x="1968864" y="83311"/>
                  </a:cubicBezTo>
                  <a:cubicBezTo>
                    <a:pt x="1969371" y="84071"/>
                    <a:pt x="1976714" y="81792"/>
                    <a:pt x="1981272" y="80019"/>
                  </a:cubicBezTo>
                  <a:cubicBezTo>
                    <a:pt x="1982792" y="79766"/>
                    <a:pt x="1989123" y="77234"/>
                    <a:pt x="1989376" y="76474"/>
                  </a:cubicBezTo>
                  <a:close/>
                  <a:moveTo>
                    <a:pt x="1954937" y="84071"/>
                  </a:moveTo>
                  <a:cubicBezTo>
                    <a:pt x="1956203" y="84324"/>
                    <a:pt x="1963040" y="82298"/>
                    <a:pt x="1967345" y="80779"/>
                  </a:cubicBezTo>
                  <a:cubicBezTo>
                    <a:pt x="1969118" y="80273"/>
                    <a:pt x="1974689" y="78247"/>
                    <a:pt x="1975701" y="77234"/>
                  </a:cubicBezTo>
                  <a:cubicBezTo>
                    <a:pt x="1975701" y="77234"/>
                    <a:pt x="1975701" y="76981"/>
                    <a:pt x="1975701" y="76981"/>
                  </a:cubicBezTo>
                  <a:cubicBezTo>
                    <a:pt x="1975701" y="76981"/>
                    <a:pt x="1975448" y="76981"/>
                    <a:pt x="1975195" y="76981"/>
                  </a:cubicBezTo>
                  <a:cubicBezTo>
                    <a:pt x="1970890" y="77234"/>
                    <a:pt x="1956203" y="82298"/>
                    <a:pt x="1954937" y="84071"/>
                  </a:cubicBezTo>
                  <a:cubicBezTo>
                    <a:pt x="1954684" y="84071"/>
                    <a:pt x="1954684" y="84071"/>
                    <a:pt x="1954937" y="84071"/>
                  </a:cubicBezTo>
                  <a:close/>
                  <a:moveTo>
                    <a:pt x="1941010" y="84577"/>
                  </a:moveTo>
                  <a:cubicBezTo>
                    <a:pt x="1942276" y="84831"/>
                    <a:pt x="1949366" y="82805"/>
                    <a:pt x="1953671" y="81286"/>
                  </a:cubicBezTo>
                  <a:cubicBezTo>
                    <a:pt x="1956203" y="80273"/>
                    <a:pt x="1962027" y="78247"/>
                    <a:pt x="1962281" y="77487"/>
                  </a:cubicBezTo>
                  <a:cubicBezTo>
                    <a:pt x="1962281" y="77487"/>
                    <a:pt x="1962027" y="77487"/>
                    <a:pt x="1961774" y="77487"/>
                  </a:cubicBezTo>
                  <a:cubicBezTo>
                    <a:pt x="1957976" y="77740"/>
                    <a:pt x="1941010" y="83311"/>
                    <a:pt x="1941010" y="84577"/>
                  </a:cubicBezTo>
                  <a:close/>
                  <a:moveTo>
                    <a:pt x="1927589" y="85084"/>
                  </a:moveTo>
                  <a:cubicBezTo>
                    <a:pt x="1928602" y="85337"/>
                    <a:pt x="1935692" y="83311"/>
                    <a:pt x="1940250" y="81792"/>
                  </a:cubicBezTo>
                  <a:cubicBezTo>
                    <a:pt x="1942782" y="80779"/>
                    <a:pt x="1948860" y="78753"/>
                    <a:pt x="1949113" y="77994"/>
                  </a:cubicBezTo>
                  <a:cubicBezTo>
                    <a:pt x="1949113" y="77994"/>
                    <a:pt x="1948860" y="77994"/>
                    <a:pt x="1948606" y="77994"/>
                  </a:cubicBezTo>
                  <a:cubicBezTo>
                    <a:pt x="1945061" y="78247"/>
                    <a:pt x="1927842" y="83818"/>
                    <a:pt x="1927589" y="85084"/>
                  </a:cubicBezTo>
                  <a:close/>
                  <a:moveTo>
                    <a:pt x="1914674" y="85844"/>
                  </a:moveTo>
                  <a:cubicBezTo>
                    <a:pt x="1915687" y="86097"/>
                    <a:pt x="1922777" y="84071"/>
                    <a:pt x="1927335" y="82298"/>
                  </a:cubicBezTo>
                  <a:cubicBezTo>
                    <a:pt x="1929868" y="81286"/>
                    <a:pt x="1936198" y="79260"/>
                    <a:pt x="1936452" y="78500"/>
                  </a:cubicBezTo>
                  <a:cubicBezTo>
                    <a:pt x="1936452" y="78500"/>
                    <a:pt x="1936198" y="78500"/>
                    <a:pt x="1936198" y="78500"/>
                  </a:cubicBezTo>
                  <a:cubicBezTo>
                    <a:pt x="1932400" y="78753"/>
                    <a:pt x="1915181" y="84324"/>
                    <a:pt x="1914674" y="85844"/>
                  </a:cubicBezTo>
                  <a:close/>
                  <a:moveTo>
                    <a:pt x="1915181" y="82805"/>
                  </a:moveTo>
                  <a:cubicBezTo>
                    <a:pt x="1917966" y="81792"/>
                    <a:pt x="1924297" y="79766"/>
                    <a:pt x="1924803" y="79006"/>
                  </a:cubicBezTo>
                  <a:cubicBezTo>
                    <a:pt x="1924803" y="79006"/>
                    <a:pt x="1924550" y="79006"/>
                    <a:pt x="1924550" y="79006"/>
                  </a:cubicBezTo>
                  <a:cubicBezTo>
                    <a:pt x="1920752" y="79260"/>
                    <a:pt x="1903279" y="85084"/>
                    <a:pt x="1902519" y="86350"/>
                  </a:cubicBezTo>
                  <a:cubicBezTo>
                    <a:pt x="1903279" y="86603"/>
                    <a:pt x="1910369" y="84324"/>
                    <a:pt x="1915181" y="82805"/>
                  </a:cubicBezTo>
                  <a:close/>
                  <a:moveTo>
                    <a:pt x="1912648" y="79513"/>
                  </a:moveTo>
                  <a:cubicBezTo>
                    <a:pt x="1908850" y="80019"/>
                    <a:pt x="1891631" y="85590"/>
                    <a:pt x="1890111" y="86856"/>
                  </a:cubicBezTo>
                  <a:cubicBezTo>
                    <a:pt x="1890111" y="86856"/>
                    <a:pt x="1890111" y="86856"/>
                    <a:pt x="1890111" y="86856"/>
                  </a:cubicBezTo>
                  <a:cubicBezTo>
                    <a:pt x="1891631" y="86856"/>
                    <a:pt x="1899227" y="84577"/>
                    <a:pt x="1903026" y="83311"/>
                  </a:cubicBezTo>
                  <a:cubicBezTo>
                    <a:pt x="1904545" y="82805"/>
                    <a:pt x="1911889" y="80273"/>
                    <a:pt x="1912902" y="79513"/>
                  </a:cubicBezTo>
                  <a:cubicBezTo>
                    <a:pt x="1912902" y="79766"/>
                    <a:pt x="1912902" y="79513"/>
                    <a:pt x="1912648" y="79513"/>
                  </a:cubicBezTo>
                  <a:lnTo>
                    <a:pt x="1912648" y="79513"/>
                  </a:lnTo>
                  <a:close/>
                  <a:moveTo>
                    <a:pt x="1901506" y="80273"/>
                  </a:moveTo>
                  <a:cubicBezTo>
                    <a:pt x="1897708" y="80779"/>
                    <a:pt x="1880489" y="86097"/>
                    <a:pt x="1878716" y="87616"/>
                  </a:cubicBezTo>
                  <a:cubicBezTo>
                    <a:pt x="1878716" y="87616"/>
                    <a:pt x="1878716" y="87616"/>
                    <a:pt x="1878716" y="87616"/>
                  </a:cubicBezTo>
                  <a:cubicBezTo>
                    <a:pt x="1880235" y="87616"/>
                    <a:pt x="1887579" y="85337"/>
                    <a:pt x="1891631" y="84071"/>
                  </a:cubicBezTo>
                  <a:cubicBezTo>
                    <a:pt x="1893150" y="83565"/>
                    <a:pt x="1900494" y="81286"/>
                    <a:pt x="1901506" y="80273"/>
                  </a:cubicBezTo>
                  <a:cubicBezTo>
                    <a:pt x="1901760" y="80273"/>
                    <a:pt x="1901760" y="80273"/>
                    <a:pt x="1901506" y="80273"/>
                  </a:cubicBezTo>
                  <a:cubicBezTo>
                    <a:pt x="1901506" y="80273"/>
                    <a:pt x="1901506" y="80273"/>
                    <a:pt x="1901506" y="80273"/>
                  </a:cubicBezTo>
                  <a:close/>
                  <a:moveTo>
                    <a:pt x="1867574" y="88123"/>
                  </a:moveTo>
                  <a:cubicBezTo>
                    <a:pt x="1867574" y="88123"/>
                    <a:pt x="1867574" y="88376"/>
                    <a:pt x="1867574" y="88123"/>
                  </a:cubicBezTo>
                  <a:cubicBezTo>
                    <a:pt x="1869093" y="88376"/>
                    <a:pt x="1876437" y="86097"/>
                    <a:pt x="1880489" y="84831"/>
                  </a:cubicBezTo>
                  <a:cubicBezTo>
                    <a:pt x="1887072" y="82805"/>
                    <a:pt x="1890618" y="81286"/>
                    <a:pt x="1890871" y="81032"/>
                  </a:cubicBezTo>
                  <a:cubicBezTo>
                    <a:pt x="1890871" y="81032"/>
                    <a:pt x="1890618" y="81032"/>
                    <a:pt x="1890618" y="81032"/>
                  </a:cubicBezTo>
                  <a:cubicBezTo>
                    <a:pt x="1886819" y="81286"/>
                    <a:pt x="1869347" y="86856"/>
                    <a:pt x="1867574" y="88123"/>
                  </a:cubicBezTo>
                  <a:close/>
                  <a:moveTo>
                    <a:pt x="1856939" y="88882"/>
                  </a:moveTo>
                  <a:lnTo>
                    <a:pt x="1856939" y="88882"/>
                  </a:lnTo>
                  <a:cubicBezTo>
                    <a:pt x="1858205" y="89136"/>
                    <a:pt x="1865802" y="86856"/>
                    <a:pt x="1869853" y="85337"/>
                  </a:cubicBezTo>
                  <a:cubicBezTo>
                    <a:pt x="1876437" y="83311"/>
                    <a:pt x="1879982" y="81792"/>
                    <a:pt x="1880489" y="81286"/>
                  </a:cubicBezTo>
                  <a:cubicBezTo>
                    <a:pt x="1880489" y="81286"/>
                    <a:pt x="1880489" y="81286"/>
                    <a:pt x="1880235" y="81286"/>
                  </a:cubicBezTo>
                  <a:cubicBezTo>
                    <a:pt x="1876690" y="82045"/>
                    <a:pt x="1858965" y="87616"/>
                    <a:pt x="1856939" y="88882"/>
                  </a:cubicBezTo>
                  <a:close/>
                  <a:moveTo>
                    <a:pt x="1846556" y="89642"/>
                  </a:moveTo>
                  <a:cubicBezTo>
                    <a:pt x="1848076" y="89642"/>
                    <a:pt x="1858458" y="86350"/>
                    <a:pt x="1859471" y="86097"/>
                  </a:cubicBezTo>
                  <a:cubicBezTo>
                    <a:pt x="1862763" y="85084"/>
                    <a:pt x="1870360" y="82552"/>
                    <a:pt x="1870360" y="82045"/>
                  </a:cubicBezTo>
                  <a:cubicBezTo>
                    <a:pt x="1870360" y="82045"/>
                    <a:pt x="1870360" y="82045"/>
                    <a:pt x="1870106" y="82045"/>
                  </a:cubicBezTo>
                  <a:cubicBezTo>
                    <a:pt x="1867068" y="82552"/>
                    <a:pt x="1848835" y="88123"/>
                    <a:pt x="1846556" y="89642"/>
                  </a:cubicBezTo>
                  <a:cubicBezTo>
                    <a:pt x="1846810" y="89642"/>
                    <a:pt x="1846810" y="89642"/>
                    <a:pt x="1846556" y="89642"/>
                  </a:cubicBezTo>
                  <a:close/>
                  <a:moveTo>
                    <a:pt x="1836934" y="90402"/>
                  </a:moveTo>
                  <a:cubicBezTo>
                    <a:pt x="1838453" y="90402"/>
                    <a:pt x="1848835" y="87110"/>
                    <a:pt x="1850101" y="86856"/>
                  </a:cubicBezTo>
                  <a:cubicBezTo>
                    <a:pt x="1853394" y="85844"/>
                    <a:pt x="1860990" y="83311"/>
                    <a:pt x="1861243" y="82805"/>
                  </a:cubicBezTo>
                  <a:cubicBezTo>
                    <a:pt x="1861243" y="82805"/>
                    <a:pt x="1861243" y="82805"/>
                    <a:pt x="1860990" y="82805"/>
                  </a:cubicBezTo>
                  <a:cubicBezTo>
                    <a:pt x="1857952" y="83311"/>
                    <a:pt x="1837440" y="89642"/>
                    <a:pt x="1836934" y="90402"/>
                  </a:cubicBezTo>
                  <a:close/>
                  <a:moveTo>
                    <a:pt x="1827818" y="91161"/>
                  </a:moveTo>
                  <a:cubicBezTo>
                    <a:pt x="1829084" y="91161"/>
                    <a:pt x="1839719" y="87869"/>
                    <a:pt x="1840985" y="87616"/>
                  </a:cubicBezTo>
                  <a:cubicBezTo>
                    <a:pt x="1844277" y="86603"/>
                    <a:pt x="1852127" y="84071"/>
                    <a:pt x="1852381" y="83565"/>
                  </a:cubicBezTo>
                  <a:lnTo>
                    <a:pt x="1852127" y="83565"/>
                  </a:lnTo>
                  <a:cubicBezTo>
                    <a:pt x="1849089" y="84071"/>
                    <a:pt x="1828324" y="90402"/>
                    <a:pt x="1827818" y="91161"/>
                  </a:cubicBezTo>
                  <a:close/>
                  <a:moveTo>
                    <a:pt x="1818955" y="91921"/>
                  </a:moveTo>
                  <a:cubicBezTo>
                    <a:pt x="1820221" y="91921"/>
                    <a:pt x="1830856" y="88629"/>
                    <a:pt x="1832122" y="88376"/>
                  </a:cubicBezTo>
                  <a:cubicBezTo>
                    <a:pt x="1835415" y="87363"/>
                    <a:pt x="1843518" y="84831"/>
                    <a:pt x="1843771" y="84324"/>
                  </a:cubicBezTo>
                  <a:lnTo>
                    <a:pt x="1843518" y="84324"/>
                  </a:lnTo>
                  <a:cubicBezTo>
                    <a:pt x="1840732" y="84831"/>
                    <a:pt x="1819714" y="91161"/>
                    <a:pt x="1818955" y="91921"/>
                  </a:cubicBezTo>
                  <a:close/>
                  <a:moveTo>
                    <a:pt x="1823766" y="89136"/>
                  </a:moveTo>
                  <a:cubicBezTo>
                    <a:pt x="1834908" y="85844"/>
                    <a:pt x="1835415" y="85337"/>
                    <a:pt x="1835668" y="85084"/>
                  </a:cubicBezTo>
                  <a:cubicBezTo>
                    <a:pt x="1834148" y="85337"/>
                    <a:pt x="1812118" y="91415"/>
                    <a:pt x="1810852" y="92681"/>
                  </a:cubicBezTo>
                  <a:cubicBezTo>
                    <a:pt x="1812624" y="92427"/>
                    <a:pt x="1821234" y="89895"/>
                    <a:pt x="1823766" y="89136"/>
                  </a:cubicBezTo>
                  <a:close/>
                  <a:moveTo>
                    <a:pt x="1815916" y="89895"/>
                  </a:moveTo>
                  <a:cubicBezTo>
                    <a:pt x="1823766" y="87616"/>
                    <a:pt x="1828071" y="86097"/>
                    <a:pt x="1828071" y="85844"/>
                  </a:cubicBezTo>
                  <a:cubicBezTo>
                    <a:pt x="1825285" y="86350"/>
                    <a:pt x="1803255" y="92681"/>
                    <a:pt x="1803001" y="93440"/>
                  </a:cubicBezTo>
                  <a:cubicBezTo>
                    <a:pt x="1804774" y="93440"/>
                    <a:pt x="1813384" y="90655"/>
                    <a:pt x="1815916" y="89895"/>
                  </a:cubicBezTo>
                  <a:close/>
                  <a:moveTo>
                    <a:pt x="1808826" y="90908"/>
                  </a:moveTo>
                  <a:cubicBezTo>
                    <a:pt x="1816929" y="88376"/>
                    <a:pt x="1820981" y="87110"/>
                    <a:pt x="1821234" y="86856"/>
                  </a:cubicBezTo>
                  <a:cubicBezTo>
                    <a:pt x="1818702" y="87363"/>
                    <a:pt x="1796418" y="93947"/>
                    <a:pt x="1795911" y="94453"/>
                  </a:cubicBezTo>
                  <a:cubicBezTo>
                    <a:pt x="1797431" y="94200"/>
                    <a:pt x="1805281" y="91921"/>
                    <a:pt x="1808826" y="90908"/>
                  </a:cubicBezTo>
                  <a:close/>
                  <a:moveTo>
                    <a:pt x="1801989" y="91668"/>
                  </a:moveTo>
                  <a:lnTo>
                    <a:pt x="1801989" y="91668"/>
                  </a:lnTo>
                  <a:cubicBezTo>
                    <a:pt x="1814143" y="88123"/>
                    <a:pt x="1814650" y="87869"/>
                    <a:pt x="1814650" y="87616"/>
                  </a:cubicBezTo>
                  <a:cubicBezTo>
                    <a:pt x="1812118" y="88123"/>
                    <a:pt x="1789834" y="94706"/>
                    <a:pt x="1789074" y="95213"/>
                  </a:cubicBezTo>
                  <a:cubicBezTo>
                    <a:pt x="1790593" y="95213"/>
                    <a:pt x="1797684" y="92934"/>
                    <a:pt x="1801989" y="91668"/>
                  </a:cubicBezTo>
                  <a:close/>
                  <a:moveTo>
                    <a:pt x="1795658" y="92427"/>
                  </a:moveTo>
                  <a:cubicBezTo>
                    <a:pt x="1808066" y="88629"/>
                    <a:pt x="1808319" y="88629"/>
                    <a:pt x="1808572" y="88376"/>
                  </a:cubicBezTo>
                  <a:cubicBezTo>
                    <a:pt x="1806547" y="88882"/>
                    <a:pt x="1783756" y="95213"/>
                    <a:pt x="1782744" y="96226"/>
                  </a:cubicBezTo>
                  <a:cubicBezTo>
                    <a:pt x="1784263" y="95973"/>
                    <a:pt x="1791606" y="93694"/>
                    <a:pt x="1795658" y="92427"/>
                  </a:cubicBezTo>
                  <a:close/>
                  <a:moveTo>
                    <a:pt x="1790087" y="93440"/>
                  </a:moveTo>
                  <a:cubicBezTo>
                    <a:pt x="1802495" y="89642"/>
                    <a:pt x="1803001" y="89389"/>
                    <a:pt x="1803255" y="89389"/>
                  </a:cubicBezTo>
                  <a:cubicBezTo>
                    <a:pt x="1801229" y="89895"/>
                    <a:pt x="1778692" y="96479"/>
                    <a:pt x="1777173" y="97239"/>
                  </a:cubicBezTo>
                  <a:cubicBezTo>
                    <a:pt x="1777426" y="96986"/>
                    <a:pt x="1778439" y="96986"/>
                    <a:pt x="1790087" y="93440"/>
                  </a:cubicBezTo>
                  <a:close/>
                  <a:moveTo>
                    <a:pt x="1784769" y="94453"/>
                  </a:moveTo>
                  <a:cubicBezTo>
                    <a:pt x="1789327" y="93187"/>
                    <a:pt x="1793885" y="92174"/>
                    <a:pt x="1798190" y="90402"/>
                  </a:cubicBezTo>
                  <a:cubicBezTo>
                    <a:pt x="1796164" y="90908"/>
                    <a:pt x="1773627" y="97492"/>
                    <a:pt x="1771855" y="98252"/>
                  </a:cubicBezTo>
                  <a:cubicBezTo>
                    <a:pt x="1776413" y="96986"/>
                    <a:pt x="1780464" y="95719"/>
                    <a:pt x="1784769" y="94453"/>
                  </a:cubicBezTo>
                  <a:close/>
                  <a:moveTo>
                    <a:pt x="1780211" y="95213"/>
                  </a:moveTo>
                  <a:cubicBezTo>
                    <a:pt x="1784769" y="93947"/>
                    <a:pt x="1789327" y="92681"/>
                    <a:pt x="1793885" y="91161"/>
                  </a:cubicBezTo>
                  <a:cubicBezTo>
                    <a:pt x="1791606" y="91668"/>
                    <a:pt x="1769576" y="98252"/>
                    <a:pt x="1767550" y="99011"/>
                  </a:cubicBezTo>
                  <a:cubicBezTo>
                    <a:pt x="1771602" y="97998"/>
                    <a:pt x="1775906" y="96479"/>
                    <a:pt x="1780211" y="95213"/>
                  </a:cubicBezTo>
                  <a:close/>
                  <a:moveTo>
                    <a:pt x="1789834" y="92174"/>
                  </a:moveTo>
                  <a:cubicBezTo>
                    <a:pt x="1786035" y="93187"/>
                    <a:pt x="1766031" y="99011"/>
                    <a:pt x="1763245" y="100024"/>
                  </a:cubicBezTo>
                  <a:cubicBezTo>
                    <a:pt x="1767550" y="98758"/>
                    <a:pt x="1771855" y="97492"/>
                    <a:pt x="1775906" y="96226"/>
                  </a:cubicBezTo>
                  <a:cubicBezTo>
                    <a:pt x="1780718" y="94960"/>
                    <a:pt x="1785276" y="93694"/>
                    <a:pt x="1789834" y="92174"/>
                  </a:cubicBezTo>
                  <a:close/>
                  <a:moveTo>
                    <a:pt x="3205113" y="104836"/>
                  </a:moveTo>
                  <a:cubicBezTo>
                    <a:pt x="3197770" y="102556"/>
                    <a:pt x="3190679" y="100531"/>
                    <a:pt x="3189666" y="100024"/>
                  </a:cubicBezTo>
                  <a:cubicBezTo>
                    <a:pt x="3189666" y="100024"/>
                    <a:pt x="3214229" y="107874"/>
                    <a:pt x="3215749" y="108127"/>
                  </a:cubicBezTo>
                  <a:cubicBezTo>
                    <a:pt x="3212204" y="107115"/>
                    <a:pt x="3208658" y="106102"/>
                    <a:pt x="3205113" y="104836"/>
                  </a:cubicBezTo>
                  <a:close/>
                  <a:moveTo>
                    <a:pt x="3200302" y="103823"/>
                  </a:moveTo>
                  <a:cubicBezTo>
                    <a:pt x="3192958" y="101544"/>
                    <a:pt x="3186121" y="99518"/>
                    <a:pt x="3184855" y="99265"/>
                  </a:cubicBezTo>
                  <a:cubicBezTo>
                    <a:pt x="3184855" y="99265"/>
                    <a:pt x="3209925" y="107368"/>
                    <a:pt x="3210937" y="107368"/>
                  </a:cubicBezTo>
                  <a:cubicBezTo>
                    <a:pt x="3209671" y="106861"/>
                    <a:pt x="3204607" y="105089"/>
                    <a:pt x="3200302" y="103823"/>
                  </a:cubicBezTo>
                  <a:close/>
                  <a:moveTo>
                    <a:pt x="2065090" y="63813"/>
                  </a:moveTo>
                  <a:cubicBezTo>
                    <a:pt x="2066356" y="63306"/>
                    <a:pt x="2072181" y="61281"/>
                    <a:pt x="2072434" y="60521"/>
                  </a:cubicBezTo>
                  <a:cubicBezTo>
                    <a:pt x="2072181" y="60268"/>
                    <a:pt x="2072181" y="60521"/>
                    <a:pt x="2071927" y="60521"/>
                  </a:cubicBezTo>
                  <a:cubicBezTo>
                    <a:pt x="2067623" y="60774"/>
                    <a:pt x="2053442" y="65839"/>
                    <a:pt x="2053442" y="66852"/>
                  </a:cubicBezTo>
                  <a:cubicBezTo>
                    <a:pt x="2053948" y="67358"/>
                    <a:pt x="2060532" y="65332"/>
                    <a:pt x="2065090" y="63813"/>
                  </a:cubicBezTo>
                  <a:close/>
                  <a:moveTo>
                    <a:pt x="2050910" y="64066"/>
                  </a:moveTo>
                  <a:cubicBezTo>
                    <a:pt x="2052176" y="63560"/>
                    <a:pt x="2058253" y="61534"/>
                    <a:pt x="2058506" y="60774"/>
                  </a:cubicBezTo>
                  <a:cubicBezTo>
                    <a:pt x="2058253" y="60521"/>
                    <a:pt x="2058253" y="60774"/>
                    <a:pt x="2058000" y="60774"/>
                  </a:cubicBezTo>
                  <a:cubicBezTo>
                    <a:pt x="2053695" y="61027"/>
                    <a:pt x="2039008" y="66092"/>
                    <a:pt x="2039008" y="67358"/>
                  </a:cubicBezTo>
                  <a:cubicBezTo>
                    <a:pt x="2039515" y="67611"/>
                    <a:pt x="2046352" y="65839"/>
                    <a:pt x="2050910" y="64066"/>
                  </a:cubicBezTo>
                  <a:close/>
                  <a:moveTo>
                    <a:pt x="2044579" y="61027"/>
                  </a:moveTo>
                  <a:cubicBezTo>
                    <a:pt x="2040527" y="61281"/>
                    <a:pt x="2026600" y="65839"/>
                    <a:pt x="2025081" y="67358"/>
                  </a:cubicBezTo>
                  <a:cubicBezTo>
                    <a:pt x="2025081" y="67358"/>
                    <a:pt x="2025081" y="67611"/>
                    <a:pt x="2025081" y="67611"/>
                  </a:cubicBezTo>
                  <a:cubicBezTo>
                    <a:pt x="2026347" y="67865"/>
                    <a:pt x="2033184" y="65839"/>
                    <a:pt x="2037235" y="64573"/>
                  </a:cubicBezTo>
                  <a:cubicBezTo>
                    <a:pt x="2038755" y="64066"/>
                    <a:pt x="2044073" y="62294"/>
                    <a:pt x="2045086" y="61281"/>
                  </a:cubicBezTo>
                  <a:cubicBezTo>
                    <a:pt x="2045086" y="61281"/>
                    <a:pt x="2045086" y="61281"/>
                    <a:pt x="2045086" y="61027"/>
                  </a:cubicBezTo>
                  <a:cubicBezTo>
                    <a:pt x="2044832" y="61027"/>
                    <a:pt x="2044832" y="61027"/>
                    <a:pt x="2044579" y="61027"/>
                  </a:cubicBezTo>
                  <a:close/>
                  <a:moveTo>
                    <a:pt x="2011660" y="68118"/>
                  </a:moveTo>
                  <a:cubicBezTo>
                    <a:pt x="2012926" y="68371"/>
                    <a:pt x="2019510" y="66345"/>
                    <a:pt x="2023814" y="65079"/>
                  </a:cubicBezTo>
                  <a:cubicBezTo>
                    <a:pt x="2026347" y="64319"/>
                    <a:pt x="2031918" y="62294"/>
                    <a:pt x="2031918" y="61534"/>
                  </a:cubicBezTo>
                  <a:cubicBezTo>
                    <a:pt x="2031918" y="61534"/>
                    <a:pt x="2031665" y="61534"/>
                    <a:pt x="2031411" y="61534"/>
                  </a:cubicBezTo>
                  <a:cubicBezTo>
                    <a:pt x="2027613" y="61787"/>
                    <a:pt x="2013179" y="66345"/>
                    <a:pt x="2011660" y="68118"/>
                  </a:cubicBezTo>
                  <a:lnTo>
                    <a:pt x="2011660" y="68118"/>
                  </a:lnTo>
                  <a:close/>
                  <a:moveTo>
                    <a:pt x="1998492" y="68371"/>
                  </a:moveTo>
                  <a:cubicBezTo>
                    <a:pt x="1999505" y="68624"/>
                    <a:pt x="2006342" y="66598"/>
                    <a:pt x="2010900" y="65332"/>
                  </a:cubicBezTo>
                  <a:cubicBezTo>
                    <a:pt x="2013432" y="64573"/>
                    <a:pt x="2019256" y="62547"/>
                    <a:pt x="2019510" y="61787"/>
                  </a:cubicBezTo>
                  <a:cubicBezTo>
                    <a:pt x="2019510" y="61787"/>
                    <a:pt x="2019256" y="61787"/>
                    <a:pt x="2019256" y="61787"/>
                  </a:cubicBezTo>
                  <a:cubicBezTo>
                    <a:pt x="2015205" y="62294"/>
                    <a:pt x="1998745" y="67105"/>
                    <a:pt x="1998492" y="68371"/>
                  </a:cubicBezTo>
                  <a:close/>
                  <a:moveTo>
                    <a:pt x="1985831" y="68877"/>
                  </a:moveTo>
                  <a:cubicBezTo>
                    <a:pt x="1986843" y="69131"/>
                    <a:pt x="1993934" y="67105"/>
                    <a:pt x="1998239" y="65839"/>
                  </a:cubicBezTo>
                  <a:cubicBezTo>
                    <a:pt x="2000771" y="65079"/>
                    <a:pt x="2006848" y="63053"/>
                    <a:pt x="2007102" y="62294"/>
                  </a:cubicBezTo>
                  <a:cubicBezTo>
                    <a:pt x="2007102" y="62294"/>
                    <a:pt x="2006848" y="62294"/>
                    <a:pt x="2006848" y="62294"/>
                  </a:cubicBezTo>
                  <a:cubicBezTo>
                    <a:pt x="2003050" y="62547"/>
                    <a:pt x="1986337" y="67611"/>
                    <a:pt x="1985831" y="68877"/>
                  </a:cubicBezTo>
                  <a:close/>
                  <a:moveTo>
                    <a:pt x="1973423" y="69384"/>
                  </a:moveTo>
                  <a:cubicBezTo>
                    <a:pt x="1974435" y="69637"/>
                    <a:pt x="1981272" y="67611"/>
                    <a:pt x="1985831" y="66345"/>
                  </a:cubicBezTo>
                  <a:cubicBezTo>
                    <a:pt x="1988363" y="65585"/>
                    <a:pt x="1994693" y="63560"/>
                    <a:pt x="1994947" y="62800"/>
                  </a:cubicBezTo>
                  <a:cubicBezTo>
                    <a:pt x="1994947" y="62800"/>
                    <a:pt x="1994693" y="62800"/>
                    <a:pt x="1994693" y="62800"/>
                  </a:cubicBezTo>
                  <a:cubicBezTo>
                    <a:pt x="1991402" y="63053"/>
                    <a:pt x="1974182" y="68371"/>
                    <a:pt x="1973423" y="69384"/>
                  </a:cubicBezTo>
                  <a:close/>
                  <a:moveTo>
                    <a:pt x="1974182" y="66852"/>
                  </a:moveTo>
                  <a:cubicBezTo>
                    <a:pt x="1976208" y="66345"/>
                    <a:pt x="1982792" y="64066"/>
                    <a:pt x="1983805" y="63306"/>
                  </a:cubicBezTo>
                  <a:cubicBezTo>
                    <a:pt x="1983805" y="63306"/>
                    <a:pt x="1983805" y="63306"/>
                    <a:pt x="1983805" y="63306"/>
                  </a:cubicBezTo>
                  <a:cubicBezTo>
                    <a:pt x="1983805" y="63306"/>
                    <a:pt x="1983552" y="63306"/>
                    <a:pt x="1983552" y="63306"/>
                  </a:cubicBezTo>
                  <a:cubicBezTo>
                    <a:pt x="1980006" y="63560"/>
                    <a:pt x="1962534" y="68624"/>
                    <a:pt x="1961774" y="69890"/>
                  </a:cubicBezTo>
                  <a:cubicBezTo>
                    <a:pt x="1962281" y="70144"/>
                    <a:pt x="1969624" y="68371"/>
                    <a:pt x="1974182" y="66852"/>
                  </a:cubicBezTo>
                  <a:close/>
                  <a:moveTo>
                    <a:pt x="1972156" y="63813"/>
                  </a:moveTo>
                  <a:cubicBezTo>
                    <a:pt x="1968358" y="64066"/>
                    <a:pt x="1951392" y="69131"/>
                    <a:pt x="1949873" y="70397"/>
                  </a:cubicBezTo>
                  <a:cubicBezTo>
                    <a:pt x="1949873" y="70397"/>
                    <a:pt x="1949873" y="70397"/>
                    <a:pt x="1949873" y="70397"/>
                  </a:cubicBezTo>
                  <a:cubicBezTo>
                    <a:pt x="1951392" y="70397"/>
                    <a:pt x="1958482" y="68371"/>
                    <a:pt x="1962534" y="67105"/>
                  </a:cubicBezTo>
                  <a:cubicBezTo>
                    <a:pt x="1964053" y="66852"/>
                    <a:pt x="1971397" y="64826"/>
                    <a:pt x="1972156" y="63813"/>
                  </a:cubicBezTo>
                  <a:cubicBezTo>
                    <a:pt x="1972410" y="63813"/>
                    <a:pt x="1972410" y="63813"/>
                    <a:pt x="1972156" y="63813"/>
                  </a:cubicBezTo>
                  <a:cubicBezTo>
                    <a:pt x="1972410" y="63813"/>
                    <a:pt x="1972410" y="63813"/>
                    <a:pt x="1972156" y="63813"/>
                  </a:cubicBezTo>
                  <a:close/>
                  <a:moveTo>
                    <a:pt x="1938984" y="70903"/>
                  </a:moveTo>
                  <a:cubicBezTo>
                    <a:pt x="1938984" y="71156"/>
                    <a:pt x="1938984" y="71156"/>
                    <a:pt x="1938984" y="70903"/>
                  </a:cubicBezTo>
                  <a:cubicBezTo>
                    <a:pt x="1940503" y="71156"/>
                    <a:pt x="1947594" y="69131"/>
                    <a:pt x="1951645" y="67865"/>
                  </a:cubicBezTo>
                  <a:cubicBezTo>
                    <a:pt x="1957976" y="65839"/>
                    <a:pt x="1961521" y="64826"/>
                    <a:pt x="1961774" y="64319"/>
                  </a:cubicBezTo>
                  <a:cubicBezTo>
                    <a:pt x="1961774" y="64319"/>
                    <a:pt x="1961521" y="64319"/>
                    <a:pt x="1961521" y="64319"/>
                  </a:cubicBezTo>
                  <a:cubicBezTo>
                    <a:pt x="1957722" y="64826"/>
                    <a:pt x="1940756" y="69890"/>
                    <a:pt x="1938984" y="70903"/>
                  </a:cubicBezTo>
                  <a:close/>
                  <a:moveTo>
                    <a:pt x="1928348" y="71663"/>
                  </a:moveTo>
                  <a:cubicBezTo>
                    <a:pt x="1930121" y="71663"/>
                    <a:pt x="1939997" y="68877"/>
                    <a:pt x="1941010" y="68371"/>
                  </a:cubicBezTo>
                  <a:cubicBezTo>
                    <a:pt x="1947594" y="66345"/>
                    <a:pt x="1951139" y="65332"/>
                    <a:pt x="1951392" y="64826"/>
                  </a:cubicBezTo>
                  <a:lnTo>
                    <a:pt x="1951139" y="64826"/>
                  </a:lnTo>
                  <a:cubicBezTo>
                    <a:pt x="1948353" y="65332"/>
                    <a:pt x="1929108" y="70650"/>
                    <a:pt x="1928348" y="71663"/>
                  </a:cubicBezTo>
                  <a:close/>
                  <a:moveTo>
                    <a:pt x="1917966" y="72423"/>
                  </a:moveTo>
                  <a:cubicBezTo>
                    <a:pt x="1919486" y="72423"/>
                    <a:pt x="1929614" y="69637"/>
                    <a:pt x="1930881" y="69131"/>
                  </a:cubicBezTo>
                  <a:cubicBezTo>
                    <a:pt x="1937465" y="67105"/>
                    <a:pt x="1941010" y="66092"/>
                    <a:pt x="1941516" y="65585"/>
                  </a:cubicBezTo>
                  <a:cubicBezTo>
                    <a:pt x="1941516" y="65585"/>
                    <a:pt x="1941516" y="65585"/>
                    <a:pt x="1941263" y="65585"/>
                  </a:cubicBezTo>
                  <a:cubicBezTo>
                    <a:pt x="1938477" y="65839"/>
                    <a:pt x="1918979" y="71156"/>
                    <a:pt x="1917966" y="72423"/>
                  </a:cubicBezTo>
                  <a:close/>
                  <a:moveTo>
                    <a:pt x="1921005" y="69637"/>
                  </a:moveTo>
                  <a:cubicBezTo>
                    <a:pt x="1927842" y="67611"/>
                    <a:pt x="1931387" y="66598"/>
                    <a:pt x="1931894" y="66092"/>
                  </a:cubicBezTo>
                  <a:cubicBezTo>
                    <a:pt x="1931894" y="66092"/>
                    <a:pt x="1931894" y="66092"/>
                    <a:pt x="1931640" y="66092"/>
                  </a:cubicBezTo>
                  <a:cubicBezTo>
                    <a:pt x="1928855" y="66345"/>
                    <a:pt x="1909356" y="71663"/>
                    <a:pt x="1908090" y="72929"/>
                  </a:cubicBezTo>
                  <a:cubicBezTo>
                    <a:pt x="1909356" y="72929"/>
                    <a:pt x="1916700" y="70903"/>
                    <a:pt x="1921005" y="69637"/>
                  </a:cubicBezTo>
                  <a:close/>
                  <a:moveTo>
                    <a:pt x="1898721" y="73689"/>
                  </a:moveTo>
                  <a:cubicBezTo>
                    <a:pt x="1899987" y="73689"/>
                    <a:pt x="1910369" y="70650"/>
                    <a:pt x="1911635" y="70397"/>
                  </a:cubicBezTo>
                  <a:cubicBezTo>
                    <a:pt x="1914927" y="69384"/>
                    <a:pt x="1922524" y="67358"/>
                    <a:pt x="1922777" y="66852"/>
                  </a:cubicBezTo>
                  <a:cubicBezTo>
                    <a:pt x="1922777" y="66852"/>
                    <a:pt x="1922777" y="66852"/>
                    <a:pt x="1922524" y="66852"/>
                  </a:cubicBezTo>
                  <a:cubicBezTo>
                    <a:pt x="1919739" y="67105"/>
                    <a:pt x="1899227" y="72929"/>
                    <a:pt x="1898721" y="73689"/>
                  </a:cubicBezTo>
                  <a:close/>
                  <a:moveTo>
                    <a:pt x="1889605" y="74448"/>
                  </a:moveTo>
                  <a:cubicBezTo>
                    <a:pt x="1890871" y="74448"/>
                    <a:pt x="1900747" y="71663"/>
                    <a:pt x="1902519" y="71156"/>
                  </a:cubicBezTo>
                  <a:cubicBezTo>
                    <a:pt x="1905811" y="70144"/>
                    <a:pt x="1913661" y="68118"/>
                    <a:pt x="1914168" y="67611"/>
                  </a:cubicBezTo>
                  <a:lnTo>
                    <a:pt x="1913915" y="67611"/>
                  </a:lnTo>
                  <a:cubicBezTo>
                    <a:pt x="1911129" y="67865"/>
                    <a:pt x="1890364" y="73436"/>
                    <a:pt x="1889605" y="74448"/>
                  </a:cubicBezTo>
                  <a:close/>
                  <a:moveTo>
                    <a:pt x="1881248" y="74955"/>
                  </a:moveTo>
                  <a:cubicBezTo>
                    <a:pt x="1882261" y="74955"/>
                    <a:pt x="1892390" y="72169"/>
                    <a:pt x="1894163" y="71663"/>
                  </a:cubicBezTo>
                  <a:cubicBezTo>
                    <a:pt x="1898214" y="70397"/>
                    <a:pt x="1905558" y="68371"/>
                    <a:pt x="1906064" y="68118"/>
                  </a:cubicBezTo>
                  <a:cubicBezTo>
                    <a:pt x="1906064" y="68118"/>
                    <a:pt x="1906064" y="68118"/>
                    <a:pt x="1906064" y="68118"/>
                  </a:cubicBezTo>
                  <a:cubicBezTo>
                    <a:pt x="1903026" y="68624"/>
                    <a:pt x="1882008" y="74195"/>
                    <a:pt x="1881248" y="74955"/>
                  </a:cubicBezTo>
                  <a:close/>
                  <a:moveTo>
                    <a:pt x="1886060" y="72423"/>
                  </a:moveTo>
                  <a:cubicBezTo>
                    <a:pt x="1897202" y="69384"/>
                    <a:pt x="1897708" y="68877"/>
                    <a:pt x="1897961" y="68877"/>
                  </a:cubicBezTo>
                  <a:cubicBezTo>
                    <a:pt x="1896695" y="69131"/>
                    <a:pt x="1874411" y="74702"/>
                    <a:pt x="1873145" y="75715"/>
                  </a:cubicBezTo>
                  <a:cubicBezTo>
                    <a:pt x="1874918" y="75461"/>
                    <a:pt x="1883527" y="73182"/>
                    <a:pt x="1886060" y="72423"/>
                  </a:cubicBezTo>
                  <a:close/>
                  <a:moveTo>
                    <a:pt x="1878463" y="73182"/>
                  </a:moveTo>
                  <a:cubicBezTo>
                    <a:pt x="1890364" y="69890"/>
                    <a:pt x="1890618" y="69637"/>
                    <a:pt x="1890618" y="69637"/>
                  </a:cubicBezTo>
                  <a:cubicBezTo>
                    <a:pt x="1888845" y="69890"/>
                    <a:pt x="1867068" y="75461"/>
                    <a:pt x="1865548" y="76474"/>
                  </a:cubicBezTo>
                  <a:cubicBezTo>
                    <a:pt x="1867321" y="76221"/>
                    <a:pt x="1875171" y="74195"/>
                    <a:pt x="1878463" y="73182"/>
                  </a:cubicBezTo>
                  <a:close/>
                  <a:moveTo>
                    <a:pt x="1871373" y="73942"/>
                  </a:moveTo>
                  <a:cubicBezTo>
                    <a:pt x="1883527" y="70650"/>
                    <a:pt x="1883781" y="70397"/>
                    <a:pt x="1883781" y="70397"/>
                  </a:cubicBezTo>
                  <a:cubicBezTo>
                    <a:pt x="1881248" y="70903"/>
                    <a:pt x="1858965" y="76727"/>
                    <a:pt x="1858458" y="77487"/>
                  </a:cubicBezTo>
                  <a:cubicBezTo>
                    <a:pt x="1859977" y="76981"/>
                    <a:pt x="1868080" y="74955"/>
                    <a:pt x="1871373" y="73942"/>
                  </a:cubicBezTo>
                  <a:close/>
                  <a:moveTo>
                    <a:pt x="1864535" y="74702"/>
                  </a:moveTo>
                  <a:cubicBezTo>
                    <a:pt x="1876690" y="71410"/>
                    <a:pt x="1877197" y="71156"/>
                    <a:pt x="1877197" y="71156"/>
                  </a:cubicBezTo>
                  <a:cubicBezTo>
                    <a:pt x="1874664" y="71663"/>
                    <a:pt x="1852381" y="77487"/>
                    <a:pt x="1851621" y="78247"/>
                  </a:cubicBezTo>
                  <a:cubicBezTo>
                    <a:pt x="1853140" y="77740"/>
                    <a:pt x="1860484" y="75968"/>
                    <a:pt x="1864535" y="74702"/>
                  </a:cubicBezTo>
                  <a:close/>
                  <a:moveTo>
                    <a:pt x="1858458" y="75461"/>
                  </a:moveTo>
                  <a:cubicBezTo>
                    <a:pt x="1870866" y="72169"/>
                    <a:pt x="1871119" y="71916"/>
                    <a:pt x="1871373" y="71916"/>
                  </a:cubicBezTo>
                  <a:cubicBezTo>
                    <a:pt x="1869347" y="72169"/>
                    <a:pt x="1846556" y="78247"/>
                    <a:pt x="1845543" y="79006"/>
                  </a:cubicBezTo>
                  <a:cubicBezTo>
                    <a:pt x="1846556" y="78753"/>
                    <a:pt x="1850861" y="77487"/>
                    <a:pt x="1858458" y="75461"/>
                  </a:cubicBezTo>
                  <a:close/>
                  <a:moveTo>
                    <a:pt x="1852634" y="76221"/>
                  </a:moveTo>
                  <a:cubicBezTo>
                    <a:pt x="1865295" y="72929"/>
                    <a:pt x="1865548" y="72676"/>
                    <a:pt x="1865802" y="72423"/>
                  </a:cubicBezTo>
                  <a:cubicBezTo>
                    <a:pt x="1863776" y="72676"/>
                    <a:pt x="1840985" y="78753"/>
                    <a:pt x="1839719" y="79513"/>
                  </a:cubicBezTo>
                  <a:cubicBezTo>
                    <a:pt x="1844024" y="78753"/>
                    <a:pt x="1848329" y="77487"/>
                    <a:pt x="1852634" y="76221"/>
                  </a:cubicBezTo>
                  <a:close/>
                  <a:moveTo>
                    <a:pt x="1847316" y="77234"/>
                  </a:moveTo>
                  <a:cubicBezTo>
                    <a:pt x="1851874" y="75968"/>
                    <a:pt x="1856432" y="75208"/>
                    <a:pt x="1860737" y="73436"/>
                  </a:cubicBezTo>
                  <a:cubicBezTo>
                    <a:pt x="1858711" y="73942"/>
                    <a:pt x="1836174" y="79766"/>
                    <a:pt x="1834402" y="80526"/>
                  </a:cubicBezTo>
                  <a:cubicBezTo>
                    <a:pt x="1838706" y="79513"/>
                    <a:pt x="1843011" y="78247"/>
                    <a:pt x="1847316" y="77234"/>
                  </a:cubicBezTo>
                  <a:close/>
                  <a:moveTo>
                    <a:pt x="1842505" y="77994"/>
                  </a:moveTo>
                  <a:cubicBezTo>
                    <a:pt x="1847063" y="76727"/>
                    <a:pt x="1851621" y="75715"/>
                    <a:pt x="1856179" y="74195"/>
                  </a:cubicBezTo>
                  <a:cubicBezTo>
                    <a:pt x="1853900" y="74702"/>
                    <a:pt x="1831869" y="80526"/>
                    <a:pt x="1829590" y="81286"/>
                  </a:cubicBezTo>
                  <a:cubicBezTo>
                    <a:pt x="1834148" y="80526"/>
                    <a:pt x="1838200" y="79006"/>
                    <a:pt x="1842505" y="77994"/>
                  </a:cubicBezTo>
                  <a:close/>
                  <a:moveTo>
                    <a:pt x="1852127" y="75208"/>
                  </a:moveTo>
                  <a:cubicBezTo>
                    <a:pt x="1849342" y="75968"/>
                    <a:pt x="1828071" y="81539"/>
                    <a:pt x="1825539" y="82298"/>
                  </a:cubicBezTo>
                  <a:cubicBezTo>
                    <a:pt x="1829844" y="81286"/>
                    <a:pt x="1834148" y="80019"/>
                    <a:pt x="1838453" y="78753"/>
                  </a:cubicBezTo>
                  <a:cubicBezTo>
                    <a:pt x="1843011" y="77487"/>
                    <a:pt x="1847569" y="76474"/>
                    <a:pt x="1852127" y="75208"/>
                  </a:cubicBezTo>
                  <a:close/>
                  <a:moveTo>
                    <a:pt x="3147378" y="87616"/>
                  </a:moveTo>
                  <a:cubicBezTo>
                    <a:pt x="3142060" y="86097"/>
                    <a:pt x="3136995" y="84577"/>
                    <a:pt x="3131678" y="83311"/>
                  </a:cubicBezTo>
                  <a:cubicBezTo>
                    <a:pt x="3131678" y="83311"/>
                    <a:pt x="3157254" y="90655"/>
                    <a:pt x="3158266" y="90908"/>
                  </a:cubicBezTo>
                  <a:cubicBezTo>
                    <a:pt x="3154468" y="89642"/>
                    <a:pt x="3150923" y="88629"/>
                    <a:pt x="3147378" y="87616"/>
                  </a:cubicBezTo>
                  <a:close/>
                  <a:moveTo>
                    <a:pt x="3143073" y="86603"/>
                  </a:moveTo>
                  <a:cubicBezTo>
                    <a:pt x="3135982" y="84577"/>
                    <a:pt x="3128386" y="82552"/>
                    <a:pt x="3127373" y="82298"/>
                  </a:cubicBezTo>
                  <a:cubicBezTo>
                    <a:pt x="3127373" y="82298"/>
                    <a:pt x="3153202" y="89642"/>
                    <a:pt x="3153708" y="89642"/>
                  </a:cubicBezTo>
                  <a:cubicBezTo>
                    <a:pt x="3150163" y="88629"/>
                    <a:pt x="3146618" y="87869"/>
                    <a:pt x="3143073" y="86603"/>
                  </a:cubicBezTo>
                  <a:close/>
                  <a:moveTo>
                    <a:pt x="2968347" y="68118"/>
                  </a:moveTo>
                  <a:cubicBezTo>
                    <a:pt x="2963789" y="66345"/>
                    <a:pt x="2957458" y="64573"/>
                    <a:pt x="2954926" y="64319"/>
                  </a:cubicBezTo>
                  <a:cubicBezTo>
                    <a:pt x="2954926" y="64319"/>
                    <a:pt x="2954673" y="64319"/>
                    <a:pt x="2954420" y="64319"/>
                  </a:cubicBezTo>
                  <a:cubicBezTo>
                    <a:pt x="2954926" y="65079"/>
                    <a:pt x="2972399" y="71663"/>
                    <a:pt x="2974171" y="70903"/>
                  </a:cubicBezTo>
                  <a:cubicBezTo>
                    <a:pt x="2973918" y="70144"/>
                    <a:pt x="2969866" y="68624"/>
                    <a:pt x="2968347" y="68118"/>
                  </a:cubicBezTo>
                  <a:close/>
                  <a:moveTo>
                    <a:pt x="2916436" y="64826"/>
                  </a:moveTo>
                  <a:cubicBezTo>
                    <a:pt x="2912384" y="63306"/>
                    <a:pt x="2906560" y="61281"/>
                    <a:pt x="2904028" y="61027"/>
                  </a:cubicBezTo>
                  <a:cubicBezTo>
                    <a:pt x="2903774" y="61027"/>
                    <a:pt x="2903774" y="61027"/>
                    <a:pt x="2903521" y="61027"/>
                  </a:cubicBezTo>
                  <a:cubicBezTo>
                    <a:pt x="2903521" y="62294"/>
                    <a:pt x="2919981" y="68118"/>
                    <a:pt x="2921247" y="67358"/>
                  </a:cubicBezTo>
                  <a:cubicBezTo>
                    <a:pt x="2921247" y="66852"/>
                    <a:pt x="2917955" y="65332"/>
                    <a:pt x="2916436" y="64826"/>
                  </a:cubicBezTo>
                  <a:lnTo>
                    <a:pt x="2916436" y="64826"/>
                  </a:lnTo>
                  <a:close/>
                  <a:moveTo>
                    <a:pt x="2144856" y="49126"/>
                  </a:moveTo>
                  <a:cubicBezTo>
                    <a:pt x="2145869" y="48619"/>
                    <a:pt x="2151440" y="46847"/>
                    <a:pt x="2151440" y="46087"/>
                  </a:cubicBezTo>
                  <a:cubicBezTo>
                    <a:pt x="2151187" y="46087"/>
                    <a:pt x="2151187" y="46087"/>
                    <a:pt x="2150934" y="46087"/>
                  </a:cubicBezTo>
                  <a:cubicBezTo>
                    <a:pt x="2146376" y="46340"/>
                    <a:pt x="2133968" y="50645"/>
                    <a:pt x="2133715" y="51658"/>
                  </a:cubicBezTo>
                  <a:cubicBezTo>
                    <a:pt x="2133715" y="52418"/>
                    <a:pt x="2139032" y="51152"/>
                    <a:pt x="2144856" y="49126"/>
                  </a:cubicBezTo>
                  <a:close/>
                  <a:moveTo>
                    <a:pt x="2138019" y="46340"/>
                  </a:moveTo>
                  <a:cubicBezTo>
                    <a:pt x="2137766" y="46087"/>
                    <a:pt x="2137766" y="46340"/>
                    <a:pt x="2137513" y="46340"/>
                  </a:cubicBezTo>
                  <a:cubicBezTo>
                    <a:pt x="2133208" y="46594"/>
                    <a:pt x="2119787" y="51152"/>
                    <a:pt x="2119787" y="52165"/>
                  </a:cubicBezTo>
                  <a:cubicBezTo>
                    <a:pt x="2120547" y="52671"/>
                    <a:pt x="2126877" y="50898"/>
                    <a:pt x="2131182" y="49632"/>
                  </a:cubicBezTo>
                  <a:cubicBezTo>
                    <a:pt x="2132195" y="49126"/>
                    <a:pt x="2138019" y="47100"/>
                    <a:pt x="2138019" y="46340"/>
                  </a:cubicBezTo>
                  <a:close/>
                  <a:moveTo>
                    <a:pt x="2124852" y="46847"/>
                  </a:moveTo>
                  <a:cubicBezTo>
                    <a:pt x="2124852" y="46847"/>
                    <a:pt x="2124852" y="46594"/>
                    <a:pt x="2124852" y="46847"/>
                  </a:cubicBezTo>
                  <a:cubicBezTo>
                    <a:pt x="2124598" y="46594"/>
                    <a:pt x="2124598" y="46594"/>
                    <a:pt x="2124345" y="46594"/>
                  </a:cubicBezTo>
                  <a:cubicBezTo>
                    <a:pt x="2120294" y="46847"/>
                    <a:pt x="2106366" y="51405"/>
                    <a:pt x="2106113" y="52418"/>
                  </a:cubicBezTo>
                  <a:cubicBezTo>
                    <a:pt x="2106873" y="52924"/>
                    <a:pt x="2113203" y="51152"/>
                    <a:pt x="2117508" y="49885"/>
                  </a:cubicBezTo>
                  <a:cubicBezTo>
                    <a:pt x="2119027" y="49379"/>
                    <a:pt x="2124092" y="47606"/>
                    <a:pt x="2124852" y="46847"/>
                  </a:cubicBezTo>
                  <a:close/>
                  <a:moveTo>
                    <a:pt x="2092692" y="52671"/>
                  </a:moveTo>
                  <a:cubicBezTo>
                    <a:pt x="2092692" y="52671"/>
                    <a:pt x="2092692" y="52671"/>
                    <a:pt x="2092692" y="52671"/>
                  </a:cubicBezTo>
                  <a:cubicBezTo>
                    <a:pt x="2093958" y="53177"/>
                    <a:pt x="2100289" y="51405"/>
                    <a:pt x="2104340" y="50139"/>
                  </a:cubicBezTo>
                  <a:cubicBezTo>
                    <a:pt x="2105860" y="49632"/>
                    <a:pt x="2110924" y="48113"/>
                    <a:pt x="2111937" y="47100"/>
                  </a:cubicBezTo>
                  <a:cubicBezTo>
                    <a:pt x="2111937" y="47100"/>
                    <a:pt x="2111937" y="47100"/>
                    <a:pt x="2111937" y="46847"/>
                  </a:cubicBezTo>
                  <a:cubicBezTo>
                    <a:pt x="2111937" y="46847"/>
                    <a:pt x="2111684" y="46847"/>
                    <a:pt x="2111431" y="46847"/>
                  </a:cubicBezTo>
                  <a:cubicBezTo>
                    <a:pt x="2107885" y="47100"/>
                    <a:pt x="2094211" y="51152"/>
                    <a:pt x="2092692" y="52671"/>
                  </a:cubicBezTo>
                  <a:close/>
                  <a:moveTo>
                    <a:pt x="2067116" y="53431"/>
                  </a:moveTo>
                  <a:cubicBezTo>
                    <a:pt x="2068129" y="53684"/>
                    <a:pt x="2074713" y="51911"/>
                    <a:pt x="2079018" y="50645"/>
                  </a:cubicBezTo>
                  <a:cubicBezTo>
                    <a:pt x="2081550" y="49885"/>
                    <a:pt x="2087121" y="48113"/>
                    <a:pt x="2087374" y="47606"/>
                  </a:cubicBezTo>
                  <a:cubicBezTo>
                    <a:pt x="2087374" y="47606"/>
                    <a:pt x="2087121" y="47606"/>
                    <a:pt x="2087121" y="47606"/>
                  </a:cubicBezTo>
                  <a:cubicBezTo>
                    <a:pt x="2083322" y="47860"/>
                    <a:pt x="2067116" y="52418"/>
                    <a:pt x="2067116" y="53431"/>
                  </a:cubicBezTo>
                  <a:close/>
                  <a:moveTo>
                    <a:pt x="2054708" y="53937"/>
                  </a:moveTo>
                  <a:cubicBezTo>
                    <a:pt x="2055721" y="54190"/>
                    <a:pt x="2062305" y="52418"/>
                    <a:pt x="2066610" y="51152"/>
                  </a:cubicBezTo>
                  <a:cubicBezTo>
                    <a:pt x="2069142" y="50392"/>
                    <a:pt x="2074966" y="48619"/>
                    <a:pt x="2075219" y="48113"/>
                  </a:cubicBezTo>
                  <a:cubicBezTo>
                    <a:pt x="2075219" y="48113"/>
                    <a:pt x="2074966" y="48113"/>
                    <a:pt x="2074966" y="48113"/>
                  </a:cubicBezTo>
                  <a:cubicBezTo>
                    <a:pt x="2071421" y="48113"/>
                    <a:pt x="2054961" y="52924"/>
                    <a:pt x="2054708" y="53937"/>
                  </a:cubicBezTo>
                  <a:close/>
                  <a:moveTo>
                    <a:pt x="2042806" y="54190"/>
                  </a:moveTo>
                  <a:cubicBezTo>
                    <a:pt x="2043819" y="54444"/>
                    <a:pt x="2050403" y="52671"/>
                    <a:pt x="2054961" y="51405"/>
                  </a:cubicBezTo>
                  <a:cubicBezTo>
                    <a:pt x="2057494" y="50645"/>
                    <a:pt x="2063571" y="48873"/>
                    <a:pt x="2063824" y="48366"/>
                  </a:cubicBezTo>
                  <a:cubicBezTo>
                    <a:pt x="2063824" y="48366"/>
                    <a:pt x="2063571" y="48366"/>
                    <a:pt x="2063571" y="48366"/>
                  </a:cubicBezTo>
                  <a:cubicBezTo>
                    <a:pt x="2059772" y="48619"/>
                    <a:pt x="2043313" y="53177"/>
                    <a:pt x="2042806" y="54190"/>
                  </a:cubicBezTo>
                  <a:close/>
                  <a:moveTo>
                    <a:pt x="2052176" y="48873"/>
                  </a:moveTo>
                  <a:cubicBezTo>
                    <a:pt x="2048631" y="49126"/>
                    <a:pt x="2031665" y="53684"/>
                    <a:pt x="2030905" y="54950"/>
                  </a:cubicBezTo>
                  <a:cubicBezTo>
                    <a:pt x="2031665" y="55203"/>
                    <a:pt x="2038755" y="53431"/>
                    <a:pt x="2043060" y="52165"/>
                  </a:cubicBezTo>
                  <a:cubicBezTo>
                    <a:pt x="2044326" y="51658"/>
                    <a:pt x="2051416" y="49885"/>
                    <a:pt x="2052429" y="49126"/>
                  </a:cubicBezTo>
                  <a:cubicBezTo>
                    <a:pt x="2052429" y="48873"/>
                    <a:pt x="2052429" y="48873"/>
                    <a:pt x="2052176" y="48873"/>
                  </a:cubicBezTo>
                  <a:cubicBezTo>
                    <a:pt x="2052429" y="48873"/>
                    <a:pt x="2052176" y="48873"/>
                    <a:pt x="2052176" y="48873"/>
                  </a:cubicBezTo>
                  <a:close/>
                  <a:moveTo>
                    <a:pt x="2019763" y="55203"/>
                  </a:moveTo>
                  <a:cubicBezTo>
                    <a:pt x="2021282" y="55203"/>
                    <a:pt x="2028119" y="53431"/>
                    <a:pt x="2031918" y="52418"/>
                  </a:cubicBezTo>
                  <a:cubicBezTo>
                    <a:pt x="2037995" y="50645"/>
                    <a:pt x="2041287" y="49632"/>
                    <a:pt x="2041540" y="49126"/>
                  </a:cubicBezTo>
                  <a:cubicBezTo>
                    <a:pt x="2041540" y="49126"/>
                    <a:pt x="2041287" y="49126"/>
                    <a:pt x="2041287" y="49126"/>
                  </a:cubicBezTo>
                  <a:cubicBezTo>
                    <a:pt x="2037742" y="49632"/>
                    <a:pt x="2021282" y="53937"/>
                    <a:pt x="2019763" y="55203"/>
                  </a:cubicBezTo>
                  <a:cubicBezTo>
                    <a:pt x="2019763" y="55203"/>
                    <a:pt x="2019763" y="55203"/>
                    <a:pt x="2019763" y="55203"/>
                  </a:cubicBezTo>
                  <a:close/>
                  <a:moveTo>
                    <a:pt x="2008874" y="55710"/>
                  </a:moveTo>
                  <a:cubicBezTo>
                    <a:pt x="2008874" y="55710"/>
                    <a:pt x="2008874" y="55710"/>
                    <a:pt x="2008874" y="55710"/>
                  </a:cubicBezTo>
                  <a:cubicBezTo>
                    <a:pt x="2010647" y="55963"/>
                    <a:pt x="2020269" y="53177"/>
                    <a:pt x="2021282" y="52924"/>
                  </a:cubicBezTo>
                  <a:cubicBezTo>
                    <a:pt x="2027613" y="51152"/>
                    <a:pt x="2030905" y="50139"/>
                    <a:pt x="2031158" y="49632"/>
                  </a:cubicBezTo>
                  <a:cubicBezTo>
                    <a:pt x="2031158" y="49632"/>
                    <a:pt x="2030905" y="49632"/>
                    <a:pt x="2030905" y="49632"/>
                  </a:cubicBezTo>
                  <a:cubicBezTo>
                    <a:pt x="2027107" y="49885"/>
                    <a:pt x="2010394" y="54444"/>
                    <a:pt x="2008874" y="55710"/>
                  </a:cubicBezTo>
                  <a:close/>
                  <a:moveTo>
                    <a:pt x="1998239" y="56216"/>
                  </a:moveTo>
                  <a:cubicBezTo>
                    <a:pt x="2000011" y="56216"/>
                    <a:pt x="2009634" y="53684"/>
                    <a:pt x="2010647" y="53431"/>
                  </a:cubicBezTo>
                  <a:cubicBezTo>
                    <a:pt x="2016977" y="51658"/>
                    <a:pt x="2020523" y="50645"/>
                    <a:pt x="2020776" y="50139"/>
                  </a:cubicBezTo>
                  <a:cubicBezTo>
                    <a:pt x="2020776" y="50139"/>
                    <a:pt x="2020776" y="50139"/>
                    <a:pt x="2020523" y="50139"/>
                  </a:cubicBezTo>
                  <a:cubicBezTo>
                    <a:pt x="2017990" y="50392"/>
                    <a:pt x="1998998" y="55203"/>
                    <a:pt x="1998239" y="56216"/>
                  </a:cubicBezTo>
                  <a:close/>
                  <a:moveTo>
                    <a:pt x="1988110" y="56723"/>
                  </a:moveTo>
                  <a:cubicBezTo>
                    <a:pt x="1989629" y="56723"/>
                    <a:pt x="1999505" y="54190"/>
                    <a:pt x="2000771" y="53937"/>
                  </a:cubicBezTo>
                  <a:cubicBezTo>
                    <a:pt x="2007355" y="52165"/>
                    <a:pt x="2010900" y="51152"/>
                    <a:pt x="2011153" y="50645"/>
                  </a:cubicBezTo>
                  <a:cubicBezTo>
                    <a:pt x="2011153" y="50645"/>
                    <a:pt x="2011153" y="50645"/>
                    <a:pt x="2010900" y="50645"/>
                  </a:cubicBezTo>
                  <a:cubicBezTo>
                    <a:pt x="2008115" y="50898"/>
                    <a:pt x="1989123" y="55710"/>
                    <a:pt x="1988110" y="56723"/>
                  </a:cubicBezTo>
                  <a:close/>
                  <a:moveTo>
                    <a:pt x="1978234" y="57229"/>
                  </a:moveTo>
                  <a:cubicBezTo>
                    <a:pt x="1979753" y="57229"/>
                    <a:pt x="1989629" y="54697"/>
                    <a:pt x="1990895" y="54444"/>
                  </a:cubicBezTo>
                  <a:cubicBezTo>
                    <a:pt x="1997479" y="52671"/>
                    <a:pt x="2001277" y="51658"/>
                    <a:pt x="2001784" y="51152"/>
                  </a:cubicBezTo>
                  <a:cubicBezTo>
                    <a:pt x="2001784" y="51152"/>
                    <a:pt x="2001784" y="51152"/>
                    <a:pt x="2001531" y="51152"/>
                  </a:cubicBezTo>
                  <a:cubicBezTo>
                    <a:pt x="1998998" y="51405"/>
                    <a:pt x="1979500" y="56216"/>
                    <a:pt x="1978234" y="57229"/>
                  </a:cubicBezTo>
                  <a:close/>
                  <a:moveTo>
                    <a:pt x="1981526" y="54950"/>
                  </a:moveTo>
                  <a:cubicBezTo>
                    <a:pt x="1984818" y="54190"/>
                    <a:pt x="1992414" y="52165"/>
                    <a:pt x="1992668" y="51658"/>
                  </a:cubicBezTo>
                  <a:cubicBezTo>
                    <a:pt x="1992668" y="51658"/>
                    <a:pt x="1992668" y="51658"/>
                    <a:pt x="1992414" y="51658"/>
                  </a:cubicBezTo>
                  <a:cubicBezTo>
                    <a:pt x="1989882" y="51911"/>
                    <a:pt x="1970131" y="56723"/>
                    <a:pt x="1968864" y="57735"/>
                  </a:cubicBezTo>
                  <a:cubicBezTo>
                    <a:pt x="1970131" y="57989"/>
                    <a:pt x="1979753" y="55456"/>
                    <a:pt x="1981526" y="54950"/>
                  </a:cubicBezTo>
                  <a:close/>
                  <a:moveTo>
                    <a:pt x="1959748" y="58495"/>
                  </a:moveTo>
                  <a:cubicBezTo>
                    <a:pt x="1961015" y="58495"/>
                    <a:pt x="1971397" y="55963"/>
                    <a:pt x="1972663" y="55456"/>
                  </a:cubicBezTo>
                  <a:cubicBezTo>
                    <a:pt x="1975955" y="54697"/>
                    <a:pt x="1983552" y="52671"/>
                    <a:pt x="1984058" y="52165"/>
                  </a:cubicBezTo>
                  <a:cubicBezTo>
                    <a:pt x="1984058" y="52165"/>
                    <a:pt x="1984058" y="52165"/>
                    <a:pt x="1983805" y="52165"/>
                  </a:cubicBezTo>
                  <a:cubicBezTo>
                    <a:pt x="1981019" y="52671"/>
                    <a:pt x="1960508" y="57735"/>
                    <a:pt x="1959748" y="58495"/>
                  </a:cubicBezTo>
                  <a:close/>
                  <a:moveTo>
                    <a:pt x="1951139" y="59002"/>
                  </a:moveTo>
                  <a:cubicBezTo>
                    <a:pt x="1952405" y="59002"/>
                    <a:pt x="1962027" y="56469"/>
                    <a:pt x="1964053" y="55963"/>
                  </a:cubicBezTo>
                  <a:cubicBezTo>
                    <a:pt x="1968105" y="54950"/>
                    <a:pt x="1975195" y="53177"/>
                    <a:pt x="1975701" y="52924"/>
                  </a:cubicBezTo>
                  <a:lnTo>
                    <a:pt x="1975448" y="52924"/>
                  </a:lnTo>
                  <a:cubicBezTo>
                    <a:pt x="1972663" y="53177"/>
                    <a:pt x="1951898" y="58242"/>
                    <a:pt x="1951139" y="59002"/>
                  </a:cubicBezTo>
                  <a:close/>
                  <a:moveTo>
                    <a:pt x="1955950" y="56723"/>
                  </a:moveTo>
                  <a:cubicBezTo>
                    <a:pt x="1967092" y="53937"/>
                    <a:pt x="1967598" y="53684"/>
                    <a:pt x="1967852" y="53431"/>
                  </a:cubicBezTo>
                  <a:cubicBezTo>
                    <a:pt x="1965066" y="53684"/>
                    <a:pt x="1944048" y="59002"/>
                    <a:pt x="1943036" y="59761"/>
                  </a:cubicBezTo>
                  <a:cubicBezTo>
                    <a:pt x="1944048" y="59761"/>
                    <a:pt x="1953164" y="57482"/>
                    <a:pt x="1955950" y="56723"/>
                  </a:cubicBezTo>
                  <a:close/>
                  <a:moveTo>
                    <a:pt x="1948100" y="57482"/>
                  </a:moveTo>
                  <a:cubicBezTo>
                    <a:pt x="1959242" y="54697"/>
                    <a:pt x="1960002" y="54444"/>
                    <a:pt x="1960255" y="54190"/>
                  </a:cubicBezTo>
                  <a:cubicBezTo>
                    <a:pt x="1958229" y="54444"/>
                    <a:pt x="1936705" y="59508"/>
                    <a:pt x="1935439" y="60521"/>
                  </a:cubicBezTo>
                  <a:cubicBezTo>
                    <a:pt x="1936958" y="60015"/>
                    <a:pt x="1944808" y="58242"/>
                    <a:pt x="1948100" y="57482"/>
                  </a:cubicBezTo>
                  <a:close/>
                  <a:moveTo>
                    <a:pt x="1940756" y="57989"/>
                  </a:moveTo>
                  <a:cubicBezTo>
                    <a:pt x="1952658" y="54950"/>
                    <a:pt x="1952911" y="54697"/>
                    <a:pt x="1953164" y="54697"/>
                  </a:cubicBezTo>
                  <a:cubicBezTo>
                    <a:pt x="1951392" y="54950"/>
                    <a:pt x="1929614" y="60015"/>
                    <a:pt x="1927842" y="61027"/>
                  </a:cubicBezTo>
                  <a:cubicBezTo>
                    <a:pt x="1929361" y="60774"/>
                    <a:pt x="1937465" y="58748"/>
                    <a:pt x="1940756" y="57989"/>
                  </a:cubicBezTo>
                  <a:close/>
                  <a:moveTo>
                    <a:pt x="1933666" y="58748"/>
                  </a:moveTo>
                  <a:cubicBezTo>
                    <a:pt x="1945821" y="55710"/>
                    <a:pt x="1946074" y="55456"/>
                    <a:pt x="1946327" y="55456"/>
                  </a:cubicBezTo>
                  <a:cubicBezTo>
                    <a:pt x="1943795" y="55710"/>
                    <a:pt x="1921511" y="61281"/>
                    <a:pt x="1920752" y="61787"/>
                  </a:cubicBezTo>
                  <a:cubicBezTo>
                    <a:pt x="1922271" y="61534"/>
                    <a:pt x="1928602" y="60015"/>
                    <a:pt x="1933666" y="58748"/>
                  </a:cubicBezTo>
                  <a:close/>
                  <a:moveTo>
                    <a:pt x="1927082" y="59255"/>
                  </a:moveTo>
                  <a:cubicBezTo>
                    <a:pt x="1939490" y="56216"/>
                    <a:pt x="1939743" y="55963"/>
                    <a:pt x="1939997" y="55963"/>
                  </a:cubicBezTo>
                  <a:cubicBezTo>
                    <a:pt x="1937718" y="56216"/>
                    <a:pt x="1915181" y="61534"/>
                    <a:pt x="1914168" y="62294"/>
                  </a:cubicBezTo>
                  <a:cubicBezTo>
                    <a:pt x="1915687" y="62294"/>
                    <a:pt x="1923031" y="60521"/>
                    <a:pt x="1927082" y="59255"/>
                  </a:cubicBezTo>
                  <a:close/>
                  <a:moveTo>
                    <a:pt x="1921005" y="60015"/>
                  </a:moveTo>
                  <a:cubicBezTo>
                    <a:pt x="1933413" y="56976"/>
                    <a:pt x="1933919" y="56723"/>
                    <a:pt x="1934172" y="56723"/>
                  </a:cubicBezTo>
                  <a:cubicBezTo>
                    <a:pt x="1932147" y="56976"/>
                    <a:pt x="1909356" y="62547"/>
                    <a:pt x="1908090" y="63053"/>
                  </a:cubicBezTo>
                  <a:cubicBezTo>
                    <a:pt x="1908597" y="63053"/>
                    <a:pt x="1909610" y="62800"/>
                    <a:pt x="1921005" y="60015"/>
                  </a:cubicBezTo>
                  <a:close/>
                  <a:moveTo>
                    <a:pt x="1915434" y="60774"/>
                  </a:moveTo>
                  <a:cubicBezTo>
                    <a:pt x="1919992" y="59761"/>
                    <a:pt x="1924550" y="59002"/>
                    <a:pt x="1928855" y="57482"/>
                  </a:cubicBezTo>
                  <a:cubicBezTo>
                    <a:pt x="1926829" y="57735"/>
                    <a:pt x="1904039" y="63306"/>
                    <a:pt x="1902519" y="63813"/>
                  </a:cubicBezTo>
                  <a:cubicBezTo>
                    <a:pt x="1906824" y="63053"/>
                    <a:pt x="1911129" y="61787"/>
                    <a:pt x="1915434" y="60774"/>
                  </a:cubicBezTo>
                  <a:close/>
                  <a:moveTo>
                    <a:pt x="1910116" y="61534"/>
                  </a:moveTo>
                  <a:cubicBezTo>
                    <a:pt x="1914674" y="60521"/>
                    <a:pt x="1919232" y="59761"/>
                    <a:pt x="1923790" y="58242"/>
                  </a:cubicBezTo>
                  <a:cubicBezTo>
                    <a:pt x="1921764" y="58495"/>
                    <a:pt x="1898974" y="64066"/>
                    <a:pt x="1897202" y="64573"/>
                  </a:cubicBezTo>
                  <a:cubicBezTo>
                    <a:pt x="1901506" y="63813"/>
                    <a:pt x="1905811" y="62547"/>
                    <a:pt x="1910116" y="61534"/>
                  </a:cubicBezTo>
                  <a:close/>
                  <a:moveTo>
                    <a:pt x="1905305" y="62294"/>
                  </a:moveTo>
                  <a:lnTo>
                    <a:pt x="1905305" y="62294"/>
                  </a:lnTo>
                  <a:cubicBezTo>
                    <a:pt x="1909863" y="61281"/>
                    <a:pt x="1914674" y="60268"/>
                    <a:pt x="1918979" y="59002"/>
                  </a:cubicBezTo>
                  <a:cubicBezTo>
                    <a:pt x="1916700" y="59508"/>
                    <a:pt x="1894416" y="64826"/>
                    <a:pt x="1892137" y="65585"/>
                  </a:cubicBezTo>
                  <a:cubicBezTo>
                    <a:pt x="1896695" y="64573"/>
                    <a:pt x="1901000" y="63306"/>
                    <a:pt x="1905305" y="62294"/>
                  </a:cubicBezTo>
                  <a:close/>
                  <a:moveTo>
                    <a:pt x="1914927" y="59761"/>
                  </a:moveTo>
                  <a:cubicBezTo>
                    <a:pt x="1912142" y="60268"/>
                    <a:pt x="1890618" y="65585"/>
                    <a:pt x="1888085" y="66345"/>
                  </a:cubicBezTo>
                  <a:cubicBezTo>
                    <a:pt x="1892390" y="65332"/>
                    <a:pt x="1896695" y="64319"/>
                    <a:pt x="1901000" y="63306"/>
                  </a:cubicBezTo>
                  <a:cubicBezTo>
                    <a:pt x="1905558" y="62040"/>
                    <a:pt x="1910369" y="61027"/>
                    <a:pt x="1914927" y="59761"/>
                  </a:cubicBezTo>
                  <a:close/>
                  <a:moveTo>
                    <a:pt x="3097492" y="74195"/>
                  </a:moveTo>
                  <a:cubicBezTo>
                    <a:pt x="3097492" y="74195"/>
                    <a:pt x="3097239" y="74195"/>
                    <a:pt x="3097239" y="74195"/>
                  </a:cubicBezTo>
                  <a:lnTo>
                    <a:pt x="3078500" y="69384"/>
                  </a:lnTo>
                  <a:cubicBezTo>
                    <a:pt x="3085591" y="71156"/>
                    <a:pt x="3092681" y="73182"/>
                    <a:pt x="3100024" y="74955"/>
                  </a:cubicBezTo>
                  <a:cubicBezTo>
                    <a:pt x="3099265" y="74702"/>
                    <a:pt x="3098252" y="74448"/>
                    <a:pt x="3097492" y="74195"/>
                  </a:cubicBezTo>
                  <a:close/>
                  <a:moveTo>
                    <a:pt x="2206644" y="36718"/>
                  </a:moveTo>
                  <a:cubicBezTo>
                    <a:pt x="2209176" y="35958"/>
                    <a:pt x="2212468" y="34692"/>
                    <a:pt x="2212721" y="33932"/>
                  </a:cubicBezTo>
                  <a:cubicBezTo>
                    <a:pt x="2212468" y="33932"/>
                    <a:pt x="2212468" y="33932"/>
                    <a:pt x="2212215" y="33932"/>
                  </a:cubicBezTo>
                  <a:cubicBezTo>
                    <a:pt x="2207910" y="34185"/>
                    <a:pt x="2196261" y="37984"/>
                    <a:pt x="2196261" y="38997"/>
                  </a:cubicBezTo>
                  <a:cubicBezTo>
                    <a:pt x="2196261" y="39503"/>
                    <a:pt x="2201326" y="38490"/>
                    <a:pt x="2206644" y="36718"/>
                  </a:cubicBezTo>
                  <a:close/>
                  <a:moveTo>
                    <a:pt x="2200060" y="34185"/>
                  </a:moveTo>
                  <a:cubicBezTo>
                    <a:pt x="2199807" y="34185"/>
                    <a:pt x="2199807" y="34185"/>
                    <a:pt x="2199553" y="34185"/>
                  </a:cubicBezTo>
                  <a:cubicBezTo>
                    <a:pt x="2196008" y="34439"/>
                    <a:pt x="2183347" y="37984"/>
                    <a:pt x="2182840" y="39250"/>
                  </a:cubicBezTo>
                  <a:cubicBezTo>
                    <a:pt x="2183600" y="39756"/>
                    <a:pt x="2189424" y="38237"/>
                    <a:pt x="2193476" y="36971"/>
                  </a:cubicBezTo>
                  <a:cubicBezTo>
                    <a:pt x="2196261" y="35958"/>
                    <a:pt x="2199807" y="34692"/>
                    <a:pt x="2200060" y="34185"/>
                  </a:cubicBezTo>
                  <a:close/>
                  <a:moveTo>
                    <a:pt x="2180815" y="36971"/>
                  </a:moveTo>
                  <a:cubicBezTo>
                    <a:pt x="2182334" y="36465"/>
                    <a:pt x="2186892" y="35198"/>
                    <a:pt x="2187652" y="34439"/>
                  </a:cubicBezTo>
                  <a:cubicBezTo>
                    <a:pt x="2187652" y="34439"/>
                    <a:pt x="2187652" y="34439"/>
                    <a:pt x="2187652" y="34185"/>
                  </a:cubicBezTo>
                  <a:cubicBezTo>
                    <a:pt x="2187652" y="34185"/>
                    <a:pt x="2187398" y="34185"/>
                    <a:pt x="2187145" y="34185"/>
                  </a:cubicBezTo>
                  <a:cubicBezTo>
                    <a:pt x="2183347" y="34439"/>
                    <a:pt x="2170686" y="37984"/>
                    <a:pt x="2169926" y="39250"/>
                  </a:cubicBezTo>
                  <a:cubicBezTo>
                    <a:pt x="2170686" y="39756"/>
                    <a:pt x="2176763" y="38237"/>
                    <a:pt x="2180815" y="36971"/>
                  </a:cubicBezTo>
                  <a:close/>
                  <a:moveTo>
                    <a:pt x="2174990" y="34439"/>
                  </a:moveTo>
                  <a:cubicBezTo>
                    <a:pt x="2171699" y="34692"/>
                    <a:pt x="2158531" y="38237"/>
                    <a:pt x="2157265" y="39503"/>
                  </a:cubicBezTo>
                  <a:cubicBezTo>
                    <a:pt x="2157265" y="39503"/>
                    <a:pt x="2157265" y="39503"/>
                    <a:pt x="2157265" y="39756"/>
                  </a:cubicBezTo>
                  <a:cubicBezTo>
                    <a:pt x="2158531" y="40010"/>
                    <a:pt x="2164355" y="38490"/>
                    <a:pt x="2168153" y="37477"/>
                  </a:cubicBezTo>
                  <a:cubicBezTo>
                    <a:pt x="2169673" y="36971"/>
                    <a:pt x="2174484" y="35705"/>
                    <a:pt x="2175244" y="34945"/>
                  </a:cubicBezTo>
                  <a:cubicBezTo>
                    <a:pt x="2175244" y="34945"/>
                    <a:pt x="2175244" y="34945"/>
                    <a:pt x="2175244" y="34692"/>
                  </a:cubicBezTo>
                  <a:cubicBezTo>
                    <a:pt x="2175244" y="34439"/>
                    <a:pt x="2175244" y="34439"/>
                    <a:pt x="2174990" y="34439"/>
                  </a:cubicBezTo>
                  <a:close/>
                  <a:moveTo>
                    <a:pt x="2144856" y="39756"/>
                  </a:moveTo>
                  <a:cubicBezTo>
                    <a:pt x="2144856" y="39756"/>
                    <a:pt x="2144856" y="40010"/>
                    <a:pt x="2144856" y="39756"/>
                  </a:cubicBezTo>
                  <a:cubicBezTo>
                    <a:pt x="2145869" y="40263"/>
                    <a:pt x="2152200" y="38490"/>
                    <a:pt x="2155998" y="37477"/>
                  </a:cubicBezTo>
                  <a:cubicBezTo>
                    <a:pt x="2157518" y="36971"/>
                    <a:pt x="2162582" y="35705"/>
                    <a:pt x="2163595" y="34945"/>
                  </a:cubicBezTo>
                  <a:cubicBezTo>
                    <a:pt x="2163595" y="34945"/>
                    <a:pt x="2163595" y="34945"/>
                    <a:pt x="2163595" y="34692"/>
                  </a:cubicBezTo>
                  <a:cubicBezTo>
                    <a:pt x="2163595" y="34692"/>
                    <a:pt x="2163342" y="34692"/>
                    <a:pt x="2163342" y="34692"/>
                  </a:cubicBezTo>
                  <a:cubicBezTo>
                    <a:pt x="2159797" y="34945"/>
                    <a:pt x="2146376" y="38490"/>
                    <a:pt x="2144856" y="39756"/>
                  </a:cubicBezTo>
                  <a:close/>
                  <a:moveTo>
                    <a:pt x="2121053" y="40516"/>
                  </a:moveTo>
                  <a:cubicBezTo>
                    <a:pt x="2122066" y="40769"/>
                    <a:pt x="2128903" y="38997"/>
                    <a:pt x="2132448" y="37984"/>
                  </a:cubicBezTo>
                  <a:cubicBezTo>
                    <a:pt x="2134728" y="37224"/>
                    <a:pt x="2140298" y="35705"/>
                    <a:pt x="2140805" y="35198"/>
                  </a:cubicBezTo>
                  <a:cubicBezTo>
                    <a:pt x="2140805" y="35198"/>
                    <a:pt x="2140552" y="35198"/>
                    <a:pt x="2140552" y="35198"/>
                  </a:cubicBezTo>
                  <a:cubicBezTo>
                    <a:pt x="2136753" y="35452"/>
                    <a:pt x="2121306" y="39503"/>
                    <a:pt x="2121053" y="40516"/>
                  </a:cubicBezTo>
                  <a:close/>
                  <a:moveTo>
                    <a:pt x="2109405" y="41023"/>
                  </a:moveTo>
                  <a:cubicBezTo>
                    <a:pt x="2110165" y="41276"/>
                    <a:pt x="2116748" y="39756"/>
                    <a:pt x="2121053" y="38490"/>
                  </a:cubicBezTo>
                  <a:cubicBezTo>
                    <a:pt x="2123586" y="37731"/>
                    <a:pt x="2129157" y="36211"/>
                    <a:pt x="2129663" y="35705"/>
                  </a:cubicBezTo>
                  <a:cubicBezTo>
                    <a:pt x="2129663" y="35705"/>
                    <a:pt x="2129410" y="35705"/>
                    <a:pt x="2129410" y="35705"/>
                  </a:cubicBezTo>
                  <a:cubicBezTo>
                    <a:pt x="2125865" y="35958"/>
                    <a:pt x="2109911" y="40010"/>
                    <a:pt x="2109405" y="41023"/>
                  </a:cubicBezTo>
                  <a:close/>
                  <a:moveTo>
                    <a:pt x="2118521" y="35958"/>
                  </a:moveTo>
                  <a:cubicBezTo>
                    <a:pt x="2114976" y="36211"/>
                    <a:pt x="2099023" y="40263"/>
                    <a:pt x="2098263" y="41276"/>
                  </a:cubicBezTo>
                  <a:cubicBezTo>
                    <a:pt x="2099023" y="41529"/>
                    <a:pt x="2106366" y="39756"/>
                    <a:pt x="2109911" y="38744"/>
                  </a:cubicBezTo>
                  <a:cubicBezTo>
                    <a:pt x="2111178" y="38490"/>
                    <a:pt x="2118015" y="36718"/>
                    <a:pt x="2118774" y="35958"/>
                  </a:cubicBezTo>
                  <a:cubicBezTo>
                    <a:pt x="2118774" y="35958"/>
                    <a:pt x="2118774" y="35958"/>
                    <a:pt x="2118521" y="35958"/>
                  </a:cubicBezTo>
                  <a:cubicBezTo>
                    <a:pt x="2118774" y="35958"/>
                    <a:pt x="2118521" y="35958"/>
                    <a:pt x="2118521" y="35958"/>
                  </a:cubicBezTo>
                  <a:close/>
                  <a:moveTo>
                    <a:pt x="2087374" y="41782"/>
                  </a:moveTo>
                  <a:cubicBezTo>
                    <a:pt x="2089147" y="41782"/>
                    <a:pt x="2098010" y="39503"/>
                    <a:pt x="2099023" y="39250"/>
                  </a:cubicBezTo>
                  <a:cubicBezTo>
                    <a:pt x="2104847" y="37731"/>
                    <a:pt x="2107885" y="36718"/>
                    <a:pt x="2108139" y="36465"/>
                  </a:cubicBezTo>
                  <a:cubicBezTo>
                    <a:pt x="2108139" y="36465"/>
                    <a:pt x="2107885" y="36465"/>
                    <a:pt x="2107885" y="36465"/>
                  </a:cubicBezTo>
                  <a:cubicBezTo>
                    <a:pt x="2104594" y="36718"/>
                    <a:pt x="2088640" y="40516"/>
                    <a:pt x="2087374" y="41782"/>
                  </a:cubicBezTo>
                  <a:cubicBezTo>
                    <a:pt x="2087374" y="41529"/>
                    <a:pt x="2087374" y="41529"/>
                    <a:pt x="2087374" y="41782"/>
                  </a:cubicBezTo>
                  <a:close/>
                  <a:moveTo>
                    <a:pt x="2076739" y="42035"/>
                  </a:moveTo>
                  <a:cubicBezTo>
                    <a:pt x="2078258" y="42035"/>
                    <a:pt x="2084842" y="40516"/>
                    <a:pt x="2088640" y="39503"/>
                  </a:cubicBezTo>
                  <a:cubicBezTo>
                    <a:pt x="2094718" y="37984"/>
                    <a:pt x="2097756" y="36971"/>
                    <a:pt x="2098010" y="36718"/>
                  </a:cubicBezTo>
                  <a:cubicBezTo>
                    <a:pt x="2098010" y="36718"/>
                    <a:pt x="2098010" y="36718"/>
                    <a:pt x="2097756" y="36718"/>
                  </a:cubicBezTo>
                  <a:cubicBezTo>
                    <a:pt x="2095224" y="36971"/>
                    <a:pt x="2077245" y="41023"/>
                    <a:pt x="2076739" y="42035"/>
                  </a:cubicBezTo>
                  <a:close/>
                  <a:moveTo>
                    <a:pt x="2066610" y="42542"/>
                  </a:moveTo>
                  <a:cubicBezTo>
                    <a:pt x="2068129" y="42542"/>
                    <a:pt x="2077498" y="40263"/>
                    <a:pt x="2078764" y="40010"/>
                  </a:cubicBezTo>
                  <a:cubicBezTo>
                    <a:pt x="2084842" y="38490"/>
                    <a:pt x="2088387" y="37477"/>
                    <a:pt x="2088640" y="37224"/>
                  </a:cubicBezTo>
                  <a:cubicBezTo>
                    <a:pt x="2088640" y="37224"/>
                    <a:pt x="2088640" y="37224"/>
                    <a:pt x="2088387" y="37224"/>
                  </a:cubicBezTo>
                  <a:cubicBezTo>
                    <a:pt x="2085602" y="37477"/>
                    <a:pt x="2067116" y="41529"/>
                    <a:pt x="2066610" y="42542"/>
                  </a:cubicBezTo>
                  <a:close/>
                  <a:moveTo>
                    <a:pt x="2056481" y="43048"/>
                  </a:moveTo>
                  <a:cubicBezTo>
                    <a:pt x="2058000" y="43048"/>
                    <a:pt x="2067623" y="40769"/>
                    <a:pt x="2068636" y="40516"/>
                  </a:cubicBezTo>
                  <a:cubicBezTo>
                    <a:pt x="2074966" y="38997"/>
                    <a:pt x="2078511" y="37984"/>
                    <a:pt x="2078764" y="37731"/>
                  </a:cubicBezTo>
                  <a:lnTo>
                    <a:pt x="2078511" y="37731"/>
                  </a:lnTo>
                  <a:cubicBezTo>
                    <a:pt x="2075979" y="37731"/>
                    <a:pt x="2057494" y="42035"/>
                    <a:pt x="2056481" y="43048"/>
                  </a:cubicBezTo>
                  <a:close/>
                  <a:moveTo>
                    <a:pt x="2047111" y="43302"/>
                  </a:moveTo>
                  <a:cubicBezTo>
                    <a:pt x="2048631" y="43302"/>
                    <a:pt x="2057494" y="41276"/>
                    <a:pt x="2059519" y="40769"/>
                  </a:cubicBezTo>
                  <a:cubicBezTo>
                    <a:pt x="2069142" y="38490"/>
                    <a:pt x="2069902" y="37984"/>
                    <a:pt x="2069902" y="37984"/>
                  </a:cubicBezTo>
                  <a:cubicBezTo>
                    <a:pt x="2069902" y="37984"/>
                    <a:pt x="2069902" y="37984"/>
                    <a:pt x="2069648" y="37984"/>
                  </a:cubicBezTo>
                  <a:cubicBezTo>
                    <a:pt x="2066863" y="38237"/>
                    <a:pt x="2048124" y="42289"/>
                    <a:pt x="2047111" y="43302"/>
                  </a:cubicBezTo>
                  <a:close/>
                  <a:moveTo>
                    <a:pt x="2037742" y="43808"/>
                  </a:moveTo>
                  <a:cubicBezTo>
                    <a:pt x="2039008" y="43808"/>
                    <a:pt x="2048377" y="41782"/>
                    <a:pt x="2050150" y="41276"/>
                  </a:cubicBezTo>
                  <a:cubicBezTo>
                    <a:pt x="2056734" y="39756"/>
                    <a:pt x="2060279" y="38744"/>
                    <a:pt x="2061039" y="38490"/>
                  </a:cubicBezTo>
                  <a:cubicBezTo>
                    <a:pt x="2061039" y="38490"/>
                    <a:pt x="2061039" y="38490"/>
                    <a:pt x="2060785" y="38490"/>
                  </a:cubicBezTo>
                  <a:cubicBezTo>
                    <a:pt x="2058253" y="38744"/>
                    <a:pt x="2039008" y="42795"/>
                    <a:pt x="2037742" y="43808"/>
                  </a:cubicBezTo>
                  <a:close/>
                  <a:moveTo>
                    <a:pt x="2041287" y="41782"/>
                  </a:moveTo>
                  <a:cubicBezTo>
                    <a:pt x="2044579" y="41023"/>
                    <a:pt x="2051923" y="39250"/>
                    <a:pt x="2052429" y="38997"/>
                  </a:cubicBezTo>
                  <a:cubicBezTo>
                    <a:pt x="2052429" y="38997"/>
                    <a:pt x="2052429" y="38997"/>
                    <a:pt x="2052429" y="38997"/>
                  </a:cubicBezTo>
                  <a:cubicBezTo>
                    <a:pt x="2049897" y="39250"/>
                    <a:pt x="2030652" y="43555"/>
                    <a:pt x="2028879" y="44315"/>
                  </a:cubicBezTo>
                  <a:cubicBezTo>
                    <a:pt x="2030145" y="44315"/>
                    <a:pt x="2039515" y="42289"/>
                    <a:pt x="2041287" y="41782"/>
                  </a:cubicBezTo>
                  <a:close/>
                  <a:moveTo>
                    <a:pt x="2020269" y="44821"/>
                  </a:moveTo>
                  <a:cubicBezTo>
                    <a:pt x="2021282" y="44821"/>
                    <a:pt x="2030145" y="42795"/>
                    <a:pt x="2032931" y="42289"/>
                  </a:cubicBezTo>
                  <a:cubicBezTo>
                    <a:pt x="2036982" y="41276"/>
                    <a:pt x="2043819" y="39756"/>
                    <a:pt x="2044326" y="39503"/>
                  </a:cubicBezTo>
                  <a:cubicBezTo>
                    <a:pt x="2044326" y="39503"/>
                    <a:pt x="2044326" y="39503"/>
                    <a:pt x="2044326" y="39503"/>
                  </a:cubicBezTo>
                  <a:cubicBezTo>
                    <a:pt x="2041034" y="39756"/>
                    <a:pt x="2021029" y="44061"/>
                    <a:pt x="2020269" y="44821"/>
                  </a:cubicBezTo>
                  <a:close/>
                  <a:moveTo>
                    <a:pt x="2024827" y="42795"/>
                  </a:moveTo>
                  <a:cubicBezTo>
                    <a:pt x="2035716" y="40263"/>
                    <a:pt x="2036223" y="40010"/>
                    <a:pt x="2036476" y="40010"/>
                  </a:cubicBezTo>
                  <a:cubicBezTo>
                    <a:pt x="2033690" y="40263"/>
                    <a:pt x="2013179" y="44821"/>
                    <a:pt x="2012166" y="45581"/>
                  </a:cubicBezTo>
                  <a:cubicBezTo>
                    <a:pt x="2013179" y="45327"/>
                    <a:pt x="2022042" y="43302"/>
                    <a:pt x="2024827" y="42795"/>
                  </a:cubicBezTo>
                  <a:close/>
                  <a:moveTo>
                    <a:pt x="2016977" y="43302"/>
                  </a:moveTo>
                  <a:cubicBezTo>
                    <a:pt x="2028119" y="40769"/>
                    <a:pt x="2028626" y="40516"/>
                    <a:pt x="2028879" y="40516"/>
                  </a:cubicBezTo>
                  <a:cubicBezTo>
                    <a:pt x="2026853" y="40769"/>
                    <a:pt x="2005835" y="45074"/>
                    <a:pt x="2004316" y="46087"/>
                  </a:cubicBezTo>
                  <a:cubicBezTo>
                    <a:pt x="2005835" y="45834"/>
                    <a:pt x="2012926" y="44315"/>
                    <a:pt x="2016977" y="43302"/>
                  </a:cubicBezTo>
                  <a:close/>
                  <a:moveTo>
                    <a:pt x="2009634" y="43808"/>
                  </a:moveTo>
                  <a:cubicBezTo>
                    <a:pt x="2020776" y="41276"/>
                    <a:pt x="2021536" y="41023"/>
                    <a:pt x="2021789" y="41023"/>
                  </a:cubicBezTo>
                  <a:cubicBezTo>
                    <a:pt x="2020016" y="41276"/>
                    <a:pt x="1998492" y="45581"/>
                    <a:pt x="1996973" y="46594"/>
                  </a:cubicBezTo>
                  <a:cubicBezTo>
                    <a:pt x="1998492" y="46340"/>
                    <a:pt x="2005329" y="44821"/>
                    <a:pt x="2009634" y="43808"/>
                  </a:cubicBezTo>
                  <a:close/>
                  <a:moveTo>
                    <a:pt x="2002544" y="44568"/>
                  </a:moveTo>
                  <a:cubicBezTo>
                    <a:pt x="2014445" y="42035"/>
                    <a:pt x="2014952" y="41782"/>
                    <a:pt x="2014952" y="41529"/>
                  </a:cubicBezTo>
                  <a:cubicBezTo>
                    <a:pt x="2013179" y="41782"/>
                    <a:pt x="1991655" y="46340"/>
                    <a:pt x="1989882" y="47100"/>
                  </a:cubicBezTo>
                  <a:cubicBezTo>
                    <a:pt x="1991148" y="46847"/>
                    <a:pt x="1997479" y="45581"/>
                    <a:pt x="2002544" y="44568"/>
                  </a:cubicBezTo>
                  <a:close/>
                  <a:moveTo>
                    <a:pt x="1995706" y="45074"/>
                  </a:moveTo>
                  <a:cubicBezTo>
                    <a:pt x="2007861" y="42289"/>
                    <a:pt x="2008115" y="42289"/>
                    <a:pt x="2008368" y="42035"/>
                  </a:cubicBezTo>
                  <a:cubicBezTo>
                    <a:pt x="2006089" y="42289"/>
                    <a:pt x="1983805" y="47100"/>
                    <a:pt x="1982792" y="47606"/>
                  </a:cubicBezTo>
                  <a:cubicBezTo>
                    <a:pt x="1983298" y="47606"/>
                    <a:pt x="1984565" y="47606"/>
                    <a:pt x="1995706" y="45074"/>
                  </a:cubicBezTo>
                  <a:close/>
                  <a:moveTo>
                    <a:pt x="1989376" y="45581"/>
                  </a:moveTo>
                  <a:cubicBezTo>
                    <a:pt x="2001784" y="42795"/>
                    <a:pt x="2002037" y="42795"/>
                    <a:pt x="2002290" y="42542"/>
                  </a:cubicBezTo>
                  <a:cubicBezTo>
                    <a:pt x="2000264" y="42795"/>
                    <a:pt x="1977474" y="47606"/>
                    <a:pt x="1976461" y="48113"/>
                  </a:cubicBezTo>
                  <a:cubicBezTo>
                    <a:pt x="1976968" y="48366"/>
                    <a:pt x="1977981" y="48113"/>
                    <a:pt x="1989376" y="45581"/>
                  </a:cubicBezTo>
                  <a:close/>
                  <a:moveTo>
                    <a:pt x="1983552" y="46340"/>
                  </a:moveTo>
                  <a:cubicBezTo>
                    <a:pt x="1987856" y="45327"/>
                    <a:pt x="1992414" y="45074"/>
                    <a:pt x="1996719" y="43302"/>
                  </a:cubicBezTo>
                  <a:cubicBezTo>
                    <a:pt x="1994693" y="43555"/>
                    <a:pt x="1971903" y="48366"/>
                    <a:pt x="1970637" y="48873"/>
                  </a:cubicBezTo>
                  <a:cubicBezTo>
                    <a:pt x="1974942" y="48366"/>
                    <a:pt x="1979247" y="47100"/>
                    <a:pt x="1983552" y="46340"/>
                  </a:cubicBezTo>
                  <a:close/>
                  <a:moveTo>
                    <a:pt x="1977981" y="46847"/>
                  </a:moveTo>
                  <a:cubicBezTo>
                    <a:pt x="1982539" y="45834"/>
                    <a:pt x="1987097" y="45327"/>
                    <a:pt x="1991402" y="43808"/>
                  </a:cubicBezTo>
                  <a:cubicBezTo>
                    <a:pt x="1989376" y="44061"/>
                    <a:pt x="1966586" y="48873"/>
                    <a:pt x="1965066" y="49379"/>
                  </a:cubicBezTo>
                  <a:cubicBezTo>
                    <a:pt x="1969371" y="48873"/>
                    <a:pt x="1973676" y="47860"/>
                    <a:pt x="1977981" y="46847"/>
                  </a:cubicBezTo>
                  <a:close/>
                  <a:moveTo>
                    <a:pt x="1972916" y="47606"/>
                  </a:moveTo>
                  <a:cubicBezTo>
                    <a:pt x="1977474" y="46594"/>
                    <a:pt x="1982032" y="45834"/>
                    <a:pt x="1986590" y="44568"/>
                  </a:cubicBezTo>
                  <a:cubicBezTo>
                    <a:pt x="1983805" y="45074"/>
                    <a:pt x="1961774" y="49632"/>
                    <a:pt x="1960002" y="50392"/>
                  </a:cubicBezTo>
                  <a:cubicBezTo>
                    <a:pt x="1964306" y="49632"/>
                    <a:pt x="1968611" y="48366"/>
                    <a:pt x="1972916" y="47606"/>
                  </a:cubicBezTo>
                  <a:close/>
                  <a:moveTo>
                    <a:pt x="1968105" y="48113"/>
                  </a:moveTo>
                  <a:cubicBezTo>
                    <a:pt x="1972663" y="47100"/>
                    <a:pt x="1977474" y="46340"/>
                    <a:pt x="1982032" y="45074"/>
                  </a:cubicBezTo>
                  <a:cubicBezTo>
                    <a:pt x="1979500" y="45581"/>
                    <a:pt x="1957469" y="50139"/>
                    <a:pt x="1955190" y="50898"/>
                  </a:cubicBezTo>
                  <a:cubicBezTo>
                    <a:pt x="1959495" y="50139"/>
                    <a:pt x="1963800" y="49126"/>
                    <a:pt x="1968105" y="48113"/>
                  </a:cubicBezTo>
                  <a:close/>
                  <a:moveTo>
                    <a:pt x="1977727" y="45834"/>
                  </a:moveTo>
                  <a:cubicBezTo>
                    <a:pt x="1974182" y="46594"/>
                    <a:pt x="1953164" y="50898"/>
                    <a:pt x="1950632" y="51658"/>
                  </a:cubicBezTo>
                  <a:cubicBezTo>
                    <a:pt x="1954937" y="50898"/>
                    <a:pt x="1959242" y="49885"/>
                    <a:pt x="1963547" y="48873"/>
                  </a:cubicBezTo>
                  <a:cubicBezTo>
                    <a:pt x="1968358" y="47860"/>
                    <a:pt x="1973169" y="47100"/>
                    <a:pt x="1977727" y="45834"/>
                  </a:cubicBezTo>
                  <a:close/>
                  <a:moveTo>
                    <a:pt x="2252224" y="25829"/>
                  </a:moveTo>
                  <a:cubicBezTo>
                    <a:pt x="2254757" y="25069"/>
                    <a:pt x="2257795" y="24056"/>
                    <a:pt x="2258048" y="23550"/>
                  </a:cubicBezTo>
                  <a:cubicBezTo>
                    <a:pt x="2257795" y="23550"/>
                    <a:pt x="2257795" y="23550"/>
                    <a:pt x="2257542" y="23550"/>
                  </a:cubicBezTo>
                  <a:cubicBezTo>
                    <a:pt x="2254250" y="23803"/>
                    <a:pt x="2242602" y="26842"/>
                    <a:pt x="2242095" y="27855"/>
                  </a:cubicBezTo>
                  <a:cubicBezTo>
                    <a:pt x="2242855" y="28361"/>
                    <a:pt x="2248426" y="27095"/>
                    <a:pt x="2252224" y="25829"/>
                  </a:cubicBezTo>
                  <a:close/>
                  <a:moveTo>
                    <a:pt x="2246400" y="23803"/>
                  </a:moveTo>
                  <a:cubicBezTo>
                    <a:pt x="2246400" y="23803"/>
                    <a:pt x="2246400" y="23803"/>
                    <a:pt x="2246400" y="23803"/>
                  </a:cubicBezTo>
                  <a:cubicBezTo>
                    <a:pt x="2246147" y="23550"/>
                    <a:pt x="2246147" y="23550"/>
                    <a:pt x="2245894" y="23550"/>
                  </a:cubicBezTo>
                  <a:cubicBezTo>
                    <a:pt x="2242602" y="23803"/>
                    <a:pt x="2230447" y="26842"/>
                    <a:pt x="2229940" y="27855"/>
                  </a:cubicBezTo>
                  <a:cubicBezTo>
                    <a:pt x="2230447" y="28361"/>
                    <a:pt x="2236271" y="26842"/>
                    <a:pt x="2240069" y="25829"/>
                  </a:cubicBezTo>
                  <a:cubicBezTo>
                    <a:pt x="2241589" y="25576"/>
                    <a:pt x="2245894" y="24563"/>
                    <a:pt x="2246400" y="23803"/>
                  </a:cubicBezTo>
                  <a:close/>
                  <a:moveTo>
                    <a:pt x="2218292" y="28361"/>
                  </a:moveTo>
                  <a:cubicBezTo>
                    <a:pt x="2219305" y="28615"/>
                    <a:pt x="2225129" y="27348"/>
                    <a:pt x="2228674" y="26335"/>
                  </a:cubicBezTo>
                  <a:cubicBezTo>
                    <a:pt x="2229940" y="26082"/>
                    <a:pt x="2234498" y="24816"/>
                    <a:pt x="2235258" y="24056"/>
                  </a:cubicBezTo>
                  <a:cubicBezTo>
                    <a:pt x="2235258" y="24056"/>
                    <a:pt x="2235258" y="24056"/>
                    <a:pt x="2235258" y="24056"/>
                  </a:cubicBezTo>
                  <a:cubicBezTo>
                    <a:pt x="2235258" y="24056"/>
                    <a:pt x="2235005" y="24056"/>
                    <a:pt x="2235005" y="24056"/>
                  </a:cubicBezTo>
                  <a:cubicBezTo>
                    <a:pt x="2231207" y="24056"/>
                    <a:pt x="2219558" y="27095"/>
                    <a:pt x="2218292" y="28361"/>
                  </a:cubicBezTo>
                  <a:cubicBezTo>
                    <a:pt x="2218292" y="28108"/>
                    <a:pt x="2218292" y="28361"/>
                    <a:pt x="2218292" y="28361"/>
                  </a:cubicBezTo>
                  <a:close/>
                  <a:moveTo>
                    <a:pt x="2181828" y="25069"/>
                  </a:moveTo>
                  <a:cubicBezTo>
                    <a:pt x="2178536" y="25323"/>
                    <a:pt x="2163089" y="28615"/>
                    <a:pt x="2162329" y="29627"/>
                  </a:cubicBezTo>
                  <a:cubicBezTo>
                    <a:pt x="2163089" y="29881"/>
                    <a:pt x="2169926" y="28361"/>
                    <a:pt x="2173724" y="27602"/>
                  </a:cubicBezTo>
                  <a:cubicBezTo>
                    <a:pt x="2175497" y="27095"/>
                    <a:pt x="2181321" y="25829"/>
                    <a:pt x="2182081" y="25323"/>
                  </a:cubicBezTo>
                  <a:cubicBezTo>
                    <a:pt x="2182081" y="25069"/>
                    <a:pt x="2182081" y="25069"/>
                    <a:pt x="2181828" y="25069"/>
                  </a:cubicBezTo>
                  <a:cubicBezTo>
                    <a:pt x="2182081" y="25069"/>
                    <a:pt x="2182081" y="25069"/>
                    <a:pt x="2181828" y="25069"/>
                  </a:cubicBezTo>
                  <a:close/>
                  <a:moveTo>
                    <a:pt x="2152200" y="29881"/>
                  </a:moveTo>
                  <a:cubicBezTo>
                    <a:pt x="2153973" y="29881"/>
                    <a:pt x="2163089" y="27855"/>
                    <a:pt x="2163595" y="27602"/>
                  </a:cubicBezTo>
                  <a:cubicBezTo>
                    <a:pt x="2169166" y="26335"/>
                    <a:pt x="2172205" y="25576"/>
                    <a:pt x="2172205" y="25323"/>
                  </a:cubicBezTo>
                  <a:cubicBezTo>
                    <a:pt x="2172205" y="25323"/>
                    <a:pt x="2172205" y="25323"/>
                    <a:pt x="2171952" y="25323"/>
                  </a:cubicBezTo>
                  <a:cubicBezTo>
                    <a:pt x="2169419" y="25576"/>
                    <a:pt x="2152453" y="28868"/>
                    <a:pt x="2152200" y="29881"/>
                  </a:cubicBezTo>
                  <a:close/>
                  <a:moveTo>
                    <a:pt x="2132448" y="30387"/>
                  </a:moveTo>
                  <a:cubicBezTo>
                    <a:pt x="2133968" y="30387"/>
                    <a:pt x="2143084" y="28361"/>
                    <a:pt x="2144097" y="28108"/>
                  </a:cubicBezTo>
                  <a:cubicBezTo>
                    <a:pt x="2152960" y="26082"/>
                    <a:pt x="2153466" y="25829"/>
                    <a:pt x="2153466" y="25829"/>
                  </a:cubicBezTo>
                  <a:cubicBezTo>
                    <a:pt x="2153466" y="25829"/>
                    <a:pt x="2153466" y="25829"/>
                    <a:pt x="2153213" y="25829"/>
                  </a:cubicBezTo>
                  <a:cubicBezTo>
                    <a:pt x="2150681" y="26082"/>
                    <a:pt x="2133208" y="29627"/>
                    <a:pt x="2132448" y="30387"/>
                  </a:cubicBezTo>
                  <a:close/>
                  <a:moveTo>
                    <a:pt x="2122826" y="30894"/>
                  </a:moveTo>
                  <a:cubicBezTo>
                    <a:pt x="2124345" y="30894"/>
                    <a:pt x="2133715" y="28868"/>
                    <a:pt x="2134728" y="28615"/>
                  </a:cubicBezTo>
                  <a:cubicBezTo>
                    <a:pt x="2143844" y="26589"/>
                    <a:pt x="2144350" y="26335"/>
                    <a:pt x="2144350" y="26082"/>
                  </a:cubicBezTo>
                  <a:cubicBezTo>
                    <a:pt x="2144350" y="26082"/>
                    <a:pt x="2144350" y="26082"/>
                    <a:pt x="2144097" y="26082"/>
                  </a:cubicBezTo>
                  <a:cubicBezTo>
                    <a:pt x="2141818" y="26335"/>
                    <a:pt x="2123839" y="29881"/>
                    <a:pt x="2122826" y="30894"/>
                  </a:cubicBezTo>
                  <a:close/>
                  <a:moveTo>
                    <a:pt x="2113710" y="31147"/>
                  </a:moveTo>
                  <a:cubicBezTo>
                    <a:pt x="2114976" y="31147"/>
                    <a:pt x="2123839" y="29374"/>
                    <a:pt x="2125611" y="28868"/>
                  </a:cubicBezTo>
                  <a:cubicBezTo>
                    <a:pt x="2134981" y="26842"/>
                    <a:pt x="2135487" y="26589"/>
                    <a:pt x="2135740" y="26335"/>
                  </a:cubicBezTo>
                  <a:cubicBezTo>
                    <a:pt x="2135740" y="26335"/>
                    <a:pt x="2135740" y="26335"/>
                    <a:pt x="2135487" y="26335"/>
                  </a:cubicBezTo>
                  <a:cubicBezTo>
                    <a:pt x="2132955" y="26842"/>
                    <a:pt x="2114723" y="30387"/>
                    <a:pt x="2113710" y="31147"/>
                  </a:cubicBezTo>
                  <a:close/>
                  <a:moveTo>
                    <a:pt x="2104594" y="31653"/>
                  </a:moveTo>
                  <a:cubicBezTo>
                    <a:pt x="2105860" y="31653"/>
                    <a:pt x="2114976" y="29881"/>
                    <a:pt x="2116748" y="29374"/>
                  </a:cubicBezTo>
                  <a:cubicBezTo>
                    <a:pt x="2126371" y="27348"/>
                    <a:pt x="2126877" y="27095"/>
                    <a:pt x="2127131" y="26842"/>
                  </a:cubicBezTo>
                  <a:cubicBezTo>
                    <a:pt x="2127131" y="26842"/>
                    <a:pt x="2127131" y="26842"/>
                    <a:pt x="2126877" y="26842"/>
                  </a:cubicBezTo>
                  <a:cubicBezTo>
                    <a:pt x="2124345" y="27095"/>
                    <a:pt x="2106113" y="30894"/>
                    <a:pt x="2104594" y="31653"/>
                  </a:cubicBezTo>
                  <a:close/>
                  <a:moveTo>
                    <a:pt x="2108392" y="29881"/>
                  </a:moveTo>
                  <a:cubicBezTo>
                    <a:pt x="2118268" y="27855"/>
                    <a:pt x="2118774" y="27602"/>
                    <a:pt x="2119027" y="27348"/>
                  </a:cubicBezTo>
                  <a:cubicBezTo>
                    <a:pt x="2119027" y="27348"/>
                    <a:pt x="2119027" y="27348"/>
                    <a:pt x="2118774" y="27348"/>
                  </a:cubicBezTo>
                  <a:cubicBezTo>
                    <a:pt x="2115989" y="27602"/>
                    <a:pt x="2097503" y="31147"/>
                    <a:pt x="2095984" y="32160"/>
                  </a:cubicBezTo>
                  <a:cubicBezTo>
                    <a:pt x="2097250" y="32160"/>
                    <a:pt x="2105860" y="30387"/>
                    <a:pt x="2108392" y="29881"/>
                  </a:cubicBezTo>
                  <a:close/>
                  <a:moveTo>
                    <a:pt x="2087881" y="32413"/>
                  </a:moveTo>
                  <a:cubicBezTo>
                    <a:pt x="2088893" y="32413"/>
                    <a:pt x="2097756" y="30640"/>
                    <a:pt x="2100289" y="30134"/>
                  </a:cubicBezTo>
                  <a:cubicBezTo>
                    <a:pt x="2105100" y="29121"/>
                    <a:pt x="2110924" y="27855"/>
                    <a:pt x="2111178" y="27602"/>
                  </a:cubicBezTo>
                  <a:cubicBezTo>
                    <a:pt x="2111178" y="27602"/>
                    <a:pt x="2111178" y="27602"/>
                    <a:pt x="2111178" y="27602"/>
                  </a:cubicBezTo>
                  <a:cubicBezTo>
                    <a:pt x="2108139" y="28108"/>
                    <a:pt x="2088640" y="31906"/>
                    <a:pt x="2087881" y="32413"/>
                  </a:cubicBezTo>
                  <a:close/>
                  <a:moveTo>
                    <a:pt x="2092186" y="30640"/>
                  </a:moveTo>
                  <a:cubicBezTo>
                    <a:pt x="2102821" y="28615"/>
                    <a:pt x="2103074" y="28361"/>
                    <a:pt x="2103327" y="28108"/>
                  </a:cubicBezTo>
                  <a:cubicBezTo>
                    <a:pt x="2100542" y="28361"/>
                    <a:pt x="2080537" y="32160"/>
                    <a:pt x="2079777" y="32919"/>
                  </a:cubicBezTo>
                  <a:cubicBezTo>
                    <a:pt x="2080790" y="32919"/>
                    <a:pt x="2088893" y="31400"/>
                    <a:pt x="2092186" y="30640"/>
                  </a:cubicBezTo>
                  <a:close/>
                  <a:moveTo>
                    <a:pt x="2084589" y="31147"/>
                  </a:moveTo>
                  <a:cubicBezTo>
                    <a:pt x="2095224" y="29121"/>
                    <a:pt x="2095731" y="28868"/>
                    <a:pt x="2095984" y="28615"/>
                  </a:cubicBezTo>
                  <a:cubicBezTo>
                    <a:pt x="2093958" y="28868"/>
                    <a:pt x="2073447" y="32666"/>
                    <a:pt x="2071927" y="33426"/>
                  </a:cubicBezTo>
                  <a:cubicBezTo>
                    <a:pt x="2073700" y="33173"/>
                    <a:pt x="2079777" y="32160"/>
                    <a:pt x="2084589" y="31147"/>
                  </a:cubicBezTo>
                  <a:close/>
                  <a:moveTo>
                    <a:pt x="2077498" y="31653"/>
                  </a:moveTo>
                  <a:cubicBezTo>
                    <a:pt x="2088387" y="29627"/>
                    <a:pt x="2088893" y="29374"/>
                    <a:pt x="2089147" y="29121"/>
                  </a:cubicBezTo>
                  <a:cubicBezTo>
                    <a:pt x="2087374" y="29374"/>
                    <a:pt x="2066610" y="33173"/>
                    <a:pt x="2064837" y="33932"/>
                  </a:cubicBezTo>
                  <a:cubicBezTo>
                    <a:pt x="2065850" y="33679"/>
                    <a:pt x="2070155" y="32919"/>
                    <a:pt x="2077498" y="31653"/>
                  </a:cubicBezTo>
                  <a:close/>
                  <a:moveTo>
                    <a:pt x="2070408" y="31906"/>
                  </a:moveTo>
                  <a:cubicBezTo>
                    <a:pt x="2082056" y="29627"/>
                    <a:pt x="2082310" y="29374"/>
                    <a:pt x="2082310" y="29374"/>
                  </a:cubicBezTo>
                  <a:cubicBezTo>
                    <a:pt x="2080537" y="29627"/>
                    <a:pt x="2059519" y="33426"/>
                    <a:pt x="2057747" y="34185"/>
                  </a:cubicBezTo>
                  <a:cubicBezTo>
                    <a:pt x="2059013" y="34185"/>
                    <a:pt x="2065343" y="32919"/>
                    <a:pt x="2070408" y="31906"/>
                  </a:cubicBezTo>
                  <a:close/>
                  <a:moveTo>
                    <a:pt x="2063824" y="32413"/>
                  </a:moveTo>
                  <a:cubicBezTo>
                    <a:pt x="2075726" y="30134"/>
                    <a:pt x="2075979" y="29881"/>
                    <a:pt x="2075979" y="29881"/>
                  </a:cubicBezTo>
                  <a:cubicBezTo>
                    <a:pt x="2073953" y="30387"/>
                    <a:pt x="2051923" y="34439"/>
                    <a:pt x="2051163" y="34945"/>
                  </a:cubicBezTo>
                  <a:cubicBezTo>
                    <a:pt x="2051416" y="34692"/>
                    <a:pt x="2052682" y="34692"/>
                    <a:pt x="2063824" y="32413"/>
                  </a:cubicBezTo>
                  <a:close/>
                  <a:moveTo>
                    <a:pt x="2057494" y="32919"/>
                  </a:moveTo>
                  <a:cubicBezTo>
                    <a:pt x="2069648" y="30640"/>
                    <a:pt x="2069902" y="30387"/>
                    <a:pt x="2069902" y="30387"/>
                  </a:cubicBezTo>
                  <a:cubicBezTo>
                    <a:pt x="2067876" y="30640"/>
                    <a:pt x="2045592" y="34692"/>
                    <a:pt x="2044579" y="35198"/>
                  </a:cubicBezTo>
                  <a:cubicBezTo>
                    <a:pt x="2048884" y="34945"/>
                    <a:pt x="2053189" y="33932"/>
                    <a:pt x="2057494" y="32919"/>
                  </a:cubicBezTo>
                  <a:close/>
                  <a:moveTo>
                    <a:pt x="2051416" y="33679"/>
                  </a:moveTo>
                  <a:cubicBezTo>
                    <a:pt x="2055721" y="32919"/>
                    <a:pt x="2060026" y="32666"/>
                    <a:pt x="2064077" y="31147"/>
                  </a:cubicBezTo>
                  <a:cubicBezTo>
                    <a:pt x="2062052" y="31400"/>
                    <a:pt x="2039768" y="35452"/>
                    <a:pt x="2038502" y="35958"/>
                  </a:cubicBezTo>
                  <a:cubicBezTo>
                    <a:pt x="2043060" y="35452"/>
                    <a:pt x="2047111" y="34439"/>
                    <a:pt x="2051416" y="33679"/>
                  </a:cubicBezTo>
                  <a:close/>
                  <a:moveTo>
                    <a:pt x="2045845" y="34185"/>
                  </a:moveTo>
                  <a:cubicBezTo>
                    <a:pt x="2050150" y="33426"/>
                    <a:pt x="2054708" y="32919"/>
                    <a:pt x="2058760" y="31653"/>
                  </a:cubicBezTo>
                  <a:cubicBezTo>
                    <a:pt x="2055974" y="31906"/>
                    <a:pt x="2034197" y="35958"/>
                    <a:pt x="2032677" y="36465"/>
                  </a:cubicBezTo>
                  <a:cubicBezTo>
                    <a:pt x="2037235" y="35958"/>
                    <a:pt x="2041540" y="34945"/>
                    <a:pt x="2045845" y="34185"/>
                  </a:cubicBezTo>
                  <a:close/>
                  <a:moveTo>
                    <a:pt x="2040527" y="34692"/>
                  </a:moveTo>
                  <a:cubicBezTo>
                    <a:pt x="2044832" y="33932"/>
                    <a:pt x="2049390" y="33426"/>
                    <a:pt x="2053695" y="32160"/>
                  </a:cubicBezTo>
                  <a:cubicBezTo>
                    <a:pt x="2051163" y="32413"/>
                    <a:pt x="2029132" y="36465"/>
                    <a:pt x="2027360" y="37224"/>
                  </a:cubicBezTo>
                  <a:cubicBezTo>
                    <a:pt x="2031918" y="36465"/>
                    <a:pt x="2036223" y="35452"/>
                    <a:pt x="2040527" y="34692"/>
                  </a:cubicBezTo>
                  <a:close/>
                  <a:moveTo>
                    <a:pt x="2035716" y="35198"/>
                  </a:moveTo>
                  <a:cubicBezTo>
                    <a:pt x="2040274" y="34439"/>
                    <a:pt x="2044832" y="33679"/>
                    <a:pt x="2049137" y="32666"/>
                  </a:cubicBezTo>
                  <a:cubicBezTo>
                    <a:pt x="2046605" y="32919"/>
                    <a:pt x="2024574" y="36971"/>
                    <a:pt x="2022548" y="37731"/>
                  </a:cubicBezTo>
                  <a:cubicBezTo>
                    <a:pt x="2026853" y="36971"/>
                    <a:pt x="2031158" y="35958"/>
                    <a:pt x="2035716" y="35198"/>
                  </a:cubicBezTo>
                  <a:close/>
                  <a:moveTo>
                    <a:pt x="2030905" y="35705"/>
                  </a:moveTo>
                  <a:cubicBezTo>
                    <a:pt x="2035463" y="34945"/>
                    <a:pt x="2040021" y="34185"/>
                    <a:pt x="2044579" y="33173"/>
                  </a:cubicBezTo>
                  <a:cubicBezTo>
                    <a:pt x="2041540" y="33679"/>
                    <a:pt x="2020016" y="37731"/>
                    <a:pt x="2017737" y="38237"/>
                  </a:cubicBezTo>
                  <a:cubicBezTo>
                    <a:pt x="2022295" y="37477"/>
                    <a:pt x="2026600" y="36718"/>
                    <a:pt x="2030905" y="35705"/>
                  </a:cubicBezTo>
                  <a:close/>
                  <a:moveTo>
                    <a:pt x="2026853" y="36465"/>
                  </a:moveTo>
                  <a:cubicBezTo>
                    <a:pt x="2031411" y="35705"/>
                    <a:pt x="2036223" y="34945"/>
                    <a:pt x="2040781" y="33932"/>
                  </a:cubicBezTo>
                  <a:cubicBezTo>
                    <a:pt x="2037489" y="34439"/>
                    <a:pt x="2016724" y="38237"/>
                    <a:pt x="2013685" y="38997"/>
                  </a:cubicBezTo>
                  <a:cubicBezTo>
                    <a:pt x="2017990" y="38237"/>
                    <a:pt x="2022295" y="37224"/>
                    <a:pt x="2026853" y="36465"/>
                  </a:cubicBezTo>
                  <a:close/>
                  <a:moveTo>
                    <a:pt x="2020776" y="37477"/>
                  </a:moveTo>
                  <a:lnTo>
                    <a:pt x="2010647" y="39503"/>
                  </a:lnTo>
                  <a:cubicBezTo>
                    <a:pt x="2013939" y="38997"/>
                    <a:pt x="2016977" y="38237"/>
                    <a:pt x="2020269" y="37731"/>
                  </a:cubicBezTo>
                  <a:cubicBezTo>
                    <a:pt x="2020269" y="37477"/>
                    <a:pt x="2020523" y="37477"/>
                    <a:pt x="2020776" y="37477"/>
                  </a:cubicBezTo>
                  <a:close/>
                  <a:moveTo>
                    <a:pt x="2213734" y="19752"/>
                  </a:moveTo>
                  <a:cubicBezTo>
                    <a:pt x="2215253" y="19752"/>
                    <a:pt x="2222850" y="18232"/>
                    <a:pt x="2224369" y="17979"/>
                  </a:cubicBezTo>
                  <a:cubicBezTo>
                    <a:pt x="2232473" y="16460"/>
                    <a:pt x="2232726" y="15953"/>
                    <a:pt x="2232726" y="15953"/>
                  </a:cubicBezTo>
                  <a:cubicBezTo>
                    <a:pt x="2232726" y="15953"/>
                    <a:pt x="2232726" y="15953"/>
                    <a:pt x="2232473" y="15953"/>
                  </a:cubicBezTo>
                  <a:cubicBezTo>
                    <a:pt x="2230194" y="16206"/>
                    <a:pt x="2214240" y="18992"/>
                    <a:pt x="2213734" y="19752"/>
                  </a:cubicBezTo>
                  <a:close/>
                  <a:moveTo>
                    <a:pt x="2177776" y="20765"/>
                  </a:moveTo>
                  <a:cubicBezTo>
                    <a:pt x="2179042" y="20765"/>
                    <a:pt x="2186892" y="19245"/>
                    <a:pt x="2189171" y="18992"/>
                  </a:cubicBezTo>
                  <a:cubicBezTo>
                    <a:pt x="2198287" y="17219"/>
                    <a:pt x="2198794" y="16966"/>
                    <a:pt x="2198794" y="16966"/>
                  </a:cubicBezTo>
                  <a:cubicBezTo>
                    <a:pt x="2198794" y="16966"/>
                    <a:pt x="2198794" y="16966"/>
                    <a:pt x="2198540" y="16966"/>
                  </a:cubicBezTo>
                  <a:cubicBezTo>
                    <a:pt x="2196008" y="17219"/>
                    <a:pt x="2178789" y="20258"/>
                    <a:pt x="2177776" y="20765"/>
                  </a:cubicBezTo>
                  <a:close/>
                  <a:moveTo>
                    <a:pt x="2169166" y="21271"/>
                  </a:moveTo>
                  <a:cubicBezTo>
                    <a:pt x="2170179" y="21271"/>
                    <a:pt x="2178282" y="19752"/>
                    <a:pt x="2180815" y="19498"/>
                  </a:cubicBezTo>
                  <a:cubicBezTo>
                    <a:pt x="2189931" y="17726"/>
                    <a:pt x="2190690" y="17473"/>
                    <a:pt x="2190944" y="17473"/>
                  </a:cubicBezTo>
                  <a:cubicBezTo>
                    <a:pt x="2190944" y="17473"/>
                    <a:pt x="2190944" y="17473"/>
                    <a:pt x="2190944" y="17473"/>
                  </a:cubicBezTo>
                  <a:cubicBezTo>
                    <a:pt x="2188158" y="17473"/>
                    <a:pt x="2170686" y="20511"/>
                    <a:pt x="2169166" y="21271"/>
                  </a:cubicBezTo>
                  <a:close/>
                  <a:moveTo>
                    <a:pt x="2161063" y="21524"/>
                  </a:moveTo>
                  <a:cubicBezTo>
                    <a:pt x="2162076" y="21524"/>
                    <a:pt x="2169673" y="20258"/>
                    <a:pt x="2172965" y="19752"/>
                  </a:cubicBezTo>
                  <a:lnTo>
                    <a:pt x="2172965" y="19752"/>
                  </a:lnTo>
                  <a:cubicBezTo>
                    <a:pt x="2177523" y="18992"/>
                    <a:pt x="2183094" y="17979"/>
                    <a:pt x="2183347" y="17726"/>
                  </a:cubicBezTo>
                  <a:cubicBezTo>
                    <a:pt x="2183347" y="17726"/>
                    <a:pt x="2183347" y="17726"/>
                    <a:pt x="2183347" y="17726"/>
                  </a:cubicBezTo>
                  <a:cubicBezTo>
                    <a:pt x="2180561" y="17726"/>
                    <a:pt x="2162836" y="20765"/>
                    <a:pt x="2161063" y="21524"/>
                  </a:cubicBezTo>
                  <a:close/>
                  <a:moveTo>
                    <a:pt x="2150427" y="20765"/>
                  </a:moveTo>
                  <a:cubicBezTo>
                    <a:pt x="2160810" y="18992"/>
                    <a:pt x="2161316" y="18739"/>
                    <a:pt x="2161569" y="18739"/>
                  </a:cubicBezTo>
                  <a:cubicBezTo>
                    <a:pt x="2159797" y="18992"/>
                    <a:pt x="2139792" y="22031"/>
                    <a:pt x="2138273" y="22790"/>
                  </a:cubicBezTo>
                  <a:cubicBezTo>
                    <a:pt x="2139792" y="22537"/>
                    <a:pt x="2145616" y="21524"/>
                    <a:pt x="2150427" y="20765"/>
                  </a:cubicBezTo>
                  <a:close/>
                  <a:moveTo>
                    <a:pt x="2143590" y="21018"/>
                  </a:moveTo>
                  <a:cubicBezTo>
                    <a:pt x="2154226" y="19245"/>
                    <a:pt x="2154732" y="18992"/>
                    <a:pt x="2154986" y="18992"/>
                  </a:cubicBezTo>
                  <a:cubicBezTo>
                    <a:pt x="2153213" y="19245"/>
                    <a:pt x="2132955" y="22284"/>
                    <a:pt x="2131182" y="23044"/>
                  </a:cubicBezTo>
                  <a:cubicBezTo>
                    <a:pt x="2131689" y="23044"/>
                    <a:pt x="2132955" y="22790"/>
                    <a:pt x="2143590" y="21018"/>
                  </a:cubicBezTo>
                  <a:close/>
                  <a:moveTo>
                    <a:pt x="2136753" y="21524"/>
                  </a:moveTo>
                  <a:cubicBezTo>
                    <a:pt x="2148149" y="19498"/>
                    <a:pt x="2148402" y="19498"/>
                    <a:pt x="2148402" y="19498"/>
                  </a:cubicBezTo>
                  <a:cubicBezTo>
                    <a:pt x="2146629" y="19752"/>
                    <a:pt x="2126118" y="22790"/>
                    <a:pt x="2124345" y="23550"/>
                  </a:cubicBezTo>
                  <a:cubicBezTo>
                    <a:pt x="2124852" y="23297"/>
                    <a:pt x="2126118" y="23297"/>
                    <a:pt x="2136753" y="21524"/>
                  </a:cubicBezTo>
                  <a:close/>
                  <a:moveTo>
                    <a:pt x="2130423" y="21777"/>
                  </a:moveTo>
                  <a:cubicBezTo>
                    <a:pt x="2142071" y="19752"/>
                    <a:pt x="2142324" y="19752"/>
                    <a:pt x="2142324" y="19752"/>
                  </a:cubicBezTo>
                  <a:cubicBezTo>
                    <a:pt x="2140045" y="20005"/>
                    <a:pt x="2118774" y="23297"/>
                    <a:pt x="2117761" y="23803"/>
                  </a:cubicBezTo>
                  <a:cubicBezTo>
                    <a:pt x="2122066" y="23297"/>
                    <a:pt x="2126371" y="22537"/>
                    <a:pt x="2130423" y="21777"/>
                  </a:cubicBezTo>
                  <a:close/>
                  <a:moveTo>
                    <a:pt x="2124345" y="22284"/>
                  </a:moveTo>
                  <a:cubicBezTo>
                    <a:pt x="2127637" y="21777"/>
                    <a:pt x="2130676" y="21271"/>
                    <a:pt x="2133968" y="20765"/>
                  </a:cubicBezTo>
                  <a:cubicBezTo>
                    <a:pt x="2134981" y="20511"/>
                    <a:pt x="2135740" y="20511"/>
                    <a:pt x="2136753" y="20258"/>
                  </a:cubicBezTo>
                  <a:cubicBezTo>
                    <a:pt x="2134728" y="20511"/>
                    <a:pt x="2112950" y="23803"/>
                    <a:pt x="2111937" y="24310"/>
                  </a:cubicBezTo>
                  <a:cubicBezTo>
                    <a:pt x="2115989" y="23803"/>
                    <a:pt x="2120040" y="23044"/>
                    <a:pt x="2124345" y="22284"/>
                  </a:cubicBezTo>
                  <a:close/>
                  <a:moveTo>
                    <a:pt x="2118521" y="22790"/>
                  </a:moveTo>
                  <a:cubicBezTo>
                    <a:pt x="2122826" y="22031"/>
                    <a:pt x="2126877" y="22031"/>
                    <a:pt x="2131182" y="20765"/>
                  </a:cubicBezTo>
                  <a:cubicBezTo>
                    <a:pt x="2128397" y="21018"/>
                    <a:pt x="2107126" y="24563"/>
                    <a:pt x="2105860" y="24816"/>
                  </a:cubicBezTo>
                  <a:cubicBezTo>
                    <a:pt x="2109911" y="24310"/>
                    <a:pt x="2114216" y="23297"/>
                    <a:pt x="2118521" y="22790"/>
                  </a:cubicBezTo>
                  <a:close/>
                  <a:moveTo>
                    <a:pt x="2102568" y="24056"/>
                  </a:moveTo>
                  <a:cubicBezTo>
                    <a:pt x="2107126" y="23297"/>
                    <a:pt x="2111431" y="22790"/>
                    <a:pt x="2115736" y="21777"/>
                  </a:cubicBezTo>
                  <a:cubicBezTo>
                    <a:pt x="2113203" y="22031"/>
                    <a:pt x="2091426" y="25576"/>
                    <a:pt x="2089653" y="26082"/>
                  </a:cubicBezTo>
                  <a:cubicBezTo>
                    <a:pt x="2093958" y="25576"/>
                    <a:pt x="2098263" y="24816"/>
                    <a:pt x="2102568" y="24056"/>
                  </a:cubicBezTo>
                  <a:close/>
                  <a:moveTo>
                    <a:pt x="2098010" y="24563"/>
                  </a:moveTo>
                  <a:cubicBezTo>
                    <a:pt x="2102568" y="23803"/>
                    <a:pt x="2107126" y="23297"/>
                    <a:pt x="2111431" y="22284"/>
                  </a:cubicBezTo>
                  <a:cubicBezTo>
                    <a:pt x="2108645" y="22537"/>
                    <a:pt x="2087121" y="26082"/>
                    <a:pt x="2084842" y="26589"/>
                  </a:cubicBezTo>
                  <a:cubicBezTo>
                    <a:pt x="2089400" y="26082"/>
                    <a:pt x="2093705" y="25323"/>
                    <a:pt x="2098010" y="24563"/>
                  </a:cubicBezTo>
                  <a:close/>
                  <a:moveTo>
                    <a:pt x="2093452" y="25069"/>
                  </a:moveTo>
                  <a:cubicBezTo>
                    <a:pt x="2098010" y="24310"/>
                    <a:pt x="2102568" y="23803"/>
                    <a:pt x="2107126" y="22790"/>
                  </a:cubicBezTo>
                  <a:cubicBezTo>
                    <a:pt x="2103834" y="23297"/>
                    <a:pt x="2083069" y="26589"/>
                    <a:pt x="2080284" y="27095"/>
                  </a:cubicBezTo>
                  <a:cubicBezTo>
                    <a:pt x="2084842" y="26589"/>
                    <a:pt x="2089147" y="25829"/>
                    <a:pt x="2093452" y="25069"/>
                  </a:cubicBezTo>
                  <a:close/>
                  <a:moveTo>
                    <a:pt x="2089400" y="25576"/>
                  </a:moveTo>
                  <a:cubicBezTo>
                    <a:pt x="2093958" y="24816"/>
                    <a:pt x="2098769" y="24056"/>
                    <a:pt x="2103327" y="23297"/>
                  </a:cubicBezTo>
                  <a:cubicBezTo>
                    <a:pt x="2098769" y="24056"/>
                    <a:pt x="2079524" y="27095"/>
                    <a:pt x="2076485" y="27602"/>
                  </a:cubicBezTo>
                  <a:cubicBezTo>
                    <a:pt x="2080790" y="27095"/>
                    <a:pt x="2085095" y="26335"/>
                    <a:pt x="2089400" y="25576"/>
                  </a:cubicBezTo>
                  <a:close/>
                  <a:moveTo>
                    <a:pt x="2207403" y="12408"/>
                  </a:moveTo>
                  <a:cubicBezTo>
                    <a:pt x="2211202" y="11902"/>
                    <a:pt x="2215000" y="11648"/>
                    <a:pt x="2218545" y="10635"/>
                  </a:cubicBezTo>
                  <a:cubicBezTo>
                    <a:pt x="2216773" y="10889"/>
                    <a:pt x="2197274" y="13421"/>
                    <a:pt x="2195755" y="13927"/>
                  </a:cubicBezTo>
                  <a:cubicBezTo>
                    <a:pt x="2199553" y="13674"/>
                    <a:pt x="2203605" y="12915"/>
                    <a:pt x="2207403" y="12408"/>
                  </a:cubicBezTo>
                  <a:close/>
                  <a:moveTo>
                    <a:pt x="2201326" y="12661"/>
                  </a:moveTo>
                  <a:cubicBezTo>
                    <a:pt x="2204365" y="12155"/>
                    <a:pt x="2207403" y="11902"/>
                    <a:pt x="2210442" y="11395"/>
                  </a:cubicBezTo>
                  <a:cubicBezTo>
                    <a:pt x="2211202" y="11395"/>
                    <a:pt x="2212215" y="11395"/>
                    <a:pt x="2212974" y="10889"/>
                  </a:cubicBezTo>
                  <a:cubicBezTo>
                    <a:pt x="2211202" y="11142"/>
                    <a:pt x="2191450" y="13674"/>
                    <a:pt x="2189678" y="14181"/>
                  </a:cubicBezTo>
                  <a:cubicBezTo>
                    <a:pt x="2193223" y="13927"/>
                    <a:pt x="2197274" y="13168"/>
                    <a:pt x="2201326" y="12661"/>
                  </a:cubicBezTo>
                  <a:close/>
                  <a:moveTo>
                    <a:pt x="2195249" y="12915"/>
                  </a:moveTo>
                  <a:cubicBezTo>
                    <a:pt x="2198540" y="12408"/>
                    <a:pt x="2201832" y="11902"/>
                    <a:pt x="2205124" y="11648"/>
                  </a:cubicBezTo>
                  <a:cubicBezTo>
                    <a:pt x="2205631" y="11648"/>
                    <a:pt x="2206390" y="11648"/>
                    <a:pt x="2206897" y="11395"/>
                  </a:cubicBezTo>
                  <a:cubicBezTo>
                    <a:pt x="2204871" y="11648"/>
                    <a:pt x="2184107" y="14434"/>
                    <a:pt x="2183094" y="14687"/>
                  </a:cubicBezTo>
                  <a:cubicBezTo>
                    <a:pt x="2187145" y="14181"/>
                    <a:pt x="2191197" y="13674"/>
                    <a:pt x="2195249" y="12915"/>
                  </a:cubicBezTo>
                  <a:close/>
                  <a:moveTo>
                    <a:pt x="2189424" y="13421"/>
                  </a:moveTo>
                  <a:cubicBezTo>
                    <a:pt x="2193476" y="12915"/>
                    <a:pt x="2197527" y="12915"/>
                    <a:pt x="2201579" y="11648"/>
                  </a:cubicBezTo>
                  <a:cubicBezTo>
                    <a:pt x="2198794" y="11902"/>
                    <a:pt x="2178282" y="14687"/>
                    <a:pt x="2177523" y="14940"/>
                  </a:cubicBezTo>
                  <a:cubicBezTo>
                    <a:pt x="2181321" y="14687"/>
                    <a:pt x="2185373" y="13927"/>
                    <a:pt x="2189424" y="13421"/>
                  </a:cubicBezTo>
                  <a:close/>
                  <a:moveTo>
                    <a:pt x="2183853" y="13674"/>
                  </a:moveTo>
                  <a:cubicBezTo>
                    <a:pt x="2187905" y="13168"/>
                    <a:pt x="2192210" y="12915"/>
                    <a:pt x="2196261" y="11902"/>
                  </a:cubicBezTo>
                  <a:cubicBezTo>
                    <a:pt x="2194236" y="12155"/>
                    <a:pt x="2172965" y="14940"/>
                    <a:pt x="2171699" y="15194"/>
                  </a:cubicBezTo>
                  <a:cubicBezTo>
                    <a:pt x="2175750" y="14940"/>
                    <a:pt x="2179802" y="14181"/>
                    <a:pt x="2183853" y="13674"/>
                  </a:cubicBezTo>
                  <a:close/>
                  <a:moveTo>
                    <a:pt x="2178536" y="14181"/>
                  </a:moveTo>
                  <a:cubicBezTo>
                    <a:pt x="2182840" y="13674"/>
                    <a:pt x="2186892" y="13421"/>
                    <a:pt x="2191197" y="12408"/>
                  </a:cubicBezTo>
                  <a:cubicBezTo>
                    <a:pt x="2188665" y="12661"/>
                    <a:pt x="2167647" y="15447"/>
                    <a:pt x="2166381" y="15700"/>
                  </a:cubicBezTo>
                  <a:cubicBezTo>
                    <a:pt x="2170432" y="15447"/>
                    <a:pt x="2174484" y="14687"/>
                    <a:pt x="2178536" y="14181"/>
                  </a:cubicBezTo>
                  <a:close/>
                  <a:moveTo>
                    <a:pt x="2173471" y="14434"/>
                  </a:moveTo>
                  <a:cubicBezTo>
                    <a:pt x="2177776" y="13927"/>
                    <a:pt x="2182081" y="13421"/>
                    <a:pt x="2186385" y="12661"/>
                  </a:cubicBezTo>
                  <a:cubicBezTo>
                    <a:pt x="2183853" y="12915"/>
                    <a:pt x="2162836" y="15700"/>
                    <a:pt x="2161063" y="15953"/>
                  </a:cubicBezTo>
                  <a:cubicBezTo>
                    <a:pt x="2165115" y="15700"/>
                    <a:pt x="2169419" y="14940"/>
                    <a:pt x="2173471" y="14434"/>
                  </a:cubicBezTo>
                  <a:close/>
                  <a:moveTo>
                    <a:pt x="2168660" y="14940"/>
                  </a:moveTo>
                  <a:cubicBezTo>
                    <a:pt x="2172965" y="14434"/>
                    <a:pt x="2177523" y="13927"/>
                    <a:pt x="2181828" y="13168"/>
                  </a:cubicBezTo>
                  <a:cubicBezTo>
                    <a:pt x="2178536" y="13421"/>
                    <a:pt x="2158024" y="16206"/>
                    <a:pt x="2156252" y="16713"/>
                  </a:cubicBezTo>
                  <a:cubicBezTo>
                    <a:pt x="2160303" y="15953"/>
                    <a:pt x="2164608" y="15447"/>
                    <a:pt x="2168660" y="14940"/>
                  </a:cubicBezTo>
                  <a:close/>
                  <a:moveTo>
                    <a:pt x="2155745" y="16206"/>
                  </a:moveTo>
                  <a:cubicBezTo>
                    <a:pt x="2158531" y="15953"/>
                    <a:pt x="2161316" y="15447"/>
                    <a:pt x="2164102" y="15194"/>
                  </a:cubicBezTo>
                  <a:lnTo>
                    <a:pt x="2160050" y="15700"/>
                  </a:lnTo>
                  <a:cubicBezTo>
                    <a:pt x="2154479" y="16460"/>
                    <a:pt x="2148908" y="16966"/>
                    <a:pt x="2143084" y="17979"/>
                  </a:cubicBezTo>
                  <a:cubicBezTo>
                    <a:pt x="2147136" y="17219"/>
                    <a:pt x="2151440" y="16713"/>
                    <a:pt x="2155745" y="16206"/>
                  </a:cubicBezTo>
                  <a:close/>
                  <a:moveTo>
                    <a:pt x="2286663" y="4811"/>
                  </a:moveTo>
                  <a:lnTo>
                    <a:pt x="2286663" y="4811"/>
                  </a:lnTo>
                  <a:cubicBezTo>
                    <a:pt x="2289955" y="4305"/>
                    <a:pt x="2293247" y="4305"/>
                    <a:pt x="2296539" y="3545"/>
                  </a:cubicBezTo>
                  <a:cubicBezTo>
                    <a:pt x="2294766" y="3545"/>
                    <a:pt x="2277294" y="5571"/>
                    <a:pt x="2276027" y="6077"/>
                  </a:cubicBezTo>
                  <a:cubicBezTo>
                    <a:pt x="2279573" y="5824"/>
                    <a:pt x="2283118" y="5318"/>
                    <a:pt x="2286663" y="4811"/>
                  </a:cubicBezTo>
                  <a:close/>
                  <a:moveTo>
                    <a:pt x="2280586" y="5065"/>
                  </a:moveTo>
                  <a:cubicBezTo>
                    <a:pt x="2284131" y="4558"/>
                    <a:pt x="2287423" y="4558"/>
                    <a:pt x="2290968" y="3798"/>
                  </a:cubicBezTo>
                  <a:cubicBezTo>
                    <a:pt x="2288942" y="3798"/>
                    <a:pt x="2271216" y="5824"/>
                    <a:pt x="2269950" y="6331"/>
                  </a:cubicBezTo>
                  <a:cubicBezTo>
                    <a:pt x="2273242" y="6077"/>
                    <a:pt x="2276787" y="5571"/>
                    <a:pt x="2280586" y="5065"/>
                  </a:cubicBezTo>
                  <a:close/>
                  <a:moveTo>
                    <a:pt x="2274508" y="5318"/>
                  </a:moveTo>
                  <a:cubicBezTo>
                    <a:pt x="2278053" y="4811"/>
                    <a:pt x="2281598" y="4811"/>
                    <a:pt x="2285144" y="4052"/>
                  </a:cubicBezTo>
                  <a:cubicBezTo>
                    <a:pt x="2283118" y="4052"/>
                    <a:pt x="2265139" y="6077"/>
                    <a:pt x="2263619" y="6584"/>
                  </a:cubicBezTo>
                  <a:cubicBezTo>
                    <a:pt x="2267165" y="6331"/>
                    <a:pt x="2270710" y="5824"/>
                    <a:pt x="2274508" y="5318"/>
                  </a:cubicBezTo>
                  <a:close/>
                  <a:moveTo>
                    <a:pt x="2268684" y="5571"/>
                  </a:moveTo>
                  <a:cubicBezTo>
                    <a:pt x="2271723" y="5318"/>
                    <a:pt x="2274761" y="4811"/>
                    <a:pt x="2277800" y="4558"/>
                  </a:cubicBezTo>
                  <a:cubicBezTo>
                    <a:pt x="2278307" y="4558"/>
                    <a:pt x="2279066" y="4558"/>
                    <a:pt x="2279573" y="4305"/>
                  </a:cubicBezTo>
                  <a:cubicBezTo>
                    <a:pt x="2277547" y="4558"/>
                    <a:pt x="2259315" y="6331"/>
                    <a:pt x="2257542" y="6837"/>
                  </a:cubicBezTo>
                  <a:cubicBezTo>
                    <a:pt x="2261087" y="6584"/>
                    <a:pt x="2264886" y="5824"/>
                    <a:pt x="2268684" y="5571"/>
                  </a:cubicBezTo>
                  <a:close/>
                  <a:moveTo>
                    <a:pt x="2263113" y="5824"/>
                  </a:moveTo>
                  <a:cubicBezTo>
                    <a:pt x="2266911" y="5318"/>
                    <a:pt x="2270710" y="5318"/>
                    <a:pt x="2274255" y="4558"/>
                  </a:cubicBezTo>
                  <a:cubicBezTo>
                    <a:pt x="2271723" y="4811"/>
                    <a:pt x="2252477" y="6837"/>
                    <a:pt x="2251718" y="7090"/>
                  </a:cubicBezTo>
                  <a:cubicBezTo>
                    <a:pt x="2255516" y="6837"/>
                    <a:pt x="2259315" y="6077"/>
                    <a:pt x="2263113" y="5824"/>
                  </a:cubicBezTo>
                  <a:close/>
                  <a:moveTo>
                    <a:pt x="2257542" y="6077"/>
                  </a:moveTo>
                  <a:cubicBezTo>
                    <a:pt x="2261087" y="5571"/>
                    <a:pt x="2264632" y="5318"/>
                    <a:pt x="2268178" y="4811"/>
                  </a:cubicBezTo>
                  <a:lnTo>
                    <a:pt x="2265645" y="5065"/>
                  </a:lnTo>
                  <a:cubicBezTo>
                    <a:pt x="2256276" y="6077"/>
                    <a:pt x="2246653" y="7090"/>
                    <a:pt x="2246147" y="7344"/>
                  </a:cubicBezTo>
                  <a:cubicBezTo>
                    <a:pt x="2249945" y="7090"/>
                    <a:pt x="2253744" y="6331"/>
                    <a:pt x="2257542" y="6077"/>
                  </a:cubicBezTo>
                  <a:close/>
                  <a:moveTo>
                    <a:pt x="2252224" y="6331"/>
                  </a:moveTo>
                  <a:cubicBezTo>
                    <a:pt x="2254250" y="6077"/>
                    <a:pt x="2256529" y="5824"/>
                    <a:pt x="2258555" y="5571"/>
                  </a:cubicBezTo>
                  <a:lnTo>
                    <a:pt x="2253997" y="5824"/>
                  </a:lnTo>
                  <a:cubicBezTo>
                    <a:pt x="2247666" y="6584"/>
                    <a:pt x="2241082" y="7344"/>
                    <a:pt x="2240576" y="7344"/>
                  </a:cubicBezTo>
                  <a:cubicBezTo>
                    <a:pt x="2244627" y="7344"/>
                    <a:pt x="2248426" y="6837"/>
                    <a:pt x="2252224" y="6331"/>
                  </a:cubicBezTo>
                  <a:close/>
                  <a:moveTo>
                    <a:pt x="2247160" y="6584"/>
                  </a:moveTo>
                  <a:cubicBezTo>
                    <a:pt x="2247413" y="6584"/>
                    <a:pt x="2247919" y="6584"/>
                    <a:pt x="2248173" y="6584"/>
                  </a:cubicBezTo>
                  <a:lnTo>
                    <a:pt x="2243361" y="7090"/>
                  </a:lnTo>
                  <a:cubicBezTo>
                    <a:pt x="2240576" y="7344"/>
                    <a:pt x="2238044" y="7344"/>
                    <a:pt x="2235258" y="8103"/>
                  </a:cubicBezTo>
                  <a:cubicBezTo>
                    <a:pt x="2239310" y="7597"/>
                    <a:pt x="2243361" y="7090"/>
                    <a:pt x="2247160" y="6584"/>
                  </a:cubicBezTo>
                  <a:close/>
                  <a:moveTo>
                    <a:pt x="2237284" y="7344"/>
                  </a:moveTo>
                  <a:lnTo>
                    <a:pt x="2233485" y="7850"/>
                  </a:lnTo>
                  <a:cubicBezTo>
                    <a:pt x="2232473" y="7850"/>
                    <a:pt x="2231460" y="8103"/>
                    <a:pt x="2230447" y="8356"/>
                  </a:cubicBezTo>
                  <a:cubicBezTo>
                    <a:pt x="2232473" y="8356"/>
                    <a:pt x="2234752" y="7850"/>
                    <a:pt x="2236778" y="7597"/>
                  </a:cubicBezTo>
                  <a:cubicBezTo>
                    <a:pt x="2236778" y="7344"/>
                    <a:pt x="2237031" y="7344"/>
                    <a:pt x="2237284" y="7344"/>
                  </a:cubicBezTo>
                  <a:close/>
                  <a:moveTo>
                    <a:pt x="2342119" y="0"/>
                  </a:moveTo>
                  <a:lnTo>
                    <a:pt x="2337815" y="253"/>
                  </a:lnTo>
                  <a:cubicBezTo>
                    <a:pt x="2336042" y="506"/>
                    <a:pt x="2334016" y="506"/>
                    <a:pt x="2332244" y="760"/>
                  </a:cubicBezTo>
                  <a:cubicBezTo>
                    <a:pt x="2333003" y="760"/>
                    <a:pt x="2333763" y="760"/>
                    <a:pt x="2334776" y="506"/>
                  </a:cubicBezTo>
                  <a:cubicBezTo>
                    <a:pt x="2337055" y="506"/>
                    <a:pt x="2339587" y="253"/>
                    <a:pt x="2342119" y="0"/>
                  </a:cubicBezTo>
                  <a:close/>
                  <a:moveTo>
                    <a:pt x="2342119" y="0"/>
                  </a:moveTo>
                  <a:lnTo>
                    <a:pt x="2342119" y="0"/>
                  </a:lnTo>
                  <a:lnTo>
                    <a:pt x="2342119" y="0"/>
                  </a:lnTo>
                  <a:lnTo>
                    <a:pt x="2342119" y="0"/>
                  </a:lnTo>
                  <a:close/>
                  <a:moveTo>
                    <a:pt x="2331737" y="506"/>
                  </a:moveTo>
                  <a:lnTo>
                    <a:pt x="2328445" y="760"/>
                  </a:lnTo>
                  <a:cubicBezTo>
                    <a:pt x="2327939" y="760"/>
                    <a:pt x="2327179" y="760"/>
                    <a:pt x="2326673" y="1013"/>
                  </a:cubicBezTo>
                  <a:cubicBezTo>
                    <a:pt x="2328192" y="1013"/>
                    <a:pt x="2329711" y="760"/>
                    <a:pt x="2331484" y="760"/>
                  </a:cubicBezTo>
                  <a:cubicBezTo>
                    <a:pt x="2331231" y="506"/>
                    <a:pt x="2331484" y="506"/>
                    <a:pt x="2331737" y="506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0165FF">
                    <a:alpha val="0"/>
                    <a:lumMod val="64000"/>
                  </a:srgbClr>
                </a:gs>
                <a:gs pos="21000">
                  <a:srgbClr val="0165FF">
                    <a:alpha val="36000"/>
                    <a:lumMod val="44000"/>
                    <a:lumOff val="56000"/>
                  </a:srgbClr>
                </a:gs>
              </a:gsLst>
              <a:lin ang="54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4003" name="TextBox 4002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bz-dot-sphere  ·  中心点阵球(5655 闭合轮廓点阵 custGeom + 渐变底圆,结尾/封面中心母题)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渐变底圆 + 5655 个小闭合轮廓沿球面排布的点阵(5655 moveTo/close+19464 cubicBez) → 透视点阵球;已 recolor srgb、去水印、identity grpSp 包裹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结尾/封面/章节页正中作母题,压在标题之下、楼群之上;6.3in 居中(off 3.52,0.60)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改 grpSp off/ext 移位缩放;换 accent 即整体换色;注入完好(全 custGeom/ellipse,非 scene3d)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1" name="bz-deco-swirl"/>
          <p:cNvGrpSpPr/>
          <p:nvPr/>
        </p:nvGrpSpPr>
        <p:grpSpPr>
          <a:xfrm>
            <a:off x="4996374" y="919429"/>
            <a:ext cx="2422573" cy="2926080"/>
            <a:chOff x="179885" y="1493554"/>
            <a:chExt cx="2806689" cy="3390030"/>
          </a:xfrm>
          <a:gradFill>
            <a:gsLst>
              <a:gs pos="100000">
                <a:srgbClr val="0165FF">
                  <a:lumMod val="40000"/>
                  <a:lumOff val="60000"/>
                  <a:alpha val="0"/>
                </a:srgbClr>
              </a:gs>
              <a:gs pos="12000">
                <a:srgbClr val="0165FF">
                  <a:lumMod val="60000"/>
                  <a:lumOff val="40000"/>
                  <a:alpha val="52000"/>
                </a:srgbClr>
              </a:gs>
            </a:gsLst>
            <a:lin ang="5400000" scaled="0"/>
          </a:gradFill>
        </p:grpSpPr>
        <p:sp>
          <p:nvSpPr>
            <p:cNvPr id="61" name="任意多边形: 形状 60"/>
            <p:cNvSpPr/>
            <p:nvPr/>
          </p:nvSpPr>
          <p:spPr>
            <a:xfrm>
              <a:off x="515179" y="2329580"/>
              <a:ext cx="838151" cy="2017477"/>
            </a:xfrm>
            <a:custGeom>
              <a:avLst/>
              <a:gdLst>
                <a:gd name="connsiteX0" fmla="*/ 232305 w 494861"/>
                <a:gd name="connsiteY0" fmla="*/ 6745 h 1191158"/>
                <a:gd name="connsiteX1" fmla="*/ 369084 w 494861"/>
                <a:gd name="connsiteY1" fmla="*/ 98185 h 1191158"/>
                <a:gd name="connsiteX2" fmla="*/ 487575 w 494861"/>
                <a:gd name="connsiteY2" fmla="*/ 415558 h 1191158"/>
                <a:gd name="connsiteX3" fmla="*/ 471097 w 494861"/>
                <a:gd name="connsiteY3" fmla="*/ 755887 h 1191158"/>
                <a:gd name="connsiteX4" fmla="*/ 262499 w 494861"/>
                <a:gd name="connsiteY4" fmla="*/ 1119837 h 1191158"/>
                <a:gd name="connsiteX5" fmla="*/ 134197 w 494861"/>
                <a:gd name="connsiteY5" fmla="*/ 1189846 h 1191158"/>
                <a:gd name="connsiteX6" fmla="*/ 78000 w 494861"/>
                <a:gd name="connsiteY6" fmla="*/ 1185845 h 1191158"/>
                <a:gd name="connsiteX7" fmla="*/ 6848 w 494861"/>
                <a:gd name="connsiteY7" fmla="*/ 1126219 h 1191158"/>
                <a:gd name="connsiteX8" fmla="*/ 51901 w 494861"/>
                <a:gd name="connsiteY8" fmla="*/ 983248 h 1191158"/>
                <a:gd name="connsiteX9" fmla="*/ 112957 w 494861"/>
                <a:gd name="connsiteY9" fmla="*/ 935242 h 1191158"/>
                <a:gd name="connsiteX10" fmla="*/ 170678 w 494861"/>
                <a:gd name="connsiteY10" fmla="*/ 890189 h 1191158"/>
                <a:gd name="connsiteX11" fmla="*/ 256498 w 494861"/>
                <a:gd name="connsiteY11" fmla="*/ 678734 h 1191158"/>
                <a:gd name="connsiteX12" fmla="*/ 203158 w 494861"/>
                <a:gd name="connsiteY12" fmla="*/ 478614 h 1191158"/>
                <a:gd name="connsiteX13" fmla="*/ 160582 w 494861"/>
                <a:gd name="connsiteY13" fmla="*/ 411939 h 1191158"/>
                <a:gd name="connsiteX14" fmla="*/ 127054 w 494861"/>
                <a:gd name="connsiteY14" fmla="*/ 360599 h 1191158"/>
                <a:gd name="connsiteX15" fmla="*/ 86191 w 494861"/>
                <a:gd name="connsiteY15" fmla="*/ 271636 h 1191158"/>
                <a:gd name="connsiteX16" fmla="*/ 105432 w 494861"/>
                <a:gd name="connsiteY16" fmla="*/ 40464 h 1191158"/>
                <a:gd name="connsiteX17" fmla="*/ 232305 w 494861"/>
                <a:gd name="connsiteY17" fmla="*/ 6745 h 1191158"/>
                <a:gd name="connsiteX18" fmla="*/ 81715 w 494861"/>
                <a:gd name="connsiteY18" fmla="*/ 1172510 h 1191158"/>
                <a:gd name="connsiteX19" fmla="*/ 132102 w 494861"/>
                <a:gd name="connsiteY19" fmla="*/ 1176130 h 1191158"/>
                <a:gd name="connsiteX20" fmla="*/ 252974 w 494861"/>
                <a:gd name="connsiteY20" fmla="*/ 1109550 h 1191158"/>
                <a:gd name="connsiteX21" fmla="*/ 457381 w 494861"/>
                <a:gd name="connsiteY21" fmla="*/ 752743 h 1191158"/>
                <a:gd name="connsiteX22" fmla="*/ 358130 w 494861"/>
                <a:gd name="connsiteY22" fmla="*/ 107044 h 1191158"/>
                <a:gd name="connsiteX23" fmla="*/ 228400 w 494861"/>
                <a:gd name="connsiteY23" fmla="*/ 20271 h 1191158"/>
                <a:gd name="connsiteX24" fmla="*/ 116290 w 494861"/>
                <a:gd name="connsiteY24" fmla="*/ 48846 h 1191158"/>
                <a:gd name="connsiteX25" fmla="*/ 99336 w 494861"/>
                <a:gd name="connsiteY25" fmla="*/ 267540 h 1191158"/>
                <a:gd name="connsiteX26" fmla="*/ 138769 w 494861"/>
                <a:gd name="connsiteY26" fmla="*/ 353265 h 1191158"/>
                <a:gd name="connsiteX27" fmla="*/ 171916 w 494861"/>
                <a:gd name="connsiteY27" fmla="*/ 404033 h 1191158"/>
                <a:gd name="connsiteX28" fmla="*/ 215065 w 494861"/>
                <a:gd name="connsiteY28" fmla="*/ 471661 h 1191158"/>
                <a:gd name="connsiteX29" fmla="*/ 270310 w 494861"/>
                <a:gd name="connsiteY29" fmla="*/ 678639 h 1191158"/>
                <a:gd name="connsiteX30" fmla="*/ 180108 w 494861"/>
                <a:gd name="connsiteY30" fmla="*/ 900381 h 1191158"/>
                <a:gd name="connsiteX31" fmla="*/ 120862 w 494861"/>
                <a:gd name="connsiteY31" fmla="*/ 946672 h 1191158"/>
                <a:gd name="connsiteX32" fmla="*/ 61426 w 494861"/>
                <a:gd name="connsiteY32" fmla="*/ 993345 h 1191158"/>
                <a:gd name="connsiteX33" fmla="*/ 19612 w 494861"/>
                <a:gd name="connsiteY33" fmla="*/ 1121075 h 1191158"/>
                <a:gd name="connsiteX34" fmla="*/ 81715 w 494861"/>
                <a:gd name="connsiteY34" fmla="*/ 1172510 h 1191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94861" h="1191158">
                  <a:moveTo>
                    <a:pt x="232305" y="6745"/>
                  </a:moveTo>
                  <a:cubicBezTo>
                    <a:pt x="288883" y="23033"/>
                    <a:pt x="341747" y="64372"/>
                    <a:pt x="369084" y="98185"/>
                  </a:cubicBezTo>
                  <a:cubicBezTo>
                    <a:pt x="446617" y="194197"/>
                    <a:pt x="476335" y="323737"/>
                    <a:pt x="487575" y="415558"/>
                  </a:cubicBezTo>
                  <a:cubicBezTo>
                    <a:pt x="501386" y="528906"/>
                    <a:pt x="495385" y="652921"/>
                    <a:pt x="471097" y="755887"/>
                  </a:cubicBezTo>
                  <a:cubicBezTo>
                    <a:pt x="437283" y="898857"/>
                    <a:pt x="363178" y="1028111"/>
                    <a:pt x="262499" y="1119837"/>
                  </a:cubicBezTo>
                  <a:cubicBezTo>
                    <a:pt x="216493" y="1161652"/>
                    <a:pt x="175726" y="1183940"/>
                    <a:pt x="134197" y="1189846"/>
                  </a:cubicBezTo>
                  <a:cubicBezTo>
                    <a:pt x="115719" y="1192513"/>
                    <a:pt x="96288" y="1191084"/>
                    <a:pt x="78000" y="1185845"/>
                  </a:cubicBezTo>
                  <a:cubicBezTo>
                    <a:pt x="44186" y="1176130"/>
                    <a:pt x="18183" y="1154413"/>
                    <a:pt x="6848" y="1126219"/>
                  </a:cubicBezTo>
                  <a:cubicBezTo>
                    <a:pt x="-14488" y="1073355"/>
                    <a:pt x="17802" y="1016110"/>
                    <a:pt x="51901" y="983248"/>
                  </a:cubicBezTo>
                  <a:cubicBezTo>
                    <a:pt x="70666" y="965151"/>
                    <a:pt x="92192" y="949911"/>
                    <a:pt x="112957" y="935242"/>
                  </a:cubicBezTo>
                  <a:cubicBezTo>
                    <a:pt x="132673" y="921336"/>
                    <a:pt x="153057" y="906858"/>
                    <a:pt x="170678" y="890189"/>
                  </a:cubicBezTo>
                  <a:cubicBezTo>
                    <a:pt x="224971" y="838849"/>
                    <a:pt x="257070" y="759792"/>
                    <a:pt x="256498" y="678734"/>
                  </a:cubicBezTo>
                  <a:cubicBezTo>
                    <a:pt x="256022" y="612440"/>
                    <a:pt x="235543" y="535764"/>
                    <a:pt x="203158" y="478614"/>
                  </a:cubicBezTo>
                  <a:cubicBezTo>
                    <a:pt x="189919" y="455278"/>
                    <a:pt x="174964" y="433180"/>
                    <a:pt x="160582" y="411939"/>
                  </a:cubicBezTo>
                  <a:cubicBezTo>
                    <a:pt x="149342" y="395270"/>
                    <a:pt x="137722" y="378125"/>
                    <a:pt x="127054" y="360599"/>
                  </a:cubicBezTo>
                  <a:cubicBezTo>
                    <a:pt x="107718" y="328786"/>
                    <a:pt x="94764" y="300496"/>
                    <a:pt x="86191" y="271636"/>
                  </a:cubicBezTo>
                  <a:cubicBezTo>
                    <a:pt x="64760" y="199912"/>
                    <a:pt x="58664" y="101519"/>
                    <a:pt x="105432" y="40464"/>
                  </a:cubicBezTo>
                  <a:cubicBezTo>
                    <a:pt x="134007" y="2745"/>
                    <a:pt x="177917" y="-8876"/>
                    <a:pt x="232305" y="6745"/>
                  </a:cubicBezTo>
                  <a:close/>
                  <a:moveTo>
                    <a:pt x="81715" y="1172510"/>
                  </a:moveTo>
                  <a:cubicBezTo>
                    <a:pt x="98098" y="1177273"/>
                    <a:pt x="115528" y="1178511"/>
                    <a:pt x="132102" y="1176130"/>
                  </a:cubicBezTo>
                  <a:cubicBezTo>
                    <a:pt x="170678" y="1170605"/>
                    <a:pt x="209159" y="1149460"/>
                    <a:pt x="252974" y="1109550"/>
                  </a:cubicBezTo>
                  <a:cubicBezTo>
                    <a:pt x="351653" y="1019729"/>
                    <a:pt x="424234" y="893047"/>
                    <a:pt x="457381" y="752743"/>
                  </a:cubicBezTo>
                  <a:cubicBezTo>
                    <a:pt x="520150" y="487091"/>
                    <a:pt x="454999" y="226773"/>
                    <a:pt x="358130" y="107044"/>
                  </a:cubicBezTo>
                  <a:cubicBezTo>
                    <a:pt x="333079" y="75992"/>
                    <a:pt x="281740" y="35606"/>
                    <a:pt x="228400" y="20271"/>
                  </a:cubicBezTo>
                  <a:cubicBezTo>
                    <a:pt x="194681" y="10555"/>
                    <a:pt x="147913" y="7698"/>
                    <a:pt x="116290" y="48846"/>
                  </a:cubicBezTo>
                  <a:cubicBezTo>
                    <a:pt x="72571" y="105901"/>
                    <a:pt x="79810" y="202294"/>
                    <a:pt x="99336" y="267540"/>
                  </a:cubicBezTo>
                  <a:cubicBezTo>
                    <a:pt x="107623" y="295258"/>
                    <a:pt x="120100" y="322499"/>
                    <a:pt x="138769" y="353265"/>
                  </a:cubicBezTo>
                  <a:cubicBezTo>
                    <a:pt x="149247" y="370505"/>
                    <a:pt x="160772" y="387555"/>
                    <a:pt x="171916" y="404033"/>
                  </a:cubicBezTo>
                  <a:cubicBezTo>
                    <a:pt x="186490" y="425560"/>
                    <a:pt x="201539" y="447753"/>
                    <a:pt x="215065" y="471661"/>
                  </a:cubicBezTo>
                  <a:cubicBezTo>
                    <a:pt x="248593" y="530811"/>
                    <a:pt x="269738" y="610154"/>
                    <a:pt x="270310" y="678639"/>
                  </a:cubicBezTo>
                  <a:cubicBezTo>
                    <a:pt x="270881" y="763507"/>
                    <a:pt x="237163" y="846374"/>
                    <a:pt x="180108" y="900381"/>
                  </a:cubicBezTo>
                  <a:cubicBezTo>
                    <a:pt x="161725" y="917716"/>
                    <a:pt x="140960" y="932480"/>
                    <a:pt x="120862" y="946672"/>
                  </a:cubicBezTo>
                  <a:cubicBezTo>
                    <a:pt x="100479" y="961055"/>
                    <a:pt x="79429" y="976009"/>
                    <a:pt x="61426" y="993345"/>
                  </a:cubicBezTo>
                  <a:cubicBezTo>
                    <a:pt x="30470" y="1023253"/>
                    <a:pt x="847" y="1074688"/>
                    <a:pt x="19612" y="1121075"/>
                  </a:cubicBezTo>
                  <a:cubicBezTo>
                    <a:pt x="29422" y="1145173"/>
                    <a:pt x="51997" y="1163938"/>
                    <a:pt x="81715" y="11725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558995" y="2247360"/>
              <a:ext cx="957299" cy="2140400"/>
            </a:xfrm>
            <a:custGeom>
              <a:avLst/>
              <a:gdLst>
                <a:gd name="connsiteX0" fmla="*/ 222247 w 565208"/>
                <a:gd name="connsiteY0" fmla="*/ 8331 h 1263734"/>
                <a:gd name="connsiteX1" fmla="*/ 297494 w 565208"/>
                <a:gd name="connsiteY1" fmla="*/ 43669 h 1263734"/>
                <a:gd name="connsiteX2" fmla="*/ 373408 w 565208"/>
                <a:gd name="connsiteY2" fmla="*/ 113297 h 1263734"/>
                <a:gd name="connsiteX3" fmla="*/ 432178 w 565208"/>
                <a:gd name="connsiteY3" fmla="*/ 194164 h 1263734"/>
                <a:gd name="connsiteX4" fmla="*/ 515807 w 565208"/>
                <a:gd name="connsiteY4" fmla="*/ 355613 h 1263734"/>
                <a:gd name="connsiteX5" fmla="*/ 563337 w 565208"/>
                <a:gd name="connsiteY5" fmla="*/ 557352 h 1263734"/>
                <a:gd name="connsiteX6" fmla="*/ 522856 w 565208"/>
                <a:gd name="connsiteY6" fmla="*/ 835768 h 1263734"/>
                <a:gd name="connsiteX7" fmla="*/ 288922 w 565208"/>
                <a:gd name="connsiteY7" fmla="*/ 1186574 h 1263734"/>
                <a:gd name="connsiteX8" fmla="*/ 152333 w 565208"/>
                <a:gd name="connsiteY8" fmla="*/ 1260869 h 1263734"/>
                <a:gd name="connsiteX9" fmla="*/ 79467 w 565208"/>
                <a:gd name="connsiteY9" fmla="*/ 1257821 h 1263734"/>
                <a:gd name="connsiteX10" fmla="*/ 14887 w 565208"/>
                <a:gd name="connsiteY10" fmla="*/ 1212672 h 1263734"/>
                <a:gd name="connsiteX11" fmla="*/ 26603 w 565208"/>
                <a:gd name="connsiteY11" fmla="*/ 1080942 h 1263734"/>
                <a:gd name="connsiteX12" fmla="*/ 69180 w 565208"/>
                <a:gd name="connsiteY12" fmla="*/ 1030745 h 1263734"/>
                <a:gd name="connsiteX13" fmla="*/ 112519 w 565208"/>
                <a:gd name="connsiteY13" fmla="*/ 980453 h 1263734"/>
                <a:gd name="connsiteX14" fmla="*/ 153762 w 565208"/>
                <a:gd name="connsiteY14" fmla="*/ 905205 h 1263734"/>
                <a:gd name="connsiteX15" fmla="*/ 191481 w 565208"/>
                <a:gd name="connsiteY15" fmla="*/ 755949 h 1263734"/>
                <a:gd name="connsiteX16" fmla="*/ 192338 w 565208"/>
                <a:gd name="connsiteY16" fmla="*/ 746424 h 1263734"/>
                <a:gd name="connsiteX17" fmla="*/ 183004 w 565208"/>
                <a:gd name="connsiteY17" fmla="*/ 627837 h 1263734"/>
                <a:gd name="connsiteX18" fmla="*/ 171288 w 565208"/>
                <a:gd name="connsiteY18" fmla="*/ 585166 h 1263734"/>
                <a:gd name="connsiteX19" fmla="*/ 148428 w 565208"/>
                <a:gd name="connsiteY19" fmla="*/ 528873 h 1263734"/>
                <a:gd name="connsiteX20" fmla="*/ 104994 w 565208"/>
                <a:gd name="connsiteY20" fmla="*/ 452292 h 1263734"/>
                <a:gd name="connsiteX21" fmla="*/ 73085 w 565208"/>
                <a:gd name="connsiteY21" fmla="*/ 397618 h 1263734"/>
                <a:gd name="connsiteX22" fmla="*/ 57559 w 565208"/>
                <a:gd name="connsiteY22" fmla="*/ 367329 h 1263734"/>
                <a:gd name="connsiteX23" fmla="*/ 32509 w 565208"/>
                <a:gd name="connsiteY23" fmla="*/ 300082 h 1263734"/>
                <a:gd name="connsiteX24" fmla="*/ 60226 w 565208"/>
                <a:gd name="connsiteY24" fmla="*/ 50813 h 1263734"/>
                <a:gd name="connsiteX25" fmla="*/ 222247 w 565208"/>
                <a:gd name="connsiteY25" fmla="*/ 8331 h 1263734"/>
                <a:gd name="connsiteX26" fmla="*/ 83086 w 565208"/>
                <a:gd name="connsiteY26" fmla="*/ 1244391 h 1263734"/>
                <a:gd name="connsiteX27" fmla="*/ 149380 w 565208"/>
                <a:gd name="connsiteY27" fmla="*/ 1247153 h 1263734"/>
                <a:gd name="connsiteX28" fmla="*/ 279682 w 565208"/>
                <a:gd name="connsiteY28" fmla="*/ 1175906 h 1263734"/>
                <a:gd name="connsiteX29" fmla="*/ 509521 w 565208"/>
                <a:gd name="connsiteY29" fmla="*/ 831101 h 1263734"/>
                <a:gd name="connsiteX30" fmla="*/ 549240 w 565208"/>
                <a:gd name="connsiteY30" fmla="*/ 558496 h 1263734"/>
                <a:gd name="connsiteX31" fmla="*/ 502663 w 565208"/>
                <a:gd name="connsiteY31" fmla="*/ 360661 h 1263734"/>
                <a:gd name="connsiteX32" fmla="*/ 420462 w 565208"/>
                <a:gd name="connsiteY32" fmla="*/ 201975 h 1263734"/>
                <a:gd name="connsiteX33" fmla="*/ 362455 w 565208"/>
                <a:gd name="connsiteY33" fmla="*/ 121965 h 1263734"/>
                <a:gd name="connsiteX34" fmla="*/ 289684 w 565208"/>
                <a:gd name="connsiteY34" fmla="*/ 55290 h 1263734"/>
                <a:gd name="connsiteX35" fmla="*/ 218341 w 565208"/>
                <a:gd name="connsiteY35" fmla="*/ 21666 h 1263734"/>
                <a:gd name="connsiteX36" fmla="*/ 70894 w 565208"/>
                <a:gd name="connsiteY36" fmla="*/ 59195 h 1263734"/>
                <a:gd name="connsiteX37" fmla="*/ 45748 w 565208"/>
                <a:gd name="connsiteY37" fmla="*/ 296272 h 1263734"/>
                <a:gd name="connsiteX38" fmla="*/ 69847 w 565208"/>
                <a:gd name="connsiteY38" fmla="*/ 361137 h 1263734"/>
                <a:gd name="connsiteX39" fmla="*/ 84991 w 565208"/>
                <a:gd name="connsiteY39" fmla="*/ 390760 h 1263734"/>
                <a:gd name="connsiteX40" fmla="*/ 116614 w 565208"/>
                <a:gd name="connsiteY40" fmla="*/ 444958 h 1263734"/>
                <a:gd name="connsiteX41" fmla="*/ 160620 w 565208"/>
                <a:gd name="connsiteY41" fmla="*/ 522491 h 1263734"/>
                <a:gd name="connsiteX42" fmla="*/ 184242 w 565208"/>
                <a:gd name="connsiteY42" fmla="*/ 580594 h 1263734"/>
                <a:gd name="connsiteX43" fmla="*/ 196339 w 565208"/>
                <a:gd name="connsiteY43" fmla="*/ 624599 h 1263734"/>
                <a:gd name="connsiteX44" fmla="*/ 205959 w 565208"/>
                <a:gd name="connsiteY44" fmla="*/ 747281 h 1263734"/>
                <a:gd name="connsiteX45" fmla="*/ 205102 w 565208"/>
                <a:gd name="connsiteY45" fmla="*/ 757092 h 1263734"/>
                <a:gd name="connsiteX46" fmla="*/ 166335 w 565208"/>
                <a:gd name="connsiteY46" fmla="*/ 910444 h 1263734"/>
                <a:gd name="connsiteX47" fmla="*/ 123472 w 565208"/>
                <a:gd name="connsiteY47" fmla="*/ 988549 h 1263734"/>
                <a:gd name="connsiteX48" fmla="*/ 79086 w 565208"/>
                <a:gd name="connsiteY48" fmla="*/ 1040175 h 1263734"/>
                <a:gd name="connsiteX49" fmla="*/ 37843 w 565208"/>
                <a:gd name="connsiteY49" fmla="*/ 1088752 h 1263734"/>
                <a:gd name="connsiteX50" fmla="*/ 26413 w 565208"/>
                <a:gd name="connsiteY50" fmla="*/ 1205053 h 1263734"/>
                <a:gd name="connsiteX51" fmla="*/ 83086 w 565208"/>
                <a:gd name="connsiteY51" fmla="*/ 1244391 h 1263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5208" h="1263734">
                  <a:moveTo>
                    <a:pt x="222247" y="8331"/>
                  </a:moveTo>
                  <a:cubicBezTo>
                    <a:pt x="247678" y="15666"/>
                    <a:pt x="273777" y="27858"/>
                    <a:pt x="297494" y="43669"/>
                  </a:cubicBezTo>
                  <a:cubicBezTo>
                    <a:pt x="325974" y="62719"/>
                    <a:pt x="352930" y="87389"/>
                    <a:pt x="373408" y="113297"/>
                  </a:cubicBezTo>
                  <a:cubicBezTo>
                    <a:pt x="394173" y="139395"/>
                    <a:pt x="412842" y="165113"/>
                    <a:pt x="432178" y="194164"/>
                  </a:cubicBezTo>
                  <a:cubicBezTo>
                    <a:pt x="465896" y="244837"/>
                    <a:pt x="493995" y="299130"/>
                    <a:pt x="515807" y="355613"/>
                  </a:cubicBezTo>
                  <a:cubicBezTo>
                    <a:pt x="541906" y="423145"/>
                    <a:pt x="557908" y="490963"/>
                    <a:pt x="563337" y="557352"/>
                  </a:cubicBezTo>
                  <a:cubicBezTo>
                    <a:pt x="572481" y="668985"/>
                    <a:pt x="546382" y="770427"/>
                    <a:pt x="522856" y="835768"/>
                  </a:cubicBezTo>
                  <a:cubicBezTo>
                    <a:pt x="470087" y="982358"/>
                    <a:pt x="391315" y="1100373"/>
                    <a:pt x="288922" y="1186574"/>
                  </a:cubicBezTo>
                  <a:cubicBezTo>
                    <a:pt x="257299" y="1213149"/>
                    <a:pt x="208721" y="1249820"/>
                    <a:pt x="152333" y="1260869"/>
                  </a:cubicBezTo>
                  <a:cubicBezTo>
                    <a:pt x="128425" y="1265536"/>
                    <a:pt x="102613" y="1264488"/>
                    <a:pt x="79467" y="1257821"/>
                  </a:cubicBezTo>
                  <a:cubicBezTo>
                    <a:pt x="51082" y="1249630"/>
                    <a:pt x="28222" y="1233628"/>
                    <a:pt x="14887" y="1212672"/>
                  </a:cubicBezTo>
                  <a:cubicBezTo>
                    <a:pt x="-13021" y="1168667"/>
                    <a:pt x="2600" y="1115803"/>
                    <a:pt x="26603" y="1080942"/>
                  </a:cubicBezTo>
                  <a:cubicBezTo>
                    <a:pt x="38986" y="1062940"/>
                    <a:pt x="53654" y="1047318"/>
                    <a:pt x="69180" y="1030745"/>
                  </a:cubicBezTo>
                  <a:cubicBezTo>
                    <a:pt x="83753" y="1015219"/>
                    <a:pt x="98803" y="999217"/>
                    <a:pt x="112519" y="980453"/>
                  </a:cubicBezTo>
                  <a:cubicBezTo>
                    <a:pt x="127759" y="959593"/>
                    <a:pt x="141665" y="934257"/>
                    <a:pt x="153762" y="905205"/>
                  </a:cubicBezTo>
                  <a:cubicBezTo>
                    <a:pt x="173479" y="858152"/>
                    <a:pt x="186528" y="806526"/>
                    <a:pt x="191481" y="755949"/>
                  </a:cubicBezTo>
                  <a:cubicBezTo>
                    <a:pt x="191767" y="752710"/>
                    <a:pt x="192052" y="749567"/>
                    <a:pt x="192338" y="746424"/>
                  </a:cubicBezTo>
                  <a:cubicBezTo>
                    <a:pt x="195196" y="708514"/>
                    <a:pt x="192148" y="669748"/>
                    <a:pt x="183004" y="627837"/>
                  </a:cubicBezTo>
                  <a:cubicBezTo>
                    <a:pt x="179956" y="613931"/>
                    <a:pt x="176050" y="599644"/>
                    <a:pt x="171288" y="585166"/>
                  </a:cubicBezTo>
                  <a:cubicBezTo>
                    <a:pt x="164811" y="565449"/>
                    <a:pt x="157096" y="546494"/>
                    <a:pt x="148428" y="528873"/>
                  </a:cubicBezTo>
                  <a:cubicBezTo>
                    <a:pt x="135093" y="502203"/>
                    <a:pt x="119853" y="476866"/>
                    <a:pt x="104994" y="452292"/>
                  </a:cubicBezTo>
                  <a:cubicBezTo>
                    <a:pt x="94326" y="434575"/>
                    <a:pt x="83277" y="416192"/>
                    <a:pt x="73085" y="397618"/>
                  </a:cubicBezTo>
                  <a:cubicBezTo>
                    <a:pt x="67180" y="386855"/>
                    <a:pt x="62131" y="376949"/>
                    <a:pt x="57559" y="367329"/>
                  </a:cubicBezTo>
                  <a:cubicBezTo>
                    <a:pt x="46701" y="344469"/>
                    <a:pt x="38509" y="322466"/>
                    <a:pt x="32509" y="300082"/>
                  </a:cubicBezTo>
                  <a:cubicBezTo>
                    <a:pt x="12220" y="222835"/>
                    <a:pt x="8791" y="116821"/>
                    <a:pt x="60226" y="50813"/>
                  </a:cubicBezTo>
                  <a:cubicBezTo>
                    <a:pt x="96612" y="3855"/>
                    <a:pt x="154238" y="-11195"/>
                    <a:pt x="222247" y="8331"/>
                  </a:cubicBezTo>
                  <a:close/>
                  <a:moveTo>
                    <a:pt x="83086" y="1244391"/>
                  </a:moveTo>
                  <a:cubicBezTo>
                    <a:pt x="104041" y="1250392"/>
                    <a:pt x="127663" y="1251439"/>
                    <a:pt x="149380" y="1247153"/>
                  </a:cubicBezTo>
                  <a:cubicBezTo>
                    <a:pt x="202625" y="1236771"/>
                    <a:pt x="249202" y="1201528"/>
                    <a:pt x="279682" y="1175906"/>
                  </a:cubicBezTo>
                  <a:cubicBezTo>
                    <a:pt x="380266" y="1091324"/>
                    <a:pt x="457609" y="975309"/>
                    <a:pt x="509521" y="831101"/>
                  </a:cubicBezTo>
                  <a:cubicBezTo>
                    <a:pt x="542191" y="740518"/>
                    <a:pt x="556288" y="643649"/>
                    <a:pt x="549240" y="558496"/>
                  </a:cubicBezTo>
                  <a:cubicBezTo>
                    <a:pt x="543906" y="493440"/>
                    <a:pt x="528285" y="426955"/>
                    <a:pt x="502663" y="360661"/>
                  </a:cubicBezTo>
                  <a:cubicBezTo>
                    <a:pt x="481231" y="305131"/>
                    <a:pt x="453514" y="251791"/>
                    <a:pt x="420462" y="201975"/>
                  </a:cubicBezTo>
                  <a:cubicBezTo>
                    <a:pt x="401317" y="173209"/>
                    <a:pt x="382933" y="147873"/>
                    <a:pt x="362455" y="121965"/>
                  </a:cubicBezTo>
                  <a:cubicBezTo>
                    <a:pt x="342833" y="97200"/>
                    <a:pt x="317020" y="73578"/>
                    <a:pt x="289684" y="55290"/>
                  </a:cubicBezTo>
                  <a:cubicBezTo>
                    <a:pt x="267109" y="40240"/>
                    <a:pt x="242535" y="28620"/>
                    <a:pt x="218341" y="21666"/>
                  </a:cubicBezTo>
                  <a:cubicBezTo>
                    <a:pt x="182337" y="11284"/>
                    <a:pt x="115281" y="2426"/>
                    <a:pt x="70894" y="59195"/>
                  </a:cubicBezTo>
                  <a:cubicBezTo>
                    <a:pt x="22698" y="121107"/>
                    <a:pt x="26222" y="222263"/>
                    <a:pt x="45748" y="296272"/>
                  </a:cubicBezTo>
                  <a:cubicBezTo>
                    <a:pt x="51463" y="317799"/>
                    <a:pt x="59369" y="339039"/>
                    <a:pt x="69847" y="361137"/>
                  </a:cubicBezTo>
                  <a:cubicBezTo>
                    <a:pt x="74323" y="370567"/>
                    <a:pt x="79276" y="380187"/>
                    <a:pt x="84991" y="390760"/>
                  </a:cubicBezTo>
                  <a:cubicBezTo>
                    <a:pt x="94993" y="409048"/>
                    <a:pt x="105946" y="427336"/>
                    <a:pt x="116614" y="444958"/>
                  </a:cubicBezTo>
                  <a:cubicBezTo>
                    <a:pt x="131569" y="469722"/>
                    <a:pt x="146999" y="495345"/>
                    <a:pt x="160620" y="522491"/>
                  </a:cubicBezTo>
                  <a:cubicBezTo>
                    <a:pt x="169669" y="540684"/>
                    <a:pt x="177574" y="560210"/>
                    <a:pt x="184242" y="580594"/>
                  </a:cubicBezTo>
                  <a:cubicBezTo>
                    <a:pt x="189100" y="595452"/>
                    <a:pt x="193195" y="610312"/>
                    <a:pt x="196339" y="624599"/>
                  </a:cubicBezTo>
                  <a:cubicBezTo>
                    <a:pt x="205864" y="667842"/>
                    <a:pt x="209007" y="708038"/>
                    <a:pt x="205959" y="747281"/>
                  </a:cubicBezTo>
                  <a:cubicBezTo>
                    <a:pt x="205673" y="750519"/>
                    <a:pt x="205387" y="753758"/>
                    <a:pt x="205102" y="757092"/>
                  </a:cubicBezTo>
                  <a:cubicBezTo>
                    <a:pt x="200053" y="809098"/>
                    <a:pt x="186623" y="862057"/>
                    <a:pt x="166335" y="910444"/>
                  </a:cubicBezTo>
                  <a:cubicBezTo>
                    <a:pt x="153762" y="940543"/>
                    <a:pt x="139284" y="966737"/>
                    <a:pt x="123472" y="988549"/>
                  </a:cubicBezTo>
                  <a:cubicBezTo>
                    <a:pt x="109280" y="1007980"/>
                    <a:pt x="93945" y="1024363"/>
                    <a:pt x="79086" y="1040175"/>
                  </a:cubicBezTo>
                  <a:cubicBezTo>
                    <a:pt x="63941" y="1056272"/>
                    <a:pt x="49654" y="1071607"/>
                    <a:pt x="37843" y="1088752"/>
                  </a:cubicBezTo>
                  <a:cubicBezTo>
                    <a:pt x="16411" y="1119899"/>
                    <a:pt x="2124" y="1166762"/>
                    <a:pt x="26413" y="1205053"/>
                  </a:cubicBezTo>
                  <a:cubicBezTo>
                    <a:pt x="37938" y="1223245"/>
                    <a:pt x="58036" y="1237247"/>
                    <a:pt x="83086" y="12443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545960" y="2164888"/>
              <a:ext cx="1133072" cy="2264954"/>
            </a:xfrm>
            <a:custGeom>
              <a:avLst/>
              <a:gdLst>
                <a:gd name="connsiteX0" fmla="*/ 244992 w 668988"/>
                <a:gd name="connsiteY0" fmla="*/ 9400 h 1337273"/>
                <a:gd name="connsiteX1" fmla="*/ 323573 w 668988"/>
                <a:gd name="connsiteY1" fmla="*/ 46166 h 1337273"/>
                <a:gd name="connsiteX2" fmla="*/ 411298 w 668988"/>
                <a:gd name="connsiteY2" fmla="*/ 128557 h 1337273"/>
                <a:gd name="connsiteX3" fmla="*/ 458161 w 668988"/>
                <a:gd name="connsiteY3" fmla="*/ 188184 h 1337273"/>
                <a:gd name="connsiteX4" fmla="*/ 481307 w 668988"/>
                <a:gd name="connsiteY4" fmla="*/ 217616 h 1337273"/>
                <a:gd name="connsiteX5" fmla="*/ 593226 w 668988"/>
                <a:gd name="connsiteY5" fmla="*/ 386209 h 1337273"/>
                <a:gd name="connsiteX6" fmla="*/ 665521 w 668988"/>
                <a:gd name="connsiteY6" fmla="*/ 604522 h 1337273"/>
                <a:gd name="connsiteX7" fmla="*/ 607894 w 668988"/>
                <a:gd name="connsiteY7" fmla="*/ 915703 h 1337273"/>
                <a:gd name="connsiteX8" fmla="*/ 348624 w 668988"/>
                <a:gd name="connsiteY8" fmla="*/ 1253460 h 1337273"/>
                <a:gd name="connsiteX9" fmla="*/ 203558 w 668988"/>
                <a:gd name="connsiteY9" fmla="*/ 1331946 h 1337273"/>
                <a:gd name="connsiteX10" fmla="*/ 111166 w 668988"/>
                <a:gd name="connsiteY10" fmla="*/ 1330708 h 1337273"/>
                <a:gd name="connsiteX11" fmla="*/ 56492 w 668988"/>
                <a:gd name="connsiteY11" fmla="*/ 1299275 h 1337273"/>
                <a:gd name="connsiteX12" fmla="*/ 34585 w 668988"/>
                <a:gd name="connsiteY12" fmla="*/ 1179641 h 1337273"/>
                <a:gd name="connsiteX13" fmla="*/ 63636 w 668988"/>
                <a:gd name="connsiteY13" fmla="*/ 1117919 h 1337273"/>
                <a:gd name="connsiteX14" fmla="*/ 87639 w 668988"/>
                <a:gd name="connsiteY14" fmla="*/ 1071151 h 1337273"/>
                <a:gd name="connsiteX15" fmla="*/ 119643 w 668988"/>
                <a:gd name="connsiteY15" fmla="*/ 986950 h 1337273"/>
                <a:gd name="connsiteX16" fmla="*/ 159838 w 668988"/>
                <a:gd name="connsiteY16" fmla="*/ 824644 h 1337273"/>
                <a:gd name="connsiteX17" fmla="*/ 161458 w 668988"/>
                <a:gd name="connsiteY17" fmla="*/ 814262 h 1337273"/>
                <a:gd name="connsiteX18" fmla="*/ 159267 w 668988"/>
                <a:gd name="connsiteY18" fmla="*/ 687008 h 1337273"/>
                <a:gd name="connsiteX19" fmla="*/ 148885 w 668988"/>
                <a:gd name="connsiteY19" fmla="*/ 640812 h 1337273"/>
                <a:gd name="connsiteX20" fmla="*/ 126977 w 668988"/>
                <a:gd name="connsiteY20" fmla="*/ 579280 h 1337273"/>
                <a:gd name="connsiteX21" fmla="*/ 82495 w 668988"/>
                <a:gd name="connsiteY21" fmla="*/ 491746 h 1337273"/>
                <a:gd name="connsiteX22" fmla="*/ 52396 w 668988"/>
                <a:gd name="connsiteY22" fmla="*/ 434786 h 1337273"/>
                <a:gd name="connsiteX23" fmla="*/ 36871 w 668988"/>
                <a:gd name="connsiteY23" fmla="*/ 401544 h 1337273"/>
                <a:gd name="connsiteX24" fmla="*/ 12201 w 668988"/>
                <a:gd name="connsiteY24" fmla="*/ 328582 h 1337273"/>
                <a:gd name="connsiteX25" fmla="*/ 48301 w 668988"/>
                <a:gd name="connsiteY25" fmla="*/ 61216 h 1337273"/>
                <a:gd name="connsiteX26" fmla="*/ 244992 w 668988"/>
                <a:gd name="connsiteY26" fmla="*/ 9400 h 1337273"/>
                <a:gd name="connsiteX27" fmla="*/ 115071 w 668988"/>
                <a:gd name="connsiteY27" fmla="*/ 1317277 h 1337273"/>
                <a:gd name="connsiteX28" fmla="*/ 200320 w 668988"/>
                <a:gd name="connsiteY28" fmla="*/ 1318420 h 1337273"/>
                <a:gd name="connsiteX29" fmla="*/ 340051 w 668988"/>
                <a:gd name="connsiteY29" fmla="*/ 1242506 h 1337273"/>
                <a:gd name="connsiteX30" fmla="*/ 595226 w 668988"/>
                <a:gd name="connsiteY30" fmla="*/ 909798 h 1337273"/>
                <a:gd name="connsiteX31" fmla="*/ 651614 w 668988"/>
                <a:gd name="connsiteY31" fmla="*/ 606331 h 1337273"/>
                <a:gd name="connsiteX32" fmla="*/ 580748 w 668988"/>
                <a:gd name="connsiteY32" fmla="*/ 392781 h 1337273"/>
                <a:gd name="connsiteX33" fmla="*/ 470258 w 668988"/>
                <a:gd name="connsiteY33" fmla="*/ 226284 h 1337273"/>
                <a:gd name="connsiteX34" fmla="*/ 447112 w 668988"/>
                <a:gd name="connsiteY34" fmla="*/ 196852 h 1337273"/>
                <a:gd name="connsiteX35" fmla="*/ 400154 w 668988"/>
                <a:gd name="connsiteY35" fmla="*/ 137225 h 1337273"/>
                <a:gd name="connsiteX36" fmla="*/ 315667 w 668988"/>
                <a:gd name="connsiteY36" fmla="*/ 57882 h 1337273"/>
                <a:gd name="connsiteX37" fmla="*/ 240991 w 668988"/>
                <a:gd name="connsiteY37" fmla="*/ 22925 h 1337273"/>
                <a:gd name="connsiteX38" fmla="*/ 58969 w 668988"/>
                <a:gd name="connsiteY38" fmla="*/ 70074 h 1337273"/>
                <a:gd name="connsiteX39" fmla="*/ 25536 w 668988"/>
                <a:gd name="connsiteY39" fmla="*/ 325534 h 1337273"/>
                <a:gd name="connsiteX40" fmla="*/ 49444 w 668988"/>
                <a:gd name="connsiteY40" fmla="*/ 396210 h 1337273"/>
                <a:gd name="connsiteX41" fmla="*/ 64684 w 668988"/>
                <a:gd name="connsiteY41" fmla="*/ 428881 h 1337273"/>
                <a:gd name="connsiteX42" fmla="*/ 94497 w 668988"/>
                <a:gd name="connsiteY42" fmla="*/ 485364 h 1337273"/>
                <a:gd name="connsiteX43" fmla="*/ 139550 w 668988"/>
                <a:gd name="connsiteY43" fmla="*/ 573946 h 1337273"/>
                <a:gd name="connsiteX44" fmla="*/ 162124 w 668988"/>
                <a:gd name="connsiteY44" fmla="*/ 637383 h 1337273"/>
                <a:gd name="connsiteX45" fmla="*/ 172888 w 668988"/>
                <a:gd name="connsiteY45" fmla="*/ 685008 h 1337273"/>
                <a:gd name="connsiteX46" fmla="*/ 175174 w 668988"/>
                <a:gd name="connsiteY46" fmla="*/ 816548 h 1337273"/>
                <a:gd name="connsiteX47" fmla="*/ 173459 w 668988"/>
                <a:gd name="connsiteY47" fmla="*/ 827121 h 1337273"/>
                <a:gd name="connsiteX48" fmla="*/ 132787 w 668988"/>
                <a:gd name="connsiteY48" fmla="*/ 991427 h 1337273"/>
                <a:gd name="connsiteX49" fmla="*/ 100212 w 668988"/>
                <a:gd name="connsiteY49" fmla="*/ 1077247 h 1337273"/>
                <a:gd name="connsiteX50" fmla="*/ 75828 w 668988"/>
                <a:gd name="connsiteY50" fmla="*/ 1124777 h 1337273"/>
                <a:gd name="connsiteX51" fmla="*/ 47729 w 668988"/>
                <a:gd name="connsiteY51" fmla="*/ 1184213 h 1337273"/>
                <a:gd name="connsiteX52" fmla="*/ 66493 w 668988"/>
                <a:gd name="connsiteY52" fmla="*/ 1289845 h 1337273"/>
                <a:gd name="connsiteX53" fmla="*/ 115071 w 668988"/>
                <a:gd name="connsiteY53" fmla="*/ 1317277 h 1337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668988" h="1337273">
                  <a:moveTo>
                    <a:pt x="244992" y="9400"/>
                  </a:moveTo>
                  <a:cubicBezTo>
                    <a:pt x="272138" y="17210"/>
                    <a:pt x="299380" y="29974"/>
                    <a:pt x="323573" y="46166"/>
                  </a:cubicBezTo>
                  <a:cubicBezTo>
                    <a:pt x="355768" y="67788"/>
                    <a:pt x="386152" y="96268"/>
                    <a:pt x="411298" y="128557"/>
                  </a:cubicBezTo>
                  <a:cubicBezTo>
                    <a:pt x="427396" y="149131"/>
                    <a:pt x="442636" y="168467"/>
                    <a:pt x="458161" y="188184"/>
                  </a:cubicBezTo>
                  <a:lnTo>
                    <a:pt x="481307" y="217616"/>
                  </a:lnTo>
                  <a:cubicBezTo>
                    <a:pt x="528551" y="277719"/>
                    <a:pt x="564175" y="331249"/>
                    <a:pt x="593226" y="386209"/>
                  </a:cubicBezTo>
                  <a:cubicBezTo>
                    <a:pt x="632278" y="460218"/>
                    <a:pt x="656662" y="533656"/>
                    <a:pt x="665521" y="604522"/>
                  </a:cubicBezTo>
                  <a:cubicBezTo>
                    <a:pt x="681904" y="734538"/>
                    <a:pt x="636469" y="855315"/>
                    <a:pt x="607894" y="915703"/>
                  </a:cubicBezTo>
                  <a:cubicBezTo>
                    <a:pt x="539791" y="1059912"/>
                    <a:pt x="455018" y="1170402"/>
                    <a:pt x="348624" y="1253460"/>
                  </a:cubicBezTo>
                  <a:cubicBezTo>
                    <a:pt x="311191" y="1282702"/>
                    <a:pt x="260899" y="1318039"/>
                    <a:pt x="203558" y="1331946"/>
                  </a:cubicBezTo>
                  <a:cubicBezTo>
                    <a:pt x="172792" y="1339471"/>
                    <a:pt x="139931" y="1338994"/>
                    <a:pt x="111166" y="1330708"/>
                  </a:cubicBezTo>
                  <a:cubicBezTo>
                    <a:pt x="88877" y="1324326"/>
                    <a:pt x="69922" y="1313467"/>
                    <a:pt x="56492" y="1299275"/>
                  </a:cubicBezTo>
                  <a:cubicBezTo>
                    <a:pt x="27346" y="1268700"/>
                    <a:pt x="19345" y="1225075"/>
                    <a:pt x="34585" y="1179641"/>
                  </a:cubicBezTo>
                  <a:cubicBezTo>
                    <a:pt x="41538" y="1158591"/>
                    <a:pt x="52301" y="1138874"/>
                    <a:pt x="63636" y="1117919"/>
                  </a:cubicBezTo>
                  <a:cubicBezTo>
                    <a:pt x="71446" y="1103441"/>
                    <a:pt x="79638" y="1088392"/>
                    <a:pt x="87639" y="1071151"/>
                  </a:cubicBezTo>
                  <a:cubicBezTo>
                    <a:pt x="97926" y="1048958"/>
                    <a:pt x="108403" y="1021431"/>
                    <a:pt x="119643" y="986950"/>
                  </a:cubicBezTo>
                  <a:cubicBezTo>
                    <a:pt x="137645" y="931705"/>
                    <a:pt x="151456" y="875603"/>
                    <a:pt x="159838" y="824644"/>
                  </a:cubicBezTo>
                  <a:cubicBezTo>
                    <a:pt x="160410" y="821120"/>
                    <a:pt x="160981" y="817691"/>
                    <a:pt x="161458" y="814262"/>
                  </a:cubicBezTo>
                  <a:cubicBezTo>
                    <a:pt x="167649" y="772352"/>
                    <a:pt x="166982" y="733109"/>
                    <a:pt x="159267" y="687008"/>
                  </a:cubicBezTo>
                  <a:cubicBezTo>
                    <a:pt x="156790" y="672435"/>
                    <a:pt x="153266" y="656814"/>
                    <a:pt x="148885" y="640812"/>
                  </a:cubicBezTo>
                  <a:cubicBezTo>
                    <a:pt x="142884" y="619381"/>
                    <a:pt x="135550" y="598616"/>
                    <a:pt x="126977" y="579280"/>
                  </a:cubicBezTo>
                  <a:cubicBezTo>
                    <a:pt x="113642" y="548991"/>
                    <a:pt x="97831" y="519844"/>
                    <a:pt x="82495" y="491746"/>
                  </a:cubicBezTo>
                  <a:cubicBezTo>
                    <a:pt x="72399" y="473267"/>
                    <a:pt x="62017" y="454122"/>
                    <a:pt x="52396" y="434786"/>
                  </a:cubicBezTo>
                  <a:cubicBezTo>
                    <a:pt x="46491" y="422975"/>
                    <a:pt x="41443" y="412021"/>
                    <a:pt x="36871" y="401544"/>
                  </a:cubicBezTo>
                  <a:cubicBezTo>
                    <a:pt x="25917" y="376493"/>
                    <a:pt x="17821" y="352585"/>
                    <a:pt x="12201" y="328582"/>
                  </a:cubicBezTo>
                  <a:cubicBezTo>
                    <a:pt x="2771" y="288577"/>
                    <a:pt x="-22565" y="151132"/>
                    <a:pt x="48301" y="61216"/>
                  </a:cubicBezTo>
                  <a:cubicBezTo>
                    <a:pt x="92020" y="5971"/>
                    <a:pt x="165649" y="-13460"/>
                    <a:pt x="244992" y="9400"/>
                  </a:cubicBezTo>
                  <a:close/>
                  <a:moveTo>
                    <a:pt x="115071" y="1317277"/>
                  </a:moveTo>
                  <a:cubicBezTo>
                    <a:pt x="141646" y="1324897"/>
                    <a:pt x="171935" y="1325278"/>
                    <a:pt x="200320" y="1318420"/>
                  </a:cubicBezTo>
                  <a:cubicBezTo>
                    <a:pt x="255088" y="1305085"/>
                    <a:pt x="303761" y="1270795"/>
                    <a:pt x="340051" y="1242506"/>
                  </a:cubicBezTo>
                  <a:cubicBezTo>
                    <a:pt x="444636" y="1160782"/>
                    <a:pt x="528075" y="1052006"/>
                    <a:pt x="595226" y="909798"/>
                  </a:cubicBezTo>
                  <a:cubicBezTo>
                    <a:pt x="623134" y="850743"/>
                    <a:pt x="667521" y="732823"/>
                    <a:pt x="651614" y="606331"/>
                  </a:cubicBezTo>
                  <a:cubicBezTo>
                    <a:pt x="642946" y="537180"/>
                    <a:pt x="619134" y="465266"/>
                    <a:pt x="580748" y="392781"/>
                  </a:cubicBezTo>
                  <a:cubicBezTo>
                    <a:pt x="552078" y="338584"/>
                    <a:pt x="517026" y="285720"/>
                    <a:pt x="470258" y="226284"/>
                  </a:cubicBezTo>
                  <a:lnTo>
                    <a:pt x="447112" y="196852"/>
                  </a:lnTo>
                  <a:cubicBezTo>
                    <a:pt x="431491" y="177135"/>
                    <a:pt x="416347" y="157799"/>
                    <a:pt x="400154" y="137225"/>
                  </a:cubicBezTo>
                  <a:cubicBezTo>
                    <a:pt x="375865" y="106078"/>
                    <a:pt x="346719" y="78646"/>
                    <a:pt x="315667" y="57882"/>
                  </a:cubicBezTo>
                  <a:cubicBezTo>
                    <a:pt x="292617" y="42451"/>
                    <a:pt x="266804" y="30355"/>
                    <a:pt x="240991" y="22925"/>
                  </a:cubicBezTo>
                  <a:cubicBezTo>
                    <a:pt x="166220" y="1399"/>
                    <a:pt x="99831" y="18639"/>
                    <a:pt x="58969" y="70074"/>
                  </a:cubicBezTo>
                  <a:cubicBezTo>
                    <a:pt x="-7992" y="155037"/>
                    <a:pt x="16487" y="287053"/>
                    <a:pt x="25536" y="325534"/>
                  </a:cubicBezTo>
                  <a:cubicBezTo>
                    <a:pt x="31060" y="348775"/>
                    <a:pt x="38871" y="371826"/>
                    <a:pt x="49444" y="396210"/>
                  </a:cubicBezTo>
                  <a:cubicBezTo>
                    <a:pt x="53920" y="406497"/>
                    <a:pt x="58969" y="417165"/>
                    <a:pt x="64684" y="428881"/>
                  </a:cubicBezTo>
                  <a:cubicBezTo>
                    <a:pt x="74113" y="447931"/>
                    <a:pt x="84496" y="466981"/>
                    <a:pt x="94497" y="485364"/>
                  </a:cubicBezTo>
                  <a:cubicBezTo>
                    <a:pt x="109927" y="513748"/>
                    <a:pt x="125929" y="543085"/>
                    <a:pt x="139550" y="573946"/>
                  </a:cubicBezTo>
                  <a:cubicBezTo>
                    <a:pt x="148313" y="593949"/>
                    <a:pt x="155933" y="615285"/>
                    <a:pt x="162124" y="637383"/>
                  </a:cubicBezTo>
                  <a:cubicBezTo>
                    <a:pt x="166696" y="653861"/>
                    <a:pt x="170316" y="669958"/>
                    <a:pt x="172888" y="685008"/>
                  </a:cubicBezTo>
                  <a:cubicBezTo>
                    <a:pt x="180889" y="732538"/>
                    <a:pt x="181555" y="773114"/>
                    <a:pt x="175174" y="816548"/>
                  </a:cubicBezTo>
                  <a:cubicBezTo>
                    <a:pt x="174697" y="820072"/>
                    <a:pt x="174126" y="823597"/>
                    <a:pt x="173459" y="827121"/>
                  </a:cubicBezTo>
                  <a:cubicBezTo>
                    <a:pt x="164982" y="878651"/>
                    <a:pt x="150980" y="935515"/>
                    <a:pt x="132787" y="991427"/>
                  </a:cubicBezTo>
                  <a:cubicBezTo>
                    <a:pt x="121262" y="1026955"/>
                    <a:pt x="110880" y="1054197"/>
                    <a:pt x="100212" y="1077247"/>
                  </a:cubicBezTo>
                  <a:cubicBezTo>
                    <a:pt x="92020" y="1094869"/>
                    <a:pt x="83734" y="1110109"/>
                    <a:pt x="75828" y="1124777"/>
                  </a:cubicBezTo>
                  <a:cubicBezTo>
                    <a:pt x="64303" y="1146018"/>
                    <a:pt x="54397" y="1164306"/>
                    <a:pt x="47729" y="1184213"/>
                  </a:cubicBezTo>
                  <a:cubicBezTo>
                    <a:pt x="39728" y="1207930"/>
                    <a:pt x="31632" y="1253174"/>
                    <a:pt x="66493" y="1289845"/>
                  </a:cubicBezTo>
                  <a:cubicBezTo>
                    <a:pt x="78400" y="1302037"/>
                    <a:pt x="95068" y="1311562"/>
                    <a:pt x="115071" y="13172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500659" y="2081214"/>
              <a:ext cx="1341610" cy="2392431"/>
            </a:xfrm>
            <a:custGeom>
              <a:avLst/>
              <a:gdLst>
                <a:gd name="connsiteX0" fmla="*/ 286122 w 792113"/>
                <a:gd name="connsiteY0" fmla="*/ 10701 h 1412538"/>
                <a:gd name="connsiteX1" fmla="*/ 368703 w 792113"/>
                <a:gd name="connsiteY1" fmla="*/ 49277 h 1412538"/>
                <a:gd name="connsiteX2" fmla="*/ 468144 w 792113"/>
                <a:gd name="connsiteY2" fmla="*/ 144432 h 1412538"/>
                <a:gd name="connsiteX3" fmla="*/ 549583 w 792113"/>
                <a:gd name="connsiteY3" fmla="*/ 241778 h 1412538"/>
                <a:gd name="connsiteX4" fmla="*/ 689696 w 792113"/>
                <a:gd name="connsiteY4" fmla="*/ 417704 h 1412538"/>
                <a:gd name="connsiteX5" fmla="*/ 786851 w 792113"/>
                <a:gd name="connsiteY5" fmla="*/ 652496 h 1412538"/>
                <a:gd name="connsiteX6" fmla="*/ 712175 w 792113"/>
                <a:gd name="connsiteY6" fmla="*/ 996253 h 1412538"/>
                <a:gd name="connsiteX7" fmla="*/ 427663 w 792113"/>
                <a:gd name="connsiteY7" fmla="*/ 1321055 h 1412538"/>
                <a:gd name="connsiteX8" fmla="*/ 274215 w 792113"/>
                <a:gd name="connsiteY8" fmla="*/ 1403828 h 1412538"/>
                <a:gd name="connsiteX9" fmla="*/ 158391 w 792113"/>
                <a:gd name="connsiteY9" fmla="*/ 1405352 h 1412538"/>
                <a:gd name="connsiteX10" fmla="*/ 117529 w 792113"/>
                <a:gd name="connsiteY10" fmla="*/ 1386397 h 1412538"/>
                <a:gd name="connsiteX11" fmla="*/ 62284 w 792113"/>
                <a:gd name="connsiteY11" fmla="*/ 1279622 h 1412538"/>
                <a:gd name="connsiteX12" fmla="*/ 80572 w 792113"/>
                <a:gd name="connsiteY12" fmla="*/ 1169227 h 1412538"/>
                <a:gd name="connsiteX13" fmla="*/ 82191 w 792113"/>
                <a:gd name="connsiteY13" fmla="*/ 1162655 h 1412538"/>
                <a:gd name="connsiteX14" fmla="*/ 92764 w 792113"/>
                <a:gd name="connsiteY14" fmla="*/ 1119030 h 1412538"/>
                <a:gd name="connsiteX15" fmla="*/ 104766 w 792113"/>
                <a:gd name="connsiteY15" fmla="*/ 1069310 h 1412538"/>
                <a:gd name="connsiteX16" fmla="*/ 116005 w 792113"/>
                <a:gd name="connsiteY16" fmla="*/ 1024257 h 1412538"/>
                <a:gd name="connsiteX17" fmla="*/ 147342 w 792113"/>
                <a:gd name="connsiteY17" fmla="*/ 894240 h 1412538"/>
                <a:gd name="connsiteX18" fmla="*/ 147723 w 792113"/>
                <a:gd name="connsiteY18" fmla="*/ 892430 h 1412538"/>
                <a:gd name="connsiteX19" fmla="*/ 149724 w 792113"/>
                <a:gd name="connsiteY19" fmla="*/ 883096 h 1412538"/>
                <a:gd name="connsiteX20" fmla="*/ 154677 w 792113"/>
                <a:gd name="connsiteY20" fmla="*/ 747174 h 1412538"/>
                <a:gd name="connsiteX21" fmla="*/ 145533 w 792113"/>
                <a:gd name="connsiteY21" fmla="*/ 697454 h 1412538"/>
                <a:gd name="connsiteX22" fmla="*/ 124673 w 792113"/>
                <a:gd name="connsiteY22" fmla="*/ 630683 h 1412538"/>
                <a:gd name="connsiteX23" fmla="*/ 79239 w 792113"/>
                <a:gd name="connsiteY23" fmla="*/ 531909 h 1412538"/>
                <a:gd name="connsiteX24" fmla="*/ 50854 w 792113"/>
                <a:gd name="connsiteY24" fmla="*/ 473045 h 1412538"/>
                <a:gd name="connsiteX25" fmla="*/ 35233 w 792113"/>
                <a:gd name="connsiteY25" fmla="*/ 436850 h 1412538"/>
                <a:gd name="connsiteX26" fmla="*/ 10849 w 792113"/>
                <a:gd name="connsiteY26" fmla="*/ 358173 h 1412538"/>
                <a:gd name="connsiteX27" fmla="*/ 55331 w 792113"/>
                <a:gd name="connsiteY27" fmla="*/ 72709 h 1412538"/>
                <a:gd name="connsiteX28" fmla="*/ 286122 w 792113"/>
                <a:gd name="connsiteY28" fmla="*/ 10701 h 1412538"/>
                <a:gd name="connsiteX29" fmla="*/ 162201 w 792113"/>
                <a:gd name="connsiteY29" fmla="*/ 1391921 h 1412538"/>
                <a:gd name="connsiteX30" fmla="*/ 270310 w 792113"/>
                <a:gd name="connsiteY30" fmla="*/ 1390397 h 1412538"/>
                <a:gd name="connsiteX31" fmla="*/ 419472 w 792113"/>
                <a:gd name="connsiteY31" fmla="*/ 1309816 h 1412538"/>
                <a:gd name="connsiteX32" fmla="*/ 700078 w 792113"/>
                <a:gd name="connsiteY32" fmla="*/ 989300 h 1412538"/>
                <a:gd name="connsiteX33" fmla="*/ 773040 w 792113"/>
                <a:gd name="connsiteY33" fmla="*/ 654782 h 1412538"/>
                <a:gd name="connsiteX34" fmla="*/ 677980 w 792113"/>
                <a:gd name="connsiteY34" fmla="*/ 425420 h 1412538"/>
                <a:gd name="connsiteX35" fmla="*/ 539201 w 792113"/>
                <a:gd name="connsiteY35" fmla="*/ 251112 h 1412538"/>
                <a:gd name="connsiteX36" fmla="*/ 457095 w 792113"/>
                <a:gd name="connsiteY36" fmla="*/ 153100 h 1412538"/>
                <a:gd name="connsiteX37" fmla="*/ 360893 w 792113"/>
                <a:gd name="connsiteY37" fmla="*/ 60993 h 1412538"/>
                <a:gd name="connsiteX38" fmla="*/ 282216 w 792113"/>
                <a:gd name="connsiteY38" fmla="*/ 24227 h 1412538"/>
                <a:gd name="connsiteX39" fmla="*/ 66285 w 792113"/>
                <a:gd name="connsiteY39" fmla="*/ 81377 h 1412538"/>
                <a:gd name="connsiteX40" fmla="*/ 24565 w 792113"/>
                <a:gd name="connsiteY40" fmla="*/ 355220 h 1412538"/>
                <a:gd name="connsiteX41" fmla="*/ 48187 w 792113"/>
                <a:gd name="connsiteY41" fmla="*/ 431611 h 1412538"/>
                <a:gd name="connsiteX42" fmla="*/ 63522 w 792113"/>
                <a:gd name="connsiteY42" fmla="*/ 467234 h 1412538"/>
                <a:gd name="connsiteX43" fmla="*/ 91716 w 792113"/>
                <a:gd name="connsiteY43" fmla="*/ 525718 h 1412538"/>
                <a:gd name="connsiteX44" fmla="*/ 137627 w 792113"/>
                <a:gd name="connsiteY44" fmla="*/ 625635 h 1412538"/>
                <a:gd name="connsiteX45" fmla="*/ 159153 w 792113"/>
                <a:gd name="connsiteY45" fmla="*/ 694310 h 1412538"/>
                <a:gd name="connsiteX46" fmla="*/ 168583 w 792113"/>
                <a:gd name="connsiteY46" fmla="*/ 745555 h 1412538"/>
                <a:gd name="connsiteX47" fmla="*/ 163440 w 792113"/>
                <a:gd name="connsiteY47" fmla="*/ 886049 h 1412538"/>
                <a:gd name="connsiteX48" fmla="*/ 161344 w 792113"/>
                <a:gd name="connsiteY48" fmla="*/ 895574 h 1412538"/>
                <a:gd name="connsiteX49" fmla="*/ 160963 w 792113"/>
                <a:gd name="connsiteY49" fmla="*/ 897383 h 1412538"/>
                <a:gd name="connsiteX50" fmla="*/ 129531 w 792113"/>
                <a:gd name="connsiteY50" fmla="*/ 1027781 h 1412538"/>
                <a:gd name="connsiteX51" fmla="*/ 118291 w 792113"/>
                <a:gd name="connsiteY51" fmla="*/ 1072739 h 1412538"/>
                <a:gd name="connsiteX52" fmla="*/ 106290 w 792113"/>
                <a:gd name="connsiteY52" fmla="*/ 1122364 h 1412538"/>
                <a:gd name="connsiteX53" fmla="*/ 95717 w 792113"/>
                <a:gd name="connsiteY53" fmla="*/ 1166084 h 1412538"/>
                <a:gd name="connsiteX54" fmla="*/ 94098 w 792113"/>
                <a:gd name="connsiteY54" fmla="*/ 1172656 h 1412538"/>
                <a:gd name="connsiteX55" fmla="*/ 76191 w 792113"/>
                <a:gd name="connsiteY55" fmla="*/ 1279336 h 1412538"/>
                <a:gd name="connsiteX56" fmla="*/ 125530 w 792113"/>
                <a:gd name="connsiteY56" fmla="*/ 1375062 h 1412538"/>
                <a:gd name="connsiteX57" fmla="*/ 162201 w 792113"/>
                <a:gd name="connsiteY57" fmla="*/ 1391921 h 1412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792113" h="1412538">
                  <a:moveTo>
                    <a:pt x="286122" y="10701"/>
                  </a:moveTo>
                  <a:cubicBezTo>
                    <a:pt x="315363" y="19083"/>
                    <a:pt x="343176" y="32132"/>
                    <a:pt x="368703" y="49277"/>
                  </a:cubicBezTo>
                  <a:cubicBezTo>
                    <a:pt x="404708" y="73566"/>
                    <a:pt x="438236" y="105570"/>
                    <a:pt x="468144" y="144432"/>
                  </a:cubicBezTo>
                  <a:cubicBezTo>
                    <a:pt x="493005" y="176531"/>
                    <a:pt x="517389" y="205583"/>
                    <a:pt x="549583" y="241778"/>
                  </a:cubicBezTo>
                  <a:cubicBezTo>
                    <a:pt x="605114" y="303976"/>
                    <a:pt x="650167" y="357697"/>
                    <a:pt x="689696" y="417704"/>
                  </a:cubicBezTo>
                  <a:cubicBezTo>
                    <a:pt x="742560" y="498095"/>
                    <a:pt x="774373" y="574867"/>
                    <a:pt x="786851" y="652496"/>
                  </a:cubicBezTo>
                  <a:cubicBezTo>
                    <a:pt x="810282" y="798133"/>
                    <a:pt x="750084" y="930340"/>
                    <a:pt x="712175" y="996253"/>
                  </a:cubicBezTo>
                  <a:cubicBezTo>
                    <a:pt x="633594" y="1132556"/>
                    <a:pt x="540534" y="1238759"/>
                    <a:pt x="427663" y="1321055"/>
                  </a:cubicBezTo>
                  <a:cubicBezTo>
                    <a:pt x="384324" y="1352679"/>
                    <a:pt x="332223" y="1387159"/>
                    <a:pt x="274215" y="1403828"/>
                  </a:cubicBezTo>
                  <a:cubicBezTo>
                    <a:pt x="235639" y="1414877"/>
                    <a:pt x="193443" y="1415448"/>
                    <a:pt x="158391" y="1405352"/>
                  </a:cubicBezTo>
                  <a:cubicBezTo>
                    <a:pt x="142866" y="1400875"/>
                    <a:pt x="129054" y="1394493"/>
                    <a:pt x="117529" y="1386397"/>
                  </a:cubicBezTo>
                  <a:cubicBezTo>
                    <a:pt x="82668" y="1361822"/>
                    <a:pt x="63522" y="1324866"/>
                    <a:pt x="62284" y="1279622"/>
                  </a:cubicBezTo>
                  <a:cubicBezTo>
                    <a:pt x="61332" y="1246189"/>
                    <a:pt x="69428" y="1213899"/>
                    <a:pt x="80572" y="1169227"/>
                  </a:cubicBezTo>
                  <a:lnTo>
                    <a:pt x="82191" y="1162655"/>
                  </a:lnTo>
                  <a:cubicBezTo>
                    <a:pt x="85525" y="1149225"/>
                    <a:pt x="89049" y="1134556"/>
                    <a:pt x="92764" y="1119030"/>
                  </a:cubicBezTo>
                  <a:cubicBezTo>
                    <a:pt x="96479" y="1103409"/>
                    <a:pt x="100479" y="1086836"/>
                    <a:pt x="104766" y="1069310"/>
                  </a:cubicBezTo>
                  <a:cubicBezTo>
                    <a:pt x="108385" y="1054546"/>
                    <a:pt x="112195" y="1039496"/>
                    <a:pt x="116005" y="1024257"/>
                  </a:cubicBezTo>
                  <a:cubicBezTo>
                    <a:pt x="126768" y="981299"/>
                    <a:pt x="137913" y="936912"/>
                    <a:pt x="147342" y="894240"/>
                  </a:cubicBezTo>
                  <a:lnTo>
                    <a:pt x="147723" y="892430"/>
                  </a:lnTo>
                  <a:cubicBezTo>
                    <a:pt x="148390" y="889287"/>
                    <a:pt x="149152" y="886144"/>
                    <a:pt x="149724" y="883096"/>
                  </a:cubicBezTo>
                  <a:cubicBezTo>
                    <a:pt x="159344" y="837090"/>
                    <a:pt x="160773" y="796514"/>
                    <a:pt x="154677" y="747174"/>
                  </a:cubicBezTo>
                  <a:cubicBezTo>
                    <a:pt x="152676" y="731363"/>
                    <a:pt x="149724" y="715075"/>
                    <a:pt x="145533" y="697454"/>
                  </a:cubicBezTo>
                  <a:cubicBezTo>
                    <a:pt x="140103" y="674498"/>
                    <a:pt x="133055" y="652019"/>
                    <a:pt x="124673" y="630683"/>
                  </a:cubicBezTo>
                  <a:cubicBezTo>
                    <a:pt x="111338" y="596679"/>
                    <a:pt x="95050" y="563723"/>
                    <a:pt x="79239" y="531909"/>
                  </a:cubicBezTo>
                  <a:cubicBezTo>
                    <a:pt x="69714" y="512764"/>
                    <a:pt x="59903" y="492857"/>
                    <a:pt x="50854" y="473045"/>
                  </a:cubicBezTo>
                  <a:cubicBezTo>
                    <a:pt x="44949" y="459995"/>
                    <a:pt x="39805" y="448184"/>
                    <a:pt x="35233" y="436850"/>
                  </a:cubicBezTo>
                  <a:cubicBezTo>
                    <a:pt x="24375" y="409703"/>
                    <a:pt x="16374" y="383986"/>
                    <a:pt x="10849" y="358173"/>
                  </a:cubicBezTo>
                  <a:cubicBezTo>
                    <a:pt x="-13249" y="244635"/>
                    <a:pt x="3324" y="137860"/>
                    <a:pt x="55331" y="72709"/>
                  </a:cubicBezTo>
                  <a:cubicBezTo>
                    <a:pt x="107814" y="7367"/>
                    <a:pt x="194015" y="-15683"/>
                    <a:pt x="286122" y="10701"/>
                  </a:cubicBezTo>
                  <a:close/>
                  <a:moveTo>
                    <a:pt x="162201" y="1391921"/>
                  </a:moveTo>
                  <a:cubicBezTo>
                    <a:pt x="194777" y="1401256"/>
                    <a:pt x="234210" y="1400684"/>
                    <a:pt x="270310" y="1390397"/>
                  </a:cubicBezTo>
                  <a:cubicBezTo>
                    <a:pt x="326222" y="1374396"/>
                    <a:pt x="377085" y="1340677"/>
                    <a:pt x="419472" y="1309816"/>
                  </a:cubicBezTo>
                  <a:cubicBezTo>
                    <a:pt x="530724" y="1228758"/>
                    <a:pt x="622545" y="1123888"/>
                    <a:pt x="700078" y="989300"/>
                  </a:cubicBezTo>
                  <a:cubicBezTo>
                    <a:pt x="737130" y="925006"/>
                    <a:pt x="795900" y="796133"/>
                    <a:pt x="773040" y="654782"/>
                  </a:cubicBezTo>
                  <a:cubicBezTo>
                    <a:pt x="760848" y="579153"/>
                    <a:pt x="729796" y="504096"/>
                    <a:pt x="677980" y="425420"/>
                  </a:cubicBezTo>
                  <a:cubicBezTo>
                    <a:pt x="638928" y="366174"/>
                    <a:pt x="594255" y="312929"/>
                    <a:pt x="539201" y="251112"/>
                  </a:cubicBezTo>
                  <a:cubicBezTo>
                    <a:pt x="506721" y="214727"/>
                    <a:pt x="482146" y="185390"/>
                    <a:pt x="457095" y="153100"/>
                  </a:cubicBezTo>
                  <a:cubicBezTo>
                    <a:pt x="428044" y="115381"/>
                    <a:pt x="395659" y="84425"/>
                    <a:pt x="360893" y="60993"/>
                  </a:cubicBezTo>
                  <a:cubicBezTo>
                    <a:pt x="336604" y="44610"/>
                    <a:pt x="310125" y="32228"/>
                    <a:pt x="282216" y="24227"/>
                  </a:cubicBezTo>
                  <a:cubicBezTo>
                    <a:pt x="195729" y="-634"/>
                    <a:pt x="114957" y="20702"/>
                    <a:pt x="66285" y="81377"/>
                  </a:cubicBezTo>
                  <a:cubicBezTo>
                    <a:pt x="16850" y="143289"/>
                    <a:pt x="1324" y="245683"/>
                    <a:pt x="24565" y="355220"/>
                  </a:cubicBezTo>
                  <a:cubicBezTo>
                    <a:pt x="29899" y="380271"/>
                    <a:pt x="37614" y="405227"/>
                    <a:pt x="48187" y="431611"/>
                  </a:cubicBezTo>
                  <a:cubicBezTo>
                    <a:pt x="52664" y="442755"/>
                    <a:pt x="57617" y="454376"/>
                    <a:pt x="63522" y="467234"/>
                  </a:cubicBezTo>
                  <a:cubicBezTo>
                    <a:pt x="72476" y="486951"/>
                    <a:pt x="82287" y="506668"/>
                    <a:pt x="91716" y="525718"/>
                  </a:cubicBezTo>
                  <a:cubicBezTo>
                    <a:pt x="107623" y="557817"/>
                    <a:pt x="124006" y="591059"/>
                    <a:pt x="137627" y="625635"/>
                  </a:cubicBezTo>
                  <a:cubicBezTo>
                    <a:pt x="146295" y="647638"/>
                    <a:pt x="153534" y="670784"/>
                    <a:pt x="159153" y="694310"/>
                  </a:cubicBezTo>
                  <a:cubicBezTo>
                    <a:pt x="163440" y="712503"/>
                    <a:pt x="166488" y="729267"/>
                    <a:pt x="168583" y="745555"/>
                  </a:cubicBezTo>
                  <a:cubicBezTo>
                    <a:pt x="174870" y="796418"/>
                    <a:pt x="173346" y="838424"/>
                    <a:pt x="163440" y="886049"/>
                  </a:cubicBezTo>
                  <a:cubicBezTo>
                    <a:pt x="162773" y="889192"/>
                    <a:pt x="162106" y="892335"/>
                    <a:pt x="161344" y="895574"/>
                  </a:cubicBezTo>
                  <a:lnTo>
                    <a:pt x="160963" y="897383"/>
                  </a:lnTo>
                  <a:cubicBezTo>
                    <a:pt x="151438" y="940341"/>
                    <a:pt x="140294" y="984823"/>
                    <a:pt x="129531" y="1027781"/>
                  </a:cubicBezTo>
                  <a:cubicBezTo>
                    <a:pt x="125721" y="1042925"/>
                    <a:pt x="121911" y="1057975"/>
                    <a:pt x="118291" y="1072739"/>
                  </a:cubicBezTo>
                  <a:cubicBezTo>
                    <a:pt x="114005" y="1090170"/>
                    <a:pt x="110004" y="1106743"/>
                    <a:pt x="106290" y="1122364"/>
                  </a:cubicBezTo>
                  <a:cubicBezTo>
                    <a:pt x="102575" y="1137985"/>
                    <a:pt x="99051" y="1152558"/>
                    <a:pt x="95717" y="1166084"/>
                  </a:cubicBezTo>
                  <a:lnTo>
                    <a:pt x="94098" y="1172656"/>
                  </a:lnTo>
                  <a:cubicBezTo>
                    <a:pt x="83239" y="1216280"/>
                    <a:pt x="75333" y="1247808"/>
                    <a:pt x="76191" y="1279336"/>
                  </a:cubicBezTo>
                  <a:cubicBezTo>
                    <a:pt x="77334" y="1320579"/>
                    <a:pt x="93907" y="1352774"/>
                    <a:pt x="125530" y="1375062"/>
                  </a:cubicBezTo>
                  <a:cubicBezTo>
                    <a:pt x="135817" y="1382206"/>
                    <a:pt x="148104" y="1387921"/>
                    <a:pt x="162201" y="13919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455567" y="1997829"/>
              <a:ext cx="1549744" cy="2522095"/>
            </a:xfrm>
            <a:custGeom>
              <a:avLst/>
              <a:gdLst>
                <a:gd name="connsiteX0" fmla="*/ 326651 w 914999"/>
                <a:gd name="connsiteY0" fmla="*/ 11642 h 1489094"/>
                <a:gd name="connsiteX1" fmla="*/ 413709 w 914999"/>
                <a:gd name="connsiteY1" fmla="*/ 52313 h 1489094"/>
                <a:gd name="connsiteX2" fmla="*/ 524961 w 914999"/>
                <a:gd name="connsiteY2" fmla="*/ 160232 h 1489094"/>
                <a:gd name="connsiteX3" fmla="*/ 617830 w 914999"/>
                <a:gd name="connsiteY3" fmla="*/ 265864 h 1489094"/>
                <a:gd name="connsiteX4" fmla="*/ 632403 w 914999"/>
                <a:gd name="connsiteY4" fmla="*/ 280628 h 1489094"/>
                <a:gd name="connsiteX5" fmla="*/ 786042 w 914999"/>
                <a:gd name="connsiteY5" fmla="*/ 449030 h 1489094"/>
                <a:gd name="connsiteX6" fmla="*/ 908057 w 914999"/>
                <a:gd name="connsiteY6" fmla="*/ 700299 h 1489094"/>
                <a:gd name="connsiteX7" fmla="*/ 816331 w 914999"/>
                <a:gd name="connsiteY7" fmla="*/ 1076442 h 1489094"/>
                <a:gd name="connsiteX8" fmla="*/ 506578 w 914999"/>
                <a:gd name="connsiteY8" fmla="*/ 1388385 h 1489094"/>
                <a:gd name="connsiteX9" fmla="*/ 344558 w 914999"/>
                <a:gd name="connsiteY9" fmla="*/ 1475444 h 1489094"/>
                <a:gd name="connsiteX10" fmla="*/ 200826 w 914999"/>
                <a:gd name="connsiteY10" fmla="*/ 1481254 h 1489094"/>
                <a:gd name="connsiteX11" fmla="*/ 178442 w 914999"/>
                <a:gd name="connsiteY11" fmla="*/ 1472967 h 1489094"/>
                <a:gd name="connsiteX12" fmla="*/ 90717 w 914999"/>
                <a:gd name="connsiteY12" fmla="*/ 1379337 h 1489094"/>
                <a:gd name="connsiteX13" fmla="*/ 77001 w 914999"/>
                <a:gd name="connsiteY13" fmla="*/ 1253797 h 1489094"/>
                <a:gd name="connsiteX14" fmla="*/ 89859 w 914999"/>
                <a:gd name="connsiteY14" fmla="*/ 1151403 h 1489094"/>
                <a:gd name="connsiteX15" fmla="*/ 134817 w 914999"/>
                <a:gd name="connsiteY15" fmla="*/ 963570 h 1489094"/>
                <a:gd name="connsiteX16" fmla="*/ 135198 w 914999"/>
                <a:gd name="connsiteY16" fmla="*/ 962046 h 1489094"/>
                <a:gd name="connsiteX17" fmla="*/ 137961 w 914999"/>
                <a:gd name="connsiteY17" fmla="*/ 951569 h 1489094"/>
                <a:gd name="connsiteX18" fmla="*/ 150057 w 914999"/>
                <a:gd name="connsiteY18" fmla="*/ 806979 h 1489094"/>
                <a:gd name="connsiteX19" fmla="*/ 142247 w 914999"/>
                <a:gd name="connsiteY19" fmla="*/ 753639 h 1489094"/>
                <a:gd name="connsiteX20" fmla="*/ 122340 w 914999"/>
                <a:gd name="connsiteY20" fmla="*/ 681535 h 1489094"/>
                <a:gd name="connsiteX21" fmla="*/ 76048 w 914999"/>
                <a:gd name="connsiteY21" fmla="*/ 570950 h 1489094"/>
                <a:gd name="connsiteX22" fmla="*/ 49283 w 914999"/>
                <a:gd name="connsiteY22" fmla="*/ 510561 h 1489094"/>
                <a:gd name="connsiteX23" fmla="*/ 33662 w 914999"/>
                <a:gd name="connsiteY23" fmla="*/ 471413 h 1489094"/>
                <a:gd name="connsiteX24" fmla="*/ 9564 w 914999"/>
                <a:gd name="connsiteY24" fmla="*/ 386927 h 1489094"/>
                <a:gd name="connsiteX25" fmla="*/ 62427 w 914999"/>
                <a:gd name="connsiteY25" fmla="*/ 83365 h 1489094"/>
                <a:gd name="connsiteX26" fmla="*/ 326651 w 914999"/>
                <a:gd name="connsiteY26" fmla="*/ 11642 h 1489094"/>
                <a:gd name="connsiteX27" fmla="*/ 204731 w 914999"/>
                <a:gd name="connsiteY27" fmla="*/ 1467824 h 1489094"/>
                <a:gd name="connsiteX28" fmla="*/ 340272 w 914999"/>
                <a:gd name="connsiteY28" fmla="*/ 1462109 h 1489094"/>
                <a:gd name="connsiteX29" fmla="*/ 498672 w 914999"/>
                <a:gd name="connsiteY29" fmla="*/ 1376860 h 1489094"/>
                <a:gd name="connsiteX30" fmla="*/ 804711 w 914999"/>
                <a:gd name="connsiteY30" fmla="*/ 1068631 h 1489094"/>
                <a:gd name="connsiteX31" fmla="*/ 894341 w 914999"/>
                <a:gd name="connsiteY31" fmla="*/ 702871 h 1489094"/>
                <a:gd name="connsiteX32" fmla="*/ 774993 w 914999"/>
                <a:gd name="connsiteY32" fmla="*/ 457602 h 1489094"/>
                <a:gd name="connsiteX33" fmla="*/ 622402 w 914999"/>
                <a:gd name="connsiteY33" fmla="*/ 290438 h 1489094"/>
                <a:gd name="connsiteX34" fmla="*/ 607829 w 914999"/>
                <a:gd name="connsiteY34" fmla="*/ 275675 h 1489094"/>
                <a:gd name="connsiteX35" fmla="*/ 513817 w 914999"/>
                <a:gd name="connsiteY35" fmla="*/ 168709 h 1489094"/>
                <a:gd name="connsiteX36" fmla="*/ 405804 w 914999"/>
                <a:gd name="connsiteY36" fmla="*/ 63934 h 1489094"/>
                <a:gd name="connsiteX37" fmla="*/ 322650 w 914999"/>
                <a:gd name="connsiteY37" fmla="*/ 25167 h 1489094"/>
                <a:gd name="connsiteX38" fmla="*/ 73191 w 914999"/>
                <a:gd name="connsiteY38" fmla="*/ 92509 h 1489094"/>
                <a:gd name="connsiteX39" fmla="*/ 23184 w 914999"/>
                <a:gd name="connsiteY39" fmla="*/ 384641 h 1489094"/>
                <a:gd name="connsiteX40" fmla="*/ 46616 w 914999"/>
                <a:gd name="connsiteY40" fmla="*/ 466841 h 1489094"/>
                <a:gd name="connsiteX41" fmla="*/ 61951 w 914999"/>
                <a:gd name="connsiteY41" fmla="*/ 505418 h 1489094"/>
                <a:gd name="connsiteX42" fmla="*/ 88526 w 914999"/>
                <a:gd name="connsiteY42" fmla="*/ 565425 h 1489094"/>
                <a:gd name="connsiteX43" fmla="*/ 135294 w 914999"/>
                <a:gd name="connsiteY43" fmla="*/ 677153 h 1489094"/>
                <a:gd name="connsiteX44" fmla="*/ 155677 w 914999"/>
                <a:gd name="connsiteY44" fmla="*/ 751163 h 1489094"/>
                <a:gd name="connsiteX45" fmla="*/ 163773 w 914999"/>
                <a:gd name="connsiteY45" fmla="*/ 806027 h 1489094"/>
                <a:gd name="connsiteX46" fmla="*/ 151200 w 914999"/>
                <a:gd name="connsiteY46" fmla="*/ 955379 h 1489094"/>
                <a:gd name="connsiteX47" fmla="*/ 148343 w 914999"/>
                <a:gd name="connsiteY47" fmla="*/ 965951 h 1489094"/>
                <a:gd name="connsiteX48" fmla="*/ 147962 w 914999"/>
                <a:gd name="connsiteY48" fmla="*/ 967475 h 1489094"/>
                <a:gd name="connsiteX49" fmla="*/ 103290 w 914999"/>
                <a:gd name="connsiteY49" fmla="*/ 1154165 h 1489094"/>
                <a:gd name="connsiteX50" fmla="*/ 90621 w 914999"/>
                <a:gd name="connsiteY50" fmla="*/ 1255035 h 1489094"/>
                <a:gd name="connsiteX51" fmla="*/ 103385 w 914999"/>
                <a:gd name="connsiteY51" fmla="*/ 1374479 h 1489094"/>
                <a:gd name="connsiteX52" fmla="*/ 183966 w 914999"/>
                <a:gd name="connsiteY52" fmla="*/ 1460585 h 1489094"/>
                <a:gd name="connsiteX53" fmla="*/ 204731 w 914999"/>
                <a:gd name="connsiteY53" fmla="*/ 1467824 h 1489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914999" h="1489094">
                  <a:moveTo>
                    <a:pt x="326651" y="11642"/>
                  </a:moveTo>
                  <a:cubicBezTo>
                    <a:pt x="357702" y="20595"/>
                    <a:pt x="387039" y="34216"/>
                    <a:pt x="413709" y="52313"/>
                  </a:cubicBezTo>
                  <a:cubicBezTo>
                    <a:pt x="453048" y="78888"/>
                    <a:pt x="490481" y="115178"/>
                    <a:pt x="524961" y="160232"/>
                  </a:cubicBezTo>
                  <a:cubicBezTo>
                    <a:pt x="553155" y="196998"/>
                    <a:pt x="580111" y="227573"/>
                    <a:pt x="617830" y="265864"/>
                  </a:cubicBezTo>
                  <a:lnTo>
                    <a:pt x="632403" y="280628"/>
                  </a:lnTo>
                  <a:cubicBezTo>
                    <a:pt x="687363" y="336254"/>
                    <a:pt x="739274" y="388736"/>
                    <a:pt x="786042" y="449030"/>
                  </a:cubicBezTo>
                  <a:cubicBezTo>
                    <a:pt x="852145" y="534088"/>
                    <a:pt x="892055" y="616289"/>
                    <a:pt x="908057" y="700299"/>
                  </a:cubicBezTo>
                  <a:cubicBezTo>
                    <a:pt x="930726" y="819362"/>
                    <a:pt x="897294" y="956522"/>
                    <a:pt x="816331" y="1076442"/>
                  </a:cubicBezTo>
                  <a:cubicBezTo>
                    <a:pt x="731654" y="1201886"/>
                    <a:pt x="630308" y="1303898"/>
                    <a:pt x="506578" y="1388385"/>
                  </a:cubicBezTo>
                  <a:cubicBezTo>
                    <a:pt x="456858" y="1422389"/>
                    <a:pt x="402756" y="1456394"/>
                    <a:pt x="344558" y="1475444"/>
                  </a:cubicBezTo>
                  <a:cubicBezTo>
                    <a:pt x="295790" y="1491351"/>
                    <a:pt x="243402" y="1493446"/>
                    <a:pt x="200826" y="1481254"/>
                  </a:cubicBezTo>
                  <a:cubicBezTo>
                    <a:pt x="192920" y="1478968"/>
                    <a:pt x="185395" y="1476206"/>
                    <a:pt x="178442" y="1472967"/>
                  </a:cubicBezTo>
                  <a:cubicBezTo>
                    <a:pt x="136627" y="1453727"/>
                    <a:pt x="107957" y="1423056"/>
                    <a:pt x="90717" y="1379337"/>
                  </a:cubicBezTo>
                  <a:cubicBezTo>
                    <a:pt x="77382" y="1345427"/>
                    <a:pt x="73191" y="1307899"/>
                    <a:pt x="77001" y="1253797"/>
                  </a:cubicBezTo>
                  <a:cubicBezTo>
                    <a:pt x="79382" y="1219793"/>
                    <a:pt x="83668" y="1185312"/>
                    <a:pt x="89859" y="1151403"/>
                  </a:cubicBezTo>
                  <a:cubicBezTo>
                    <a:pt x="101099" y="1089491"/>
                    <a:pt x="118244" y="1024625"/>
                    <a:pt x="134817" y="963570"/>
                  </a:cubicBezTo>
                  <a:lnTo>
                    <a:pt x="135198" y="962046"/>
                  </a:lnTo>
                  <a:cubicBezTo>
                    <a:pt x="136151" y="958522"/>
                    <a:pt x="137103" y="954998"/>
                    <a:pt x="137961" y="951569"/>
                  </a:cubicBezTo>
                  <a:cubicBezTo>
                    <a:pt x="151296" y="900610"/>
                    <a:pt x="154725" y="860034"/>
                    <a:pt x="150057" y="806979"/>
                  </a:cubicBezTo>
                  <a:cubicBezTo>
                    <a:pt x="148629" y="790025"/>
                    <a:pt x="146057" y="772594"/>
                    <a:pt x="142247" y="753639"/>
                  </a:cubicBezTo>
                  <a:cubicBezTo>
                    <a:pt x="137294" y="729255"/>
                    <a:pt x="130626" y="705062"/>
                    <a:pt x="122340" y="681535"/>
                  </a:cubicBezTo>
                  <a:cubicBezTo>
                    <a:pt x="109005" y="643625"/>
                    <a:pt x="92241" y="606668"/>
                    <a:pt x="76048" y="570950"/>
                  </a:cubicBezTo>
                  <a:cubicBezTo>
                    <a:pt x="67095" y="551233"/>
                    <a:pt x="57855" y="530945"/>
                    <a:pt x="49283" y="510561"/>
                  </a:cubicBezTo>
                  <a:cubicBezTo>
                    <a:pt x="43282" y="496369"/>
                    <a:pt x="38234" y="483605"/>
                    <a:pt x="33662" y="471413"/>
                  </a:cubicBezTo>
                  <a:cubicBezTo>
                    <a:pt x="22803" y="442362"/>
                    <a:pt x="14898" y="414740"/>
                    <a:pt x="9564" y="386927"/>
                  </a:cubicBezTo>
                  <a:cubicBezTo>
                    <a:pt x="-1581" y="329110"/>
                    <a:pt x="-18630" y="183949"/>
                    <a:pt x="62427" y="83365"/>
                  </a:cubicBezTo>
                  <a:cubicBezTo>
                    <a:pt x="122530" y="9737"/>
                    <a:pt x="223781" y="-17886"/>
                    <a:pt x="326651" y="11642"/>
                  </a:cubicBezTo>
                  <a:close/>
                  <a:moveTo>
                    <a:pt x="204731" y="1467824"/>
                  </a:moveTo>
                  <a:cubicBezTo>
                    <a:pt x="244641" y="1479254"/>
                    <a:pt x="293980" y="1477254"/>
                    <a:pt x="340272" y="1462109"/>
                  </a:cubicBezTo>
                  <a:cubicBezTo>
                    <a:pt x="396755" y="1443630"/>
                    <a:pt x="449809" y="1410197"/>
                    <a:pt x="498672" y="1376860"/>
                  </a:cubicBezTo>
                  <a:cubicBezTo>
                    <a:pt x="620878" y="1293421"/>
                    <a:pt x="721081" y="1192551"/>
                    <a:pt x="804711" y="1068631"/>
                  </a:cubicBezTo>
                  <a:cubicBezTo>
                    <a:pt x="883673" y="951664"/>
                    <a:pt x="916344" y="818409"/>
                    <a:pt x="894341" y="702871"/>
                  </a:cubicBezTo>
                  <a:cubicBezTo>
                    <a:pt x="878815" y="621146"/>
                    <a:pt x="839763" y="540851"/>
                    <a:pt x="774993" y="457602"/>
                  </a:cubicBezTo>
                  <a:cubicBezTo>
                    <a:pt x="728701" y="397976"/>
                    <a:pt x="677076" y="345683"/>
                    <a:pt x="622402" y="290438"/>
                  </a:cubicBezTo>
                  <a:lnTo>
                    <a:pt x="607829" y="275675"/>
                  </a:lnTo>
                  <a:cubicBezTo>
                    <a:pt x="570205" y="237479"/>
                    <a:pt x="542011" y="205475"/>
                    <a:pt x="513817" y="168709"/>
                  </a:cubicBezTo>
                  <a:cubicBezTo>
                    <a:pt x="480289" y="124894"/>
                    <a:pt x="443999" y="89651"/>
                    <a:pt x="405804" y="63934"/>
                  </a:cubicBezTo>
                  <a:cubicBezTo>
                    <a:pt x="380277" y="46694"/>
                    <a:pt x="352368" y="33644"/>
                    <a:pt x="322650" y="25167"/>
                  </a:cubicBezTo>
                  <a:cubicBezTo>
                    <a:pt x="225210" y="-2836"/>
                    <a:pt x="129674" y="22976"/>
                    <a:pt x="73191" y="92509"/>
                  </a:cubicBezTo>
                  <a:cubicBezTo>
                    <a:pt x="-4152" y="188521"/>
                    <a:pt x="12516" y="328824"/>
                    <a:pt x="23184" y="384641"/>
                  </a:cubicBezTo>
                  <a:cubicBezTo>
                    <a:pt x="28328" y="411596"/>
                    <a:pt x="36043" y="438552"/>
                    <a:pt x="46616" y="466841"/>
                  </a:cubicBezTo>
                  <a:cubicBezTo>
                    <a:pt x="51093" y="478843"/>
                    <a:pt x="56141" y="491416"/>
                    <a:pt x="61951" y="505418"/>
                  </a:cubicBezTo>
                  <a:cubicBezTo>
                    <a:pt x="70428" y="525515"/>
                    <a:pt x="79668" y="545804"/>
                    <a:pt x="88526" y="565425"/>
                  </a:cubicBezTo>
                  <a:cubicBezTo>
                    <a:pt x="104814" y="601430"/>
                    <a:pt x="121768" y="638672"/>
                    <a:pt x="135294" y="677153"/>
                  </a:cubicBezTo>
                  <a:cubicBezTo>
                    <a:pt x="143771" y="701252"/>
                    <a:pt x="150629" y="726112"/>
                    <a:pt x="155677" y="751163"/>
                  </a:cubicBezTo>
                  <a:cubicBezTo>
                    <a:pt x="159582" y="770594"/>
                    <a:pt x="162249" y="788501"/>
                    <a:pt x="163773" y="806027"/>
                  </a:cubicBezTo>
                  <a:cubicBezTo>
                    <a:pt x="168441" y="860129"/>
                    <a:pt x="164821" y="903372"/>
                    <a:pt x="151200" y="955379"/>
                  </a:cubicBezTo>
                  <a:cubicBezTo>
                    <a:pt x="150248" y="958903"/>
                    <a:pt x="149295" y="962427"/>
                    <a:pt x="148343" y="965951"/>
                  </a:cubicBezTo>
                  <a:lnTo>
                    <a:pt x="147962" y="967475"/>
                  </a:lnTo>
                  <a:cubicBezTo>
                    <a:pt x="131484" y="1028245"/>
                    <a:pt x="114434" y="1092729"/>
                    <a:pt x="103290" y="1154165"/>
                  </a:cubicBezTo>
                  <a:cubicBezTo>
                    <a:pt x="97194" y="1187598"/>
                    <a:pt x="93003" y="1221507"/>
                    <a:pt x="90621" y="1255035"/>
                  </a:cubicBezTo>
                  <a:cubicBezTo>
                    <a:pt x="87002" y="1307613"/>
                    <a:pt x="90717" y="1342189"/>
                    <a:pt x="103385" y="1374479"/>
                  </a:cubicBezTo>
                  <a:cubicBezTo>
                    <a:pt x="119292" y="1414674"/>
                    <a:pt x="145581" y="1442868"/>
                    <a:pt x="183966" y="1460585"/>
                  </a:cubicBezTo>
                  <a:cubicBezTo>
                    <a:pt x="190634" y="1463252"/>
                    <a:pt x="197492" y="1465823"/>
                    <a:pt x="204731" y="14678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410326" y="1914362"/>
              <a:ext cx="1758265" cy="2653599"/>
            </a:xfrm>
            <a:custGeom>
              <a:avLst/>
              <a:gdLst>
                <a:gd name="connsiteX0" fmla="*/ 366982 w 1038114"/>
                <a:gd name="connsiteY0" fmla="*/ 12440 h 1566737"/>
                <a:gd name="connsiteX1" fmla="*/ 458899 w 1038114"/>
                <a:gd name="connsiteY1" fmla="*/ 55303 h 1566737"/>
                <a:gd name="connsiteX2" fmla="*/ 581866 w 1038114"/>
                <a:gd name="connsiteY2" fmla="*/ 175889 h 1566737"/>
                <a:gd name="connsiteX3" fmla="*/ 686165 w 1038114"/>
                <a:gd name="connsiteY3" fmla="*/ 289903 h 1566737"/>
                <a:gd name="connsiteX4" fmla="*/ 732838 w 1038114"/>
                <a:gd name="connsiteY4" fmla="*/ 333052 h 1566737"/>
                <a:gd name="connsiteX5" fmla="*/ 882571 w 1038114"/>
                <a:gd name="connsiteY5" fmla="*/ 480403 h 1566737"/>
                <a:gd name="connsiteX6" fmla="*/ 1029351 w 1038114"/>
                <a:gd name="connsiteY6" fmla="*/ 747961 h 1566737"/>
                <a:gd name="connsiteX7" fmla="*/ 920480 w 1038114"/>
                <a:gd name="connsiteY7" fmla="*/ 1156488 h 1566737"/>
                <a:gd name="connsiteX8" fmla="*/ 585486 w 1038114"/>
                <a:gd name="connsiteY8" fmla="*/ 1455668 h 1566737"/>
                <a:gd name="connsiteX9" fmla="*/ 414988 w 1038114"/>
                <a:gd name="connsiteY9" fmla="*/ 1547013 h 1566737"/>
                <a:gd name="connsiteX10" fmla="*/ 239728 w 1038114"/>
                <a:gd name="connsiteY10" fmla="*/ 1559396 h 1566737"/>
                <a:gd name="connsiteX11" fmla="*/ 231156 w 1038114"/>
                <a:gd name="connsiteY11" fmla="*/ 1557109 h 1566737"/>
                <a:gd name="connsiteX12" fmla="*/ 119809 w 1038114"/>
                <a:gd name="connsiteY12" fmla="*/ 1478433 h 1566737"/>
                <a:gd name="connsiteX13" fmla="*/ 72088 w 1038114"/>
                <a:gd name="connsiteY13" fmla="*/ 1344892 h 1566737"/>
                <a:gd name="connsiteX14" fmla="*/ 75041 w 1038114"/>
                <a:gd name="connsiteY14" fmla="*/ 1233545 h 1566737"/>
                <a:gd name="connsiteX15" fmla="*/ 122285 w 1038114"/>
                <a:gd name="connsiteY15" fmla="*/ 1033139 h 1566737"/>
                <a:gd name="connsiteX16" fmla="*/ 123047 w 1038114"/>
                <a:gd name="connsiteY16" fmla="*/ 1030853 h 1566737"/>
                <a:gd name="connsiteX17" fmla="*/ 126286 w 1038114"/>
                <a:gd name="connsiteY17" fmla="*/ 1020376 h 1566737"/>
                <a:gd name="connsiteX18" fmla="*/ 145621 w 1038114"/>
                <a:gd name="connsiteY18" fmla="*/ 867023 h 1566737"/>
                <a:gd name="connsiteX19" fmla="*/ 139049 w 1038114"/>
                <a:gd name="connsiteY19" fmla="*/ 810159 h 1566737"/>
                <a:gd name="connsiteX20" fmla="*/ 120190 w 1038114"/>
                <a:gd name="connsiteY20" fmla="*/ 732816 h 1566737"/>
                <a:gd name="connsiteX21" fmla="*/ 73041 w 1038114"/>
                <a:gd name="connsiteY21" fmla="*/ 609944 h 1566737"/>
                <a:gd name="connsiteX22" fmla="*/ 47895 w 1038114"/>
                <a:gd name="connsiteY22" fmla="*/ 548698 h 1566737"/>
                <a:gd name="connsiteX23" fmla="*/ 32274 w 1038114"/>
                <a:gd name="connsiteY23" fmla="*/ 506597 h 1566737"/>
                <a:gd name="connsiteX24" fmla="*/ 8557 w 1038114"/>
                <a:gd name="connsiteY24" fmla="*/ 416491 h 1566737"/>
                <a:gd name="connsiteX25" fmla="*/ 69802 w 1038114"/>
                <a:gd name="connsiteY25" fmla="*/ 94831 h 1566737"/>
                <a:gd name="connsiteX26" fmla="*/ 366982 w 1038114"/>
                <a:gd name="connsiteY26" fmla="*/ 12440 h 1566737"/>
                <a:gd name="connsiteX27" fmla="*/ 234966 w 1038114"/>
                <a:gd name="connsiteY27" fmla="*/ 1543870 h 1566737"/>
                <a:gd name="connsiteX28" fmla="*/ 243062 w 1038114"/>
                <a:gd name="connsiteY28" fmla="*/ 1545965 h 1566737"/>
                <a:gd name="connsiteX29" fmla="*/ 410321 w 1038114"/>
                <a:gd name="connsiteY29" fmla="*/ 1533964 h 1566737"/>
                <a:gd name="connsiteX30" fmla="*/ 578056 w 1038114"/>
                <a:gd name="connsiteY30" fmla="*/ 1444048 h 1566737"/>
                <a:gd name="connsiteX31" fmla="*/ 909526 w 1038114"/>
                <a:gd name="connsiteY31" fmla="*/ 1148106 h 1566737"/>
                <a:gd name="connsiteX32" fmla="*/ 1015730 w 1038114"/>
                <a:gd name="connsiteY32" fmla="*/ 751009 h 1566737"/>
                <a:gd name="connsiteX33" fmla="*/ 872188 w 1038114"/>
                <a:gd name="connsiteY33" fmla="*/ 489738 h 1566737"/>
                <a:gd name="connsiteX34" fmla="*/ 723503 w 1038114"/>
                <a:gd name="connsiteY34" fmla="*/ 343339 h 1566737"/>
                <a:gd name="connsiteX35" fmla="*/ 676735 w 1038114"/>
                <a:gd name="connsiteY35" fmla="*/ 300095 h 1566737"/>
                <a:gd name="connsiteX36" fmla="*/ 570817 w 1038114"/>
                <a:gd name="connsiteY36" fmla="*/ 184366 h 1566737"/>
                <a:gd name="connsiteX37" fmla="*/ 451088 w 1038114"/>
                <a:gd name="connsiteY37" fmla="*/ 66828 h 1566737"/>
                <a:gd name="connsiteX38" fmla="*/ 363172 w 1038114"/>
                <a:gd name="connsiteY38" fmla="*/ 25775 h 1566737"/>
                <a:gd name="connsiteX39" fmla="*/ 80566 w 1038114"/>
                <a:gd name="connsiteY39" fmla="*/ 103594 h 1566737"/>
                <a:gd name="connsiteX40" fmla="*/ 22273 w 1038114"/>
                <a:gd name="connsiteY40" fmla="*/ 414014 h 1566737"/>
                <a:gd name="connsiteX41" fmla="*/ 45418 w 1038114"/>
                <a:gd name="connsiteY41" fmla="*/ 502025 h 1566737"/>
                <a:gd name="connsiteX42" fmla="*/ 60849 w 1038114"/>
                <a:gd name="connsiteY42" fmla="*/ 543554 h 1566737"/>
                <a:gd name="connsiteX43" fmla="*/ 85900 w 1038114"/>
                <a:gd name="connsiteY43" fmla="*/ 604514 h 1566737"/>
                <a:gd name="connsiteX44" fmla="*/ 133525 w 1038114"/>
                <a:gd name="connsiteY44" fmla="*/ 728530 h 1566737"/>
                <a:gd name="connsiteX45" fmla="*/ 152860 w 1038114"/>
                <a:gd name="connsiteY45" fmla="*/ 807778 h 1566737"/>
                <a:gd name="connsiteX46" fmla="*/ 159623 w 1038114"/>
                <a:gd name="connsiteY46" fmla="*/ 866261 h 1566737"/>
                <a:gd name="connsiteX47" fmla="*/ 139716 w 1038114"/>
                <a:gd name="connsiteY47" fmla="*/ 1024471 h 1566737"/>
                <a:gd name="connsiteX48" fmla="*/ 136382 w 1038114"/>
                <a:gd name="connsiteY48" fmla="*/ 1035044 h 1566737"/>
                <a:gd name="connsiteX49" fmla="*/ 135620 w 1038114"/>
                <a:gd name="connsiteY49" fmla="*/ 1037425 h 1566737"/>
                <a:gd name="connsiteX50" fmla="*/ 88948 w 1038114"/>
                <a:gd name="connsiteY50" fmla="*/ 1235450 h 1566737"/>
                <a:gd name="connsiteX51" fmla="*/ 85995 w 1038114"/>
                <a:gd name="connsiteY51" fmla="*/ 1343940 h 1566737"/>
                <a:gd name="connsiteX52" fmla="*/ 130858 w 1038114"/>
                <a:gd name="connsiteY52" fmla="*/ 1470146 h 1566737"/>
                <a:gd name="connsiteX53" fmla="*/ 234966 w 1038114"/>
                <a:gd name="connsiteY53" fmla="*/ 1543870 h 1566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38114" h="1566737">
                  <a:moveTo>
                    <a:pt x="366982" y="12440"/>
                  </a:moveTo>
                  <a:cubicBezTo>
                    <a:pt x="399939" y="21870"/>
                    <a:pt x="430800" y="36348"/>
                    <a:pt x="458899" y="55303"/>
                  </a:cubicBezTo>
                  <a:cubicBezTo>
                    <a:pt x="502237" y="84640"/>
                    <a:pt x="542433" y="124073"/>
                    <a:pt x="581866" y="175889"/>
                  </a:cubicBezTo>
                  <a:cubicBezTo>
                    <a:pt x="612918" y="216561"/>
                    <a:pt x="643112" y="249613"/>
                    <a:pt x="686165" y="289903"/>
                  </a:cubicBezTo>
                  <a:cubicBezTo>
                    <a:pt x="701691" y="304477"/>
                    <a:pt x="717312" y="318764"/>
                    <a:pt x="732838" y="333052"/>
                  </a:cubicBezTo>
                  <a:cubicBezTo>
                    <a:pt x="783511" y="379629"/>
                    <a:pt x="835898" y="427825"/>
                    <a:pt x="882571" y="480403"/>
                  </a:cubicBezTo>
                  <a:cubicBezTo>
                    <a:pt x="961819" y="569843"/>
                    <a:pt x="1009920" y="657378"/>
                    <a:pt x="1029351" y="747961"/>
                  </a:cubicBezTo>
                  <a:cubicBezTo>
                    <a:pt x="1057545" y="878739"/>
                    <a:pt x="1016778" y="1031425"/>
                    <a:pt x="920480" y="1156488"/>
                  </a:cubicBezTo>
                  <a:cubicBezTo>
                    <a:pt x="834184" y="1268502"/>
                    <a:pt x="724551" y="1366419"/>
                    <a:pt x="585486" y="1455668"/>
                  </a:cubicBezTo>
                  <a:cubicBezTo>
                    <a:pt x="532146" y="1489958"/>
                    <a:pt x="474996" y="1525201"/>
                    <a:pt x="414988" y="1547013"/>
                  </a:cubicBezTo>
                  <a:cubicBezTo>
                    <a:pt x="357267" y="1567968"/>
                    <a:pt x="293354" y="1572445"/>
                    <a:pt x="239728" y="1559396"/>
                  </a:cubicBezTo>
                  <a:cubicBezTo>
                    <a:pt x="236776" y="1558729"/>
                    <a:pt x="233918" y="1557967"/>
                    <a:pt x="231156" y="1557109"/>
                  </a:cubicBezTo>
                  <a:cubicBezTo>
                    <a:pt x="187055" y="1544441"/>
                    <a:pt x="150670" y="1518724"/>
                    <a:pt x="119809" y="1478433"/>
                  </a:cubicBezTo>
                  <a:cubicBezTo>
                    <a:pt x="91900" y="1442143"/>
                    <a:pt x="76660" y="1399756"/>
                    <a:pt x="72088" y="1344892"/>
                  </a:cubicBezTo>
                  <a:cubicBezTo>
                    <a:pt x="69136" y="1309841"/>
                    <a:pt x="70183" y="1272407"/>
                    <a:pt x="75041" y="1233545"/>
                  </a:cubicBezTo>
                  <a:cubicBezTo>
                    <a:pt x="82280" y="1175824"/>
                    <a:pt x="97330" y="1112197"/>
                    <a:pt x="122285" y="1033139"/>
                  </a:cubicBezTo>
                  <a:lnTo>
                    <a:pt x="123047" y="1030853"/>
                  </a:lnTo>
                  <a:cubicBezTo>
                    <a:pt x="124190" y="1027329"/>
                    <a:pt x="125238" y="1023805"/>
                    <a:pt x="126286" y="1020376"/>
                  </a:cubicBezTo>
                  <a:cubicBezTo>
                    <a:pt x="143431" y="964750"/>
                    <a:pt x="148669" y="923221"/>
                    <a:pt x="145621" y="867023"/>
                  </a:cubicBezTo>
                  <a:cubicBezTo>
                    <a:pt x="144669" y="849021"/>
                    <a:pt x="142478" y="829971"/>
                    <a:pt x="139049" y="810159"/>
                  </a:cubicBezTo>
                  <a:cubicBezTo>
                    <a:pt x="134668" y="784441"/>
                    <a:pt x="128286" y="758343"/>
                    <a:pt x="120190" y="732816"/>
                  </a:cubicBezTo>
                  <a:cubicBezTo>
                    <a:pt x="106855" y="690811"/>
                    <a:pt x="89614" y="649758"/>
                    <a:pt x="73041" y="609944"/>
                  </a:cubicBezTo>
                  <a:cubicBezTo>
                    <a:pt x="64659" y="589941"/>
                    <a:pt x="55991" y="569272"/>
                    <a:pt x="47895" y="548698"/>
                  </a:cubicBezTo>
                  <a:cubicBezTo>
                    <a:pt x="41894" y="533458"/>
                    <a:pt x="36846" y="519646"/>
                    <a:pt x="32274" y="506597"/>
                  </a:cubicBezTo>
                  <a:cubicBezTo>
                    <a:pt x="21606" y="476117"/>
                    <a:pt x="13700" y="445828"/>
                    <a:pt x="8557" y="416491"/>
                  </a:cubicBezTo>
                  <a:cubicBezTo>
                    <a:pt x="-13922" y="287617"/>
                    <a:pt x="8366" y="170365"/>
                    <a:pt x="69802" y="94831"/>
                  </a:cubicBezTo>
                  <a:cubicBezTo>
                    <a:pt x="137239" y="12345"/>
                    <a:pt x="253921" y="-20040"/>
                    <a:pt x="366982" y="12440"/>
                  </a:cubicBezTo>
                  <a:close/>
                  <a:moveTo>
                    <a:pt x="234966" y="1543870"/>
                  </a:moveTo>
                  <a:cubicBezTo>
                    <a:pt x="237633" y="1544632"/>
                    <a:pt x="240300" y="1545299"/>
                    <a:pt x="243062" y="1545965"/>
                  </a:cubicBezTo>
                  <a:cubicBezTo>
                    <a:pt x="294116" y="1558348"/>
                    <a:pt x="355076" y="1553966"/>
                    <a:pt x="410321" y="1533964"/>
                  </a:cubicBezTo>
                  <a:cubicBezTo>
                    <a:pt x="468995" y="1512628"/>
                    <a:pt x="525383" y="1477862"/>
                    <a:pt x="578056" y="1444048"/>
                  </a:cubicBezTo>
                  <a:cubicBezTo>
                    <a:pt x="715788" y="1355656"/>
                    <a:pt x="824278" y="1258882"/>
                    <a:pt x="909526" y="1148106"/>
                  </a:cubicBezTo>
                  <a:cubicBezTo>
                    <a:pt x="1003348" y="1026281"/>
                    <a:pt x="1043067" y="877882"/>
                    <a:pt x="1015730" y="751009"/>
                  </a:cubicBezTo>
                  <a:cubicBezTo>
                    <a:pt x="996775" y="662807"/>
                    <a:pt x="949817" y="577368"/>
                    <a:pt x="872188" y="489738"/>
                  </a:cubicBezTo>
                  <a:cubicBezTo>
                    <a:pt x="825992" y="437636"/>
                    <a:pt x="773890" y="389725"/>
                    <a:pt x="723503" y="343339"/>
                  </a:cubicBezTo>
                  <a:cubicBezTo>
                    <a:pt x="707882" y="329051"/>
                    <a:pt x="692261" y="314668"/>
                    <a:pt x="676735" y="300095"/>
                  </a:cubicBezTo>
                  <a:cubicBezTo>
                    <a:pt x="633016" y="259138"/>
                    <a:pt x="602345" y="225610"/>
                    <a:pt x="570817" y="184366"/>
                  </a:cubicBezTo>
                  <a:cubicBezTo>
                    <a:pt x="532336" y="133789"/>
                    <a:pt x="493189" y="95308"/>
                    <a:pt x="451088" y="66828"/>
                  </a:cubicBezTo>
                  <a:cubicBezTo>
                    <a:pt x="424228" y="48635"/>
                    <a:pt x="394700" y="34824"/>
                    <a:pt x="363172" y="25775"/>
                  </a:cubicBezTo>
                  <a:cubicBezTo>
                    <a:pt x="255445" y="-5181"/>
                    <a:pt x="144574" y="25394"/>
                    <a:pt x="80566" y="103594"/>
                  </a:cubicBezTo>
                  <a:cubicBezTo>
                    <a:pt x="21796" y="175984"/>
                    <a:pt x="556" y="289141"/>
                    <a:pt x="22273" y="414014"/>
                  </a:cubicBezTo>
                  <a:cubicBezTo>
                    <a:pt x="27226" y="442589"/>
                    <a:pt x="35036" y="472212"/>
                    <a:pt x="45418" y="502025"/>
                  </a:cubicBezTo>
                  <a:cubicBezTo>
                    <a:pt x="49895" y="514884"/>
                    <a:pt x="54943" y="528505"/>
                    <a:pt x="60849" y="543554"/>
                  </a:cubicBezTo>
                  <a:cubicBezTo>
                    <a:pt x="68850" y="564033"/>
                    <a:pt x="77518" y="584607"/>
                    <a:pt x="85900" y="604514"/>
                  </a:cubicBezTo>
                  <a:cubicBezTo>
                    <a:pt x="102664" y="644614"/>
                    <a:pt x="119999" y="686048"/>
                    <a:pt x="133525" y="728530"/>
                  </a:cubicBezTo>
                  <a:cubicBezTo>
                    <a:pt x="141811" y="754723"/>
                    <a:pt x="148384" y="781394"/>
                    <a:pt x="152860" y="807778"/>
                  </a:cubicBezTo>
                  <a:cubicBezTo>
                    <a:pt x="156289" y="828066"/>
                    <a:pt x="158575" y="847783"/>
                    <a:pt x="159623" y="866261"/>
                  </a:cubicBezTo>
                  <a:cubicBezTo>
                    <a:pt x="162766" y="924173"/>
                    <a:pt x="157337" y="967036"/>
                    <a:pt x="139716" y="1024471"/>
                  </a:cubicBezTo>
                  <a:cubicBezTo>
                    <a:pt x="138668" y="1027900"/>
                    <a:pt x="137525" y="1031425"/>
                    <a:pt x="136382" y="1035044"/>
                  </a:cubicBezTo>
                  <a:lnTo>
                    <a:pt x="135620" y="1037425"/>
                  </a:lnTo>
                  <a:cubicBezTo>
                    <a:pt x="110855" y="1115626"/>
                    <a:pt x="96091" y="1178586"/>
                    <a:pt x="88948" y="1235450"/>
                  </a:cubicBezTo>
                  <a:cubicBezTo>
                    <a:pt x="84185" y="1273360"/>
                    <a:pt x="83233" y="1309841"/>
                    <a:pt x="85995" y="1343940"/>
                  </a:cubicBezTo>
                  <a:cubicBezTo>
                    <a:pt x="90376" y="1395947"/>
                    <a:pt x="104569" y="1436047"/>
                    <a:pt x="130858" y="1470146"/>
                  </a:cubicBezTo>
                  <a:cubicBezTo>
                    <a:pt x="159814" y="1507960"/>
                    <a:pt x="193913" y="1532059"/>
                    <a:pt x="234966" y="15438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364394" y="1830172"/>
              <a:ext cx="1968111" cy="2792385"/>
            </a:xfrm>
            <a:custGeom>
              <a:avLst/>
              <a:gdLst>
                <a:gd name="connsiteX0" fmla="*/ 407437 w 1162011"/>
                <a:gd name="connsiteY0" fmla="*/ 13570 h 1648679"/>
                <a:gd name="connsiteX1" fmla="*/ 504401 w 1162011"/>
                <a:gd name="connsiteY1" fmla="*/ 58813 h 1648679"/>
                <a:gd name="connsiteX2" fmla="*/ 639180 w 1162011"/>
                <a:gd name="connsiteY2" fmla="*/ 192163 h 1648679"/>
                <a:gd name="connsiteX3" fmla="*/ 755004 w 1162011"/>
                <a:gd name="connsiteY3" fmla="*/ 314655 h 1648679"/>
                <a:gd name="connsiteX4" fmla="*/ 827966 w 1162011"/>
                <a:gd name="connsiteY4" fmla="*/ 376853 h 1648679"/>
                <a:gd name="connsiteX5" fmla="*/ 979604 w 1162011"/>
                <a:gd name="connsiteY5" fmla="*/ 512584 h 1648679"/>
                <a:gd name="connsiteX6" fmla="*/ 1151149 w 1162011"/>
                <a:gd name="connsiteY6" fmla="*/ 796429 h 1648679"/>
                <a:gd name="connsiteX7" fmla="*/ 1025228 w 1162011"/>
                <a:gd name="connsiteY7" fmla="*/ 1237151 h 1648679"/>
                <a:gd name="connsiteX8" fmla="*/ 664993 w 1162011"/>
                <a:gd name="connsiteY8" fmla="*/ 1523568 h 1648679"/>
                <a:gd name="connsiteX9" fmla="*/ 661088 w 1162011"/>
                <a:gd name="connsiteY9" fmla="*/ 1525949 h 1648679"/>
                <a:gd name="connsiteX10" fmla="*/ 485923 w 1162011"/>
                <a:gd name="connsiteY10" fmla="*/ 1619199 h 1648679"/>
                <a:gd name="connsiteX11" fmla="*/ 300852 w 1162011"/>
                <a:gd name="connsiteY11" fmla="*/ 1646155 h 1648679"/>
                <a:gd name="connsiteX12" fmla="*/ 149309 w 1162011"/>
                <a:gd name="connsiteY12" fmla="*/ 1577384 h 1648679"/>
                <a:gd name="connsiteX13" fmla="*/ 67775 w 1162011"/>
                <a:gd name="connsiteY13" fmla="*/ 1436319 h 1648679"/>
                <a:gd name="connsiteX14" fmla="*/ 60822 w 1162011"/>
                <a:gd name="connsiteY14" fmla="*/ 1316113 h 1648679"/>
                <a:gd name="connsiteX15" fmla="*/ 110352 w 1162011"/>
                <a:gd name="connsiteY15" fmla="*/ 1103134 h 1648679"/>
                <a:gd name="connsiteX16" fmla="*/ 111495 w 1162011"/>
                <a:gd name="connsiteY16" fmla="*/ 1099896 h 1648679"/>
                <a:gd name="connsiteX17" fmla="*/ 115115 w 1162011"/>
                <a:gd name="connsiteY17" fmla="*/ 1089609 h 1648679"/>
                <a:gd name="connsiteX18" fmla="*/ 141594 w 1162011"/>
                <a:gd name="connsiteY18" fmla="*/ 927589 h 1648679"/>
                <a:gd name="connsiteX19" fmla="*/ 136355 w 1162011"/>
                <a:gd name="connsiteY19" fmla="*/ 867105 h 1648679"/>
                <a:gd name="connsiteX20" fmla="*/ 118448 w 1162011"/>
                <a:gd name="connsiteY20" fmla="*/ 784428 h 1648679"/>
                <a:gd name="connsiteX21" fmla="*/ 70442 w 1162011"/>
                <a:gd name="connsiteY21" fmla="*/ 648697 h 1648679"/>
                <a:gd name="connsiteX22" fmla="*/ 46916 w 1162011"/>
                <a:gd name="connsiteY22" fmla="*/ 586975 h 1648679"/>
                <a:gd name="connsiteX23" fmla="*/ 31295 w 1162011"/>
                <a:gd name="connsiteY23" fmla="*/ 542017 h 1648679"/>
                <a:gd name="connsiteX24" fmla="*/ 7863 w 1162011"/>
                <a:gd name="connsiteY24" fmla="*/ 446100 h 1648679"/>
                <a:gd name="connsiteX25" fmla="*/ 77300 w 1162011"/>
                <a:gd name="connsiteY25" fmla="*/ 106438 h 1648679"/>
                <a:gd name="connsiteX26" fmla="*/ 407437 w 1162011"/>
                <a:gd name="connsiteY26" fmla="*/ 13570 h 1648679"/>
                <a:gd name="connsiteX27" fmla="*/ 262657 w 1162011"/>
                <a:gd name="connsiteY27" fmla="*/ 1623866 h 1648679"/>
                <a:gd name="connsiteX28" fmla="*/ 302757 w 1162011"/>
                <a:gd name="connsiteY28" fmla="*/ 1632343 h 1648679"/>
                <a:gd name="connsiteX29" fmla="*/ 480684 w 1162011"/>
                <a:gd name="connsiteY29" fmla="*/ 1606245 h 1648679"/>
                <a:gd name="connsiteX30" fmla="*/ 653753 w 1162011"/>
                <a:gd name="connsiteY30" fmla="*/ 1514043 h 1648679"/>
                <a:gd name="connsiteX31" fmla="*/ 657659 w 1162011"/>
                <a:gd name="connsiteY31" fmla="*/ 1511662 h 1648679"/>
                <a:gd name="connsiteX32" fmla="*/ 1014560 w 1162011"/>
                <a:gd name="connsiteY32" fmla="*/ 1228102 h 1648679"/>
                <a:gd name="connsiteX33" fmla="*/ 1137433 w 1162011"/>
                <a:gd name="connsiteY33" fmla="*/ 799668 h 1648679"/>
                <a:gd name="connsiteX34" fmla="*/ 969507 w 1162011"/>
                <a:gd name="connsiteY34" fmla="*/ 522395 h 1648679"/>
                <a:gd name="connsiteX35" fmla="*/ 818822 w 1162011"/>
                <a:gd name="connsiteY35" fmla="*/ 387521 h 1648679"/>
                <a:gd name="connsiteX36" fmla="*/ 745670 w 1162011"/>
                <a:gd name="connsiteY36" fmla="*/ 325132 h 1648679"/>
                <a:gd name="connsiteX37" fmla="*/ 627845 w 1162011"/>
                <a:gd name="connsiteY37" fmla="*/ 200545 h 1648679"/>
                <a:gd name="connsiteX38" fmla="*/ 496400 w 1162011"/>
                <a:gd name="connsiteY38" fmla="*/ 70243 h 1648679"/>
                <a:gd name="connsiteX39" fmla="*/ 403436 w 1162011"/>
                <a:gd name="connsiteY39" fmla="*/ 26809 h 1648679"/>
                <a:gd name="connsiteX40" fmla="*/ 87968 w 1162011"/>
                <a:gd name="connsiteY40" fmla="*/ 115106 h 1648679"/>
                <a:gd name="connsiteX41" fmla="*/ 21389 w 1162011"/>
                <a:gd name="connsiteY41" fmla="*/ 443909 h 1648679"/>
                <a:gd name="connsiteX42" fmla="*/ 44344 w 1162011"/>
                <a:gd name="connsiteY42" fmla="*/ 537635 h 1648679"/>
                <a:gd name="connsiteX43" fmla="*/ 59870 w 1162011"/>
                <a:gd name="connsiteY43" fmla="*/ 582117 h 1648679"/>
                <a:gd name="connsiteX44" fmla="*/ 83301 w 1162011"/>
                <a:gd name="connsiteY44" fmla="*/ 643553 h 1648679"/>
                <a:gd name="connsiteX45" fmla="*/ 131783 w 1162011"/>
                <a:gd name="connsiteY45" fmla="*/ 780427 h 1648679"/>
                <a:gd name="connsiteX46" fmla="*/ 150071 w 1162011"/>
                <a:gd name="connsiteY46" fmla="*/ 864914 h 1648679"/>
                <a:gd name="connsiteX47" fmla="*/ 155501 w 1162011"/>
                <a:gd name="connsiteY47" fmla="*/ 927017 h 1648679"/>
                <a:gd name="connsiteX48" fmla="*/ 128259 w 1162011"/>
                <a:gd name="connsiteY48" fmla="*/ 1093990 h 1648679"/>
                <a:gd name="connsiteX49" fmla="*/ 124544 w 1162011"/>
                <a:gd name="connsiteY49" fmla="*/ 1104373 h 1648679"/>
                <a:gd name="connsiteX50" fmla="*/ 123401 w 1162011"/>
                <a:gd name="connsiteY50" fmla="*/ 1107611 h 1648679"/>
                <a:gd name="connsiteX51" fmla="*/ 74633 w 1162011"/>
                <a:gd name="connsiteY51" fmla="*/ 1316971 h 1648679"/>
                <a:gd name="connsiteX52" fmla="*/ 81301 w 1162011"/>
                <a:gd name="connsiteY52" fmla="*/ 1433176 h 1648679"/>
                <a:gd name="connsiteX53" fmla="*/ 158358 w 1162011"/>
                <a:gd name="connsiteY53" fmla="*/ 1566621 h 1648679"/>
                <a:gd name="connsiteX54" fmla="*/ 262657 w 1162011"/>
                <a:gd name="connsiteY54" fmla="*/ 1623866 h 1648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162011" h="1648679">
                  <a:moveTo>
                    <a:pt x="407437" y="13570"/>
                  </a:moveTo>
                  <a:cubicBezTo>
                    <a:pt x="442203" y="23571"/>
                    <a:pt x="474874" y="38811"/>
                    <a:pt x="504401" y="58813"/>
                  </a:cubicBezTo>
                  <a:cubicBezTo>
                    <a:pt x="551169" y="90532"/>
                    <a:pt x="595175" y="134156"/>
                    <a:pt x="639180" y="192163"/>
                  </a:cubicBezTo>
                  <a:cubicBezTo>
                    <a:pt x="672994" y="236645"/>
                    <a:pt x="706522" y="272173"/>
                    <a:pt x="755004" y="314655"/>
                  </a:cubicBezTo>
                  <a:cubicBezTo>
                    <a:pt x="779102" y="335800"/>
                    <a:pt x="803963" y="356660"/>
                    <a:pt x="827966" y="376853"/>
                  </a:cubicBezTo>
                  <a:cubicBezTo>
                    <a:pt x="879020" y="419811"/>
                    <a:pt x="931788" y="464197"/>
                    <a:pt x="979604" y="512584"/>
                  </a:cubicBezTo>
                  <a:cubicBezTo>
                    <a:pt x="1071996" y="606215"/>
                    <a:pt x="1128194" y="699084"/>
                    <a:pt x="1151149" y="796429"/>
                  </a:cubicBezTo>
                  <a:cubicBezTo>
                    <a:pt x="1191535" y="967117"/>
                    <a:pt x="1112573" y="1135996"/>
                    <a:pt x="1025228" y="1237151"/>
                  </a:cubicBezTo>
                  <a:cubicBezTo>
                    <a:pt x="938456" y="1337640"/>
                    <a:pt x="830728" y="1423365"/>
                    <a:pt x="664993" y="1523568"/>
                  </a:cubicBezTo>
                  <a:lnTo>
                    <a:pt x="661088" y="1525949"/>
                  </a:lnTo>
                  <a:cubicBezTo>
                    <a:pt x="604985" y="1559858"/>
                    <a:pt x="547073" y="1594910"/>
                    <a:pt x="485923" y="1619199"/>
                  </a:cubicBezTo>
                  <a:cubicBezTo>
                    <a:pt x="423439" y="1643964"/>
                    <a:pt x="356002" y="1653775"/>
                    <a:pt x="300852" y="1646155"/>
                  </a:cubicBezTo>
                  <a:cubicBezTo>
                    <a:pt x="243512" y="1638154"/>
                    <a:pt x="192172" y="1614913"/>
                    <a:pt x="149309" y="1577384"/>
                  </a:cubicBezTo>
                  <a:cubicBezTo>
                    <a:pt x="106923" y="1540522"/>
                    <a:pt x="80253" y="1494421"/>
                    <a:pt x="67775" y="1436319"/>
                  </a:cubicBezTo>
                  <a:cubicBezTo>
                    <a:pt x="59774" y="1399267"/>
                    <a:pt x="57488" y="1358785"/>
                    <a:pt x="60822" y="1316113"/>
                  </a:cubicBezTo>
                  <a:cubicBezTo>
                    <a:pt x="65775" y="1252582"/>
                    <a:pt x="81968" y="1182859"/>
                    <a:pt x="110352" y="1103134"/>
                  </a:cubicBezTo>
                  <a:lnTo>
                    <a:pt x="111495" y="1099896"/>
                  </a:lnTo>
                  <a:cubicBezTo>
                    <a:pt x="112733" y="1096372"/>
                    <a:pt x="113972" y="1092943"/>
                    <a:pt x="115115" y="1089609"/>
                  </a:cubicBezTo>
                  <a:cubicBezTo>
                    <a:pt x="133212" y="1037698"/>
                    <a:pt x="143404" y="994454"/>
                    <a:pt x="141594" y="927589"/>
                  </a:cubicBezTo>
                  <a:cubicBezTo>
                    <a:pt x="141118" y="908348"/>
                    <a:pt x="139308" y="887965"/>
                    <a:pt x="136355" y="867105"/>
                  </a:cubicBezTo>
                  <a:cubicBezTo>
                    <a:pt x="132450" y="839959"/>
                    <a:pt x="126449" y="812146"/>
                    <a:pt x="118448" y="784428"/>
                  </a:cubicBezTo>
                  <a:cubicBezTo>
                    <a:pt x="105209" y="738232"/>
                    <a:pt x="87492" y="692797"/>
                    <a:pt x="70442" y="648697"/>
                  </a:cubicBezTo>
                  <a:cubicBezTo>
                    <a:pt x="62632" y="628504"/>
                    <a:pt x="54536" y="607644"/>
                    <a:pt x="46916" y="586975"/>
                  </a:cubicBezTo>
                  <a:cubicBezTo>
                    <a:pt x="40915" y="570592"/>
                    <a:pt x="35771" y="555828"/>
                    <a:pt x="31295" y="542017"/>
                  </a:cubicBezTo>
                  <a:cubicBezTo>
                    <a:pt x="20722" y="509632"/>
                    <a:pt x="12816" y="477342"/>
                    <a:pt x="7863" y="446100"/>
                  </a:cubicBezTo>
                  <a:cubicBezTo>
                    <a:pt x="-21664" y="260553"/>
                    <a:pt x="38724" y="153682"/>
                    <a:pt x="77300" y="106438"/>
                  </a:cubicBezTo>
                  <a:cubicBezTo>
                    <a:pt x="153215" y="14236"/>
                    <a:pt x="282850" y="-22244"/>
                    <a:pt x="407437" y="13570"/>
                  </a:cubicBezTo>
                  <a:close/>
                  <a:moveTo>
                    <a:pt x="262657" y="1623866"/>
                  </a:moveTo>
                  <a:cubicBezTo>
                    <a:pt x="275611" y="1627581"/>
                    <a:pt x="289041" y="1630438"/>
                    <a:pt x="302757" y="1632343"/>
                  </a:cubicBezTo>
                  <a:cubicBezTo>
                    <a:pt x="355526" y="1639678"/>
                    <a:pt x="420391" y="1630153"/>
                    <a:pt x="480684" y="1606245"/>
                  </a:cubicBezTo>
                  <a:cubicBezTo>
                    <a:pt x="540692" y="1582432"/>
                    <a:pt x="598223" y="1547666"/>
                    <a:pt x="653753" y="1514043"/>
                  </a:cubicBezTo>
                  <a:lnTo>
                    <a:pt x="657659" y="1511662"/>
                  </a:lnTo>
                  <a:cubicBezTo>
                    <a:pt x="822060" y="1412221"/>
                    <a:pt x="928835" y="1327448"/>
                    <a:pt x="1014560" y="1228102"/>
                  </a:cubicBezTo>
                  <a:cubicBezTo>
                    <a:pt x="1099619" y="1129519"/>
                    <a:pt x="1176581" y="965212"/>
                    <a:pt x="1137433" y="799668"/>
                  </a:cubicBezTo>
                  <a:cubicBezTo>
                    <a:pt x="1115049" y="704894"/>
                    <a:pt x="1060090" y="614121"/>
                    <a:pt x="969507" y="522395"/>
                  </a:cubicBezTo>
                  <a:cubicBezTo>
                    <a:pt x="922168" y="474389"/>
                    <a:pt x="869590" y="430193"/>
                    <a:pt x="818822" y="387521"/>
                  </a:cubicBezTo>
                  <a:cubicBezTo>
                    <a:pt x="794723" y="367328"/>
                    <a:pt x="769863" y="346373"/>
                    <a:pt x="745670" y="325132"/>
                  </a:cubicBezTo>
                  <a:cubicBezTo>
                    <a:pt x="696425" y="281984"/>
                    <a:pt x="662326" y="245884"/>
                    <a:pt x="627845" y="200545"/>
                  </a:cubicBezTo>
                  <a:cubicBezTo>
                    <a:pt x="584888" y="143776"/>
                    <a:pt x="541835" y="101200"/>
                    <a:pt x="496400" y="70243"/>
                  </a:cubicBezTo>
                  <a:cubicBezTo>
                    <a:pt x="468111" y="51003"/>
                    <a:pt x="436869" y="36430"/>
                    <a:pt x="403436" y="26809"/>
                  </a:cubicBezTo>
                  <a:cubicBezTo>
                    <a:pt x="284088" y="-7481"/>
                    <a:pt x="160263" y="27190"/>
                    <a:pt x="87968" y="115106"/>
                  </a:cubicBezTo>
                  <a:cubicBezTo>
                    <a:pt x="50821" y="160445"/>
                    <a:pt x="-7186" y="263506"/>
                    <a:pt x="21389" y="443909"/>
                  </a:cubicBezTo>
                  <a:cubicBezTo>
                    <a:pt x="26246" y="474389"/>
                    <a:pt x="33962" y="506012"/>
                    <a:pt x="44344" y="537635"/>
                  </a:cubicBezTo>
                  <a:cubicBezTo>
                    <a:pt x="48821" y="551351"/>
                    <a:pt x="53869" y="565924"/>
                    <a:pt x="59870" y="582117"/>
                  </a:cubicBezTo>
                  <a:cubicBezTo>
                    <a:pt x="67394" y="602691"/>
                    <a:pt x="75491" y="623455"/>
                    <a:pt x="83301" y="643553"/>
                  </a:cubicBezTo>
                  <a:cubicBezTo>
                    <a:pt x="100541" y="687844"/>
                    <a:pt x="118353" y="733660"/>
                    <a:pt x="131783" y="780427"/>
                  </a:cubicBezTo>
                  <a:cubicBezTo>
                    <a:pt x="139880" y="808717"/>
                    <a:pt x="146071" y="837196"/>
                    <a:pt x="150071" y="864914"/>
                  </a:cubicBezTo>
                  <a:cubicBezTo>
                    <a:pt x="153119" y="886345"/>
                    <a:pt x="154929" y="907205"/>
                    <a:pt x="155501" y="927017"/>
                  </a:cubicBezTo>
                  <a:cubicBezTo>
                    <a:pt x="157310" y="996073"/>
                    <a:pt x="146833" y="1040555"/>
                    <a:pt x="128259" y="1093990"/>
                  </a:cubicBezTo>
                  <a:cubicBezTo>
                    <a:pt x="127116" y="1097419"/>
                    <a:pt x="125878" y="1100848"/>
                    <a:pt x="124544" y="1104373"/>
                  </a:cubicBezTo>
                  <a:lnTo>
                    <a:pt x="123401" y="1107611"/>
                  </a:lnTo>
                  <a:cubicBezTo>
                    <a:pt x="95398" y="1186192"/>
                    <a:pt x="79491" y="1254677"/>
                    <a:pt x="74633" y="1316971"/>
                  </a:cubicBezTo>
                  <a:cubicBezTo>
                    <a:pt x="71395" y="1358309"/>
                    <a:pt x="73681" y="1397457"/>
                    <a:pt x="81301" y="1433176"/>
                  </a:cubicBezTo>
                  <a:cubicBezTo>
                    <a:pt x="93112" y="1488135"/>
                    <a:pt x="118258" y="1531855"/>
                    <a:pt x="158358" y="1566621"/>
                  </a:cubicBezTo>
                  <a:cubicBezTo>
                    <a:pt x="189029" y="1593672"/>
                    <a:pt x="224081" y="1612817"/>
                    <a:pt x="262657" y="16238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319015" y="1745912"/>
              <a:ext cx="2176197" cy="2935013"/>
            </a:xfrm>
            <a:custGeom>
              <a:avLst/>
              <a:gdLst>
                <a:gd name="connsiteX0" fmla="*/ 447470 w 1284869"/>
                <a:gd name="connsiteY0" fmla="*/ 14646 h 1732889"/>
                <a:gd name="connsiteX1" fmla="*/ 549578 w 1284869"/>
                <a:gd name="connsiteY1" fmla="*/ 62366 h 1732889"/>
                <a:gd name="connsiteX2" fmla="*/ 696072 w 1284869"/>
                <a:gd name="connsiteY2" fmla="*/ 208480 h 1732889"/>
                <a:gd name="connsiteX3" fmla="*/ 823421 w 1284869"/>
                <a:gd name="connsiteY3" fmla="*/ 339449 h 1732889"/>
                <a:gd name="connsiteX4" fmla="*/ 919719 w 1284869"/>
                <a:gd name="connsiteY4" fmla="*/ 415934 h 1732889"/>
                <a:gd name="connsiteX5" fmla="*/ 1076120 w 1284869"/>
                <a:gd name="connsiteY5" fmla="*/ 544808 h 1732889"/>
                <a:gd name="connsiteX6" fmla="*/ 1272430 w 1284869"/>
                <a:gd name="connsiteY6" fmla="*/ 844940 h 1732889"/>
                <a:gd name="connsiteX7" fmla="*/ 1129460 w 1284869"/>
                <a:gd name="connsiteY7" fmla="*/ 1317857 h 1732889"/>
                <a:gd name="connsiteX8" fmla="*/ 743888 w 1284869"/>
                <a:gd name="connsiteY8" fmla="*/ 1591510 h 1732889"/>
                <a:gd name="connsiteX9" fmla="*/ 716456 w 1284869"/>
                <a:gd name="connsiteY9" fmla="*/ 1607226 h 1732889"/>
                <a:gd name="connsiteX10" fmla="*/ 556245 w 1284869"/>
                <a:gd name="connsiteY10" fmla="*/ 1691332 h 1732889"/>
                <a:gd name="connsiteX11" fmla="*/ 361554 w 1284869"/>
                <a:gd name="connsiteY11" fmla="*/ 1732766 h 1732889"/>
                <a:gd name="connsiteX12" fmla="*/ 178103 w 1284869"/>
                <a:gd name="connsiteY12" fmla="*/ 1675901 h 1732889"/>
                <a:gd name="connsiteX13" fmla="*/ 62945 w 1284869"/>
                <a:gd name="connsiteY13" fmla="*/ 1527597 h 1732889"/>
                <a:gd name="connsiteX14" fmla="*/ 45991 w 1284869"/>
                <a:gd name="connsiteY14" fmla="*/ 1398629 h 1732889"/>
                <a:gd name="connsiteX15" fmla="*/ 97807 w 1284869"/>
                <a:gd name="connsiteY15" fmla="*/ 1173172 h 1732889"/>
                <a:gd name="connsiteX16" fmla="*/ 103427 w 1284869"/>
                <a:gd name="connsiteY16" fmla="*/ 1158884 h 1732889"/>
                <a:gd name="connsiteX17" fmla="*/ 137145 w 1284869"/>
                <a:gd name="connsiteY17" fmla="*/ 988101 h 1732889"/>
                <a:gd name="connsiteX18" fmla="*/ 133145 w 1284869"/>
                <a:gd name="connsiteY18" fmla="*/ 924093 h 1732889"/>
                <a:gd name="connsiteX19" fmla="*/ 116285 w 1284869"/>
                <a:gd name="connsiteY19" fmla="*/ 836177 h 1732889"/>
                <a:gd name="connsiteX20" fmla="*/ 67327 w 1284869"/>
                <a:gd name="connsiteY20" fmla="*/ 687111 h 1732889"/>
                <a:gd name="connsiteX21" fmla="*/ 45419 w 1284869"/>
                <a:gd name="connsiteY21" fmla="*/ 625580 h 1732889"/>
                <a:gd name="connsiteX22" fmla="*/ 29703 w 1284869"/>
                <a:gd name="connsiteY22" fmla="*/ 577669 h 1732889"/>
                <a:gd name="connsiteX23" fmla="*/ 6557 w 1284869"/>
                <a:gd name="connsiteY23" fmla="*/ 476037 h 1732889"/>
                <a:gd name="connsiteX24" fmla="*/ 84472 w 1284869"/>
                <a:gd name="connsiteY24" fmla="*/ 118088 h 1732889"/>
                <a:gd name="connsiteX25" fmla="*/ 447470 w 1284869"/>
                <a:gd name="connsiteY25" fmla="*/ 14646 h 1732889"/>
                <a:gd name="connsiteX26" fmla="*/ 276305 w 1284869"/>
                <a:gd name="connsiteY26" fmla="*/ 1705715 h 1732889"/>
                <a:gd name="connsiteX27" fmla="*/ 362030 w 1284869"/>
                <a:gd name="connsiteY27" fmla="*/ 1718859 h 1732889"/>
                <a:gd name="connsiteX28" fmla="*/ 550816 w 1284869"/>
                <a:gd name="connsiteY28" fmla="*/ 1678568 h 1732889"/>
                <a:gd name="connsiteX29" fmla="*/ 709598 w 1284869"/>
                <a:gd name="connsiteY29" fmla="*/ 1595129 h 1732889"/>
                <a:gd name="connsiteX30" fmla="*/ 737030 w 1284869"/>
                <a:gd name="connsiteY30" fmla="*/ 1579318 h 1732889"/>
                <a:gd name="connsiteX31" fmla="*/ 1119363 w 1284869"/>
                <a:gd name="connsiteY31" fmla="*/ 1308141 h 1732889"/>
                <a:gd name="connsiteX32" fmla="*/ 1258904 w 1284869"/>
                <a:gd name="connsiteY32" fmla="*/ 848274 h 1732889"/>
                <a:gd name="connsiteX33" fmla="*/ 1066690 w 1284869"/>
                <a:gd name="connsiteY33" fmla="*/ 554904 h 1732889"/>
                <a:gd name="connsiteX34" fmla="*/ 911147 w 1284869"/>
                <a:gd name="connsiteY34" fmla="*/ 426793 h 1732889"/>
                <a:gd name="connsiteX35" fmla="*/ 814468 w 1284869"/>
                <a:gd name="connsiteY35" fmla="*/ 350021 h 1732889"/>
                <a:gd name="connsiteX36" fmla="*/ 684833 w 1284869"/>
                <a:gd name="connsiteY36" fmla="*/ 216671 h 1732889"/>
                <a:gd name="connsiteX37" fmla="*/ 541577 w 1284869"/>
                <a:gd name="connsiteY37" fmla="*/ 73701 h 1732889"/>
                <a:gd name="connsiteX38" fmla="*/ 443469 w 1284869"/>
                <a:gd name="connsiteY38" fmla="*/ 27886 h 1732889"/>
                <a:gd name="connsiteX39" fmla="*/ 95235 w 1284869"/>
                <a:gd name="connsiteY39" fmla="*/ 126755 h 1732889"/>
                <a:gd name="connsiteX40" fmla="*/ 20369 w 1284869"/>
                <a:gd name="connsiteY40" fmla="*/ 473846 h 1732889"/>
                <a:gd name="connsiteX41" fmla="*/ 43038 w 1284869"/>
                <a:gd name="connsiteY41" fmla="*/ 573383 h 1732889"/>
                <a:gd name="connsiteX42" fmla="*/ 58564 w 1284869"/>
                <a:gd name="connsiteY42" fmla="*/ 620912 h 1732889"/>
                <a:gd name="connsiteX43" fmla="*/ 80376 w 1284869"/>
                <a:gd name="connsiteY43" fmla="*/ 682253 h 1732889"/>
                <a:gd name="connsiteX44" fmla="*/ 129716 w 1284869"/>
                <a:gd name="connsiteY44" fmla="*/ 832558 h 1732889"/>
                <a:gd name="connsiteX45" fmla="*/ 146956 w 1284869"/>
                <a:gd name="connsiteY45" fmla="*/ 922379 h 1732889"/>
                <a:gd name="connsiteX46" fmla="*/ 151052 w 1284869"/>
                <a:gd name="connsiteY46" fmla="*/ 988006 h 1732889"/>
                <a:gd name="connsiteX47" fmla="*/ 116381 w 1284869"/>
                <a:gd name="connsiteY47" fmla="*/ 1163837 h 1732889"/>
                <a:gd name="connsiteX48" fmla="*/ 110761 w 1284869"/>
                <a:gd name="connsiteY48" fmla="*/ 1178220 h 1732889"/>
                <a:gd name="connsiteX49" fmla="*/ 59897 w 1284869"/>
                <a:gd name="connsiteY49" fmla="*/ 1399105 h 1732889"/>
                <a:gd name="connsiteX50" fmla="*/ 76185 w 1284869"/>
                <a:gd name="connsiteY50" fmla="*/ 1523216 h 1732889"/>
                <a:gd name="connsiteX51" fmla="*/ 185627 w 1284869"/>
                <a:gd name="connsiteY51" fmla="*/ 1664091 h 1732889"/>
                <a:gd name="connsiteX52" fmla="*/ 276305 w 1284869"/>
                <a:gd name="connsiteY52" fmla="*/ 1705715 h 1732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84869" h="1732889">
                  <a:moveTo>
                    <a:pt x="447470" y="14646"/>
                  </a:moveTo>
                  <a:cubicBezTo>
                    <a:pt x="484236" y="25219"/>
                    <a:pt x="518621" y="41221"/>
                    <a:pt x="549578" y="62366"/>
                  </a:cubicBezTo>
                  <a:cubicBezTo>
                    <a:pt x="600441" y="96942"/>
                    <a:pt x="646923" y="143329"/>
                    <a:pt x="696072" y="208480"/>
                  </a:cubicBezTo>
                  <a:cubicBezTo>
                    <a:pt x="733029" y="257438"/>
                    <a:pt x="768748" y="294110"/>
                    <a:pt x="823421" y="339449"/>
                  </a:cubicBezTo>
                  <a:cubicBezTo>
                    <a:pt x="855044" y="365642"/>
                    <a:pt x="887906" y="391169"/>
                    <a:pt x="919719" y="415934"/>
                  </a:cubicBezTo>
                  <a:cubicBezTo>
                    <a:pt x="972202" y="456701"/>
                    <a:pt x="1026399" y="498802"/>
                    <a:pt x="1076120" y="544808"/>
                  </a:cubicBezTo>
                  <a:cubicBezTo>
                    <a:pt x="1181657" y="642534"/>
                    <a:pt x="1245855" y="740642"/>
                    <a:pt x="1272430" y="844940"/>
                  </a:cubicBezTo>
                  <a:cubicBezTo>
                    <a:pt x="1311863" y="999912"/>
                    <a:pt x="1255761" y="1185554"/>
                    <a:pt x="1129460" y="1317857"/>
                  </a:cubicBezTo>
                  <a:cubicBezTo>
                    <a:pt x="1017350" y="1435395"/>
                    <a:pt x="872094" y="1518358"/>
                    <a:pt x="743888" y="1591510"/>
                  </a:cubicBezTo>
                  <a:cubicBezTo>
                    <a:pt x="734744" y="1596749"/>
                    <a:pt x="725600" y="1601987"/>
                    <a:pt x="716456" y="1607226"/>
                  </a:cubicBezTo>
                  <a:cubicBezTo>
                    <a:pt x="664735" y="1637039"/>
                    <a:pt x="611300" y="1667805"/>
                    <a:pt x="556245" y="1691332"/>
                  </a:cubicBezTo>
                  <a:cubicBezTo>
                    <a:pt x="489094" y="1720097"/>
                    <a:pt x="421752" y="1734385"/>
                    <a:pt x="361554" y="1732766"/>
                  </a:cubicBezTo>
                  <a:cubicBezTo>
                    <a:pt x="295546" y="1730956"/>
                    <a:pt x="232300" y="1711239"/>
                    <a:pt x="178103" y="1675901"/>
                  </a:cubicBezTo>
                  <a:cubicBezTo>
                    <a:pt x="122000" y="1639421"/>
                    <a:pt x="83329" y="1589605"/>
                    <a:pt x="62945" y="1527597"/>
                  </a:cubicBezTo>
                  <a:cubicBezTo>
                    <a:pt x="49991" y="1488164"/>
                    <a:pt x="44276" y="1444825"/>
                    <a:pt x="45991" y="1398629"/>
                  </a:cubicBezTo>
                  <a:cubicBezTo>
                    <a:pt x="48467" y="1330525"/>
                    <a:pt x="65898" y="1254706"/>
                    <a:pt x="97807" y="1173172"/>
                  </a:cubicBezTo>
                  <a:lnTo>
                    <a:pt x="103427" y="1158884"/>
                  </a:lnTo>
                  <a:cubicBezTo>
                    <a:pt x="125334" y="1101925"/>
                    <a:pt x="137240" y="1057919"/>
                    <a:pt x="137145" y="988101"/>
                  </a:cubicBezTo>
                  <a:cubicBezTo>
                    <a:pt x="137145" y="967527"/>
                    <a:pt x="135812" y="945905"/>
                    <a:pt x="133145" y="924093"/>
                  </a:cubicBezTo>
                  <a:cubicBezTo>
                    <a:pt x="129716" y="895613"/>
                    <a:pt x="124191" y="866848"/>
                    <a:pt x="116285" y="836177"/>
                  </a:cubicBezTo>
                  <a:cubicBezTo>
                    <a:pt x="103046" y="785695"/>
                    <a:pt x="84948" y="735593"/>
                    <a:pt x="67327" y="687111"/>
                  </a:cubicBezTo>
                  <a:cubicBezTo>
                    <a:pt x="60088" y="667013"/>
                    <a:pt x="52468" y="646154"/>
                    <a:pt x="45419" y="625580"/>
                  </a:cubicBezTo>
                  <a:cubicBezTo>
                    <a:pt x="39419" y="608054"/>
                    <a:pt x="34275" y="592337"/>
                    <a:pt x="29703" y="577669"/>
                  </a:cubicBezTo>
                  <a:cubicBezTo>
                    <a:pt x="19321" y="543855"/>
                    <a:pt x="11510" y="509756"/>
                    <a:pt x="6557" y="476037"/>
                  </a:cubicBezTo>
                  <a:cubicBezTo>
                    <a:pt x="-5444" y="392217"/>
                    <a:pt x="-11254" y="234293"/>
                    <a:pt x="84472" y="118088"/>
                  </a:cubicBezTo>
                  <a:cubicBezTo>
                    <a:pt x="168959" y="16170"/>
                    <a:pt x="311357" y="-24406"/>
                    <a:pt x="447470" y="14646"/>
                  </a:cubicBezTo>
                  <a:close/>
                  <a:moveTo>
                    <a:pt x="276305" y="1705715"/>
                  </a:moveTo>
                  <a:cubicBezTo>
                    <a:pt x="303833" y="1713620"/>
                    <a:pt x="332693" y="1718097"/>
                    <a:pt x="362030" y="1718859"/>
                  </a:cubicBezTo>
                  <a:cubicBezTo>
                    <a:pt x="420228" y="1720478"/>
                    <a:pt x="485570" y="1706572"/>
                    <a:pt x="550816" y="1678568"/>
                  </a:cubicBezTo>
                  <a:cubicBezTo>
                    <a:pt x="605204" y="1655327"/>
                    <a:pt x="658258" y="1624752"/>
                    <a:pt x="709598" y="1595129"/>
                  </a:cubicBezTo>
                  <a:cubicBezTo>
                    <a:pt x="718742" y="1589795"/>
                    <a:pt x="727981" y="1584557"/>
                    <a:pt x="737030" y="1579318"/>
                  </a:cubicBezTo>
                  <a:cubicBezTo>
                    <a:pt x="864379" y="1506642"/>
                    <a:pt x="1008683" y="1424156"/>
                    <a:pt x="1119363" y="1308141"/>
                  </a:cubicBezTo>
                  <a:cubicBezTo>
                    <a:pt x="1242426" y="1179173"/>
                    <a:pt x="1297195" y="998674"/>
                    <a:pt x="1258904" y="848274"/>
                  </a:cubicBezTo>
                  <a:cubicBezTo>
                    <a:pt x="1233092" y="746738"/>
                    <a:pt x="1170131" y="650726"/>
                    <a:pt x="1066690" y="554904"/>
                  </a:cubicBezTo>
                  <a:cubicBezTo>
                    <a:pt x="1017446" y="509279"/>
                    <a:pt x="963439" y="467369"/>
                    <a:pt x="911147" y="426793"/>
                  </a:cubicBezTo>
                  <a:cubicBezTo>
                    <a:pt x="879238" y="402028"/>
                    <a:pt x="846281" y="376406"/>
                    <a:pt x="814468" y="350021"/>
                  </a:cubicBezTo>
                  <a:cubicBezTo>
                    <a:pt x="758842" y="303920"/>
                    <a:pt x="722552" y="266582"/>
                    <a:pt x="684833" y="216671"/>
                  </a:cubicBezTo>
                  <a:cubicBezTo>
                    <a:pt x="636636" y="152854"/>
                    <a:pt x="591107" y="107420"/>
                    <a:pt x="541577" y="73701"/>
                  </a:cubicBezTo>
                  <a:cubicBezTo>
                    <a:pt x="511763" y="53413"/>
                    <a:pt x="478807" y="37982"/>
                    <a:pt x="443469" y="27886"/>
                  </a:cubicBezTo>
                  <a:cubicBezTo>
                    <a:pt x="312691" y="-9643"/>
                    <a:pt x="176007" y="29124"/>
                    <a:pt x="95235" y="126755"/>
                  </a:cubicBezTo>
                  <a:cubicBezTo>
                    <a:pt x="2938" y="238865"/>
                    <a:pt x="8748" y="392312"/>
                    <a:pt x="20369" y="473846"/>
                  </a:cubicBezTo>
                  <a:cubicBezTo>
                    <a:pt x="25226" y="506803"/>
                    <a:pt x="32846" y="540236"/>
                    <a:pt x="43038" y="573383"/>
                  </a:cubicBezTo>
                  <a:cubicBezTo>
                    <a:pt x="47515" y="587956"/>
                    <a:pt x="52563" y="603482"/>
                    <a:pt x="58564" y="620912"/>
                  </a:cubicBezTo>
                  <a:cubicBezTo>
                    <a:pt x="65612" y="641391"/>
                    <a:pt x="73137" y="662156"/>
                    <a:pt x="80376" y="682253"/>
                  </a:cubicBezTo>
                  <a:cubicBezTo>
                    <a:pt x="97997" y="731021"/>
                    <a:pt x="116285" y="781409"/>
                    <a:pt x="129716" y="832558"/>
                  </a:cubicBezTo>
                  <a:cubicBezTo>
                    <a:pt x="137812" y="863895"/>
                    <a:pt x="143432" y="893232"/>
                    <a:pt x="146956" y="922379"/>
                  </a:cubicBezTo>
                  <a:cubicBezTo>
                    <a:pt x="149623" y="944762"/>
                    <a:pt x="150956" y="966860"/>
                    <a:pt x="151052" y="988006"/>
                  </a:cubicBezTo>
                  <a:cubicBezTo>
                    <a:pt x="151147" y="1059920"/>
                    <a:pt x="138955" y="1105259"/>
                    <a:pt x="116381" y="1163837"/>
                  </a:cubicBezTo>
                  <a:lnTo>
                    <a:pt x="110761" y="1178220"/>
                  </a:lnTo>
                  <a:cubicBezTo>
                    <a:pt x="79424" y="1258230"/>
                    <a:pt x="62279" y="1332620"/>
                    <a:pt x="59897" y="1399105"/>
                  </a:cubicBezTo>
                  <a:cubicBezTo>
                    <a:pt x="58278" y="1443587"/>
                    <a:pt x="63803" y="1485401"/>
                    <a:pt x="76185" y="1523216"/>
                  </a:cubicBezTo>
                  <a:cubicBezTo>
                    <a:pt x="95521" y="1582080"/>
                    <a:pt x="132287" y="1629420"/>
                    <a:pt x="185627" y="1664091"/>
                  </a:cubicBezTo>
                  <a:cubicBezTo>
                    <a:pt x="213821" y="1682569"/>
                    <a:pt x="244206" y="1696475"/>
                    <a:pt x="276305" y="170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273307" y="1662317"/>
              <a:ext cx="2386301" cy="3082113"/>
            </a:xfrm>
            <a:custGeom>
              <a:avLst/>
              <a:gdLst>
                <a:gd name="connsiteX0" fmla="*/ 487506 w 1408919"/>
                <a:gd name="connsiteY0" fmla="*/ 15234 h 1819740"/>
                <a:gd name="connsiteX1" fmla="*/ 594948 w 1408919"/>
                <a:gd name="connsiteY1" fmla="*/ 65431 h 1819740"/>
                <a:gd name="connsiteX2" fmla="*/ 753253 w 1408919"/>
                <a:gd name="connsiteY2" fmla="*/ 224308 h 1819740"/>
                <a:gd name="connsiteX3" fmla="*/ 892223 w 1408919"/>
                <a:gd name="connsiteY3" fmla="*/ 363754 h 1819740"/>
                <a:gd name="connsiteX4" fmla="*/ 1011476 w 1408919"/>
                <a:gd name="connsiteY4" fmla="*/ 452718 h 1819740"/>
                <a:gd name="connsiteX5" fmla="*/ 1173115 w 1408919"/>
                <a:gd name="connsiteY5" fmla="*/ 576543 h 1819740"/>
                <a:gd name="connsiteX6" fmla="*/ 1394095 w 1408919"/>
                <a:gd name="connsiteY6" fmla="*/ 892868 h 1819740"/>
                <a:gd name="connsiteX7" fmla="*/ 1234075 w 1408919"/>
                <a:gd name="connsiteY7" fmla="*/ 1397979 h 1819740"/>
                <a:gd name="connsiteX8" fmla="*/ 887175 w 1408919"/>
                <a:gd name="connsiteY8" fmla="*/ 1624864 h 1819740"/>
                <a:gd name="connsiteX9" fmla="*/ 823357 w 1408919"/>
                <a:gd name="connsiteY9" fmla="*/ 1658964 h 1819740"/>
                <a:gd name="connsiteX10" fmla="*/ 768398 w 1408919"/>
                <a:gd name="connsiteY10" fmla="*/ 1689253 h 1819740"/>
                <a:gd name="connsiteX11" fmla="*/ 627047 w 1408919"/>
                <a:gd name="connsiteY11" fmla="*/ 1763167 h 1819740"/>
                <a:gd name="connsiteX12" fmla="*/ 422545 w 1408919"/>
                <a:gd name="connsiteY12" fmla="*/ 1818888 h 1819740"/>
                <a:gd name="connsiteX13" fmla="*/ 282147 w 1408919"/>
                <a:gd name="connsiteY13" fmla="*/ 1803649 h 1819740"/>
                <a:gd name="connsiteX14" fmla="*/ 207090 w 1408919"/>
                <a:gd name="connsiteY14" fmla="*/ 1773835 h 1819740"/>
                <a:gd name="connsiteX15" fmla="*/ 58595 w 1408919"/>
                <a:gd name="connsiteY15" fmla="*/ 1618387 h 1819740"/>
                <a:gd name="connsiteX16" fmla="*/ 31639 w 1408919"/>
                <a:gd name="connsiteY16" fmla="*/ 1480751 h 1819740"/>
                <a:gd name="connsiteX17" fmla="*/ 85741 w 1408919"/>
                <a:gd name="connsiteY17" fmla="*/ 1242817 h 1819740"/>
                <a:gd name="connsiteX18" fmla="*/ 87360 w 1408919"/>
                <a:gd name="connsiteY18" fmla="*/ 1239102 h 1819740"/>
                <a:gd name="connsiteX19" fmla="*/ 92123 w 1408919"/>
                <a:gd name="connsiteY19" fmla="*/ 1227767 h 1819740"/>
                <a:gd name="connsiteX20" fmla="*/ 133080 w 1408919"/>
                <a:gd name="connsiteY20" fmla="*/ 1048221 h 1819740"/>
                <a:gd name="connsiteX21" fmla="*/ 130413 w 1408919"/>
                <a:gd name="connsiteY21" fmla="*/ 980593 h 1819740"/>
                <a:gd name="connsiteX22" fmla="*/ 114602 w 1408919"/>
                <a:gd name="connsiteY22" fmla="*/ 887439 h 1819740"/>
                <a:gd name="connsiteX23" fmla="*/ 64977 w 1408919"/>
                <a:gd name="connsiteY23" fmla="*/ 724847 h 1819740"/>
                <a:gd name="connsiteX24" fmla="*/ 44498 w 1408919"/>
                <a:gd name="connsiteY24" fmla="*/ 663506 h 1819740"/>
                <a:gd name="connsiteX25" fmla="*/ 28782 w 1408919"/>
                <a:gd name="connsiteY25" fmla="*/ 612642 h 1819740"/>
                <a:gd name="connsiteX26" fmla="*/ 5922 w 1408919"/>
                <a:gd name="connsiteY26" fmla="*/ 505296 h 1819740"/>
                <a:gd name="connsiteX27" fmla="*/ 92123 w 1408919"/>
                <a:gd name="connsiteY27" fmla="*/ 129153 h 1819740"/>
                <a:gd name="connsiteX28" fmla="*/ 487506 w 1408919"/>
                <a:gd name="connsiteY28" fmla="*/ 15234 h 1819740"/>
                <a:gd name="connsiteX29" fmla="*/ 286052 w 1408919"/>
                <a:gd name="connsiteY29" fmla="*/ 1790313 h 1819740"/>
                <a:gd name="connsiteX30" fmla="*/ 421688 w 1408919"/>
                <a:gd name="connsiteY30" fmla="*/ 1805077 h 1819740"/>
                <a:gd name="connsiteX31" fmla="*/ 621237 w 1408919"/>
                <a:gd name="connsiteY31" fmla="*/ 1750594 h 1819740"/>
                <a:gd name="connsiteX32" fmla="*/ 761540 w 1408919"/>
                <a:gd name="connsiteY32" fmla="*/ 1677156 h 1819740"/>
                <a:gd name="connsiteX33" fmla="*/ 816690 w 1408919"/>
                <a:gd name="connsiteY33" fmla="*/ 1646772 h 1819740"/>
                <a:gd name="connsiteX34" fmla="*/ 880602 w 1408919"/>
                <a:gd name="connsiteY34" fmla="*/ 1612577 h 1819740"/>
                <a:gd name="connsiteX35" fmla="*/ 1224455 w 1408919"/>
                <a:gd name="connsiteY35" fmla="*/ 1387977 h 1819740"/>
                <a:gd name="connsiteX36" fmla="*/ 1380665 w 1408919"/>
                <a:gd name="connsiteY36" fmla="*/ 896583 h 1819740"/>
                <a:gd name="connsiteX37" fmla="*/ 1164066 w 1408919"/>
                <a:gd name="connsiteY37" fmla="*/ 587211 h 1819740"/>
                <a:gd name="connsiteX38" fmla="*/ 1003284 w 1408919"/>
                <a:gd name="connsiteY38" fmla="*/ 464052 h 1819740"/>
                <a:gd name="connsiteX39" fmla="*/ 883555 w 1408919"/>
                <a:gd name="connsiteY39" fmla="*/ 374708 h 1819740"/>
                <a:gd name="connsiteX40" fmla="*/ 742109 w 1408919"/>
                <a:gd name="connsiteY40" fmla="*/ 232690 h 1819740"/>
                <a:gd name="connsiteX41" fmla="*/ 587137 w 1408919"/>
                <a:gd name="connsiteY41" fmla="*/ 76956 h 1819740"/>
                <a:gd name="connsiteX42" fmla="*/ 483696 w 1408919"/>
                <a:gd name="connsiteY42" fmla="*/ 28665 h 1819740"/>
                <a:gd name="connsiteX43" fmla="*/ 102886 w 1408919"/>
                <a:gd name="connsiteY43" fmla="*/ 138297 h 1819740"/>
                <a:gd name="connsiteX44" fmla="*/ 19733 w 1408919"/>
                <a:gd name="connsiteY44" fmla="*/ 503676 h 1819740"/>
                <a:gd name="connsiteX45" fmla="*/ 42117 w 1408919"/>
                <a:gd name="connsiteY45" fmla="*/ 608928 h 1819740"/>
                <a:gd name="connsiteX46" fmla="*/ 57738 w 1408919"/>
                <a:gd name="connsiteY46" fmla="*/ 659410 h 1819740"/>
                <a:gd name="connsiteX47" fmla="*/ 78216 w 1408919"/>
                <a:gd name="connsiteY47" fmla="*/ 720561 h 1819740"/>
                <a:gd name="connsiteX48" fmla="*/ 128127 w 1408919"/>
                <a:gd name="connsiteY48" fmla="*/ 884391 h 1819740"/>
                <a:gd name="connsiteX49" fmla="*/ 144320 w 1408919"/>
                <a:gd name="connsiteY49" fmla="*/ 979450 h 1819740"/>
                <a:gd name="connsiteX50" fmla="*/ 147082 w 1408919"/>
                <a:gd name="connsiteY50" fmla="*/ 1048697 h 1819740"/>
                <a:gd name="connsiteX51" fmla="*/ 105077 w 1408919"/>
                <a:gd name="connsiteY51" fmla="*/ 1233292 h 1819740"/>
                <a:gd name="connsiteX52" fmla="*/ 100219 w 1408919"/>
                <a:gd name="connsiteY52" fmla="*/ 1244722 h 1819740"/>
                <a:gd name="connsiteX53" fmla="*/ 98600 w 1408919"/>
                <a:gd name="connsiteY53" fmla="*/ 1248436 h 1819740"/>
                <a:gd name="connsiteX54" fmla="*/ 45641 w 1408919"/>
                <a:gd name="connsiteY54" fmla="*/ 1480846 h 1819740"/>
                <a:gd name="connsiteX55" fmla="*/ 71454 w 1408919"/>
                <a:gd name="connsiteY55" fmla="*/ 1612958 h 1819740"/>
                <a:gd name="connsiteX56" fmla="*/ 213567 w 1408919"/>
                <a:gd name="connsiteY56" fmla="*/ 1761453 h 1819740"/>
                <a:gd name="connsiteX57" fmla="*/ 286052 w 1408919"/>
                <a:gd name="connsiteY57" fmla="*/ 1790313 h 1819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408919" h="1819740">
                  <a:moveTo>
                    <a:pt x="487506" y="15234"/>
                  </a:moveTo>
                  <a:cubicBezTo>
                    <a:pt x="526272" y="26379"/>
                    <a:pt x="562372" y="43238"/>
                    <a:pt x="594948" y="65431"/>
                  </a:cubicBezTo>
                  <a:cubicBezTo>
                    <a:pt x="649240" y="102388"/>
                    <a:pt x="699532" y="152871"/>
                    <a:pt x="753253" y="224308"/>
                  </a:cubicBezTo>
                  <a:cubicBezTo>
                    <a:pt x="793258" y="277458"/>
                    <a:pt x="832215" y="316605"/>
                    <a:pt x="892223" y="363754"/>
                  </a:cubicBezTo>
                  <a:cubicBezTo>
                    <a:pt x="931180" y="394615"/>
                    <a:pt x="972042" y="424143"/>
                    <a:pt x="1011476" y="452718"/>
                  </a:cubicBezTo>
                  <a:cubicBezTo>
                    <a:pt x="1065578" y="491865"/>
                    <a:pt x="1121490" y="532251"/>
                    <a:pt x="1173115" y="576543"/>
                  </a:cubicBezTo>
                  <a:cubicBezTo>
                    <a:pt x="1291797" y="678175"/>
                    <a:pt x="1363996" y="781616"/>
                    <a:pt x="1394095" y="892868"/>
                  </a:cubicBezTo>
                  <a:cubicBezTo>
                    <a:pt x="1440006" y="1062699"/>
                    <a:pt x="1377236" y="1260914"/>
                    <a:pt x="1234075" y="1397979"/>
                  </a:cubicBezTo>
                  <a:cubicBezTo>
                    <a:pt x="1133872" y="1493896"/>
                    <a:pt x="1014048" y="1557522"/>
                    <a:pt x="887175" y="1624864"/>
                  </a:cubicBezTo>
                  <a:cubicBezTo>
                    <a:pt x="865934" y="1636104"/>
                    <a:pt x="844598" y="1647438"/>
                    <a:pt x="823357" y="1658964"/>
                  </a:cubicBezTo>
                  <a:cubicBezTo>
                    <a:pt x="805069" y="1668870"/>
                    <a:pt x="786781" y="1679062"/>
                    <a:pt x="768398" y="1689253"/>
                  </a:cubicBezTo>
                  <a:cubicBezTo>
                    <a:pt x="722583" y="1714780"/>
                    <a:pt x="675148" y="1741164"/>
                    <a:pt x="627047" y="1763167"/>
                  </a:cubicBezTo>
                  <a:cubicBezTo>
                    <a:pt x="554943" y="1796124"/>
                    <a:pt x="486077" y="1814888"/>
                    <a:pt x="422545" y="1818888"/>
                  </a:cubicBezTo>
                  <a:cubicBezTo>
                    <a:pt x="375111" y="1821937"/>
                    <a:pt x="327867" y="1816793"/>
                    <a:pt x="282147" y="1803649"/>
                  </a:cubicBezTo>
                  <a:cubicBezTo>
                    <a:pt x="256143" y="1796219"/>
                    <a:pt x="230902" y="1786122"/>
                    <a:pt x="207090" y="1773835"/>
                  </a:cubicBezTo>
                  <a:cubicBezTo>
                    <a:pt x="137367" y="1737735"/>
                    <a:pt x="87360" y="1685443"/>
                    <a:pt x="58595" y="1618387"/>
                  </a:cubicBezTo>
                  <a:cubicBezTo>
                    <a:pt x="40783" y="1576572"/>
                    <a:pt x="31734" y="1530281"/>
                    <a:pt x="31639" y="1480751"/>
                  </a:cubicBezTo>
                  <a:cubicBezTo>
                    <a:pt x="31734" y="1407313"/>
                    <a:pt x="49927" y="1327303"/>
                    <a:pt x="85741" y="1242817"/>
                  </a:cubicBezTo>
                  <a:lnTo>
                    <a:pt x="87360" y="1239102"/>
                  </a:lnTo>
                  <a:cubicBezTo>
                    <a:pt x="88980" y="1235197"/>
                    <a:pt x="90599" y="1231482"/>
                    <a:pt x="92123" y="1227767"/>
                  </a:cubicBezTo>
                  <a:cubicBezTo>
                    <a:pt x="118126" y="1165855"/>
                    <a:pt x="131556" y="1121087"/>
                    <a:pt x="133080" y="1048221"/>
                  </a:cubicBezTo>
                  <a:cubicBezTo>
                    <a:pt x="133557" y="1026218"/>
                    <a:pt x="132604" y="1003453"/>
                    <a:pt x="130413" y="980593"/>
                  </a:cubicBezTo>
                  <a:cubicBezTo>
                    <a:pt x="127461" y="950685"/>
                    <a:pt x="122317" y="920205"/>
                    <a:pt x="114602" y="887439"/>
                  </a:cubicBezTo>
                  <a:cubicBezTo>
                    <a:pt x="101553" y="832479"/>
                    <a:pt x="82979" y="777806"/>
                    <a:pt x="64977" y="724847"/>
                  </a:cubicBezTo>
                  <a:cubicBezTo>
                    <a:pt x="58023" y="704463"/>
                    <a:pt x="51165" y="683985"/>
                    <a:pt x="44498" y="663506"/>
                  </a:cubicBezTo>
                  <a:cubicBezTo>
                    <a:pt x="38497" y="644837"/>
                    <a:pt x="33354" y="628263"/>
                    <a:pt x="28782" y="612642"/>
                  </a:cubicBezTo>
                  <a:cubicBezTo>
                    <a:pt x="18399" y="577019"/>
                    <a:pt x="10684" y="540919"/>
                    <a:pt x="5922" y="505296"/>
                  </a:cubicBezTo>
                  <a:cubicBezTo>
                    <a:pt x="-13986" y="353848"/>
                    <a:pt x="16685" y="220308"/>
                    <a:pt x="92123" y="129153"/>
                  </a:cubicBezTo>
                  <a:cubicBezTo>
                    <a:pt x="183468" y="19425"/>
                    <a:pt x="342345" y="-26485"/>
                    <a:pt x="487506" y="15234"/>
                  </a:cubicBezTo>
                  <a:close/>
                  <a:moveTo>
                    <a:pt x="286052" y="1790313"/>
                  </a:moveTo>
                  <a:cubicBezTo>
                    <a:pt x="330153" y="1802982"/>
                    <a:pt x="375777" y="1807935"/>
                    <a:pt x="421688" y="1805077"/>
                  </a:cubicBezTo>
                  <a:cubicBezTo>
                    <a:pt x="483505" y="1801172"/>
                    <a:pt x="550656" y="1782789"/>
                    <a:pt x="621237" y="1750594"/>
                  </a:cubicBezTo>
                  <a:cubicBezTo>
                    <a:pt x="668862" y="1728877"/>
                    <a:pt x="716010" y="1702588"/>
                    <a:pt x="761540" y="1677156"/>
                  </a:cubicBezTo>
                  <a:cubicBezTo>
                    <a:pt x="779923" y="1666870"/>
                    <a:pt x="798306" y="1656678"/>
                    <a:pt x="816690" y="1646772"/>
                  </a:cubicBezTo>
                  <a:cubicBezTo>
                    <a:pt x="838026" y="1635247"/>
                    <a:pt x="859362" y="1623912"/>
                    <a:pt x="880602" y="1612577"/>
                  </a:cubicBezTo>
                  <a:cubicBezTo>
                    <a:pt x="1006618" y="1545712"/>
                    <a:pt x="1125681" y="1482561"/>
                    <a:pt x="1224455" y="1387977"/>
                  </a:cubicBezTo>
                  <a:cubicBezTo>
                    <a:pt x="1363901" y="1254437"/>
                    <a:pt x="1425242" y="1061556"/>
                    <a:pt x="1380665" y="896583"/>
                  </a:cubicBezTo>
                  <a:cubicBezTo>
                    <a:pt x="1351328" y="788093"/>
                    <a:pt x="1280462" y="686938"/>
                    <a:pt x="1164066" y="587211"/>
                  </a:cubicBezTo>
                  <a:cubicBezTo>
                    <a:pt x="1112822" y="543300"/>
                    <a:pt x="1057196" y="503010"/>
                    <a:pt x="1003284" y="464052"/>
                  </a:cubicBezTo>
                  <a:cubicBezTo>
                    <a:pt x="963660" y="435382"/>
                    <a:pt x="922703" y="405759"/>
                    <a:pt x="883555" y="374708"/>
                  </a:cubicBezTo>
                  <a:cubicBezTo>
                    <a:pt x="822595" y="326702"/>
                    <a:pt x="782876" y="286887"/>
                    <a:pt x="742109" y="232690"/>
                  </a:cubicBezTo>
                  <a:cubicBezTo>
                    <a:pt x="689340" y="162491"/>
                    <a:pt x="640096" y="113056"/>
                    <a:pt x="587137" y="76956"/>
                  </a:cubicBezTo>
                  <a:cubicBezTo>
                    <a:pt x="555800" y="55620"/>
                    <a:pt x="520938" y="39333"/>
                    <a:pt x="483696" y="28665"/>
                  </a:cubicBezTo>
                  <a:cubicBezTo>
                    <a:pt x="343773" y="-11531"/>
                    <a:pt x="190707" y="32475"/>
                    <a:pt x="102886" y="138297"/>
                  </a:cubicBezTo>
                  <a:cubicBezTo>
                    <a:pt x="4398" y="257169"/>
                    <a:pt x="8493" y="418237"/>
                    <a:pt x="19733" y="503676"/>
                  </a:cubicBezTo>
                  <a:cubicBezTo>
                    <a:pt x="24400" y="538538"/>
                    <a:pt x="31925" y="573971"/>
                    <a:pt x="42117" y="608928"/>
                  </a:cubicBezTo>
                  <a:cubicBezTo>
                    <a:pt x="46593" y="624358"/>
                    <a:pt x="51737" y="640932"/>
                    <a:pt x="57738" y="659410"/>
                  </a:cubicBezTo>
                  <a:cubicBezTo>
                    <a:pt x="64405" y="679889"/>
                    <a:pt x="71263" y="700177"/>
                    <a:pt x="78216" y="720561"/>
                  </a:cubicBezTo>
                  <a:cubicBezTo>
                    <a:pt x="96314" y="773805"/>
                    <a:pt x="114888" y="828765"/>
                    <a:pt x="128127" y="884391"/>
                  </a:cubicBezTo>
                  <a:cubicBezTo>
                    <a:pt x="136033" y="917823"/>
                    <a:pt x="141272" y="948970"/>
                    <a:pt x="144320" y="979450"/>
                  </a:cubicBezTo>
                  <a:cubicBezTo>
                    <a:pt x="146606" y="1002882"/>
                    <a:pt x="147558" y="1026123"/>
                    <a:pt x="147082" y="1048697"/>
                  </a:cubicBezTo>
                  <a:cubicBezTo>
                    <a:pt x="145558" y="1123849"/>
                    <a:pt x="131747" y="1169855"/>
                    <a:pt x="105077" y="1233292"/>
                  </a:cubicBezTo>
                  <a:cubicBezTo>
                    <a:pt x="103553" y="1237006"/>
                    <a:pt x="101934" y="1240816"/>
                    <a:pt x="100219" y="1244722"/>
                  </a:cubicBezTo>
                  <a:lnTo>
                    <a:pt x="98600" y="1248436"/>
                  </a:lnTo>
                  <a:cubicBezTo>
                    <a:pt x="63548" y="1331113"/>
                    <a:pt x="45736" y="1409313"/>
                    <a:pt x="45641" y="1480846"/>
                  </a:cubicBezTo>
                  <a:cubicBezTo>
                    <a:pt x="45736" y="1528471"/>
                    <a:pt x="54404" y="1572953"/>
                    <a:pt x="71454" y="1612958"/>
                  </a:cubicBezTo>
                  <a:cubicBezTo>
                    <a:pt x="98886" y="1676871"/>
                    <a:pt x="146701" y="1726877"/>
                    <a:pt x="213567" y="1761453"/>
                  </a:cubicBezTo>
                  <a:cubicBezTo>
                    <a:pt x="236522" y="1773359"/>
                    <a:pt x="260906" y="1783075"/>
                    <a:pt x="286052" y="17903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27268" y="1577999"/>
              <a:ext cx="2595769" cy="3235199"/>
            </a:xfrm>
            <a:custGeom>
              <a:avLst/>
              <a:gdLst>
                <a:gd name="connsiteX0" fmla="*/ 527738 w 1532593"/>
                <a:gd name="connsiteY0" fmla="*/ 16249 h 1910125"/>
                <a:gd name="connsiteX1" fmla="*/ 640609 w 1532593"/>
                <a:gd name="connsiteY1" fmla="*/ 69017 h 1910125"/>
                <a:gd name="connsiteX2" fmla="*/ 810630 w 1532593"/>
                <a:gd name="connsiteY2" fmla="*/ 240658 h 1910125"/>
                <a:gd name="connsiteX3" fmla="*/ 961125 w 1532593"/>
                <a:gd name="connsiteY3" fmla="*/ 388677 h 1910125"/>
                <a:gd name="connsiteX4" fmla="*/ 1100285 w 1532593"/>
                <a:gd name="connsiteY4" fmla="*/ 486879 h 1910125"/>
                <a:gd name="connsiteX5" fmla="*/ 1270211 w 1532593"/>
                <a:gd name="connsiteY5" fmla="*/ 608990 h 1910125"/>
                <a:gd name="connsiteX6" fmla="*/ 1515861 w 1532593"/>
                <a:gd name="connsiteY6" fmla="*/ 941603 h 1910125"/>
                <a:gd name="connsiteX7" fmla="*/ 1338791 w 1532593"/>
                <a:gd name="connsiteY7" fmla="*/ 1478813 h 1910125"/>
                <a:gd name="connsiteX8" fmla="*/ 1013227 w 1532593"/>
                <a:gd name="connsiteY8" fmla="*/ 1673028 h 1910125"/>
                <a:gd name="connsiteX9" fmla="*/ 902737 w 1532593"/>
                <a:gd name="connsiteY9" fmla="*/ 1727130 h 1910125"/>
                <a:gd name="connsiteX10" fmla="*/ 816631 w 1532593"/>
                <a:gd name="connsiteY10" fmla="*/ 1773231 h 1910125"/>
                <a:gd name="connsiteX11" fmla="*/ 697854 w 1532593"/>
                <a:gd name="connsiteY11" fmla="*/ 1835715 h 1910125"/>
                <a:gd name="connsiteX12" fmla="*/ 483446 w 1532593"/>
                <a:gd name="connsiteY12" fmla="*/ 1905819 h 1910125"/>
                <a:gd name="connsiteX13" fmla="*/ 290565 w 1532593"/>
                <a:gd name="connsiteY13" fmla="*/ 1891722 h 1910125"/>
                <a:gd name="connsiteX14" fmla="*/ 236082 w 1532593"/>
                <a:gd name="connsiteY14" fmla="*/ 1872291 h 1910125"/>
                <a:gd name="connsiteX15" fmla="*/ 54345 w 1532593"/>
                <a:gd name="connsiteY15" fmla="*/ 1709794 h 1910125"/>
                <a:gd name="connsiteX16" fmla="*/ 17388 w 1532593"/>
                <a:gd name="connsiteY16" fmla="*/ 1563681 h 1910125"/>
                <a:gd name="connsiteX17" fmla="*/ 73776 w 1532593"/>
                <a:gd name="connsiteY17" fmla="*/ 1313459 h 1910125"/>
                <a:gd name="connsiteX18" fmla="*/ 80920 w 1532593"/>
                <a:gd name="connsiteY18" fmla="*/ 1297552 h 1910125"/>
                <a:gd name="connsiteX19" fmla="*/ 129021 w 1532593"/>
                <a:gd name="connsiteY19" fmla="*/ 1109243 h 1910125"/>
                <a:gd name="connsiteX20" fmla="*/ 127688 w 1532593"/>
                <a:gd name="connsiteY20" fmla="*/ 1038091 h 1910125"/>
                <a:gd name="connsiteX21" fmla="*/ 112828 w 1532593"/>
                <a:gd name="connsiteY21" fmla="*/ 939603 h 1910125"/>
                <a:gd name="connsiteX22" fmla="*/ 62632 w 1532593"/>
                <a:gd name="connsiteY22" fmla="*/ 763104 h 1910125"/>
                <a:gd name="connsiteX23" fmla="*/ 43486 w 1532593"/>
                <a:gd name="connsiteY23" fmla="*/ 702525 h 1910125"/>
                <a:gd name="connsiteX24" fmla="*/ 27770 w 1532593"/>
                <a:gd name="connsiteY24" fmla="*/ 648709 h 1910125"/>
                <a:gd name="connsiteX25" fmla="*/ 5291 w 1532593"/>
                <a:gd name="connsiteY25" fmla="*/ 535647 h 1910125"/>
                <a:gd name="connsiteX26" fmla="*/ 99779 w 1532593"/>
                <a:gd name="connsiteY26" fmla="*/ 141027 h 1910125"/>
                <a:gd name="connsiteX27" fmla="*/ 527738 w 1532593"/>
                <a:gd name="connsiteY27" fmla="*/ 16249 h 1910125"/>
                <a:gd name="connsiteX28" fmla="*/ 294470 w 1532593"/>
                <a:gd name="connsiteY28" fmla="*/ 1878006 h 1910125"/>
                <a:gd name="connsiteX29" fmla="*/ 481637 w 1532593"/>
                <a:gd name="connsiteY29" fmla="*/ 1891626 h 1910125"/>
                <a:gd name="connsiteX30" fmla="*/ 691853 w 1532593"/>
                <a:gd name="connsiteY30" fmla="*/ 1822761 h 1910125"/>
                <a:gd name="connsiteX31" fmla="*/ 810059 w 1532593"/>
                <a:gd name="connsiteY31" fmla="*/ 1760658 h 1910125"/>
                <a:gd name="connsiteX32" fmla="*/ 896546 w 1532593"/>
                <a:gd name="connsiteY32" fmla="*/ 1714366 h 1910125"/>
                <a:gd name="connsiteX33" fmla="*/ 1007416 w 1532593"/>
                <a:gd name="connsiteY33" fmla="*/ 1660074 h 1910125"/>
                <a:gd name="connsiteX34" fmla="*/ 1329742 w 1532593"/>
                <a:gd name="connsiteY34" fmla="*/ 1468050 h 1910125"/>
                <a:gd name="connsiteX35" fmla="*/ 1502621 w 1532593"/>
                <a:gd name="connsiteY35" fmla="*/ 945127 h 1910125"/>
                <a:gd name="connsiteX36" fmla="*/ 1261639 w 1532593"/>
                <a:gd name="connsiteY36" fmla="*/ 619658 h 1910125"/>
                <a:gd name="connsiteX37" fmla="*/ 1092665 w 1532593"/>
                <a:gd name="connsiteY37" fmla="*/ 498214 h 1910125"/>
                <a:gd name="connsiteX38" fmla="*/ 952838 w 1532593"/>
                <a:gd name="connsiteY38" fmla="*/ 399630 h 1910125"/>
                <a:gd name="connsiteX39" fmla="*/ 799581 w 1532593"/>
                <a:gd name="connsiteY39" fmla="*/ 248850 h 1910125"/>
                <a:gd name="connsiteX40" fmla="*/ 632894 w 1532593"/>
                <a:gd name="connsiteY40" fmla="*/ 80352 h 1910125"/>
                <a:gd name="connsiteX41" fmla="*/ 524023 w 1532593"/>
                <a:gd name="connsiteY41" fmla="*/ 29489 h 1910125"/>
                <a:gd name="connsiteX42" fmla="*/ 110733 w 1532593"/>
                <a:gd name="connsiteY42" fmla="*/ 149789 h 1910125"/>
                <a:gd name="connsiteX43" fmla="*/ 19293 w 1532593"/>
                <a:gd name="connsiteY43" fmla="*/ 533457 h 1910125"/>
                <a:gd name="connsiteX44" fmla="*/ 41391 w 1532593"/>
                <a:gd name="connsiteY44" fmla="*/ 644518 h 1910125"/>
                <a:gd name="connsiteX45" fmla="*/ 57012 w 1532593"/>
                <a:gd name="connsiteY45" fmla="*/ 697953 h 1910125"/>
                <a:gd name="connsiteX46" fmla="*/ 76062 w 1532593"/>
                <a:gd name="connsiteY46" fmla="*/ 758437 h 1910125"/>
                <a:gd name="connsiteX47" fmla="*/ 126640 w 1532593"/>
                <a:gd name="connsiteY47" fmla="*/ 936269 h 1910125"/>
                <a:gd name="connsiteX48" fmla="*/ 141689 w 1532593"/>
                <a:gd name="connsiteY48" fmla="*/ 1036567 h 1910125"/>
                <a:gd name="connsiteX49" fmla="*/ 143118 w 1532593"/>
                <a:gd name="connsiteY49" fmla="*/ 1109338 h 1910125"/>
                <a:gd name="connsiteX50" fmla="*/ 93778 w 1532593"/>
                <a:gd name="connsiteY50" fmla="*/ 1302791 h 1910125"/>
                <a:gd name="connsiteX51" fmla="*/ 86540 w 1532593"/>
                <a:gd name="connsiteY51" fmla="*/ 1318793 h 1910125"/>
                <a:gd name="connsiteX52" fmla="*/ 31390 w 1532593"/>
                <a:gd name="connsiteY52" fmla="*/ 1562823 h 1910125"/>
                <a:gd name="connsiteX53" fmla="*/ 66823 w 1532593"/>
                <a:gd name="connsiteY53" fmla="*/ 1703031 h 1910125"/>
                <a:gd name="connsiteX54" fmla="*/ 241702 w 1532593"/>
                <a:gd name="connsiteY54" fmla="*/ 1859146 h 1910125"/>
                <a:gd name="connsiteX55" fmla="*/ 294470 w 1532593"/>
                <a:gd name="connsiteY55" fmla="*/ 1878006 h 191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532593" h="1910125">
                  <a:moveTo>
                    <a:pt x="527738" y="16249"/>
                  </a:moveTo>
                  <a:cubicBezTo>
                    <a:pt x="568409" y="27965"/>
                    <a:pt x="606414" y="45681"/>
                    <a:pt x="640609" y="69017"/>
                  </a:cubicBezTo>
                  <a:cubicBezTo>
                    <a:pt x="698330" y="108356"/>
                    <a:pt x="752337" y="162934"/>
                    <a:pt x="810630" y="240658"/>
                  </a:cubicBezTo>
                  <a:cubicBezTo>
                    <a:pt x="853302" y="297522"/>
                    <a:pt x="895498" y="338956"/>
                    <a:pt x="961125" y="388677"/>
                  </a:cubicBezTo>
                  <a:cubicBezTo>
                    <a:pt x="1006369" y="422967"/>
                    <a:pt x="1054089" y="455447"/>
                    <a:pt x="1100285" y="486879"/>
                  </a:cubicBezTo>
                  <a:cubicBezTo>
                    <a:pt x="1156959" y="525456"/>
                    <a:pt x="1215633" y="565270"/>
                    <a:pt x="1270211" y="608990"/>
                  </a:cubicBezTo>
                  <a:cubicBezTo>
                    <a:pt x="1400037" y="713003"/>
                    <a:pt x="1482714" y="824921"/>
                    <a:pt x="1515861" y="941603"/>
                  </a:cubicBezTo>
                  <a:cubicBezTo>
                    <a:pt x="1567677" y="1123816"/>
                    <a:pt x="1496525" y="1339653"/>
                    <a:pt x="1338791" y="1478813"/>
                  </a:cubicBezTo>
                  <a:cubicBezTo>
                    <a:pt x="1243446" y="1562919"/>
                    <a:pt x="1126384" y="1618926"/>
                    <a:pt x="1013227" y="1673028"/>
                  </a:cubicBezTo>
                  <a:cubicBezTo>
                    <a:pt x="976841" y="1690458"/>
                    <a:pt x="939218" y="1708461"/>
                    <a:pt x="902737" y="1727130"/>
                  </a:cubicBezTo>
                  <a:cubicBezTo>
                    <a:pt x="873971" y="1741893"/>
                    <a:pt x="844825" y="1757800"/>
                    <a:pt x="816631" y="1773231"/>
                  </a:cubicBezTo>
                  <a:cubicBezTo>
                    <a:pt x="777959" y="1794376"/>
                    <a:pt x="737954" y="1816284"/>
                    <a:pt x="697854" y="1835715"/>
                  </a:cubicBezTo>
                  <a:cubicBezTo>
                    <a:pt x="619368" y="1873719"/>
                    <a:pt x="549264" y="1896675"/>
                    <a:pt x="483446" y="1905819"/>
                  </a:cubicBezTo>
                  <a:cubicBezTo>
                    <a:pt x="419915" y="1914677"/>
                    <a:pt x="353240" y="1909819"/>
                    <a:pt x="290565" y="1891722"/>
                  </a:cubicBezTo>
                  <a:cubicBezTo>
                    <a:pt x="271991" y="1886388"/>
                    <a:pt x="253608" y="1879815"/>
                    <a:pt x="236082" y="1872291"/>
                  </a:cubicBezTo>
                  <a:cubicBezTo>
                    <a:pt x="153881" y="1837048"/>
                    <a:pt x="91016" y="1780851"/>
                    <a:pt x="54345" y="1709794"/>
                  </a:cubicBezTo>
                  <a:cubicBezTo>
                    <a:pt x="31580" y="1665598"/>
                    <a:pt x="19198" y="1616449"/>
                    <a:pt x="17388" y="1563681"/>
                  </a:cubicBezTo>
                  <a:cubicBezTo>
                    <a:pt x="14911" y="1485957"/>
                    <a:pt x="33866" y="1401756"/>
                    <a:pt x="73776" y="1313459"/>
                  </a:cubicBezTo>
                  <a:cubicBezTo>
                    <a:pt x="76252" y="1308030"/>
                    <a:pt x="78634" y="1302696"/>
                    <a:pt x="80920" y="1297552"/>
                  </a:cubicBezTo>
                  <a:cubicBezTo>
                    <a:pt x="111019" y="1230401"/>
                    <a:pt x="125878" y="1185157"/>
                    <a:pt x="129021" y="1109243"/>
                  </a:cubicBezTo>
                  <a:cubicBezTo>
                    <a:pt x="129973" y="1085526"/>
                    <a:pt x="129497" y="1061523"/>
                    <a:pt x="127688" y="1038091"/>
                  </a:cubicBezTo>
                  <a:cubicBezTo>
                    <a:pt x="125211" y="1006754"/>
                    <a:pt x="120353" y="974559"/>
                    <a:pt x="112828" y="939603"/>
                  </a:cubicBezTo>
                  <a:cubicBezTo>
                    <a:pt x="99970" y="880071"/>
                    <a:pt x="80920" y="820635"/>
                    <a:pt x="62632" y="763104"/>
                  </a:cubicBezTo>
                  <a:cubicBezTo>
                    <a:pt x="56155" y="742911"/>
                    <a:pt x="49773" y="722718"/>
                    <a:pt x="43486" y="702525"/>
                  </a:cubicBezTo>
                  <a:cubicBezTo>
                    <a:pt x="37390" y="682713"/>
                    <a:pt x="32247" y="665092"/>
                    <a:pt x="27770" y="648709"/>
                  </a:cubicBezTo>
                  <a:cubicBezTo>
                    <a:pt x="17388" y="611085"/>
                    <a:pt x="9863" y="573081"/>
                    <a:pt x="5291" y="535647"/>
                  </a:cubicBezTo>
                  <a:cubicBezTo>
                    <a:pt x="-13949" y="377247"/>
                    <a:pt x="19674" y="237229"/>
                    <a:pt x="99779" y="141027"/>
                  </a:cubicBezTo>
                  <a:cubicBezTo>
                    <a:pt x="199506" y="21488"/>
                    <a:pt x="371432" y="-28614"/>
                    <a:pt x="527738" y="16249"/>
                  </a:cubicBezTo>
                  <a:close/>
                  <a:moveTo>
                    <a:pt x="294470" y="1878006"/>
                  </a:moveTo>
                  <a:cubicBezTo>
                    <a:pt x="355335" y="1895532"/>
                    <a:pt x="420010" y="1900199"/>
                    <a:pt x="481637" y="1891626"/>
                  </a:cubicBezTo>
                  <a:cubicBezTo>
                    <a:pt x="545930" y="1882673"/>
                    <a:pt x="614701" y="1860194"/>
                    <a:pt x="691853" y="1822761"/>
                  </a:cubicBezTo>
                  <a:cubicBezTo>
                    <a:pt x="731668" y="1803520"/>
                    <a:pt x="771482" y="1781708"/>
                    <a:pt x="810059" y="1760658"/>
                  </a:cubicBezTo>
                  <a:cubicBezTo>
                    <a:pt x="838348" y="1745227"/>
                    <a:pt x="867589" y="1729225"/>
                    <a:pt x="896546" y="1714366"/>
                  </a:cubicBezTo>
                  <a:cubicBezTo>
                    <a:pt x="933217" y="1695602"/>
                    <a:pt x="970936" y="1677504"/>
                    <a:pt x="1007416" y="1660074"/>
                  </a:cubicBezTo>
                  <a:cubicBezTo>
                    <a:pt x="1119716" y="1606353"/>
                    <a:pt x="1235826" y="1550917"/>
                    <a:pt x="1329742" y="1468050"/>
                  </a:cubicBezTo>
                  <a:cubicBezTo>
                    <a:pt x="1483476" y="1332414"/>
                    <a:pt x="1553009" y="1122292"/>
                    <a:pt x="1502621" y="945127"/>
                  </a:cubicBezTo>
                  <a:cubicBezTo>
                    <a:pt x="1470236" y="831303"/>
                    <a:pt x="1389179" y="721861"/>
                    <a:pt x="1261639" y="619658"/>
                  </a:cubicBezTo>
                  <a:cubicBezTo>
                    <a:pt x="1207537" y="576319"/>
                    <a:pt x="1149149" y="536600"/>
                    <a:pt x="1092665" y="498214"/>
                  </a:cubicBezTo>
                  <a:cubicBezTo>
                    <a:pt x="1046374" y="466782"/>
                    <a:pt x="998463" y="434206"/>
                    <a:pt x="952838" y="399630"/>
                  </a:cubicBezTo>
                  <a:cubicBezTo>
                    <a:pt x="886068" y="349148"/>
                    <a:pt x="843110" y="306857"/>
                    <a:pt x="799581" y="248850"/>
                  </a:cubicBezTo>
                  <a:cubicBezTo>
                    <a:pt x="742241" y="172364"/>
                    <a:pt x="689282" y="118928"/>
                    <a:pt x="632894" y="80352"/>
                  </a:cubicBezTo>
                  <a:cubicBezTo>
                    <a:pt x="599937" y="57873"/>
                    <a:pt x="563266" y="40728"/>
                    <a:pt x="524023" y="29489"/>
                  </a:cubicBezTo>
                  <a:cubicBezTo>
                    <a:pt x="372956" y="-13945"/>
                    <a:pt x="206840" y="34442"/>
                    <a:pt x="110733" y="149789"/>
                  </a:cubicBezTo>
                  <a:cubicBezTo>
                    <a:pt x="33104" y="243039"/>
                    <a:pt x="624" y="379247"/>
                    <a:pt x="19293" y="533457"/>
                  </a:cubicBezTo>
                  <a:cubicBezTo>
                    <a:pt x="23770" y="570223"/>
                    <a:pt x="31199" y="607561"/>
                    <a:pt x="41391" y="644518"/>
                  </a:cubicBezTo>
                  <a:cubicBezTo>
                    <a:pt x="45868" y="660806"/>
                    <a:pt x="51011" y="678237"/>
                    <a:pt x="57012" y="697953"/>
                  </a:cubicBezTo>
                  <a:cubicBezTo>
                    <a:pt x="63203" y="718146"/>
                    <a:pt x="69680" y="738244"/>
                    <a:pt x="76062" y="758437"/>
                  </a:cubicBezTo>
                  <a:cubicBezTo>
                    <a:pt x="94540" y="816254"/>
                    <a:pt x="113590" y="876071"/>
                    <a:pt x="126640" y="936269"/>
                  </a:cubicBezTo>
                  <a:cubicBezTo>
                    <a:pt x="134260" y="971797"/>
                    <a:pt x="139213" y="1004658"/>
                    <a:pt x="141689" y="1036567"/>
                  </a:cubicBezTo>
                  <a:cubicBezTo>
                    <a:pt x="143594" y="1060570"/>
                    <a:pt x="144070" y="1085049"/>
                    <a:pt x="143118" y="1109338"/>
                  </a:cubicBezTo>
                  <a:cubicBezTo>
                    <a:pt x="139880" y="1187538"/>
                    <a:pt x="124640" y="1234020"/>
                    <a:pt x="93778" y="1302791"/>
                  </a:cubicBezTo>
                  <a:cubicBezTo>
                    <a:pt x="91492" y="1307934"/>
                    <a:pt x="89016" y="1313268"/>
                    <a:pt x="86540" y="1318793"/>
                  </a:cubicBezTo>
                  <a:cubicBezTo>
                    <a:pt x="47582" y="1405089"/>
                    <a:pt x="29008" y="1487195"/>
                    <a:pt x="31390" y="1562823"/>
                  </a:cubicBezTo>
                  <a:cubicBezTo>
                    <a:pt x="33104" y="1613496"/>
                    <a:pt x="45010" y="1660645"/>
                    <a:pt x="66823" y="1703031"/>
                  </a:cubicBezTo>
                  <a:cubicBezTo>
                    <a:pt x="102065" y="1771230"/>
                    <a:pt x="162454" y="1825237"/>
                    <a:pt x="241702" y="1859146"/>
                  </a:cubicBezTo>
                  <a:cubicBezTo>
                    <a:pt x="258656" y="1866576"/>
                    <a:pt x="276373" y="1872862"/>
                    <a:pt x="294470" y="18780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179885" y="1493554"/>
              <a:ext cx="2806689" cy="3390030"/>
            </a:xfrm>
            <a:custGeom>
              <a:avLst/>
              <a:gdLst>
                <a:gd name="connsiteX0" fmla="*/ 568571 w 1657124"/>
                <a:gd name="connsiteY0" fmla="*/ 17244 h 2001540"/>
                <a:gd name="connsiteX1" fmla="*/ 568571 w 1657124"/>
                <a:gd name="connsiteY1" fmla="*/ 17244 h 2001540"/>
                <a:gd name="connsiteX2" fmla="*/ 686967 w 1657124"/>
                <a:gd name="connsiteY2" fmla="*/ 72584 h 2001540"/>
                <a:gd name="connsiteX3" fmla="*/ 868799 w 1657124"/>
                <a:gd name="connsiteY3" fmla="*/ 256893 h 2001540"/>
                <a:gd name="connsiteX4" fmla="*/ 1030915 w 1657124"/>
                <a:gd name="connsiteY4" fmla="*/ 413389 h 2001540"/>
                <a:gd name="connsiteX5" fmla="*/ 1189411 w 1657124"/>
                <a:gd name="connsiteY5" fmla="*/ 519688 h 2001540"/>
                <a:gd name="connsiteX6" fmla="*/ 1368195 w 1657124"/>
                <a:gd name="connsiteY6" fmla="*/ 641036 h 2001540"/>
                <a:gd name="connsiteX7" fmla="*/ 1638515 w 1657124"/>
                <a:gd name="connsiteY7" fmla="*/ 989842 h 2001540"/>
                <a:gd name="connsiteX8" fmla="*/ 1444395 w 1657124"/>
                <a:gd name="connsiteY8" fmla="*/ 1559056 h 2001540"/>
                <a:gd name="connsiteX9" fmla="*/ 1126070 w 1657124"/>
                <a:gd name="connsiteY9" fmla="*/ 1731077 h 2001540"/>
                <a:gd name="connsiteX10" fmla="*/ 983099 w 1657124"/>
                <a:gd name="connsiteY10" fmla="*/ 1794609 h 2001540"/>
                <a:gd name="connsiteX11" fmla="*/ 863084 w 1657124"/>
                <a:gd name="connsiteY11" fmla="*/ 1857665 h 2001540"/>
                <a:gd name="connsiteX12" fmla="*/ 545140 w 1657124"/>
                <a:gd name="connsiteY12" fmla="*/ 1991872 h 2001540"/>
                <a:gd name="connsiteX13" fmla="*/ 299871 w 1657124"/>
                <a:gd name="connsiteY13" fmla="*/ 1981109 h 2001540"/>
                <a:gd name="connsiteX14" fmla="*/ 3929 w 1657124"/>
                <a:gd name="connsiteY14" fmla="*/ 1645733 h 2001540"/>
                <a:gd name="connsiteX15" fmla="*/ 62508 w 1657124"/>
                <a:gd name="connsiteY15" fmla="*/ 1383224 h 2001540"/>
                <a:gd name="connsiteX16" fmla="*/ 125849 w 1657124"/>
                <a:gd name="connsiteY16" fmla="*/ 1169483 h 2001540"/>
                <a:gd name="connsiteX17" fmla="*/ 125754 w 1657124"/>
                <a:gd name="connsiteY17" fmla="*/ 1094712 h 2001540"/>
                <a:gd name="connsiteX18" fmla="*/ 61175 w 1657124"/>
                <a:gd name="connsiteY18" fmla="*/ 800294 h 2001540"/>
                <a:gd name="connsiteX19" fmla="*/ 27551 w 1657124"/>
                <a:gd name="connsiteY19" fmla="*/ 683804 h 2001540"/>
                <a:gd name="connsiteX20" fmla="*/ 108228 w 1657124"/>
                <a:gd name="connsiteY20" fmla="*/ 152594 h 2001540"/>
                <a:gd name="connsiteX21" fmla="*/ 568571 w 1657124"/>
                <a:gd name="connsiteY21" fmla="*/ 17244 h 2001540"/>
                <a:gd name="connsiteX22" fmla="*/ 303681 w 1657124"/>
                <a:gd name="connsiteY22" fmla="*/ 1967964 h 2001540"/>
                <a:gd name="connsiteX23" fmla="*/ 542378 w 1657124"/>
                <a:gd name="connsiteY23" fmla="*/ 1978442 h 2001540"/>
                <a:gd name="connsiteX24" fmla="*/ 856417 w 1657124"/>
                <a:gd name="connsiteY24" fmla="*/ 1845568 h 2001540"/>
                <a:gd name="connsiteX25" fmla="*/ 977003 w 1657124"/>
                <a:gd name="connsiteY25" fmla="*/ 1782227 h 2001540"/>
                <a:gd name="connsiteX26" fmla="*/ 1120640 w 1657124"/>
                <a:gd name="connsiteY26" fmla="*/ 1718314 h 2001540"/>
                <a:gd name="connsiteX27" fmla="*/ 1435632 w 1657124"/>
                <a:gd name="connsiteY27" fmla="*/ 1548293 h 2001540"/>
                <a:gd name="connsiteX28" fmla="*/ 1625180 w 1657124"/>
                <a:gd name="connsiteY28" fmla="*/ 993842 h 2001540"/>
                <a:gd name="connsiteX29" fmla="*/ 1359813 w 1657124"/>
                <a:gd name="connsiteY29" fmla="*/ 652276 h 2001540"/>
                <a:gd name="connsiteX30" fmla="*/ 1181886 w 1657124"/>
                <a:gd name="connsiteY30" fmla="*/ 531499 h 2001540"/>
                <a:gd name="connsiteX31" fmla="*/ 1022723 w 1657124"/>
                <a:gd name="connsiteY31" fmla="*/ 424724 h 2001540"/>
                <a:gd name="connsiteX32" fmla="*/ 857655 w 1657124"/>
                <a:gd name="connsiteY32" fmla="*/ 265275 h 2001540"/>
                <a:gd name="connsiteX33" fmla="*/ 679157 w 1657124"/>
                <a:gd name="connsiteY33" fmla="*/ 84110 h 2001540"/>
                <a:gd name="connsiteX34" fmla="*/ 564761 w 1657124"/>
                <a:gd name="connsiteY34" fmla="*/ 30674 h 2001540"/>
                <a:gd name="connsiteX35" fmla="*/ 118991 w 1657124"/>
                <a:gd name="connsiteY35" fmla="*/ 161738 h 2001540"/>
                <a:gd name="connsiteX36" fmla="*/ 41077 w 1657124"/>
                <a:gd name="connsiteY36" fmla="*/ 680470 h 2001540"/>
                <a:gd name="connsiteX37" fmla="*/ 74510 w 1657124"/>
                <a:gd name="connsiteY37" fmla="*/ 796484 h 2001540"/>
                <a:gd name="connsiteX38" fmla="*/ 139661 w 1657124"/>
                <a:gd name="connsiteY38" fmla="*/ 1094045 h 2001540"/>
                <a:gd name="connsiteX39" fmla="*/ 139756 w 1657124"/>
                <a:gd name="connsiteY39" fmla="*/ 1170436 h 2001540"/>
                <a:gd name="connsiteX40" fmla="*/ 75081 w 1657124"/>
                <a:gd name="connsiteY40" fmla="*/ 1389416 h 2001540"/>
                <a:gd name="connsiteX41" fmla="*/ 17836 w 1657124"/>
                <a:gd name="connsiteY41" fmla="*/ 1645067 h 2001540"/>
                <a:gd name="connsiteX42" fmla="*/ 303681 w 1657124"/>
                <a:gd name="connsiteY42" fmla="*/ 1967964 h 200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657124" h="2001540">
                  <a:moveTo>
                    <a:pt x="568571" y="17244"/>
                  </a:moveTo>
                  <a:cubicBezTo>
                    <a:pt x="568571" y="17244"/>
                    <a:pt x="568571" y="17244"/>
                    <a:pt x="568571" y="17244"/>
                  </a:cubicBezTo>
                  <a:cubicBezTo>
                    <a:pt x="611339" y="29531"/>
                    <a:pt x="651153" y="48200"/>
                    <a:pt x="686967" y="72584"/>
                  </a:cubicBezTo>
                  <a:cubicBezTo>
                    <a:pt x="748975" y="114971"/>
                    <a:pt x="805077" y="171740"/>
                    <a:pt x="868799" y="256893"/>
                  </a:cubicBezTo>
                  <a:cubicBezTo>
                    <a:pt x="914615" y="318139"/>
                    <a:pt x="958620" y="360620"/>
                    <a:pt x="1030915" y="413389"/>
                  </a:cubicBezTo>
                  <a:cubicBezTo>
                    <a:pt x="1082255" y="450917"/>
                    <a:pt x="1136738" y="485874"/>
                    <a:pt x="1189411" y="519688"/>
                  </a:cubicBezTo>
                  <a:cubicBezTo>
                    <a:pt x="1249037" y="557978"/>
                    <a:pt x="1310664" y="597602"/>
                    <a:pt x="1368195" y="641036"/>
                  </a:cubicBezTo>
                  <a:cubicBezTo>
                    <a:pt x="1510880" y="748859"/>
                    <a:pt x="1601843" y="866207"/>
                    <a:pt x="1638515" y="989842"/>
                  </a:cubicBezTo>
                  <a:cubicBezTo>
                    <a:pt x="1696236" y="1184247"/>
                    <a:pt x="1616417" y="1418372"/>
                    <a:pt x="1444395" y="1559056"/>
                  </a:cubicBezTo>
                  <a:cubicBezTo>
                    <a:pt x="1350288" y="1636018"/>
                    <a:pt x="1236274" y="1684405"/>
                    <a:pt x="1126070" y="1731077"/>
                  </a:cubicBezTo>
                  <a:cubicBezTo>
                    <a:pt x="1078730" y="1751175"/>
                    <a:pt x="1029677" y="1771940"/>
                    <a:pt x="983099" y="1794609"/>
                  </a:cubicBezTo>
                  <a:cubicBezTo>
                    <a:pt x="942713" y="1814326"/>
                    <a:pt x="902232" y="1836329"/>
                    <a:pt x="863084" y="1857665"/>
                  </a:cubicBezTo>
                  <a:cubicBezTo>
                    <a:pt x="762691" y="1912338"/>
                    <a:pt x="658868" y="1968821"/>
                    <a:pt x="545140" y="1991872"/>
                  </a:cubicBezTo>
                  <a:cubicBezTo>
                    <a:pt x="466559" y="2007779"/>
                    <a:pt x="379500" y="2003969"/>
                    <a:pt x="299871" y="1981109"/>
                  </a:cubicBezTo>
                  <a:cubicBezTo>
                    <a:pt x="124421" y="1930721"/>
                    <a:pt x="13835" y="1805372"/>
                    <a:pt x="3929" y="1645733"/>
                  </a:cubicBezTo>
                  <a:cubicBezTo>
                    <a:pt x="-1214" y="1563152"/>
                    <a:pt x="18503" y="1474760"/>
                    <a:pt x="62508" y="1383224"/>
                  </a:cubicBezTo>
                  <a:cubicBezTo>
                    <a:pt x="100608" y="1303976"/>
                    <a:pt x="120706" y="1258447"/>
                    <a:pt x="125849" y="1169483"/>
                  </a:cubicBezTo>
                  <a:cubicBezTo>
                    <a:pt x="127278" y="1144528"/>
                    <a:pt x="127278" y="1119382"/>
                    <a:pt x="125754" y="1094712"/>
                  </a:cubicBezTo>
                  <a:cubicBezTo>
                    <a:pt x="119658" y="994414"/>
                    <a:pt x="89940" y="895735"/>
                    <a:pt x="61175" y="800294"/>
                  </a:cubicBezTo>
                  <a:cubicBezTo>
                    <a:pt x="49649" y="762194"/>
                    <a:pt x="37838" y="722856"/>
                    <a:pt x="27551" y="683804"/>
                  </a:cubicBezTo>
                  <a:cubicBezTo>
                    <a:pt x="-50839" y="385100"/>
                    <a:pt x="57841" y="212792"/>
                    <a:pt x="108228" y="152594"/>
                  </a:cubicBezTo>
                  <a:cubicBezTo>
                    <a:pt x="216337" y="23721"/>
                    <a:pt x="401312" y="-30762"/>
                    <a:pt x="568571" y="17244"/>
                  </a:cubicBezTo>
                  <a:close/>
                  <a:moveTo>
                    <a:pt x="303681" y="1967964"/>
                  </a:moveTo>
                  <a:cubicBezTo>
                    <a:pt x="381215" y="1990253"/>
                    <a:pt x="465987" y="1993967"/>
                    <a:pt x="542378" y="1978442"/>
                  </a:cubicBezTo>
                  <a:cubicBezTo>
                    <a:pt x="654011" y="1955772"/>
                    <a:pt x="756976" y="1899765"/>
                    <a:pt x="856417" y="1845568"/>
                  </a:cubicBezTo>
                  <a:cubicBezTo>
                    <a:pt x="895660" y="1824232"/>
                    <a:pt x="936236" y="1802039"/>
                    <a:pt x="977003" y="1782227"/>
                  </a:cubicBezTo>
                  <a:cubicBezTo>
                    <a:pt x="1023962" y="1759367"/>
                    <a:pt x="1073111" y="1738507"/>
                    <a:pt x="1120640" y="1718314"/>
                  </a:cubicBezTo>
                  <a:cubicBezTo>
                    <a:pt x="1229987" y="1671927"/>
                    <a:pt x="1343049" y="1624016"/>
                    <a:pt x="1435632" y="1548293"/>
                  </a:cubicBezTo>
                  <a:cubicBezTo>
                    <a:pt x="1603367" y="1411037"/>
                    <a:pt x="1681282" y="1183009"/>
                    <a:pt x="1625180" y="993842"/>
                  </a:cubicBezTo>
                  <a:cubicBezTo>
                    <a:pt x="1589366" y="873161"/>
                    <a:pt x="1500116" y="758289"/>
                    <a:pt x="1359813" y="652276"/>
                  </a:cubicBezTo>
                  <a:cubicBezTo>
                    <a:pt x="1302663" y="609128"/>
                    <a:pt x="1241227" y="569694"/>
                    <a:pt x="1181886" y="531499"/>
                  </a:cubicBezTo>
                  <a:cubicBezTo>
                    <a:pt x="1129022" y="497590"/>
                    <a:pt x="1074349" y="462443"/>
                    <a:pt x="1022723" y="424724"/>
                  </a:cubicBezTo>
                  <a:cubicBezTo>
                    <a:pt x="949190" y="371003"/>
                    <a:pt x="904518" y="327854"/>
                    <a:pt x="857655" y="265275"/>
                  </a:cubicBezTo>
                  <a:cubicBezTo>
                    <a:pt x="794885" y="181455"/>
                    <a:pt x="739926" y="125543"/>
                    <a:pt x="679157" y="84110"/>
                  </a:cubicBezTo>
                  <a:cubicBezTo>
                    <a:pt x="644581" y="60488"/>
                    <a:pt x="606100" y="42485"/>
                    <a:pt x="564761" y="30674"/>
                  </a:cubicBezTo>
                  <a:cubicBezTo>
                    <a:pt x="402646" y="-15903"/>
                    <a:pt x="223576" y="36770"/>
                    <a:pt x="118991" y="161738"/>
                  </a:cubicBezTo>
                  <a:cubicBezTo>
                    <a:pt x="70033" y="220317"/>
                    <a:pt x="-35695" y="388052"/>
                    <a:pt x="41077" y="680470"/>
                  </a:cubicBezTo>
                  <a:cubicBezTo>
                    <a:pt x="51269" y="719237"/>
                    <a:pt x="63080" y="758480"/>
                    <a:pt x="74510" y="796484"/>
                  </a:cubicBezTo>
                  <a:cubicBezTo>
                    <a:pt x="103466" y="892687"/>
                    <a:pt x="133469" y="992033"/>
                    <a:pt x="139661" y="1094045"/>
                  </a:cubicBezTo>
                  <a:cubicBezTo>
                    <a:pt x="141185" y="1119191"/>
                    <a:pt x="141185" y="1144909"/>
                    <a:pt x="139756" y="1170436"/>
                  </a:cubicBezTo>
                  <a:cubicBezTo>
                    <a:pt x="134422" y="1261876"/>
                    <a:pt x="112800" y="1310739"/>
                    <a:pt x="75081" y="1389416"/>
                  </a:cubicBezTo>
                  <a:cubicBezTo>
                    <a:pt x="32123" y="1478855"/>
                    <a:pt x="12883" y="1564866"/>
                    <a:pt x="17836" y="1645067"/>
                  </a:cubicBezTo>
                  <a:cubicBezTo>
                    <a:pt x="27361" y="1798514"/>
                    <a:pt x="134231" y="1919196"/>
                    <a:pt x="303681" y="19679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002" name="TextBox 4001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bz-deco-swirl  ·  装饰涡卷环纹群(11 自由形;一件,左原样/右镜像出血两用)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11 个自由形蓝色同心弧/涡卷叠成的签名装饰群;同一件靠 flipH/flipV+改 off/ext 出左大/右小(出血)两处(原 p97 左右两群本是同一子几何镜像,故并一件)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图文/产品/封面等页背景装饰;左大放页左、右小出血右缘;压内容下、底之上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builder 设 grpSp xfrm:左 off(112355,286417)ext(4580479,5532484);右 off(10940507,3985342)ext(2502985,3023204)+flipH+flipV;改 off 移位/缩放/换 accent</a:t>
            </a:r>
          </a:p>
        </p:txBody>
      </p:sp>
      <p:grpSp>
        <p:nvGrpSpPr>
          <p:cNvPr id="15" name="bz-wave-layers">
            <a:extLst>
              <a:ext uri="{FF2B5EF4-FFF2-40B4-BE49-F238E27FC236}">
                <a16:creationId xmlns:a16="http://schemas.microsoft.com/office/drawing/2014/main" id="{C4FA4153-C037-43E7-8DCB-EC70C76551C7}"/>
              </a:ext>
            </a:extLst>
          </p:cNvPr>
          <p:cNvGrpSpPr/>
          <p:nvPr/>
        </p:nvGrpSpPr>
        <p:grpSpPr>
          <a:xfrm>
            <a:off x="1771274" y="3713895"/>
            <a:ext cx="9601200" cy="1108138"/>
            <a:chOff x="-2324765" y="19976405"/>
            <a:chExt cx="12191482" cy="3873427"/>
          </a:xfrm>
          <a:gradFill>
            <a:gsLst>
              <a:gs pos="81000">
                <a:srgbClr val="0165FF">
                  <a:alpha val="0"/>
                </a:srgbClr>
              </a:gs>
              <a:gs pos="0">
                <a:srgbClr val="00BEFF">
                  <a:alpha val="0"/>
                </a:srgbClr>
              </a:gs>
              <a:gs pos="35000">
                <a:srgbClr val="0165FF">
                  <a:alpha val="32000"/>
                </a:srgbClr>
              </a:gs>
            </a:gsLst>
            <a:lin ang="0" scaled="0"/>
          </a:gradFill>
        </p:grpSpPr>
        <p:sp>
          <p:nvSpPr>
            <p:cNvPr id="16" name="任意多边形: 形状 63">
              <a:extLst>
                <a:ext uri="{FF2B5EF4-FFF2-40B4-BE49-F238E27FC236}">
                  <a16:creationId xmlns:a16="http://schemas.microsoft.com/office/drawing/2014/main" id="{13E891B4-BCB1-4A1F-ACCB-7D4D40EF9300}"/>
                </a:ext>
              </a:extLst>
            </p:cNvPr>
            <p:cNvSpPr/>
            <p:nvPr/>
          </p:nvSpPr>
          <p:spPr>
            <a:xfrm>
              <a:off x="-2324765" y="20518490"/>
              <a:ext cx="11773851" cy="2425053"/>
            </a:xfrm>
            <a:custGeom>
              <a:avLst/>
              <a:gdLst>
                <a:gd name="connsiteX0" fmla="*/ 5354941 w 11773851"/>
                <a:gd name="connsiteY0" fmla="*/ 2425054 h 2425053"/>
                <a:gd name="connsiteX1" fmla="*/ 4917619 w 11773851"/>
                <a:gd name="connsiteY1" fmla="*/ 2388392 h 2425053"/>
                <a:gd name="connsiteX2" fmla="*/ 3974918 w 11773851"/>
                <a:gd name="connsiteY2" fmla="*/ 2097584 h 2425053"/>
                <a:gd name="connsiteX3" fmla="*/ 3088244 w 11773851"/>
                <a:gd name="connsiteY3" fmla="*/ 1657159 h 2425053"/>
                <a:gd name="connsiteX4" fmla="*/ 2456578 w 11773851"/>
                <a:gd name="connsiteY4" fmla="*/ 1333176 h 2425053"/>
                <a:gd name="connsiteX5" fmla="*/ 365588 w 11773851"/>
                <a:gd name="connsiteY5" fmla="*/ 892980 h 2425053"/>
                <a:gd name="connsiteX6" fmla="*/ 77 w 11773851"/>
                <a:gd name="connsiteY6" fmla="*/ 901485 h 2425053"/>
                <a:gd name="connsiteX7" fmla="*/ 0 w 11773851"/>
                <a:gd name="connsiteY7" fmla="*/ 899569 h 2425053"/>
                <a:gd name="connsiteX8" fmla="*/ 641493 w 11773851"/>
                <a:gd name="connsiteY8" fmla="*/ 896601 h 2425053"/>
                <a:gd name="connsiteX9" fmla="*/ 1257395 w 11773851"/>
                <a:gd name="connsiteY9" fmla="*/ 957110 h 2425053"/>
                <a:gd name="connsiteX10" fmla="*/ 2457459 w 11773851"/>
                <a:gd name="connsiteY10" fmla="*/ 1331452 h 2425053"/>
                <a:gd name="connsiteX11" fmla="*/ 3089202 w 11773851"/>
                <a:gd name="connsiteY11" fmla="*/ 1655474 h 2425053"/>
                <a:gd name="connsiteX12" fmla="*/ 4917983 w 11773851"/>
                <a:gd name="connsiteY12" fmla="*/ 2386515 h 2425053"/>
                <a:gd name="connsiteX13" fmla="*/ 7384962 w 11773851"/>
                <a:gd name="connsiteY13" fmla="*/ 1607682 h 2425053"/>
                <a:gd name="connsiteX14" fmla="*/ 7933477 w 11773851"/>
                <a:gd name="connsiteY14" fmla="*/ 1103644 h 2425053"/>
                <a:gd name="connsiteX15" fmla="*/ 9375064 w 11773851"/>
                <a:gd name="connsiteY15" fmla="*/ 78022 h 2425053"/>
                <a:gd name="connsiteX16" fmla="*/ 11638696 w 11773851"/>
                <a:gd name="connsiteY16" fmla="*/ 516570 h 2425053"/>
                <a:gd name="connsiteX17" fmla="*/ 11773852 w 11773851"/>
                <a:gd name="connsiteY17" fmla="*/ 577712 h 2425053"/>
                <a:gd name="connsiteX18" fmla="*/ 11773066 w 11773851"/>
                <a:gd name="connsiteY18" fmla="*/ 579455 h 2425053"/>
                <a:gd name="connsiteX19" fmla="*/ 11637891 w 11773851"/>
                <a:gd name="connsiteY19" fmla="*/ 518313 h 2425053"/>
                <a:gd name="connsiteX20" fmla="*/ 9375620 w 11773851"/>
                <a:gd name="connsiteY20" fmla="*/ 79842 h 2425053"/>
                <a:gd name="connsiteX21" fmla="*/ 7934799 w 11773851"/>
                <a:gd name="connsiteY21" fmla="*/ 1105004 h 2425053"/>
                <a:gd name="connsiteX22" fmla="*/ 7386169 w 11773851"/>
                <a:gd name="connsiteY22" fmla="*/ 1609157 h 2425053"/>
                <a:gd name="connsiteX23" fmla="*/ 5354941 w 11773851"/>
                <a:gd name="connsiteY23" fmla="*/ 2425054 h 242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773851" h="2425053">
                  <a:moveTo>
                    <a:pt x="5354941" y="2425054"/>
                  </a:moveTo>
                  <a:cubicBezTo>
                    <a:pt x="5209403" y="2425054"/>
                    <a:pt x="5063655" y="2412853"/>
                    <a:pt x="4917619" y="2388392"/>
                  </a:cubicBezTo>
                  <a:cubicBezTo>
                    <a:pt x="4622119" y="2338915"/>
                    <a:pt x="4313766" y="2243774"/>
                    <a:pt x="3974918" y="2097584"/>
                  </a:cubicBezTo>
                  <a:cubicBezTo>
                    <a:pt x="3672962" y="1967294"/>
                    <a:pt x="3375719" y="1809631"/>
                    <a:pt x="3088244" y="1657159"/>
                  </a:cubicBezTo>
                  <a:cubicBezTo>
                    <a:pt x="2882139" y="1547824"/>
                    <a:pt x="2669004" y="1434792"/>
                    <a:pt x="2456578" y="1333176"/>
                  </a:cubicBezTo>
                  <a:cubicBezTo>
                    <a:pt x="1822479" y="1029860"/>
                    <a:pt x="1181484" y="892980"/>
                    <a:pt x="365588" y="892980"/>
                  </a:cubicBezTo>
                  <a:cubicBezTo>
                    <a:pt x="247537" y="892980"/>
                    <a:pt x="125962" y="895834"/>
                    <a:pt x="77" y="901485"/>
                  </a:cubicBezTo>
                  <a:lnTo>
                    <a:pt x="0" y="899569"/>
                  </a:lnTo>
                  <a:cubicBezTo>
                    <a:pt x="231294" y="889207"/>
                    <a:pt x="441115" y="888249"/>
                    <a:pt x="641493" y="896601"/>
                  </a:cubicBezTo>
                  <a:cubicBezTo>
                    <a:pt x="858937" y="905680"/>
                    <a:pt x="1060407" y="925467"/>
                    <a:pt x="1257395" y="957110"/>
                  </a:cubicBezTo>
                  <a:cubicBezTo>
                    <a:pt x="1680332" y="1025052"/>
                    <a:pt x="2072870" y="1147509"/>
                    <a:pt x="2457459" y="1331452"/>
                  </a:cubicBezTo>
                  <a:cubicBezTo>
                    <a:pt x="2669924" y="1433087"/>
                    <a:pt x="2883078" y="1546138"/>
                    <a:pt x="3089202" y="1655474"/>
                  </a:cubicBezTo>
                  <a:cubicBezTo>
                    <a:pt x="3664553" y="1960666"/>
                    <a:pt x="4259500" y="2276241"/>
                    <a:pt x="4917983" y="2386515"/>
                  </a:cubicBezTo>
                  <a:cubicBezTo>
                    <a:pt x="5754337" y="2526574"/>
                    <a:pt x="6584351" y="2264537"/>
                    <a:pt x="7384962" y="1607682"/>
                  </a:cubicBezTo>
                  <a:cubicBezTo>
                    <a:pt x="7571376" y="1454732"/>
                    <a:pt x="7755453" y="1276248"/>
                    <a:pt x="7933477" y="1103644"/>
                  </a:cubicBezTo>
                  <a:cubicBezTo>
                    <a:pt x="8363885" y="686300"/>
                    <a:pt x="8808964" y="254744"/>
                    <a:pt x="9375064" y="78022"/>
                  </a:cubicBezTo>
                  <a:cubicBezTo>
                    <a:pt x="10143093" y="-161738"/>
                    <a:pt x="10937670" y="198620"/>
                    <a:pt x="11638696" y="516570"/>
                  </a:cubicBezTo>
                  <a:cubicBezTo>
                    <a:pt x="11683212" y="536759"/>
                    <a:pt x="11729240" y="557638"/>
                    <a:pt x="11773852" y="577712"/>
                  </a:cubicBezTo>
                  <a:lnTo>
                    <a:pt x="11773066" y="579455"/>
                  </a:lnTo>
                  <a:cubicBezTo>
                    <a:pt x="11728436" y="559381"/>
                    <a:pt x="11682407" y="538502"/>
                    <a:pt x="11637891" y="518313"/>
                  </a:cubicBezTo>
                  <a:cubicBezTo>
                    <a:pt x="10937172" y="200517"/>
                    <a:pt x="10142958" y="-159688"/>
                    <a:pt x="9375620" y="79842"/>
                  </a:cubicBezTo>
                  <a:cubicBezTo>
                    <a:pt x="8809960" y="256429"/>
                    <a:pt x="8365053" y="687814"/>
                    <a:pt x="7934799" y="1105004"/>
                  </a:cubicBezTo>
                  <a:cubicBezTo>
                    <a:pt x="7756756" y="1277646"/>
                    <a:pt x="7572659" y="1456149"/>
                    <a:pt x="7386169" y="1609157"/>
                  </a:cubicBezTo>
                  <a:cubicBezTo>
                    <a:pt x="6724851" y="2151696"/>
                    <a:pt x="6043401" y="2425035"/>
                    <a:pt x="5354941" y="2425054"/>
                  </a:cubicBezTo>
                  <a:close/>
                </a:path>
              </a:pathLst>
            </a:custGeom>
            <a:grpFill/>
            <a:ln w="19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64">
              <a:extLst>
                <a:ext uri="{FF2B5EF4-FFF2-40B4-BE49-F238E27FC236}">
                  <a16:creationId xmlns:a16="http://schemas.microsoft.com/office/drawing/2014/main" id="{196E2348-7AC8-44ED-A928-21456ED311A5}"/>
                </a:ext>
              </a:extLst>
            </p:cNvPr>
            <p:cNvSpPr/>
            <p:nvPr/>
          </p:nvSpPr>
          <p:spPr>
            <a:xfrm>
              <a:off x="-2206523" y="20529392"/>
              <a:ext cx="11693382" cy="2489507"/>
            </a:xfrm>
            <a:custGeom>
              <a:avLst/>
              <a:gdLst>
                <a:gd name="connsiteX0" fmla="*/ 5532812 w 11693382"/>
                <a:gd name="connsiteY0" fmla="*/ 2489508 h 2489507"/>
                <a:gd name="connsiteX1" fmla="*/ 5503563 w 11693382"/>
                <a:gd name="connsiteY1" fmla="*/ 2489278 h 2489507"/>
                <a:gd name="connsiteX2" fmla="*/ 4992476 w 11693382"/>
                <a:gd name="connsiteY2" fmla="*/ 2424458 h 2489507"/>
                <a:gd name="connsiteX3" fmla="*/ 4162289 w 11693382"/>
                <a:gd name="connsiteY3" fmla="*/ 2132271 h 2489507"/>
                <a:gd name="connsiteX4" fmla="*/ 3376753 w 11693382"/>
                <a:gd name="connsiteY4" fmla="*/ 1718682 h 2489507"/>
                <a:gd name="connsiteX5" fmla="*/ 3254527 w 11693382"/>
                <a:gd name="connsiteY5" fmla="*/ 1649840 h 2489507"/>
                <a:gd name="connsiteX6" fmla="*/ 2496190 w 11693382"/>
                <a:gd name="connsiteY6" fmla="*/ 1249544 h 2489507"/>
                <a:gd name="connsiteX7" fmla="*/ 2235877 w 11693382"/>
                <a:gd name="connsiteY7" fmla="*/ 1145265 h 2489507"/>
                <a:gd name="connsiteX8" fmla="*/ 1215197 w 11693382"/>
                <a:gd name="connsiteY8" fmla="*/ 967394 h 2489507"/>
                <a:gd name="connsiteX9" fmla="*/ 268 w 11693382"/>
                <a:gd name="connsiteY9" fmla="*/ 1015051 h 2489507"/>
                <a:gd name="connsiteX10" fmla="*/ 0 w 11693382"/>
                <a:gd name="connsiteY10" fmla="*/ 1012446 h 2489507"/>
                <a:gd name="connsiteX11" fmla="*/ 1215312 w 11693382"/>
                <a:gd name="connsiteY11" fmla="*/ 964770 h 2489507"/>
                <a:gd name="connsiteX12" fmla="*/ 1725077 w 11693382"/>
                <a:gd name="connsiteY12" fmla="*/ 1014400 h 2489507"/>
                <a:gd name="connsiteX13" fmla="*/ 2236739 w 11693382"/>
                <a:gd name="connsiteY13" fmla="*/ 1142775 h 2489507"/>
                <a:gd name="connsiteX14" fmla="*/ 2497263 w 11693382"/>
                <a:gd name="connsiteY14" fmla="*/ 1247149 h 2489507"/>
                <a:gd name="connsiteX15" fmla="*/ 3255791 w 11693382"/>
                <a:gd name="connsiteY15" fmla="*/ 1647541 h 2489507"/>
                <a:gd name="connsiteX16" fmla="*/ 3377998 w 11693382"/>
                <a:gd name="connsiteY16" fmla="*/ 1716383 h 2489507"/>
                <a:gd name="connsiteX17" fmla="*/ 4993012 w 11693382"/>
                <a:gd name="connsiteY17" fmla="*/ 2421891 h 2489507"/>
                <a:gd name="connsiteX18" fmla="*/ 5996415 w 11693382"/>
                <a:gd name="connsiteY18" fmla="*/ 2419823 h 2489507"/>
                <a:gd name="connsiteX19" fmla="*/ 7202896 w 11693382"/>
                <a:gd name="connsiteY19" fmla="*/ 1685142 h 2489507"/>
                <a:gd name="connsiteX20" fmla="*/ 7346710 w 11693382"/>
                <a:gd name="connsiteY20" fmla="*/ 1550771 h 2489507"/>
                <a:gd name="connsiteX21" fmla="*/ 7712776 w 11693382"/>
                <a:gd name="connsiteY21" fmla="*/ 1165244 h 2489507"/>
                <a:gd name="connsiteX22" fmla="*/ 8219037 w 11693382"/>
                <a:gd name="connsiteY22" fmla="*/ 645230 h 2489507"/>
                <a:gd name="connsiteX23" fmla="*/ 8694380 w 11693382"/>
                <a:gd name="connsiteY23" fmla="*/ 293683 h 2489507"/>
                <a:gd name="connsiteX24" fmla="*/ 9216367 w 11693382"/>
                <a:gd name="connsiteY24" fmla="*/ 70224 h 2489507"/>
                <a:gd name="connsiteX25" fmla="*/ 9327905 w 11693382"/>
                <a:gd name="connsiteY25" fmla="*/ 42143 h 2489507"/>
                <a:gd name="connsiteX26" fmla="*/ 10549346 w 11693382"/>
                <a:gd name="connsiteY26" fmla="*/ 157550 h 2489507"/>
                <a:gd name="connsiteX27" fmla="*/ 11693383 w 11693382"/>
                <a:gd name="connsiteY27" fmla="*/ 703633 h 2489507"/>
                <a:gd name="connsiteX28" fmla="*/ 11692137 w 11693382"/>
                <a:gd name="connsiteY28" fmla="*/ 705932 h 2489507"/>
                <a:gd name="connsiteX29" fmla="*/ 9718183 w 11693382"/>
                <a:gd name="connsiteY29" fmla="*/ 2129 h 2489507"/>
                <a:gd name="connsiteX30" fmla="*/ 9328499 w 11693382"/>
                <a:gd name="connsiteY30" fmla="*/ 44710 h 2489507"/>
                <a:gd name="connsiteX31" fmla="*/ 9217094 w 11693382"/>
                <a:gd name="connsiteY31" fmla="*/ 72752 h 2489507"/>
                <a:gd name="connsiteX32" fmla="*/ 8220799 w 11693382"/>
                <a:gd name="connsiteY32" fmla="*/ 647184 h 2489507"/>
                <a:gd name="connsiteX33" fmla="*/ 7714711 w 11693382"/>
                <a:gd name="connsiteY33" fmla="*/ 1167025 h 2489507"/>
                <a:gd name="connsiteX34" fmla="*/ 7348529 w 11693382"/>
                <a:gd name="connsiteY34" fmla="*/ 1552649 h 2489507"/>
                <a:gd name="connsiteX35" fmla="*/ 7204620 w 11693382"/>
                <a:gd name="connsiteY35" fmla="*/ 1687115 h 2489507"/>
                <a:gd name="connsiteX36" fmla="*/ 6631356 w 11693382"/>
                <a:gd name="connsiteY36" fmla="*/ 2122809 h 2489507"/>
                <a:gd name="connsiteX37" fmla="*/ 5997200 w 11693382"/>
                <a:gd name="connsiteY37" fmla="*/ 2422332 h 2489507"/>
                <a:gd name="connsiteX38" fmla="*/ 5532812 w 11693382"/>
                <a:gd name="connsiteY38" fmla="*/ 2489508 h 2489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1693382" h="2489507">
                  <a:moveTo>
                    <a:pt x="5532812" y="2489508"/>
                  </a:moveTo>
                  <a:cubicBezTo>
                    <a:pt x="5523101" y="2489508"/>
                    <a:pt x="5513370" y="2489431"/>
                    <a:pt x="5503563" y="2489278"/>
                  </a:cubicBezTo>
                  <a:cubicBezTo>
                    <a:pt x="5347126" y="2486864"/>
                    <a:pt x="5175155" y="2465066"/>
                    <a:pt x="4992476" y="2424458"/>
                  </a:cubicBezTo>
                  <a:cubicBezTo>
                    <a:pt x="4732546" y="2366687"/>
                    <a:pt x="4460989" y="2271105"/>
                    <a:pt x="4162289" y="2132271"/>
                  </a:cubicBezTo>
                  <a:cubicBezTo>
                    <a:pt x="3904256" y="2012324"/>
                    <a:pt x="3653865" y="1874008"/>
                    <a:pt x="3376753" y="1718682"/>
                  </a:cubicBezTo>
                  <a:cubicBezTo>
                    <a:pt x="3336030" y="1695830"/>
                    <a:pt x="3294598" y="1672442"/>
                    <a:pt x="3254527" y="1649840"/>
                  </a:cubicBezTo>
                  <a:cubicBezTo>
                    <a:pt x="3007794" y="1510604"/>
                    <a:pt x="2752634" y="1366637"/>
                    <a:pt x="2496190" y="1249544"/>
                  </a:cubicBezTo>
                  <a:cubicBezTo>
                    <a:pt x="2410932" y="1210736"/>
                    <a:pt x="2323338" y="1175664"/>
                    <a:pt x="2235877" y="1145265"/>
                  </a:cubicBezTo>
                  <a:cubicBezTo>
                    <a:pt x="1931335" y="1039435"/>
                    <a:pt x="1616546" y="984576"/>
                    <a:pt x="1215197" y="967394"/>
                  </a:cubicBezTo>
                  <a:cubicBezTo>
                    <a:pt x="851103" y="952013"/>
                    <a:pt x="453699" y="967605"/>
                    <a:pt x="268" y="1015051"/>
                  </a:cubicBezTo>
                  <a:lnTo>
                    <a:pt x="0" y="1012446"/>
                  </a:lnTo>
                  <a:cubicBezTo>
                    <a:pt x="453565" y="964981"/>
                    <a:pt x="851103" y="949389"/>
                    <a:pt x="1215312" y="964770"/>
                  </a:cubicBezTo>
                  <a:cubicBezTo>
                    <a:pt x="1403220" y="972815"/>
                    <a:pt x="1569981" y="989058"/>
                    <a:pt x="1725077" y="1014400"/>
                  </a:cubicBezTo>
                  <a:cubicBezTo>
                    <a:pt x="1905745" y="1043937"/>
                    <a:pt x="2073100" y="1085924"/>
                    <a:pt x="2236739" y="1142775"/>
                  </a:cubicBezTo>
                  <a:cubicBezTo>
                    <a:pt x="2324276" y="1173193"/>
                    <a:pt x="2411928" y="1208304"/>
                    <a:pt x="2497263" y="1247149"/>
                  </a:cubicBezTo>
                  <a:cubicBezTo>
                    <a:pt x="2753802" y="1364281"/>
                    <a:pt x="3009001" y="1508286"/>
                    <a:pt x="3255791" y="1647541"/>
                  </a:cubicBezTo>
                  <a:cubicBezTo>
                    <a:pt x="3295863" y="1670144"/>
                    <a:pt x="3337294" y="1693532"/>
                    <a:pt x="3377998" y="1716383"/>
                  </a:cubicBezTo>
                  <a:cubicBezTo>
                    <a:pt x="3858284" y="1985565"/>
                    <a:pt x="4402643" y="2290681"/>
                    <a:pt x="4993012" y="2421891"/>
                  </a:cubicBezTo>
                  <a:cubicBezTo>
                    <a:pt x="5387945" y="2509658"/>
                    <a:pt x="5716161" y="2508988"/>
                    <a:pt x="5996415" y="2419823"/>
                  </a:cubicBezTo>
                  <a:cubicBezTo>
                    <a:pt x="6392726" y="2293746"/>
                    <a:pt x="6787372" y="2053411"/>
                    <a:pt x="7202896" y="1685142"/>
                  </a:cubicBezTo>
                  <a:cubicBezTo>
                    <a:pt x="7248753" y="1644495"/>
                    <a:pt x="7295797" y="1600535"/>
                    <a:pt x="7346710" y="1550771"/>
                  </a:cubicBezTo>
                  <a:cubicBezTo>
                    <a:pt x="7469741" y="1430479"/>
                    <a:pt x="7587792" y="1301645"/>
                    <a:pt x="7712776" y="1165244"/>
                  </a:cubicBezTo>
                  <a:cubicBezTo>
                    <a:pt x="7873849" y="989460"/>
                    <a:pt x="8040399" y="807682"/>
                    <a:pt x="8219037" y="645230"/>
                  </a:cubicBezTo>
                  <a:cubicBezTo>
                    <a:pt x="8371068" y="506761"/>
                    <a:pt x="8530990" y="388499"/>
                    <a:pt x="8694380" y="293683"/>
                  </a:cubicBezTo>
                  <a:cubicBezTo>
                    <a:pt x="8861697" y="196607"/>
                    <a:pt x="9037327" y="121405"/>
                    <a:pt x="9216367" y="70224"/>
                  </a:cubicBezTo>
                  <a:cubicBezTo>
                    <a:pt x="9250596" y="60551"/>
                    <a:pt x="9287086" y="51356"/>
                    <a:pt x="9327905" y="42143"/>
                  </a:cubicBezTo>
                  <a:cubicBezTo>
                    <a:pt x="9692056" y="-40031"/>
                    <a:pt x="10091585" y="-2277"/>
                    <a:pt x="10549346" y="157550"/>
                  </a:cubicBezTo>
                  <a:cubicBezTo>
                    <a:pt x="10949718" y="297342"/>
                    <a:pt x="11344805" y="513197"/>
                    <a:pt x="11693383" y="703633"/>
                  </a:cubicBezTo>
                  <a:lnTo>
                    <a:pt x="11692137" y="705932"/>
                  </a:lnTo>
                  <a:cubicBezTo>
                    <a:pt x="11082270" y="372735"/>
                    <a:pt x="10403866" y="2129"/>
                    <a:pt x="9718183" y="2129"/>
                  </a:cubicBezTo>
                  <a:cubicBezTo>
                    <a:pt x="9588371" y="2129"/>
                    <a:pt x="9458426" y="15384"/>
                    <a:pt x="9328499" y="44710"/>
                  </a:cubicBezTo>
                  <a:cubicBezTo>
                    <a:pt x="9287718" y="53904"/>
                    <a:pt x="9251286" y="63079"/>
                    <a:pt x="9217094" y="72752"/>
                  </a:cubicBezTo>
                  <a:cubicBezTo>
                    <a:pt x="8863517" y="173851"/>
                    <a:pt x="8528309" y="367122"/>
                    <a:pt x="8220799" y="647184"/>
                  </a:cubicBezTo>
                  <a:cubicBezTo>
                    <a:pt x="8042257" y="809559"/>
                    <a:pt x="7875745" y="991280"/>
                    <a:pt x="7714711" y="1167025"/>
                  </a:cubicBezTo>
                  <a:cubicBezTo>
                    <a:pt x="7589707" y="1303464"/>
                    <a:pt x="7471618" y="1432318"/>
                    <a:pt x="7348529" y="1552649"/>
                  </a:cubicBezTo>
                  <a:cubicBezTo>
                    <a:pt x="7297597" y="1602451"/>
                    <a:pt x="7250534" y="1646430"/>
                    <a:pt x="7204620" y="1687115"/>
                  </a:cubicBezTo>
                  <a:cubicBezTo>
                    <a:pt x="7006483" y="1862726"/>
                    <a:pt x="6818977" y="2005237"/>
                    <a:pt x="6631356" y="2122809"/>
                  </a:cubicBezTo>
                  <a:cubicBezTo>
                    <a:pt x="6418126" y="2256432"/>
                    <a:pt x="6210699" y="2354409"/>
                    <a:pt x="5997200" y="2422332"/>
                  </a:cubicBezTo>
                  <a:cubicBezTo>
                    <a:pt x="5857064" y="2466924"/>
                    <a:pt x="5700933" y="2489508"/>
                    <a:pt x="5532812" y="2489508"/>
                  </a:cubicBezTo>
                  <a:close/>
                </a:path>
              </a:pathLst>
            </a:custGeom>
            <a:grpFill/>
            <a:ln w="19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65">
              <a:extLst>
                <a:ext uri="{FF2B5EF4-FFF2-40B4-BE49-F238E27FC236}">
                  <a16:creationId xmlns:a16="http://schemas.microsoft.com/office/drawing/2014/main" id="{7BAC4D79-24C3-4834-AB4A-8E02AA9BE101}"/>
                </a:ext>
              </a:extLst>
            </p:cNvPr>
            <p:cNvSpPr/>
            <p:nvPr/>
          </p:nvSpPr>
          <p:spPr>
            <a:xfrm>
              <a:off x="-2088223" y="20529735"/>
              <a:ext cx="11613009" cy="2568119"/>
            </a:xfrm>
            <a:custGeom>
              <a:avLst/>
              <a:gdLst>
                <a:gd name="connsiteX0" fmla="*/ 5667278 w 11613009"/>
                <a:gd name="connsiteY0" fmla="*/ 2568120 h 2568119"/>
                <a:gd name="connsiteX1" fmla="*/ 5577539 w 11613009"/>
                <a:gd name="connsiteY1" fmla="*/ 2565362 h 2568119"/>
                <a:gd name="connsiteX2" fmla="*/ 5067256 w 11613009"/>
                <a:gd name="connsiteY2" fmla="*/ 2471044 h 2568119"/>
                <a:gd name="connsiteX3" fmla="*/ 4284707 w 11613009"/>
                <a:gd name="connsiteY3" fmla="*/ 2155182 h 2568119"/>
                <a:gd name="connsiteX4" fmla="*/ 3541369 w 11613009"/>
                <a:gd name="connsiteY4" fmla="*/ 1732398 h 2568119"/>
                <a:gd name="connsiteX5" fmla="*/ 3439370 w 11613009"/>
                <a:gd name="connsiteY5" fmla="*/ 1671467 h 2568119"/>
                <a:gd name="connsiteX6" fmla="*/ 3370240 w 11613009"/>
                <a:gd name="connsiteY6" fmla="*/ 1630092 h 2568119"/>
                <a:gd name="connsiteX7" fmla="*/ 2535783 w 11613009"/>
                <a:gd name="connsiteY7" fmla="*/ 1176469 h 2568119"/>
                <a:gd name="connsiteX8" fmla="*/ 2264303 w 11613009"/>
                <a:gd name="connsiteY8" fmla="*/ 1077957 h 2568119"/>
                <a:gd name="connsiteX9" fmla="*/ 1226709 w 11613009"/>
                <a:gd name="connsiteY9" fmla="*/ 994576 h 2568119"/>
                <a:gd name="connsiteX10" fmla="*/ 536 w 11613009"/>
                <a:gd name="connsiteY10" fmla="*/ 1139175 h 2568119"/>
                <a:gd name="connsiteX11" fmla="*/ 0 w 11613009"/>
                <a:gd name="connsiteY11" fmla="*/ 1135919 h 2568119"/>
                <a:gd name="connsiteX12" fmla="*/ 1226498 w 11613009"/>
                <a:gd name="connsiteY12" fmla="*/ 991281 h 2568119"/>
                <a:gd name="connsiteX13" fmla="*/ 2265222 w 11613009"/>
                <a:gd name="connsiteY13" fmla="*/ 1074796 h 2568119"/>
                <a:gd name="connsiteX14" fmla="*/ 2537105 w 11613009"/>
                <a:gd name="connsiteY14" fmla="*/ 1173443 h 2568119"/>
                <a:gd name="connsiteX15" fmla="*/ 3371945 w 11613009"/>
                <a:gd name="connsiteY15" fmla="*/ 1627277 h 2568119"/>
                <a:gd name="connsiteX16" fmla="*/ 3441075 w 11613009"/>
                <a:gd name="connsiteY16" fmla="*/ 1668651 h 2568119"/>
                <a:gd name="connsiteX17" fmla="*/ 3543074 w 11613009"/>
                <a:gd name="connsiteY17" fmla="*/ 1729582 h 2568119"/>
                <a:gd name="connsiteX18" fmla="*/ 5068156 w 11613009"/>
                <a:gd name="connsiteY18" fmla="*/ 2467883 h 2568119"/>
                <a:gd name="connsiteX19" fmla="*/ 6073647 w 11613009"/>
                <a:gd name="connsiteY19" fmla="*/ 2488819 h 2568119"/>
                <a:gd name="connsiteX20" fmla="*/ 7177707 w 11613009"/>
                <a:gd name="connsiteY20" fmla="*/ 1649937 h 2568119"/>
                <a:gd name="connsiteX21" fmla="*/ 7308496 w 11613009"/>
                <a:gd name="connsiteY21" fmla="*/ 1504514 h 2568119"/>
                <a:gd name="connsiteX22" fmla="*/ 7557948 w 11613009"/>
                <a:gd name="connsiteY22" fmla="*/ 1199187 h 2568119"/>
                <a:gd name="connsiteX23" fmla="*/ 8137628 w 11613009"/>
                <a:gd name="connsiteY23" fmla="*/ 545225 h 2568119"/>
                <a:gd name="connsiteX24" fmla="*/ 8631572 w 11613009"/>
                <a:gd name="connsiteY24" fmla="*/ 209614 h 2568119"/>
                <a:gd name="connsiteX25" fmla="*/ 9168116 w 11613009"/>
                <a:gd name="connsiteY25" fmla="*/ 34904 h 2568119"/>
                <a:gd name="connsiteX26" fmla="*/ 9280899 w 11613009"/>
                <a:gd name="connsiteY26" fmla="*/ 16898 h 2568119"/>
                <a:gd name="connsiteX27" fmla="*/ 10491288 w 11613009"/>
                <a:gd name="connsiteY27" fmla="*/ 216682 h 2568119"/>
                <a:gd name="connsiteX28" fmla="*/ 11613009 w 11613009"/>
                <a:gd name="connsiteY28" fmla="*/ 840208 h 2568119"/>
                <a:gd name="connsiteX29" fmla="*/ 11611209 w 11613009"/>
                <a:gd name="connsiteY29" fmla="*/ 842985 h 2568119"/>
                <a:gd name="connsiteX30" fmla="*/ 9281340 w 11613009"/>
                <a:gd name="connsiteY30" fmla="*/ 20193 h 2568119"/>
                <a:gd name="connsiteX31" fmla="*/ 9168729 w 11613009"/>
                <a:gd name="connsiteY31" fmla="*/ 38179 h 2568119"/>
                <a:gd name="connsiteX32" fmla="*/ 8139869 w 11613009"/>
                <a:gd name="connsiteY32" fmla="*/ 547695 h 2568119"/>
                <a:gd name="connsiteX33" fmla="*/ 7560554 w 11613009"/>
                <a:gd name="connsiteY33" fmla="*/ 1201237 h 2568119"/>
                <a:gd name="connsiteX34" fmla="*/ 7311025 w 11613009"/>
                <a:gd name="connsiteY34" fmla="*/ 1506659 h 2568119"/>
                <a:gd name="connsiteX35" fmla="*/ 7180121 w 11613009"/>
                <a:gd name="connsiteY35" fmla="*/ 1652216 h 2568119"/>
                <a:gd name="connsiteX36" fmla="*/ 6662138 w 11613009"/>
                <a:gd name="connsiteY36" fmla="*/ 2134418 h 2568119"/>
                <a:gd name="connsiteX37" fmla="*/ 6074949 w 11613009"/>
                <a:gd name="connsiteY37" fmla="*/ 2491865 h 2568119"/>
                <a:gd name="connsiteX38" fmla="*/ 5667278 w 11613009"/>
                <a:gd name="connsiteY38" fmla="*/ 2568120 h 2568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1613009" h="2568119">
                  <a:moveTo>
                    <a:pt x="5667278" y="2568120"/>
                  </a:moveTo>
                  <a:cubicBezTo>
                    <a:pt x="5638048" y="2568120"/>
                    <a:pt x="5608167" y="2567200"/>
                    <a:pt x="5577539" y="2565362"/>
                  </a:cubicBezTo>
                  <a:cubicBezTo>
                    <a:pt x="5428898" y="2556474"/>
                    <a:pt x="5266753" y="2526496"/>
                    <a:pt x="5067256" y="2471044"/>
                  </a:cubicBezTo>
                  <a:cubicBezTo>
                    <a:pt x="4823646" y="2403331"/>
                    <a:pt x="4567662" y="2300011"/>
                    <a:pt x="4284707" y="2155182"/>
                  </a:cubicBezTo>
                  <a:cubicBezTo>
                    <a:pt x="4032497" y="2026078"/>
                    <a:pt x="3782834" y="1876786"/>
                    <a:pt x="3541369" y="1732398"/>
                  </a:cubicBezTo>
                  <a:cubicBezTo>
                    <a:pt x="3507369" y="1712074"/>
                    <a:pt x="3473370" y="1691732"/>
                    <a:pt x="3439370" y="1671467"/>
                  </a:cubicBezTo>
                  <a:cubicBezTo>
                    <a:pt x="3416365" y="1657714"/>
                    <a:pt x="3393322" y="1643903"/>
                    <a:pt x="3370240" y="1630092"/>
                  </a:cubicBezTo>
                  <a:cubicBezTo>
                    <a:pt x="3099546" y="1467947"/>
                    <a:pt x="2819656" y="1300286"/>
                    <a:pt x="2535783" y="1176469"/>
                  </a:cubicBezTo>
                  <a:cubicBezTo>
                    <a:pt x="2446752" y="1137853"/>
                    <a:pt x="2355403" y="1104716"/>
                    <a:pt x="2264303" y="1077957"/>
                  </a:cubicBezTo>
                  <a:cubicBezTo>
                    <a:pt x="1899864" y="970958"/>
                    <a:pt x="1550252" y="974655"/>
                    <a:pt x="1226709" y="994576"/>
                  </a:cubicBezTo>
                  <a:cubicBezTo>
                    <a:pt x="853766" y="1017925"/>
                    <a:pt x="452684" y="1065219"/>
                    <a:pt x="536" y="1139175"/>
                  </a:cubicBezTo>
                  <a:lnTo>
                    <a:pt x="0" y="1135919"/>
                  </a:lnTo>
                  <a:cubicBezTo>
                    <a:pt x="452263" y="1061962"/>
                    <a:pt x="853459" y="1014650"/>
                    <a:pt x="1226498" y="991281"/>
                  </a:cubicBezTo>
                  <a:cubicBezTo>
                    <a:pt x="1550328" y="971341"/>
                    <a:pt x="1900305" y="967644"/>
                    <a:pt x="2265222" y="1074796"/>
                  </a:cubicBezTo>
                  <a:cubicBezTo>
                    <a:pt x="2356456" y="1101574"/>
                    <a:pt x="2447939" y="1134769"/>
                    <a:pt x="2537105" y="1173443"/>
                  </a:cubicBezTo>
                  <a:cubicBezTo>
                    <a:pt x="2821169" y="1297355"/>
                    <a:pt x="3101174" y="1465074"/>
                    <a:pt x="3371945" y="1627277"/>
                  </a:cubicBezTo>
                  <a:cubicBezTo>
                    <a:pt x="3395008" y="1641087"/>
                    <a:pt x="3418051" y="1654898"/>
                    <a:pt x="3441075" y="1668651"/>
                  </a:cubicBezTo>
                  <a:cubicBezTo>
                    <a:pt x="3475074" y="1688936"/>
                    <a:pt x="3509074" y="1709259"/>
                    <a:pt x="3543074" y="1729582"/>
                  </a:cubicBezTo>
                  <a:cubicBezTo>
                    <a:pt x="4026080" y="2018397"/>
                    <a:pt x="4525521" y="2317058"/>
                    <a:pt x="5068156" y="2467883"/>
                  </a:cubicBezTo>
                  <a:cubicBezTo>
                    <a:pt x="5364633" y="2550287"/>
                    <a:pt x="5746847" y="2627136"/>
                    <a:pt x="6073647" y="2488819"/>
                  </a:cubicBezTo>
                  <a:cubicBezTo>
                    <a:pt x="6521887" y="2299091"/>
                    <a:pt x="6883299" y="1958290"/>
                    <a:pt x="7177707" y="1649937"/>
                  </a:cubicBezTo>
                  <a:cubicBezTo>
                    <a:pt x="7218047" y="1607681"/>
                    <a:pt x="7259613" y="1561480"/>
                    <a:pt x="7308496" y="1504514"/>
                  </a:cubicBezTo>
                  <a:cubicBezTo>
                    <a:pt x="7391781" y="1407476"/>
                    <a:pt x="7472499" y="1306300"/>
                    <a:pt x="7557948" y="1199187"/>
                  </a:cubicBezTo>
                  <a:cubicBezTo>
                    <a:pt x="7737696" y="973889"/>
                    <a:pt x="7923574" y="740909"/>
                    <a:pt x="8137628" y="545225"/>
                  </a:cubicBezTo>
                  <a:cubicBezTo>
                    <a:pt x="8286863" y="408479"/>
                    <a:pt x="8453049" y="295542"/>
                    <a:pt x="8631572" y="209614"/>
                  </a:cubicBezTo>
                  <a:cubicBezTo>
                    <a:pt x="8796495" y="130218"/>
                    <a:pt x="8977009" y="71432"/>
                    <a:pt x="9168116" y="34904"/>
                  </a:cubicBezTo>
                  <a:cubicBezTo>
                    <a:pt x="9206502" y="27567"/>
                    <a:pt x="9245003" y="21917"/>
                    <a:pt x="9280899" y="16898"/>
                  </a:cubicBezTo>
                  <a:cubicBezTo>
                    <a:pt x="9648153" y="-34437"/>
                    <a:pt x="10044063" y="30919"/>
                    <a:pt x="10491288" y="216682"/>
                  </a:cubicBezTo>
                  <a:cubicBezTo>
                    <a:pt x="10880302" y="378272"/>
                    <a:pt x="11260313" y="611845"/>
                    <a:pt x="11613009" y="840208"/>
                  </a:cubicBezTo>
                  <a:lnTo>
                    <a:pt x="11611209" y="842985"/>
                  </a:lnTo>
                  <a:cubicBezTo>
                    <a:pt x="10905375" y="385991"/>
                    <a:pt x="10085034" y="-92150"/>
                    <a:pt x="9281340" y="20193"/>
                  </a:cubicBezTo>
                  <a:cubicBezTo>
                    <a:pt x="9245501" y="25211"/>
                    <a:pt x="9207039" y="30843"/>
                    <a:pt x="9168729" y="38179"/>
                  </a:cubicBezTo>
                  <a:cubicBezTo>
                    <a:pt x="8772226" y="113994"/>
                    <a:pt x="8426061" y="285429"/>
                    <a:pt x="8139869" y="547695"/>
                  </a:cubicBezTo>
                  <a:cubicBezTo>
                    <a:pt x="7926007" y="743151"/>
                    <a:pt x="7740225" y="976015"/>
                    <a:pt x="7560554" y="1201237"/>
                  </a:cubicBezTo>
                  <a:cubicBezTo>
                    <a:pt x="7475085" y="1308369"/>
                    <a:pt x="7394348" y="1409564"/>
                    <a:pt x="7311025" y="1506659"/>
                  </a:cubicBezTo>
                  <a:cubicBezTo>
                    <a:pt x="7262103" y="1563664"/>
                    <a:pt x="7220499" y="1609922"/>
                    <a:pt x="7180121" y="1652216"/>
                  </a:cubicBezTo>
                  <a:cubicBezTo>
                    <a:pt x="6987903" y="1853552"/>
                    <a:pt x="6823306" y="2006771"/>
                    <a:pt x="6662138" y="2134418"/>
                  </a:cubicBezTo>
                  <a:cubicBezTo>
                    <a:pt x="6463408" y="2291832"/>
                    <a:pt x="6271324" y="2408752"/>
                    <a:pt x="6074949" y="2491865"/>
                  </a:cubicBezTo>
                  <a:cubicBezTo>
                    <a:pt x="5954159" y="2542969"/>
                    <a:pt x="5820095" y="2568120"/>
                    <a:pt x="5667278" y="2568120"/>
                  </a:cubicBezTo>
                  <a:close/>
                </a:path>
              </a:pathLst>
            </a:custGeom>
            <a:grpFill/>
            <a:ln w="19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66">
              <a:extLst>
                <a:ext uri="{FF2B5EF4-FFF2-40B4-BE49-F238E27FC236}">
                  <a16:creationId xmlns:a16="http://schemas.microsoft.com/office/drawing/2014/main" id="{1DD4234B-2AB0-47AC-B606-38AC872068E3}"/>
                </a:ext>
              </a:extLst>
            </p:cNvPr>
            <p:cNvSpPr/>
            <p:nvPr/>
          </p:nvSpPr>
          <p:spPr>
            <a:xfrm>
              <a:off x="-1970019" y="20519083"/>
              <a:ext cx="11532712" cy="2659586"/>
            </a:xfrm>
            <a:custGeom>
              <a:avLst/>
              <a:gdLst>
                <a:gd name="connsiteX0" fmla="*/ 5776691 w 11532712"/>
                <a:gd name="connsiteY0" fmla="*/ 2659586 h 2659586"/>
                <a:gd name="connsiteX1" fmla="*/ 5651457 w 11532712"/>
                <a:gd name="connsiteY1" fmla="*/ 2652767 h 2659586"/>
                <a:gd name="connsiteX2" fmla="*/ 5142093 w 11532712"/>
                <a:gd name="connsiteY2" fmla="*/ 2528644 h 2659586"/>
                <a:gd name="connsiteX3" fmla="*/ 4411244 w 11532712"/>
                <a:gd name="connsiteY3" fmla="*/ 2196443 h 2659586"/>
                <a:gd name="connsiteX4" fmla="*/ 3715007 w 11532712"/>
                <a:gd name="connsiteY4" fmla="*/ 1770787 h 2659586"/>
                <a:gd name="connsiteX5" fmla="*/ 3502044 w 11532712"/>
                <a:gd name="connsiteY5" fmla="*/ 1635267 h 2659586"/>
                <a:gd name="connsiteX6" fmla="*/ 3467585 w 11532712"/>
                <a:gd name="connsiteY6" fmla="*/ 1613430 h 2659586"/>
                <a:gd name="connsiteX7" fmla="*/ 2575433 w 11532712"/>
                <a:gd name="connsiteY7" fmla="*/ 1114391 h 2659586"/>
                <a:gd name="connsiteX8" fmla="*/ 2292786 w 11532712"/>
                <a:gd name="connsiteY8" fmla="*/ 1021663 h 2659586"/>
                <a:gd name="connsiteX9" fmla="*/ 1238316 w 11532712"/>
                <a:gd name="connsiteY9" fmla="*/ 1032754 h 2659586"/>
                <a:gd name="connsiteX10" fmla="*/ 862 w 11532712"/>
                <a:gd name="connsiteY10" fmla="*/ 1274295 h 2659586"/>
                <a:gd name="connsiteX11" fmla="*/ 0 w 11532712"/>
                <a:gd name="connsiteY11" fmla="*/ 1270388 h 2659586"/>
                <a:gd name="connsiteX12" fmla="*/ 1237665 w 11532712"/>
                <a:gd name="connsiteY12" fmla="*/ 1028808 h 2659586"/>
                <a:gd name="connsiteX13" fmla="*/ 1758847 w 11532712"/>
                <a:gd name="connsiteY13" fmla="*/ 968509 h 2659586"/>
                <a:gd name="connsiteX14" fmla="*/ 2293724 w 11532712"/>
                <a:gd name="connsiteY14" fmla="*/ 1017775 h 2659586"/>
                <a:gd name="connsiteX15" fmla="*/ 2576966 w 11532712"/>
                <a:gd name="connsiteY15" fmla="*/ 1110695 h 2659586"/>
                <a:gd name="connsiteX16" fmla="*/ 3469730 w 11532712"/>
                <a:gd name="connsiteY16" fmla="*/ 1610059 h 2659586"/>
                <a:gd name="connsiteX17" fmla="*/ 3504190 w 11532712"/>
                <a:gd name="connsiteY17" fmla="*/ 1631895 h 2659586"/>
                <a:gd name="connsiteX18" fmla="*/ 3717172 w 11532712"/>
                <a:gd name="connsiteY18" fmla="*/ 1767434 h 2659586"/>
                <a:gd name="connsiteX19" fmla="*/ 5143358 w 11532712"/>
                <a:gd name="connsiteY19" fmla="*/ 2524871 h 2659586"/>
                <a:gd name="connsiteX20" fmla="*/ 6150860 w 11532712"/>
                <a:gd name="connsiteY20" fmla="*/ 2568812 h 2659586"/>
                <a:gd name="connsiteX21" fmla="*/ 7152519 w 11532712"/>
                <a:gd name="connsiteY21" fmla="*/ 1625747 h 2659586"/>
                <a:gd name="connsiteX22" fmla="*/ 7270302 w 11532712"/>
                <a:gd name="connsiteY22" fmla="*/ 1469272 h 2659586"/>
                <a:gd name="connsiteX23" fmla="*/ 7437733 w 11532712"/>
                <a:gd name="connsiteY23" fmla="*/ 1228688 h 2659586"/>
                <a:gd name="connsiteX24" fmla="*/ 8056279 w 11532712"/>
                <a:gd name="connsiteY24" fmla="*/ 456215 h 2659586"/>
                <a:gd name="connsiteX25" fmla="*/ 8305232 w 11532712"/>
                <a:gd name="connsiteY25" fmla="*/ 267426 h 2659586"/>
                <a:gd name="connsiteX26" fmla="*/ 8568955 w 11532712"/>
                <a:gd name="connsiteY26" fmla="*/ 136752 h 2659586"/>
                <a:gd name="connsiteX27" fmla="*/ 9119961 w 11532712"/>
                <a:gd name="connsiteY27" fmla="*/ 10560 h 2659586"/>
                <a:gd name="connsiteX28" fmla="*/ 9233970 w 11532712"/>
                <a:gd name="connsiteY28" fmla="*/ 2611 h 2659586"/>
                <a:gd name="connsiteX29" fmla="*/ 9840333 w 11532712"/>
                <a:gd name="connsiteY29" fmla="*/ 65841 h 2659586"/>
                <a:gd name="connsiteX30" fmla="*/ 10433076 w 11532712"/>
                <a:gd name="connsiteY30" fmla="*/ 286485 h 2659586"/>
                <a:gd name="connsiteX31" fmla="*/ 11532713 w 11532712"/>
                <a:gd name="connsiteY31" fmla="*/ 987759 h 2659586"/>
                <a:gd name="connsiteX32" fmla="*/ 11530299 w 11532712"/>
                <a:gd name="connsiteY32" fmla="*/ 990958 h 2659586"/>
                <a:gd name="connsiteX33" fmla="*/ 9234181 w 11532712"/>
                <a:gd name="connsiteY33" fmla="*/ 6615 h 2659586"/>
                <a:gd name="connsiteX34" fmla="*/ 9120344 w 11532712"/>
                <a:gd name="connsiteY34" fmla="*/ 14545 h 2659586"/>
                <a:gd name="connsiteX35" fmla="*/ 8058979 w 11532712"/>
                <a:gd name="connsiteY35" fmla="*/ 459165 h 2659586"/>
                <a:gd name="connsiteX36" fmla="*/ 7441028 w 11532712"/>
                <a:gd name="connsiteY36" fmla="*/ 1230967 h 2659586"/>
                <a:gd name="connsiteX37" fmla="*/ 7273539 w 11532712"/>
                <a:gd name="connsiteY37" fmla="*/ 1471627 h 2659586"/>
                <a:gd name="connsiteX38" fmla="*/ 7155622 w 11532712"/>
                <a:gd name="connsiteY38" fmla="*/ 1628275 h 2659586"/>
                <a:gd name="connsiteX39" fmla="*/ 6692862 w 11532712"/>
                <a:gd name="connsiteY39" fmla="*/ 2157674 h 2659586"/>
                <a:gd name="connsiteX40" fmla="*/ 6152737 w 11532712"/>
                <a:gd name="connsiteY40" fmla="*/ 2572355 h 2659586"/>
                <a:gd name="connsiteX41" fmla="*/ 5776691 w 11532712"/>
                <a:gd name="connsiteY41" fmla="*/ 2659586 h 2659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1532712" h="2659586">
                  <a:moveTo>
                    <a:pt x="5776691" y="2659586"/>
                  </a:moveTo>
                  <a:cubicBezTo>
                    <a:pt x="5736485" y="2659586"/>
                    <a:pt x="5694785" y="2657307"/>
                    <a:pt x="5651457" y="2652767"/>
                  </a:cubicBezTo>
                  <a:cubicBezTo>
                    <a:pt x="5473835" y="2634149"/>
                    <a:pt x="5294297" y="2579577"/>
                    <a:pt x="5142093" y="2528644"/>
                  </a:cubicBezTo>
                  <a:cubicBezTo>
                    <a:pt x="4914995" y="2452638"/>
                    <a:pt x="4675925" y="2343973"/>
                    <a:pt x="4411244" y="2196443"/>
                  </a:cubicBezTo>
                  <a:cubicBezTo>
                    <a:pt x="4175296" y="2064927"/>
                    <a:pt x="3941301" y="1915386"/>
                    <a:pt x="3715007" y="1770787"/>
                  </a:cubicBezTo>
                  <a:cubicBezTo>
                    <a:pt x="3645264" y="1726213"/>
                    <a:pt x="3573128" y="1680127"/>
                    <a:pt x="3502044" y="1635267"/>
                  </a:cubicBezTo>
                  <a:lnTo>
                    <a:pt x="3467585" y="1613430"/>
                  </a:lnTo>
                  <a:cubicBezTo>
                    <a:pt x="3179095" y="1430694"/>
                    <a:pt x="2880779" y="1241732"/>
                    <a:pt x="2575433" y="1114391"/>
                  </a:cubicBezTo>
                  <a:cubicBezTo>
                    <a:pt x="2482341" y="1075852"/>
                    <a:pt x="2387257" y="1044649"/>
                    <a:pt x="2292786" y="1021663"/>
                  </a:cubicBezTo>
                  <a:cubicBezTo>
                    <a:pt x="1925493" y="932249"/>
                    <a:pt x="1584424" y="975883"/>
                    <a:pt x="1238316" y="1032754"/>
                  </a:cubicBezTo>
                  <a:cubicBezTo>
                    <a:pt x="846199" y="1097708"/>
                    <a:pt x="441421" y="1176721"/>
                    <a:pt x="862" y="1274295"/>
                  </a:cubicBezTo>
                  <a:lnTo>
                    <a:pt x="0" y="1270388"/>
                  </a:lnTo>
                  <a:cubicBezTo>
                    <a:pt x="440636" y="1172794"/>
                    <a:pt x="845472" y="1093781"/>
                    <a:pt x="1237665" y="1028808"/>
                  </a:cubicBezTo>
                  <a:cubicBezTo>
                    <a:pt x="1403660" y="1001532"/>
                    <a:pt x="1581685" y="975347"/>
                    <a:pt x="1758847" y="968509"/>
                  </a:cubicBezTo>
                  <a:cubicBezTo>
                    <a:pt x="1951984" y="961058"/>
                    <a:pt x="2126944" y="977167"/>
                    <a:pt x="2293724" y="1017775"/>
                  </a:cubicBezTo>
                  <a:cubicBezTo>
                    <a:pt x="2388387" y="1040818"/>
                    <a:pt x="2483701" y="1072079"/>
                    <a:pt x="2576966" y="1110695"/>
                  </a:cubicBezTo>
                  <a:cubicBezTo>
                    <a:pt x="2882618" y="1238169"/>
                    <a:pt x="3181087" y="1427227"/>
                    <a:pt x="3469730" y="1610059"/>
                  </a:cubicBezTo>
                  <a:lnTo>
                    <a:pt x="3504190" y="1631895"/>
                  </a:lnTo>
                  <a:cubicBezTo>
                    <a:pt x="3575292" y="1676756"/>
                    <a:pt x="3647410" y="1722861"/>
                    <a:pt x="3717172" y="1767434"/>
                  </a:cubicBezTo>
                  <a:cubicBezTo>
                    <a:pt x="4169683" y="2056614"/>
                    <a:pt x="4637596" y="2355619"/>
                    <a:pt x="5143358" y="2524871"/>
                  </a:cubicBezTo>
                  <a:cubicBezTo>
                    <a:pt x="5491553" y="2641389"/>
                    <a:pt x="5854612" y="2727375"/>
                    <a:pt x="6150860" y="2568812"/>
                  </a:cubicBezTo>
                  <a:cubicBezTo>
                    <a:pt x="6546003" y="2357324"/>
                    <a:pt x="6862344" y="1986967"/>
                    <a:pt x="7152519" y="1625747"/>
                  </a:cubicBezTo>
                  <a:cubicBezTo>
                    <a:pt x="7187783" y="1581844"/>
                    <a:pt x="7224100" y="1533593"/>
                    <a:pt x="7270302" y="1469272"/>
                  </a:cubicBezTo>
                  <a:cubicBezTo>
                    <a:pt x="7325965" y="1391771"/>
                    <a:pt x="7380269" y="1312547"/>
                    <a:pt x="7437733" y="1228688"/>
                  </a:cubicBezTo>
                  <a:cubicBezTo>
                    <a:pt x="7623515" y="957610"/>
                    <a:pt x="7815618" y="677318"/>
                    <a:pt x="8056279" y="456215"/>
                  </a:cubicBezTo>
                  <a:cubicBezTo>
                    <a:pt x="8133530" y="385017"/>
                    <a:pt x="8217294" y="321500"/>
                    <a:pt x="8305232" y="267426"/>
                  </a:cubicBezTo>
                  <a:cubicBezTo>
                    <a:pt x="8387675" y="216742"/>
                    <a:pt x="8476400" y="172782"/>
                    <a:pt x="8568955" y="136752"/>
                  </a:cubicBezTo>
                  <a:cubicBezTo>
                    <a:pt x="8734203" y="72411"/>
                    <a:pt x="8914430" y="31133"/>
                    <a:pt x="9119961" y="10560"/>
                  </a:cubicBezTo>
                  <a:cubicBezTo>
                    <a:pt x="9157945" y="6749"/>
                    <a:pt x="9196599" y="4661"/>
                    <a:pt x="9233970" y="2611"/>
                  </a:cubicBezTo>
                  <a:cubicBezTo>
                    <a:pt x="9427050" y="-7905"/>
                    <a:pt x="9631048" y="13376"/>
                    <a:pt x="9840333" y="65841"/>
                  </a:cubicBezTo>
                  <a:cubicBezTo>
                    <a:pt x="10028566" y="113038"/>
                    <a:pt x="10228006" y="187263"/>
                    <a:pt x="10433076" y="286485"/>
                  </a:cubicBezTo>
                  <a:cubicBezTo>
                    <a:pt x="10851627" y="488970"/>
                    <a:pt x="11240603" y="767614"/>
                    <a:pt x="11532713" y="987759"/>
                  </a:cubicBezTo>
                  <a:lnTo>
                    <a:pt x="11530299" y="990958"/>
                  </a:lnTo>
                  <a:cubicBezTo>
                    <a:pt x="10851416" y="479354"/>
                    <a:pt x="10047740" y="-37710"/>
                    <a:pt x="9234181" y="6615"/>
                  </a:cubicBezTo>
                  <a:cubicBezTo>
                    <a:pt x="9196848" y="8645"/>
                    <a:pt x="9158251" y="10752"/>
                    <a:pt x="9120344" y="14545"/>
                  </a:cubicBezTo>
                  <a:cubicBezTo>
                    <a:pt x="8683251" y="58313"/>
                    <a:pt x="8336072" y="203736"/>
                    <a:pt x="8058979" y="459165"/>
                  </a:cubicBezTo>
                  <a:cubicBezTo>
                    <a:pt x="7818663" y="679962"/>
                    <a:pt x="7626675" y="960081"/>
                    <a:pt x="7441028" y="1230967"/>
                  </a:cubicBezTo>
                  <a:cubicBezTo>
                    <a:pt x="7383525" y="1314846"/>
                    <a:pt x="7329222" y="1394089"/>
                    <a:pt x="7273539" y="1471627"/>
                  </a:cubicBezTo>
                  <a:cubicBezTo>
                    <a:pt x="7227299" y="1536007"/>
                    <a:pt x="7190944" y="1584334"/>
                    <a:pt x="7155622" y="1628275"/>
                  </a:cubicBezTo>
                  <a:cubicBezTo>
                    <a:pt x="6990489" y="1833844"/>
                    <a:pt x="6848610" y="2002540"/>
                    <a:pt x="6692862" y="2157674"/>
                  </a:cubicBezTo>
                  <a:cubicBezTo>
                    <a:pt x="6509475" y="2340353"/>
                    <a:pt x="6332791" y="2475988"/>
                    <a:pt x="6152737" y="2572355"/>
                  </a:cubicBezTo>
                  <a:cubicBezTo>
                    <a:pt x="6043612" y="2630739"/>
                    <a:pt x="5919738" y="2659586"/>
                    <a:pt x="5776691" y="2659586"/>
                  </a:cubicBezTo>
                  <a:close/>
                </a:path>
              </a:pathLst>
            </a:custGeom>
            <a:grpFill/>
            <a:ln w="19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67">
              <a:extLst>
                <a:ext uri="{FF2B5EF4-FFF2-40B4-BE49-F238E27FC236}">
                  <a16:creationId xmlns:a16="http://schemas.microsoft.com/office/drawing/2014/main" id="{7B467AAF-BE8E-4F15-A78E-333C10CDE5C9}"/>
                </a:ext>
              </a:extLst>
            </p:cNvPr>
            <p:cNvSpPr/>
            <p:nvPr/>
          </p:nvSpPr>
          <p:spPr>
            <a:xfrm>
              <a:off x="-1851834" y="20494492"/>
              <a:ext cx="11452511" cy="2766216"/>
            </a:xfrm>
            <a:custGeom>
              <a:avLst/>
              <a:gdLst>
                <a:gd name="connsiteX0" fmla="*/ 5874648 w 11452511"/>
                <a:gd name="connsiteY0" fmla="*/ 2766216 h 2766216"/>
                <a:gd name="connsiteX1" fmla="*/ 5725471 w 11452511"/>
                <a:gd name="connsiteY1" fmla="*/ 2754455 h 2766216"/>
                <a:gd name="connsiteX2" fmla="*/ 5216931 w 11452511"/>
                <a:gd name="connsiteY2" fmla="*/ 2600164 h 2766216"/>
                <a:gd name="connsiteX3" fmla="*/ 4527743 w 11452511"/>
                <a:gd name="connsiteY3" fmla="*/ 2250839 h 2766216"/>
                <a:gd name="connsiteX4" fmla="*/ 3869700 w 11452511"/>
                <a:gd name="connsiteY4" fmla="*/ 1819224 h 2766216"/>
                <a:gd name="connsiteX5" fmla="*/ 3564757 w 11452511"/>
                <a:gd name="connsiteY5" fmla="*/ 1612966 h 2766216"/>
                <a:gd name="connsiteX6" fmla="*/ 3556195 w 11452511"/>
                <a:gd name="connsiteY6" fmla="*/ 1607258 h 2766216"/>
                <a:gd name="connsiteX7" fmla="*/ 2615141 w 11452511"/>
                <a:gd name="connsiteY7" fmla="*/ 1066251 h 2766216"/>
                <a:gd name="connsiteX8" fmla="*/ 2321346 w 11452511"/>
                <a:gd name="connsiteY8" fmla="*/ 979288 h 2766216"/>
                <a:gd name="connsiteX9" fmla="*/ 1250020 w 11452511"/>
                <a:gd name="connsiteY9" fmla="*/ 1084812 h 2766216"/>
                <a:gd name="connsiteX10" fmla="*/ 1264 w 11452511"/>
                <a:gd name="connsiteY10" fmla="*/ 1423315 h 2766216"/>
                <a:gd name="connsiteX11" fmla="*/ 0 w 11452511"/>
                <a:gd name="connsiteY11" fmla="*/ 1418794 h 2766216"/>
                <a:gd name="connsiteX12" fmla="*/ 1248794 w 11452511"/>
                <a:gd name="connsiteY12" fmla="*/ 1080292 h 2766216"/>
                <a:gd name="connsiteX13" fmla="*/ 1775741 w 11452511"/>
                <a:gd name="connsiteY13" fmla="*/ 964903 h 2766216"/>
                <a:gd name="connsiteX14" fmla="*/ 2322227 w 11452511"/>
                <a:gd name="connsiteY14" fmla="*/ 974691 h 2766216"/>
                <a:gd name="connsiteX15" fmla="*/ 2616865 w 11452511"/>
                <a:gd name="connsiteY15" fmla="*/ 1061903 h 2766216"/>
                <a:gd name="connsiteX16" fmla="*/ 3558800 w 11452511"/>
                <a:gd name="connsiteY16" fmla="*/ 1603370 h 2766216"/>
                <a:gd name="connsiteX17" fmla="*/ 3567362 w 11452511"/>
                <a:gd name="connsiteY17" fmla="*/ 1609078 h 2766216"/>
                <a:gd name="connsiteX18" fmla="*/ 3872344 w 11452511"/>
                <a:gd name="connsiteY18" fmla="*/ 1815355 h 2766216"/>
                <a:gd name="connsiteX19" fmla="*/ 5218636 w 11452511"/>
                <a:gd name="connsiteY19" fmla="*/ 2595797 h 2766216"/>
                <a:gd name="connsiteX20" fmla="*/ 6228072 w 11452511"/>
                <a:gd name="connsiteY20" fmla="*/ 2662781 h 2766216"/>
                <a:gd name="connsiteX21" fmla="*/ 7091856 w 11452511"/>
                <a:gd name="connsiteY21" fmla="*/ 1668572 h 2766216"/>
                <a:gd name="connsiteX22" fmla="*/ 7127331 w 11452511"/>
                <a:gd name="connsiteY22" fmla="*/ 1615533 h 2766216"/>
                <a:gd name="connsiteX23" fmla="*/ 7232107 w 11452511"/>
                <a:gd name="connsiteY23" fmla="*/ 1447986 h 2766216"/>
                <a:gd name="connsiteX24" fmla="*/ 7338645 w 11452511"/>
                <a:gd name="connsiteY24" fmla="*/ 1266380 h 2766216"/>
                <a:gd name="connsiteX25" fmla="*/ 7974947 w 11452511"/>
                <a:gd name="connsiteY25" fmla="*/ 381066 h 2766216"/>
                <a:gd name="connsiteX26" fmla="*/ 8232483 w 11452511"/>
                <a:gd name="connsiteY26" fmla="*/ 193503 h 2766216"/>
                <a:gd name="connsiteX27" fmla="*/ 8506453 w 11452511"/>
                <a:gd name="connsiteY27" fmla="*/ 77789 h 2766216"/>
                <a:gd name="connsiteX28" fmla="*/ 9071920 w 11452511"/>
                <a:gd name="connsiteY28" fmla="*/ 78 h 2766216"/>
                <a:gd name="connsiteX29" fmla="*/ 9174935 w 11452511"/>
                <a:gd name="connsiteY29" fmla="*/ 1821 h 2766216"/>
                <a:gd name="connsiteX30" fmla="*/ 9187175 w 11452511"/>
                <a:gd name="connsiteY30" fmla="*/ 2205 h 2766216"/>
                <a:gd name="connsiteX31" fmla="*/ 9789457 w 11452511"/>
                <a:gd name="connsiteY31" fmla="*/ 111157 h 2766216"/>
                <a:gd name="connsiteX32" fmla="*/ 10374827 w 11452511"/>
                <a:gd name="connsiteY32" fmla="*/ 369861 h 2766216"/>
                <a:gd name="connsiteX33" fmla="*/ 11452512 w 11452511"/>
                <a:gd name="connsiteY33" fmla="*/ 1149230 h 2766216"/>
                <a:gd name="connsiteX34" fmla="*/ 11449428 w 11452511"/>
                <a:gd name="connsiteY34" fmla="*/ 1152792 h 2766216"/>
                <a:gd name="connsiteX35" fmla="*/ 9187022 w 11452511"/>
                <a:gd name="connsiteY35" fmla="*/ 6917 h 2766216"/>
                <a:gd name="connsiteX36" fmla="*/ 9174782 w 11452511"/>
                <a:gd name="connsiteY36" fmla="*/ 6534 h 2766216"/>
                <a:gd name="connsiteX37" fmla="*/ 9071978 w 11452511"/>
                <a:gd name="connsiteY37" fmla="*/ 4790 h 2766216"/>
                <a:gd name="connsiteX38" fmla="*/ 7978165 w 11452511"/>
                <a:gd name="connsiteY38" fmla="*/ 384514 h 2766216"/>
                <a:gd name="connsiteX39" fmla="*/ 7342726 w 11452511"/>
                <a:gd name="connsiteY39" fmla="*/ 1268736 h 2766216"/>
                <a:gd name="connsiteX40" fmla="*/ 7236168 w 11452511"/>
                <a:gd name="connsiteY40" fmla="*/ 1450400 h 2766216"/>
                <a:gd name="connsiteX41" fmla="*/ 7131257 w 11452511"/>
                <a:gd name="connsiteY41" fmla="*/ 1618138 h 2766216"/>
                <a:gd name="connsiteX42" fmla="*/ 7095783 w 11452511"/>
                <a:gd name="connsiteY42" fmla="*/ 1671158 h 2766216"/>
                <a:gd name="connsiteX43" fmla="*/ 6703608 w 11452511"/>
                <a:gd name="connsiteY43" fmla="*/ 2220440 h 2766216"/>
                <a:gd name="connsiteX44" fmla="*/ 6230658 w 11452511"/>
                <a:gd name="connsiteY44" fmla="*/ 2666688 h 2766216"/>
                <a:gd name="connsiteX45" fmla="*/ 5874648 w 11452511"/>
                <a:gd name="connsiteY45" fmla="*/ 2766216 h 2766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452511" h="2766216">
                  <a:moveTo>
                    <a:pt x="5874648" y="2766216"/>
                  </a:moveTo>
                  <a:cubicBezTo>
                    <a:pt x="5827316" y="2766216"/>
                    <a:pt x="5777648" y="2762290"/>
                    <a:pt x="5725471" y="2754455"/>
                  </a:cubicBezTo>
                  <a:cubicBezTo>
                    <a:pt x="5552905" y="2728539"/>
                    <a:pt x="5379632" y="2664026"/>
                    <a:pt x="5216931" y="2600164"/>
                  </a:cubicBezTo>
                  <a:cubicBezTo>
                    <a:pt x="5003088" y="2516228"/>
                    <a:pt x="4777655" y="2401970"/>
                    <a:pt x="4527743" y="2250839"/>
                  </a:cubicBezTo>
                  <a:cubicBezTo>
                    <a:pt x="4304954" y="2116123"/>
                    <a:pt x="4083679" y="1965184"/>
                    <a:pt x="3869700" y="1819224"/>
                  </a:cubicBezTo>
                  <a:cubicBezTo>
                    <a:pt x="3769924" y="1751168"/>
                    <a:pt x="3666756" y="1680793"/>
                    <a:pt x="3564757" y="1612966"/>
                  </a:cubicBezTo>
                  <a:lnTo>
                    <a:pt x="3556195" y="1607258"/>
                  </a:lnTo>
                  <a:cubicBezTo>
                    <a:pt x="3252841" y="1404850"/>
                    <a:pt x="2939163" y="1195565"/>
                    <a:pt x="2615141" y="1066251"/>
                  </a:cubicBezTo>
                  <a:cubicBezTo>
                    <a:pt x="2517873" y="1027769"/>
                    <a:pt x="2419035" y="998501"/>
                    <a:pt x="2321346" y="979288"/>
                  </a:cubicBezTo>
                  <a:cubicBezTo>
                    <a:pt x="1934458" y="903187"/>
                    <a:pt x="1570843" y="999688"/>
                    <a:pt x="1250020" y="1084812"/>
                  </a:cubicBezTo>
                  <a:cubicBezTo>
                    <a:pt x="893224" y="1180049"/>
                    <a:pt x="449198" y="1298560"/>
                    <a:pt x="1264" y="1423315"/>
                  </a:cubicBezTo>
                  <a:lnTo>
                    <a:pt x="0" y="1418794"/>
                  </a:lnTo>
                  <a:cubicBezTo>
                    <a:pt x="447953" y="1294039"/>
                    <a:pt x="891999" y="1175529"/>
                    <a:pt x="1248794" y="1080292"/>
                  </a:cubicBezTo>
                  <a:cubicBezTo>
                    <a:pt x="1434193" y="1031083"/>
                    <a:pt x="1601816" y="988445"/>
                    <a:pt x="1775741" y="964903"/>
                  </a:cubicBezTo>
                  <a:cubicBezTo>
                    <a:pt x="1973744" y="938106"/>
                    <a:pt x="2152496" y="941305"/>
                    <a:pt x="2322227" y="974691"/>
                  </a:cubicBezTo>
                  <a:cubicBezTo>
                    <a:pt x="2420203" y="993961"/>
                    <a:pt x="2519329" y="1023306"/>
                    <a:pt x="2616865" y="1061903"/>
                  </a:cubicBezTo>
                  <a:cubicBezTo>
                    <a:pt x="2941346" y="1191389"/>
                    <a:pt x="3255235" y="1400827"/>
                    <a:pt x="3558800" y="1603370"/>
                  </a:cubicBezTo>
                  <a:lnTo>
                    <a:pt x="3567362" y="1609078"/>
                  </a:lnTo>
                  <a:cubicBezTo>
                    <a:pt x="3669380" y="1676924"/>
                    <a:pt x="3772548" y="1747298"/>
                    <a:pt x="3872344" y="1815355"/>
                  </a:cubicBezTo>
                  <a:cubicBezTo>
                    <a:pt x="4300127" y="2107159"/>
                    <a:pt x="4742487" y="2408904"/>
                    <a:pt x="5218636" y="2595797"/>
                  </a:cubicBezTo>
                  <a:cubicBezTo>
                    <a:pt x="5495460" y="2704442"/>
                    <a:pt x="5913800" y="2868656"/>
                    <a:pt x="6228072" y="2662781"/>
                  </a:cubicBezTo>
                  <a:cubicBezTo>
                    <a:pt x="6582244" y="2430778"/>
                    <a:pt x="6841312" y="2043297"/>
                    <a:pt x="7091856" y="1668572"/>
                  </a:cubicBezTo>
                  <a:cubicBezTo>
                    <a:pt x="7103713" y="1650835"/>
                    <a:pt x="7115531" y="1633155"/>
                    <a:pt x="7127331" y="1615533"/>
                  </a:cubicBezTo>
                  <a:cubicBezTo>
                    <a:pt x="7165487" y="1558567"/>
                    <a:pt x="7201708" y="1498880"/>
                    <a:pt x="7232107" y="1447986"/>
                  </a:cubicBezTo>
                  <a:cubicBezTo>
                    <a:pt x="7267428" y="1388855"/>
                    <a:pt x="7302022" y="1329361"/>
                    <a:pt x="7338645" y="1266380"/>
                  </a:cubicBezTo>
                  <a:cubicBezTo>
                    <a:pt x="7522416" y="950307"/>
                    <a:pt x="7712432" y="623489"/>
                    <a:pt x="7974947" y="381066"/>
                  </a:cubicBezTo>
                  <a:cubicBezTo>
                    <a:pt x="8053807" y="307972"/>
                    <a:pt x="8140445" y="244876"/>
                    <a:pt x="8232483" y="193503"/>
                  </a:cubicBezTo>
                  <a:cubicBezTo>
                    <a:pt x="8317205" y="146210"/>
                    <a:pt x="8409377" y="107288"/>
                    <a:pt x="8506453" y="77789"/>
                  </a:cubicBezTo>
                  <a:cubicBezTo>
                    <a:pt x="8670705" y="27891"/>
                    <a:pt x="8855663" y="2454"/>
                    <a:pt x="9071920" y="78"/>
                  </a:cubicBezTo>
                  <a:cubicBezTo>
                    <a:pt x="9106093" y="-305"/>
                    <a:pt x="9141089" y="787"/>
                    <a:pt x="9174935" y="1821"/>
                  </a:cubicBezTo>
                  <a:lnTo>
                    <a:pt x="9187175" y="2205"/>
                  </a:lnTo>
                  <a:cubicBezTo>
                    <a:pt x="9380370" y="8066"/>
                    <a:pt x="9583008" y="44728"/>
                    <a:pt x="9789457" y="111157"/>
                  </a:cubicBezTo>
                  <a:cubicBezTo>
                    <a:pt x="9977327" y="171609"/>
                    <a:pt x="10174276" y="258648"/>
                    <a:pt x="10374827" y="369861"/>
                  </a:cubicBezTo>
                  <a:cubicBezTo>
                    <a:pt x="10706338" y="553689"/>
                    <a:pt x="11058843" y="808639"/>
                    <a:pt x="11452512" y="1149230"/>
                  </a:cubicBezTo>
                  <a:lnTo>
                    <a:pt x="11449428" y="1152792"/>
                  </a:lnTo>
                  <a:cubicBezTo>
                    <a:pt x="10895511" y="673540"/>
                    <a:pt x="10058352" y="33350"/>
                    <a:pt x="9187022" y="6917"/>
                  </a:cubicBezTo>
                  <a:lnTo>
                    <a:pt x="9174782" y="6534"/>
                  </a:lnTo>
                  <a:cubicBezTo>
                    <a:pt x="9140992" y="5480"/>
                    <a:pt x="9106035" y="4407"/>
                    <a:pt x="9071978" y="4790"/>
                  </a:cubicBezTo>
                  <a:cubicBezTo>
                    <a:pt x="8774754" y="8066"/>
                    <a:pt x="8338006" y="50992"/>
                    <a:pt x="7978165" y="384514"/>
                  </a:cubicBezTo>
                  <a:cubicBezTo>
                    <a:pt x="7716167" y="626458"/>
                    <a:pt x="7526324" y="952970"/>
                    <a:pt x="7342726" y="1268736"/>
                  </a:cubicBezTo>
                  <a:cubicBezTo>
                    <a:pt x="7306102" y="1331736"/>
                    <a:pt x="7271508" y="1391231"/>
                    <a:pt x="7236168" y="1450400"/>
                  </a:cubicBezTo>
                  <a:cubicBezTo>
                    <a:pt x="7205731" y="1501332"/>
                    <a:pt x="7169471" y="1561095"/>
                    <a:pt x="7131257" y="1618138"/>
                  </a:cubicBezTo>
                  <a:cubicBezTo>
                    <a:pt x="7119458" y="1635741"/>
                    <a:pt x="7107639" y="1653440"/>
                    <a:pt x="7095783" y="1671158"/>
                  </a:cubicBezTo>
                  <a:cubicBezTo>
                    <a:pt x="6972272" y="1855906"/>
                    <a:pt x="6844530" y="2046936"/>
                    <a:pt x="6703608" y="2220440"/>
                  </a:cubicBezTo>
                  <a:cubicBezTo>
                    <a:pt x="6544240" y="2416642"/>
                    <a:pt x="6389547" y="2562601"/>
                    <a:pt x="6230658" y="2666688"/>
                  </a:cubicBezTo>
                  <a:cubicBezTo>
                    <a:pt x="6129023" y="2733270"/>
                    <a:pt x="6011643" y="2766216"/>
                    <a:pt x="5874648" y="2766216"/>
                  </a:cubicBezTo>
                  <a:close/>
                </a:path>
              </a:pathLst>
            </a:custGeom>
            <a:grpFill/>
            <a:ln w="19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68">
              <a:extLst>
                <a:ext uri="{FF2B5EF4-FFF2-40B4-BE49-F238E27FC236}">
                  <a16:creationId xmlns:a16="http://schemas.microsoft.com/office/drawing/2014/main" id="{7F87B47F-E1CA-46B5-84DA-3FCE77EF282F}"/>
                </a:ext>
              </a:extLst>
            </p:cNvPr>
            <p:cNvSpPr/>
            <p:nvPr/>
          </p:nvSpPr>
          <p:spPr>
            <a:xfrm>
              <a:off x="-1733631" y="20451094"/>
              <a:ext cx="11372310" cy="2892573"/>
            </a:xfrm>
            <a:custGeom>
              <a:avLst/>
              <a:gdLst>
                <a:gd name="connsiteX0" fmla="*/ 5966533 w 11372310"/>
                <a:gd name="connsiteY0" fmla="*/ 2892574 h 2892573"/>
                <a:gd name="connsiteX1" fmla="*/ 5805231 w 11372310"/>
                <a:gd name="connsiteY1" fmla="*/ 2876311 h 2892573"/>
                <a:gd name="connsiteX2" fmla="*/ 5301021 w 11372310"/>
                <a:gd name="connsiteY2" fmla="*/ 2694648 h 2892573"/>
                <a:gd name="connsiteX3" fmla="*/ 5291711 w 11372310"/>
                <a:gd name="connsiteY3" fmla="*/ 2690434 h 2892573"/>
                <a:gd name="connsiteX4" fmla="*/ 4011982 w 11372310"/>
                <a:gd name="connsiteY4" fmla="*/ 1885072 h 2892573"/>
                <a:gd name="connsiteX5" fmla="*/ 3627450 w 11372310"/>
                <a:gd name="connsiteY5" fmla="*/ 1609454 h 2892573"/>
                <a:gd name="connsiteX6" fmla="*/ 2654849 w 11372310"/>
                <a:gd name="connsiteY6" fmla="*/ 1036899 h 2892573"/>
                <a:gd name="connsiteX7" fmla="*/ 2349924 w 11372310"/>
                <a:gd name="connsiteY7" fmla="*/ 955702 h 2892573"/>
                <a:gd name="connsiteX8" fmla="*/ 1274251 w 11372310"/>
                <a:gd name="connsiteY8" fmla="*/ 1151081 h 2892573"/>
                <a:gd name="connsiteX9" fmla="*/ 1261762 w 11372310"/>
                <a:gd name="connsiteY9" fmla="*/ 1155640 h 2892573"/>
                <a:gd name="connsiteX10" fmla="*/ 1705 w 11372310"/>
                <a:gd name="connsiteY10" fmla="*/ 1591104 h 2892573"/>
                <a:gd name="connsiteX11" fmla="*/ 0 w 11372310"/>
                <a:gd name="connsiteY11" fmla="*/ 1585990 h 2892573"/>
                <a:gd name="connsiteX12" fmla="*/ 1259923 w 11372310"/>
                <a:gd name="connsiteY12" fmla="*/ 1150564 h 2892573"/>
                <a:gd name="connsiteX13" fmla="*/ 1272412 w 11372310"/>
                <a:gd name="connsiteY13" fmla="*/ 1146005 h 2892573"/>
                <a:gd name="connsiteX14" fmla="*/ 1799014 w 11372310"/>
                <a:gd name="connsiteY14" fmla="*/ 978554 h 2892573"/>
                <a:gd name="connsiteX15" fmla="*/ 2350748 w 11372310"/>
                <a:gd name="connsiteY15" fmla="*/ 950358 h 2892573"/>
                <a:gd name="connsiteX16" fmla="*/ 2656783 w 11372310"/>
                <a:gd name="connsiteY16" fmla="*/ 1031843 h 2892573"/>
                <a:gd name="connsiteX17" fmla="*/ 3630573 w 11372310"/>
                <a:gd name="connsiteY17" fmla="*/ 1605029 h 2892573"/>
                <a:gd name="connsiteX18" fmla="*/ 4015181 w 11372310"/>
                <a:gd name="connsiteY18" fmla="*/ 1880705 h 2892573"/>
                <a:gd name="connsiteX19" fmla="*/ 5293971 w 11372310"/>
                <a:gd name="connsiteY19" fmla="*/ 2685511 h 2892573"/>
                <a:gd name="connsiteX20" fmla="*/ 5303281 w 11372310"/>
                <a:gd name="connsiteY20" fmla="*/ 2689725 h 2892573"/>
                <a:gd name="connsiteX21" fmla="*/ 5806285 w 11372310"/>
                <a:gd name="connsiteY21" fmla="*/ 2871005 h 2892573"/>
                <a:gd name="connsiteX22" fmla="*/ 6305285 w 11372310"/>
                <a:gd name="connsiteY22" fmla="*/ 2775576 h 2892573"/>
                <a:gd name="connsiteX23" fmla="*/ 7014662 w 11372310"/>
                <a:gd name="connsiteY23" fmla="*/ 1785065 h 2892573"/>
                <a:gd name="connsiteX24" fmla="*/ 7102161 w 11372310"/>
                <a:gd name="connsiteY24" fmla="*/ 1624184 h 2892573"/>
                <a:gd name="connsiteX25" fmla="*/ 7193951 w 11372310"/>
                <a:gd name="connsiteY25" fmla="*/ 1445585 h 2892573"/>
                <a:gd name="connsiteX26" fmla="*/ 7254020 w 11372310"/>
                <a:gd name="connsiteY26" fmla="*/ 1322516 h 2892573"/>
                <a:gd name="connsiteX27" fmla="*/ 7532396 w 11372310"/>
                <a:gd name="connsiteY27" fmla="*/ 789554 h 2892573"/>
                <a:gd name="connsiteX28" fmla="*/ 7893654 w 11372310"/>
                <a:gd name="connsiteY28" fmla="*/ 324764 h 2892573"/>
                <a:gd name="connsiteX29" fmla="*/ 8159772 w 11372310"/>
                <a:gd name="connsiteY29" fmla="*/ 138446 h 2892573"/>
                <a:gd name="connsiteX30" fmla="*/ 8444009 w 11372310"/>
                <a:gd name="connsiteY30" fmla="*/ 37730 h 2892573"/>
                <a:gd name="connsiteX31" fmla="*/ 9023919 w 11372310"/>
                <a:gd name="connsiteY31" fmla="*/ 8481 h 2892573"/>
                <a:gd name="connsiteX32" fmla="*/ 9122221 w 11372310"/>
                <a:gd name="connsiteY32" fmla="*/ 18575 h 2892573"/>
                <a:gd name="connsiteX33" fmla="*/ 9140418 w 11372310"/>
                <a:gd name="connsiteY33" fmla="*/ 20682 h 2892573"/>
                <a:gd name="connsiteX34" fmla="*/ 9738544 w 11372310"/>
                <a:gd name="connsiteY34" fmla="*/ 174936 h 2892573"/>
                <a:gd name="connsiteX35" fmla="*/ 10316520 w 11372310"/>
                <a:gd name="connsiteY35" fmla="*/ 471758 h 2892573"/>
                <a:gd name="connsiteX36" fmla="*/ 10864422 w 11372310"/>
                <a:gd name="connsiteY36" fmla="*/ 870253 h 2892573"/>
                <a:gd name="connsiteX37" fmla="*/ 11372311 w 11372310"/>
                <a:gd name="connsiteY37" fmla="*/ 1329603 h 2892573"/>
                <a:gd name="connsiteX38" fmla="*/ 11368518 w 11372310"/>
                <a:gd name="connsiteY38" fmla="*/ 1333453 h 2892573"/>
                <a:gd name="connsiteX39" fmla="*/ 9139786 w 11372310"/>
                <a:gd name="connsiteY39" fmla="*/ 26065 h 2892573"/>
                <a:gd name="connsiteX40" fmla="*/ 9121589 w 11372310"/>
                <a:gd name="connsiteY40" fmla="*/ 23958 h 2892573"/>
                <a:gd name="connsiteX41" fmla="*/ 9023497 w 11372310"/>
                <a:gd name="connsiteY41" fmla="*/ 13882 h 2892573"/>
                <a:gd name="connsiteX42" fmla="*/ 7897294 w 11372310"/>
                <a:gd name="connsiteY42" fmla="*/ 328748 h 2892573"/>
                <a:gd name="connsiteX43" fmla="*/ 7258828 w 11372310"/>
                <a:gd name="connsiteY43" fmla="*/ 1324910 h 2892573"/>
                <a:gd name="connsiteX44" fmla="*/ 7198739 w 11372310"/>
                <a:gd name="connsiteY44" fmla="*/ 1447999 h 2892573"/>
                <a:gd name="connsiteX45" fmla="*/ 7106835 w 11372310"/>
                <a:gd name="connsiteY45" fmla="*/ 1626828 h 2892573"/>
                <a:gd name="connsiteX46" fmla="*/ 7019355 w 11372310"/>
                <a:gd name="connsiteY46" fmla="*/ 1787670 h 2892573"/>
                <a:gd name="connsiteX47" fmla="*/ 6703991 w 11372310"/>
                <a:gd name="connsiteY47" fmla="*/ 2330956 h 2892573"/>
                <a:gd name="connsiteX48" fmla="*/ 6308561 w 11372310"/>
                <a:gd name="connsiteY48" fmla="*/ 2779848 h 2892573"/>
                <a:gd name="connsiteX49" fmla="*/ 5966533 w 11372310"/>
                <a:gd name="connsiteY49" fmla="*/ 2892574 h 2892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1372310" h="2892573">
                  <a:moveTo>
                    <a:pt x="5966533" y="2892574"/>
                  </a:moveTo>
                  <a:cubicBezTo>
                    <a:pt x="5915773" y="2892574"/>
                    <a:pt x="5862082" y="2887134"/>
                    <a:pt x="5805231" y="2876311"/>
                  </a:cubicBezTo>
                  <a:cubicBezTo>
                    <a:pt x="5628643" y="2842676"/>
                    <a:pt x="5454584" y="2764026"/>
                    <a:pt x="5301021" y="2694648"/>
                  </a:cubicBezTo>
                  <a:lnTo>
                    <a:pt x="5291711" y="2690434"/>
                  </a:lnTo>
                  <a:cubicBezTo>
                    <a:pt x="4840081" y="2486455"/>
                    <a:pt x="4419097" y="2180726"/>
                    <a:pt x="4011982" y="1885072"/>
                  </a:cubicBezTo>
                  <a:cubicBezTo>
                    <a:pt x="3886327" y="1793819"/>
                    <a:pt x="3756381" y="1699443"/>
                    <a:pt x="3627450" y="1609454"/>
                  </a:cubicBezTo>
                  <a:cubicBezTo>
                    <a:pt x="3331452" y="1402181"/>
                    <a:pt x="2995937" y="1167248"/>
                    <a:pt x="2654849" y="1036899"/>
                  </a:cubicBezTo>
                  <a:cubicBezTo>
                    <a:pt x="2553329" y="998456"/>
                    <a:pt x="2450736" y="971141"/>
                    <a:pt x="2349924" y="955702"/>
                  </a:cubicBezTo>
                  <a:cubicBezTo>
                    <a:pt x="1969281" y="897453"/>
                    <a:pt x="1615952" y="1026383"/>
                    <a:pt x="1274251" y="1151081"/>
                  </a:cubicBezTo>
                  <a:lnTo>
                    <a:pt x="1261762" y="1155640"/>
                  </a:lnTo>
                  <a:cubicBezTo>
                    <a:pt x="859263" y="1303131"/>
                    <a:pt x="452972" y="1440126"/>
                    <a:pt x="1705" y="1591104"/>
                  </a:cubicBezTo>
                  <a:lnTo>
                    <a:pt x="0" y="1585990"/>
                  </a:lnTo>
                  <a:cubicBezTo>
                    <a:pt x="451229" y="1435012"/>
                    <a:pt x="857482" y="1298036"/>
                    <a:pt x="1259923" y="1150564"/>
                  </a:cubicBezTo>
                  <a:lnTo>
                    <a:pt x="1272412" y="1146005"/>
                  </a:lnTo>
                  <a:cubicBezTo>
                    <a:pt x="1443713" y="1083503"/>
                    <a:pt x="1620856" y="1018856"/>
                    <a:pt x="1799014" y="978554"/>
                  </a:cubicBezTo>
                  <a:cubicBezTo>
                    <a:pt x="1998837" y="933349"/>
                    <a:pt x="2179294" y="924135"/>
                    <a:pt x="2350748" y="950358"/>
                  </a:cubicBezTo>
                  <a:cubicBezTo>
                    <a:pt x="2451942" y="965835"/>
                    <a:pt x="2554899" y="993246"/>
                    <a:pt x="2656783" y="1031843"/>
                  </a:cubicBezTo>
                  <a:cubicBezTo>
                    <a:pt x="2998523" y="1162421"/>
                    <a:pt x="3334306" y="1397564"/>
                    <a:pt x="3630573" y="1605029"/>
                  </a:cubicBezTo>
                  <a:cubicBezTo>
                    <a:pt x="3759542" y="1695038"/>
                    <a:pt x="3889507" y="1789432"/>
                    <a:pt x="4015181" y="1880705"/>
                  </a:cubicBezTo>
                  <a:cubicBezTo>
                    <a:pt x="4422086" y="2176205"/>
                    <a:pt x="4842839" y="2481762"/>
                    <a:pt x="5293971" y="2685511"/>
                  </a:cubicBezTo>
                  <a:lnTo>
                    <a:pt x="5303281" y="2689725"/>
                  </a:lnTo>
                  <a:cubicBezTo>
                    <a:pt x="5456576" y="2758988"/>
                    <a:pt x="5630329" y="2837485"/>
                    <a:pt x="5806285" y="2871005"/>
                  </a:cubicBezTo>
                  <a:cubicBezTo>
                    <a:pt x="6010551" y="2909909"/>
                    <a:pt x="6173768" y="2878706"/>
                    <a:pt x="6305285" y="2775576"/>
                  </a:cubicBezTo>
                  <a:cubicBezTo>
                    <a:pt x="6607566" y="2538517"/>
                    <a:pt x="6814533" y="2155499"/>
                    <a:pt x="7014662" y="1785065"/>
                  </a:cubicBezTo>
                  <a:cubicBezTo>
                    <a:pt x="7043413" y="1731853"/>
                    <a:pt x="7073142" y="1676821"/>
                    <a:pt x="7102161" y="1624184"/>
                  </a:cubicBezTo>
                  <a:cubicBezTo>
                    <a:pt x="7135318" y="1564057"/>
                    <a:pt x="7166923" y="1500464"/>
                    <a:pt x="7193951" y="1445585"/>
                  </a:cubicBezTo>
                  <a:cubicBezTo>
                    <a:pt x="7213852" y="1405150"/>
                    <a:pt x="7234272" y="1363143"/>
                    <a:pt x="7254020" y="1322516"/>
                  </a:cubicBezTo>
                  <a:cubicBezTo>
                    <a:pt x="7340120" y="1145373"/>
                    <a:pt x="7429171" y="962177"/>
                    <a:pt x="7532396" y="789554"/>
                  </a:cubicBezTo>
                  <a:cubicBezTo>
                    <a:pt x="7649489" y="593735"/>
                    <a:pt x="7767655" y="441704"/>
                    <a:pt x="7893654" y="324764"/>
                  </a:cubicBezTo>
                  <a:cubicBezTo>
                    <a:pt x="7974316" y="249620"/>
                    <a:pt x="8063845" y="186926"/>
                    <a:pt x="8159772" y="138446"/>
                  </a:cubicBezTo>
                  <a:cubicBezTo>
                    <a:pt x="8247021" y="94332"/>
                    <a:pt x="8342661" y="60467"/>
                    <a:pt x="8444009" y="37730"/>
                  </a:cubicBezTo>
                  <a:cubicBezTo>
                    <a:pt x="8610789" y="340"/>
                    <a:pt x="8795058" y="-8950"/>
                    <a:pt x="9023919" y="8481"/>
                  </a:cubicBezTo>
                  <a:cubicBezTo>
                    <a:pt x="9056616" y="10971"/>
                    <a:pt x="9089965" y="14840"/>
                    <a:pt x="9122221" y="18575"/>
                  </a:cubicBezTo>
                  <a:cubicBezTo>
                    <a:pt x="9128274" y="19284"/>
                    <a:pt x="9134346" y="19974"/>
                    <a:pt x="9140418" y="20682"/>
                  </a:cubicBezTo>
                  <a:cubicBezTo>
                    <a:pt x="9333766" y="42844"/>
                    <a:pt x="9535006" y="94735"/>
                    <a:pt x="9738544" y="174936"/>
                  </a:cubicBezTo>
                  <a:cubicBezTo>
                    <a:pt x="9925993" y="248796"/>
                    <a:pt x="10120452" y="348669"/>
                    <a:pt x="10316520" y="471758"/>
                  </a:cubicBezTo>
                  <a:cubicBezTo>
                    <a:pt x="10494582" y="583545"/>
                    <a:pt x="10678909" y="717628"/>
                    <a:pt x="10864422" y="870253"/>
                  </a:cubicBezTo>
                  <a:cubicBezTo>
                    <a:pt x="11029383" y="1005984"/>
                    <a:pt x="11200263" y="1160524"/>
                    <a:pt x="11372311" y="1329603"/>
                  </a:cubicBezTo>
                  <a:lnTo>
                    <a:pt x="11368518" y="1333453"/>
                  </a:lnTo>
                  <a:cubicBezTo>
                    <a:pt x="10564363" y="543243"/>
                    <a:pt x="9814512" y="103373"/>
                    <a:pt x="9139786" y="26065"/>
                  </a:cubicBezTo>
                  <a:cubicBezTo>
                    <a:pt x="9133714" y="25375"/>
                    <a:pt x="9127642" y="24667"/>
                    <a:pt x="9121589" y="23958"/>
                  </a:cubicBezTo>
                  <a:cubicBezTo>
                    <a:pt x="9089390" y="20223"/>
                    <a:pt x="9056080" y="16372"/>
                    <a:pt x="9023497" y="13882"/>
                  </a:cubicBezTo>
                  <a:cubicBezTo>
                    <a:pt x="8684248" y="-11957"/>
                    <a:pt x="8249627" y="493"/>
                    <a:pt x="7897294" y="328748"/>
                  </a:cubicBezTo>
                  <a:cubicBezTo>
                    <a:pt x="7616256" y="589578"/>
                    <a:pt x="7426375" y="980240"/>
                    <a:pt x="7258828" y="1324910"/>
                  </a:cubicBezTo>
                  <a:cubicBezTo>
                    <a:pt x="7239079" y="1365538"/>
                    <a:pt x="7218660" y="1407563"/>
                    <a:pt x="7198739" y="1447999"/>
                  </a:cubicBezTo>
                  <a:cubicBezTo>
                    <a:pt x="7171693" y="1502935"/>
                    <a:pt x="7140049" y="1566605"/>
                    <a:pt x="7106835" y="1626828"/>
                  </a:cubicBezTo>
                  <a:cubicBezTo>
                    <a:pt x="7077815" y="1679446"/>
                    <a:pt x="7048087" y="1734458"/>
                    <a:pt x="7019355" y="1787670"/>
                  </a:cubicBezTo>
                  <a:cubicBezTo>
                    <a:pt x="6920938" y="1969812"/>
                    <a:pt x="6819169" y="2158180"/>
                    <a:pt x="6703991" y="2330956"/>
                  </a:cubicBezTo>
                  <a:cubicBezTo>
                    <a:pt x="6573547" y="2526641"/>
                    <a:pt x="6444195" y="2673482"/>
                    <a:pt x="6308561" y="2779848"/>
                  </a:cubicBezTo>
                  <a:cubicBezTo>
                    <a:pt x="6212442" y="2855222"/>
                    <a:pt x="6099601" y="2892574"/>
                    <a:pt x="5966533" y="2892574"/>
                  </a:cubicBezTo>
                  <a:close/>
                </a:path>
              </a:pathLst>
            </a:custGeom>
            <a:grpFill/>
            <a:ln w="19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69">
              <a:extLst>
                <a:ext uri="{FF2B5EF4-FFF2-40B4-BE49-F238E27FC236}">
                  <a16:creationId xmlns:a16="http://schemas.microsoft.com/office/drawing/2014/main" id="{42B40B2A-E663-4FFE-85B3-EA38F66E1AB7}"/>
                </a:ext>
              </a:extLst>
            </p:cNvPr>
            <p:cNvSpPr/>
            <p:nvPr/>
          </p:nvSpPr>
          <p:spPr>
            <a:xfrm>
              <a:off x="-1615561" y="20390308"/>
              <a:ext cx="11292147" cy="3037046"/>
            </a:xfrm>
            <a:custGeom>
              <a:avLst/>
              <a:gdLst>
                <a:gd name="connsiteX0" fmla="*/ 6054339 w 11292147"/>
                <a:gd name="connsiteY0" fmla="*/ 3037047 h 3037046"/>
                <a:gd name="connsiteX1" fmla="*/ 5894703 w 11292147"/>
                <a:gd name="connsiteY1" fmla="*/ 3018352 h 3037046"/>
                <a:gd name="connsiteX2" fmla="*/ 5399706 w 11292147"/>
                <a:gd name="connsiteY2" fmla="*/ 2815139 h 3037046"/>
                <a:gd name="connsiteX3" fmla="*/ 5366587 w 11292147"/>
                <a:gd name="connsiteY3" fmla="*/ 2798130 h 3037046"/>
                <a:gd name="connsiteX4" fmla="*/ 4146506 w 11292147"/>
                <a:gd name="connsiteY4" fmla="*/ 1968805 h 3037046"/>
                <a:gd name="connsiteX5" fmla="*/ 3690221 w 11292147"/>
                <a:gd name="connsiteY5" fmla="*/ 1623388 h 3037046"/>
                <a:gd name="connsiteX6" fmla="*/ 2694652 w 11292147"/>
                <a:gd name="connsiteY6" fmla="*/ 1024993 h 3037046"/>
                <a:gd name="connsiteX7" fmla="*/ 2378599 w 11292147"/>
                <a:gd name="connsiteY7" fmla="*/ 949562 h 3037046"/>
                <a:gd name="connsiteX8" fmla="*/ 1317675 w 11292147"/>
                <a:gd name="connsiteY8" fmla="*/ 1223436 h 3037046"/>
                <a:gd name="connsiteX9" fmla="*/ 1273619 w 11292147"/>
                <a:gd name="connsiteY9" fmla="*/ 1243855 h 3037046"/>
                <a:gd name="connsiteX10" fmla="*/ 2222 w 11292147"/>
                <a:gd name="connsiteY10" fmla="*/ 1776319 h 3037046"/>
                <a:gd name="connsiteX11" fmla="*/ 0 w 11292147"/>
                <a:gd name="connsiteY11" fmla="*/ 1770649 h 3037046"/>
                <a:gd name="connsiteX12" fmla="*/ 1271033 w 11292147"/>
                <a:gd name="connsiteY12" fmla="*/ 1238339 h 3037046"/>
                <a:gd name="connsiteX13" fmla="*/ 1315089 w 11292147"/>
                <a:gd name="connsiteY13" fmla="*/ 1217920 h 3037046"/>
                <a:gd name="connsiteX14" fmla="*/ 1832190 w 11292147"/>
                <a:gd name="connsiteY14" fmla="*/ 1005417 h 3037046"/>
                <a:gd name="connsiteX15" fmla="*/ 2379250 w 11292147"/>
                <a:gd name="connsiteY15" fmla="*/ 943528 h 3037046"/>
                <a:gd name="connsiteX16" fmla="*/ 2696702 w 11292147"/>
                <a:gd name="connsiteY16" fmla="*/ 1019285 h 3037046"/>
                <a:gd name="connsiteX17" fmla="*/ 3693783 w 11292147"/>
                <a:gd name="connsiteY17" fmla="*/ 1618465 h 3037046"/>
                <a:gd name="connsiteX18" fmla="*/ 4150184 w 11292147"/>
                <a:gd name="connsiteY18" fmla="*/ 1963978 h 3037046"/>
                <a:gd name="connsiteX19" fmla="*/ 5369326 w 11292147"/>
                <a:gd name="connsiteY19" fmla="*/ 2792709 h 3037046"/>
                <a:gd name="connsiteX20" fmla="*/ 5402445 w 11292147"/>
                <a:gd name="connsiteY20" fmla="*/ 2809718 h 3037046"/>
                <a:gd name="connsiteX21" fmla="*/ 5895967 w 11292147"/>
                <a:gd name="connsiteY21" fmla="*/ 3012395 h 3037046"/>
                <a:gd name="connsiteX22" fmla="*/ 6382460 w 11292147"/>
                <a:gd name="connsiteY22" fmla="*/ 2905837 h 3037046"/>
                <a:gd name="connsiteX23" fmla="*/ 6974303 w 11292147"/>
                <a:gd name="connsiteY23" fmla="*/ 1889160 h 3037046"/>
                <a:gd name="connsiteX24" fmla="*/ 7076992 w 11292147"/>
                <a:gd name="connsiteY24" fmla="*/ 1650300 h 3037046"/>
                <a:gd name="connsiteX25" fmla="*/ 7155775 w 11292147"/>
                <a:gd name="connsiteY25" fmla="*/ 1460611 h 3037046"/>
                <a:gd name="connsiteX26" fmla="*/ 7180351 w 11292147"/>
                <a:gd name="connsiteY26" fmla="*/ 1399009 h 3037046"/>
                <a:gd name="connsiteX27" fmla="*/ 7442924 w 11292147"/>
                <a:gd name="connsiteY27" fmla="*/ 799293 h 3037046"/>
                <a:gd name="connsiteX28" fmla="*/ 7812342 w 11292147"/>
                <a:gd name="connsiteY28" fmla="*/ 285850 h 3037046"/>
                <a:gd name="connsiteX29" fmla="*/ 8087079 w 11292147"/>
                <a:gd name="connsiteY29" fmla="*/ 100776 h 3037046"/>
                <a:gd name="connsiteX30" fmla="*/ 8381622 w 11292147"/>
                <a:gd name="connsiteY30" fmla="*/ 15116 h 3037046"/>
                <a:gd name="connsiteX31" fmla="*/ 8976013 w 11292147"/>
                <a:gd name="connsiteY31" fmla="*/ 34290 h 3037046"/>
                <a:gd name="connsiteX32" fmla="*/ 9073874 w 11292147"/>
                <a:gd name="connsiteY32" fmla="*/ 52602 h 3037046"/>
                <a:gd name="connsiteX33" fmla="*/ 9093738 w 11292147"/>
                <a:gd name="connsiteY33" fmla="*/ 56567 h 3037046"/>
                <a:gd name="connsiteX34" fmla="*/ 10258309 w 11292147"/>
                <a:gd name="connsiteY34" fmla="*/ 590697 h 3037046"/>
                <a:gd name="connsiteX35" fmla="*/ 11292148 w 11292147"/>
                <a:gd name="connsiteY35" fmla="*/ 1527365 h 3037046"/>
                <a:gd name="connsiteX36" fmla="*/ 11287628 w 11292147"/>
                <a:gd name="connsiteY36" fmla="*/ 1531445 h 3037046"/>
                <a:gd name="connsiteX37" fmla="*/ 9092550 w 11292147"/>
                <a:gd name="connsiteY37" fmla="*/ 62543 h 3037046"/>
                <a:gd name="connsiteX38" fmla="*/ 9072686 w 11292147"/>
                <a:gd name="connsiteY38" fmla="*/ 58578 h 3037046"/>
                <a:gd name="connsiteX39" fmla="*/ 8975036 w 11292147"/>
                <a:gd name="connsiteY39" fmla="*/ 40305 h 3037046"/>
                <a:gd name="connsiteX40" fmla="*/ 7816500 w 11292147"/>
                <a:gd name="connsiteY40" fmla="*/ 290313 h 3037046"/>
                <a:gd name="connsiteX41" fmla="*/ 7186002 w 11292147"/>
                <a:gd name="connsiteY41" fmla="*/ 1401288 h 3037046"/>
                <a:gd name="connsiteX42" fmla="*/ 7161407 w 11292147"/>
                <a:gd name="connsiteY42" fmla="*/ 1462890 h 3037046"/>
                <a:gd name="connsiteX43" fmla="*/ 7082528 w 11292147"/>
                <a:gd name="connsiteY43" fmla="*/ 1652790 h 3037046"/>
                <a:gd name="connsiteX44" fmla="*/ 6979877 w 11292147"/>
                <a:gd name="connsiteY44" fmla="*/ 1891535 h 3037046"/>
                <a:gd name="connsiteX45" fmla="*/ 6724851 w 11292147"/>
                <a:gd name="connsiteY45" fmla="*/ 2446946 h 3037046"/>
                <a:gd name="connsiteX46" fmla="*/ 6386578 w 11292147"/>
                <a:gd name="connsiteY46" fmla="*/ 2910300 h 3037046"/>
                <a:gd name="connsiteX47" fmla="*/ 6152143 w 11292147"/>
                <a:gd name="connsiteY47" fmla="*/ 3028408 h 3037046"/>
                <a:gd name="connsiteX48" fmla="*/ 6054339 w 11292147"/>
                <a:gd name="connsiteY48" fmla="*/ 3037047 h 3037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1292147" h="3037046">
                  <a:moveTo>
                    <a:pt x="6054339" y="3037047"/>
                  </a:moveTo>
                  <a:cubicBezTo>
                    <a:pt x="6004479" y="3037047"/>
                    <a:pt x="5951611" y="3030821"/>
                    <a:pt x="5894703" y="3018352"/>
                  </a:cubicBezTo>
                  <a:cubicBezTo>
                    <a:pt x="5720567" y="2980176"/>
                    <a:pt x="5542658" y="2888655"/>
                    <a:pt x="5399706" y="2815139"/>
                  </a:cubicBezTo>
                  <a:cubicBezTo>
                    <a:pt x="5388500" y="2809373"/>
                    <a:pt x="5377448" y="2803684"/>
                    <a:pt x="5366587" y="2798130"/>
                  </a:cubicBezTo>
                  <a:cubicBezTo>
                    <a:pt x="4937234" y="2578195"/>
                    <a:pt x="4535252" y="2268405"/>
                    <a:pt x="4146506" y="1968805"/>
                  </a:cubicBezTo>
                  <a:cubicBezTo>
                    <a:pt x="3997597" y="1854049"/>
                    <a:pt x="3843631" y="1735385"/>
                    <a:pt x="3690221" y="1623388"/>
                  </a:cubicBezTo>
                  <a:cubicBezTo>
                    <a:pt x="3405677" y="1414984"/>
                    <a:pt x="3051525" y="1155629"/>
                    <a:pt x="2694652" y="1024993"/>
                  </a:cubicBezTo>
                  <a:cubicBezTo>
                    <a:pt x="2588842" y="986588"/>
                    <a:pt x="2482494" y="961208"/>
                    <a:pt x="2378599" y="949562"/>
                  </a:cubicBezTo>
                  <a:cubicBezTo>
                    <a:pt x="1999622" y="907096"/>
                    <a:pt x="1652940" y="1067919"/>
                    <a:pt x="1317675" y="1223436"/>
                  </a:cubicBezTo>
                  <a:cubicBezTo>
                    <a:pt x="1302983" y="1230255"/>
                    <a:pt x="1288291" y="1237055"/>
                    <a:pt x="1273619" y="1243855"/>
                  </a:cubicBezTo>
                  <a:cubicBezTo>
                    <a:pt x="837465" y="1446359"/>
                    <a:pt x="386160" y="1626663"/>
                    <a:pt x="2222" y="1776319"/>
                  </a:cubicBezTo>
                  <a:lnTo>
                    <a:pt x="0" y="1770649"/>
                  </a:lnTo>
                  <a:cubicBezTo>
                    <a:pt x="383861" y="1621032"/>
                    <a:pt x="835032" y="1440766"/>
                    <a:pt x="1271033" y="1238339"/>
                  </a:cubicBezTo>
                  <a:cubicBezTo>
                    <a:pt x="1285724" y="1231539"/>
                    <a:pt x="1300416" y="1224720"/>
                    <a:pt x="1315089" y="1217920"/>
                  </a:cubicBezTo>
                  <a:cubicBezTo>
                    <a:pt x="1482923" y="1140056"/>
                    <a:pt x="1656484" y="1059548"/>
                    <a:pt x="1832190" y="1005417"/>
                  </a:cubicBezTo>
                  <a:cubicBezTo>
                    <a:pt x="2029504" y="944620"/>
                    <a:pt x="2208428" y="924373"/>
                    <a:pt x="2379250" y="943528"/>
                  </a:cubicBezTo>
                  <a:cubicBezTo>
                    <a:pt x="2483624" y="955232"/>
                    <a:pt x="2590431" y="980707"/>
                    <a:pt x="2696702" y="1019285"/>
                  </a:cubicBezTo>
                  <a:cubicBezTo>
                    <a:pt x="3054379" y="1150227"/>
                    <a:pt x="3408914" y="1409850"/>
                    <a:pt x="3693783" y="1618465"/>
                  </a:cubicBezTo>
                  <a:cubicBezTo>
                    <a:pt x="3847251" y="1730501"/>
                    <a:pt x="4001255" y="1849203"/>
                    <a:pt x="4150184" y="1963978"/>
                  </a:cubicBezTo>
                  <a:cubicBezTo>
                    <a:pt x="4538700" y="2263405"/>
                    <a:pt x="4940451" y="2573042"/>
                    <a:pt x="5369326" y="2792709"/>
                  </a:cubicBezTo>
                  <a:cubicBezTo>
                    <a:pt x="5380187" y="2798264"/>
                    <a:pt x="5391240" y="2803953"/>
                    <a:pt x="5402445" y="2809718"/>
                  </a:cubicBezTo>
                  <a:cubicBezTo>
                    <a:pt x="5545090" y="2883081"/>
                    <a:pt x="5722598" y="2974392"/>
                    <a:pt x="5895967" y="3012395"/>
                  </a:cubicBezTo>
                  <a:cubicBezTo>
                    <a:pt x="6097858" y="3056661"/>
                    <a:pt x="6256996" y="3021800"/>
                    <a:pt x="6382460" y="2905837"/>
                  </a:cubicBezTo>
                  <a:cubicBezTo>
                    <a:pt x="6648634" y="2659813"/>
                    <a:pt x="6821659" y="2250380"/>
                    <a:pt x="6974303" y="1889160"/>
                  </a:cubicBezTo>
                  <a:cubicBezTo>
                    <a:pt x="7009529" y="1805798"/>
                    <a:pt x="7042801" y="1727053"/>
                    <a:pt x="7076992" y="1650300"/>
                  </a:cubicBezTo>
                  <a:cubicBezTo>
                    <a:pt x="7103444" y="1590920"/>
                    <a:pt x="7128326" y="1529261"/>
                    <a:pt x="7155775" y="1460611"/>
                  </a:cubicBezTo>
                  <a:cubicBezTo>
                    <a:pt x="7163935" y="1440211"/>
                    <a:pt x="7172114" y="1419677"/>
                    <a:pt x="7180351" y="1399009"/>
                  </a:cubicBezTo>
                  <a:cubicBezTo>
                    <a:pt x="7259881" y="1199493"/>
                    <a:pt x="7342113" y="993196"/>
                    <a:pt x="7442924" y="799293"/>
                  </a:cubicBezTo>
                  <a:cubicBezTo>
                    <a:pt x="7557604" y="578707"/>
                    <a:pt x="7678451" y="410738"/>
                    <a:pt x="7812342" y="285850"/>
                  </a:cubicBezTo>
                  <a:cubicBezTo>
                    <a:pt x="7894919" y="208541"/>
                    <a:pt x="7987360" y="146269"/>
                    <a:pt x="8087079" y="100776"/>
                  </a:cubicBezTo>
                  <a:cubicBezTo>
                    <a:pt x="8177050" y="59728"/>
                    <a:pt x="8276137" y="30919"/>
                    <a:pt x="8381622" y="15116"/>
                  </a:cubicBezTo>
                  <a:cubicBezTo>
                    <a:pt x="8602840" y="-18022"/>
                    <a:pt x="8826798" y="10193"/>
                    <a:pt x="8976013" y="34290"/>
                  </a:cubicBezTo>
                  <a:cubicBezTo>
                    <a:pt x="9008633" y="39558"/>
                    <a:pt x="9041810" y="46185"/>
                    <a:pt x="9073874" y="52602"/>
                  </a:cubicBezTo>
                  <a:cubicBezTo>
                    <a:pt x="9080483" y="53924"/>
                    <a:pt x="9087110" y="55245"/>
                    <a:pt x="9093738" y="56567"/>
                  </a:cubicBezTo>
                  <a:cubicBezTo>
                    <a:pt x="9468462" y="130868"/>
                    <a:pt x="9860292" y="310578"/>
                    <a:pt x="10258309" y="590697"/>
                  </a:cubicBezTo>
                  <a:cubicBezTo>
                    <a:pt x="10599799" y="831032"/>
                    <a:pt x="10947650" y="1146166"/>
                    <a:pt x="11292148" y="1527365"/>
                  </a:cubicBezTo>
                  <a:lnTo>
                    <a:pt x="11287628" y="1531445"/>
                  </a:lnTo>
                  <a:cubicBezTo>
                    <a:pt x="10532413" y="695819"/>
                    <a:pt x="9793883" y="201607"/>
                    <a:pt x="9092550" y="62543"/>
                  </a:cubicBezTo>
                  <a:cubicBezTo>
                    <a:pt x="9085923" y="61222"/>
                    <a:pt x="9079295" y="59900"/>
                    <a:pt x="9072686" y="58578"/>
                  </a:cubicBezTo>
                  <a:cubicBezTo>
                    <a:pt x="9040660" y="52181"/>
                    <a:pt x="9007542" y="45553"/>
                    <a:pt x="8975036" y="40305"/>
                  </a:cubicBezTo>
                  <a:cubicBezTo>
                    <a:pt x="8621037" y="-16872"/>
                    <a:pt x="8169426" y="-40107"/>
                    <a:pt x="7816500" y="290313"/>
                  </a:cubicBezTo>
                  <a:cubicBezTo>
                    <a:pt x="7517819" y="568918"/>
                    <a:pt x="7341538" y="1011125"/>
                    <a:pt x="7186002" y="1401288"/>
                  </a:cubicBezTo>
                  <a:cubicBezTo>
                    <a:pt x="7177764" y="1421956"/>
                    <a:pt x="7169567" y="1442490"/>
                    <a:pt x="7161407" y="1462890"/>
                  </a:cubicBezTo>
                  <a:cubicBezTo>
                    <a:pt x="7133920" y="1531598"/>
                    <a:pt x="7109019" y="1593315"/>
                    <a:pt x="7082528" y="1652790"/>
                  </a:cubicBezTo>
                  <a:cubicBezTo>
                    <a:pt x="7048355" y="1729486"/>
                    <a:pt x="7015103" y="1808193"/>
                    <a:pt x="6979877" y="1891535"/>
                  </a:cubicBezTo>
                  <a:cubicBezTo>
                    <a:pt x="6901362" y="2077336"/>
                    <a:pt x="6820184" y="2269439"/>
                    <a:pt x="6724851" y="2446946"/>
                  </a:cubicBezTo>
                  <a:cubicBezTo>
                    <a:pt x="6616703" y="2648301"/>
                    <a:pt x="6506046" y="2799873"/>
                    <a:pt x="6386578" y="2910300"/>
                  </a:cubicBezTo>
                  <a:cubicBezTo>
                    <a:pt x="6319211" y="2972572"/>
                    <a:pt x="6240351" y="3012299"/>
                    <a:pt x="6152143" y="3028408"/>
                  </a:cubicBezTo>
                  <a:cubicBezTo>
                    <a:pt x="6120767" y="3034154"/>
                    <a:pt x="6088242" y="3037047"/>
                    <a:pt x="6054339" y="3037047"/>
                  </a:cubicBezTo>
                  <a:close/>
                </a:path>
              </a:pathLst>
            </a:custGeom>
            <a:grpFill/>
            <a:ln w="19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70">
              <a:extLst>
                <a:ext uri="{FF2B5EF4-FFF2-40B4-BE49-F238E27FC236}">
                  <a16:creationId xmlns:a16="http://schemas.microsoft.com/office/drawing/2014/main" id="{5DC1EDC0-4C68-4ABB-A58C-6DECE014647F}"/>
                </a:ext>
              </a:extLst>
            </p:cNvPr>
            <p:cNvSpPr/>
            <p:nvPr/>
          </p:nvSpPr>
          <p:spPr>
            <a:xfrm>
              <a:off x="-1497414" y="20318061"/>
              <a:ext cx="11212080" cy="3193422"/>
            </a:xfrm>
            <a:custGeom>
              <a:avLst/>
              <a:gdLst>
                <a:gd name="connsiteX0" fmla="*/ 6140746 w 11212080"/>
                <a:gd name="connsiteY0" fmla="*/ 3193422 h 3193422"/>
                <a:gd name="connsiteX1" fmla="*/ 5978811 w 11212080"/>
                <a:gd name="connsiteY1" fmla="*/ 3171586 h 3193422"/>
                <a:gd name="connsiteX2" fmla="*/ 5487435 w 11212080"/>
                <a:gd name="connsiteY2" fmla="*/ 2943836 h 3193422"/>
                <a:gd name="connsiteX3" fmla="*/ 5441386 w 11212080"/>
                <a:gd name="connsiteY3" fmla="*/ 2917230 h 3193422"/>
                <a:gd name="connsiteX4" fmla="*/ 4276567 w 11212080"/>
                <a:gd name="connsiteY4" fmla="*/ 2066069 h 3193422"/>
                <a:gd name="connsiteX5" fmla="*/ 3752952 w 11212080"/>
                <a:gd name="connsiteY5" fmla="*/ 1648725 h 3193422"/>
                <a:gd name="connsiteX6" fmla="*/ 2734418 w 11212080"/>
                <a:gd name="connsiteY6" fmla="*/ 1024530 h 3193422"/>
                <a:gd name="connsiteX7" fmla="*/ 2407274 w 11212080"/>
                <a:gd name="connsiteY7" fmla="*/ 954864 h 3193422"/>
                <a:gd name="connsiteX8" fmla="*/ 1351579 w 11212080"/>
                <a:gd name="connsiteY8" fmla="*/ 1306411 h 3193422"/>
                <a:gd name="connsiteX9" fmla="*/ 1285476 w 11212080"/>
                <a:gd name="connsiteY9" fmla="*/ 1343514 h 3193422"/>
                <a:gd name="connsiteX10" fmla="*/ 2758 w 11212080"/>
                <a:gd name="connsiteY10" fmla="*/ 1972996 h 3193422"/>
                <a:gd name="connsiteX11" fmla="*/ 0 w 11212080"/>
                <a:gd name="connsiteY11" fmla="*/ 1966790 h 3193422"/>
                <a:gd name="connsiteX12" fmla="*/ 1282162 w 11212080"/>
                <a:gd name="connsiteY12" fmla="*/ 1337595 h 3193422"/>
                <a:gd name="connsiteX13" fmla="*/ 1348265 w 11212080"/>
                <a:gd name="connsiteY13" fmla="*/ 1300511 h 3193422"/>
                <a:gd name="connsiteX14" fmla="*/ 1860693 w 11212080"/>
                <a:gd name="connsiteY14" fmla="*/ 1042803 h 3193422"/>
                <a:gd name="connsiteX15" fmla="*/ 2407772 w 11212080"/>
                <a:gd name="connsiteY15" fmla="*/ 948102 h 3193422"/>
                <a:gd name="connsiteX16" fmla="*/ 2736659 w 11212080"/>
                <a:gd name="connsiteY16" fmla="*/ 1018113 h 3193422"/>
                <a:gd name="connsiteX17" fmla="*/ 3260829 w 11212080"/>
                <a:gd name="connsiteY17" fmla="*/ 1286184 h 3193422"/>
                <a:gd name="connsiteX18" fmla="*/ 3757071 w 11212080"/>
                <a:gd name="connsiteY18" fmla="*/ 1643324 h 3193422"/>
                <a:gd name="connsiteX19" fmla="*/ 4280858 w 11212080"/>
                <a:gd name="connsiteY19" fmla="*/ 2060802 h 3193422"/>
                <a:gd name="connsiteX20" fmla="*/ 5444758 w 11212080"/>
                <a:gd name="connsiteY20" fmla="*/ 2911349 h 3193422"/>
                <a:gd name="connsiteX21" fmla="*/ 5490825 w 11212080"/>
                <a:gd name="connsiteY21" fmla="*/ 2937975 h 3193422"/>
                <a:gd name="connsiteX22" fmla="*/ 5980459 w 11212080"/>
                <a:gd name="connsiteY22" fmla="*/ 3165016 h 3193422"/>
                <a:gd name="connsiteX23" fmla="*/ 6459672 w 11212080"/>
                <a:gd name="connsiteY23" fmla="*/ 3047616 h 3193422"/>
                <a:gd name="connsiteX24" fmla="*/ 6954286 w 11212080"/>
                <a:gd name="connsiteY24" fmla="*/ 1985638 h 3193422"/>
                <a:gd name="connsiteX25" fmla="*/ 7051842 w 11212080"/>
                <a:gd name="connsiteY25" fmla="*/ 1687954 h 3193422"/>
                <a:gd name="connsiteX26" fmla="*/ 7113558 w 11212080"/>
                <a:gd name="connsiteY26" fmla="*/ 1500027 h 3193422"/>
                <a:gd name="connsiteX27" fmla="*/ 7117638 w 11212080"/>
                <a:gd name="connsiteY27" fmla="*/ 1487174 h 3193422"/>
                <a:gd name="connsiteX28" fmla="*/ 7357973 w 11212080"/>
                <a:gd name="connsiteY28" fmla="*/ 820187 h 3193422"/>
                <a:gd name="connsiteX29" fmla="*/ 7731107 w 11212080"/>
                <a:gd name="connsiteY29" fmla="*/ 258416 h 3193422"/>
                <a:gd name="connsiteX30" fmla="*/ 8014502 w 11212080"/>
                <a:gd name="connsiteY30" fmla="*/ 74607 h 3193422"/>
                <a:gd name="connsiteX31" fmla="*/ 8319350 w 11212080"/>
                <a:gd name="connsiteY31" fmla="*/ 4041 h 3193422"/>
                <a:gd name="connsiteX32" fmla="*/ 8928202 w 11212080"/>
                <a:gd name="connsiteY32" fmla="*/ 71600 h 3193422"/>
                <a:gd name="connsiteX33" fmla="*/ 9029991 w 11212080"/>
                <a:gd name="connsiteY33" fmla="*/ 99087 h 3193422"/>
                <a:gd name="connsiteX34" fmla="*/ 9047173 w 11212080"/>
                <a:gd name="connsiteY34" fmla="*/ 103933 h 3193422"/>
                <a:gd name="connsiteX35" fmla="*/ 11212081 w 11212080"/>
                <a:gd name="connsiteY35" fmla="*/ 1736627 h 3193422"/>
                <a:gd name="connsiteX36" fmla="*/ 11206795 w 11212080"/>
                <a:gd name="connsiteY36" fmla="*/ 1740898 h 3193422"/>
                <a:gd name="connsiteX37" fmla="*/ 9045334 w 11212080"/>
                <a:gd name="connsiteY37" fmla="*/ 110484 h 3193422"/>
                <a:gd name="connsiteX38" fmla="*/ 9028152 w 11212080"/>
                <a:gd name="connsiteY38" fmla="*/ 105638 h 3193422"/>
                <a:gd name="connsiteX39" fmla="*/ 8926593 w 11212080"/>
                <a:gd name="connsiteY39" fmla="*/ 78208 h 3193422"/>
                <a:gd name="connsiteX40" fmla="*/ 7735762 w 11212080"/>
                <a:gd name="connsiteY40" fmla="*/ 263396 h 3193422"/>
                <a:gd name="connsiteX41" fmla="*/ 7124131 w 11212080"/>
                <a:gd name="connsiteY41" fmla="*/ 1489262 h 3193422"/>
                <a:gd name="connsiteX42" fmla="*/ 7120052 w 11212080"/>
                <a:gd name="connsiteY42" fmla="*/ 1502115 h 3193422"/>
                <a:gd name="connsiteX43" fmla="*/ 7058278 w 11212080"/>
                <a:gd name="connsiteY43" fmla="*/ 1690234 h 3193422"/>
                <a:gd name="connsiteX44" fmla="*/ 6960780 w 11212080"/>
                <a:gd name="connsiteY44" fmla="*/ 1987726 h 3193422"/>
                <a:gd name="connsiteX45" fmla="*/ 6757318 w 11212080"/>
                <a:gd name="connsiteY45" fmla="*/ 2566506 h 3193422"/>
                <a:gd name="connsiteX46" fmla="*/ 6464652 w 11212080"/>
                <a:gd name="connsiteY46" fmla="*/ 3052252 h 3193422"/>
                <a:gd name="connsiteX47" fmla="*/ 6235083 w 11212080"/>
                <a:gd name="connsiteY47" fmla="*/ 3184266 h 3193422"/>
                <a:gd name="connsiteX48" fmla="*/ 6140746 w 11212080"/>
                <a:gd name="connsiteY48" fmla="*/ 3193422 h 3193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1212080" h="3193422">
                  <a:moveTo>
                    <a:pt x="6140746" y="3193422"/>
                  </a:moveTo>
                  <a:cubicBezTo>
                    <a:pt x="6090388" y="3193422"/>
                    <a:pt x="6036774" y="3186163"/>
                    <a:pt x="5978811" y="3171586"/>
                  </a:cubicBezTo>
                  <a:cubicBezTo>
                    <a:pt x="5805059" y="3127894"/>
                    <a:pt x="5628931" y="3025837"/>
                    <a:pt x="5487435" y="2943836"/>
                  </a:cubicBezTo>
                  <a:cubicBezTo>
                    <a:pt x="5471689" y="2934699"/>
                    <a:pt x="5456308" y="2925811"/>
                    <a:pt x="5441386" y="2917230"/>
                  </a:cubicBezTo>
                  <a:cubicBezTo>
                    <a:pt x="5032873" y="2682584"/>
                    <a:pt x="4648380" y="2369174"/>
                    <a:pt x="4276567" y="2066069"/>
                  </a:cubicBezTo>
                  <a:cubicBezTo>
                    <a:pt x="4105936" y="1926967"/>
                    <a:pt x="3929482" y="1783134"/>
                    <a:pt x="3752952" y="1648725"/>
                  </a:cubicBezTo>
                  <a:cubicBezTo>
                    <a:pt x="3399088" y="1378605"/>
                    <a:pt x="3078226" y="1145185"/>
                    <a:pt x="2734418" y="1024530"/>
                  </a:cubicBezTo>
                  <a:cubicBezTo>
                    <a:pt x="2624259" y="986182"/>
                    <a:pt x="2514195" y="962736"/>
                    <a:pt x="2407274" y="954864"/>
                  </a:cubicBezTo>
                  <a:cubicBezTo>
                    <a:pt x="2026784" y="926859"/>
                    <a:pt x="1683530" y="1119805"/>
                    <a:pt x="1351579" y="1306411"/>
                  </a:cubicBezTo>
                  <a:cubicBezTo>
                    <a:pt x="1329532" y="1318804"/>
                    <a:pt x="1307504" y="1331197"/>
                    <a:pt x="1285476" y="1343514"/>
                  </a:cubicBezTo>
                  <a:cubicBezTo>
                    <a:pt x="830320" y="1598636"/>
                    <a:pt x="360876" y="1813935"/>
                    <a:pt x="2758" y="1972996"/>
                  </a:cubicBezTo>
                  <a:lnTo>
                    <a:pt x="0" y="1966790"/>
                  </a:lnTo>
                  <a:cubicBezTo>
                    <a:pt x="357983" y="1807787"/>
                    <a:pt x="827236" y="1592583"/>
                    <a:pt x="1282162" y="1337595"/>
                  </a:cubicBezTo>
                  <a:cubicBezTo>
                    <a:pt x="1304190" y="1325278"/>
                    <a:pt x="1326218" y="1312885"/>
                    <a:pt x="1348265" y="1300511"/>
                  </a:cubicBezTo>
                  <a:cubicBezTo>
                    <a:pt x="1514241" y="1207208"/>
                    <a:pt x="1685848" y="1110745"/>
                    <a:pt x="1860693" y="1042803"/>
                  </a:cubicBezTo>
                  <a:cubicBezTo>
                    <a:pt x="2057220" y="966452"/>
                    <a:pt x="2236164" y="935479"/>
                    <a:pt x="2407772" y="948102"/>
                  </a:cubicBezTo>
                  <a:cubicBezTo>
                    <a:pt x="2515287" y="956013"/>
                    <a:pt x="2625944" y="979573"/>
                    <a:pt x="2736659" y="1018113"/>
                  </a:cubicBezTo>
                  <a:cubicBezTo>
                    <a:pt x="2897501" y="1074562"/>
                    <a:pt x="3068955" y="1162233"/>
                    <a:pt x="3260829" y="1286184"/>
                  </a:cubicBezTo>
                  <a:cubicBezTo>
                    <a:pt x="3431038" y="1396113"/>
                    <a:pt x="3599293" y="1522898"/>
                    <a:pt x="3757071" y="1643324"/>
                  </a:cubicBezTo>
                  <a:cubicBezTo>
                    <a:pt x="3933678" y="1777790"/>
                    <a:pt x="4110169" y="1921662"/>
                    <a:pt x="4280858" y="2060802"/>
                  </a:cubicBezTo>
                  <a:cubicBezTo>
                    <a:pt x="4652460" y="2363734"/>
                    <a:pt x="5036723" y="2676972"/>
                    <a:pt x="5444758" y="2911349"/>
                  </a:cubicBezTo>
                  <a:cubicBezTo>
                    <a:pt x="5459699" y="2919931"/>
                    <a:pt x="5475061" y="2928838"/>
                    <a:pt x="5490825" y="2937975"/>
                  </a:cubicBezTo>
                  <a:cubicBezTo>
                    <a:pt x="5631957" y="3019765"/>
                    <a:pt x="5807625" y="3121554"/>
                    <a:pt x="5980459" y="3165016"/>
                  </a:cubicBezTo>
                  <a:cubicBezTo>
                    <a:pt x="6182465" y="3215795"/>
                    <a:pt x="6339208" y="3177390"/>
                    <a:pt x="6459672" y="3047616"/>
                  </a:cubicBezTo>
                  <a:cubicBezTo>
                    <a:pt x="6699126" y="2789621"/>
                    <a:pt x="6834684" y="2362489"/>
                    <a:pt x="6954286" y="1985638"/>
                  </a:cubicBezTo>
                  <a:cubicBezTo>
                    <a:pt x="6987539" y="1880843"/>
                    <a:pt x="7018952" y="1781870"/>
                    <a:pt x="7051842" y="1687954"/>
                  </a:cubicBezTo>
                  <a:cubicBezTo>
                    <a:pt x="7073103" y="1627253"/>
                    <a:pt x="7092756" y="1565460"/>
                    <a:pt x="7113558" y="1500027"/>
                  </a:cubicBezTo>
                  <a:lnTo>
                    <a:pt x="7117638" y="1487174"/>
                  </a:lnTo>
                  <a:cubicBezTo>
                    <a:pt x="7184679" y="1276415"/>
                    <a:pt x="7260686" y="1037536"/>
                    <a:pt x="7357973" y="820187"/>
                  </a:cubicBezTo>
                  <a:cubicBezTo>
                    <a:pt x="7467998" y="574412"/>
                    <a:pt x="7590032" y="390660"/>
                    <a:pt x="7731107" y="258416"/>
                  </a:cubicBezTo>
                  <a:cubicBezTo>
                    <a:pt x="7815656" y="178886"/>
                    <a:pt x="7911009" y="117054"/>
                    <a:pt x="8014502" y="74607"/>
                  </a:cubicBezTo>
                  <a:cubicBezTo>
                    <a:pt x="8107287" y="36547"/>
                    <a:pt x="8209842" y="12814"/>
                    <a:pt x="8319350" y="4041"/>
                  </a:cubicBezTo>
                  <a:cubicBezTo>
                    <a:pt x="8541832" y="-13792"/>
                    <a:pt x="8761614" y="30781"/>
                    <a:pt x="8928202" y="71600"/>
                  </a:cubicBezTo>
                  <a:cubicBezTo>
                    <a:pt x="8962183" y="79932"/>
                    <a:pt x="8996662" y="89663"/>
                    <a:pt x="9029991" y="99087"/>
                  </a:cubicBezTo>
                  <a:lnTo>
                    <a:pt x="9047173" y="103933"/>
                  </a:lnTo>
                  <a:cubicBezTo>
                    <a:pt x="9951564" y="358576"/>
                    <a:pt x="10723635" y="1132352"/>
                    <a:pt x="11212081" y="1736627"/>
                  </a:cubicBezTo>
                  <a:lnTo>
                    <a:pt x="11206795" y="1740898"/>
                  </a:lnTo>
                  <a:cubicBezTo>
                    <a:pt x="10718981" y="1137389"/>
                    <a:pt x="9948002" y="364629"/>
                    <a:pt x="9045334" y="110484"/>
                  </a:cubicBezTo>
                  <a:lnTo>
                    <a:pt x="9028152" y="105638"/>
                  </a:lnTo>
                  <a:cubicBezTo>
                    <a:pt x="8994880" y="96233"/>
                    <a:pt x="8960459" y="86502"/>
                    <a:pt x="8926593" y="78208"/>
                  </a:cubicBezTo>
                  <a:cubicBezTo>
                    <a:pt x="8536679" y="-17336"/>
                    <a:pt x="8090278" y="-70050"/>
                    <a:pt x="7735762" y="263396"/>
                  </a:cubicBezTo>
                  <a:cubicBezTo>
                    <a:pt x="7419919" y="559471"/>
                    <a:pt x="7262773" y="1053434"/>
                    <a:pt x="7124131" y="1489262"/>
                  </a:cubicBezTo>
                  <a:lnTo>
                    <a:pt x="7120052" y="1502115"/>
                  </a:lnTo>
                  <a:cubicBezTo>
                    <a:pt x="7099230" y="1567586"/>
                    <a:pt x="7079558" y="1629437"/>
                    <a:pt x="7058278" y="1690234"/>
                  </a:cubicBezTo>
                  <a:cubicBezTo>
                    <a:pt x="7025427" y="1784054"/>
                    <a:pt x="6994013" y="1882988"/>
                    <a:pt x="6960780" y="1987726"/>
                  </a:cubicBezTo>
                  <a:cubicBezTo>
                    <a:pt x="6899446" y="2180979"/>
                    <a:pt x="6836006" y="2380820"/>
                    <a:pt x="6757318" y="2566506"/>
                  </a:cubicBezTo>
                  <a:cubicBezTo>
                    <a:pt x="6667904" y="2777534"/>
                    <a:pt x="6572168" y="2936423"/>
                    <a:pt x="6464652" y="3052252"/>
                  </a:cubicBezTo>
                  <a:cubicBezTo>
                    <a:pt x="6399776" y="3122147"/>
                    <a:pt x="6322543" y="3166567"/>
                    <a:pt x="6235083" y="3184266"/>
                  </a:cubicBezTo>
                  <a:cubicBezTo>
                    <a:pt x="6204838" y="3190357"/>
                    <a:pt x="6173481" y="3193422"/>
                    <a:pt x="6140746" y="3193422"/>
                  </a:cubicBezTo>
                  <a:close/>
                </a:path>
              </a:pathLst>
            </a:custGeom>
            <a:grpFill/>
            <a:ln w="19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71">
              <a:extLst>
                <a:ext uri="{FF2B5EF4-FFF2-40B4-BE49-F238E27FC236}">
                  <a16:creationId xmlns:a16="http://schemas.microsoft.com/office/drawing/2014/main" id="{D3FDD69F-5859-496F-A416-1F3000BA16FA}"/>
                </a:ext>
              </a:extLst>
            </p:cNvPr>
            <p:cNvSpPr/>
            <p:nvPr/>
          </p:nvSpPr>
          <p:spPr>
            <a:xfrm>
              <a:off x="-1379325" y="20238685"/>
              <a:ext cx="11131995" cy="3357059"/>
            </a:xfrm>
            <a:custGeom>
              <a:avLst/>
              <a:gdLst>
                <a:gd name="connsiteX0" fmla="*/ 6226808 w 11131995"/>
                <a:gd name="connsiteY0" fmla="*/ 3357059 h 3357059"/>
                <a:gd name="connsiteX1" fmla="*/ 6059549 w 11131995"/>
                <a:gd name="connsiteY1" fmla="*/ 3331545 h 3357059"/>
                <a:gd name="connsiteX2" fmla="*/ 5568019 w 11131995"/>
                <a:gd name="connsiteY2" fmla="*/ 3076806 h 3357059"/>
                <a:gd name="connsiteX3" fmla="*/ 5516205 w 11131995"/>
                <a:gd name="connsiteY3" fmla="*/ 3043458 h 3357059"/>
                <a:gd name="connsiteX4" fmla="*/ 4405038 w 11131995"/>
                <a:gd name="connsiteY4" fmla="*/ 2174253 h 3357059"/>
                <a:gd name="connsiteX5" fmla="*/ 3815722 w 11131995"/>
                <a:gd name="connsiteY5" fmla="*/ 1681210 h 3357059"/>
                <a:gd name="connsiteX6" fmla="*/ 2774260 w 11131995"/>
                <a:gd name="connsiteY6" fmla="*/ 1031194 h 3357059"/>
                <a:gd name="connsiteX7" fmla="*/ 2436025 w 11131995"/>
                <a:gd name="connsiteY7" fmla="*/ 967293 h 3357059"/>
                <a:gd name="connsiteX8" fmla="*/ 1379525 w 11131995"/>
                <a:gd name="connsiteY8" fmla="*/ 1396245 h 3357059"/>
                <a:gd name="connsiteX9" fmla="*/ 1297390 w 11131995"/>
                <a:gd name="connsiteY9" fmla="*/ 1450242 h 3357059"/>
                <a:gd name="connsiteX10" fmla="*/ 3333 w 11131995"/>
                <a:gd name="connsiteY10" fmla="*/ 2176743 h 3357059"/>
                <a:gd name="connsiteX11" fmla="*/ 0 w 11131995"/>
                <a:gd name="connsiteY11" fmla="*/ 2170039 h 3357059"/>
                <a:gd name="connsiteX12" fmla="*/ 1293272 w 11131995"/>
                <a:gd name="connsiteY12" fmla="*/ 1443978 h 3357059"/>
                <a:gd name="connsiteX13" fmla="*/ 1375388 w 11131995"/>
                <a:gd name="connsiteY13" fmla="*/ 1389981 h 3357059"/>
                <a:gd name="connsiteX14" fmla="*/ 1886169 w 11131995"/>
                <a:gd name="connsiteY14" fmla="*/ 1086819 h 3357059"/>
                <a:gd name="connsiteX15" fmla="*/ 2154335 w 11131995"/>
                <a:gd name="connsiteY15" fmla="*/ 989915 h 3357059"/>
                <a:gd name="connsiteX16" fmla="*/ 2436293 w 11131995"/>
                <a:gd name="connsiteY16" fmla="*/ 959785 h 3357059"/>
                <a:gd name="connsiteX17" fmla="*/ 2776635 w 11131995"/>
                <a:gd name="connsiteY17" fmla="*/ 1024068 h 3357059"/>
                <a:gd name="connsiteX18" fmla="*/ 3820377 w 11131995"/>
                <a:gd name="connsiteY18" fmla="*/ 1675310 h 3357059"/>
                <a:gd name="connsiteX19" fmla="*/ 4409923 w 11131995"/>
                <a:gd name="connsiteY19" fmla="*/ 2168545 h 3357059"/>
                <a:gd name="connsiteX20" fmla="*/ 5520228 w 11131995"/>
                <a:gd name="connsiteY20" fmla="*/ 3037118 h 3357059"/>
                <a:gd name="connsiteX21" fmla="*/ 5572080 w 11131995"/>
                <a:gd name="connsiteY21" fmla="*/ 3070485 h 3357059"/>
                <a:gd name="connsiteX22" fmla="*/ 6536885 w 11131995"/>
                <a:gd name="connsiteY22" fmla="*/ 3196504 h 3357059"/>
                <a:gd name="connsiteX23" fmla="*/ 6945610 w 11131995"/>
                <a:gd name="connsiteY23" fmla="*/ 2075817 h 3357059"/>
                <a:gd name="connsiteX24" fmla="*/ 7026749 w 11131995"/>
                <a:gd name="connsiteY24" fmla="*/ 1732736 h 3357059"/>
                <a:gd name="connsiteX25" fmla="*/ 7069043 w 11131995"/>
                <a:gd name="connsiteY25" fmla="*/ 1563887 h 3357059"/>
                <a:gd name="connsiteX26" fmla="*/ 7079558 w 11131995"/>
                <a:gd name="connsiteY26" fmla="*/ 1520866 h 3357059"/>
                <a:gd name="connsiteX27" fmla="*/ 7288652 w 11131995"/>
                <a:gd name="connsiteY27" fmla="*/ 817656 h 3357059"/>
                <a:gd name="connsiteX28" fmla="*/ 7649891 w 11131995"/>
                <a:gd name="connsiteY28" fmla="*/ 238110 h 3357059"/>
                <a:gd name="connsiteX29" fmla="*/ 7941924 w 11131995"/>
                <a:gd name="connsiteY29" fmla="*/ 55565 h 3357059"/>
                <a:gd name="connsiteX30" fmla="*/ 8257078 w 11131995"/>
                <a:gd name="connsiteY30" fmla="*/ 131 h 3357059"/>
                <a:gd name="connsiteX31" fmla="*/ 8880431 w 11131995"/>
                <a:gd name="connsiteY31" fmla="*/ 116075 h 3357059"/>
                <a:gd name="connsiteX32" fmla="*/ 8992198 w 11131995"/>
                <a:gd name="connsiteY32" fmla="*/ 155419 h 3357059"/>
                <a:gd name="connsiteX33" fmla="*/ 9000627 w 11131995"/>
                <a:gd name="connsiteY33" fmla="*/ 158484 h 3357059"/>
                <a:gd name="connsiteX34" fmla="*/ 10142461 w 11131995"/>
                <a:gd name="connsiteY34" fmla="*/ 857881 h 3357059"/>
                <a:gd name="connsiteX35" fmla="*/ 11131996 w 11131995"/>
                <a:gd name="connsiteY35" fmla="*/ 1953054 h 3357059"/>
                <a:gd name="connsiteX36" fmla="*/ 11125942 w 11131995"/>
                <a:gd name="connsiteY36" fmla="*/ 1957460 h 3357059"/>
                <a:gd name="connsiteX37" fmla="*/ 8998060 w 11131995"/>
                <a:gd name="connsiteY37" fmla="*/ 165514 h 3357059"/>
                <a:gd name="connsiteX38" fmla="*/ 8989632 w 11131995"/>
                <a:gd name="connsiteY38" fmla="*/ 162449 h 3357059"/>
                <a:gd name="connsiteX39" fmla="*/ 8878094 w 11131995"/>
                <a:gd name="connsiteY39" fmla="*/ 123201 h 3357059"/>
                <a:gd name="connsiteX40" fmla="*/ 7655006 w 11131995"/>
                <a:gd name="connsiteY40" fmla="*/ 243588 h 3357059"/>
                <a:gd name="connsiteX41" fmla="*/ 7086818 w 11131995"/>
                <a:gd name="connsiteY41" fmla="*/ 1522685 h 3357059"/>
                <a:gd name="connsiteX42" fmla="*/ 7076302 w 11131995"/>
                <a:gd name="connsiteY42" fmla="*/ 1565707 h 3357059"/>
                <a:gd name="connsiteX43" fmla="*/ 7033970 w 11131995"/>
                <a:gd name="connsiteY43" fmla="*/ 1734690 h 3357059"/>
                <a:gd name="connsiteX44" fmla="*/ 6952908 w 11131995"/>
                <a:gd name="connsiteY44" fmla="*/ 2077503 h 3357059"/>
                <a:gd name="connsiteX45" fmla="*/ 6542708 w 11131995"/>
                <a:gd name="connsiteY45" fmla="*/ 3201236 h 3357059"/>
                <a:gd name="connsiteX46" fmla="*/ 6316663 w 11131995"/>
                <a:gd name="connsiteY46" fmla="*/ 3347731 h 3357059"/>
                <a:gd name="connsiteX47" fmla="*/ 6226808 w 11131995"/>
                <a:gd name="connsiteY47" fmla="*/ 3357059 h 335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131995" h="3357059">
                  <a:moveTo>
                    <a:pt x="6226808" y="3357059"/>
                  </a:moveTo>
                  <a:cubicBezTo>
                    <a:pt x="6174803" y="3357059"/>
                    <a:pt x="6118871" y="3348535"/>
                    <a:pt x="6059549" y="3331545"/>
                  </a:cubicBezTo>
                  <a:cubicBezTo>
                    <a:pt x="5884704" y="3281437"/>
                    <a:pt x="5709113" y="3167983"/>
                    <a:pt x="5568019" y="3076806"/>
                  </a:cubicBezTo>
                  <a:cubicBezTo>
                    <a:pt x="5549917" y="3065103"/>
                    <a:pt x="5532832" y="3054069"/>
                    <a:pt x="5516205" y="3043458"/>
                  </a:cubicBezTo>
                  <a:cubicBezTo>
                    <a:pt x="5128130" y="2795748"/>
                    <a:pt x="4760531" y="2479810"/>
                    <a:pt x="4405038" y="2174253"/>
                  </a:cubicBezTo>
                  <a:cubicBezTo>
                    <a:pt x="4213260" y="2009407"/>
                    <a:pt x="4014932" y="1838949"/>
                    <a:pt x="3815722" y="1681210"/>
                  </a:cubicBezTo>
                  <a:cubicBezTo>
                    <a:pt x="3470363" y="1407163"/>
                    <a:pt x="3130845" y="1151236"/>
                    <a:pt x="2774260" y="1031194"/>
                  </a:cubicBezTo>
                  <a:cubicBezTo>
                    <a:pt x="2659752" y="992903"/>
                    <a:pt x="2545935" y="971411"/>
                    <a:pt x="2436025" y="967293"/>
                  </a:cubicBezTo>
                  <a:cubicBezTo>
                    <a:pt x="2051953" y="952927"/>
                    <a:pt x="1710117" y="1178302"/>
                    <a:pt x="1379525" y="1396245"/>
                  </a:cubicBezTo>
                  <a:cubicBezTo>
                    <a:pt x="1352594" y="1414001"/>
                    <a:pt x="1324762" y="1432352"/>
                    <a:pt x="1297390" y="1450242"/>
                  </a:cubicBezTo>
                  <a:cubicBezTo>
                    <a:pt x="934982" y="1687665"/>
                    <a:pt x="535873" y="1911718"/>
                    <a:pt x="3333" y="2176743"/>
                  </a:cubicBezTo>
                  <a:lnTo>
                    <a:pt x="0" y="2170039"/>
                  </a:lnTo>
                  <a:cubicBezTo>
                    <a:pt x="532272" y="1905148"/>
                    <a:pt x="931132" y="1681229"/>
                    <a:pt x="1293272" y="1443978"/>
                  </a:cubicBezTo>
                  <a:cubicBezTo>
                    <a:pt x="1320625" y="1426088"/>
                    <a:pt x="1348456" y="1407738"/>
                    <a:pt x="1375388" y="1389981"/>
                  </a:cubicBezTo>
                  <a:cubicBezTo>
                    <a:pt x="1540483" y="1281125"/>
                    <a:pt x="1711209" y="1168571"/>
                    <a:pt x="1886169" y="1086819"/>
                  </a:cubicBezTo>
                  <a:cubicBezTo>
                    <a:pt x="1980506" y="1042744"/>
                    <a:pt x="2068234" y="1011043"/>
                    <a:pt x="2154335" y="989915"/>
                  </a:cubicBezTo>
                  <a:cubicBezTo>
                    <a:pt x="2251162" y="966163"/>
                    <a:pt x="2343393" y="956298"/>
                    <a:pt x="2436293" y="959785"/>
                  </a:cubicBezTo>
                  <a:cubicBezTo>
                    <a:pt x="2546931" y="963922"/>
                    <a:pt x="2661438" y="985548"/>
                    <a:pt x="2776635" y="1024068"/>
                  </a:cubicBezTo>
                  <a:cubicBezTo>
                    <a:pt x="3134388" y="1144475"/>
                    <a:pt x="3474481" y="1400823"/>
                    <a:pt x="3820377" y="1675310"/>
                  </a:cubicBezTo>
                  <a:cubicBezTo>
                    <a:pt x="4019701" y="1833145"/>
                    <a:pt x="4218087" y="2003661"/>
                    <a:pt x="4409923" y="2168545"/>
                  </a:cubicBezTo>
                  <a:cubicBezTo>
                    <a:pt x="4765224" y="2473929"/>
                    <a:pt x="5132612" y="2789715"/>
                    <a:pt x="5520228" y="3037118"/>
                  </a:cubicBezTo>
                  <a:cubicBezTo>
                    <a:pt x="5536873" y="3047749"/>
                    <a:pt x="5553978" y="3058801"/>
                    <a:pt x="5572080" y="3070485"/>
                  </a:cubicBezTo>
                  <a:cubicBezTo>
                    <a:pt x="5851605" y="3251095"/>
                    <a:pt x="6274025" y="3524050"/>
                    <a:pt x="6536885" y="3196504"/>
                  </a:cubicBezTo>
                  <a:cubicBezTo>
                    <a:pt x="6755498" y="2924105"/>
                    <a:pt x="6856502" y="2473431"/>
                    <a:pt x="6945610" y="2075817"/>
                  </a:cubicBezTo>
                  <a:cubicBezTo>
                    <a:pt x="6972885" y="1954108"/>
                    <a:pt x="6998649" y="1839141"/>
                    <a:pt x="7026749" y="1732736"/>
                  </a:cubicBezTo>
                  <a:cubicBezTo>
                    <a:pt x="7041230" y="1677896"/>
                    <a:pt x="7054734" y="1622520"/>
                    <a:pt x="7069043" y="1563887"/>
                  </a:cubicBezTo>
                  <a:cubicBezTo>
                    <a:pt x="7072529" y="1549598"/>
                    <a:pt x="7076034" y="1535251"/>
                    <a:pt x="7079558" y="1520866"/>
                  </a:cubicBezTo>
                  <a:cubicBezTo>
                    <a:pt x="7136180" y="1289878"/>
                    <a:pt x="7198988" y="1045291"/>
                    <a:pt x="7288652" y="817656"/>
                  </a:cubicBezTo>
                  <a:cubicBezTo>
                    <a:pt x="7389463" y="561710"/>
                    <a:pt x="7507629" y="372136"/>
                    <a:pt x="7649891" y="238110"/>
                  </a:cubicBezTo>
                  <a:cubicBezTo>
                    <a:pt x="7736471" y="156319"/>
                    <a:pt x="7834734" y="94890"/>
                    <a:pt x="7941924" y="55565"/>
                  </a:cubicBezTo>
                  <a:cubicBezTo>
                    <a:pt x="8037603" y="20455"/>
                    <a:pt x="8143624" y="1798"/>
                    <a:pt x="8257078" y="131"/>
                  </a:cubicBezTo>
                  <a:cubicBezTo>
                    <a:pt x="8484885" y="-3278"/>
                    <a:pt x="8709857" y="60316"/>
                    <a:pt x="8880431" y="116075"/>
                  </a:cubicBezTo>
                  <a:cubicBezTo>
                    <a:pt x="8917802" y="128296"/>
                    <a:pt x="8955613" y="142087"/>
                    <a:pt x="8992198" y="155419"/>
                  </a:cubicBezTo>
                  <a:lnTo>
                    <a:pt x="9000627" y="158484"/>
                  </a:lnTo>
                  <a:cubicBezTo>
                    <a:pt x="9382132" y="297490"/>
                    <a:pt x="9766300" y="532806"/>
                    <a:pt x="10142461" y="857881"/>
                  </a:cubicBezTo>
                  <a:cubicBezTo>
                    <a:pt x="10487476" y="1156063"/>
                    <a:pt x="10820404" y="1524524"/>
                    <a:pt x="11131996" y="1953054"/>
                  </a:cubicBezTo>
                  <a:lnTo>
                    <a:pt x="11125942" y="1957460"/>
                  </a:lnTo>
                  <a:cubicBezTo>
                    <a:pt x="10667166" y="1326521"/>
                    <a:pt x="9925610" y="503480"/>
                    <a:pt x="8998060" y="165514"/>
                  </a:cubicBezTo>
                  <a:lnTo>
                    <a:pt x="8989632" y="162449"/>
                  </a:lnTo>
                  <a:cubicBezTo>
                    <a:pt x="8953123" y="149136"/>
                    <a:pt x="8915350" y="135364"/>
                    <a:pt x="8878094" y="123201"/>
                  </a:cubicBezTo>
                  <a:cubicBezTo>
                    <a:pt x="8499098" y="-673"/>
                    <a:pt x="8017585" y="-98918"/>
                    <a:pt x="7655006" y="243588"/>
                  </a:cubicBezTo>
                  <a:cubicBezTo>
                    <a:pt x="7349506" y="531388"/>
                    <a:pt x="7206804" y="1033281"/>
                    <a:pt x="7086818" y="1522685"/>
                  </a:cubicBezTo>
                  <a:cubicBezTo>
                    <a:pt x="7083294" y="1537071"/>
                    <a:pt x="7079788" y="1551417"/>
                    <a:pt x="7076302" y="1565707"/>
                  </a:cubicBezTo>
                  <a:cubicBezTo>
                    <a:pt x="7061993" y="1624359"/>
                    <a:pt x="7048470" y="1679773"/>
                    <a:pt x="7033970" y="1734690"/>
                  </a:cubicBezTo>
                  <a:cubicBezTo>
                    <a:pt x="7005927" y="1840961"/>
                    <a:pt x="6980165" y="1955851"/>
                    <a:pt x="6952908" y="2077503"/>
                  </a:cubicBezTo>
                  <a:cubicBezTo>
                    <a:pt x="6863608" y="2475922"/>
                    <a:pt x="6762413" y="2927476"/>
                    <a:pt x="6542708" y="3201236"/>
                  </a:cubicBezTo>
                  <a:cubicBezTo>
                    <a:pt x="6480092" y="3279272"/>
                    <a:pt x="6404028" y="3328557"/>
                    <a:pt x="6316663" y="3347731"/>
                  </a:cubicBezTo>
                  <a:cubicBezTo>
                    <a:pt x="6288256" y="3353937"/>
                    <a:pt x="6258260" y="3357059"/>
                    <a:pt x="6226808" y="3357059"/>
                  </a:cubicBezTo>
                  <a:close/>
                </a:path>
              </a:pathLst>
            </a:custGeom>
            <a:grpFill/>
            <a:ln w="19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72">
              <a:extLst>
                <a:ext uri="{FF2B5EF4-FFF2-40B4-BE49-F238E27FC236}">
                  <a16:creationId xmlns:a16="http://schemas.microsoft.com/office/drawing/2014/main" id="{598E7746-C560-41C4-B58B-F2A78B86661C}"/>
                </a:ext>
              </a:extLst>
            </p:cNvPr>
            <p:cNvSpPr/>
            <p:nvPr/>
          </p:nvSpPr>
          <p:spPr>
            <a:xfrm>
              <a:off x="-1261217" y="20154488"/>
              <a:ext cx="11051947" cy="3526035"/>
            </a:xfrm>
            <a:custGeom>
              <a:avLst/>
              <a:gdLst>
                <a:gd name="connsiteX0" fmla="*/ 6310821 w 11051947"/>
                <a:gd name="connsiteY0" fmla="*/ 3526035 h 3526035"/>
                <a:gd name="connsiteX1" fmla="*/ 5994461 w 11051947"/>
                <a:gd name="connsiteY1" fmla="*/ 3435491 h 3526035"/>
                <a:gd name="connsiteX2" fmla="*/ 5643412 w 11051947"/>
                <a:gd name="connsiteY2" fmla="*/ 3211705 h 3526035"/>
                <a:gd name="connsiteX3" fmla="*/ 5591005 w 11051947"/>
                <a:gd name="connsiteY3" fmla="*/ 3174469 h 3526035"/>
                <a:gd name="connsiteX4" fmla="*/ 4534505 w 11051947"/>
                <a:gd name="connsiteY4" fmla="*/ 2293044 h 3526035"/>
                <a:gd name="connsiteX5" fmla="*/ 3878455 w 11051947"/>
                <a:gd name="connsiteY5" fmla="*/ 1718478 h 3526035"/>
                <a:gd name="connsiteX6" fmla="*/ 2814063 w 11051947"/>
                <a:gd name="connsiteY6" fmla="*/ 1042660 h 3526035"/>
                <a:gd name="connsiteX7" fmla="*/ 2464757 w 11051947"/>
                <a:gd name="connsiteY7" fmla="*/ 984506 h 3526035"/>
                <a:gd name="connsiteX8" fmla="*/ 2461884 w 11051947"/>
                <a:gd name="connsiteY8" fmla="*/ 984506 h 3526035"/>
                <a:gd name="connsiteX9" fmla="*/ 1403431 w 11051947"/>
                <a:gd name="connsiteY9" fmla="*/ 1490919 h 3526035"/>
                <a:gd name="connsiteX10" fmla="*/ 1309304 w 11051947"/>
                <a:gd name="connsiteY10" fmla="*/ 1561753 h 3526035"/>
                <a:gd name="connsiteX11" fmla="*/ 3946 w 11051947"/>
                <a:gd name="connsiteY11" fmla="*/ 2385293 h 3526035"/>
                <a:gd name="connsiteX12" fmla="*/ 0 w 11051947"/>
                <a:gd name="connsiteY12" fmla="*/ 2378129 h 3526035"/>
                <a:gd name="connsiteX13" fmla="*/ 1304400 w 11051947"/>
                <a:gd name="connsiteY13" fmla="*/ 1555203 h 3526035"/>
                <a:gd name="connsiteX14" fmla="*/ 1398508 w 11051947"/>
                <a:gd name="connsiteY14" fmla="*/ 1484387 h 3526035"/>
                <a:gd name="connsiteX15" fmla="*/ 2461884 w 11051947"/>
                <a:gd name="connsiteY15" fmla="*/ 976307 h 3526035"/>
                <a:gd name="connsiteX16" fmla="*/ 2464795 w 11051947"/>
                <a:gd name="connsiteY16" fmla="*/ 976307 h 3526035"/>
                <a:gd name="connsiteX17" fmla="*/ 2816591 w 11051947"/>
                <a:gd name="connsiteY17" fmla="*/ 1034844 h 3526035"/>
                <a:gd name="connsiteX18" fmla="*/ 3367827 w 11051947"/>
                <a:gd name="connsiteY18" fmla="*/ 1317454 h 3526035"/>
                <a:gd name="connsiteX19" fmla="*/ 3883684 w 11051947"/>
                <a:gd name="connsiteY19" fmla="*/ 1712118 h 3526035"/>
                <a:gd name="connsiteX20" fmla="*/ 4540021 w 11051947"/>
                <a:gd name="connsiteY20" fmla="*/ 2286933 h 3526035"/>
                <a:gd name="connsiteX21" fmla="*/ 5595736 w 11051947"/>
                <a:gd name="connsiteY21" fmla="*/ 3167745 h 3526035"/>
                <a:gd name="connsiteX22" fmla="*/ 5648181 w 11051947"/>
                <a:gd name="connsiteY22" fmla="*/ 3205020 h 3526035"/>
                <a:gd name="connsiteX23" fmla="*/ 5998177 w 11051947"/>
                <a:gd name="connsiteY23" fmla="*/ 3428173 h 3526035"/>
                <a:gd name="connsiteX24" fmla="*/ 6375832 w 11051947"/>
                <a:gd name="connsiteY24" fmla="*/ 3512416 h 3526035"/>
                <a:gd name="connsiteX25" fmla="*/ 6614117 w 11051947"/>
                <a:gd name="connsiteY25" fmla="*/ 3350290 h 3526035"/>
                <a:gd name="connsiteX26" fmla="*/ 6943081 w 11051947"/>
                <a:gd name="connsiteY26" fmla="*/ 2160742 h 3526035"/>
                <a:gd name="connsiteX27" fmla="*/ 7001675 w 11051947"/>
                <a:gd name="connsiteY27" fmla="*/ 1782416 h 3526035"/>
                <a:gd name="connsiteX28" fmla="*/ 7026117 w 11051947"/>
                <a:gd name="connsiteY28" fmla="*/ 1646130 h 3526035"/>
                <a:gd name="connsiteX29" fmla="*/ 7041498 w 11051947"/>
                <a:gd name="connsiteY29" fmla="*/ 1559417 h 3526035"/>
                <a:gd name="connsiteX30" fmla="*/ 7219235 w 11051947"/>
                <a:gd name="connsiteY30" fmla="*/ 819966 h 3526035"/>
                <a:gd name="connsiteX31" fmla="*/ 7568675 w 11051947"/>
                <a:gd name="connsiteY31" fmla="*/ 222587 h 3526035"/>
                <a:gd name="connsiteX32" fmla="*/ 8832697 w 11051947"/>
                <a:gd name="connsiteY32" fmla="*/ 165334 h 3526035"/>
                <a:gd name="connsiteX33" fmla="*/ 8954138 w 11051947"/>
                <a:gd name="connsiteY33" fmla="*/ 217818 h 3526035"/>
                <a:gd name="connsiteX34" fmla="*/ 10084843 w 11051947"/>
                <a:gd name="connsiteY34" fmla="*/ 999523 h 3526035"/>
                <a:gd name="connsiteX35" fmla="*/ 11051947 w 11051947"/>
                <a:gd name="connsiteY35" fmla="*/ 2174265 h 3526035"/>
                <a:gd name="connsiteX36" fmla="*/ 11045109 w 11051947"/>
                <a:gd name="connsiteY36" fmla="*/ 2178766 h 3526035"/>
                <a:gd name="connsiteX37" fmla="*/ 8950805 w 11051947"/>
                <a:gd name="connsiteY37" fmla="*/ 225307 h 3526035"/>
                <a:gd name="connsiteX38" fmla="*/ 8829613 w 11051947"/>
                <a:gd name="connsiteY38" fmla="*/ 172938 h 3526035"/>
                <a:gd name="connsiteX39" fmla="*/ 7574307 w 11051947"/>
                <a:gd name="connsiteY39" fmla="*/ 228544 h 3526035"/>
                <a:gd name="connsiteX40" fmla="*/ 7049562 w 11051947"/>
                <a:gd name="connsiteY40" fmla="*/ 1560872 h 3526035"/>
                <a:gd name="connsiteX41" fmla="*/ 7034181 w 11051947"/>
                <a:gd name="connsiteY41" fmla="*/ 1647567 h 3526035"/>
                <a:gd name="connsiteX42" fmla="*/ 7009739 w 11051947"/>
                <a:gd name="connsiteY42" fmla="*/ 1783910 h 3526035"/>
                <a:gd name="connsiteX43" fmla="*/ 6951203 w 11051947"/>
                <a:gd name="connsiteY43" fmla="*/ 2161891 h 3526035"/>
                <a:gd name="connsiteX44" fmla="*/ 6620860 w 11051947"/>
                <a:gd name="connsiteY44" fmla="*/ 3354983 h 3526035"/>
                <a:gd name="connsiteX45" fmla="*/ 6377250 w 11051947"/>
                <a:gd name="connsiteY45" fmla="*/ 3520499 h 3526035"/>
                <a:gd name="connsiteX46" fmla="*/ 6310821 w 11051947"/>
                <a:gd name="connsiteY46" fmla="*/ 3526035 h 3526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1051947" h="3526035">
                  <a:moveTo>
                    <a:pt x="6310821" y="3526035"/>
                  </a:moveTo>
                  <a:cubicBezTo>
                    <a:pt x="6218916" y="3526035"/>
                    <a:pt x="6114695" y="3496135"/>
                    <a:pt x="5994461" y="3435491"/>
                  </a:cubicBezTo>
                  <a:cubicBezTo>
                    <a:pt x="5866756" y="3371092"/>
                    <a:pt x="5742901" y="3282712"/>
                    <a:pt x="5643412" y="3211705"/>
                  </a:cubicBezTo>
                  <a:cubicBezTo>
                    <a:pt x="5625042" y="3198604"/>
                    <a:pt x="5607688" y="3186211"/>
                    <a:pt x="5591005" y="3174469"/>
                  </a:cubicBezTo>
                  <a:cubicBezTo>
                    <a:pt x="5223903" y="2915975"/>
                    <a:pt x="4873429" y="2599290"/>
                    <a:pt x="4534505" y="2293044"/>
                  </a:cubicBezTo>
                  <a:cubicBezTo>
                    <a:pt x="4321293" y="2100385"/>
                    <a:pt x="4100803" y="1901156"/>
                    <a:pt x="3878455" y="1718478"/>
                  </a:cubicBezTo>
                  <a:cubicBezTo>
                    <a:pt x="3542327" y="1441902"/>
                    <a:pt x="3183252" y="1161917"/>
                    <a:pt x="2814063" y="1042660"/>
                  </a:cubicBezTo>
                  <a:cubicBezTo>
                    <a:pt x="2695170" y="1004446"/>
                    <a:pt x="2577636" y="984889"/>
                    <a:pt x="2464757" y="984506"/>
                  </a:cubicBezTo>
                  <a:cubicBezTo>
                    <a:pt x="2463799" y="984506"/>
                    <a:pt x="2462822" y="984506"/>
                    <a:pt x="2461884" y="984506"/>
                  </a:cubicBezTo>
                  <a:cubicBezTo>
                    <a:pt x="2074019" y="984506"/>
                    <a:pt x="1733141" y="1241946"/>
                    <a:pt x="1403431" y="1490919"/>
                  </a:cubicBezTo>
                  <a:cubicBezTo>
                    <a:pt x="1372572" y="1514230"/>
                    <a:pt x="1340641" y="1538327"/>
                    <a:pt x="1309304" y="1561753"/>
                  </a:cubicBezTo>
                  <a:cubicBezTo>
                    <a:pt x="941724" y="1836777"/>
                    <a:pt x="539130" y="2090769"/>
                    <a:pt x="3946" y="2385293"/>
                  </a:cubicBezTo>
                  <a:lnTo>
                    <a:pt x="0" y="2378129"/>
                  </a:lnTo>
                  <a:cubicBezTo>
                    <a:pt x="534839" y="2083797"/>
                    <a:pt x="937127" y="1829997"/>
                    <a:pt x="1304400" y="1555203"/>
                  </a:cubicBezTo>
                  <a:cubicBezTo>
                    <a:pt x="1335738" y="1531776"/>
                    <a:pt x="1367649" y="1507699"/>
                    <a:pt x="1398508" y="1484387"/>
                  </a:cubicBezTo>
                  <a:cubicBezTo>
                    <a:pt x="1729291" y="1234590"/>
                    <a:pt x="2071318" y="976307"/>
                    <a:pt x="2461884" y="976307"/>
                  </a:cubicBezTo>
                  <a:cubicBezTo>
                    <a:pt x="2462861" y="976307"/>
                    <a:pt x="2463819" y="976307"/>
                    <a:pt x="2464795" y="976307"/>
                  </a:cubicBezTo>
                  <a:cubicBezTo>
                    <a:pt x="2578536" y="976671"/>
                    <a:pt x="2696893" y="996382"/>
                    <a:pt x="2816591" y="1034844"/>
                  </a:cubicBezTo>
                  <a:cubicBezTo>
                    <a:pt x="2986782" y="1089819"/>
                    <a:pt x="3167085" y="1182259"/>
                    <a:pt x="3367827" y="1317454"/>
                  </a:cubicBezTo>
                  <a:cubicBezTo>
                    <a:pt x="3551904" y="1441442"/>
                    <a:pt x="3730618" y="1586176"/>
                    <a:pt x="3883684" y="1712118"/>
                  </a:cubicBezTo>
                  <a:cubicBezTo>
                    <a:pt x="4106185" y="1894912"/>
                    <a:pt x="4326733" y="2094198"/>
                    <a:pt x="4540021" y="2286933"/>
                  </a:cubicBezTo>
                  <a:cubicBezTo>
                    <a:pt x="4878754" y="2593026"/>
                    <a:pt x="5229037" y="2909539"/>
                    <a:pt x="5595736" y="3167745"/>
                  </a:cubicBezTo>
                  <a:cubicBezTo>
                    <a:pt x="5612439" y="3179506"/>
                    <a:pt x="5629793" y="3191900"/>
                    <a:pt x="5648181" y="3205020"/>
                  </a:cubicBezTo>
                  <a:cubicBezTo>
                    <a:pt x="5747460" y="3275874"/>
                    <a:pt x="5871028" y="3364043"/>
                    <a:pt x="5998177" y="3428173"/>
                  </a:cubicBezTo>
                  <a:cubicBezTo>
                    <a:pt x="6146703" y="3503069"/>
                    <a:pt x="6270232" y="3530632"/>
                    <a:pt x="6375832" y="3512416"/>
                  </a:cubicBezTo>
                  <a:cubicBezTo>
                    <a:pt x="6470227" y="3496135"/>
                    <a:pt x="6550408" y="3441582"/>
                    <a:pt x="6614117" y="3350290"/>
                  </a:cubicBezTo>
                  <a:cubicBezTo>
                    <a:pt x="6815759" y="3061360"/>
                    <a:pt x="6883394" y="2582893"/>
                    <a:pt x="6943081" y="2160742"/>
                  </a:cubicBezTo>
                  <a:cubicBezTo>
                    <a:pt x="6962179" y="2025624"/>
                    <a:pt x="6980222" y="1898015"/>
                    <a:pt x="7001675" y="1782416"/>
                  </a:cubicBezTo>
                  <a:cubicBezTo>
                    <a:pt x="7009950" y="1737862"/>
                    <a:pt x="7017804" y="1693308"/>
                    <a:pt x="7026117" y="1646130"/>
                  </a:cubicBezTo>
                  <a:cubicBezTo>
                    <a:pt x="7031116" y="1617819"/>
                    <a:pt x="7036269" y="1588532"/>
                    <a:pt x="7041498" y="1559417"/>
                  </a:cubicBezTo>
                  <a:cubicBezTo>
                    <a:pt x="7083026" y="1328276"/>
                    <a:pt x="7136621" y="1059669"/>
                    <a:pt x="7219235" y="819966"/>
                  </a:cubicBezTo>
                  <a:cubicBezTo>
                    <a:pt x="7311024" y="553696"/>
                    <a:pt x="7425321" y="358299"/>
                    <a:pt x="7568675" y="222587"/>
                  </a:cubicBezTo>
                  <a:cubicBezTo>
                    <a:pt x="7942442" y="-131967"/>
                    <a:pt x="8440542" y="5736"/>
                    <a:pt x="8832697" y="165334"/>
                  </a:cubicBezTo>
                  <a:cubicBezTo>
                    <a:pt x="8873669" y="181998"/>
                    <a:pt x="8915158" y="200406"/>
                    <a:pt x="8954138" y="217818"/>
                  </a:cubicBezTo>
                  <a:cubicBezTo>
                    <a:pt x="9339072" y="389789"/>
                    <a:pt x="9719505" y="652784"/>
                    <a:pt x="10084843" y="999523"/>
                  </a:cubicBezTo>
                  <a:cubicBezTo>
                    <a:pt x="10428786" y="1325958"/>
                    <a:pt x="10754167" y="1721198"/>
                    <a:pt x="11051947" y="2174265"/>
                  </a:cubicBezTo>
                  <a:lnTo>
                    <a:pt x="11045109" y="2178766"/>
                  </a:lnTo>
                  <a:cubicBezTo>
                    <a:pt x="10425548" y="1236103"/>
                    <a:pt x="9701365" y="560592"/>
                    <a:pt x="8950805" y="225307"/>
                  </a:cubicBezTo>
                  <a:cubicBezTo>
                    <a:pt x="8911882" y="207915"/>
                    <a:pt x="8870471" y="189564"/>
                    <a:pt x="8829613" y="172938"/>
                  </a:cubicBezTo>
                  <a:cubicBezTo>
                    <a:pt x="8439718" y="14279"/>
                    <a:pt x="7944683" y="-122792"/>
                    <a:pt x="7574307" y="228544"/>
                  </a:cubicBezTo>
                  <a:cubicBezTo>
                    <a:pt x="7257008" y="528929"/>
                    <a:pt x="7137061" y="1073767"/>
                    <a:pt x="7049562" y="1560872"/>
                  </a:cubicBezTo>
                  <a:cubicBezTo>
                    <a:pt x="7044333" y="1589968"/>
                    <a:pt x="7039180" y="1619256"/>
                    <a:pt x="7034181" y="1647567"/>
                  </a:cubicBezTo>
                  <a:cubicBezTo>
                    <a:pt x="7025868" y="1694745"/>
                    <a:pt x="7018014" y="1739318"/>
                    <a:pt x="7009739" y="1783910"/>
                  </a:cubicBezTo>
                  <a:cubicBezTo>
                    <a:pt x="6988325" y="1899318"/>
                    <a:pt x="6970300" y="2026850"/>
                    <a:pt x="6951203" y="2161891"/>
                  </a:cubicBezTo>
                  <a:cubicBezTo>
                    <a:pt x="6891401" y="2584943"/>
                    <a:pt x="6823612" y="3064444"/>
                    <a:pt x="6620860" y="3354983"/>
                  </a:cubicBezTo>
                  <a:cubicBezTo>
                    <a:pt x="6555849" y="3448133"/>
                    <a:pt x="6473885" y="3503835"/>
                    <a:pt x="6377250" y="3520499"/>
                  </a:cubicBezTo>
                  <a:cubicBezTo>
                    <a:pt x="6355796" y="3524196"/>
                    <a:pt x="6333673" y="3526035"/>
                    <a:pt x="6310821" y="3526035"/>
                  </a:cubicBezTo>
                  <a:close/>
                </a:path>
              </a:pathLst>
            </a:custGeom>
            <a:grpFill/>
            <a:ln w="19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73">
              <a:extLst>
                <a:ext uri="{FF2B5EF4-FFF2-40B4-BE49-F238E27FC236}">
                  <a16:creationId xmlns:a16="http://schemas.microsoft.com/office/drawing/2014/main" id="{C72CD73F-C611-47C9-94EE-B8692993271D}"/>
                </a:ext>
              </a:extLst>
            </p:cNvPr>
            <p:cNvSpPr/>
            <p:nvPr/>
          </p:nvSpPr>
          <p:spPr>
            <a:xfrm>
              <a:off x="-1143204" y="20066771"/>
              <a:ext cx="10971880" cy="3698397"/>
            </a:xfrm>
            <a:custGeom>
              <a:avLst/>
              <a:gdLst>
                <a:gd name="connsiteX0" fmla="*/ 6396040 w 10971880"/>
                <a:gd name="connsiteY0" fmla="*/ 3698398 h 3698397"/>
                <a:gd name="connsiteX1" fmla="*/ 5714763 w 10971880"/>
                <a:gd name="connsiteY1" fmla="*/ 3347061 h 3698397"/>
                <a:gd name="connsiteX2" fmla="*/ 5665842 w 10971880"/>
                <a:gd name="connsiteY2" fmla="*/ 3308982 h 3698397"/>
                <a:gd name="connsiteX3" fmla="*/ 4667707 w 10971880"/>
                <a:gd name="connsiteY3" fmla="*/ 2423668 h 3698397"/>
                <a:gd name="connsiteX4" fmla="*/ 3941263 w 10971880"/>
                <a:gd name="connsiteY4" fmla="*/ 1759266 h 3698397"/>
                <a:gd name="connsiteX5" fmla="*/ 2853943 w 10971880"/>
                <a:gd name="connsiteY5" fmla="*/ 1057666 h 3698397"/>
                <a:gd name="connsiteX6" fmla="*/ 2493566 w 10971880"/>
                <a:gd name="connsiteY6" fmla="*/ 1005258 h 3698397"/>
                <a:gd name="connsiteX7" fmla="*/ 1425937 w 10971880"/>
                <a:gd name="connsiteY7" fmla="*/ 1588176 h 3698397"/>
                <a:gd name="connsiteX8" fmla="*/ 1321237 w 10971880"/>
                <a:gd name="connsiteY8" fmla="*/ 1676786 h 3698397"/>
                <a:gd name="connsiteX9" fmla="*/ 674879 w 10971880"/>
                <a:gd name="connsiteY9" fmla="*/ 2167473 h 3698397"/>
                <a:gd name="connsiteX10" fmla="*/ 4578 w 10971880"/>
                <a:gd name="connsiteY10" fmla="*/ 2597363 h 3698397"/>
                <a:gd name="connsiteX11" fmla="*/ 0 w 10971880"/>
                <a:gd name="connsiteY11" fmla="*/ 2589759 h 3698397"/>
                <a:gd name="connsiteX12" fmla="*/ 1315529 w 10971880"/>
                <a:gd name="connsiteY12" fmla="*/ 1669986 h 3698397"/>
                <a:gd name="connsiteX13" fmla="*/ 1420191 w 10971880"/>
                <a:gd name="connsiteY13" fmla="*/ 1581395 h 3698397"/>
                <a:gd name="connsiteX14" fmla="*/ 2493317 w 10971880"/>
                <a:gd name="connsiteY14" fmla="*/ 996371 h 3698397"/>
                <a:gd name="connsiteX15" fmla="*/ 2856567 w 10971880"/>
                <a:gd name="connsiteY15" fmla="*/ 1049161 h 3698397"/>
                <a:gd name="connsiteX16" fmla="*/ 3947009 w 10971880"/>
                <a:gd name="connsiteY16" fmla="*/ 1752485 h 3698397"/>
                <a:gd name="connsiteX17" fmla="*/ 4673798 w 10971880"/>
                <a:gd name="connsiteY17" fmla="*/ 2417213 h 3698397"/>
                <a:gd name="connsiteX18" fmla="*/ 5671263 w 10971880"/>
                <a:gd name="connsiteY18" fmla="*/ 3301933 h 3698397"/>
                <a:gd name="connsiteX19" fmla="*/ 5720222 w 10971880"/>
                <a:gd name="connsiteY19" fmla="*/ 3340051 h 3698397"/>
                <a:gd name="connsiteX20" fmla="*/ 6457470 w 10971880"/>
                <a:gd name="connsiteY20" fmla="*/ 3684127 h 3698397"/>
                <a:gd name="connsiteX21" fmla="*/ 6691349 w 10971880"/>
                <a:gd name="connsiteY21" fmla="*/ 3507616 h 3698397"/>
                <a:gd name="connsiteX22" fmla="*/ 6943521 w 10971880"/>
                <a:gd name="connsiteY22" fmla="*/ 2241027 h 3698397"/>
                <a:gd name="connsiteX23" fmla="*/ 6976601 w 10971880"/>
                <a:gd name="connsiteY23" fmla="*/ 1835655 h 3698397"/>
                <a:gd name="connsiteX24" fmla="*/ 6984245 w 10971880"/>
                <a:gd name="connsiteY24" fmla="*/ 1768039 h 3698397"/>
                <a:gd name="connsiteX25" fmla="*/ 7003418 w 10971880"/>
                <a:gd name="connsiteY25" fmla="*/ 1601527 h 3698397"/>
                <a:gd name="connsiteX26" fmla="*/ 7149741 w 10971880"/>
                <a:gd name="connsiteY26" fmla="*/ 825874 h 3698397"/>
                <a:gd name="connsiteX27" fmla="*/ 7487439 w 10971880"/>
                <a:gd name="connsiteY27" fmla="*/ 210643 h 3698397"/>
                <a:gd name="connsiteX28" fmla="*/ 7796789 w 10971880"/>
                <a:gd name="connsiteY28" fmla="*/ 30703 h 3698397"/>
                <a:gd name="connsiteX29" fmla="*/ 8132476 w 10971880"/>
                <a:gd name="connsiteY29" fmla="*/ 5725 h 3698397"/>
                <a:gd name="connsiteX30" fmla="*/ 8784963 w 10971880"/>
                <a:gd name="connsiteY30" fmla="*/ 218228 h 3698397"/>
                <a:gd name="connsiteX31" fmla="*/ 8907650 w 10971880"/>
                <a:gd name="connsiteY31" fmla="*/ 280787 h 3698397"/>
                <a:gd name="connsiteX32" fmla="*/ 10971880 w 10971880"/>
                <a:gd name="connsiteY32" fmla="*/ 2399092 h 3698397"/>
                <a:gd name="connsiteX33" fmla="*/ 10964257 w 10971880"/>
                <a:gd name="connsiteY33" fmla="*/ 2403651 h 3698397"/>
                <a:gd name="connsiteX34" fmla="*/ 8903493 w 10971880"/>
                <a:gd name="connsiteY34" fmla="*/ 288641 h 3698397"/>
                <a:gd name="connsiteX35" fmla="*/ 8781094 w 10971880"/>
                <a:gd name="connsiteY35" fmla="*/ 226215 h 3698397"/>
                <a:gd name="connsiteX36" fmla="*/ 7493569 w 10971880"/>
                <a:gd name="connsiteY36" fmla="*/ 217079 h 3698397"/>
                <a:gd name="connsiteX37" fmla="*/ 7012249 w 10971880"/>
                <a:gd name="connsiteY37" fmla="*/ 1602599 h 3698397"/>
                <a:gd name="connsiteX38" fmla="*/ 6993075 w 10971880"/>
                <a:gd name="connsiteY38" fmla="*/ 1769035 h 3698397"/>
                <a:gd name="connsiteX39" fmla="*/ 6985432 w 10971880"/>
                <a:gd name="connsiteY39" fmla="*/ 1836670 h 3698397"/>
                <a:gd name="connsiteX40" fmla="*/ 6952390 w 10971880"/>
                <a:gd name="connsiteY40" fmla="*/ 2241640 h 3698397"/>
                <a:gd name="connsiteX41" fmla="*/ 6698934 w 10971880"/>
                <a:gd name="connsiteY41" fmla="*/ 3512252 h 3698397"/>
                <a:gd name="connsiteX42" fmla="*/ 6459059 w 10971880"/>
                <a:gd name="connsiteY42" fmla="*/ 3692881 h 3698397"/>
                <a:gd name="connsiteX43" fmla="*/ 6396040 w 10971880"/>
                <a:gd name="connsiteY43" fmla="*/ 3698398 h 3698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0971880" h="3698397">
                  <a:moveTo>
                    <a:pt x="6396040" y="3698398"/>
                  </a:moveTo>
                  <a:cubicBezTo>
                    <a:pt x="6164229" y="3698398"/>
                    <a:pt x="5896867" y="3489419"/>
                    <a:pt x="5714763" y="3347061"/>
                  </a:cubicBezTo>
                  <a:cubicBezTo>
                    <a:pt x="5697582" y="3333634"/>
                    <a:pt x="5681338" y="3320934"/>
                    <a:pt x="5665842" y="3308982"/>
                  </a:cubicBezTo>
                  <a:cubicBezTo>
                    <a:pt x="5321095" y="3042807"/>
                    <a:pt x="4988932" y="2728056"/>
                    <a:pt x="4667707" y="2423668"/>
                  </a:cubicBezTo>
                  <a:cubicBezTo>
                    <a:pt x="4431912" y="2200228"/>
                    <a:pt x="4188091" y="1969183"/>
                    <a:pt x="3941263" y="1759266"/>
                  </a:cubicBezTo>
                  <a:cubicBezTo>
                    <a:pt x="3600481" y="1469187"/>
                    <a:pt x="3235793" y="1176061"/>
                    <a:pt x="2853943" y="1057666"/>
                  </a:cubicBezTo>
                  <a:cubicBezTo>
                    <a:pt x="2730070" y="1019356"/>
                    <a:pt x="2608820" y="1001715"/>
                    <a:pt x="2493566" y="1005258"/>
                  </a:cubicBezTo>
                  <a:cubicBezTo>
                    <a:pt x="2099054" y="1016004"/>
                    <a:pt x="1756874" y="1306888"/>
                    <a:pt x="1425937" y="1588176"/>
                  </a:cubicBezTo>
                  <a:cubicBezTo>
                    <a:pt x="1391593" y="1617368"/>
                    <a:pt x="1356099" y="1647536"/>
                    <a:pt x="1321237" y="1676786"/>
                  </a:cubicBezTo>
                  <a:cubicBezTo>
                    <a:pt x="1121013" y="1844926"/>
                    <a:pt x="909583" y="2005424"/>
                    <a:pt x="674879" y="2167473"/>
                  </a:cubicBezTo>
                  <a:cubicBezTo>
                    <a:pt x="474961" y="2305522"/>
                    <a:pt x="255697" y="2446136"/>
                    <a:pt x="4578" y="2597363"/>
                  </a:cubicBezTo>
                  <a:lnTo>
                    <a:pt x="0" y="2589759"/>
                  </a:lnTo>
                  <a:cubicBezTo>
                    <a:pt x="538383" y="2265545"/>
                    <a:pt x="944099" y="1981883"/>
                    <a:pt x="1315529" y="1669986"/>
                  </a:cubicBezTo>
                  <a:cubicBezTo>
                    <a:pt x="1350372" y="1640756"/>
                    <a:pt x="1385866" y="1610587"/>
                    <a:pt x="1420191" y="1581395"/>
                  </a:cubicBezTo>
                  <a:cubicBezTo>
                    <a:pt x="1752296" y="1299112"/>
                    <a:pt x="2095702" y="1007193"/>
                    <a:pt x="2493317" y="996371"/>
                  </a:cubicBezTo>
                  <a:cubicBezTo>
                    <a:pt x="2609529" y="992808"/>
                    <a:pt x="2731755" y="1010564"/>
                    <a:pt x="2856567" y="1049161"/>
                  </a:cubicBezTo>
                  <a:cubicBezTo>
                    <a:pt x="3240027" y="1168055"/>
                    <a:pt x="3605518" y="1461812"/>
                    <a:pt x="3947009" y="1752485"/>
                  </a:cubicBezTo>
                  <a:cubicBezTo>
                    <a:pt x="4194010" y="1962556"/>
                    <a:pt x="4437927" y="2193696"/>
                    <a:pt x="4673798" y="2417213"/>
                  </a:cubicBezTo>
                  <a:cubicBezTo>
                    <a:pt x="4994870" y="2721448"/>
                    <a:pt x="5326860" y="3036045"/>
                    <a:pt x="5671263" y="3301933"/>
                  </a:cubicBezTo>
                  <a:cubicBezTo>
                    <a:pt x="5686778" y="3313904"/>
                    <a:pt x="5703021" y="3326604"/>
                    <a:pt x="5720222" y="3340051"/>
                  </a:cubicBezTo>
                  <a:cubicBezTo>
                    <a:pt x="5917842" y="3494534"/>
                    <a:pt x="6216503" y="3727973"/>
                    <a:pt x="6457470" y="3684127"/>
                  </a:cubicBezTo>
                  <a:cubicBezTo>
                    <a:pt x="6551769" y="3666965"/>
                    <a:pt x="6630456" y="3607585"/>
                    <a:pt x="6691349" y="3507616"/>
                  </a:cubicBezTo>
                  <a:cubicBezTo>
                    <a:pt x="6878645" y="3200202"/>
                    <a:pt x="6913123" y="2690609"/>
                    <a:pt x="6943521" y="2241027"/>
                  </a:cubicBezTo>
                  <a:cubicBezTo>
                    <a:pt x="6953367" y="2095451"/>
                    <a:pt x="6962676" y="1957939"/>
                    <a:pt x="6976601" y="1835655"/>
                  </a:cubicBezTo>
                  <a:cubicBezTo>
                    <a:pt x="6979149" y="1813321"/>
                    <a:pt x="6981678" y="1790776"/>
                    <a:pt x="6984245" y="1768039"/>
                  </a:cubicBezTo>
                  <a:cubicBezTo>
                    <a:pt x="6990335" y="1713850"/>
                    <a:pt x="6996637" y="1657823"/>
                    <a:pt x="7003418" y="1601527"/>
                  </a:cubicBezTo>
                  <a:cubicBezTo>
                    <a:pt x="7030388" y="1377761"/>
                    <a:pt x="7071399" y="1087375"/>
                    <a:pt x="7149741" y="825874"/>
                  </a:cubicBezTo>
                  <a:cubicBezTo>
                    <a:pt x="7232643" y="549184"/>
                    <a:pt x="7343109" y="347944"/>
                    <a:pt x="7487439" y="210643"/>
                  </a:cubicBezTo>
                  <a:cubicBezTo>
                    <a:pt x="7578195" y="124216"/>
                    <a:pt x="7682263" y="63687"/>
                    <a:pt x="7796789" y="30703"/>
                  </a:cubicBezTo>
                  <a:cubicBezTo>
                    <a:pt x="7898386" y="1454"/>
                    <a:pt x="8011322" y="-6955"/>
                    <a:pt x="8132476" y="5725"/>
                  </a:cubicBezTo>
                  <a:cubicBezTo>
                    <a:pt x="8376660" y="31278"/>
                    <a:pt x="8621822" y="139234"/>
                    <a:pt x="8784963" y="218228"/>
                  </a:cubicBezTo>
                  <a:cubicBezTo>
                    <a:pt x="8821874" y="236195"/>
                    <a:pt x="8861984" y="256652"/>
                    <a:pt x="8907650" y="280787"/>
                  </a:cubicBezTo>
                  <a:cubicBezTo>
                    <a:pt x="9672806" y="685297"/>
                    <a:pt x="10386607" y="1417794"/>
                    <a:pt x="10971880" y="2399092"/>
                  </a:cubicBezTo>
                  <a:lnTo>
                    <a:pt x="10964257" y="2403651"/>
                  </a:lnTo>
                  <a:cubicBezTo>
                    <a:pt x="10379807" y="1423751"/>
                    <a:pt x="9667212" y="692385"/>
                    <a:pt x="8903493" y="288641"/>
                  </a:cubicBezTo>
                  <a:cubicBezTo>
                    <a:pt x="8857923" y="264544"/>
                    <a:pt x="8817890" y="244125"/>
                    <a:pt x="8781094" y="226215"/>
                  </a:cubicBezTo>
                  <a:cubicBezTo>
                    <a:pt x="8380721" y="32388"/>
                    <a:pt x="7872546" y="-143816"/>
                    <a:pt x="7493569" y="217079"/>
                  </a:cubicBezTo>
                  <a:cubicBezTo>
                    <a:pt x="7180715" y="514686"/>
                    <a:pt x="7074693" y="1084482"/>
                    <a:pt x="7012249" y="1602599"/>
                  </a:cubicBezTo>
                  <a:cubicBezTo>
                    <a:pt x="7005468" y="1658857"/>
                    <a:pt x="6999166" y="1714865"/>
                    <a:pt x="6993075" y="1769035"/>
                  </a:cubicBezTo>
                  <a:cubicBezTo>
                    <a:pt x="6990527" y="1791772"/>
                    <a:pt x="6987979" y="1814317"/>
                    <a:pt x="6985432" y="1836670"/>
                  </a:cubicBezTo>
                  <a:cubicBezTo>
                    <a:pt x="6971526" y="1958763"/>
                    <a:pt x="6962235" y="2096179"/>
                    <a:pt x="6952390" y="2241640"/>
                  </a:cubicBezTo>
                  <a:cubicBezTo>
                    <a:pt x="6921915" y="2692256"/>
                    <a:pt x="6887378" y="3202979"/>
                    <a:pt x="6698934" y="3512252"/>
                  </a:cubicBezTo>
                  <a:cubicBezTo>
                    <a:pt x="6636663" y="3614462"/>
                    <a:pt x="6555944" y="3675240"/>
                    <a:pt x="6459059" y="3692881"/>
                  </a:cubicBezTo>
                  <a:cubicBezTo>
                    <a:pt x="6438430" y="3696635"/>
                    <a:pt x="6417379" y="3698398"/>
                    <a:pt x="6396040" y="3698398"/>
                  </a:cubicBezTo>
                  <a:close/>
                </a:path>
              </a:pathLst>
            </a:custGeom>
            <a:grpFill/>
            <a:ln w="19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74">
              <a:extLst>
                <a:ext uri="{FF2B5EF4-FFF2-40B4-BE49-F238E27FC236}">
                  <a16:creationId xmlns:a16="http://schemas.microsoft.com/office/drawing/2014/main" id="{43D7DE03-CCAC-4206-94BC-A59E3BC9B7BC}"/>
                </a:ext>
              </a:extLst>
            </p:cNvPr>
            <p:cNvSpPr/>
            <p:nvPr/>
          </p:nvSpPr>
          <p:spPr>
            <a:xfrm>
              <a:off x="-1025135" y="19976405"/>
              <a:ext cx="10891852" cy="3873427"/>
            </a:xfrm>
            <a:custGeom>
              <a:avLst/>
              <a:gdLst>
                <a:gd name="connsiteX0" fmla="*/ 6480704 w 10891852"/>
                <a:gd name="connsiteY0" fmla="*/ 3873427 h 3873427"/>
                <a:gd name="connsiteX1" fmla="*/ 6344380 w 10891852"/>
                <a:gd name="connsiteY1" fmla="*/ 3850786 h 3873427"/>
                <a:gd name="connsiteX2" fmla="*/ 6141416 w 10891852"/>
                <a:gd name="connsiteY2" fmla="*/ 3754706 h 3873427"/>
                <a:gd name="connsiteX3" fmla="*/ 5782571 w 10891852"/>
                <a:gd name="connsiteY3" fmla="*/ 3481674 h 3873427"/>
                <a:gd name="connsiteX4" fmla="*/ 5740641 w 10891852"/>
                <a:gd name="connsiteY4" fmla="*/ 3446123 h 3873427"/>
                <a:gd name="connsiteX5" fmla="*/ 4807537 w 10891852"/>
                <a:gd name="connsiteY5" fmla="*/ 2568625 h 3873427"/>
                <a:gd name="connsiteX6" fmla="*/ 4004033 w 10891852"/>
                <a:gd name="connsiteY6" fmla="*/ 1802703 h 3873427"/>
                <a:gd name="connsiteX7" fmla="*/ 2522374 w 10891852"/>
                <a:gd name="connsiteY7" fmla="*/ 1028659 h 3873427"/>
                <a:gd name="connsiteX8" fmla="*/ 1443713 w 10891852"/>
                <a:gd name="connsiteY8" fmla="*/ 1690743 h 3873427"/>
                <a:gd name="connsiteX9" fmla="*/ 1333190 w 10891852"/>
                <a:gd name="connsiteY9" fmla="*/ 1794466 h 3873427"/>
                <a:gd name="connsiteX10" fmla="*/ 681201 w 10891852"/>
                <a:gd name="connsiteY10" fmla="*/ 2339591 h 3873427"/>
                <a:gd name="connsiteX11" fmla="*/ 5229 w 10891852"/>
                <a:gd name="connsiteY11" fmla="*/ 2812082 h 3873427"/>
                <a:gd name="connsiteX12" fmla="*/ 0 w 10891852"/>
                <a:gd name="connsiteY12" fmla="*/ 2804056 h 3873427"/>
                <a:gd name="connsiteX13" fmla="*/ 1326677 w 10891852"/>
                <a:gd name="connsiteY13" fmla="*/ 1787436 h 3873427"/>
                <a:gd name="connsiteX14" fmla="*/ 1437143 w 10891852"/>
                <a:gd name="connsiteY14" fmla="*/ 1683771 h 3873427"/>
                <a:gd name="connsiteX15" fmla="*/ 2521800 w 10891852"/>
                <a:gd name="connsiteY15" fmla="*/ 1019101 h 3873427"/>
                <a:gd name="connsiteX16" fmla="*/ 3298832 w 10891852"/>
                <a:gd name="connsiteY16" fmla="*/ 1249035 h 3873427"/>
                <a:gd name="connsiteX17" fmla="*/ 4010354 w 10891852"/>
                <a:gd name="connsiteY17" fmla="*/ 1795520 h 3873427"/>
                <a:gd name="connsiteX18" fmla="*/ 4814279 w 10891852"/>
                <a:gd name="connsiteY18" fmla="*/ 2561825 h 3873427"/>
                <a:gd name="connsiteX19" fmla="*/ 5746809 w 10891852"/>
                <a:gd name="connsiteY19" fmla="*/ 3438806 h 3873427"/>
                <a:gd name="connsiteX20" fmla="*/ 5788777 w 10891852"/>
                <a:gd name="connsiteY20" fmla="*/ 3474376 h 3873427"/>
                <a:gd name="connsiteX21" fmla="*/ 6146416 w 10891852"/>
                <a:gd name="connsiteY21" fmla="*/ 3746527 h 3873427"/>
                <a:gd name="connsiteX22" fmla="*/ 6539146 w 10891852"/>
                <a:gd name="connsiteY22" fmla="*/ 3858506 h 3873427"/>
                <a:gd name="connsiteX23" fmla="*/ 6768600 w 10891852"/>
                <a:gd name="connsiteY23" fmla="*/ 3667629 h 3873427"/>
                <a:gd name="connsiteX24" fmla="*/ 6944958 w 10891852"/>
                <a:gd name="connsiteY24" fmla="*/ 2317276 h 3873427"/>
                <a:gd name="connsiteX25" fmla="*/ 6951567 w 10891852"/>
                <a:gd name="connsiteY25" fmla="*/ 1891562 h 3873427"/>
                <a:gd name="connsiteX26" fmla="*/ 7052225 w 10891852"/>
                <a:gd name="connsiteY26" fmla="*/ 954320 h 3873427"/>
                <a:gd name="connsiteX27" fmla="*/ 7184469 w 10891852"/>
                <a:gd name="connsiteY27" fmla="*/ 529678 h 3873427"/>
                <a:gd name="connsiteX28" fmla="*/ 7406242 w 10891852"/>
                <a:gd name="connsiteY28" fmla="*/ 201346 h 3873427"/>
                <a:gd name="connsiteX29" fmla="*/ 7724308 w 10891852"/>
                <a:gd name="connsiteY29" fmla="*/ 22632 h 3873427"/>
                <a:gd name="connsiteX30" fmla="*/ 8070300 w 10891852"/>
                <a:gd name="connsiteY30" fmla="*/ 12768 h 3873427"/>
                <a:gd name="connsiteX31" fmla="*/ 8737287 w 10891852"/>
                <a:gd name="connsiteY31" fmla="*/ 273770 h 3873427"/>
                <a:gd name="connsiteX32" fmla="*/ 9917335 w 10891852"/>
                <a:gd name="connsiteY32" fmla="*/ 1233385 h 3873427"/>
                <a:gd name="connsiteX33" fmla="*/ 10891852 w 10891852"/>
                <a:gd name="connsiteY33" fmla="*/ 2626568 h 3873427"/>
                <a:gd name="connsiteX34" fmla="*/ 10883443 w 10891852"/>
                <a:gd name="connsiteY34" fmla="*/ 2631146 h 3873427"/>
                <a:gd name="connsiteX35" fmla="*/ 8732595 w 10891852"/>
                <a:gd name="connsiteY35" fmla="*/ 282122 h 3873427"/>
                <a:gd name="connsiteX36" fmla="*/ 7412851 w 10891852"/>
                <a:gd name="connsiteY36" fmla="*/ 208280 h 3873427"/>
                <a:gd name="connsiteX37" fmla="*/ 7061592 w 10891852"/>
                <a:gd name="connsiteY37" fmla="*/ 956312 h 3873427"/>
                <a:gd name="connsiteX38" fmla="*/ 6961144 w 10891852"/>
                <a:gd name="connsiteY38" fmla="*/ 1892041 h 3873427"/>
                <a:gd name="connsiteX39" fmla="*/ 6954535 w 10891852"/>
                <a:gd name="connsiteY39" fmla="*/ 2317295 h 3873427"/>
                <a:gd name="connsiteX40" fmla="*/ 6931511 w 10891852"/>
                <a:gd name="connsiteY40" fmla="*/ 3048298 h 3873427"/>
                <a:gd name="connsiteX41" fmla="*/ 6777047 w 10891852"/>
                <a:gd name="connsiteY41" fmla="*/ 3672149 h 3873427"/>
                <a:gd name="connsiteX42" fmla="*/ 6540927 w 10891852"/>
                <a:gd name="connsiteY42" fmla="*/ 3867930 h 3873427"/>
                <a:gd name="connsiteX43" fmla="*/ 6480704 w 10891852"/>
                <a:gd name="connsiteY43" fmla="*/ 3873427 h 3873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0891852" h="3873427">
                  <a:moveTo>
                    <a:pt x="6480704" y="3873427"/>
                  </a:moveTo>
                  <a:cubicBezTo>
                    <a:pt x="6438276" y="3873427"/>
                    <a:pt x="6392650" y="3865861"/>
                    <a:pt x="6344380" y="3850786"/>
                  </a:cubicBezTo>
                  <a:cubicBezTo>
                    <a:pt x="6282567" y="3831478"/>
                    <a:pt x="6214281" y="3799164"/>
                    <a:pt x="6141416" y="3754706"/>
                  </a:cubicBezTo>
                  <a:cubicBezTo>
                    <a:pt x="6007754" y="3673164"/>
                    <a:pt x="5882904" y="3566989"/>
                    <a:pt x="5782571" y="3481674"/>
                  </a:cubicBezTo>
                  <a:cubicBezTo>
                    <a:pt x="5767841" y="3469147"/>
                    <a:pt x="5753915" y="3457309"/>
                    <a:pt x="5740641" y="3446123"/>
                  </a:cubicBezTo>
                  <a:cubicBezTo>
                    <a:pt x="5420565" y="3176539"/>
                    <a:pt x="5108917" y="2867496"/>
                    <a:pt x="4807537" y="2568625"/>
                  </a:cubicBezTo>
                  <a:cubicBezTo>
                    <a:pt x="4547051" y="2310304"/>
                    <a:pt x="4277678" y="2043191"/>
                    <a:pt x="4004033" y="1802703"/>
                  </a:cubicBezTo>
                  <a:cubicBezTo>
                    <a:pt x="3539089" y="1394113"/>
                    <a:pt x="3041698" y="997763"/>
                    <a:pt x="2522374" y="1028659"/>
                  </a:cubicBezTo>
                  <a:cubicBezTo>
                    <a:pt x="2120623" y="1052545"/>
                    <a:pt x="1776507" y="1376988"/>
                    <a:pt x="1443713" y="1690743"/>
                  </a:cubicBezTo>
                  <a:cubicBezTo>
                    <a:pt x="1407453" y="1724915"/>
                    <a:pt x="1369967" y="1760275"/>
                    <a:pt x="1333190" y="1794466"/>
                  </a:cubicBezTo>
                  <a:cubicBezTo>
                    <a:pt x="1131261" y="1982221"/>
                    <a:pt x="917992" y="2160533"/>
                    <a:pt x="681201" y="2339591"/>
                  </a:cubicBezTo>
                  <a:cubicBezTo>
                    <a:pt x="479252" y="2492312"/>
                    <a:pt x="258149" y="2646872"/>
                    <a:pt x="5229" y="2812082"/>
                  </a:cubicBezTo>
                  <a:lnTo>
                    <a:pt x="0" y="2804056"/>
                  </a:lnTo>
                  <a:cubicBezTo>
                    <a:pt x="542482" y="2449674"/>
                    <a:pt x="951646" y="2136129"/>
                    <a:pt x="1326677" y="1787436"/>
                  </a:cubicBezTo>
                  <a:cubicBezTo>
                    <a:pt x="1363435" y="1753264"/>
                    <a:pt x="1400902" y="1717943"/>
                    <a:pt x="1437143" y="1683771"/>
                  </a:cubicBezTo>
                  <a:cubicBezTo>
                    <a:pt x="1771183" y="1368848"/>
                    <a:pt x="2116581" y="1043178"/>
                    <a:pt x="2521800" y="1019101"/>
                  </a:cubicBezTo>
                  <a:cubicBezTo>
                    <a:pt x="2761502" y="1004850"/>
                    <a:pt x="3015667" y="1080051"/>
                    <a:pt x="3298832" y="1249035"/>
                  </a:cubicBezTo>
                  <a:cubicBezTo>
                    <a:pt x="3556578" y="1402828"/>
                    <a:pt x="3801242" y="1611768"/>
                    <a:pt x="4010354" y="1795520"/>
                  </a:cubicBezTo>
                  <a:cubicBezTo>
                    <a:pt x="4284209" y="2036180"/>
                    <a:pt x="4553679" y="2303408"/>
                    <a:pt x="4814279" y="2561825"/>
                  </a:cubicBezTo>
                  <a:cubicBezTo>
                    <a:pt x="5115526" y="2860562"/>
                    <a:pt x="5427040" y="3169471"/>
                    <a:pt x="5746809" y="3438806"/>
                  </a:cubicBezTo>
                  <a:cubicBezTo>
                    <a:pt x="5760102" y="3449992"/>
                    <a:pt x="5774028" y="3461849"/>
                    <a:pt x="5788777" y="3474376"/>
                  </a:cubicBezTo>
                  <a:cubicBezTo>
                    <a:pt x="5888842" y="3559462"/>
                    <a:pt x="6013386" y="3665368"/>
                    <a:pt x="6146416" y="3746527"/>
                  </a:cubicBezTo>
                  <a:cubicBezTo>
                    <a:pt x="6303408" y="3842301"/>
                    <a:pt x="6431879" y="3878944"/>
                    <a:pt x="6539146" y="3858506"/>
                  </a:cubicBezTo>
                  <a:cubicBezTo>
                    <a:pt x="6633444" y="3840558"/>
                    <a:pt x="6710638" y="3776332"/>
                    <a:pt x="6768600" y="3667629"/>
                  </a:cubicBezTo>
                  <a:cubicBezTo>
                    <a:pt x="6943349" y="3339910"/>
                    <a:pt x="6944211" y="2796605"/>
                    <a:pt x="6944958" y="2317276"/>
                  </a:cubicBezTo>
                  <a:cubicBezTo>
                    <a:pt x="6945207" y="2163732"/>
                    <a:pt x="6945437" y="2018692"/>
                    <a:pt x="6951567" y="1891562"/>
                  </a:cubicBezTo>
                  <a:cubicBezTo>
                    <a:pt x="6966527" y="1581504"/>
                    <a:pt x="6989072" y="1253383"/>
                    <a:pt x="7052225" y="954320"/>
                  </a:cubicBezTo>
                  <a:cubicBezTo>
                    <a:pt x="7086569" y="791657"/>
                    <a:pt x="7131066" y="648782"/>
                    <a:pt x="7184469" y="529678"/>
                  </a:cubicBezTo>
                  <a:cubicBezTo>
                    <a:pt x="7245055" y="394560"/>
                    <a:pt x="7319663" y="284095"/>
                    <a:pt x="7406242" y="201346"/>
                  </a:cubicBezTo>
                  <a:cubicBezTo>
                    <a:pt x="7499124" y="112564"/>
                    <a:pt x="7606142" y="52437"/>
                    <a:pt x="7724308" y="22632"/>
                  </a:cubicBezTo>
                  <a:cubicBezTo>
                    <a:pt x="7828969" y="-3763"/>
                    <a:pt x="7945392" y="-7096"/>
                    <a:pt x="8070300" y="12768"/>
                  </a:cubicBezTo>
                  <a:cubicBezTo>
                    <a:pt x="8323736" y="53031"/>
                    <a:pt x="8572326" y="181023"/>
                    <a:pt x="8737287" y="273770"/>
                  </a:cubicBezTo>
                  <a:cubicBezTo>
                    <a:pt x="9154075" y="508148"/>
                    <a:pt x="9551115" y="831020"/>
                    <a:pt x="9917335" y="1233385"/>
                  </a:cubicBezTo>
                  <a:cubicBezTo>
                    <a:pt x="10275874" y="1627322"/>
                    <a:pt x="10603746" y="2096039"/>
                    <a:pt x="10891852" y="2626568"/>
                  </a:cubicBezTo>
                  <a:lnTo>
                    <a:pt x="10883443" y="2631146"/>
                  </a:lnTo>
                  <a:cubicBezTo>
                    <a:pt x="10300622" y="1557943"/>
                    <a:pt x="9556862" y="745667"/>
                    <a:pt x="8732595" y="282122"/>
                  </a:cubicBezTo>
                  <a:cubicBezTo>
                    <a:pt x="8355016" y="69791"/>
                    <a:pt x="7807420" y="-168877"/>
                    <a:pt x="7412851" y="208280"/>
                  </a:cubicBezTo>
                  <a:cubicBezTo>
                    <a:pt x="7249864" y="364085"/>
                    <a:pt x="7134954" y="608768"/>
                    <a:pt x="7061592" y="956312"/>
                  </a:cubicBezTo>
                  <a:cubicBezTo>
                    <a:pt x="6998591" y="1254724"/>
                    <a:pt x="6976084" y="1582404"/>
                    <a:pt x="6961144" y="1892041"/>
                  </a:cubicBezTo>
                  <a:cubicBezTo>
                    <a:pt x="6955014" y="2018941"/>
                    <a:pt x="6954784" y="2163866"/>
                    <a:pt x="6954535" y="2317295"/>
                  </a:cubicBezTo>
                  <a:cubicBezTo>
                    <a:pt x="6954152" y="2559622"/>
                    <a:pt x="6953750" y="2810204"/>
                    <a:pt x="6931511" y="3048298"/>
                  </a:cubicBezTo>
                  <a:cubicBezTo>
                    <a:pt x="6906036" y="3320928"/>
                    <a:pt x="6855505" y="3525002"/>
                    <a:pt x="6777047" y="3672149"/>
                  </a:cubicBezTo>
                  <a:cubicBezTo>
                    <a:pt x="6717649" y="3783553"/>
                    <a:pt x="6638213" y="3849407"/>
                    <a:pt x="6540927" y="3867930"/>
                  </a:cubicBezTo>
                  <a:cubicBezTo>
                    <a:pt x="6521676" y="3871588"/>
                    <a:pt x="6501583" y="3873427"/>
                    <a:pt x="6480704" y="3873427"/>
                  </a:cubicBezTo>
                  <a:close/>
                </a:path>
              </a:pathLst>
            </a:custGeom>
            <a:grpFill/>
            <a:ln w="19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1" name="bz-stat-card"/>
          <p:cNvGrpSpPr/>
          <p:nvPr/>
        </p:nvGrpSpPr>
        <p:grpSpPr>
          <a:xfrm>
            <a:off x="5053797" y="1700000"/>
            <a:ext cx="2084406" cy="2926080"/>
            <a:chOff x="766763" y="1725363"/>
            <a:chExt cx="3261360" cy="4578282"/>
          </a:xfrm>
        </p:grpSpPr>
        <p:sp>
          <p:nvSpPr>
            <p:cNvPr id="28" name="任意多边形: 形状 27"/>
            <p:cNvSpPr/>
            <p:nvPr/>
          </p:nvSpPr>
          <p:spPr>
            <a:xfrm>
              <a:off x="766763" y="1725363"/>
              <a:ext cx="3261360" cy="4578282"/>
            </a:xfrm>
            <a:custGeom>
              <a:avLst/>
              <a:gdLst>
                <a:gd name="connsiteX0" fmla="*/ 0 w 3261360"/>
                <a:gd name="connsiteY0" fmla="*/ 0 h 4578282"/>
                <a:gd name="connsiteX1" fmla="*/ 1046424 w 3261360"/>
                <a:gd name="connsiteY1" fmla="*/ 0 h 4578282"/>
                <a:gd name="connsiteX2" fmla="*/ 1228497 w 3261360"/>
                <a:gd name="connsiteY2" fmla="*/ 183666 h 4578282"/>
                <a:gd name="connsiteX3" fmla="*/ 2032863 w 3261360"/>
                <a:gd name="connsiteY3" fmla="*/ 183666 h 4578282"/>
                <a:gd name="connsiteX4" fmla="*/ 2214936 w 3261360"/>
                <a:gd name="connsiteY4" fmla="*/ 0 h 4578282"/>
                <a:gd name="connsiteX5" fmla="*/ 3261360 w 3261360"/>
                <a:gd name="connsiteY5" fmla="*/ 0 h 4578282"/>
                <a:gd name="connsiteX6" fmla="*/ 3261360 w 3261360"/>
                <a:gd name="connsiteY6" fmla="*/ 2024138 h 4578282"/>
                <a:gd name="connsiteX7" fmla="*/ 3261360 w 3261360"/>
                <a:gd name="connsiteY7" fmla="*/ 3833087 h 4578282"/>
                <a:gd name="connsiteX8" fmla="*/ 3261360 w 3261360"/>
                <a:gd name="connsiteY8" fmla="*/ 4239016 h 4578282"/>
                <a:gd name="connsiteX9" fmla="*/ 3261360 w 3261360"/>
                <a:gd name="connsiteY9" fmla="*/ 4322250 h 4578282"/>
                <a:gd name="connsiteX10" fmla="*/ 3261360 w 3261360"/>
                <a:gd name="connsiteY10" fmla="*/ 4578282 h 4578282"/>
                <a:gd name="connsiteX11" fmla="*/ 0 w 3261360"/>
                <a:gd name="connsiteY11" fmla="*/ 4578282 h 4578282"/>
                <a:gd name="connsiteX12" fmla="*/ 0 w 3261360"/>
                <a:gd name="connsiteY12" fmla="*/ 4322250 h 4578282"/>
                <a:gd name="connsiteX13" fmla="*/ 0 w 3261360"/>
                <a:gd name="connsiteY13" fmla="*/ 4239016 h 4578282"/>
                <a:gd name="connsiteX14" fmla="*/ 0 w 3261360"/>
                <a:gd name="connsiteY14" fmla="*/ 3833087 h 4578282"/>
                <a:gd name="connsiteX15" fmla="*/ 0 w 3261360"/>
                <a:gd name="connsiteY15" fmla="*/ 2024138 h 457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61360" h="4578282">
                  <a:moveTo>
                    <a:pt x="0" y="0"/>
                  </a:moveTo>
                  <a:lnTo>
                    <a:pt x="1046424" y="0"/>
                  </a:lnTo>
                  <a:lnTo>
                    <a:pt x="1228497" y="183666"/>
                  </a:lnTo>
                  <a:cubicBezTo>
                    <a:pt x="1450617" y="407729"/>
                    <a:pt x="1810743" y="407729"/>
                    <a:pt x="2032863" y="183666"/>
                  </a:cubicBezTo>
                  <a:lnTo>
                    <a:pt x="2214936" y="0"/>
                  </a:lnTo>
                  <a:lnTo>
                    <a:pt x="3261360" y="0"/>
                  </a:lnTo>
                  <a:lnTo>
                    <a:pt x="3261360" y="2024138"/>
                  </a:lnTo>
                  <a:lnTo>
                    <a:pt x="3261360" y="3833087"/>
                  </a:lnTo>
                  <a:lnTo>
                    <a:pt x="3261360" y="4239016"/>
                  </a:lnTo>
                  <a:lnTo>
                    <a:pt x="3261360" y="4322250"/>
                  </a:lnTo>
                  <a:lnTo>
                    <a:pt x="3261360" y="4578282"/>
                  </a:lnTo>
                  <a:lnTo>
                    <a:pt x="0" y="4578282"/>
                  </a:lnTo>
                  <a:lnTo>
                    <a:pt x="0" y="4322250"/>
                  </a:lnTo>
                  <a:lnTo>
                    <a:pt x="0" y="4239016"/>
                  </a:lnTo>
                  <a:lnTo>
                    <a:pt x="0" y="3833087"/>
                  </a:lnTo>
                  <a:lnTo>
                    <a:pt x="0" y="20241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03200" dist="279400" dir="5400000" sx="96000" sy="96000" algn="t" rotWithShape="0">
                <a:srgbClr val="0165FF">
                  <a:alpha val="2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865704" y="1832478"/>
              <a:ext cx="3063478" cy="4366951"/>
            </a:xfrm>
            <a:custGeom>
              <a:avLst/>
              <a:gdLst>
                <a:gd name="connsiteX0" fmla="*/ 0 w 3063478"/>
                <a:gd name="connsiteY0" fmla="*/ 0 h 4366951"/>
                <a:gd name="connsiteX1" fmla="*/ 947483 w 3063478"/>
                <a:gd name="connsiteY1" fmla="*/ 0 h 4366951"/>
                <a:gd name="connsiteX2" fmla="*/ 1129556 w 3063478"/>
                <a:gd name="connsiteY2" fmla="*/ 167135 h 4366951"/>
                <a:gd name="connsiteX3" fmla="*/ 1933922 w 3063478"/>
                <a:gd name="connsiteY3" fmla="*/ 167135 h 4366951"/>
                <a:gd name="connsiteX4" fmla="*/ 2115995 w 3063478"/>
                <a:gd name="connsiteY4" fmla="*/ 0 h 4366951"/>
                <a:gd name="connsiteX5" fmla="*/ 3063478 w 3063478"/>
                <a:gd name="connsiteY5" fmla="*/ 0 h 4366951"/>
                <a:gd name="connsiteX6" fmla="*/ 3063478 w 3063478"/>
                <a:gd name="connsiteY6" fmla="*/ 856318 h 4366951"/>
                <a:gd name="connsiteX7" fmla="*/ 3063478 w 3063478"/>
                <a:gd name="connsiteY7" fmla="*/ 1661047 h 4366951"/>
                <a:gd name="connsiteX8" fmla="*/ 3063478 w 3063478"/>
                <a:gd name="connsiteY8" fmla="*/ 4025168 h 4366951"/>
                <a:gd name="connsiteX9" fmla="*/ 3063478 w 3063478"/>
                <a:gd name="connsiteY9" fmla="*/ 4125550 h 4366951"/>
                <a:gd name="connsiteX10" fmla="*/ 3063478 w 3063478"/>
                <a:gd name="connsiteY10" fmla="*/ 4366951 h 4366951"/>
                <a:gd name="connsiteX11" fmla="*/ 0 w 3063478"/>
                <a:gd name="connsiteY11" fmla="*/ 4366951 h 4366951"/>
                <a:gd name="connsiteX12" fmla="*/ 0 w 3063478"/>
                <a:gd name="connsiteY12" fmla="*/ 4125550 h 4366951"/>
                <a:gd name="connsiteX13" fmla="*/ 0 w 3063478"/>
                <a:gd name="connsiteY13" fmla="*/ 4025168 h 4366951"/>
                <a:gd name="connsiteX14" fmla="*/ 0 w 3063478"/>
                <a:gd name="connsiteY14" fmla="*/ 1661047 h 4366951"/>
                <a:gd name="connsiteX15" fmla="*/ 0 w 3063478"/>
                <a:gd name="connsiteY15" fmla="*/ 856318 h 4366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63478" h="4366951">
                  <a:moveTo>
                    <a:pt x="0" y="0"/>
                  </a:moveTo>
                  <a:lnTo>
                    <a:pt x="947483" y="0"/>
                  </a:lnTo>
                  <a:lnTo>
                    <a:pt x="1129556" y="167135"/>
                  </a:lnTo>
                  <a:cubicBezTo>
                    <a:pt x="1351676" y="371032"/>
                    <a:pt x="1711802" y="371032"/>
                    <a:pt x="1933922" y="167135"/>
                  </a:cubicBezTo>
                  <a:lnTo>
                    <a:pt x="2115995" y="0"/>
                  </a:lnTo>
                  <a:lnTo>
                    <a:pt x="3063478" y="0"/>
                  </a:lnTo>
                  <a:lnTo>
                    <a:pt x="3063478" y="856318"/>
                  </a:lnTo>
                  <a:lnTo>
                    <a:pt x="3063478" y="1661047"/>
                  </a:lnTo>
                  <a:lnTo>
                    <a:pt x="3063478" y="4025168"/>
                  </a:lnTo>
                  <a:lnTo>
                    <a:pt x="3063478" y="4125550"/>
                  </a:lnTo>
                  <a:lnTo>
                    <a:pt x="3063478" y="4366951"/>
                  </a:lnTo>
                  <a:lnTo>
                    <a:pt x="0" y="4366951"/>
                  </a:lnTo>
                  <a:lnTo>
                    <a:pt x="0" y="4125550"/>
                  </a:lnTo>
                  <a:lnTo>
                    <a:pt x="0" y="4025168"/>
                  </a:lnTo>
                  <a:lnTo>
                    <a:pt x="0" y="1661047"/>
                  </a:lnTo>
                  <a:lnTo>
                    <a:pt x="0" y="856318"/>
                  </a:lnTo>
                  <a:close/>
                </a:path>
              </a:pathLst>
            </a:custGeom>
            <a:noFill/>
            <a:ln w="9525">
              <a:solidFill>
                <a:srgbClr val="0A2A55">
                  <a:lumMod val="40000"/>
                  <a:lumOff val="60000"/>
                </a:srgbClr>
              </a:solidFill>
              <a:prstDash val="sysDot"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5002" name="TextBox 5001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bz-stat-card  ·  缺口顶白卡(KPI 数据卡:顶部波浪缺口 + 柔影 + 内描边框)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白色自由形卡、顶部波浪缺口 + 柔蓝投影 + 内描边框;内装 KPI 大数字 + 柱图(配 bz-bar-chart)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数据/统计/KPI 页;clone N 张并排(同尺寸),内放 日期+双KPI+柱图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clone 后改组 off 定位;并排;换白/影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bz-ghost-circles"/>
          <p:cNvGrpSpPr/>
          <p:nvPr/>
        </p:nvGrpSpPr>
        <p:grpSpPr>
          <a:xfrm>
            <a:off x="4175467" y="-980592"/>
            <a:ext cx="8770066" cy="8770066"/>
            <a:chOff x="4175467" y="-980592"/>
            <a:chExt cx="8770066" cy="8770066"/>
          </a:xfrm>
        </p:grpSpPr>
        <p:sp>
          <p:nvSpPr>
            <p:cNvPr id="211" name="椭圆 1"/>
            <p:cNvSpPr/>
            <p:nvPr/>
          </p:nvSpPr>
          <p:spPr>
            <a:xfrm>
              <a:off x="4175467" y="-980592"/>
              <a:ext cx="8770066" cy="8770066"/>
            </a:xfrm>
            <a:prstGeom prst="ellipse">
              <a:avLst/>
            </a:prstGeom>
            <a:gradFill flip="none" rotWithShape="1">
              <a:gsLst>
                <a:gs pos="100000">
                  <a:srgbClr val="0165FF">
                    <a:lumMod val="46000"/>
                    <a:lumOff val="54000"/>
                    <a:alpha val="46000"/>
                  </a:srgbClr>
                </a:gs>
                <a:gs pos="56000">
                  <a:srgbClr val="0165FF">
                    <a:lumMod val="3000"/>
                    <a:lumOff val="97000"/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zh-CN"/>
            </a:p>
          </p:txBody>
        </p:sp>
        <p:sp>
          <p:nvSpPr>
            <p:cNvPr id="212" name="椭圆 2"/>
            <p:cNvSpPr/>
            <p:nvPr/>
          </p:nvSpPr>
          <p:spPr>
            <a:xfrm>
              <a:off x="5194883" y="38824"/>
              <a:ext cx="6731235" cy="6731235"/>
            </a:xfrm>
            <a:prstGeom prst="ellipse">
              <a:avLst/>
            </a:prstGeom>
            <a:gradFill flip="none" rotWithShape="1">
              <a:gsLst>
                <a:gs pos="100000">
                  <a:srgbClr val="0165FF">
                    <a:lumMod val="46000"/>
                    <a:lumOff val="54000"/>
                    <a:alpha val="67000"/>
                  </a:srgbClr>
                </a:gs>
                <a:gs pos="56000">
                  <a:srgbClr val="0165FF">
                    <a:lumMod val="3000"/>
                    <a:lumOff val="97000"/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zh-CN"/>
            </a:p>
          </p:txBody>
        </p:sp>
        <p:sp>
          <p:nvSpPr>
            <p:cNvPr id="213" name="椭圆 3"/>
            <p:cNvSpPr/>
            <p:nvPr/>
          </p:nvSpPr>
          <p:spPr>
            <a:xfrm>
              <a:off x="6214298" y="1058239"/>
              <a:ext cx="4692404" cy="4692404"/>
            </a:xfrm>
            <a:prstGeom prst="ellipse">
              <a:avLst/>
            </a:prstGeom>
            <a:gradFill flip="none" rotWithShape="1">
              <a:gsLst>
                <a:gs pos="100000">
                  <a:srgbClr val="0165FF">
                    <a:lumMod val="46000"/>
                    <a:lumOff val="54000"/>
                    <a:alpha val="86000"/>
                  </a:srgbClr>
                </a:gs>
                <a:gs pos="56000">
                  <a:srgbClr val="0165FF">
                    <a:lumMod val="3000"/>
                    <a:lumOff val="97000"/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endParaRPr lang="zh-CN"/>
            </a:p>
          </p:txBody>
        </p:sp>
      </p:grpSp>
      <p:sp>
        <p:nvSpPr>
          <p:cNvPr id="8008" name="TextBox 8007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bz-ghost-circles  ·  三层同心透明圆光晕(ghost 圆背景母题,衬主视觉/手机/图标环)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3 个同心圆(直径 9.58/7.35/5.13in,共心于右中)径向渐变(中心透明→外圈 azure),外圈 alpha 由外到内 46/67/86% 递增 → 层叠通透 ghost 光晕;衬在主视觉/手机/特性图标环之后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一段文字/图文/产品页主视觉背景;压内容之下、底之上;特性图标可沿最外圈环均布(p98 原用法)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改 grpSp off/ext 移位缩放;换 accent 换色;改各圈 alpha 控浓淡;注入完好(全椭圆 prstGeom,非 scene3d)</a:t>
            </a:r>
          </a:p>
        </p:txBody>
      </p:sp>
    </p:spTree>
    <p:extLst>
      <p:ext uri="{BB962C8B-B14F-4D97-AF65-F5344CB8AC3E}">
        <p14:creationId xmlns:p14="http://schemas.microsoft.com/office/powerpoint/2010/main" val="36526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1" name="bz-phone-mock"/>
          <p:cNvGrpSpPr/>
          <p:nvPr/>
        </p:nvGrpSpPr>
        <p:grpSpPr>
          <a:xfrm>
            <a:off x="5375625" y="1700000"/>
            <a:ext cx="1440749" cy="2926080"/>
            <a:chOff x="0" y="0"/>
            <a:chExt cx="2074113" cy="4212404"/>
          </a:xfrm>
        </p:grpSpPr>
        <p:sp>
          <p:nvSpPr>
            <p:cNvPr id="604" name="任意多边形: 形状 38"/>
            <p:cNvSpPr/>
            <p:nvPr/>
          </p:nvSpPr>
          <p:spPr>
            <a:xfrm>
              <a:off x="0" y="0"/>
              <a:ext cx="2074113" cy="4212404"/>
            </a:xfrm>
            <a:custGeom>
              <a:avLst/>
              <a:gdLst>
                <a:gd name="connsiteX0" fmla="*/ 788222 w 3321917"/>
                <a:gd name="connsiteY0" fmla="*/ 139411 h 6746623"/>
                <a:gd name="connsiteX1" fmla="*/ 739681 w 3321917"/>
                <a:gd name="connsiteY1" fmla="*/ 139579 h 6746623"/>
                <a:gd name="connsiteX2" fmla="*/ 368578 w 3321917"/>
                <a:gd name="connsiteY2" fmla="*/ 187410 h 6746623"/>
                <a:gd name="connsiteX3" fmla="*/ 176627 w 3321917"/>
                <a:gd name="connsiteY3" fmla="*/ 485848 h 6746623"/>
                <a:gd name="connsiteX4" fmla="*/ 176627 w 3321917"/>
                <a:gd name="connsiteY4" fmla="*/ 6257886 h 6746623"/>
                <a:gd name="connsiteX5" fmla="*/ 367904 w 3321917"/>
                <a:gd name="connsiteY5" fmla="*/ 6555650 h 6746623"/>
                <a:gd name="connsiteX6" fmla="*/ 1661716 w 3321917"/>
                <a:gd name="connsiteY6" fmla="*/ 6598765 h 6746623"/>
                <a:gd name="connsiteX7" fmla="*/ 2853828 w 3321917"/>
                <a:gd name="connsiteY7" fmla="*/ 6589333 h 6746623"/>
                <a:gd name="connsiteX8" fmla="*/ 3138723 w 3321917"/>
                <a:gd name="connsiteY8" fmla="*/ 6318516 h 6746623"/>
                <a:gd name="connsiteX9" fmla="*/ 3150172 w 3321917"/>
                <a:gd name="connsiteY9" fmla="*/ 3372541 h 6746623"/>
                <a:gd name="connsiteX10" fmla="*/ 3138049 w 3321917"/>
                <a:gd name="connsiteY10" fmla="*/ 425891 h 6746623"/>
                <a:gd name="connsiteX11" fmla="*/ 2952161 w 3321917"/>
                <a:gd name="connsiteY11" fmla="*/ 186737 h 6746623"/>
                <a:gd name="connsiteX12" fmla="*/ 2610018 w 3321917"/>
                <a:gd name="connsiteY12" fmla="*/ 142948 h 6746623"/>
                <a:gd name="connsiteX13" fmla="*/ 2409312 w 3321917"/>
                <a:gd name="connsiteY13" fmla="*/ 153053 h 6746623"/>
                <a:gd name="connsiteX14" fmla="*/ 2392474 w 3321917"/>
                <a:gd name="connsiteY14" fmla="*/ 212336 h 6746623"/>
                <a:gd name="connsiteX15" fmla="*/ 2376310 w 3321917"/>
                <a:gd name="connsiteY15" fmla="*/ 279030 h 6746623"/>
                <a:gd name="connsiteX16" fmla="*/ 2279998 w 3321917"/>
                <a:gd name="connsiteY16" fmla="*/ 359197 h 6746623"/>
                <a:gd name="connsiteX17" fmla="*/ 1654981 w 3321917"/>
                <a:gd name="connsiteY17" fmla="*/ 364587 h 6746623"/>
                <a:gd name="connsiteX18" fmla="*/ 986186 w 3321917"/>
                <a:gd name="connsiteY18" fmla="*/ 324166 h 6746623"/>
                <a:gd name="connsiteX19" fmla="*/ 932305 w 3321917"/>
                <a:gd name="connsiteY19" fmla="*/ 207621 h 6746623"/>
                <a:gd name="connsiteX20" fmla="*/ 912100 w 3321917"/>
                <a:gd name="connsiteY20" fmla="*/ 152379 h 6746623"/>
                <a:gd name="connsiteX21" fmla="*/ 788222 w 3321917"/>
                <a:gd name="connsiteY21" fmla="*/ 139411 h 6746623"/>
                <a:gd name="connsiteX22" fmla="*/ 1457586 w 3321917"/>
                <a:gd name="connsiteY22" fmla="*/ 0 h 6746623"/>
                <a:gd name="connsiteX23" fmla="*/ 1692024 w 3321917"/>
                <a:gd name="connsiteY23" fmla="*/ 129 h 6746623"/>
                <a:gd name="connsiteX24" fmla="*/ 2903668 w 3321917"/>
                <a:gd name="connsiteY24" fmla="*/ 13602 h 6746623"/>
                <a:gd name="connsiteX25" fmla="*/ 3074066 w 3321917"/>
                <a:gd name="connsiteY25" fmla="*/ 84338 h 6746623"/>
                <a:gd name="connsiteX26" fmla="*/ 3268710 w 3321917"/>
                <a:gd name="connsiteY26" fmla="*/ 331577 h 6746623"/>
                <a:gd name="connsiteX27" fmla="*/ 3301712 w 3321917"/>
                <a:gd name="connsiteY27" fmla="*/ 1185121 h 6746623"/>
                <a:gd name="connsiteX28" fmla="*/ 3311815 w 3321917"/>
                <a:gd name="connsiteY28" fmla="*/ 1874290 h 6746623"/>
                <a:gd name="connsiteX29" fmla="*/ 3321917 w 3321917"/>
                <a:gd name="connsiteY29" fmla="*/ 2244810 h 6746623"/>
                <a:gd name="connsiteX30" fmla="*/ 3311815 w 3321917"/>
                <a:gd name="connsiteY30" fmla="*/ 2611289 h 6746623"/>
                <a:gd name="connsiteX31" fmla="*/ 3299691 w 3321917"/>
                <a:gd name="connsiteY31" fmla="*/ 4458503 h 6746623"/>
                <a:gd name="connsiteX32" fmla="*/ 3298344 w 3321917"/>
                <a:gd name="connsiteY32" fmla="*/ 6306390 h 6746623"/>
                <a:gd name="connsiteX33" fmla="*/ 3282854 w 3321917"/>
                <a:gd name="connsiteY33" fmla="*/ 6363653 h 6746623"/>
                <a:gd name="connsiteX34" fmla="*/ 3022206 w 3321917"/>
                <a:gd name="connsiteY34" fmla="*/ 6687016 h 6746623"/>
                <a:gd name="connsiteX35" fmla="*/ 2924547 w 3321917"/>
                <a:gd name="connsiteY35" fmla="*/ 6723394 h 6746623"/>
                <a:gd name="connsiteX36" fmla="*/ 1597733 w 3321917"/>
                <a:gd name="connsiteY36" fmla="*/ 6745626 h 6746623"/>
                <a:gd name="connsiteX37" fmla="*/ 433235 w 3321917"/>
                <a:gd name="connsiteY37" fmla="*/ 6732152 h 6746623"/>
                <a:gd name="connsiteX38" fmla="*/ 28455 w 3321917"/>
                <a:gd name="connsiteY38" fmla="*/ 6295612 h 6746623"/>
                <a:gd name="connsiteX39" fmla="*/ 21720 w 3321917"/>
                <a:gd name="connsiteY39" fmla="*/ 4505660 h 6746623"/>
                <a:gd name="connsiteX40" fmla="*/ 11618 w 3321917"/>
                <a:gd name="connsiteY40" fmla="*/ 2768929 h 6746623"/>
                <a:gd name="connsiteX41" fmla="*/ 11618 w 3321917"/>
                <a:gd name="connsiteY41" fmla="*/ 2301399 h 6746623"/>
                <a:gd name="connsiteX42" fmla="*/ 11618 w 3321917"/>
                <a:gd name="connsiteY42" fmla="*/ 2182832 h 6746623"/>
                <a:gd name="connsiteX43" fmla="*/ 11618 w 3321917"/>
                <a:gd name="connsiteY43" fmla="*/ 1717997 h 6746623"/>
                <a:gd name="connsiteX44" fmla="*/ 11618 w 3321917"/>
                <a:gd name="connsiteY44" fmla="*/ 1509158 h 6746623"/>
                <a:gd name="connsiteX45" fmla="*/ 10944 w 3321917"/>
                <a:gd name="connsiteY45" fmla="*/ 1270678 h 6746623"/>
                <a:gd name="connsiteX46" fmla="*/ 23741 w 3321917"/>
                <a:gd name="connsiteY46" fmla="*/ 850979 h 6746623"/>
                <a:gd name="connsiteX47" fmla="*/ 80316 w 3321917"/>
                <a:gd name="connsiteY47" fmla="*/ 275662 h 6746623"/>
                <a:gd name="connsiteX48" fmla="*/ 481054 w 3321917"/>
                <a:gd name="connsiteY48" fmla="*/ 4845 h 6746623"/>
                <a:gd name="connsiteX49" fmla="*/ 1457586 w 3321917"/>
                <a:gd name="connsiteY49" fmla="*/ 0 h 674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321917" h="6746623">
                  <a:moveTo>
                    <a:pt x="788222" y="139411"/>
                  </a:moveTo>
                  <a:cubicBezTo>
                    <a:pt x="773956" y="139432"/>
                    <a:pt x="757866" y="139495"/>
                    <a:pt x="739681" y="139579"/>
                  </a:cubicBezTo>
                  <a:cubicBezTo>
                    <a:pt x="502606" y="141601"/>
                    <a:pt x="448052" y="148337"/>
                    <a:pt x="368578" y="187410"/>
                  </a:cubicBezTo>
                  <a:cubicBezTo>
                    <a:pt x="256775" y="241978"/>
                    <a:pt x="193465" y="340334"/>
                    <a:pt x="176627" y="485848"/>
                  </a:cubicBezTo>
                  <a:cubicBezTo>
                    <a:pt x="167198" y="569383"/>
                    <a:pt x="167198" y="6175698"/>
                    <a:pt x="176627" y="6257886"/>
                  </a:cubicBezTo>
                  <a:cubicBezTo>
                    <a:pt x="193465" y="6400705"/>
                    <a:pt x="256102" y="6499061"/>
                    <a:pt x="367904" y="6555650"/>
                  </a:cubicBezTo>
                  <a:cubicBezTo>
                    <a:pt x="457481" y="6600786"/>
                    <a:pt x="400906" y="6598765"/>
                    <a:pt x="1661716" y="6598765"/>
                  </a:cubicBezTo>
                  <a:cubicBezTo>
                    <a:pt x="2616753" y="6598765"/>
                    <a:pt x="2808703" y="6597417"/>
                    <a:pt x="2853828" y="6589333"/>
                  </a:cubicBezTo>
                  <a:cubicBezTo>
                    <a:pt x="2994592" y="6564407"/>
                    <a:pt x="3101006" y="6462683"/>
                    <a:pt x="3138723" y="6318516"/>
                  </a:cubicBezTo>
                  <a:cubicBezTo>
                    <a:pt x="3149499" y="6275401"/>
                    <a:pt x="3150172" y="6103614"/>
                    <a:pt x="3150172" y="3372541"/>
                  </a:cubicBezTo>
                  <a:cubicBezTo>
                    <a:pt x="3150172" y="614520"/>
                    <a:pt x="3149499" y="470353"/>
                    <a:pt x="3138049" y="425891"/>
                  </a:cubicBezTo>
                  <a:cubicBezTo>
                    <a:pt x="3109088" y="312040"/>
                    <a:pt x="3047125" y="233220"/>
                    <a:pt x="2952161" y="186737"/>
                  </a:cubicBezTo>
                  <a:cubicBezTo>
                    <a:pt x="2872686" y="148337"/>
                    <a:pt x="2830929" y="142948"/>
                    <a:pt x="2610018" y="142948"/>
                  </a:cubicBezTo>
                  <a:cubicBezTo>
                    <a:pt x="2443661" y="142274"/>
                    <a:pt x="2418741" y="143622"/>
                    <a:pt x="2409312" y="153053"/>
                  </a:cubicBezTo>
                  <a:cubicBezTo>
                    <a:pt x="2402577" y="159790"/>
                    <a:pt x="2395842" y="184042"/>
                    <a:pt x="2392474" y="212336"/>
                  </a:cubicBezTo>
                  <a:cubicBezTo>
                    <a:pt x="2389107" y="238610"/>
                    <a:pt x="2381698" y="268925"/>
                    <a:pt x="2376310" y="279030"/>
                  </a:cubicBezTo>
                  <a:cubicBezTo>
                    <a:pt x="2360146" y="310019"/>
                    <a:pt x="2308959" y="353134"/>
                    <a:pt x="2279998" y="359197"/>
                  </a:cubicBezTo>
                  <a:cubicBezTo>
                    <a:pt x="2265854" y="361892"/>
                    <a:pt x="1985001" y="364587"/>
                    <a:pt x="1654981" y="364587"/>
                  </a:cubicBezTo>
                  <a:cubicBezTo>
                    <a:pt x="996962" y="364587"/>
                    <a:pt x="1036699" y="367281"/>
                    <a:pt x="986186" y="324166"/>
                  </a:cubicBezTo>
                  <a:cubicBezTo>
                    <a:pt x="955205" y="297893"/>
                    <a:pt x="936346" y="257472"/>
                    <a:pt x="932305" y="207621"/>
                  </a:cubicBezTo>
                  <a:cubicBezTo>
                    <a:pt x="929611" y="172590"/>
                    <a:pt x="926244" y="163158"/>
                    <a:pt x="912100" y="152379"/>
                  </a:cubicBezTo>
                  <a:cubicBezTo>
                    <a:pt x="898545" y="141179"/>
                    <a:pt x="888085" y="139264"/>
                    <a:pt x="788222" y="139411"/>
                  </a:cubicBezTo>
                  <a:close/>
                  <a:moveTo>
                    <a:pt x="1457586" y="0"/>
                  </a:moveTo>
                  <a:cubicBezTo>
                    <a:pt x="1533707" y="2"/>
                    <a:pt x="1612129" y="45"/>
                    <a:pt x="1692024" y="129"/>
                  </a:cubicBezTo>
                  <a:cubicBezTo>
                    <a:pt x="2781089" y="1476"/>
                    <a:pt x="2857196" y="2150"/>
                    <a:pt x="2903668" y="13602"/>
                  </a:cubicBezTo>
                  <a:cubicBezTo>
                    <a:pt x="2977754" y="31118"/>
                    <a:pt x="3019512" y="48634"/>
                    <a:pt x="3074066" y="84338"/>
                  </a:cubicBezTo>
                  <a:cubicBezTo>
                    <a:pt x="3162296" y="142274"/>
                    <a:pt x="3234361" y="233894"/>
                    <a:pt x="3268710" y="331577"/>
                  </a:cubicBezTo>
                  <a:cubicBezTo>
                    <a:pt x="3300365" y="423870"/>
                    <a:pt x="3301712" y="453512"/>
                    <a:pt x="3301712" y="1185121"/>
                  </a:cubicBezTo>
                  <a:cubicBezTo>
                    <a:pt x="3301712" y="1788059"/>
                    <a:pt x="3303059" y="1870921"/>
                    <a:pt x="3311815" y="1874290"/>
                  </a:cubicBezTo>
                  <a:cubicBezTo>
                    <a:pt x="3320570" y="1877658"/>
                    <a:pt x="3321917" y="1925489"/>
                    <a:pt x="3321917" y="2244810"/>
                  </a:cubicBezTo>
                  <a:cubicBezTo>
                    <a:pt x="3321917" y="2564806"/>
                    <a:pt x="3320570" y="2611289"/>
                    <a:pt x="3311815" y="2611289"/>
                  </a:cubicBezTo>
                  <a:cubicBezTo>
                    <a:pt x="3303059" y="2611289"/>
                    <a:pt x="3301712" y="2829559"/>
                    <a:pt x="3299691" y="4458503"/>
                  </a:cubicBezTo>
                  <a:lnTo>
                    <a:pt x="3298344" y="6306390"/>
                  </a:lnTo>
                  <a:lnTo>
                    <a:pt x="3282854" y="6363653"/>
                  </a:lnTo>
                  <a:cubicBezTo>
                    <a:pt x="3243117" y="6513208"/>
                    <a:pt x="3154213" y="6623017"/>
                    <a:pt x="3022206" y="6687016"/>
                  </a:cubicBezTo>
                  <a:cubicBezTo>
                    <a:pt x="2992571" y="6701837"/>
                    <a:pt x="2948793" y="6718005"/>
                    <a:pt x="2924547" y="6723394"/>
                  </a:cubicBezTo>
                  <a:cubicBezTo>
                    <a:pt x="2826214" y="6746973"/>
                    <a:pt x="2722494" y="6748320"/>
                    <a:pt x="1597733" y="6745626"/>
                  </a:cubicBezTo>
                  <a:cubicBezTo>
                    <a:pt x="586121" y="6743605"/>
                    <a:pt x="485095" y="6742257"/>
                    <a:pt x="433235" y="6732152"/>
                  </a:cubicBezTo>
                  <a:cubicBezTo>
                    <a:pt x="208282" y="6686342"/>
                    <a:pt x="57416" y="6522640"/>
                    <a:pt x="28455" y="6295612"/>
                  </a:cubicBezTo>
                  <a:cubicBezTo>
                    <a:pt x="23741" y="6257886"/>
                    <a:pt x="21720" y="5669768"/>
                    <a:pt x="21720" y="4505660"/>
                  </a:cubicBezTo>
                  <a:cubicBezTo>
                    <a:pt x="21720" y="2971031"/>
                    <a:pt x="20373" y="2772297"/>
                    <a:pt x="11618" y="2768929"/>
                  </a:cubicBezTo>
                  <a:cubicBezTo>
                    <a:pt x="-3873" y="2762866"/>
                    <a:pt x="-3873" y="2314199"/>
                    <a:pt x="11618" y="2301399"/>
                  </a:cubicBezTo>
                  <a:cubicBezTo>
                    <a:pt x="26435" y="2289273"/>
                    <a:pt x="26435" y="2188222"/>
                    <a:pt x="11618" y="2182832"/>
                  </a:cubicBezTo>
                  <a:cubicBezTo>
                    <a:pt x="-3873" y="2176769"/>
                    <a:pt x="-3873" y="1723387"/>
                    <a:pt x="11618" y="1717997"/>
                  </a:cubicBezTo>
                  <a:cubicBezTo>
                    <a:pt x="26435" y="1711934"/>
                    <a:pt x="26435" y="1514548"/>
                    <a:pt x="11618" y="1509158"/>
                  </a:cubicBezTo>
                  <a:cubicBezTo>
                    <a:pt x="-3200" y="1503095"/>
                    <a:pt x="-3873" y="1270678"/>
                    <a:pt x="10944" y="1270678"/>
                  </a:cubicBezTo>
                  <a:cubicBezTo>
                    <a:pt x="19700" y="1270678"/>
                    <a:pt x="21047" y="1211395"/>
                    <a:pt x="23741" y="850979"/>
                  </a:cubicBezTo>
                  <a:cubicBezTo>
                    <a:pt x="26435" y="376713"/>
                    <a:pt x="25088" y="387491"/>
                    <a:pt x="80316" y="275662"/>
                  </a:cubicBezTo>
                  <a:cubicBezTo>
                    <a:pt x="155075" y="121390"/>
                    <a:pt x="295839" y="27076"/>
                    <a:pt x="481054" y="4845"/>
                  </a:cubicBezTo>
                  <a:cubicBezTo>
                    <a:pt x="504626" y="1897"/>
                    <a:pt x="924738" y="-19"/>
                    <a:pt x="1457586" y="0"/>
                  </a:cubicBezTo>
                  <a:close/>
                </a:path>
              </a:pathLst>
            </a:custGeom>
            <a:gradFill>
              <a:gsLst>
                <a:gs pos="88000">
                  <a:srgbClr val="0165FF">
                    <a:lumMod val="0"/>
                    <a:lumOff val="100000"/>
                  </a:srgbClr>
                </a:gs>
                <a:gs pos="0">
                  <a:srgbClr val="0165FF">
                    <a:lumMod val="0"/>
                    <a:lumOff val="100000"/>
                  </a:srgb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/>
            <a:lstStyle/>
            <a:p>
              <a:endParaRPr lang="zh-CN"/>
            </a:p>
          </p:txBody>
        </p:sp>
        <p:sp>
          <p:nvSpPr>
            <p:cNvPr id="605" name="screen"/>
            <p:cNvSpPr/>
            <p:nvPr/>
          </p:nvSpPr>
          <p:spPr>
            <a:xfrm>
              <a:off x="82296" y="146304"/>
              <a:ext cx="1909521" cy="3919796"/>
            </a:xfrm>
            <a:prstGeom prst="roundRect">
              <a:avLst>
                <a:gd name="adj" fmla="val 9000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  <p:txBody>
            <a:bodyPr/>
            <a:lstStyle/>
            <a:p>
              <a:endParaRPr lang="zh-CN"/>
            </a:p>
          </p:txBody>
        </p:sp>
      </p:grpSp>
      <p:sp>
        <p:nvSpPr>
          <p:cNvPr id="3002" name="TextBox 3001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bz-phone-mock  ·  手机样机(渐变机身 + 空白屏,蒸自模板;放截图/双机簇用)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azure 渐变圆角机身 + 白色空屏(94% alpha);grpSp identity,builder place(x,y,w,h) 缩放定位;屏区可再叠真截图 blipFill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一段文字/图文页右侧视觉簇;双机可对角错位;screen 区叠真截图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place(slide,'bz-phone-mock.xml',x,y,w,h) 缩放;换 accent 换机身色;注入完好(grpSp,非 scene3d)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5" name="TextBox 3004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bz-ghost-cluster  ·  ghost 圆簇背景构造(1 大圆角 blob + 3 小漂浮圆,azure 渐变,整组一件)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1 大圆角 blob(顶实底透 azure→cyan)+ 3 小圆角块散布四周,整组叠出「大圆+周边小圆」背景构造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一段文字/图文/产品页右侧视觉簇背景;压视觉之下、底之上;自然位 off(5.14,0.98) ext(7.93×6.04)in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place(slide,'bz-ghost-cluster.xml',x,y,w,h) 整组缩放;换 accent 换色;并原 ghost-orb+soft-panel+accent-chip 为一件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EA4C32B-2DF4-4A79-ABB4-97D63FBB68DF}"/>
              </a:ext>
            </a:extLst>
          </p:cNvPr>
          <p:cNvSpPr/>
          <p:nvPr/>
        </p:nvSpPr>
        <p:spPr>
          <a:xfrm>
            <a:off x="6445842" y="1011699"/>
            <a:ext cx="5240636" cy="52406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165FF">
                  <a:lumMod val="100000"/>
                </a:srgbClr>
              </a:gs>
              <a:gs pos="93000">
                <a:srgbClr val="00BEFF">
                  <a:lumMod val="100000"/>
                  <a:alpha val="0"/>
                </a:srgbClr>
              </a:gs>
            </a:gsLst>
            <a:lin ang="5400000" scaled="0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zh-CN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7ABE608-2852-4BB2-AF63-97C15B4E0E44}"/>
              </a:ext>
            </a:extLst>
          </p:cNvPr>
          <p:cNvSpPr/>
          <p:nvPr/>
        </p:nvSpPr>
        <p:spPr>
          <a:xfrm>
            <a:off x="5892866" y="898105"/>
            <a:ext cx="692746" cy="69274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5000">
                <a:srgbClr val="0165FF">
                  <a:lumMod val="0"/>
                  <a:lumOff val="100000"/>
                </a:srgbClr>
              </a:gs>
              <a:gs pos="100000">
                <a:srgbClr val="00BEFF">
                  <a:lumMod val="48000"/>
                  <a:lumOff val="52000"/>
                </a:srgbClr>
              </a:gs>
            </a:gsLst>
            <a:lin ang="27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zh-CN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9C11EBF-8B2C-4D6D-BE15-AC45C70F6129}"/>
              </a:ext>
            </a:extLst>
          </p:cNvPr>
          <p:cNvSpPr/>
          <p:nvPr/>
        </p:nvSpPr>
        <p:spPr>
          <a:xfrm>
            <a:off x="4697899" y="4439872"/>
            <a:ext cx="425209" cy="4252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165FF">
                  <a:lumMod val="100000"/>
                </a:srgbClr>
              </a:gs>
              <a:gs pos="100000">
                <a:srgbClr val="00BEFF">
                  <a:lumMod val="0"/>
                  <a:lumOff val="100000"/>
                  <a:alpha val="0"/>
                </a:srgbClr>
              </a:gs>
            </a:gsLst>
            <a:lin ang="27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zh-CN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59EB2C1-C863-405C-B350-262C6B57B0B1}"/>
              </a:ext>
            </a:extLst>
          </p:cNvPr>
          <p:cNvSpPr/>
          <p:nvPr/>
        </p:nvSpPr>
        <p:spPr>
          <a:xfrm>
            <a:off x="11053083" y="5524367"/>
            <a:ext cx="893657" cy="89365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2000">
                <a:srgbClr val="0165FF">
                  <a:lumMod val="10000"/>
                  <a:lumOff val="90000"/>
                  <a:alpha val="65000"/>
                </a:srgbClr>
              </a:gs>
              <a:gs pos="100000">
                <a:srgbClr val="0165FF">
                  <a:lumMod val="40000"/>
                  <a:lumOff val="60000"/>
                </a:srgbClr>
              </a:gs>
            </a:gsLst>
            <a:lin ang="270000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softEdge rad="203200"/>
          </a:effectLst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1" name="组合 2"/>
          <p:cNvGrpSpPr/>
          <p:nvPr/>
        </p:nvGrpSpPr>
        <p:grpSpPr>
          <a:xfrm>
            <a:off x="-160865" y="2137292"/>
            <a:ext cx="12513732" cy="2262674"/>
            <a:chOff x="-266700" y="7450318"/>
            <a:chExt cx="12725399" cy="2300945"/>
          </a:xfrm>
          <a:gradFill>
            <a:gsLst>
              <a:gs pos="0">
                <a:srgbClr val="00BEFF">
                  <a:lumMod val="0"/>
                  <a:lumOff val="100000"/>
                  <a:alpha val="0"/>
                </a:srgbClr>
              </a:gs>
              <a:gs pos="47000">
                <a:srgbClr val="00BEFF">
                  <a:lumMod val="100000"/>
                  <a:alpha val="35000"/>
                </a:srgbClr>
              </a:gs>
              <a:gs pos="98000">
                <a:srgbClr val="0165FF">
                  <a:lumMod val="76000"/>
                  <a:lumOff val="24000"/>
                </a:srgbClr>
              </a:gs>
            </a:gsLst>
            <a:lin ang="5400000" scaled="1"/>
          </a:gradFill>
          <a:scene3d>
            <a:camera prst="orthographicFront">
              <a:rot lat="17699978" lon="0" rev="0"/>
            </a:camera>
            <a:lightRig rig="contrasting" dir="t"/>
          </a:scene3d>
        </p:grpSpPr>
        <p:sp>
          <p:nvSpPr>
            <p:cNvPr id="4" name="任意多边形: 形状 3"/>
            <p:cNvSpPr/>
            <p:nvPr/>
          </p:nvSpPr>
          <p:spPr>
            <a:xfrm>
              <a:off x="-266700" y="7450318"/>
              <a:ext cx="4998679" cy="2300945"/>
            </a:xfrm>
            <a:custGeom>
              <a:avLst/>
              <a:gdLst>
                <a:gd name="connsiteX0" fmla="*/ 2470180 w 4998679"/>
                <a:gd name="connsiteY0" fmla="*/ 0 h 2300945"/>
                <a:gd name="connsiteX1" fmla="*/ 4998679 w 4998679"/>
                <a:gd name="connsiteY1" fmla="*/ 0 h 2300945"/>
                <a:gd name="connsiteX2" fmla="*/ 3747640 w 4998679"/>
                <a:gd name="connsiteY2" fmla="*/ 2300945 h 2300945"/>
                <a:gd name="connsiteX3" fmla="*/ 0 w 4998679"/>
                <a:gd name="connsiteY3" fmla="*/ 2300945 h 2300945"/>
                <a:gd name="connsiteX4" fmla="*/ 2470180 w 4998679"/>
                <a:gd name="connsiteY4" fmla="*/ 0 h 2300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679" h="2300945">
                  <a:moveTo>
                    <a:pt x="2470180" y="0"/>
                  </a:moveTo>
                  <a:lnTo>
                    <a:pt x="4998679" y="0"/>
                  </a:lnTo>
                  <a:lnTo>
                    <a:pt x="3747640" y="2300945"/>
                  </a:lnTo>
                  <a:lnTo>
                    <a:pt x="0" y="2300945"/>
                  </a:lnTo>
                  <a:lnTo>
                    <a:pt x="247018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3624325" y="7450318"/>
              <a:ext cx="4751799" cy="2300945"/>
            </a:xfrm>
            <a:custGeom>
              <a:avLst/>
              <a:gdLst>
                <a:gd name="connsiteX0" fmla="*/ 1251039 w 4751799"/>
                <a:gd name="connsiteY0" fmla="*/ 0 h 2300945"/>
                <a:gd name="connsiteX1" fmla="*/ 3500761 w 4751799"/>
                <a:gd name="connsiteY1" fmla="*/ 0 h 2300945"/>
                <a:gd name="connsiteX2" fmla="*/ 4751799 w 4751799"/>
                <a:gd name="connsiteY2" fmla="*/ 2300945 h 2300945"/>
                <a:gd name="connsiteX3" fmla="*/ 0 w 4751799"/>
                <a:gd name="connsiteY3" fmla="*/ 2300945 h 2300945"/>
                <a:gd name="connsiteX4" fmla="*/ 1251039 w 4751799"/>
                <a:gd name="connsiteY4" fmla="*/ 0 h 2300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1799" h="2300945">
                  <a:moveTo>
                    <a:pt x="1251039" y="0"/>
                  </a:moveTo>
                  <a:lnTo>
                    <a:pt x="3500761" y="0"/>
                  </a:lnTo>
                  <a:lnTo>
                    <a:pt x="4751799" y="2300945"/>
                  </a:lnTo>
                  <a:lnTo>
                    <a:pt x="0" y="2300945"/>
                  </a:lnTo>
                  <a:lnTo>
                    <a:pt x="12510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7268469" y="7450318"/>
              <a:ext cx="5190230" cy="2300945"/>
            </a:xfrm>
            <a:custGeom>
              <a:avLst/>
              <a:gdLst>
                <a:gd name="connsiteX0" fmla="*/ 0 w 5190230"/>
                <a:gd name="connsiteY0" fmla="*/ 0 h 2300945"/>
                <a:gd name="connsiteX1" fmla="*/ 2720050 w 5190230"/>
                <a:gd name="connsiteY1" fmla="*/ 0 h 2300945"/>
                <a:gd name="connsiteX2" fmla="*/ 5190230 w 5190230"/>
                <a:gd name="connsiteY2" fmla="*/ 2300945 h 2300945"/>
                <a:gd name="connsiteX3" fmla="*/ 1251039 w 5190230"/>
                <a:gd name="connsiteY3" fmla="*/ 2300945 h 2300945"/>
                <a:gd name="connsiteX4" fmla="*/ 0 w 5190230"/>
                <a:gd name="connsiteY4" fmla="*/ 0 h 2300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90230" h="2300945">
                  <a:moveTo>
                    <a:pt x="0" y="0"/>
                  </a:moveTo>
                  <a:lnTo>
                    <a:pt x="2720050" y="0"/>
                  </a:lnTo>
                  <a:lnTo>
                    <a:pt x="5190230" y="2300945"/>
                  </a:lnTo>
                  <a:lnTo>
                    <a:pt x="1251039" y="230094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/>
            </a:p>
          </p:txBody>
        </p:sp>
      </p:grpSp>
      <p:sp>
        <p:nvSpPr>
          <p:cNvPr id="4002" name="TextBox 4001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bz-flow-podium-trio  ·  p103 三联承托台(倒梯形+scene3d透视+组渐变)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3 个倒梯形承托台并排 + scene3d 透视(顶面亮/侧面暗) + 整组 azure→cyan 渐变,做三屏图的立体垫底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三屏横排:图下整组,place(-0.18,2.34,13.69,2.47)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place(x,y,w,h) 整组缩放;换 accent 换色;三联间距组内固定;注入保 scene3d 透视(同文件 place 无损)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2" name="组合 49"/>
          <p:cNvGrpSpPr/>
          <p:nvPr/>
        </p:nvGrpSpPr>
        <p:grpSpPr>
          <a:xfrm flipV="1">
            <a:off x="4632960" y="1700000"/>
            <a:ext cx="2926080" cy="2234847"/>
            <a:chOff x="3052233" y="5134776"/>
            <a:chExt cx="240242" cy="273213"/>
          </a:xfrm>
        </p:grpSpPr>
        <p:sp>
          <p:nvSpPr>
            <p:cNvPr id="47" name="等腰三角形 46"/>
            <p:cNvSpPr/>
            <p:nvPr/>
          </p:nvSpPr>
          <p:spPr>
            <a:xfrm>
              <a:off x="3052233" y="5134776"/>
              <a:ext cx="240242" cy="207105"/>
            </a:xfrm>
            <a:prstGeom prst="triangle">
              <a:avLst/>
            </a:prstGeom>
            <a:gradFill flip="none" rotWithShape="1">
              <a:gsLst>
                <a:gs pos="0">
                  <a:srgbClr val="0165FF">
                    <a:lumMod val="100000"/>
                  </a:srgbClr>
                </a:gs>
                <a:gs pos="78000">
                  <a:srgbClr val="00BEFF">
                    <a:lumMod val="100000"/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3052233" y="5200884"/>
              <a:ext cx="240242" cy="207105"/>
            </a:xfrm>
            <a:prstGeom prst="triangle">
              <a:avLst/>
            </a:prstGeom>
            <a:gradFill flip="none" rotWithShape="1">
              <a:gsLst>
                <a:gs pos="0">
                  <a:srgbClr val="0165FF">
                    <a:lumMod val="100000"/>
                    <a:alpha val="70000"/>
                  </a:srgbClr>
                </a:gs>
                <a:gs pos="78000">
                  <a:srgbClr val="00BEFF">
                    <a:lumMod val="100000"/>
                    <a:alpha val="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03" name="TextBox 4002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bz-down-arrow  ·  p103 向下箭头(双三角虚实叠 flipV)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上实下虚双三角(flipV)向下箭头,做流程/向下指示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三屏横排:列间图下,每列一个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place 定位;每列一个;换色随主题;小件注入完好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z-tilt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bz-tilt-bg  ·  浅蓝 3D 隧道/走廊透视背景图(2000x1121;p104 倾斜卡 + p105 中心辐射 共用底)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浅蓝未来感隧道透视 JPEG;builder add_picture 后注入 duotone(accent1 shade45/satMod135→白)+ alphaModFix(p104=33%/p105=29%)染蓝半透明,只取 blob 会发白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倾斜卡:add_picture后注入 duotone(accent1 shade45)+alphaModFix 33%染蓝半透明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换 duotone 两色换调;改 alphaModFix 控浓淡;p104/p105 同图不同透明度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4" name="矩形: 圆角 1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0165FF">
                  <a:lumMod val="11000"/>
                  <a:lumOff val="89000"/>
                </a:srgbClr>
              </a:gs>
              <a:gs pos="6000">
                <a:srgbClr val="0165FF">
                  <a:lumMod val="4000"/>
                  <a:lumOff val="96000"/>
                </a:srgbClr>
              </a:gs>
            </a:gsLst>
            <a:lin ang="10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165FF">
              <a:shade val="50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05" name="TextBox 4004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bz-tilt-base  ·  p104 浅蓝渐变底(roundRect 全屏)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满屏 roundRect 浅蓝白渐变,做倾斜卡页最底铺色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倾斜卡:最底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place 满版;换渐变两色;最底层压栈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5" name="dark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06" name="梯形 23"/>
          <p:cNvSpPr/>
          <p:nvPr/>
        </p:nvSpPr>
        <p:spPr>
          <a:xfrm>
            <a:off x="-2286000" y="-802581"/>
            <a:ext cx="16764000" cy="9145286"/>
          </a:xfrm>
          <a:prstGeom prst="trapezoid">
            <a:avLst>
              <a:gd name="adj" fmla="val 78878"/>
            </a:avLst>
          </a:prstGeom>
          <a:gradFill>
            <a:gsLst>
              <a:gs pos="100000">
                <a:srgbClr val="0165FF">
                  <a:lumMod val="11000"/>
                  <a:lumOff val="89000"/>
                  <a:alpha val="0"/>
                </a:srgbClr>
              </a:gs>
              <a:gs pos="51000">
                <a:srgbClr val="0165FF">
                  <a:lumMod val="4000"/>
                  <a:lumOff val="96000"/>
                </a:srgbClr>
              </a:gs>
            </a:gsLst>
            <a:lin ang="5400000" scaled="0"/>
          </a:gradFill>
          <a:ln>
            <a:noFill/>
          </a:ln>
          <a:scene3d>
            <a:camera prst="orthographicFront">
              <a:rot lat="17399987" lon="0" rev="0"/>
            </a:camera>
            <a:lightRig rig="threePt" dir="t"/>
          </a:scene3d>
        </p:spPr>
        <p:style>
          <a:lnRef idx="2">
            <a:srgbClr val="0165FF">
              <a:shade val="15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7" name="TextBox 4006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bz-tilt-bg-glow + bz-tilt-corner-glow  ·  p104 背景光层(透视光带 + 角光束)</a:t>
            </a:r>
          </a:p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梯形+scene3d 中央透视亮带(纵深) + custGeom 角部光束(flipH 左右下角),叠隧道背景图上加纵深/氛围</a:t>
            </a:r>
          </a:p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倾斜卡页 背景图之上、出血;光带居中纵深,光束贴左右下角</a:t>
            </a:r>
          </a:p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place 出血定位;换色;注入保 scene3d;两件可分别 place 或同页叠用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C242A9C-DE22-4F5E-9A73-41BDB9EFE501}"/>
              </a:ext>
            </a:extLst>
          </p:cNvPr>
          <p:cNvSpPr/>
          <p:nvPr/>
        </p:nvSpPr>
        <p:spPr>
          <a:xfrm>
            <a:off x="8823377" y="4566116"/>
            <a:ext cx="2757914" cy="1620489"/>
          </a:xfrm>
          <a:custGeom>
            <a:avLst/>
            <a:gdLst>
              <a:gd name="connsiteX0" fmla="*/ 0 w 2713464"/>
              <a:gd name="connsiteY0" fmla="*/ 96644 h 1576039"/>
              <a:gd name="connsiteX1" fmla="*/ 1516566 w 2713464"/>
              <a:gd name="connsiteY1" fmla="*/ 1576039 h 1576039"/>
              <a:gd name="connsiteX2" fmla="*/ 2713464 w 2713464"/>
              <a:gd name="connsiteY2" fmla="*/ 1568605 h 1576039"/>
              <a:gd name="connsiteX3" fmla="*/ 1100254 w 2713464"/>
              <a:gd name="connsiteY3" fmla="*/ 0 h 1576039"/>
              <a:gd name="connsiteX4" fmla="*/ 0 w 2713464"/>
              <a:gd name="connsiteY4" fmla="*/ 96644 h 1576039"/>
              <a:gd name="connsiteX0-1" fmla="*/ 0 w 2713464"/>
              <a:gd name="connsiteY0-2" fmla="*/ 71244 h 1550639"/>
              <a:gd name="connsiteX1-3" fmla="*/ 1516566 w 2713464"/>
              <a:gd name="connsiteY1-4" fmla="*/ 1550639 h 1550639"/>
              <a:gd name="connsiteX2-5" fmla="*/ 2713464 w 2713464"/>
              <a:gd name="connsiteY2-6" fmla="*/ 1543205 h 1550639"/>
              <a:gd name="connsiteX3-7" fmla="*/ 935154 w 2713464"/>
              <a:gd name="connsiteY3-8" fmla="*/ 0 h 1550639"/>
              <a:gd name="connsiteX4-9" fmla="*/ 0 w 2713464"/>
              <a:gd name="connsiteY4-10" fmla="*/ 71244 h 1550639"/>
              <a:gd name="connsiteX0-11" fmla="*/ 0 w 2624564"/>
              <a:gd name="connsiteY0-12" fmla="*/ 58544 h 1550639"/>
              <a:gd name="connsiteX1-13" fmla="*/ 1427666 w 2624564"/>
              <a:gd name="connsiteY1-14" fmla="*/ 1550639 h 1550639"/>
              <a:gd name="connsiteX2-15" fmla="*/ 2624564 w 2624564"/>
              <a:gd name="connsiteY2-16" fmla="*/ 1543205 h 1550639"/>
              <a:gd name="connsiteX3-17" fmla="*/ 846254 w 2624564"/>
              <a:gd name="connsiteY3-18" fmla="*/ 0 h 1550639"/>
              <a:gd name="connsiteX4-19" fmla="*/ 0 w 2624564"/>
              <a:gd name="connsiteY4-20" fmla="*/ 58544 h 1550639"/>
              <a:gd name="connsiteX0-21" fmla="*/ 0 w 2694414"/>
              <a:gd name="connsiteY0-22" fmla="*/ 58544 h 1550639"/>
              <a:gd name="connsiteX1-23" fmla="*/ 1497516 w 2694414"/>
              <a:gd name="connsiteY1-24" fmla="*/ 1550639 h 1550639"/>
              <a:gd name="connsiteX2-25" fmla="*/ 2694414 w 2694414"/>
              <a:gd name="connsiteY2-26" fmla="*/ 1543205 h 1550639"/>
              <a:gd name="connsiteX3-27" fmla="*/ 916104 w 2694414"/>
              <a:gd name="connsiteY3-28" fmla="*/ 0 h 1550639"/>
              <a:gd name="connsiteX4-29" fmla="*/ 0 w 2694414"/>
              <a:gd name="connsiteY4-30" fmla="*/ 58544 h 1550639"/>
              <a:gd name="connsiteX0-31" fmla="*/ 0 w 2757914"/>
              <a:gd name="connsiteY0-32" fmla="*/ 58544 h 1550639"/>
              <a:gd name="connsiteX1-33" fmla="*/ 1561016 w 2757914"/>
              <a:gd name="connsiteY1-34" fmla="*/ 1550639 h 1550639"/>
              <a:gd name="connsiteX2-35" fmla="*/ 2757914 w 2757914"/>
              <a:gd name="connsiteY2-36" fmla="*/ 1543205 h 1550639"/>
              <a:gd name="connsiteX3-37" fmla="*/ 979604 w 2757914"/>
              <a:gd name="connsiteY3-38" fmla="*/ 0 h 1550639"/>
              <a:gd name="connsiteX4-39" fmla="*/ 0 w 2757914"/>
              <a:gd name="connsiteY4-40" fmla="*/ 58544 h 1550639"/>
              <a:gd name="connsiteX0-41" fmla="*/ 0 w 2757914"/>
              <a:gd name="connsiteY0-42" fmla="*/ 58544 h 1576039"/>
              <a:gd name="connsiteX1-43" fmla="*/ 1599116 w 2757914"/>
              <a:gd name="connsiteY1-44" fmla="*/ 1576039 h 1576039"/>
              <a:gd name="connsiteX2-45" fmla="*/ 2757914 w 2757914"/>
              <a:gd name="connsiteY2-46" fmla="*/ 1543205 h 1576039"/>
              <a:gd name="connsiteX3-47" fmla="*/ 979604 w 2757914"/>
              <a:gd name="connsiteY3-48" fmla="*/ 0 h 1576039"/>
              <a:gd name="connsiteX4-49" fmla="*/ 0 w 2757914"/>
              <a:gd name="connsiteY4-50" fmla="*/ 58544 h 1576039"/>
              <a:gd name="connsiteX0-51" fmla="*/ 0 w 2757914"/>
              <a:gd name="connsiteY0-52" fmla="*/ 58544 h 1620489"/>
              <a:gd name="connsiteX1-53" fmla="*/ 1656266 w 2757914"/>
              <a:gd name="connsiteY1-54" fmla="*/ 1620489 h 1620489"/>
              <a:gd name="connsiteX2-55" fmla="*/ 2757914 w 2757914"/>
              <a:gd name="connsiteY2-56" fmla="*/ 1543205 h 1620489"/>
              <a:gd name="connsiteX3-57" fmla="*/ 979604 w 2757914"/>
              <a:gd name="connsiteY3-58" fmla="*/ 0 h 1620489"/>
              <a:gd name="connsiteX4-59" fmla="*/ 0 w 2757914"/>
              <a:gd name="connsiteY4-60" fmla="*/ 58544 h 16204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57914" h="1620489">
                <a:moveTo>
                  <a:pt x="0" y="58544"/>
                </a:moveTo>
                <a:lnTo>
                  <a:pt x="1656266" y="1620489"/>
                </a:lnTo>
                <a:lnTo>
                  <a:pt x="2757914" y="1543205"/>
                </a:lnTo>
                <a:lnTo>
                  <a:pt x="979604" y="0"/>
                </a:lnTo>
                <a:lnTo>
                  <a:pt x="0" y="58544"/>
                </a:lnTo>
                <a:close/>
              </a:path>
            </a:pathLst>
          </a:custGeom>
          <a:gradFill>
            <a:gsLst>
              <a:gs pos="100000">
                <a:srgbClr val="0165FF">
                  <a:alpha val="35000"/>
                </a:srgbClr>
              </a:gs>
              <a:gs pos="0">
                <a:srgbClr val="0165FF">
                  <a:lumMod val="4000"/>
                  <a:lumOff val="96000"/>
                  <a:alpha val="0"/>
                </a:srgbClr>
              </a:gs>
            </a:gsLst>
            <a:lin ang="5400000" scaled="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155FA930-C30E-4B15-9D55-0457EF8ADDCE}"/>
              </a:ext>
            </a:extLst>
          </p:cNvPr>
          <p:cNvSpPr/>
          <p:nvPr/>
        </p:nvSpPr>
        <p:spPr>
          <a:xfrm>
            <a:off x="8136466" y="4501722"/>
            <a:ext cx="945665" cy="1868035"/>
          </a:xfrm>
          <a:custGeom>
            <a:avLst/>
            <a:gdLst>
              <a:gd name="connsiteX0" fmla="*/ 0 w 1011044"/>
              <a:gd name="connsiteY0" fmla="*/ 0 h 1910576"/>
              <a:gd name="connsiteX1" fmla="*/ 728546 w 1011044"/>
              <a:gd name="connsiteY1" fmla="*/ 936702 h 1910576"/>
              <a:gd name="connsiteX2" fmla="*/ 178419 w 1011044"/>
              <a:gd name="connsiteY2" fmla="*/ 936702 h 1910576"/>
              <a:gd name="connsiteX3" fmla="*/ 1011044 w 1011044"/>
              <a:gd name="connsiteY3" fmla="*/ 1910576 h 1910576"/>
              <a:gd name="connsiteX0-1" fmla="*/ 0 w 1018479"/>
              <a:gd name="connsiteY0-2" fmla="*/ 0 h 1851102"/>
              <a:gd name="connsiteX1-3" fmla="*/ 735981 w 1018479"/>
              <a:gd name="connsiteY1-4" fmla="*/ 877228 h 1851102"/>
              <a:gd name="connsiteX2-5" fmla="*/ 185854 w 1018479"/>
              <a:gd name="connsiteY2-6" fmla="*/ 877228 h 1851102"/>
              <a:gd name="connsiteX3-7" fmla="*/ 1018479 w 1018479"/>
              <a:gd name="connsiteY3-8" fmla="*/ 1851102 h 1851102"/>
              <a:gd name="connsiteX0-9" fmla="*/ 0 w 1038799"/>
              <a:gd name="connsiteY0-10" fmla="*/ 0 h 1851102"/>
              <a:gd name="connsiteX1-11" fmla="*/ 756301 w 1038799"/>
              <a:gd name="connsiteY1-12" fmla="*/ 877228 h 1851102"/>
              <a:gd name="connsiteX2-13" fmla="*/ 206174 w 1038799"/>
              <a:gd name="connsiteY2-14" fmla="*/ 877228 h 1851102"/>
              <a:gd name="connsiteX3-15" fmla="*/ 1038799 w 1038799"/>
              <a:gd name="connsiteY3-16" fmla="*/ 1851102 h 1851102"/>
              <a:gd name="connsiteX0-17" fmla="*/ 0 w 1038799"/>
              <a:gd name="connsiteY0-18" fmla="*/ 0 h 1851102"/>
              <a:gd name="connsiteX1-19" fmla="*/ 866367 w 1038799"/>
              <a:gd name="connsiteY1-20" fmla="*/ 868761 h 1851102"/>
              <a:gd name="connsiteX2-21" fmla="*/ 206174 w 1038799"/>
              <a:gd name="connsiteY2-22" fmla="*/ 877228 h 1851102"/>
              <a:gd name="connsiteX3-23" fmla="*/ 1038799 w 1038799"/>
              <a:gd name="connsiteY3-24" fmla="*/ 1851102 h 1851102"/>
              <a:gd name="connsiteX0-25" fmla="*/ 0 w 945665"/>
              <a:gd name="connsiteY0-26" fmla="*/ 0 h 1868035"/>
              <a:gd name="connsiteX1-27" fmla="*/ 866367 w 945665"/>
              <a:gd name="connsiteY1-28" fmla="*/ 868761 h 1868035"/>
              <a:gd name="connsiteX2-29" fmla="*/ 206174 w 945665"/>
              <a:gd name="connsiteY2-30" fmla="*/ 877228 h 1868035"/>
              <a:gd name="connsiteX3-31" fmla="*/ 945665 w 945665"/>
              <a:gd name="connsiteY3-32" fmla="*/ 1868035 h 18680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45665" h="1868035">
                <a:moveTo>
                  <a:pt x="0" y="0"/>
                </a:moveTo>
                <a:lnTo>
                  <a:pt x="866367" y="868761"/>
                </a:lnTo>
                <a:lnTo>
                  <a:pt x="206174" y="877228"/>
                </a:lnTo>
                <a:lnTo>
                  <a:pt x="945665" y="1868035"/>
                </a:lnTo>
              </a:path>
            </a:pathLst>
          </a:custGeom>
          <a:noFill/>
          <a:ln w="9525" cap="flat" cmpd="sng" algn="ctr">
            <a:gradFill>
              <a:gsLst>
                <a:gs pos="0">
                  <a:srgbClr val="0165FF">
                    <a:lumMod val="5000"/>
                    <a:lumOff val="95000"/>
                  </a:srgbClr>
                </a:gs>
                <a:gs pos="100000">
                  <a:srgbClr val="0165FF">
                    <a:lumMod val="100000"/>
                  </a:srgbClr>
                </a:gs>
                <a:gs pos="48000">
                  <a:srgbClr val="0165FF">
                    <a:lumMod val="30000"/>
                    <a:lumOff val="70000"/>
                  </a:srgbClr>
                </a:gs>
              </a:gsLst>
              <a:lin ang="5400000" scaled="1"/>
            </a:gra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76D62DB-DB17-47DB-9034-AE6711F8B11F}"/>
              </a:ext>
            </a:extLst>
          </p:cNvPr>
          <p:cNvCxnSpPr/>
          <p:nvPr/>
        </p:nvCxnSpPr>
        <p:spPr>
          <a:xfrm flipH="1">
            <a:off x="-118533" y="4685552"/>
            <a:ext cx="1921933" cy="1278015"/>
          </a:xfrm>
          <a:prstGeom prst="line">
            <a:avLst/>
          </a:prstGeom>
          <a:noFill/>
          <a:ln w="9525" cap="flat" cmpd="sng" algn="ctr">
            <a:gradFill>
              <a:gsLst>
                <a:gs pos="100000">
                  <a:srgbClr val="0165FF">
                    <a:lumMod val="100000"/>
                  </a:srgbClr>
                </a:gs>
                <a:gs pos="0">
                  <a:srgbClr val="0165FF">
                    <a:lumMod val="30000"/>
                    <a:lumOff val="70000"/>
                    <a:alpha val="30000"/>
                  </a:srgb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A95E4A31-84D5-4E7C-BB10-C2318977C539}"/>
              </a:ext>
            </a:extLst>
          </p:cNvPr>
          <p:cNvSpPr/>
          <p:nvPr/>
        </p:nvSpPr>
        <p:spPr>
          <a:xfrm>
            <a:off x="1989666" y="5015949"/>
            <a:ext cx="1998134" cy="1490134"/>
          </a:xfrm>
          <a:custGeom>
            <a:avLst/>
            <a:gdLst>
              <a:gd name="connsiteX0" fmla="*/ 1998134 w 1998134"/>
              <a:gd name="connsiteY0" fmla="*/ 0 h 1490134"/>
              <a:gd name="connsiteX1" fmla="*/ 1202267 w 1998134"/>
              <a:gd name="connsiteY1" fmla="*/ 728134 h 1490134"/>
              <a:gd name="connsiteX2" fmla="*/ 762000 w 1998134"/>
              <a:gd name="connsiteY2" fmla="*/ 728134 h 1490134"/>
              <a:gd name="connsiteX3" fmla="*/ 0 w 1998134"/>
              <a:gd name="connsiteY3" fmla="*/ 1490134 h 1490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8134" h="1490134">
                <a:moveTo>
                  <a:pt x="1998134" y="0"/>
                </a:moveTo>
                <a:lnTo>
                  <a:pt x="1202267" y="728134"/>
                </a:lnTo>
                <a:lnTo>
                  <a:pt x="762000" y="728134"/>
                </a:lnTo>
                <a:lnTo>
                  <a:pt x="0" y="1490134"/>
                </a:lnTo>
              </a:path>
            </a:pathLst>
          </a:custGeom>
          <a:noFill/>
          <a:ln w="9525" cap="flat" cmpd="sng" algn="ctr">
            <a:gradFill>
              <a:gsLst>
                <a:gs pos="0">
                  <a:srgbClr val="0165FF">
                    <a:lumMod val="5000"/>
                    <a:lumOff val="95000"/>
                  </a:srgbClr>
                </a:gs>
                <a:gs pos="100000">
                  <a:srgbClr val="0165FF">
                    <a:lumMod val="100000"/>
                  </a:srgbClr>
                </a:gs>
                <a:gs pos="48000">
                  <a:srgbClr val="0165FF">
                    <a:lumMod val="30000"/>
                    <a:lumOff val="7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7" name="dark-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矩形: 剪去对角 19">
            <a:extLst>
              <a:ext uri="{FF2B5EF4-FFF2-40B4-BE49-F238E27FC236}">
                <a16:creationId xmlns:a16="http://schemas.microsoft.com/office/drawing/2014/main" id="{4A8D7D4A-E2E7-4C29-8FA7-E7CE9C52DF67}"/>
              </a:ext>
            </a:extLst>
          </p:cNvPr>
          <p:cNvSpPr/>
          <p:nvPr/>
        </p:nvSpPr>
        <p:spPr>
          <a:xfrm>
            <a:off x="4659571" y="1261305"/>
            <a:ext cx="3233626" cy="1846188"/>
          </a:xfrm>
          <a:prstGeom prst="snip2DiagRect">
            <a:avLst>
              <a:gd name="adj1" fmla="val 11586"/>
              <a:gd name="adj2" fmla="val 10606"/>
            </a:avLst>
          </a:prstGeom>
          <a:gradFill>
            <a:gsLst>
              <a:gs pos="80000">
                <a:srgbClr val="0165FF">
                  <a:lumMod val="100000"/>
                  <a:alpha val="68000"/>
                </a:srgbClr>
              </a:gs>
              <a:gs pos="15000">
                <a:srgbClr val="00BEFF">
                  <a:alpha val="0"/>
                </a:srgbClr>
              </a:gs>
            </a:gsLst>
            <a:lin ang="8100000" scaled="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009" name="TextBox 4008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bz-tilt-glow + bz-tilt-frame  ·  p104 卡发光层 + 渐变边框</a:t>
            </a:r>
          </a:p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snip2DiagRect(剪双角)半透明 azure 发光层(a74) + 同形渐变描边框+底部倒影,成对叠每张倾斜卡图上</a:t>
            </a:r>
          </a:p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倾斜卡:与卡图同位同尺寸,glow 在下、frame 包边</a:t>
            </a:r>
          </a:p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place 与卡图同位;glow 改 alpha 控发光、frame 改描边宽/色</a:t>
            </a:r>
          </a:p>
        </p:txBody>
      </p:sp>
      <p:sp>
        <p:nvSpPr>
          <p:cNvPr id="18" name="矩形: 剪去对角 17">
            <a:extLst>
              <a:ext uri="{FF2B5EF4-FFF2-40B4-BE49-F238E27FC236}">
                <a16:creationId xmlns:a16="http://schemas.microsoft.com/office/drawing/2014/main" id="{ACE46F60-9F6B-46EC-A454-82A1BD3F37BE}"/>
              </a:ext>
            </a:extLst>
          </p:cNvPr>
          <p:cNvSpPr/>
          <p:nvPr/>
        </p:nvSpPr>
        <p:spPr>
          <a:xfrm>
            <a:off x="4583113" y="1186709"/>
            <a:ext cx="3386542" cy="1967779"/>
          </a:xfrm>
          <a:prstGeom prst="snip2DiagRect">
            <a:avLst>
              <a:gd name="adj1" fmla="val 11586"/>
              <a:gd name="adj2" fmla="val 10606"/>
            </a:avLst>
          </a:prstGeom>
          <a:noFill/>
          <a:ln w="12700" cap="flat" cmpd="sng" algn="ctr">
            <a:gradFill>
              <a:gsLst>
                <a:gs pos="0">
                  <a:srgbClr val="0165FF">
                    <a:lumMod val="45000"/>
                    <a:lumOff val="55000"/>
                  </a:srgbClr>
                </a:gs>
                <a:gs pos="100000">
                  <a:srgbClr val="0165FF">
                    <a:lumMod val="30000"/>
                    <a:lumOff val="70000"/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reflection blurRad="6350" stA="52000" endA="300" endPos="350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" name="TextBox 4013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bz-podium-3d  ·  p105 中心透视底座(梯形+反光矩形+scene3d perspectiveRelaxed)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中心透视底座:梯形台面 + 反光矩形 + scene3d perspectiveRelaxed,承托中心大图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中心辐射:中心图下,place(3.49,4.12,6.36,3.34)</a:t>
            </a:r>
          </a:p>
          <a:p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place(3.49,4.12,6.36,3.34) 中心图下;换色;注入保透视(同文件 place)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87CD2EC-EC39-46C1-8626-2D15FEC674EA}"/>
              </a:ext>
            </a:extLst>
          </p:cNvPr>
          <p:cNvGrpSpPr/>
          <p:nvPr/>
        </p:nvGrpSpPr>
        <p:grpSpPr>
          <a:xfrm>
            <a:off x="3497838" y="1325161"/>
            <a:ext cx="5812367" cy="3053772"/>
            <a:chOff x="2602023" y="3272522"/>
            <a:chExt cx="6771353" cy="3557617"/>
          </a:xfrm>
        </p:grpSpPr>
        <p:sp>
          <p:nvSpPr>
            <p:cNvPr id="19" name="梯形 18">
              <a:extLst>
                <a:ext uri="{FF2B5EF4-FFF2-40B4-BE49-F238E27FC236}">
                  <a16:creationId xmlns:a16="http://schemas.microsoft.com/office/drawing/2014/main" id="{B26F3105-DF28-4202-A150-C4A8BA07CB0C}"/>
                </a:ext>
              </a:extLst>
            </p:cNvPr>
            <p:cNvSpPr/>
            <p:nvPr/>
          </p:nvSpPr>
          <p:spPr>
            <a:xfrm>
              <a:off x="2963332" y="3272522"/>
              <a:ext cx="6053668" cy="3557617"/>
            </a:xfrm>
            <a:prstGeom prst="trapezoid">
              <a:avLst>
                <a:gd name="adj" fmla="val 0"/>
              </a:avLst>
            </a:prstGeom>
            <a:gradFill flip="none" rotWithShape="1">
              <a:gsLst>
                <a:gs pos="100000">
                  <a:srgbClr val="0165FF">
                    <a:lumMod val="100000"/>
                    <a:alpha val="23000"/>
                  </a:srgbClr>
                </a:gs>
                <a:gs pos="0">
                  <a:srgbClr val="00BEFF">
                    <a:lumMod val="100000"/>
                    <a:alpha val="0"/>
                  </a:srgbClr>
                </a:gs>
              </a:gsLst>
              <a:lin ang="5400000" scaled="0"/>
              <a:tileRect/>
            </a:gradFill>
            <a:ln w="19050" cap="flat" cmpd="sng" algn="ctr">
              <a:gradFill>
                <a:gsLst>
                  <a:gs pos="0">
                    <a:srgbClr val="00BEFF">
                      <a:alpha val="0"/>
                    </a:srgbClr>
                  </a:gs>
                  <a:gs pos="100000">
                    <a:srgbClr val="0165FF"/>
                  </a:gs>
                </a:gsLst>
                <a:lin ang="5400000" scaled="1"/>
              </a:gradFill>
              <a:prstDash val="solid"/>
              <a:miter lim="800000"/>
            </a:ln>
            <a:effectLst/>
            <a:scene3d>
              <a:camera prst="perspectiveRelaxed">
                <a:rot lat="17073600" lon="0" rev="0"/>
              </a:camera>
              <a:lightRig rig="contrasting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BAC41B0-1975-4E98-BFDD-FF7389F94148}"/>
                </a:ext>
              </a:extLst>
            </p:cNvPr>
            <p:cNvSpPr/>
            <p:nvPr/>
          </p:nvSpPr>
          <p:spPr>
            <a:xfrm flipV="1">
              <a:off x="2602023" y="5557667"/>
              <a:ext cx="6771353" cy="610121"/>
            </a:xfrm>
            <a:prstGeom prst="rect">
              <a:avLst/>
            </a:prstGeom>
            <a:gradFill>
              <a:gsLst>
                <a:gs pos="0">
                  <a:srgbClr val="00BEFF">
                    <a:alpha val="0"/>
                  </a:srgbClr>
                </a:gs>
                <a:gs pos="100000">
                  <a:srgbClr val="0165FF">
                    <a:alpha val="16000"/>
                  </a:srgbClr>
                </a:gs>
              </a:gsLst>
              <a:lin ang="5400000" scaled="1"/>
            </a:gradFill>
            <a:ln w="19050" cap="flat" cmpd="sng" algn="ctr">
              <a:gradFill>
                <a:gsLst>
                  <a:gs pos="0">
                    <a:srgbClr val="00BEFF">
                      <a:alpha val="0"/>
                    </a:srgbClr>
                  </a:gs>
                  <a:gs pos="100000">
                    <a:srgbClr val="0165FF"/>
                  </a:gs>
                </a:gsLst>
                <a:lin ang="5400000" scaled="1"/>
              </a:gradFill>
              <a:prstDash val="solid"/>
              <a:miter lim="800000"/>
            </a:ln>
            <a:effectLst/>
            <a:scene3d>
              <a:camera prst="orthographicFront"/>
              <a:lightRig rig="contrasting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68FEF8A7-BA1A-4E47-A672-9BA38CA251A9}"/>
              </a:ext>
            </a:extLst>
          </p:cNvPr>
          <p:cNvSpPr txBox="1"/>
          <p:nvPr/>
        </p:nvSpPr>
        <p:spPr>
          <a:xfrm>
            <a:off x="4587921" y="3429163"/>
            <a:ext cx="363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en-US" altLang="zh-TW" sz="2400" b="1" dirty="0">
                <a:gradFill flip="none" rotWithShape="1">
                  <a:gsLst>
                    <a:gs pos="15000">
                      <a:srgbClr val="00BEFF"/>
                    </a:gs>
                    <a:gs pos="92000">
                      <a:srgbClr val="0165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微软雅黑" panose="020B0503020204020204" pitchFamily="34" charset="-122"/>
                <a:ea typeface="HarmonyOS Sans SC" panose="00000500000000000000"/>
              </a:rPr>
              <a:t>FPG</a:t>
            </a:r>
            <a:r>
              <a:rPr lang="zh-TW" altLang="en-US" sz="2400" b="1" dirty="0">
                <a:gradFill flip="none" rotWithShape="1">
                  <a:gsLst>
                    <a:gs pos="15000">
                      <a:srgbClr val="00BEFF"/>
                    </a:gs>
                    <a:gs pos="92000">
                      <a:srgbClr val="0165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智能监控系统</a:t>
            </a:r>
            <a:endParaRPr lang="zh-CN" altLang="en-US" sz="2400" b="1" dirty="0">
              <a:gradFill flip="none" rotWithShape="1">
                <a:gsLst>
                  <a:gs pos="15000">
                    <a:srgbClr val="00BEFF"/>
                  </a:gs>
                  <a:gs pos="92000">
                    <a:srgbClr val="0165FF"/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微软雅黑" panose="020B0503020204020204" pitchFamily="34" charset="-122"/>
              <a:ea typeface="HarmonyOS Sans SC" panose="0000050000000000000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5" name="矩形: 圆角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BEFF"/>
              </a:gs>
              <a:gs pos="77000">
                <a:srgbClr val="0165FF">
                  <a:lumMod val="90000"/>
                </a:srgbClr>
              </a:gs>
            </a:gsLst>
            <a:lin ang="27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0165FF">
              <a:shade val="15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6" name="TextBox 4015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bz-social-bg  ·  p106 背景底(accent2→accent1 蓝渐变 45°)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满屏 roundRect accent2→accent1 蓝色 45° 线性渐变,做社交/手机簇页满底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多图手机簇:最底背景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place 满版最底;换两色换调;角度可改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8" name="矩形: 圆角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BEFF"/>
              </a:gs>
              <a:gs pos="77000">
                <a:srgbClr val="0165FF">
                  <a:lumMod val="90000"/>
                </a:srgbClr>
              </a:gs>
            </a:gsLst>
            <a:lin ang="27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0165FF">
              <a:shade val="15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9" name="任意多边形: 形状 51"/>
          <p:cNvSpPr/>
          <p:nvPr/>
        </p:nvSpPr>
        <p:spPr>
          <a:xfrm>
            <a:off x="0" y="5549805"/>
            <a:ext cx="12192000" cy="1308195"/>
          </a:xfrm>
          <a:custGeom>
            <a:avLst/>
            <a:gdLst>
              <a:gd name="connsiteX0" fmla="*/ 11489000 w 12192000"/>
              <a:gd name="connsiteY0" fmla="*/ 0 h 1625052"/>
              <a:gd name="connsiteX1" fmla="*/ 12036338 w 12192000"/>
              <a:gd name="connsiteY1" fmla="*/ 29143 h 1625052"/>
              <a:gd name="connsiteX2" fmla="*/ 12192000 w 12192000"/>
              <a:gd name="connsiteY2" fmla="*/ 50018 h 1625052"/>
              <a:gd name="connsiteX3" fmla="*/ 12192000 w 12192000"/>
              <a:gd name="connsiteY3" fmla="*/ 1625052 h 1625052"/>
              <a:gd name="connsiteX4" fmla="*/ 0 w 12192000"/>
              <a:gd name="connsiteY4" fmla="*/ 1625052 h 1625052"/>
              <a:gd name="connsiteX5" fmla="*/ 0 w 12192000"/>
              <a:gd name="connsiteY5" fmla="*/ 1094182 h 1625052"/>
              <a:gd name="connsiteX6" fmla="*/ 558155 w 12192000"/>
              <a:gd name="connsiteY6" fmla="*/ 1002182 h 1625052"/>
              <a:gd name="connsiteX7" fmla="*/ 2374900 w 12192000"/>
              <a:gd name="connsiteY7" fmla="*/ 799552 h 1625052"/>
              <a:gd name="connsiteX8" fmla="*/ 6337300 w 12192000"/>
              <a:gd name="connsiteY8" fmla="*/ 1117052 h 1625052"/>
              <a:gd name="connsiteX9" fmla="*/ 10871200 w 12192000"/>
              <a:gd name="connsiteY9" fmla="*/ 37552 h 1625052"/>
              <a:gd name="connsiteX10" fmla="*/ 11489000 w 12192000"/>
              <a:gd name="connsiteY10" fmla="*/ 0 h 1625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1625052">
                <a:moveTo>
                  <a:pt x="11489000" y="0"/>
                </a:moveTo>
                <a:cubicBezTo>
                  <a:pt x="11683482" y="78"/>
                  <a:pt x="11866222" y="11272"/>
                  <a:pt x="12036338" y="29143"/>
                </a:cubicBezTo>
                <a:lnTo>
                  <a:pt x="12192000" y="50018"/>
                </a:lnTo>
                <a:lnTo>
                  <a:pt x="12192000" y="1625052"/>
                </a:lnTo>
                <a:lnTo>
                  <a:pt x="0" y="1625052"/>
                </a:lnTo>
                <a:lnTo>
                  <a:pt x="0" y="1094182"/>
                </a:lnTo>
                <a:lnTo>
                  <a:pt x="558155" y="1002182"/>
                </a:lnTo>
                <a:cubicBezTo>
                  <a:pt x="1202432" y="903831"/>
                  <a:pt x="1848644" y="828921"/>
                  <a:pt x="2374900" y="799552"/>
                </a:cubicBezTo>
                <a:cubicBezTo>
                  <a:pt x="3778250" y="721235"/>
                  <a:pt x="4921250" y="1244052"/>
                  <a:pt x="6337300" y="1117052"/>
                </a:cubicBezTo>
                <a:cubicBezTo>
                  <a:pt x="7753350" y="990052"/>
                  <a:pt x="9713383" y="179369"/>
                  <a:pt x="10871200" y="37552"/>
                </a:cubicBezTo>
                <a:cubicBezTo>
                  <a:pt x="11088291" y="10962"/>
                  <a:pt x="11294517" y="-77"/>
                  <a:pt x="114890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rgbClr val="0165FF">
              <a:shade val="15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020" name="TextBox 4019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bz-bottom-wave + bz-bottom-blue  ·  p106 底部带(白波浪 + 透明白底带)</a:t>
            </a:r>
          </a:p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效果: custGeom 21点白波浪 盖在 roundRect 透明→白底带 之上;底部的蓝由背景层(bz-social-bg)透出(本身非蓝)</a:t>
            </a:r>
          </a:p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放哪: 多图/社交页底部横贯;blue 在下垫白雾、wave 盖出波浪上沿</a:t>
            </a:r>
          </a:p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怎么调: place 底部满宽;wave 改路径调波形/填充;blue 改渐变控白雾高度</a:t>
            </a:r>
          </a:p>
        </p:txBody>
      </p:sp>
      <p:sp>
        <p:nvSpPr>
          <p:cNvPr id="5" name="矩形: 圆角 91">
            <a:extLst>
              <a:ext uri="{FF2B5EF4-FFF2-40B4-BE49-F238E27FC236}">
                <a16:creationId xmlns:a16="http://schemas.microsoft.com/office/drawing/2014/main" id="{44B50B85-0BF3-4F30-B01C-045DDC4781AB}"/>
              </a:ext>
            </a:extLst>
          </p:cNvPr>
          <p:cNvSpPr/>
          <p:nvPr/>
        </p:nvSpPr>
        <p:spPr>
          <a:xfrm>
            <a:off x="0" y="5800046"/>
            <a:ext cx="12192000" cy="1057954"/>
          </a:xfrm>
          <a:prstGeom prst="roundRect">
            <a:avLst>
              <a:gd name="adj" fmla="val 0"/>
            </a:avLst>
          </a:prstGeom>
          <a:gradFill flip="none" rotWithShape="1">
            <a:gsLst>
              <a:gs pos="33000">
                <a:srgbClr val="0165FF">
                  <a:alpha val="0"/>
                  <a:lumMod val="0"/>
                  <a:lumOff val="100000"/>
                </a:srgbClr>
              </a:gs>
              <a:gs pos="100000">
                <a:srgbClr val="0165FF">
                  <a:lumMod val="0"/>
                  <a:lumOff val="100000"/>
                </a:srgbClr>
              </a:gs>
            </a:gsLst>
            <a:lin ang="5400000" scaled="0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0165FF">
              <a:shade val="15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573648F-FB02-4BA5-B48C-64E69C1FC1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14" t="1410" r="26438" b="1679"/>
          <a:stretch>
            <a:fillRect/>
          </a:stretch>
        </p:blipFill>
        <p:spPr>
          <a:xfrm rot="20593540">
            <a:off x="6100861" y="988810"/>
            <a:ext cx="2227039" cy="45775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250000"/>
            <a:ext cx="11277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bz-phone-frame  ·  真实感手机边框(透明 PNG · 1550² · 空白屏)</a:t>
            </a: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写实 iPhone 边框 PNG(灵动岛+白屏,四周透明),放真实截图/界面;比矢量 bz-phone-mock 更写实</a:t>
            </a: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多图/图文页手机簇;屏区叠真截图(add_picture 覆盖白屏)</a:t>
            </a:r>
          </a:p>
          <a:p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add_picture 缩放定位(方图,手机居中);屏内容另置上层</a:t>
            </a:r>
          </a:p>
        </p:txBody>
      </p:sp>
    </p:spTree>
    <p:extLst>
      <p:ext uri="{BB962C8B-B14F-4D97-AF65-F5344CB8AC3E}">
        <p14:creationId xmlns:p14="http://schemas.microsoft.com/office/powerpoint/2010/main" val="1178231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矩形: 圆顶角 111">
            <a:extLst>
              <a:ext uri="{FF2B5EF4-FFF2-40B4-BE49-F238E27FC236}">
                <a16:creationId xmlns:a16="http://schemas.microsoft.com/office/drawing/2014/main" id="{E4A44E87-9958-438F-9B19-AD4E944CAE38}"/>
              </a:ext>
            </a:extLst>
          </p:cNvPr>
          <p:cNvSpPr/>
          <p:nvPr/>
        </p:nvSpPr>
        <p:spPr>
          <a:xfrm>
            <a:off x="670560" y="1286112"/>
            <a:ext cx="10850880" cy="5216288"/>
          </a:xfrm>
          <a:prstGeom prst="round2SameRect">
            <a:avLst>
              <a:gd name="adj1" fmla="val 4188"/>
              <a:gd name="adj2" fmla="val 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reflection blurRad="114300" stA="52000" endA="300" endPos="200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B09200EC-2D90-4350-9778-F8F4FE54E5DD}"/>
              </a:ext>
            </a:extLst>
          </p:cNvPr>
          <p:cNvSpPr/>
          <p:nvPr/>
        </p:nvSpPr>
        <p:spPr>
          <a:xfrm>
            <a:off x="894140" y="2202368"/>
            <a:ext cx="1320740" cy="618888"/>
          </a:xfrm>
          <a:prstGeom prst="roundRect">
            <a:avLst/>
          </a:prstGeom>
          <a:gradFill flip="none" rotWithShape="1">
            <a:gsLst>
              <a:gs pos="99000">
                <a:srgbClr val="00BEFF"/>
              </a:gs>
              <a:gs pos="0">
                <a:srgbClr val="0165FF"/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rPr>
              <a:t>项目管理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305634C8-862C-4C5C-995A-CE38C4B577C3}"/>
              </a:ext>
            </a:extLst>
          </p:cNvPr>
          <p:cNvSpPr txBox="1"/>
          <p:nvPr/>
        </p:nvSpPr>
        <p:spPr>
          <a:xfrm>
            <a:off x="2764044" y="1670266"/>
            <a:ext cx="5437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400" b="1" dirty="0">
                <a:solidFill>
                  <a:srgbClr val="000000"/>
                </a:solidFill>
                <a:latin typeface="Roboto"/>
                <a:ea typeface="HarmonyOS Sans SC"/>
              </a:rPr>
              <a:t>Mon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D365F4E6-1193-4723-9A73-D3EB7337800D}"/>
              </a:ext>
            </a:extLst>
          </p:cNvPr>
          <p:cNvSpPr txBox="1"/>
          <p:nvPr/>
        </p:nvSpPr>
        <p:spPr>
          <a:xfrm>
            <a:off x="4079555" y="1670266"/>
            <a:ext cx="4940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400" b="1" dirty="0">
                <a:solidFill>
                  <a:srgbClr val="000000"/>
                </a:solidFill>
                <a:latin typeface="Roboto"/>
                <a:ea typeface="HarmonyOS Sans SC"/>
              </a:rPr>
              <a:t>Tue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AC21C756-7417-4A9D-AFB7-1D950D9D3E41}"/>
              </a:ext>
            </a:extLst>
          </p:cNvPr>
          <p:cNvSpPr txBox="1"/>
          <p:nvPr/>
        </p:nvSpPr>
        <p:spPr>
          <a:xfrm>
            <a:off x="5346977" y="1670266"/>
            <a:ext cx="5405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400" b="1" dirty="0">
                <a:solidFill>
                  <a:srgbClr val="000000"/>
                </a:solidFill>
                <a:latin typeface="Roboto"/>
                <a:ea typeface="HarmonyOS Sans SC"/>
              </a:rPr>
              <a:t>Wed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4C4A8FF-420E-4764-96AD-1C5E5E34424B}"/>
              </a:ext>
            </a:extLst>
          </p:cNvPr>
          <p:cNvSpPr txBox="1"/>
          <p:nvPr/>
        </p:nvSpPr>
        <p:spPr>
          <a:xfrm>
            <a:off x="8000442" y="1670266"/>
            <a:ext cx="396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400" b="1" dirty="0">
                <a:solidFill>
                  <a:srgbClr val="000000"/>
                </a:solidFill>
                <a:latin typeface="Roboto"/>
                <a:ea typeface="HarmonyOS Sans SC"/>
              </a:rPr>
              <a:t>Fri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6E7FC1B4-1E76-4C2E-B242-459CB90A6379}"/>
              </a:ext>
            </a:extLst>
          </p:cNvPr>
          <p:cNvSpPr txBox="1"/>
          <p:nvPr/>
        </p:nvSpPr>
        <p:spPr>
          <a:xfrm>
            <a:off x="9263054" y="1670266"/>
            <a:ext cx="452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400" b="1" dirty="0">
                <a:solidFill>
                  <a:srgbClr val="000000"/>
                </a:solidFill>
                <a:latin typeface="Roboto"/>
                <a:ea typeface="HarmonyOS Sans SC"/>
              </a:rPr>
              <a:t>Sat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07C8595E-D4D9-4021-A65C-D5DEE690053F}"/>
              </a:ext>
            </a:extLst>
          </p:cNvPr>
          <p:cNvSpPr txBox="1"/>
          <p:nvPr/>
        </p:nvSpPr>
        <p:spPr>
          <a:xfrm>
            <a:off x="10531278" y="1670266"/>
            <a:ext cx="497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400" b="1">
                <a:solidFill>
                  <a:srgbClr val="000000"/>
                </a:solidFill>
                <a:latin typeface="Roboto"/>
                <a:ea typeface="HarmonyOS Sans SC"/>
              </a:rPr>
              <a:t>Sun</a:t>
            </a:r>
            <a:endParaRPr lang="zh-CN" altLang="en-US" sz="1400" b="1" dirty="0">
              <a:solidFill>
                <a:srgbClr val="000000"/>
              </a:solidFill>
              <a:latin typeface="Roboto"/>
              <a:ea typeface="HarmonyOS Sans SC"/>
            </a:endParaRPr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BB67F4F9-ABB0-4700-A75F-E4044FF4ED7E}"/>
              </a:ext>
            </a:extLst>
          </p:cNvPr>
          <p:cNvSpPr/>
          <p:nvPr/>
        </p:nvSpPr>
        <p:spPr>
          <a:xfrm>
            <a:off x="894140" y="2890026"/>
            <a:ext cx="1320740" cy="618888"/>
          </a:xfrm>
          <a:prstGeom prst="roundRect">
            <a:avLst/>
          </a:prstGeom>
          <a:gradFill flip="none" rotWithShape="1">
            <a:gsLst>
              <a:gs pos="99000">
                <a:srgbClr val="00BEFF"/>
              </a:gs>
              <a:gs pos="0">
                <a:srgbClr val="0165FF"/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rPr>
              <a:t>APP UI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rPr>
              <a:t>设计</a:t>
            </a: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8CC04F70-BA92-4579-ADDC-33B73283B85F}"/>
              </a:ext>
            </a:extLst>
          </p:cNvPr>
          <p:cNvSpPr/>
          <p:nvPr/>
        </p:nvSpPr>
        <p:spPr>
          <a:xfrm>
            <a:off x="894140" y="3577684"/>
            <a:ext cx="1320740" cy="618888"/>
          </a:xfrm>
          <a:prstGeom prst="roundRect">
            <a:avLst/>
          </a:prstGeom>
          <a:gradFill flip="none" rotWithShape="1">
            <a:gsLst>
              <a:gs pos="99000">
                <a:srgbClr val="00BEFF"/>
              </a:gs>
              <a:gs pos="0">
                <a:srgbClr val="0165FF"/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rPr>
              <a:t>WEB UI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rPr>
              <a:t>设计</a:t>
            </a:r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AF658DD4-637A-4994-B706-5FC61F8AE987}"/>
              </a:ext>
            </a:extLst>
          </p:cNvPr>
          <p:cNvSpPr/>
          <p:nvPr/>
        </p:nvSpPr>
        <p:spPr>
          <a:xfrm>
            <a:off x="894140" y="4265342"/>
            <a:ext cx="1320740" cy="618888"/>
          </a:xfrm>
          <a:prstGeom prst="roundRect">
            <a:avLst/>
          </a:prstGeom>
          <a:gradFill flip="none" rotWithShape="1">
            <a:gsLst>
              <a:gs pos="99000">
                <a:srgbClr val="00BEFF"/>
              </a:gs>
              <a:gs pos="0">
                <a:srgbClr val="0165FF"/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rPr>
              <a:t>系统审查</a:t>
            </a: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40819FF7-24D5-46C2-AF70-55C353F682DF}"/>
              </a:ext>
            </a:extLst>
          </p:cNvPr>
          <p:cNvSpPr/>
          <p:nvPr/>
        </p:nvSpPr>
        <p:spPr>
          <a:xfrm>
            <a:off x="894140" y="4953000"/>
            <a:ext cx="1320740" cy="618888"/>
          </a:xfrm>
          <a:prstGeom prst="roundRect">
            <a:avLst/>
          </a:prstGeom>
          <a:gradFill flip="none" rotWithShape="1">
            <a:gsLst>
              <a:gs pos="99000">
                <a:srgbClr val="00BEFF"/>
              </a:gs>
              <a:gs pos="0">
                <a:srgbClr val="0165FF"/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rPr>
              <a:t>HTML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rPr>
              <a:t>开发</a:t>
            </a:r>
          </a:p>
        </p:txBody>
      </p:sp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96BA7C3F-EDF5-479F-AF37-28B23C76BE43}"/>
              </a:ext>
            </a:extLst>
          </p:cNvPr>
          <p:cNvSpPr/>
          <p:nvPr/>
        </p:nvSpPr>
        <p:spPr>
          <a:xfrm>
            <a:off x="894140" y="5640657"/>
            <a:ext cx="1320740" cy="618888"/>
          </a:xfrm>
          <a:prstGeom prst="roundRect">
            <a:avLst/>
          </a:prstGeom>
          <a:gradFill flip="none" rotWithShape="1">
            <a:gsLst>
              <a:gs pos="99000">
                <a:srgbClr val="00BEFF"/>
              </a:gs>
              <a:gs pos="0">
                <a:srgbClr val="0165FF"/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rPr>
              <a:t>SEO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rPr>
              <a:t>优化</a:t>
            </a:r>
          </a:p>
        </p:txBody>
      </p: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6285404F-0E5F-40B0-9608-3569B8BA03B0}"/>
              </a:ext>
            </a:extLst>
          </p:cNvPr>
          <p:cNvGrpSpPr/>
          <p:nvPr/>
        </p:nvGrpSpPr>
        <p:grpSpPr>
          <a:xfrm>
            <a:off x="2294331" y="2163349"/>
            <a:ext cx="9034656" cy="4130580"/>
            <a:chOff x="2390581" y="2163349"/>
            <a:chExt cx="9034656" cy="4130580"/>
          </a:xfrm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8972E5E1-2FB7-47A6-A7B4-7D869EA2724F}"/>
                </a:ext>
              </a:extLst>
            </p:cNvPr>
            <p:cNvSpPr/>
            <p:nvPr/>
          </p:nvSpPr>
          <p:spPr>
            <a:xfrm>
              <a:off x="6269568" y="2163349"/>
              <a:ext cx="1286932" cy="4124231"/>
            </a:xfrm>
            <a:prstGeom prst="rect">
              <a:avLst/>
            </a:prstGeom>
            <a:solidFill>
              <a:srgbClr val="44546A">
                <a:lumMod val="20000"/>
                <a:lumOff val="80000"/>
                <a:alpha val="43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C70F2C60-112B-40C0-AFE3-B22456107842}"/>
                </a:ext>
              </a:extLst>
            </p:cNvPr>
            <p:cNvCxnSpPr/>
            <p:nvPr/>
          </p:nvCxnSpPr>
          <p:spPr>
            <a:xfrm>
              <a:off x="2390581" y="2167983"/>
              <a:ext cx="9034656" cy="0"/>
            </a:xfrm>
            <a:prstGeom prst="line">
              <a:avLst/>
            </a:prstGeom>
            <a:noFill/>
            <a:ln w="6350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053CD50A-40A9-4BE6-8E70-E6F6566929A6}"/>
                </a:ext>
              </a:extLst>
            </p:cNvPr>
            <p:cNvCxnSpPr/>
            <p:nvPr/>
          </p:nvCxnSpPr>
          <p:spPr>
            <a:xfrm>
              <a:off x="2390581" y="2855641"/>
              <a:ext cx="9034656" cy="0"/>
            </a:xfrm>
            <a:prstGeom prst="line">
              <a:avLst/>
            </a:prstGeom>
            <a:noFill/>
            <a:ln w="6350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C4AC29FC-662C-42BD-ACF0-81ACE49126C2}"/>
                </a:ext>
              </a:extLst>
            </p:cNvPr>
            <p:cNvCxnSpPr/>
            <p:nvPr/>
          </p:nvCxnSpPr>
          <p:spPr>
            <a:xfrm>
              <a:off x="2390581" y="3543299"/>
              <a:ext cx="9034656" cy="0"/>
            </a:xfrm>
            <a:prstGeom prst="line">
              <a:avLst/>
            </a:prstGeom>
            <a:noFill/>
            <a:ln w="6350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DE4D6997-93E9-4A0A-9859-98969CBDD760}"/>
                </a:ext>
              </a:extLst>
            </p:cNvPr>
            <p:cNvCxnSpPr/>
            <p:nvPr/>
          </p:nvCxnSpPr>
          <p:spPr>
            <a:xfrm>
              <a:off x="2390581" y="4230957"/>
              <a:ext cx="9034656" cy="0"/>
            </a:xfrm>
            <a:prstGeom prst="line">
              <a:avLst/>
            </a:prstGeom>
            <a:noFill/>
            <a:ln w="6350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7E386C74-A178-41C0-AA25-47DA30C78A5D}"/>
                </a:ext>
              </a:extLst>
            </p:cNvPr>
            <p:cNvCxnSpPr/>
            <p:nvPr/>
          </p:nvCxnSpPr>
          <p:spPr>
            <a:xfrm>
              <a:off x="2390581" y="4918615"/>
              <a:ext cx="9034656" cy="0"/>
            </a:xfrm>
            <a:prstGeom prst="line">
              <a:avLst/>
            </a:prstGeom>
            <a:noFill/>
            <a:ln w="6350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C63E3000-2CD5-416A-B161-99B66A90E132}"/>
                </a:ext>
              </a:extLst>
            </p:cNvPr>
            <p:cNvCxnSpPr/>
            <p:nvPr/>
          </p:nvCxnSpPr>
          <p:spPr>
            <a:xfrm>
              <a:off x="2390581" y="5606273"/>
              <a:ext cx="9034656" cy="0"/>
            </a:xfrm>
            <a:prstGeom prst="line">
              <a:avLst/>
            </a:prstGeom>
            <a:noFill/>
            <a:ln w="6350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CAC2B568-3A2D-4963-9706-0CD87B78F3EE}"/>
                </a:ext>
              </a:extLst>
            </p:cNvPr>
            <p:cNvCxnSpPr/>
            <p:nvPr/>
          </p:nvCxnSpPr>
          <p:spPr>
            <a:xfrm>
              <a:off x="2390581" y="6293929"/>
              <a:ext cx="9034656" cy="0"/>
            </a:xfrm>
            <a:prstGeom prst="line">
              <a:avLst/>
            </a:prstGeom>
            <a:noFill/>
            <a:ln w="6350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C12611D3-0404-4494-A7CB-DEB2062B5FF9}"/>
                </a:ext>
              </a:extLst>
            </p:cNvPr>
            <p:cNvCxnSpPr/>
            <p:nvPr/>
          </p:nvCxnSpPr>
          <p:spPr>
            <a:xfrm>
              <a:off x="11425237" y="2167983"/>
              <a:ext cx="0" cy="4124232"/>
            </a:xfrm>
            <a:prstGeom prst="line">
              <a:avLst/>
            </a:prstGeom>
            <a:noFill/>
            <a:ln w="9525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55529BB-DB21-42A7-96A5-28F4C9D2D785}"/>
                </a:ext>
              </a:extLst>
            </p:cNvPr>
            <p:cNvCxnSpPr/>
            <p:nvPr/>
          </p:nvCxnSpPr>
          <p:spPr>
            <a:xfrm>
              <a:off x="3681246" y="2167983"/>
              <a:ext cx="0" cy="4124232"/>
            </a:xfrm>
            <a:prstGeom prst="line">
              <a:avLst/>
            </a:prstGeom>
            <a:noFill/>
            <a:ln w="9525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E002AC76-F378-4E78-9289-44A6AC0CDD97}"/>
                </a:ext>
              </a:extLst>
            </p:cNvPr>
            <p:cNvCxnSpPr/>
            <p:nvPr/>
          </p:nvCxnSpPr>
          <p:spPr>
            <a:xfrm>
              <a:off x="4971911" y="2167983"/>
              <a:ext cx="0" cy="4124232"/>
            </a:xfrm>
            <a:prstGeom prst="line">
              <a:avLst/>
            </a:prstGeom>
            <a:noFill/>
            <a:ln w="9525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B1326405-5042-4BC3-A2A0-5B01C96D094A}"/>
                </a:ext>
              </a:extLst>
            </p:cNvPr>
            <p:cNvCxnSpPr/>
            <p:nvPr/>
          </p:nvCxnSpPr>
          <p:spPr>
            <a:xfrm>
              <a:off x="6262576" y="2167983"/>
              <a:ext cx="0" cy="4124232"/>
            </a:xfrm>
            <a:prstGeom prst="line">
              <a:avLst/>
            </a:prstGeom>
            <a:noFill/>
            <a:ln w="9525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C390D825-D4F5-4B97-90F0-845F4BDE9FBA}"/>
                </a:ext>
              </a:extLst>
            </p:cNvPr>
            <p:cNvCxnSpPr/>
            <p:nvPr/>
          </p:nvCxnSpPr>
          <p:spPr>
            <a:xfrm>
              <a:off x="7553241" y="2167983"/>
              <a:ext cx="0" cy="4124232"/>
            </a:xfrm>
            <a:prstGeom prst="line">
              <a:avLst/>
            </a:prstGeom>
            <a:noFill/>
            <a:ln w="9525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DAAFCA34-2B5D-4ACE-8147-D781D3F5960A}"/>
                </a:ext>
              </a:extLst>
            </p:cNvPr>
            <p:cNvCxnSpPr/>
            <p:nvPr/>
          </p:nvCxnSpPr>
          <p:spPr>
            <a:xfrm>
              <a:off x="8843906" y="2167983"/>
              <a:ext cx="0" cy="4124232"/>
            </a:xfrm>
            <a:prstGeom prst="line">
              <a:avLst/>
            </a:prstGeom>
            <a:noFill/>
            <a:ln w="9525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9B997512-0783-4D84-925D-01449289314C}"/>
                </a:ext>
              </a:extLst>
            </p:cNvPr>
            <p:cNvCxnSpPr/>
            <p:nvPr/>
          </p:nvCxnSpPr>
          <p:spPr>
            <a:xfrm>
              <a:off x="10134571" y="2167983"/>
              <a:ext cx="0" cy="4124232"/>
            </a:xfrm>
            <a:prstGeom prst="line">
              <a:avLst/>
            </a:prstGeom>
            <a:noFill/>
            <a:ln w="9525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1632D39E-2061-47D8-91C9-288DCF7FF662}"/>
                </a:ext>
              </a:extLst>
            </p:cNvPr>
            <p:cNvSpPr/>
            <p:nvPr/>
          </p:nvSpPr>
          <p:spPr>
            <a:xfrm>
              <a:off x="2764045" y="2293010"/>
              <a:ext cx="2154027" cy="437604"/>
            </a:xfrm>
            <a:prstGeom prst="roundRect">
              <a:avLst>
                <a:gd name="adj" fmla="val 50000"/>
              </a:avLst>
            </a:prstGeom>
            <a:solidFill>
              <a:srgbClr val="0165FF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C5E9A68E-8829-4281-B552-C61668ABFBFD}"/>
                </a:ext>
              </a:extLst>
            </p:cNvPr>
            <p:cNvSpPr txBox="1"/>
            <p:nvPr/>
          </p:nvSpPr>
          <p:spPr>
            <a:xfrm>
              <a:off x="3302874" y="2356570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165FF">
                      <a:lumMod val="50000"/>
                    </a:srgbClr>
                  </a:solidFill>
                  <a:effectLst/>
                  <a:uLnTx/>
                  <a:uFillTx/>
                  <a:latin typeface="Roboto"/>
                  <a:ea typeface="HarmonyOS Sans SC"/>
                </a:rPr>
                <a:t>分配项目任务</a:t>
              </a:r>
            </a:p>
          </p:txBody>
        </p:sp>
        <p:pic>
          <p:nvPicPr>
            <p:cNvPr id="143" name="图片 142">
              <a:extLst>
                <a:ext uri="{FF2B5EF4-FFF2-40B4-BE49-F238E27FC236}">
                  <a16:creationId xmlns:a16="http://schemas.microsoft.com/office/drawing/2014/main" id="{D637DB01-E668-461B-88D4-74FFD9BA8DB7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823482" y="2334837"/>
              <a:ext cx="353952" cy="353952"/>
            </a:xfrm>
            <a:prstGeom prst="rect">
              <a:avLst/>
            </a:prstGeom>
          </p:spPr>
        </p:pic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AE259DAF-44CA-4725-8C37-3CCCCBE58763}"/>
                </a:ext>
              </a:extLst>
            </p:cNvPr>
            <p:cNvSpPr/>
            <p:nvPr/>
          </p:nvSpPr>
          <p:spPr>
            <a:xfrm>
              <a:off x="4014400" y="2980668"/>
              <a:ext cx="3508233" cy="437604"/>
            </a:xfrm>
            <a:prstGeom prst="roundRect">
              <a:avLst>
                <a:gd name="adj" fmla="val 50000"/>
              </a:avLst>
            </a:prstGeom>
            <a:solidFill>
              <a:srgbClr val="0165FF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A85746D2-7CBC-4523-9D7F-51141ACD0F52}"/>
                </a:ext>
              </a:extLst>
            </p:cNvPr>
            <p:cNvSpPr txBox="1"/>
            <p:nvPr/>
          </p:nvSpPr>
          <p:spPr>
            <a:xfrm>
              <a:off x="4553229" y="3044228"/>
              <a:ext cx="16658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165FF">
                      <a:lumMod val="50000"/>
                    </a:srgbClr>
                  </a:solidFill>
                  <a:effectLst/>
                  <a:uLnTx/>
                  <a:uFillTx/>
                  <a:latin typeface="Roboto"/>
                  <a:ea typeface="HarmonyOS Sans SC"/>
                </a:rPr>
                <a:t>启动画面创建设计 </a:t>
              </a:r>
            </a:p>
          </p:txBody>
        </p:sp>
        <p:pic>
          <p:nvPicPr>
            <p:cNvPr id="146" name="图片 145">
              <a:extLst>
                <a:ext uri="{FF2B5EF4-FFF2-40B4-BE49-F238E27FC236}">
                  <a16:creationId xmlns:a16="http://schemas.microsoft.com/office/drawing/2014/main" id="{6CEEB7DE-AA45-4DF7-9B74-2ACA5EF1F4A7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059619" y="3022495"/>
              <a:ext cx="353952" cy="353952"/>
            </a:xfrm>
            <a:prstGeom prst="rect">
              <a:avLst/>
            </a:prstGeom>
          </p:spPr>
        </p:pic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B6ED8A1A-2644-48CC-AA09-B42DCCFAD408}"/>
                </a:ext>
              </a:extLst>
            </p:cNvPr>
            <p:cNvSpPr/>
            <p:nvPr/>
          </p:nvSpPr>
          <p:spPr>
            <a:xfrm>
              <a:off x="5062246" y="3668326"/>
              <a:ext cx="2445652" cy="437604"/>
            </a:xfrm>
            <a:prstGeom prst="roundRect">
              <a:avLst>
                <a:gd name="adj" fmla="val 50000"/>
              </a:avLst>
            </a:prstGeom>
            <a:solidFill>
              <a:srgbClr val="0165FF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29C978B2-3D84-4A19-BEBC-59389C886B07}"/>
                </a:ext>
              </a:extLst>
            </p:cNvPr>
            <p:cNvSpPr txBox="1"/>
            <p:nvPr/>
          </p:nvSpPr>
          <p:spPr>
            <a:xfrm>
              <a:off x="5441308" y="3731886"/>
              <a:ext cx="20665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165FF">
                      <a:lumMod val="50000"/>
                    </a:srgbClr>
                  </a:solidFill>
                  <a:effectLst/>
                  <a:uLnTx/>
                  <a:uFillTx/>
                  <a:latin typeface="Roboto"/>
                  <a:ea typeface="HarmonyOS Sans SC"/>
                </a:rPr>
                <a:t>创建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165FF">
                      <a:lumMod val="50000"/>
                    </a:srgbClr>
                  </a:solidFill>
                  <a:effectLst/>
                  <a:uLnTx/>
                  <a:uFillTx/>
                  <a:latin typeface="Roboto"/>
                  <a:ea typeface="HarmonyOS Sans SC"/>
                </a:rPr>
                <a:t>Web 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165FF">
                      <a:lumMod val="50000"/>
                    </a:srgbClr>
                  </a:solidFill>
                  <a:effectLst/>
                  <a:uLnTx/>
                  <a:uFillTx/>
                  <a:latin typeface="Roboto"/>
                  <a:ea typeface="HarmonyOS Sans SC"/>
                </a:rPr>
                <a:t>应用程序模型 </a:t>
              </a:r>
            </a:p>
          </p:txBody>
        </p:sp>
        <p:pic>
          <p:nvPicPr>
            <p:cNvPr id="149" name="图片 148">
              <a:extLst>
                <a:ext uri="{FF2B5EF4-FFF2-40B4-BE49-F238E27FC236}">
                  <a16:creationId xmlns:a16="http://schemas.microsoft.com/office/drawing/2014/main" id="{D3CA1697-EC03-4890-91CF-C98A6751FC8F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115862" y="3710153"/>
              <a:ext cx="353952" cy="353952"/>
            </a:xfrm>
            <a:prstGeom prst="rect">
              <a:avLst/>
            </a:prstGeom>
          </p:spPr>
        </p:pic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FB7E168D-C31B-43BF-A972-F24DE847D5FF}"/>
                </a:ext>
              </a:extLst>
            </p:cNvPr>
            <p:cNvSpPr/>
            <p:nvPr/>
          </p:nvSpPr>
          <p:spPr>
            <a:xfrm>
              <a:off x="4014400" y="5043642"/>
              <a:ext cx="5717183" cy="437604"/>
            </a:xfrm>
            <a:prstGeom prst="roundRect">
              <a:avLst>
                <a:gd name="adj" fmla="val 50000"/>
              </a:avLst>
            </a:prstGeom>
            <a:solidFill>
              <a:srgbClr val="00BEFF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9689110D-D5B2-4DC7-8683-9AFD7A9DF3B3}"/>
                </a:ext>
              </a:extLst>
            </p:cNvPr>
            <p:cNvSpPr txBox="1"/>
            <p:nvPr/>
          </p:nvSpPr>
          <p:spPr>
            <a:xfrm>
              <a:off x="4473801" y="5107202"/>
              <a:ext cx="20665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BEFF">
                      <a:lumMod val="50000"/>
                    </a:srgbClr>
                  </a:solidFill>
                  <a:effectLst/>
                  <a:uLnTx/>
                  <a:uFillTx/>
                  <a:latin typeface="Roboto"/>
                  <a:ea typeface="HarmonyOS Sans SC"/>
                </a:rPr>
                <a:t>Html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BEFF">
                      <a:lumMod val="50000"/>
                    </a:srgbClr>
                  </a:solidFill>
                  <a:effectLst/>
                  <a:uLnTx/>
                  <a:uFillTx/>
                  <a:latin typeface="Roboto"/>
                  <a:ea typeface="HarmonyOS Sans SC"/>
                </a:rPr>
                <a:t>和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BEFF">
                      <a:lumMod val="50000"/>
                    </a:srgbClr>
                  </a:solidFill>
                  <a:effectLst/>
                  <a:uLnTx/>
                  <a:uFillTx/>
                  <a:latin typeface="Roboto"/>
                  <a:ea typeface="HarmonyOS Sans SC"/>
                </a:rPr>
                <a:t>CSS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BEFF">
                      <a:lumMod val="50000"/>
                    </a:srgbClr>
                  </a:solidFill>
                  <a:effectLst/>
                  <a:uLnTx/>
                  <a:uFillTx/>
                  <a:latin typeface="Roboto"/>
                  <a:ea typeface="HarmonyOS Sans SC"/>
                </a:rPr>
                <a:t>代码开发</a:t>
              </a: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9F52D13D-22AA-42B3-8B82-03E04ECA5709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068017" y="5085469"/>
              <a:ext cx="353952" cy="353952"/>
            </a:xfrm>
            <a:prstGeom prst="rect">
              <a:avLst/>
            </a:prstGeom>
          </p:spPr>
        </p:pic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51F4EBBD-9C33-4396-BE96-7CEE5B9C8595}"/>
                </a:ext>
              </a:extLst>
            </p:cNvPr>
            <p:cNvSpPr/>
            <p:nvPr/>
          </p:nvSpPr>
          <p:spPr>
            <a:xfrm>
              <a:off x="7594587" y="4309523"/>
              <a:ext cx="2463814" cy="437604"/>
            </a:xfrm>
            <a:prstGeom prst="roundRect">
              <a:avLst>
                <a:gd name="adj" fmla="val 50000"/>
              </a:avLst>
            </a:prstGeom>
            <a:solidFill>
              <a:srgbClr val="00BEFF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4DBD72C8-1652-499B-A5C8-02937CEA951C}"/>
                </a:ext>
              </a:extLst>
            </p:cNvPr>
            <p:cNvSpPr txBox="1"/>
            <p:nvPr/>
          </p:nvSpPr>
          <p:spPr>
            <a:xfrm>
              <a:off x="8053987" y="4373083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BEFF">
                      <a:lumMod val="50000"/>
                    </a:srgbClr>
                  </a:solidFill>
                  <a:effectLst/>
                  <a:uLnTx/>
                  <a:uFillTx/>
                  <a:latin typeface="Roboto"/>
                  <a:ea typeface="HarmonyOS Sans SC"/>
                </a:rPr>
                <a:t>更新设计系统</a:t>
              </a:r>
            </a:p>
          </p:txBody>
        </p:sp>
        <p:pic>
          <p:nvPicPr>
            <p:cNvPr id="155" name="图片 154">
              <a:extLst>
                <a:ext uri="{FF2B5EF4-FFF2-40B4-BE49-F238E27FC236}">
                  <a16:creationId xmlns:a16="http://schemas.microsoft.com/office/drawing/2014/main" id="{81991DB6-E440-4A9E-BCEC-C5706A2E8349}"/>
                </a:ext>
              </a:extLst>
            </p:cNvPr>
            <p:cNvPicPr/>
            <p:nvPr/>
          </p:nvPicPr>
          <p:blipFill rotWithShape="1">
            <a:blip r:embed="rId6"/>
            <a:srcRect t="66" b="66"/>
            <a:stretch>
              <a:fillRect/>
            </a:stretch>
          </p:blipFill>
          <p:spPr>
            <a:xfrm>
              <a:off x="7648203" y="4351350"/>
              <a:ext cx="353952" cy="353952"/>
            </a:xfrm>
            <a:prstGeom prst="rect">
              <a:avLst/>
            </a:prstGeom>
          </p:spPr>
        </p:pic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6C3BD3EE-BB8B-4DD2-8191-2FFC26067326}"/>
                </a:ext>
              </a:extLst>
            </p:cNvPr>
            <p:cNvCxnSpPr/>
            <p:nvPr/>
          </p:nvCxnSpPr>
          <p:spPr>
            <a:xfrm>
              <a:off x="2390581" y="2167983"/>
              <a:ext cx="0" cy="4124232"/>
            </a:xfrm>
            <a:prstGeom prst="line">
              <a:avLst/>
            </a:prstGeom>
            <a:noFill/>
            <a:ln w="9525" cap="flat" cmpd="sng" algn="ctr">
              <a:solidFill>
                <a:srgbClr val="44546A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95285296-8D2A-434D-85C0-4251F4594F9C}"/>
                </a:ext>
              </a:extLst>
            </p:cNvPr>
            <p:cNvGrpSpPr/>
            <p:nvPr/>
          </p:nvGrpSpPr>
          <p:grpSpPr>
            <a:xfrm>
              <a:off x="8996967" y="5731299"/>
              <a:ext cx="2259466" cy="437604"/>
              <a:chOff x="8996967" y="5731299"/>
              <a:chExt cx="2259466" cy="437604"/>
            </a:xfrm>
          </p:grpSpPr>
          <p:sp>
            <p:nvSpPr>
              <p:cNvPr id="158" name="矩形: 圆角 157">
                <a:extLst>
                  <a:ext uri="{FF2B5EF4-FFF2-40B4-BE49-F238E27FC236}">
                    <a16:creationId xmlns:a16="http://schemas.microsoft.com/office/drawing/2014/main" id="{75C972FC-4B8D-4AB2-92C1-4134B4E44017}"/>
                  </a:ext>
                </a:extLst>
              </p:cNvPr>
              <p:cNvSpPr/>
              <p:nvPr/>
            </p:nvSpPr>
            <p:spPr>
              <a:xfrm>
                <a:off x="8996967" y="5731299"/>
                <a:ext cx="2259466" cy="437604"/>
              </a:xfrm>
              <a:prstGeom prst="roundRect">
                <a:avLst>
                  <a:gd name="adj" fmla="val 50000"/>
                </a:avLst>
              </a:prstGeom>
              <a:solidFill>
                <a:srgbClr val="00BEFF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/>
              </a:p>
            </p:txBody>
          </p:sp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2905EC44-D149-44E0-85E2-048084A0B33F}"/>
                  </a:ext>
                </a:extLst>
              </p:cNvPr>
              <p:cNvSpPr txBox="1"/>
              <p:nvPr/>
            </p:nvSpPr>
            <p:spPr>
              <a:xfrm>
                <a:off x="9456366" y="5794859"/>
                <a:ext cx="16209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BEFF">
                        <a:lumMod val="50000"/>
                      </a:srgbClr>
                    </a:solidFill>
                    <a:effectLst/>
                    <a:uLnTx/>
                    <a:uFillTx/>
                    <a:latin typeface="Roboto"/>
                    <a:ea typeface="HarmonyOS Sans SC"/>
                  </a:rPr>
                  <a:t>搜索引擎优化改进</a:t>
                </a:r>
              </a:p>
            </p:txBody>
          </p:sp>
          <p:pic>
            <p:nvPicPr>
              <p:cNvPr id="160" name="图片 159">
                <a:extLst>
                  <a:ext uri="{FF2B5EF4-FFF2-40B4-BE49-F238E27FC236}">
                    <a16:creationId xmlns:a16="http://schemas.microsoft.com/office/drawing/2014/main" id="{18BEB155-CDB5-4969-AFA0-36F426F1CB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50582" y="5773126"/>
                <a:ext cx="353952" cy="353952"/>
              </a:xfrm>
              <a:prstGeom prst="rect">
                <a:avLst/>
              </a:prstGeom>
            </p:spPr>
          </p:pic>
        </p:grpSp>
      </p:grp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6DB58150-5459-446D-95C0-3CCE79ED66CE}"/>
              </a:ext>
            </a:extLst>
          </p:cNvPr>
          <p:cNvSpPr/>
          <p:nvPr/>
        </p:nvSpPr>
        <p:spPr>
          <a:xfrm>
            <a:off x="6526018" y="1670266"/>
            <a:ext cx="763782" cy="307778"/>
          </a:xfrm>
          <a:prstGeom prst="roundRect">
            <a:avLst>
              <a:gd name="adj" fmla="val 50000"/>
            </a:avLst>
          </a:prstGeom>
          <a:solidFill>
            <a:srgbClr val="0165FF">
              <a:lumMod val="40000"/>
              <a:lumOff val="60000"/>
              <a:alpha val="7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HarmonyOS Sans SC"/>
              <a:cs typeface="+mn-cs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A8CDC57D-5A1B-4AC9-9928-9F769B20AAB8}"/>
              </a:ext>
            </a:extLst>
          </p:cNvPr>
          <p:cNvSpPr txBox="1"/>
          <p:nvPr/>
        </p:nvSpPr>
        <p:spPr>
          <a:xfrm>
            <a:off x="6664408" y="1670266"/>
            <a:ext cx="497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1400" b="1" dirty="0">
                <a:solidFill>
                  <a:srgbClr val="0165FF"/>
                </a:solidFill>
                <a:latin typeface="Roboto"/>
                <a:ea typeface="HarmonyOS Sans SC"/>
              </a:rPr>
              <a:t>Thu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0A2A6C33-7006-42CC-B6B4-46AD7DFE512F}"/>
              </a:ext>
            </a:extLst>
          </p:cNvPr>
          <p:cNvSpPr txBox="1"/>
          <p:nvPr/>
        </p:nvSpPr>
        <p:spPr>
          <a:xfrm>
            <a:off x="2749617" y="1423564"/>
            <a:ext cx="5725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200"/>
            </a:lvl1pPr>
          </a:lstStyle>
          <a:p>
            <a:pPr defTabSz="914400"/>
            <a:r>
              <a:rPr lang="en-US" altLang="zh-CN">
                <a:solidFill>
                  <a:srgbClr val="000000"/>
                </a:solidFill>
                <a:latin typeface="Roboto"/>
                <a:ea typeface="HarmonyOS Sans SC"/>
              </a:rPr>
              <a:t>07.15</a:t>
            </a:r>
            <a:endParaRPr lang="zh-CN" altLang="en-US" dirty="0">
              <a:solidFill>
                <a:srgbClr val="000000"/>
              </a:solidFill>
              <a:latin typeface="Roboto"/>
              <a:ea typeface="HarmonyOS Sans SC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A0E4EDD5-EA59-4574-B77D-B961AB0AB22C}"/>
              </a:ext>
            </a:extLst>
          </p:cNvPr>
          <p:cNvSpPr txBox="1"/>
          <p:nvPr/>
        </p:nvSpPr>
        <p:spPr>
          <a:xfrm>
            <a:off x="4040281" y="1423564"/>
            <a:ext cx="5725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200"/>
            </a:lvl1pPr>
          </a:lstStyle>
          <a:p>
            <a:pPr defTabSz="914400"/>
            <a:r>
              <a:rPr lang="en-US" altLang="zh-CN">
                <a:solidFill>
                  <a:srgbClr val="000000"/>
                </a:solidFill>
                <a:latin typeface="Roboto"/>
                <a:ea typeface="HarmonyOS Sans SC"/>
              </a:rPr>
              <a:t>07.16</a:t>
            </a:r>
            <a:endParaRPr lang="zh-CN" altLang="en-US" dirty="0">
              <a:solidFill>
                <a:srgbClr val="000000"/>
              </a:solidFill>
              <a:latin typeface="Roboto"/>
              <a:ea typeface="HarmonyOS Sans SC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230A0170-FF66-4594-80FB-3899C78A5724}"/>
              </a:ext>
            </a:extLst>
          </p:cNvPr>
          <p:cNvSpPr txBox="1"/>
          <p:nvPr/>
        </p:nvSpPr>
        <p:spPr>
          <a:xfrm>
            <a:off x="5330947" y="1423564"/>
            <a:ext cx="5725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200"/>
            </a:lvl1pPr>
          </a:lstStyle>
          <a:p>
            <a:pPr defTabSz="914400"/>
            <a:r>
              <a:rPr lang="en-US" altLang="zh-CN" dirty="0">
                <a:solidFill>
                  <a:srgbClr val="000000"/>
                </a:solidFill>
                <a:latin typeface="Roboto"/>
                <a:ea typeface="HarmonyOS Sans SC"/>
              </a:rPr>
              <a:t>07.17</a:t>
            </a:r>
            <a:endParaRPr lang="zh-CN" altLang="en-US" dirty="0">
              <a:solidFill>
                <a:srgbClr val="000000"/>
              </a:solidFill>
              <a:latin typeface="Roboto"/>
              <a:ea typeface="HarmonyOS Sans SC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B3FD4FE9-7A49-4204-AA4A-DD19A1937669}"/>
              </a:ext>
            </a:extLst>
          </p:cNvPr>
          <p:cNvSpPr txBox="1"/>
          <p:nvPr/>
        </p:nvSpPr>
        <p:spPr>
          <a:xfrm>
            <a:off x="6626738" y="1423564"/>
            <a:ext cx="5725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200"/>
            </a:lvl1pPr>
          </a:lstStyle>
          <a:p>
            <a:pPr defTabSz="914400"/>
            <a:r>
              <a:rPr lang="en-US" altLang="zh-CN" dirty="0">
                <a:solidFill>
                  <a:srgbClr val="0165FF"/>
                </a:solidFill>
                <a:latin typeface="Roboto"/>
                <a:ea typeface="HarmonyOS Sans SC"/>
              </a:rPr>
              <a:t>07.18</a:t>
            </a:r>
            <a:endParaRPr lang="zh-CN" altLang="en-US" dirty="0">
              <a:solidFill>
                <a:srgbClr val="0165FF"/>
              </a:solidFill>
              <a:latin typeface="Roboto"/>
              <a:ea typeface="HarmonyOS Sans SC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A7A5FA84-9CDD-4A19-9F06-6E23AF01C1AB}"/>
              </a:ext>
            </a:extLst>
          </p:cNvPr>
          <p:cNvSpPr txBox="1"/>
          <p:nvPr/>
        </p:nvSpPr>
        <p:spPr>
          <a:xfrm>
            <a:off x="7912277" y="1423564"/>
            <a:ext cx="5725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200"/>
            </a:lvl1pPr>
          </a:lstStyle>
          <a:p>
            <a:pPr defTabSz="914400"/>
            <a:r>
              <a:rPr lang="en-US" altLang="zh-CN">
                <a:solidFill>
                  <a:srgbClr val="000000"/>
                </a:solidFill>
                <a:latin typeface="Roboto"/>
                <a:ea typeface="HarmonyOS Sans SC"/>
              </a:rPr>
              <a:t>07.19</a:t>
            </a:r>
            <a:endParaRPr lang="zh-CN" altLang="en-US" dirty="0">
              <a:solidFill>
                <a:srgbClr val="000000"/>
              </a:solidFill>
              <a:latin typeface="Roboto"/>
              <a:ea typeface="HarmonyOS Sans SC"/>
            </a:endParaRP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0069EC60-D707-43E7-83E6-466E6F8F3226}"/>
              </a:ext>
            </a:extLst>
          </p:cNvPr>
          <p:cNvSpPr txBox="1"/>
          <p:nvPr/>
        </p:nvSpPr>
        <p:spPr>
          <a:xfrm>
            <a:off x="9202942" y="1423564"/>
            <a:ext cx="5725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200"/>
            </a:lvl1pPr>
          </a:lstStyle>
          <a:p>
            <a:pPr defTabSz="914400"/>
            <a:r>
              <a:rPr lang="en-US" altLang="zh-CN">
                <a:solidFill>
                  <a:srgbClr val="000000"/>
                </a:solidFill>
                <a:latin typeface="Roboto"/>
                <a:ea typeface="HarmonyOS Sans SC"/>
              </a:rPr>
              <a:t>07.20</a:t>
            </a:r>
            <a:endParaRPr lang="zh-CN" altLang="en-US" dirty="0">
              <a:solidFill>
                <a:srgbClr val="000000"/>
              </a:solidFill>
              <a:latin typeface="Roboto"/>
              <a:ea typeface="HarmonyOS Sans SC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D60DB23E-E416-4B03-B110-1ACBDE0CFF1B}"/>
              </a:ext>
            </a:extLst>
          </p:cNvPr>
          <p:cNvSpPr txBox="1"/>
          <p:nvPr/>
        </p:nvSpPr>
        <p:spPr>
          <a:xfrm>
            <a:off x="10496687" y="1423564"/>
            <a:ext cx="5725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914400"/>
            <a:r>
              <a:rPr lang="en-US" altLang="zh-CN" sz="1200" dirty="0">
                <a:solidFill>
                  <a:srgbClr val="000000"/>
                </a:solidFill>
                <a:latin typeface="Roboto"/>
                <a:ea typeface="HarmonyOS Sans SC"/>
              </a:rPr>
              <a:t>07.21</a:t>
            </a:r>
            <a:endParaRPr lang="zh-CN" altLang="en-US" sz="1200" dirty="0">
              <a:solidFill>
                <a:srgbClr val="000000"/>
              </a:solidFill>
              <a:latin typeface="Roboto"/>
              <a:ea typeface="HarmonyOS Sans SC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411480" y="140000"/>
            <a:ext cx="1136904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bz-gantt-grid  ·  阶梯甘特图(左类别轴 + 顶日期轴 + 渐变胶囊任务条)</a:t>
            </a:r>
          </a:p>
          <a:p>
            <a:r>
              <a:rPr sz="1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白底卡+柔影;左 N 渐变类别标签 + 顶部日期轴(今日列高亮) + 行网格 + 渐变胶囊任务条(跨天)</a:t>
            </a:r>
          </a:p>
          <a:p>
            <a:r>
              <a:rPr sz="1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项目计划/排期/时间安排页;类别=行、日期=列,任务条按起止天横跨</a:t>
            </a:r>
          </a:p>
          <a:p>
            <a:r>
              <a:rPr sz="1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改行/列数;任务条改起止列+行+文字;高亮列可移;换 accent;头像/任务名=内容用时填</a:t>
            </a:r>
          </a:p>
        </p:txBody>
      </p:sp>
    </p:spTree>
    <p:extLst>
      <p:ext uri="{BB962C8B-B14F-4D97-AF65-F5344CB8AC3E}">
        <p14:creationId xmlns:p14="http://schemas.microsoft.com/office/powerpoint/2010/main" val="20511809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z-arch-tree"/>
          <p:cNvGrpSpPr/>
          <p:nvPr/>
        </p:nvGrpSpPr>
        <p:grpSpPr>
          <a:xfrm>
            <a:off x="574307" y="-1624753"/>
            <a:ext cx="11043386" cy="8625420"/>
            <a:chOff x="574307" y="-1624753"/>
            <a:chExt cx="11043386" cy="8625420"/>
          </a:xfrm>
        </p:grpSpPr>
        <p:sp>
          <p:nvSpPr>
            <p:cNvPr id="12" name="矩形: 圆角 66"/>
            <p:cNvSpPr/>
            <p:nvPr/>
          </p:nvSpPr>
          <p:spPr>
            <a:xfrm>
              <a:off x="574307" y="1712987"/>
              <a:ext cx="11043386" cy="4418380"/>
            </a:xfrm>
            <a:prstGeom prst="roundRect">
              <a:avLst>
                <a:gd name="adj" fmla="val 3016"/>
              </a:avLst>
            </a:prstGeom>
            <a:gradFill>
              <a:gsLst>
                <a:gs pos="7000">
                  <a:srgbClr val="0165FF">
                    <a:lumMod val="5000"/>
                    <a:lumOff val="95000"/>
                    <a:alpha val="18000"/>
                  </a:srgbClr>
                </a:gs>
                <a:gs pos="61000">
                  <a:srgbClr val="0165FF">
                    <a:alpha val="1000"/>
                    <a:lumMod val="0"/>
                    <a:lumOff val="100000"/>
                  </a:srgbClr>
                </a:gs>
              </a:gsLst>
              <a:lin ang="5400000" scaled="1"/>
            </a:gradFill>
            <a:ln w="25400">
              <a:gradFill>
                <a:gsLst>
                  <a:gs pos="41000">
                    <a:srgbClr val="0165FF">
                      <a:lumMod val="5000"/>
                      <a:lumOff val="95000"/>
                    </a:srgbClr>
                  </a:gs>
                  <a:gs pos="94000">
                    <a:srgbClr val="0165FF">
                      <a:alpha val="1000"/>
                      <a:lumMod val="0"/>
                      <a:lumOff val="100000"/>
                    </a:srgbClr>
                  </a:gs>
                </a:gsLst>
                <a:lin ang="5400000" scaled="1"/>
              </a:gradFill>
            </a:ln>
            <a:effectLst>
              <a:outerShdw blurRad="50800" dist="38100" dir="5400000" algn="t" rotWithShape="0">
                <a:srgbClr val="0165FF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矩形: 圆角 51"/>
            <p:cNvSpPr/>
            <p:nvPr/>
          </p:nvSpPr>
          <p:spPr>
            <a:xfrm>
              <a:off x="773146" y="3112051"/>
              <a:ext cx="2007404" cy="2840418"/>
            </a:xfrm>
            <a:prstGeom prst="roundRect">
              <a:avLst>
                <a:gd name="adj" fmla="val 6638"/>
              </a:avLst>
            </a:prstGeom>
            <a:solidFill>
              <a:srgbClr val="FFFFFF">
                <a:alpha val="64000"/>
              </a:srgbClr>
            </a:solidFill>
            <a:ln w="12700">
              <a:solidFill>
                <a:srgbClr val="FFFFFF"/>
              </a:solidFill>
            </a:ln>
            <a:effectLst>
              <a:reflection blurRad="114300" stA="52000" endA="300" endPos="17000" dir="5400000" sy="-100000" algn="bl" rotWithShape="0"/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矩形: 圆角 62"/>
            <p:cNvSpPr/>
            <p:nvPr/>
          </p:nvSpPr>
          <p:spPr>
            <a:xfrm>
              <a:off x="2932722" y="3112051"/>
              <a:ext cx="2007404" cy="2840418"/>
            </a:xfrm>
            <a:prstGeom prst="roundRect">
              <a:avLst>
                <a:gd name="adj" fmla="val 6638"/>
              </a:avLst>
            </a:prstGeom>
            <a:solidFill>
              <a:srgbClr val="FFFFFF">
                <a:alpha val="64000"/>
              </a:srgbClr>
            </a:solidFill>
            <a:ln w="12700">
              <a:solidFill>
                <a:srgbClr val="FFFFFF"/>
              </a:solidFill>
            </a:ln>
            <a:effectLst>
              <a:reflection blurRad="114300" stA="52000" endA="300" endPos="17000" dir="5400000" sy="-100000" algn="bl" rotWithShape="0"/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矩形: 圆角 63"/>
            <p:cNvSpPr/>
            <p:nvPr/>
          </p:nvSpPr>
          <p:spPr>
            <a:xfrm>
              <a:off x="5092298" y="3112051"/>
              <a:ext cx="2007404" cy="2840418"/>
            </a:xfrm>
            <a:prstGeom prst="roundRect">
              <a:avLst>
                <a:gd name="adj" fmla="val 6638"/>
              </a:avLst>
            </a:prstGeom>
            <a:solidFill>
              <a:srgbClr val="FFFFFF">
                <a:alpha val="64000"/>
              </a:srgbClr>
            </a:solidFill>
            <a:ln w="12700">
              <a:solidFill>
                <a:srgbClr val="FFFFFF"/>
              </a:solidFill>
            </a:ln>
            <a:effectLst>
              <a:reflection blurRad="114300" stA="52000" endA="300" endPos="17000" dir="5400000" sy="-100000" algn="bl" rotWithShape="0"/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矩形: 圆角 64"/>
            <p:cNvSpPr/>
            <p:nvPr/>
          </p:nvSpPr>
          <p:spPr>
            <a:xfrm>
              <a:off x="7251874" y="3112051"/>
              <a:ext cx="2007404" cy="2840418"/>
            </a:xfrm>
            <a:prstGeom prst="roundRect">
              <a:avLst>
                <a:gd name="adj" fmla="val 6638"/>
              </a:avLst>
            </a:prstGeom>
            <a:solidFill>
              <a:srgbClr val="FFFFFF">
                <a:alpha val="64000"/>
              </a:srgbClr>
            </a:solidFill>
            <a:ln w="12700">
              <a:solidFill>
                <a:srgbClr val="FFFFFF"/>
              </a:solidFill>
            </a:ln>
            <a:effectLst>
              <a:reflection blurRad="114300" stA="52000" endA="300" endPos="17000" dir="5400000" sy="-100000" algn="bl" rotWithShape="0"/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矩形: 圆角 65"/>
            <p:cNvSpPr/>
            <p:nvPr/>
          </p:nvSpPr>
          <p:spPr>
            <a:xfrm>
              <a:off x="9411450" y="3112051"/>
              <a:ext cx="2007404" cy="2840418"/>
            </a:xfrm>
            <a:prstGeom prst="roundRect">
              <a:avLst>
                <a:gd name="adj" fmla="val 6638"/>
              </a:avLst>
            </a:prstGeom>
            <a:solidFill>
              <a:srgbClr val="FFFFFF">
                <a:alpha val="64000"/>
              </a:srgbClr>
            </a:solidFill>
            <a:ln w="12700">
              <a:solidFill>
                <a:srgbClr val="FFFFFF"/>
              </a:solidFill>
            </a:ln>
            <a:effectLst>
              <a:reflection blurRad="114300" stA="52000" endA="300" endPos="17000" dir="5400000" sy="-100000" algn="bl" rotWithShape="0"/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矩形: 圆角 11"/>
            <p:cNvSpPr/>
            <p:nvPr/>
          </p:nvSpPr>
          <p:spPr>
            <a:xfrm>
              <a:off x="1056948" y="3793583"/>
              <a:ext cx="1439801" cy="45220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gradFill>
                <a:gsLst>
                  <a:gs pos="0">
                    <a:srgbClr val="00BEFF">
                      <a:lumMod val="60000"/>
                      <a:lumOff val="40000"/>
                    </a:srgbClr>
                  </a:gs>
                  <a:gs pos="100000">
                    <a:srgbClr val="0165FF">
                      <a:lumMod val="60000"/>
                      <a:lumOff val="40000"/>
                    </a:srgbClr>
                  </a:gs>
                </a:gsLst>
                <a:lin ang="2700000" scaled="0"/>
              </a:gradFill>
              <a:prstDash val="sysDot"/>
            </a:ln>
            <a:effectLst>
              <a:outerShdw blurRad="215900" dist="76200" dir="5400000" sx="98000" sy="98000" algn="t" rotWithShape="0">
                <a:srgbClr val="0A2A55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rgbClr val="0A2A55"/>
                  </a:solidFill>
                </a:rPr>
                <a:t>数据概览 </a:t>
              </a:r>
            </a:p>
          </p:txBody>
        </p:sp>
        <p:sp>
          <p:nvSpPr>
            <p:cNvPr id="19" name="矩形: 圆角 14"/>
            <p:cNvSpPr/>
            <p:nvPr/>
          </p:nvSpPr>
          <p:spPr>
            <a:xfrm>
              <a:off x="1056948" y="4383613"/>
              <a:ext cx="1439801" cy="45220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gradFill>
                <a:gsLst>
                  <a:gs pos="0">
                    <a:srgbClr val="00BEFF">
                      <a:lumMod val="60000"/>
                      <a:lumOff val="40000"/>
                    </a:srgbClr>
                  </a:gs>
                  <a:gs pos="100000">
                    <a:srgbClr val="0165FF">
                      <a:lumMod val="60000"/>
                      <a:lumOff val="40000"/>
                    </a:srgbClr>
                  </a:gs>
                </a:gsLst>
                <a:lin ang="2700000" scaled="0"/>
              </a:gradFill>
              <a:prstDash val="sysDot"/>
            </a:ln>
            <a:effectLst>
              <a:outerShdw blurRad="215900" dist="76200" dir="5400000" sx="98000" sy="98000" algn="t" rotWithShape="0">
                <a:srgbClr val="0A2A55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rgbClr val="0A2A55"/>
                  </a:solidFill>
                </a:rPr>
                <a:t>数据总览 </a:t>
              </a:r>
            </a:p>
          </p:txBody>
        </p:sp>
        <p:sp>
          <p:nvSpPr>
            <p:cNvPr id="20" name="矩形: 圆角 17"/>
            <p:cNvSpPr/>
            <p:nvPr/>
          </p:nvSpPr>
          <p:spPr>
            <a:xfrm>
              <a:off x="1056948" y="4995869"/>
              <a:ext cx="1439801" cy="45220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gradFill>
                <a:gsLst>
                  <a:gs pos="0">
                    <a:srgbClr val="00BEFF">
                      <a:lumMod val="60000"/>
                      <a:lumOff val="40000"/>
                    </a:srgbClr>
                  </a:gs>
                  <a:gs pos="100000">
                    <a:srgbClr val="0165FF">
                      <a:lumMod val="60000"/>
                      <a:lumOff val="40000"/>
                    </a:srgbClr>
                  </a:gs>
                </a:gsLst>
                <a:lin ang="2700000" scaled="0"/>
              </a:gradFill>
              <a:prstDash val="sysDot"/>
            </a:ln>
            <a:effectLst>
              <a:outerShdw blurRad="215900" dist="76200" dir="5400000" sx="98000" sy="98000" algn="t" rotWithShape="0">
                <a:srgbClr val="0A2A55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rgbClr val="0A2A55"/>
                  </a:solidFill>
                </a:rPr>
                <a:t>环境标量场 </a:t>
              </a:r>
            </a:p>
          </p:txBody>
        </p:sp>
        <p:sp>
          <p:nvSpPr>
            <p:cNvPr id="21" name="矩形: 圆角 23"/>
            <p:cNvSpPr/>
            <p:nvPr/>
          </p:nvSpPr>
          <p:spPr>
            <a:xfrm>
              <a:off x="3216524" y="3793583"/>
              <a:ext cx="1439801" cy="45220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gradFill>
                <a:gsLst>
                  <a:gs pos="0">
                    <a:srgbClr val="00BEFF">
                      <a:lumMod val="60000"/>
                      <a:lumOff val="40000"/>
                    </a:srgbClr>
                  </a:gs>
                  <a:gs pos="100000">
                    <a:srgbClr val="0165FF">
                      <a:lumMod val="60000"/>
                      <a:lumOff val="40000"/>
                    </a:srgbClr>
                  </a:gs>
                </a:gsLst>
                <a:lin ang="2700000" scaled="0"/>
              </a:gradFill>
              <a:prstDash val="sysDot"/>
            </a:ln>
            <a:effectLst>
              <a:outerShdw blurRad="215900" dist="76200" dir="5400000" sx="98000" sy="98000" algn="t" rotWithShape="0">
                <a:srgbClr val="0A2A55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rgbClr val="0A2A55"/>
                  </a:solidFill>
                </a:rPr>
                <a:t>阈值设置</a:t>
              </a:r>
            </a:p>
          </p:txBody>
        </p:sp>
        <p:sp>
          <p:nvSpPr>
            <p:cNvPr id="22" name="矩形: 圆角 24"/>
            <p:cNvSpPr/>
            <p:nvPr/>
          </p:nvSpPr>
          <p:spPr>
            <a:xfrm>
              <a:off x="3216524" y="4383613"/>
              <a:ext cx="1439801" cy="45220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gradFill>
                <a:gsLst>
                  <a:gs pos="0">
                    <a:srgbClr val="00BEFF">
                      <a:lumMod val="60000"/>
                      <a:lumOff val="40000"/>
                    </a:srgbClr>
                  </a:gs>
                  <a:gs pos="100000">
                    <a:srgbClr val="0165FF">
                      <a:lumMod val="60000"/>
                      <a:lumOff val="40000"/>
                    </a:srgbClr>
                  </a:gs>
                </a:gsLst>
                <a:lin ang="2700000" scaled="0"/>
              </a:gradFill>
              <a:prstDash val="sysDot"/>
            </a:ln>
            <a:effectLst>
              <a:outerShdw blurRad="215900" dist="76200" dir="5400000" sx="98000" sy="98000" algn="t" rotWithShape="0">
                <a:srgbClr val="0A2A55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rgbClr val="0A2A55"/>
                  </a:solidFill>
                </a:rPr>
                <a:t>报警记录</a:t>
              </a:r>
            </a:p>
          </p:txBody>
        </p:sp>
        <p:grpSp>
          <p:nvGrpSpPr>
            <p:cNvPr id="23" name="组合 18"/>
            <p:cNvGrpSpPr/>
            <p:nvPr/>
          </p:nvGrpSpPr>
          <p:grpSpPr>
            <a:xfrm>
              <a:off x="1056948" y="2796544"/>
              <a:ext cx="1439801" cy="621089"/>
              <a:chOff x="2761085" y="1225829"/>
              <a:chExt cx="1610264" cy="673080"/>
            </a:xfrm>
          </p:grpSpPr>
          <p:sp>
            <p:nvSpPr>
              <p:cNvPr id="24" name="矩形: 圆角 12"/>
              <p:cNvSpPr/>
              <p:nvPr/>
            </p:nvSpPr>
            <p:spPr>
              <a:xfrm>
                <a:off x="2761085" y="1225829"/>
                <a:ext cx="1610264" cy="67308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1000">
                    <a:srgbClr val="0165FF">
                      <a:lumMod val="40000"/>
                      <a:lumOff val="60000"/>
                    </a:srgbClr>
                  </a:gs>
                  <a:gs pos="100000">
                    <a:srgbClr val="00BEFF">
                      <a:lumMod val="50000"/>
                      <a:lumOff val="50000"/>
                    </a:srgbClr>
                  </a:gs>
                </a:gsLst>
                <a:path path="circle">
                  <a:fillToRect l="100000" t="100000"/>
                </a:path>
              </a:gradFill>
              <a:ln w="12700">
                <a:solidFill>
                  <a:srgbClr val="FFFFFF"/>
                </a:solidFill>
              </a:ln>
              <a:effectLst>
                <a:outerShdw blurRad="228600" dist="88900" dir="2700000" algn="tl" rotWithShape="0">
                  <a:srgbClr val="0165FF">
                    <a:lumMod val="75000"/>
                    <a:alpha val="19000"/>
                  </a:srgbClr>
                </a:outerShdw>
              </a:effec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矩形: 圆角 13"/>
              <p:cNvSpPr/>
              <p:nvPr/>
            </p:nvSpPr>
            <p:spPr>
              <a:xfrm>
                <a:off x="2822901" y="1277325"/>
                <a:ext cx="1486632" cy="570088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gradFill flip="none" rotWithShape="1">
                  <a:gsLst>
                    <a:gs pos="0">
                      <a:srgbClr val="0165FF"/>
                    </a:gs>
                    <a:gs pos="100000">
                      <a:srgbClr val="00BE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文本框 7"/>
              <p:cNvSpPr txBox="1"/>
              <p:nvPr/>
            </p:nvSpPr>
            <p:spPr>
              <a:xfrm>
                <a:off x="3034094" y="1376163"/>
                <a:ext cx="1107996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0165FF">
                        <a:lumMod val="50000"/>
                      </a:srgbClr>
                    </a:solidFill>
                  </a:rPr>
                  <a:t>环境监测</a:t>
                </a:r>
              </a:p>
            </p:txBody>
          </p:sp>
        </p:grpSp>
        <p:grpSp>
          <p:nvGrpSpPr>
            <p:cNvPr id="27" name="组合 19"/>
            <p:cNvGrpSpPr/>
            <p:nvPr/>
          </p:nvGrpSpPr>
          <p:grpSpPr>
            <a:xfrm>
              <a:off x="3216524" y="2796544"/>
              <a:ext cx="1439801" cy="621089"/>
              <a:chOff x="2761085" y="1225829"/>
              <a:chExt cx="1610264" cy="673080"/>
            </a:xfrm>
          </p:grpSpPr>
          <p:sp>
            <p:nvSpPr>
              <p:cNvPr id="28" name="矩形: 圆角 20"/>
              <p:cNvSpPr/>
              <p:nvPr/>
            </p:nvSpPr>
            <p:spPr>
              <a:xfrm>
                <a:off x="2761085" y="1225829"/>
                <a:ext cx="1610264" cy="67308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1000">
                    <a:srgbClr val="0165FF">
                      <a:lumMod val="40000"/>
                      <a:lumOff val="60000"/>
                    </a:srgbClr>
                  </a:gs>
                  <a:gs pos="100000">
                    <a:srgbClr val="00BEFF">
                      <a:lumMod val="50000"/>
                      <a:lumOff val="50000"/>
                    </a:srgbClr>
                  </a:gs>
                </a:gsLst>
                <a:path path="circle">
                  <a:fillToRect l="100000" t="100000"/>
                </a:path>
              </a:gradFill>
              <a:ln w="12700">
                <a:solidFill>
                  <a:srgbClr val="FFFFFF"/>
                </a:solidFill>
              </a:ln>
              <a:effectLst>
                <a:outerShdw blurRad="228600" dist="88900" dir="2700000" algn="tl" rotWithShape="0">
                  <a:srgbClr val="0165FF">
                    <a:lumMod val="75000"/>
                    <a:alpha val="19000"/>
                  </a:srgbClr>
                </a:outerShdw>
              </a:effec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矩形: 圆角 21"/>
              <p:cNvSpPr/>
              <p:nvPr/>
            </p:nvSpPr>
            <p:spPr>
              <a:xfrm>
                <a:off x="2822901" y="1277325"/>
                <a:ext cx="1486632" cy="570088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gradFill flip="none" rotWithShape="1">
                  <a:gsLst>
                    <a:gs pos="0">
                      <a:srgbClr val="0165FF"/>
                    </a:gs>
                    <a:gs pos="100000">
                      <a:srgbClr val="00BE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文本框 22"/>
              <p:cNvSpPr txBox="1"/>
              <p:nvPr/>
            </p:nvSpPr>
            <p:spPr>
              <a:xfrm>
                <a:off x="3034094" y="1376163"/>
                <a:ext cx="1107996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0165FF">
                        <a:lumMod val="50000"/>
                      </a:srgbClr>
                    </a:solidFill>
                  </a:rPr>
                  <a:t>环境预警</a:t>
                </a:r>
              </a:p>
            </p:txBody>
          </p:sp>
        </p:grpSp>
        <p:grpSp>
          <p:nvGrpSpPr>
            <p:cNvPr id="31" name="组合 25"/>
            <p:cNvGrpSpPr/>
            <p:nvPr/>
          </p:nvGrpSpPr>
          <p:grpSpPr>
            <a:xfrm>
              <a:off x="5376100" y="2796544"/>
              <a:ext cx="1439801" cy="621089"/>
              <a:chOff x="2761085" y="1225829"/>
              <a:chExt cx="1610264" cy="673080"/>
            </a:xfrm>
          </p:grpSpPr>
          <p:sp>
            <p:nvSpPr>
              <p:cNvPr id="32" name="矩形: 圆角 26"/>
              <p:cNvSpPr/>
              <p:nvPr/>
            </p:nvSpPr>
            <p:spPr>
              <a:xfrm>
                <a:off x="2761085" y="1225829"/>
                <a:ext cx="1610264" cy="67308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1000">
                    <a:srgbClr val="0165FF">
                      <a:lumMod val="40000"/>
                      <a:lumOff val="60000"/>
                    </a:srgbClr>
                  </a:gs>
                  <a:gs pos="100000">
                    <a:srgbClr val="00BEFF">
                      <a:lumMod val="50000"/>
                      <a:lumOff val="50000"/>
                    </a:srgbClr>
                  </a:gs>
                </a:gsLst>
                <a:path path="circle">
                  <a:fillToRect l="100000" t="100000"/>
                </a:path>
              </a:gradFill>
              <a:ln w="12700">
                <a:solidFill>
                  <a:srgbClr val="FFFFFF"/>
                </a:solidFill>
              </a:ln>
              <a:effectLst>
                <a:outerShdw blurRad="228600" dist="88900" dir="2700000" algn="tl" rotWithShape="0">
                  <a:srgbClr val="0165FF">
                    <a:lumMod val="75000"/>
                    <a:alpha val="19000"/>
                  </a:srgbClr>
                </a:outerShdw>
              </a:effec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矩形: 圆角 27"/>
              <p:cNvSpPr/>
              <p:nvPr/>
            </p:nvSpPr>
            <p:spPr>
              <a:xfrm>
                <a:off x="2822901" y="1277325"/>
                <a:ext cx="1486632" cy="570088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gradFill flip="none" rotWithShape="1">
                  <a:gsLst>
                    <a:gs pos="0">
                      <a:srgbClr val="0165FF"/>
                    </a:gs>
                    <a:gs pos="100000">
                      <a:srgbClr val="00BE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文本框 28"/>
              <p:cNvSpPr txBox="1"/>
              <p:nvPr/>
            </p:nvSpPr>
            <p:spPr>
              <a:xfrm>
                <a:off x="3034094" y="1376163"/>
                <a:ext cx="1107996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0165FF">
                        <a:lumMod val="50000"/>
                      </a:srgbClr>
                    </a:solidFill>
                  </a:rPr>
                  <a:t>统计分析</a:t>
                </a:r>
                <a:endParaRPr lang="en-US" altLang="zh-CN" dirty="0">
                  <a:solidFill>
                    <a:srgbClr val="0165FF">
                      <a:lumMod val="50000"/>
                    </a:srgbClr>
                  </a:solidFill>
                </a:endParaRPr>
              </a:p>
            </p:txBody>
          </p:sp>
        </p:grpSp>
        <p:sp>
          <p:nvSpPr>
            <p:cNvPr id="35" name="矩形: 圆角 29"/>
            <p:cNvSpPr/>
            <p:nvPr/>
          </p:nvSpPr>
          <p:spPr>
            <a:xfrm>
              <a:off x="5376100" y="3793583"/>
              <a:ext cx="1439801" cy="45220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gradFill>
                <a:gsLst>
                  <a:gs pos="0">
                    <a:srgbClr val="00BEFF">
                      <a:lumMod val="60000"/>
                      <a:lumOff val="40000"/>
                    </a:srgbClr>
                  </a:gs>
                  <a:gs pos="100000">
                    <a:srgbClr val="0165FF">
                      <a:lumMod val="60000"/>
                      <a:lumOff val="40000"/>
                    </a:srgbClr>
                  </a:gs>
                </a:gsLst>
                <a:lin ang="2700000" scaled="0"/>
              </a:gradFill>
              <a:prstDash val="sysDot"/>
            </a:ln>
            <a:effectLst>
              <a:outerShdw blurRad="215900" dist="76200" dir="5400000" sx="98000" sy="98000" algn="t" rotWithShape="0">
                <a:srgbClr val="0A2A55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rgbClr val="0A2A55"/>
                  </a:solidFill>
                </a:rPr>
                <a:t>环境数据</a:t>
              </a:r>
            </a:p>
          </p:txBody>
        </p:sp>
        <p:grpSp>
          <p:nvGrpSpPr>
            <p:cNvPr id="36" name="组合 33"/>
            <p:cNvGrpSpPr/>
            <p:nvPr/>
          </p:nvGrpSpPr>
          <p:grpSpPr>
            <a:xfrm>
              <a:off x="7535676" y="2796544"/>
              <a:ext cx="1439801" cy="621089"/>
              <a:chOff x="2761085" y="1225829"/>
              <a:chExt cx="1610264" cy="673080"/>
            </a:xfrm>
          </p:grpSpPr>
          <p:sp>
            <p:nvSpPr>
              <p:cNvPr id="37" name="矩形: 圆角 42"/>
              <p:cNvSpPr/>
              <p:nvPr/>
            </p:nvSpPr>
            <p:spPr>
              <a:xfrm>
                <a:off x="2761085" y="1225829"/>
                <a:ext cx="1610264" cy="67308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1000">
                    <a:srgbClr val="0165FF">
                      <a:lumMod val="40000"/>
                      <a:lumOff val="60000"/>
                    </a:srgbClr>
                  </a:gs>
                  <a:gs pos="100000">
                    <a:srgbClr val="00BEFF">
                      <a:lumMod val="50000"/>
                      <a:lumOff val="50000"/>
                    </a:srgbClr>
                  </a:gs>
                </a:gsLst>
                <a:path path="circle">
                  <a:fillToRect l="100000" t="100000"/>
                </a:path>
              </a:gradFill>
              <a:ln w="12700">
                <a:solidFill>
                  <a:srgbClr val="FFFFFF"/>
                </a:solidFill>
              </a:ln>
              <a:effectLst>
                <a:outerShdw blurRad="228600" dist="88900" dir="2700000" algn="tl" rotWithShape="0">
                  <a:srgbClr val="0165FF">
                    <a:lumMod val="75000"/>
                    <a:alpha val="19000"/>
                  </a:srgbClr>
                </a:outerShdw>
              </a:effec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矩形: 圆角 43"/>
              <p:cNvSpPr/>
              <p:nvPr/>
            </p:nvSpPr>
            <p:spPr>
              <a:xfrm>
                <a:off x="2822901" y="1277325"/>
                <a:ext cx="1486632" cy="570088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gradFill flip="none" rotWithShape="1">
                  <a:gsLst>
                    <a:gs pos="0">
                      <a:srgbClr val="0165FF"/>
                    </a:gs>
                    <a:gs pos="100000">
                      <a:srgbClr val="00BE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文本框 44"/>
              <p:cNvSpPr txBox="1"/>
              <p:nvPr/>
            </p:nvSpPr>
            <p:spPr>
              <a:xfrm>
                <a:off x="3034094" y="1376163"/>
                <a:ext cx="1107996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0165FF">
                        <a:lumMod val="50000"/>
                      </a:srgbClr>
                    </a:solidFill>
                  </a:rPr>
                  <a:t>环境调控</a:t>
                </a:r>
              </a:p>
            </p:txBody>
          </p:sp>
        </p:grpSp>
        <p:grpSp>
          <p:nvGrpSpPr>
            <p:cNvPr id="40" name="组合 35"/>
            <p:cNvGrpSpPr/>
            <p:nvPr/>
          </p:nvGrpSpPr>
          <p:grpSpPr>
            <a:xfrm>
              <a:off x="9695252" y="2796544"/>
              <a:ext cx="1439801" cy="621089"/>
              <a:chOff x="2761085" y="1225829"/>
              <a:chExt cx="1610264" cy="673080"/>
            </a:xfrm>
          </p:grpSpPr>
          <p:sp>
            <p:nvSpPr>
              <p:cNvPr id="41" name="矩形: 圆角 36"/>
              <p:cNvSpPr/>
              <p:nvPr/>
            </p:nvSpPr>
            <p:spPr>
              <a:xfrm>
                <a:off x="2761085" y="1225829"/>
                <a:ext cx="1610264" cy="67308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1000">
                    <a:srgbClr val="0165FF">
                      <a:lumMod val="40000"/>
                      <a:lumOff val="60000"/>
                    </a:srgbClr>
                  </a:gs>
                  <a:gs pos="100000">
                    <a:srgbClr val="00BEFF">
                      <a:lumMod val="50000"/>
                      <a:lumOff val="50000"/>
                    </a:srgbClr>
                  </a:gs>
                </a:gsLst>
                <a:path path="circle">
                  <a:fillToRect l="100000" t="100000"/>
                </a:path>
              </a:gradFill>
              <a:ln w="12700">
                <a:solidFill>
                  <a:srgbClr val="FFFFFF"/>
                </a:solidFill>
              </a:ln>
              <a:effectLst>
                <a:outerShdw blurRad="228600" dist="88900" dir="2700000" algn="tl" rotWithShape="0">
                  <a:srgbClr val="0165FF">
                    <a:lumMod val="75000"/>
                    <a:alpha val="19000"/>
                  </a:srgbClr>
                </a:outerShdw>
              </a:effec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矩形: 圆角 37"/>
              <p:cNvSpPr/>
              <p:nvPr/>
            </p:nvSpPr>
            <p:spPr>
              <a:xfrm>
                <a:off x="2822901" y="1277325"/>
                <a:ext cx="1486632" cy="570088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gradFill flip="none" rotWithShape="1">
                  <a:gsLst>
                    <a:gs pos="0">
                      <a:srgbClr val="0165FF"/>
                    </a:gs>
                    <a:gs pos="100000">
                      <a:srgbClr val="00BE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文本框 38"/>
              <p:cNvSpPr txBox="1"/>
              <p:nvPr/>
            </p:nvSpPr>
            <p:spPr>
              <a:xfrm>
                <a:off x="3034094" y="1376163"/>
                <a:ext cx="1107996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0165FF">
                        <a:lumMod val="50000"/>
                      </a:srgbClr>
                    </a:solidFill>
                  </a:rPr>
                  <a:t>系统管理</a:t>
                </a:r>
                <a:endParaRPr lang="en-US" altLang="zh-CN" dirty="0">
                  <a:solidFill>
                    <a:srgbClr val="0165FF">
                      <a:lumMod val="50000"/>
                    </a:srgbClr>
                  </a:solidFill>
                </a:endParaRPr>
              </a:p>
            </p:txBody>
          </p:sp>
        </p:grpSp>
        <p:sp>
          <p:nvSpPr>
            <p:cNvPr id="44" name="矩形: 圆角 45"/>
            <p:cNvSpPr/>
            <p:nvPr/>
          </p:nvSpPr>
          <p:spPr>
            <a:xfrm>
              <a:off x="7535676" y="3793583"/>
              <a:ext cx="1439801" cy="45220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gradFill>
                <a:gsLst>
                  <a:gs pos="0">
                    <a:srgbClr val="00BEFF">
                      <a:lumMod val="60000"/>
                      <a:lumOff val="40000"/>
                    </a:srgbClr>
                  </a:gs>
                  <a:gs pos="100000">
                    <a:srgbClr val="0165FF">
                      <a:lumMod val="60000"/>
                      <a:lumOff val="40000"/>
                    </a:srgbClr>
                  </a:gs>
                </a:gsLst>
                <a:lin ang="2700000" scaled="0"/>
              </a:gradFill>
              <a:prstDash val="sysDot"/>
            </a:ln>
            <a:effectLst>
              <a:outerShdw blurRad="215900" dist="76200" dir="5400000" sx="98000" sy="98000" algn="t" rotWithShape="0">
                <a:srgbClr val="0A2A55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rgbClr val="0A2A55"/>
                  </a:solidFill>
                </a:rPr>
                <a:t>环境阈值</a:t>
              </a:r>
            </a:p>
          </p:txBody>
        </p:sp>
        <p:sp>
          <p:nvSpPr>
            <p:cNvPr id="45" name="矩形: 圆角 49"/>
            <p:cNvSpPr/>
            <p:nvPr/>
          </p:nvSpPr>
          <p:spPr>
            <a:xfrm>
              <a:off x="9695252" y="3793583"/>
              <a:ext cx="1439801" cy="45220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gradFill>
                <a:gsLst>
                  <a:gs pos="0">
                    <a:srgbClr val="00BEFF">
                      <a:lumMod val="60000"/>
                      <a:lumOff val="40000"/>
                    </a:srgbClr>
                  </a:gs>
                  <a:gs pos="100000">
                    <a:srgbClr val="0165FF">
                      <a:lumMod val="60000"/>
                      <a:lumOff val="40000"/>
                    </a:srgbClr>
                  </a:gs>
                </a:gsLst>
                <a:lin ang="2700000" scaled="0"/>
              </a:gradFill>
              <a:prstDash val="sysDot"/>
            </a:ln>
            <a:effectLst>
              <a:outerShdw blurRad="215900" dist="76200" dir="5400000" sx="98000" sy="98000" algn="t" rotWithShape="0">
                <a:srgbClr val="0A2A55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rgbClr val="0A2A55"/>
                  </a:solidFill>
                </a:rPr>
                <a:t>角色管理</a:t>
              </a:r>
            </a:p>
          </p:txBody>
        </p:sp>
        <p:sp>
          <p:nvSpPr>
            <p:cNvPr id="46" name="矩形: 圆角 47"/>
            <p:cNvSpPr/>
            <p:nvPr/>
          </p:nvSpPr>
          <p:spPr>
            <a:xfrm>
              <a:off x="9695252" y="4383613"/>
              <a:ext cx="1439801" cy="45220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gradFill>
                <a:gsLst>
                  <a:gs pos="0">
                    <a:srgbClr val="00BEFF">
                      <a:lumMod val="60000"/>
                      <a:lumOff val="40000"/>
                    </a:srgbClr>
                  </a:gs>
                  <a:gs pos="100000">
                    <a:srgbClr val="0165FF">
                      <a:lumMod val="60000"/>
                      <a:lumOff val="40000"/>
                    </a:srgbClr>
                  </a:gs>
                </a:gsLst>
                <a:lin ang="2700000" scaled="0"/>
              </a:gradFill>
              <a:prstDash val="sysDot"/>
            </a:ln>
            <a:effectLst>
              <a:outerShdw blurRad="215900" dist="76200" dir="5400000" sx="98000" sy="98000" algn="t" rotWithShape="0">
                <a:srgbClr val="0A2A55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rgbClr val="0A2A55"/>
                  </a:solidFill>
                </a:rPr>
                <a:t>用户管理</a:t>
              </a:r>
            </a:p>
          </p:txBody>
        </p:sp>
        <p:sp>
          <p:nvSpPr>
            <p:cNvPr id="47" name="矩形: 圆角 48"/>
            <p:cNvSpPr/>
            <p:nvPr/>
          </p:nvSpPr>
          <p:spPr>
            <a:xfrm>
              <a:off x="9695252" y="4995869"/>
              <a:ext cx="1439801" cy="45220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gradFill>
                <a:gsLst>
                  <a:gs pos="0">
                    <a:srgbClr val="00BEFF">
                      <a:lumMod val="60000"/>
                      <a:lumOff val="40000"/>
                    </a:srgbClr>
                  </a:gs>
                  <a:gs pos="100000">
                    <a:srgbClr val="0165FF">
                      <a:lumMod val="60000"/>
                      <a:lumOff val="40000"/>
                    </a:srgbClr>
                  </a:gs>
                </a:gsLst>
                <a:lin ang="2700000" scaled="0"/>
              </a:gradFill>
              <a:prstDash val="sysDot"/>
            </a:ln>
            <a:effectLst>
              <a:outerShdw blurRad="215900" dist="76200" dir="5400000" sx="98000" sy="98000" algn="t" rotWithShape="0">
                <a:srgbClr val="0A2A55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rgbClr val="0A2A55"/>
                  </a:solidFill>
                </a:rPr>
                <a:t>日志管理</a:t>
              </a:r>
            </a:p>
          </p:txBody>
        </p:sp>
        <p:grpSp>
          <p:nvGrpSpPr>
            <p:cNvPr id="48" name="组合 56"/>
            <p:cNvGrpSpPr/>
            <p:nvPr/>
          </p:nvGrpSpPr>
          <p:grpSpPr>
            <a:xfrm>
              <a:off x="4775496" y="1313575"/>
              <a:ext cx="2768098" cy="818902"/>
              <a:chOff x="1451323" y="5156200"/>
              <a:chExt cx="1523652" cy="688450"/>
            </a:xfrm>
          </p:grpSpPr>
          <p:sp>
            <p:nvSpPr>
              <p:cNvPr id="49" name="矩形: 圆角 57"/>
              <p:cNvSpPr/>
              <p:nvPr/>
            </p:nvSpPr>
            <p:spPr>
              <a:xfrm>
                <a:off x="1451323" y="5156200"/>
                <a:ext cx="1523652" cy="68845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165FF">
                      <a:lumMod val="20000"/>
                      <a:lumOff val="80000"/>
                    </a:srgbClr>
                  </a:gs>
                  <a:gs pos="100000">
                    <a:srgbClr val="00BEFF">
                      <a:lumMod val="40000"/>
                      <a:lumOff val="60000"/>
                    </a:srgbClr>
                  </a:gs>
                </a:gsLst>
                <a:path path="circle">
                  <a:fillToRect l="100000" t="100000"/>
                </a:path>
              </a:gradFill>
              <a:ln w="12700">
                <a:solidFill>
                  <a:srgbClr val="FFFFFF"/>
                </a:solidFill>
              </a:ln>
              <a:effectLst>
                <a:outerShdw blurRad="228600" dist="88900" dir="2700000" algn="tl" rotWithShape="0">
                  <a:srgbClr val="0165FF">
                    <a:lumMod val="75000"/>
                    <a:alpha val="19000"/>
                  </a:srgbClr>
                </a:outerShdw>
              </a:effectLst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" name="矩形: 圆角 58"/>
              <p:cNvSpPr/>
              <p:nvPr/>
            </p:nvSpPr>
            <p:spPr>
              <a:xfrm>
                <a:off x="1578532" y="5252280"/>
                <a:ext cx="1269234" cy="496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165FF"/>
                  </a:gs>
                  <a:gs pos="100000">
                    <a:srgbClr val="00BE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环境监测系统 </a:t>
                </a:r>
              </a:p>
            </p:txBody>
          </p:sp>
          <p:sp>
            <p:nvSpPr>
              <p:cNvPr id="51" name="矩形: 圆角 59"/>
              <p:cNvSpPr/>
              <p:nvPr/>
            </p:nvSpPr>
            <p:spPr>
              <a:xfrm>
                <a:off x="1499383" y="5204240"/>
                <a:ext cx="1427533" cy="592370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gradFill flip="none" rotWithShape="1">
                  <a:gsLst>
                    <a:gs pos="0">
                      <a:srgbClr val="0165FF"/>
                    </a:gs>
                    <a:gs pos="100000">
                      <a:srgbClr val="00BE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dash"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" name="矩形: 圆角 61"/>
              <p:cNvSpPr/>
              <p:nvPr/>
            </p:nvSpPr>
            <p:spPr>
              <a:xfrm>
                <a:off x="1547442" y="5252280"/>
                <a:ext cx="1331413" cy="49629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165FF"/>
                  </a:gs>
                  <a:gs pos="100000">
                    <a:srgbClr val="00BEFF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rgbClr val="0165FF">
                  <a:shade val="15000"/>
                </a:srgbClr>
              </a:lnRef>
              <a:fillRef idx="1">
                <a:srgbClr val="0165FF"/>
              </a:fillRef>
              <a:effectRef idx="0">
                <a:srgbClr val="0165FF"/>
              </a:effectRef>
              <a:fontRef idx="minor">
                <a:srgbClr val="FFFFFF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环境监测系统 </a:t>
                </a:r>
              </a:p>
            </p:txBody>
          </p:sp>
        </p:grpSp>
        <p:sp>
          <p:nvSpPr>
            <p:cNvPr id="53" name="矩形: 圆角 70"/>
            <p:cNvSpPr/>
            <p:nvPr/>
          </p:nvSpPr>
          <p:spPr>
            <a:xfrm>
              <a:off x="7535676" y="4383613"/>
              <a:ext cx="1439801" cy="45220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gradFill>
                <a:gsLst>
                  <a:gs pos="0">
                    <a:srgbClr val="00BEFF">
                      <a:lumMod val="60000"/>
                      <a:lumOff val="40000"/>
                    </a:srgbClr>
                  </a:gs>
                  <a:gs pos="100000">
                    <a:srgbClr val="0165FF">
                      <a:lumMod val="60000"/>
                      <a:lumOff val="40000"/>
                    </a:srgbClr>
                  </a:gs>
                </a:gsLst>
                <a:lin ang="2700000" scaled="0"/>
              </a:gradFill>
              <a:prstDash val="sysDot"/>
            </a:ln>
            <a:effectLst>
              <a:outerShdw blurRad="215900" dist="76200" dir="5400000" sx="98000" sy="98000" algn="t" rotWithShape="0">
                <a:srgbClr val="0A2A55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rgbClr val="0A2A55"/>
                  </a:solidFill>
                </a:rPr>
                <a:t>区域管理</a:t>
              </a:r>
            </a:p>
          </p:txBody>
        </p:sp>
        <p:sp>
          <p:nvSpPr>
            <p:cNvPr id="54" name="左中括号 71"/>
            <p:cNvSpPr/>
            <p:nvPr/>
          </p:nvSpPr>
          <p:spPr>
            <a:xfrm rot="16200000" flipH="1" flipV="1">
              <a:off x="5991440" y="-1624753"/>
              <a:ext cx="232407" cy="8625420"/>
            </a:xfrm>
            <a:prstGeom prst="leftBracket">
              <a:avLst>
                <a:gd name="adj" fmla="val 0"/>
              </a:avLst>
            </a:prstGeom>
            <a:ln w="12700">
              <a:solidFill>
                <a:srgbClr val="0A2A55">
                  <a:lumMod val="40000"/>
                  <a:lumOff val="60000"/>
                </a:srgbClr>
              </a:solidFill>
              <a:prstDash val="sysDot"/>
            </a:ln>
          </p:spPr>
          <p:style>
            <a:lnRef idx="2">
              <a:srgbClr val="0165FF"/>
            </a:lnRef>
            <a:fillRef idx="0">
              <a:srgbClr val="0165FF"/>
            </a:fillRef>
            <a:effectRef idx="1">
              <a:srgbClr val="0165FF"/>
            </a:effectRef>
            <a:fontRef idx="minor">
              <a:srgbClr val="0A2A55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左中括号 72"/>
            <p:cNvSpPr/>
            <p:nvPr/>
          </p:nvSpPr>
          <p:spPr>
            <a:xfrm rot="16200000" flipH="1" flipV="1">
              <a:off x="5980324" y="520282"/>
              <a:ext cx="232407" cy="4335352"/>
            </a:xfrm>
            <a:prstGeom prst="leftBracket">
              <a:avLst>
                <a:gd name="adj" fmla="val 0"/>
              </a:avLst>
            </a:prstGeom>
            <a:ln w="12700">
              <a:solidFill>
                <a:srgbClr val="0A2A55">
                  <a:lumMod val="40000"/>
                  <a:lumOff val="60000"/>
                </a:srgbClr>
              </a:solidFill>
              <a:prstDash val="sysDot"/>
            </a:ln>
          </p:spPr>
          <p:style>
            <a:lnRef idx="2">
              <a:srgbClr val="0165FF"/>
            </a:lnRef>
            <a:fillRef idx="0">
              <a:srgbClr val="0165FF"/>
            </a:fillRef>
            <a:effectRef idx="1">
              <a:srgbClr val="0165FF"/>
            </a:effectRef>
            <a:fontRef idx="minor">
              <a:srgbClr val="0A2A55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: 圆角 2"/>
            <p:cNvSpPr/>
            <p:nvPr/>
          </p:nvSpPr>
          <p:spPr>
            <a:xfrm>
              <a:off x="5376100" y="4383001"/>
              <a:ext cx="1439801" cy="45220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gradFill>
                <a:gsLst>
                  <a:gs pos="0">
                    <a:srgbClr val="00BEFF">
                      <a:lumMod val="60000"/>
                      <a:lumOff val="40000"/>
                    </a:srgbClr>
                  </a:gs>
                  <a:gs pos="100000">
                    <a:srgbClr val="0165FF">
                      <a:lumMod val="60000"/>
                      <a:lumOff val="40000"/>
                    </a:srgbClr>
                  </a:gs>
                </a:gsLst>
                <a:lin ang="2700000" scaled="0"/>
              </a:gradFill>
              <a:prstDash val="sysDot"/>
            </a:ln>
            <a:effectLst>
              <a:outerShdw blurRad="215900" dist="76200" dir="5400000" sx="98000" sy="98000" algn="t" rotWithShape="0">
                <a:srgbClr val="0A2A55">
                  <a:lumMod val="40000"/>
                  <a:lumOff val="60000"/>
                  <a:alpha val="40000"/>
                </a:srgbClr>
              </a:outerShdw>
            </a:effectLst>
          </p:spPr>
          <p:style>
            <a:lnRef idx="2">
              <a:srgbClr val="0165FF">
                <a:shade val="15000"/>
              </a:srgbClr>
            </a:lnRef>
            <a:fillRef idx="1">
              <a:srgbClr val="0165FF"/>
            </a:fillRef>
            <a:effectRef idx="0">
              <a:srgbClr val="0165FF"/>
            </a:effectRef>
            <a:fontRef idx="minor">
              <a:srgbClr val="FFFFFF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600" dirty="0">
                  <a:solidFill>
                    <a:srgbClr val="0A2A55"/>
                  </a:solidFill>
                </a:rPr>
                <a:t>环境分析</a:t>
              </a: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411480" y="140000"/>
            <a:ext cx="1136904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bz-arch-tree  ·  平台架构树(顶主系统框 + 5 列子模块,层级逻辑)</a:t>
            </a:r>
          </a:p>
          <a:p>
            <a:r>
              <a:rPr sz="1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顶 azure 渐变主框(系统名) + 连线 + 5 列子模块(渐变标题框 + 浅底子项框);层级架构,与 bz-cycle-loop 闭环互补</a:t>
            </a:r>
          </a:p>
          <a:p>
            <a:r>
              <a:rPr sz="1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系统架构/平台架构/模块分解页;顶=系统、列=一级模块、格=子功能</a:t>
            </a:r>
          </a:p>
          <a:p>
            <a:r>
              <a:rPr sz="1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改列数/每列子项数;改标题/子项文字;换 accent;连线随列对齐(子项名=内容用时填)</a:t>
            </a:r>
          </a:p>
        </p:txBody>
      </p:sp>
    </p:spTree>
    <p:extLst>
      <p:ext uri="{BB962C8B-B14F-4D97-AF65-F5344CB8AC3E}">
        <p14:creationId xmlns:p14="http://schemas.microsoft.com/office/powerpoint/2010/main" val="3109510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D07E45-5AA8-471B-B620-C2DC2B5DCDDA}"/>
              </a:ext>
            </a:extLst>
          </p:cNvPr>
          <p:cNvSpPr/>
          <p:nvPr/>
        </p:nvSpPr>
        <p:spPr>
          <a:xfrm>
            <a:off x="0" y="5736716"/>
            <a:ext cx="12192000" cy="1121283"/>
          </a:xfrm>
          <a:prstGeom prst="roundRect">
            <a:avLst>
              <a:gd name="adj" fmla="val 0"/>
            </a:avLst>
          </a:prstGeom>
          <a:gradFill flip="none" rotWithShape="1">
            <a:gsLst>
              <a:gs pos="30000">
                <a:srgbClr val="00BEFF"/>
              </a:gs>
              <a:gs pos="87000">
                <a:srgbClr val="0165FF"/>
              </a:gs>
            </a:gsLst>
            <a:path path="circle">
              <a:fillToRect r="100000" b="100000"/>
            </a:path>
            <a:tileRect l="-100000" t="-10000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pic>
        <p:nvPicPr>
          <p:cNvPr id="5" name="图片 4" descr="背景图案&#10;&#10;描述已自动生成">
            <a:extLst>
              <a:ext uri="{FF2B5EF4-FFF2-40B4-BE49-F238E27FC236}">
                <a16:creationId xmlns:a16="http://schemas.microsoft.com/office/drawing/2014/main" id="{4D6C76F1-F1E5-4601-A568-9004E8ABFD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duotone>
              <a:srgbClr val="0165FF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0" b="1550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140000"/>
            <a:ext cx="113690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bz-arch-bg  ·  平台架构页背景(径向纹理图 + 底部蓝带)</a:t>
            </a:r>
          </a:p>
          <a:p>
            <a:r>
              <a:rPr sz="1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效果: 浅色径向汇聚纹理大图 + 底部蓝渐变带,做架构/逻辑页满版底</a:t>
            </a:r>
          </a:p>
          <a:p>
            <a:r>
              <a:rPr sz="1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放哪: 平台架构/系统页满版最底;架构树 bz-arch-tree 叠其上</a:t>
            </a:r>
          </a:p>
          <a:p>
            <a:r>
              <a:rPr sz="1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怎么调: add_picture 铺满;底部蓝带高度/色可调;与 bz-arch-tree 配套用</a:t>
            </a:r>
          </a:p>
        </p:txBody>
      </p:sp>
    </p:spTree>
    <p:extLst>
      <p:ext uri="{BB962C8B-B14F-4D97-AF65-F5344CB8AC3E}">
        <p14:creationId xmlns:p14="http://schemas.microsoft.com/office/powerpoint/2010/main" val="73148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2447</Words>
  <Application>Microsoft Office PowerPoint</Application>
  <PresentationFormat>宽屏</PresentationFormat>
  <Paragraphs>221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1" baseType="lpstr">
      <vt:lpstr>HarmonyOS Sans SC</vt:lpstr>
      <vt:lpstr>Roboto</vt:lpstr>
      <vt:lpstr>阿里妈妈方圆体 VF Medium</vt:lpstr>
      <vt:lpstr>宋体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卢耀(伍卢柒)</cp:lastModifiedBy>
  <cp:revision>13</cp:revision>
  <dcterms:created xsi:type="dcterms:W3CDTF">2013-01-27T09:14:16Z</dcterms:created>
  <dcterms:modified xsi:type="dcterms:W3CDTF">2026-06-24T01:57:42Z</dcterms:modified>
  <cp:category/>
</cp:coreProperties>
</file>